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66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DBC8DDA-C2F2-425F-9551-389584CA8007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BC8DDA-C2F2-425F-9551-389584CA8007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BC8DDA-C2F2-425F-9551-389584CA8007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BC8DDA-C2F2-425F-9551-389584CA8007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BC8DDA-C2F2-425F-9551-389584CA8007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BC8DDA-C2F2-425F-9551-389584CA8007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BC8DDA-C2F2-425F-9551-389584CA8007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DBC8DDA-C2F2-425F-9551-389584CA8007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DBC8DDA-C2F2-425F-9551-389584CA8007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BC8DDA-C2F2-425F-9551-389584CA8007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BC8DDA-C2F2-425F-9551-389584CA8007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9DBC8DDA-C2F2-425F-9551-389584CA8007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9A47B35-C65A-4B6A-B4D2-55F44373801C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Measurement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EQ: How do we change units so we can find perimeter?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38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Conversion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93379"/>
            <a:ext cx="8640960" cy="6487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153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Use your place value chart. 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76431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Perimeter is the total length around the outside of a shape.</a:t>
            </a:r>
          </a:p>
          <a:p>
            <a:endParaRPr lang="en-AU" dirty="0"/>
          </a:p>
          <a:p>
            <a:r>
              <a:rPr lang="en-AU" dirty="0" smtClean="0"/>
              <a:t>What does total mean mathematically?</a:t>
            </a:r>
          </a:p>
          <a:p>
            <a:r>
              <a:rPr lang="en-AU" dirty="0" smtClean="0"/>
              <a:t>We use it to find how much trimming we need around edges in houses, bathrooms how much fencing material we need.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Perimeter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1531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Easy OLNA problems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7" t="29185" r="28167" b="14074"/>
          <a:stretch/>
        </p:blipFill>
        <p:spPr bwMode="auto">
          <a:xfrm>
            <a:off x="-19145" y="1268760"/>
            <a:ext cx="9067871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2866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Make sure all of the units are the same before you add up!!!</a:t>
            </a:r>
          </a:p>
          <a:p>
            <a:endParaRPr lang="en-AU" dirty="0"/>
          </a:p>
          <a:p>
            <a:r>
              <a:rPr lang="en-AU" dirty="0" smtClean="0"/>
              <a:t>Have a go at the quick sheet.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 tricky part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25989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52</TotalTime>
  <Words>92</Words>
  <Application>Microsoft Office PowerPoint</Application>
  <PresentationFormat>On-screen Show (4:3)</PresentationFormat>
  <Paragraphs>15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Concourse</vt:lpstr>
      <vt:lpstr>Measurement</vt:lpstr>
      <vt:lpstr>Conversion</vt:lpstr>
      <vt:lpstr>Practise</vt:lpstr>
      <vt:lpstr>Perimeter</vt:lpstr>
      <vt:lpstr>Easy OLNA problems</vt:lpstr>
      <vt:lpstr>The tricky part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</dc:title>
  <dc:creator>MILLER Belinda</dc:creator>
  <cp:lastModifiedBy>MILLER Belinda</cp:lastModifiedBy>
  <cp:revision>3</cp:revision>
  <dcterms:created xsi:type="dcterms:W3CDTF">2017-08-13T23:42:31Z</dcterms:created>
  <dcterms:modified xsi:type="dcterms:W3CDTF">2017-08-14T00:35:14Z</dcterms:modified>
</cp:coreProperties>
</file>