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0" autoAdjust="0"/>
    <p:restoredTop sz="94660"/>
  </p:normalViewPr>
  <p:slideViewPr>
    <p:cSldViewPr>
      <p:cViewPr>
        <p:scale>
          <a:sx n="73" d="100"/>
          <a:sy n="73" d="100"/>
        </p:scale>
        <p:origin x="-1195" y="-1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5D8D7B3-02C8-4C1A-A82B-AE74BDA7CD29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BC54010-1B7D-4C76-8DBC-D25CB43F02F4}" type="slidenum">
              <a:rPr lang="en-AU" smtClean="0"/>
              <a:t>‹#›</a:t>
            </a:fld>
            <a:endParaRPr lang="en-A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Converting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How do I convert fractions, decimals and percentages?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1737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Percentages to fractions to decimals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Percent means out of 100 </a:t>
                </a:r>
              </a:p>
              <a:p>
                <a:pPr marL="0" indent="0">
                  <a:buNone/>
                </a:pPr>
                <a:r>
                  <a:rPr lang="en-AU" dirty="0" smtClean="0"/>
                  <a:t>so 17%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17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 100</m:t>
                        </m:r>
                      </m:den>
                    </m:f>
                  </m:oMath>
                </a14:m>
                <a:r>
                  <a:rPr lang="en-AU" dirty="0" smtClean="0"/>
                  <a:t>.</a:t>
                </a:r>
              </a:p>
              <a:p>
                <a:pPr marL="0" indent="0">
                  <a:buNone/>
                </a:pPr>
                <a:r>
                  <a:rPr lang="en-AU" dirty="0" smtClean="0"/>
                  <a:t>You can use your place value chart to divide by 100.</a:t>
                </a:r>
              </a:p>
              <a:p>
                <a:pPr marL="0" indent="0">
                  <a:buNone/>
                </a:pPr>
                <a:r>
                  <a:rPr lang="en-AU" dirty="0" smtClean="0"/>
                  <a:t>For you</a:t>
                </a:r>
              </a:p>
              <a:p>
                <a:pPr marL="0" indent="0">
                  <a:buNone/>
                </a:pPr>
                <a:r>
                  <a:rPr lang="en-AU" dirty="0" smtClean="0"/>
                  <a:t>Convert 15% into fraction and decimal</a:t>
                </a:r>
              </a:p>
              <a:p>
                <a:pPr marL="0" indent="0">
                  <a:buNone/>
                </a:pPr>
                <a:r>
                  <a:rPr lang="en-AU" dirty="0" smtClean="0"/>
                  <a:t>Convert 67% into fraction and decimal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301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Decimals</a:t>
            </a:r>
            <a:br>
              <a:rPr lang="en-AU" dirty="0" smtClean="0"/>
            </a:br>
            <a:r>
              <a:rPr lang="en-AU" dirty="0" smtClean="0"/>
              <a:t> to fractions to percentages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Place 0.34 on your place value chart. </a:t>
            </a:r>
          </a:p>
          <a:p>
            <a:r>
              <a:rPr lang="en-AU" dirty="0" smtClean="0"/>
              <a:t>What column is the last digit in? </a:t>
            </a:r>
          </a:p>
        </p:txBody>
      </p:sp>
    </p:spTree>
    <p:extLst>
      <p:ext uri="{BB962C8B-B14F-4D97-AF65-F5344CB8AC3E}">
        <p14:creationId xmlns:p14="http://schemas.microsoft.com/office/powerpoint/2010/main" val="47208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Decimals</a:t>
            </a:r>
            <a:br>
              <a:rPr lang="en-AU" dirty="0" smtClean="0"/>
            </a:br>
            <a:r>
              <a:rPr lang="en-AU" dirty="0" smtClean="0"/>
              <a:t> to fractions to percentages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Place 0.34 on your place value chart. </a:t>
                </a:r>
              </a:p>
              <a:p>
                <a:r>
                  <a:rPr lang="en-AU" dirty="0" smtClean="0"/>
                  <a:t>What column is the last digit in? </a:t>
                </a:r>
              </a:p>
              <a:p>
                <a:r>
                  <a:rPr lang="en-AU" dirty="0" smtClean="0"/>
                  <a:t>So we have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34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</a:p>
              <a:p>
                <a:r>
                  <a:rPr lang="en-AU" dirty="0" smtClean="0"/>
                  <a:t>to change to a percentage multiply by 100</a:t>
                </a:r>
              </a:p>
              <a:p>
                <a:pPr marL="0" indent="0">
                  <a:buNone/>
                </a:pPr>
                <a:r>
                  <a:rPr lang="en-AU" u="sng" dirty="0" smtClean="0"/>
                  <a:t>For you</a:t>
                </a:r>
              </a:p>
              <a:p>
                <a:pPr marL="0" indent="0">
                  <a:buNone/>
                </a:pPr>
                <a:r>
                  <a:rPr lang="en-AU" dirty="0" smtClean="0"/>
                  <a:t>Write 0.09 as a fraction and as a percentage.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26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F</a:t>
            </a:r>
            <a:r>
              <a:rPr lang="en-AU" dirty="0" smtClean="0"/>
              <a:t>ractions to decimals </a:t>
            </a:r>
            <a:r>
              <a:rPr lang="en-AU" dirty="0" smtClean="0"/>
              <a:t>to percentages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We need to make all fractions out of 10, 100 or 1000 to be able to convert them.</a:t>
                </a:r>
              </a:p>
              <a:p>
                <a:pPr marL="0" indent="0">
                  <a:buNone/>
                </a:pPr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/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/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111" r="-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62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F</a:t>
            </a:r>
            <a:r>
              <a:rPr lang="en-AU" dirty="0" smtClean="0"/>
              <a:t>ractions to decimals </a:t>
            </a:r>
            <a:r>
              <a:rPr lang="en-AU" dirty="0" smtClean="0"/>
              <a:t>to percentages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dirty="0" smtClean="0"/>
                  <a:t>We need to make all fractions out of 10, 100 or 1000 to be able to convert them.</a:t>
                </a:r>
              </a:p>
              <a:p>
                <a:pPr marL="0" indent="0">
                  <a:buNone/>
                </a:pPr>
                <a:r>
                  <a:rPr lang="en-AU" dirty="0" smtClean="0"/>
                  <a:t>So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50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AU" dirty="0" smtClean="0"/>
                  <a:t>Write</a:t>
                </a:r>
                <a:r>
                  <a:rPr lang="en-AU" b="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dirty="0" smtClean="0"/>
                  <a:t> on your place value chart. </a:t>
                </a:r>
                <a:r>
                  <a:rPr lang="en-AU" dirty="0"/>
                  <a:t> </a:t>
                </a:r>
                <a:r>
                  <a:rPr lang="en-AU" dirty="0" smtClean="0"/>
                  <a:t>What is it as a percentage.</a:t>
                </a:r>
              </a:p>
              <a:p>
                <a:pPr marL="0" indent="0">
                  <a:buNone/>
                </a:pPr>
                <a:r>
                  <a:rPr lang="en-AU" dirty="0" smtClean="0"/>
                  <a:t>For you</a:t>
                </a:r>
              </a:p>
              <a:p>
                <a:pPr marL="0" indent="0">
                  <a:buNone/>
                </a:pPr>
                <a:r>
                  <a:rPr lang="en-AU" dirty="0" smtClean="0"/>
                  <a:t>Convert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5 </m:t>
                        </m:r>
                      </m:den>
                    </m:f>
                  </m:oMath>
                </a14:m>
                <a:r>
                  <a:rPr lang="en-AU" dirty="0" smtClean="0"/>
                  <a:t> to a decimal and percentage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111" r="-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6434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Complete the conversion chart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Practise time!!</a:t>
            </a:r>
          </a:p>
        </p:txBody>
      </p:sp>
    </p:spTree>
    <p:extLst>
      <p:ext uri="{BB962C8B-B14F-4D97-AF65-F5344CB8AC3E}">
        <p14:creationId xmlns:p14="http://schemas.microsoft.com/office/powerpoint/2010/main" val="248643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Simplifying fractions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AU" dirty="0" smtClean="0"/>
                  <a:t>When simplifying fractions we need to remember do the same to the top and the bottom of the fraction!!!</a:t>
                </a:r>
              </a:p>
              <a:p>
                <a:r>
                  <a:rPr lang="en-AU" dirty="0" smtClean="0"/>
                  <a:t>We can only multiply or divide!!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20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80</m:t>
                        </m:r>
                      </m:den>
                    </m:f>
                  </m:oMath>
                </a14:m>
                <a:r>
                  <a:rPr lang="en-AU" dirty="0" smtClean="0"/>
                  <a:t> to simplify we know we need to divide because we want the numbers smaller.</a:t>
                </a:r>
              </a:p>
              <a:p>
                <a:r>
                  <a:rPr lang="en-AU" dirty="0" smtClean="0"/>
                  <a:t>What numbers divide into both 20 and 80. both numbers end in 0 so we can divide by 10</a:t>
                </a:r>
              </a:p>
              <a:p>
                <a:r>
                  <a:rPr lang="en-AU" dirty="0" smtClean="0"/>
                  <a:t>This gives…..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t="-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45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Simplifying fractions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20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80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den>
                    </m:f>
                  </m:oMath>
                </a14:m>
                <a:r>
                  <a:rPr lang="en-AU" dirty="0" smtClean="0"/>
                  <a:t> </a:t>
                </a:r>
              </a:p>
              <a:p>
                <a:r>
                  <a:rPr lang="en-AU" dirty="0" smtClean="0"/>
                  <a:t>But this can be simplified further.</a:t>
                </a:r>
              </a:p>
              <a:p>
                <a:r>
                  <a:rPr lang="en-AU" dirty="0" smtClean="0"/>
                  <a:t>Both 2 and 8 are even numbers so can both be divided by 2 or halved.</a:t>
                </a:r>
              </a:p>
              <a:p>
                <a:r>
                  <a:rPr lang="en-AU" dirty="0" smtClean="0"/>
                  <a:t>Even numbers are 2, 4, 6, 8, 0</a:t>
                </a:r>
              </a:p>
              <a:p>
                <a:r>
                  <a:rPr lang="en-AU" dirty="0" smtClean="0"/>
                  <a:t>When the numbers sound familiar to your </a:t>
                </a:r>
                <a:r>
                  <a:rPr lang="en-AU" dirty="0" err="1" smtClean="0"/>
                  <a:t>timestable</a:t>
                </a:r>
                <a:r>
                  <a:rPr lang="en-AU" dirty="0" smtClean="0"/>
                  <a:t> chart then you find which </a:t>
                </a:r>
                <a:r>
                  <a:rPr lang="en-AU" dirty="0" err="1" smtClean="0"/>
                  <a:t>timestable</a:t>
                </a:r>
                <a:r>
                  <a:rPr lang="en-AU" dirty="0" smtClean="0"/>
                  <a:t> both top and bottom number are in. then divide by that number. </a:t>
                </a:r>
              </a:p>
              <a:p>
                <a:r>
                  <a:rPr lang="en-AU" dirty="0" smtClean="0"/>
                  <a:t>Your teacher has another trick that may help.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382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50</TotalTime>
  <Words>391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Flow</vt:lpstr>
      <vt:lpstr>Converting</vt:lpstr>
      <vt:lpstr>Percentages to fractions to decimals</vt:lpstr>
      <vt:lpstr>Decimals  to fractions to percentages</vt:lpstr>
      <vt:lpstr>Decimals  to fractions to percentages</vt:lpstr>
      <vt:lpstr>Fractions to decimals to percentages </vt:lpstr>
      <vt:lpstr>Fractions to decimals to percentages </vt:lpstr>
      <vt:lpstr>Complete the conversion chart</vt:lpstr>
      <vt:lpstr>Simplifying fractions</vt:lpstr>
      <vt:lpstr>Simplifying fractions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</dc:title>
  <dc:creator>MILLER Belinda</dc:creator>
  <cp:lastModifiedBy>MILLER Belinda</cp:lastModifiedBy>
  <cp:revision>5</cp:revision>
  <dcterms:created xsi:type="dcterms:W3CDTF">2017-08-06T23:35:23Z</dcterms:created>
  <dcterms:modified xsi:type="dcterms:W3CDTF">2017-08-07T00:25:54Z</dcterms:modified>
</cp:coreProperties>
</file>