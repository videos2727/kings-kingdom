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901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63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985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794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72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182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305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0627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8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14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0179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B2BE6-72B7-4409-BCE6-23E351016EBF}" type="datetimeFigureOut">
              <a:rPr lang="en-AU" smtClean="0"/>
              <a:t>9/08/2017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F0377-9977-4479-8A04-29F41BFC89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51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Fractions of amounts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How do I determine the fraction of an amount or share an amount amongst a number of people?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825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b="0" i="1" dirty="0" smtClean="0">
                    <a:latin typeface="Cambria Math"/>
                  </a:rPr>
                  <a:t> this is 1 whole unit divided by 4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dirty="0" smtClean="0"/>
                  <a:t> this is 1 whole unit divided by 5</a:t>
                </a:r>
              </a:p>
              <a:p>
                <a:endParaRPr lang="en-AU" dirty="0"/>
              </a:p>
              <a:p>
                <a:r>
                  <a:rPr lang="en-AU" dirty="0" smtClean="0"/>
                  <a:t>How could you show these in pictures?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85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Fraction of an amount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/>
                  <a:t> of 12 lollies this is the same as sharing out 12 lollies amongst 3 people.</a:t>
                </a:r>
              </a:p>
              <a:p>
                <a:endParaRPr lang="en-AU" dirty="0"/>
              </a:p>
              <a:p>
                <a:r>
                  <a:rPr lang="en-AU" dirty="0" smtClean="0"/>
                  <a:t>We can use our </a:t>
                </a:r>
                <a:r>
                  <a:rPr lang="en-AU" dirty="0" err="1" smtClean="0"/>
                  <a:t>timestable</a:t>
                </a:r>
                <a:r>
                  <a:rPr lang="en-AU" dirty="0" smtClean="0"/>
                  <a:t> charts so we are looking for 12 in our 3 times tables then read off the number on the other axis.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30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Division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This is known as division.</a:t>
                </a:r>
              </a:p>
              <a:p>
                <a:r>
                  <a:rPr lang="en-AU" dirty="0" smtClean="0"/>
                  <a:t>21 ÷ 3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/>
                  <a:t> of 21 = one third of 21=</a:t>
                </a:r>
              </a:p>
              <a:p>
                <a:r>
                  <a:rPr lang="en-AU" dirty="0" smtClean="0"/>
                  <a:t>55 ÷ 5 = </a:t>
                </a:r>
              </a:p>
              <a:p>
                <a:r>
                  <a:rPr lang="en-AU" dirty="0" smtClean="0"/>
                  <a:t>48 ÷ 6 =</a:t>
                </a:r>
              </a:p>
              <a:p>
                <a:r>
                  <a:rPr lang="en-AU" dirty="0" smtClean="0"/>
                  <a:t>28</a:t>
                </a:r>
                <a:r>
                  <a:rPr lang="en-AU" dirty="0" smtClean="0"/>
                  <a:t> ÷ 4 =</a:t>
                </a:r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518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Quick 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Write in your own words how you will use your times table chart for division.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7298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What about dividing with bigger numbers?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AU" dirty="0" smtClean="0"/>
                  <a:t> of $822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Remember to use your </a:t>
                </a:r>
                <a:r>
                  <a:rPr lang="en-AU" dirty="0" err="1" smtClean="0"/>
                  <a:t>timestable</a:t>
                </a:r>
                <a:r>
                  <a:rPr lang="en-AU" dirty="0" smtClean="0"/>
                  <a:t> chart to help you.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798137"/>
            <a:ext cx="28575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51920" y="3284984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822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095836" y="3208039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3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74431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190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Fractions of amounts</vt:lpstr>
      <vt:lpstr>fractions</vt:lpstr>
      <vt:lpstr>Fraction of an amount</vt:lpstr>
      <vt:lpstr>Division</vt:lpstr>
      <vt:lpstr>Quick write</vt:lpstr>
      <vt:lpstr>What about dividing with bigger numbers?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Fractions of amounts</dc:title>
  <dc:creator>MILLER Belinda</dc:creator>
  <cp:lastModifiedBy>MILLER Belinda</cp:lastModifiedBy>
  <cp:revision>4</cp:revision>
  <dcterms:created xsi:type="dcterms:W3CDTF">2017-08-09T03:37:22Z</dcterms:created>
  <dcterms:modified xsi:type="dcterms:W3CDTF">2017-08-09T04:01:14Z</dcterms:modified>
</cp:coreProperties>
</file>