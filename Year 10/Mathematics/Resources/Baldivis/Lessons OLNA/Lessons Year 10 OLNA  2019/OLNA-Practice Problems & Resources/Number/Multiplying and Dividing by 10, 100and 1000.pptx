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6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D3F1E007-F748-4956-823E-969B3FE879ED}" type="datetimeFigureOut">
              <a:rPr lang="en-AU" smtClean="0"/>
              <a:t>25/07/2017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Multiplying and Dividing by 10, 100and 1000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EQ</a:t>
            </a:r>
            <a:r>
              <a:rPr lang="en-AU" dirty="0" smtClean="0"/>
              <a:t>: How do we use this skill to multiply and divide by bigger numbers?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715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Multiplying by 10, 100 &amp;1000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Step 1 make a place value chart with your teacher.</a:t>
            </a:r>
          </a:p>
          <a:p>
            <a:r>
              <a:rPr lang="en-AU" dirty="0" smtClean="0"/>
              <a:t>Know that our numbers get bigger when we multiply by whole numbers.</a:t>
            </a:r>
          </a:p>
          <a:p>
            <a:pPr marL="0" indent="0">
              <a:buNone/>
            </a:pPr>
            <a:r>
              <a:rPr lang="en-AU" dirty="0"/>
              <a:t>O</a:t>
            </a:r>
            <a:r>
              <a:rPr lang="en-AU" dirty="0" smtClean="0"/>
              <a:t>ur digits all move to the left when multiplying. The decimal stays in the same spot. Move the digits by how many zeros in the number you are multiplying by.</a:t>
            </a:r>
          </a:p>
          <a:p>
            <a:pPr marL="0" indent="0">
              <a:buNone/>
            </a:pPr>
            <a:r>
              <a:rPr lang="en-AU" dirty="0" smtClean="0"/>
              <a:t>example 54x100=</a:t>
            </a:r>
          </a:p>
        </p:txBody>
      </p:sp>
    </p:spTree>
    <p:extLst>
      <p:ext uri="{BB962C8B-B14F-4D97-AF65-F5344CB8AC3E}">
        <p14:creationId xmlns:p14="http://schemas.microsoft.com/office/powerpoint/2010/main" val="172849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1. 35x1000 </a:t>
            </a:r>
            <a:r>
              <a:rPr lang="en-AU" dirty="0" smtClean="0">
                <a:sym typeface="Wingdings" panose="05000000000000000000" pitchFamily="2" charset="2"/>
              </a:rPr>
              <a:t> 1000 has three zeros so you move the digits three places to the right.</a:t>
            </a:r>
          </a:p>
          <a:p>
            <a:r>
              <a:rPr lang="en-AU" dirty="0" smtClean="0">
                <a:sym typeface="Wingdings" panose="05000000000000000000" pitchFamily="2" charset="2"/>
              </a:rPr>
              <a:t>Put in place holder zeros until you get to the decimal point.</a:t>
            </a:r>
          </a:p>
          <a:p>
            <a:r>
              <a:rPr lang="en-AU" dirty="0" smtClean="0">
                <a:sym typeface="Wingdings" panose="05000000000000000000" pitchFamily="2" charset="2"/>
              </a:rPr>
              <a:t>35x 1000=??</a:t>
            </a:r>
          </a:p>
          <a:p>
            <a:r>
              <a:rPr lang="en-AU" dirty="0" smtClean="0"/>
              <a:t>Try 4.2x10 how many places do we move the digits.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8572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1.  72.3x 100=</a:t>
            </a:r>
          </a:p>
          <a:p>
            <a:r>
              <a:rPr lang="en-AU" dirty="0" smtClean="0"/>
              <a:t>2. 56 x 10=</a:t>
            </a:r>
          </a:p>
          <a:p>
            <a:r>
              <a:rPr lang="en-AU" dirty="0" smtClean="0"/>
              <a:t>3. 151x100=</a:t>
            </a:r>
          </a:p>
          <a:p>
            <a:r>
              <a:rPr lang="en-AU" dirty="0" smtClean="0"/>
              <a:t>4. 70x 1000=</a:t>
            </a:r>
          </a:p>
          <a:p>
            <a:r>
              <a:rPr lang="en-AU" dirty="0" smtClean="0"/>
              <a:t>5. 0.3x 1000=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220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err="1" smtClean="0"/>
              <a:t>Dividinging</a:t>
            </a:r>
            <a:r>
              <a:rPr lang="en-AU" dirty="0" smtClean="0"/>
              <a:t> by 10, 100 &amp;1000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Use your place value chart.</a:t>
            </a:r>
          </a:p>
          <a:p>
            <a:r>
              <a:rPr lang="en-AU" dirty="0" smtClean="0"/>
              <a:t>Know that our numbers get smaller when we divide by whole numbers.</a:t>
            </a:r>
          </a:p>
          <a:p>
            <a:pPr marL="0" indent="0">
              <a:buNone/>
            </a:pPr>
            <a:r>
              <a:rPr lang="en-AU" dirty="0"/>
              <a:t>O</a:t>
            </a:r>
            <a:r>
              <a:rPr lang="en-AU" dirty="0" smtClean="0"/>
              <a:t>ur digits all move to the right when dividing. The decimal stays in the same spot. Move the digits by how many zeros in the number you are dividing by.</a:t>
            </a:r>
          </a:p>
          <a:p>
            <a:pPr marL="0" indent="0">
              <a:buNone/>
            </a:pPr>
            <a:r>
              <a:rPr lang="en-AU" dirty="0" smtClean="0"/>
              <a:t>example 54÷100=</a:t>
            </a:r>
          </a:p>
        </p:txBody>
      </p:sp>
    </p:spTree>
    <p:extLst>
      <p:ext uri="{BB962C8B-B14F-4D97-AF65-F5344CB8AC3E}">
        <p14:creationId xmlns:p14="http://schemas.microsoft.com/office/powerpoint/2010/main" val="362274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1. 35÷1000 </a:t>
            </a:r>
            <a:r>
              <a:rPr lang="en-AU" dirty="0" smtClean="0">
                <a:sym typeface="Wingdings" panose="05000000000000000000" pitchFamily="2" charset="2"/>
              </a:rPr>
              <a:t> 1000 has three zeros so you move the digits three places to the right.</a:t>
            </a:r>
          </a:p>
          <a:p>
            <a:r>
              <a:rPr lang="en-AU" dirty="0" smtClean="0">
                <a:sym typeface="Wingdings" panose="05000000000000000000" pitchFamily="2" charset="2"/>
              </a:rPr>
              <a:t>Put in place holder zeros until you get to the decimal point.</a:t>
            </a:r>
          </a:p>
          <a:p>
            <a:r>
              <a:rPr lang="en-AU" dirty="0" smtClean="0">
                <a:sym typeface="Wingdings" panose="05000000000000000000" pitchFamily="2" charset="2"/>
              </a:rPr>
              <a:t>35</a:t>
            </a:r>
            <a:r>
              <a:rPr lang="en-AU" dirty="0" smtClean="0"/>
              <a:t>÷</a:t>
            </a:r>
            <a:r>
              <a:rPr lang="en-AU" dirty="0" smtClean="0">
                <a:sym typeface="Wingdings" panose="05000000000000000000" pitchFamily="2" charset="2"/>
              </a:rPr>
              <a:t> 1000=??</a:t>
            </a:r>
          </a:p>
          <a:p>
            <a:r>
              <a:rPr lang="en-AU" dirty="0" smtClean="0"/>
              <a:t>Try 4.21</a:t>
            </a:r>
            <a:r>
              <a:rPr lang="en-AU" dirty="0" smtClean="0"/>
              <a:t> ÷ 100</a:t>
            </a:r>
            <a:r>
              <a:rPr lang="en-AU" dirty="0" smtClean="0"/>
              <a:t> how many places do we move the digits.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890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1.  72.3÷100=</a:t>
            </a:r>
          </a:p>
          <a:p>
            <a:r>
              <a:rPr lang="en-AU" dirty="0" smtClean="0"/>
              <a:t>2. 56  </a:t>
            </a:r>
            <a:r>
              <a:rPr lang="en-AU" dirty="0" smtClean="0"/>
              <a:t>÷</a:t>
            </a:r>
            <a:r>
              <a:rPr lang="en-AU" dirty="0" smtClean="0"/>
              <a:t>10=</a:t>
            </a:r>
          </a:p>
          <a:p>
            <a:r>
              <a:rPr lang="en-AU" dirty="0" smtClean="0"/>
              <a:t>3. 15</a:t>
            </a:r>
            <a:r>
              <a:rPr lang="en-AU" dirty="0" smtClean="0"/>
              <a:t>÷</a:t>
            </a:r>
            <a:r>
              <a:rPr lang="en-AU" dirty="0" smtClean="0"/>
              <a:t>100=</a:t>
            </a:r>
          </a:p>
          <a:p>
            <a:r>
              <a:rPr lang="en-AU" dirty="0" smtClean="0"/>
              <a:t>4. 70 </a:t>
            </a:r>
            <a:r>
              <a:rPr lang="en-AU" dirty="0" smtClean="0"/>
              <a:t>÷</a:t>
            </a:r>
            <a:r>
              <a:rPr lang="en-AU" dirty="0" smtClean="0"/>
              <a:t>1000=</a:t>
            </a:r>
          </a:p>
          <a:p>
            <a:r>
              <a:rPr lang="en-AU" dirty="0" smtClean="0"/>
              <a:t>5. 0.3</a:t>
            </a:r>
            <a:r>
              <a:rPr lang="en-AU" dirty="0" smtClean="0"/>
              <a:t>÷</a:t>
            </a:r>
            <a:r>
              <a:rPr lang="en-AU" dirty="0" smtClean="0"/>
              <a:t> 100=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723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Using multiples of 10, 100 and 1000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Can you now use this method to help multiply </a:t>
            </a:r>
          </a:p>
          <a:p>
            <a:pPr marL="0" indent="0">
              <a:buNone/>
            </a:pPr>
            <a:r>
              <a:rPr lang="en-AU" dirty="0" smtClean="0"/>
              <a:t>400x 90?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400= 4x100 and 90=9x10</a:t>
            </a:r>
          </a:p>
          <a:p>
            <a:pPr marL="0" indent="0">
              <a:buNone/>
            </a:pPr>
            <a:r>
              <a:rPr lang="en-AU" dirty="0" smtClean="0"/>
              <a:t>4x9 =36 </a:t>
            </a:r>
          </a:p>
          <a:p>
            <a:pPr marL="0" indent="0">
              <a:buNone/>
            </a:pPr>
            <a:r>
              <a:rPr lang="en-AU" dirty="0" smtClean="0"/>
              <a:t>36 x 100=???</a:t>
            </a:r>
          </a:p>
          <a:p>
            <a:pPr marL="0" indent="0">
              <a:buNone/>
            </a:pPr>
            <a:r>
              <a:rPr lang="en-AU" dirty="0" smtClean="0"/>
              <a:t>???x 10 =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481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Worksheet</a:t>
            </a:r>
          </a:p>
          <a:p>
            <a:r>
              <a:rPr lang="en-AU" dirty="0" smtClean="0"/>
              <a:t>Then complete a summary. This will be an important part of using numbers for all areas of Maths and indeed life skills.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01388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42</TotalTime>
  <Words>368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Austin</vt:lpstr>
      <vt:lpstr>Multiplying and Dividing by 10, 100and 1000</vt:lpstr>
      <vt:lpstr>Multiplying by 10, 100 &amp;1000</vt:lpstr>
      <vt:lpstr>Example</vt:lpstr>
      <vt:lpstr>Your turn</vt:lpstr>
      <vt:lpstr>Dividinging by 10, 100 &amp;1000</vt:lpstr>
      <vt:lpstr>Example</vt:lpstr>
      <vt:lpstr>Your turn</vt:lpstr>
      <vt:lpstr>Using multiples of 10, 100 and 1000</vt:lpstr>
      <vt:lpstr>Your turn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Multiplying and Dividing by 10, 100and 1000</dc:title>
  <dc:creator>MILLER Belinda</dc:creator>
  <cp:lastModifiedBy>MILLER Belinda</cp:lastModifiedBy>
  <cp:revision>4</cp:revision>
  <dcterms:created xsi:type="dcterms:W3CDTF">2017-07-25T00:47:28Z</dcterms:created>
  <dcterms:modified xsi:type="dcterms:W3CDTF">2017-07-25T01:30:16Z</dcterms:modified>
</cp:coreProperties>
</file>