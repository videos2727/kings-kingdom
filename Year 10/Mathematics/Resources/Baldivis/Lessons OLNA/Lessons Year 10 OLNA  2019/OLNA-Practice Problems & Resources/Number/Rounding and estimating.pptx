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1" r:id="rId4"/>
    <p:sldId id="258" r:id="rId5"/>
    <p:sldId id="262" r:id="rId6"/>
    <p:sldId id="259" r:id="rId7"/>
    <p:sldId id="260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65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1999E72-FE06-4BFA-B80B-37A1FD46F2BE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999E72-FE06-4BFA-B80B-37A1FD46F2BE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999E72-FE06-4BFA-B80B-37A1FD46F2BE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999E72-FE06-4BFA-B80B-37A1FD46F2BE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999E72-FE06-4BFA-B80B-37A1FD46F2BE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999E72-FE06-4BFA-B80B-37A1FD46F2BE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999E72-FE06-4BFA-B80B-37A1FD46F2BE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61999E72-FE06-4BFA-B80B-37A1FD46F2BE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1999E72-FE06-4BFA-B80B-37A1FD46F2BE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999E72-FE06-4BFA-B80B-37A1FD46F2BE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1999E72-FE06-4BFA-B80B-37A1FD46F2BE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61999E72-FE06-4BFA-B80B-37A1FD46F2BE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AU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937066C-08AC-4182-9630-3DCDD8E37388}" type="slidenum">
              <a:rPr lang="en-AU" smtClean="0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Rounding and estimating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dirty="0" err="1" smtClean="0">
                <a:solidFill>
                  <a:srgbClr val="FF0000"/>
                </a:solidFill>
              </a:rPr>
              <a:t>EQ:</a:t>
            </a:r>
            <a:r>
              <a:rPr lang="en-AU" dirty="0" err="1" smtClean="0"/>
              <a:t>How</a:t>
            </a:r>
            <a:r>
              <a:rPr lang="en-AU" dirty="0" smtClean="0"/>
              <a:t> do we round and estimate and how do we know when to use each?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9504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95" y="326089"/>
            <a:ext cx="8229600" cy="1143000"/>
          </a:xfrm>
        </p:spPr>
        <p:txBody>
          <a:bodyPr/>
          <a:lstStyle/>
          <a:p>
            <a:r>
              <a:rPr lang="en-AU" dirty="0" smtClean="0"/>
              <a:t>rounding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5" y="1105854"/>
            <a:ext cx="7632848" cy="57246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16216" y="404664"/>
            <a:ext cx="21602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/>
              <a:t>This is for rounding whole numbers. We do the same thing when we have decimal places too.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484662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AutoShape 2" descr="Image result for Rounding number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477500" cy="809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6601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Round 6.93247 to 4dp </a:t>
            </a:r>
          </a:p>
          <a:p>
            <a:r>
              <a:rPr lang="en-AU" dirty="0" smtClean="0"/>
              <a:t>-this means I want exactly 4 decimal places in my answer.</a:t>
            </a:r>
          </a:p>
          <a:p>
            <a:r>
              <a:rPr lang="en-AU" dirty="0" smtClean="0"/>
              <a:t>6.93247</a:t>
            </a:r>
          </a:p>
          <a:p>
            <a:r>
              <a:rPr lang="en-AU" dirty="0" smtClean="0"/>
              <a:t>6.9325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Rounding to a number of decimal places</a:t>
            </a: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979712" y="3212976"/>
            <a:ext cx="0" cy="144016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483768" y="3356992"/>
            <a:ext cx="12961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Is the 7 five or more?</a:t>
            </a:r>
          </a:p>
          <a:p>
            <a:r>
              <a:rPr lang="en-AU" dirty="0" smtClean="0"/>
              <a:t>Yes then the 4 will indeed become a 5.</a:t>
            </a:r>
            <a:endParaRPr lang="en-AU" dirty="0"/>
          </a:p>
        </p:txBody>
      </p:sp>
      <p:pic>
        <p:nvPicPr>
          <p:cNvPr id="2052" name="Picture 4" descr="Image result for Rounding number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781003"/>
            <a:ext cx="5276114" cy="4076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858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Get to it!! Please.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Rounding Practise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7769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When we pay in cash we round money to the nearest 5 cents at the end of the transaction.</a:t>
            </a:r>
          </a:p>
          <a:p>
            <a:r>
              <a:rPr lang="en-AU" dirty="0" smtClean="0"/>
              <a:t>But if we are paying for items on card we will pay the exact amount.</a:t>
            </a:r>
          </a:p>
          <a:p>
            <a:pPr marL="0" indent="0">
              <a:buNone/>
            </a:pPr>
            <a:r>
              <a:rPr lang="en-AU" dirty="0"/>
              <a:t>$</a:t>
            </a:r>
            <a:r>
              <a:rPr lang="en-AU" dirty="0" smtClean="0"/>
              <a:t>3.98 =$4.00 if you are paying cash</a:t>
            </a:r>
          </a:p>
          <a:p>
            <a:pPr marL="0" indent="0">
              <a:buNone/>
            </a:pPr>
            <a:r>
              <a:rPr lang="en-AU" dirty="0" smtClean="0"/>
              <a:t>Now if I buy 3 items at $3.98 </a:t>
            </a:r>
          </a:p>
          <a:p>
            <a:pPr marL="0" indent="0">
              <a:buNone/>
            </a:pPr>
            <a:r>
              <a:rPr lang="en-AU" dirty="0" smtClean="0"/>
              <a:t>how much will I pay if using cash? Card?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Money</a:t>
            </a:r>
            <a:br>
              <a:rPr lang="en-AU" dirty="0" smtClean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7290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How do I use estimation to help my calculations?</a:t>
            </a:r>
          </a:p>
          <a:p>
            <a:r>
              <a:rPr lang="en-AU" dirty="0" smtClean="0"/>
              <a:t>Sometimes I don’t need exact answers. I just want an approximate answer?</a:t>
            </a:r>
          </a:p>
          <a:p>
            <a:pPr marL="0" indent="0">
              <a:buNone/>
            </a:pPr>
            <a:r>
              <a:rPr lang="en-AU" dirty="0" smtClean="0"/>
              <a:t>Estimate 198 x 12</a:t>
            </a:r>
          </a:p>
          <a:p>
            <a:pPr marL="0" indent="0">
              <a:buNone/>
            </a:pPr>
            <a:r>
              <a:rPr lang="en-AU" dirty="0" smtClean="0"/>
              <a:t>198 is almost 200 and 12 is pretty close to 10</a:t>
            </a:r>
          </a:p>
          <a:p>
            <a:pPr marL="0" indent="0">
              <a:buNone/>
            </a:pPr>
            <a:r>
              <a:rPr lang="en-AU" dirty="0" smtClean="0"/>
              <a:t>So it is approx. 200x 10.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Estimation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5417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Hurry up Mr Craig!!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Your teacher will make some up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898544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41</TotalTime>
  <Words>215</Words>
  <Application>Microsoft Office PowerPoint</Application>
  <PresentationFormat>On-screen Show (4:3)</PresentationFormat>
  <Paragraphs>27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Concourse</vt:lpstr>
      <vt:lpstr>Rounding and estimating</vt:lpstr>
      <vt:lpstr>rounding</vt:lpstr>
      <vt:lpstr>PowerPoint Presentation</vt:lpstr>
      <vt:lpstr>Rounding to a number of decimal places</vt:lpstr>
      <vt:lpstr>Rounding Practise</vt:lpstr>
      <vt:lpstr>Money </vt:lpstr>
      <vt:lpstr>Estimation</vt:lpstr>
      <vt:lpstr>Your teacher will make some up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Rounding and estimating</dc:title>
  <dc:creator>MILLER Belinda</dc:creator>
  <cp:lastModifiedBy>MILLER Belinda</cp:lastModifiedBy>
  <cp:revision>5</cp:revision>
  <dcterms:created xsi:type="dcterms:W3CDTF">2017-07-30T23:51:16Z</dcterms:created>
  <dcterms:modified xsi:type="dcterms:W3CDTF">2017-07-31T00:33:06Z</dcterms:modified>
</cp:coreProperties>
</file>