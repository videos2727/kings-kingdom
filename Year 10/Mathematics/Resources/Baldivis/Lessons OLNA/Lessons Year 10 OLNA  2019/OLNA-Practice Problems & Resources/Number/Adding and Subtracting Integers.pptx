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90" d="100"/>
          <a:sy n="90" d="100"/>
        </p:scale>
        <p:origin x="-355" y="-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86D1BD-C5B1-4337-A6CD-DEDADFE99225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31573-92E8-43F9-9E4D-72B00DCA88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6785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70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75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91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490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825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692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8/8/2017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70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8/8/2017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588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8/8/2017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201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8/8/2017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369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7DE6118-2437-4B30-8E3C-4D2BE6020583}" type="datetimeFigureOut">
              <a:rPr lang="en-US" smtClean="0"/>
              <a:pPr/>
              <a:t>8/8/2017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16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8/8/2017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088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051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65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8/8/2017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76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http://www.mathgoodies.com/lessons/vol5/images/no_line10.gif" TargetMode="Externa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http://www.mathgoodies.com/lessons/vol5/images/no_line10.gi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http://www.mathgoodies.com/lessons/vol5/images/no_line10.gi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http://www.mathgoodies.com/lessons/vol5/images/no_line10.gi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226A22-073F-4E2B-B2D1-2E0482F0C6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AU" cap="none" dirty="0"/>
              <a:t>Adding and Subtracting </a:t>
            </a:r>
            <a:r>
              <a:rPr lang="en-AU" dirty="0"/>
              <a:t>I</a:t>
            </a:r>
            <a:r>
              <a:rPr lang="en-AU" cap="none" dirty="0"/>
              <a:t>ntegers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30AAB36-3758-42D4-A132-F5FD6DD5F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744" y="5715000"/>
            <a:ext cx="10058400" cy="1143000"/>
          </a:xfrm>
        </p:spPr>
        <p:txBody>
          <a:bodyPr>
            <a:normAutofit/>
          </a:bodyPr>
          <a:lstStyle/>
          <a:p>
            <a:r>
              <a:rPr lang="en-AU" sz="2800" dirty="0"/>
              <a:t>Ms. Latham</a:t>
            </a:r>
          </a:p>
        </p:txBody>
      </p:sp>
    </p:spTree>
    <p:extLst>
      <p:ext uri="{BB962C8B-B14F-4D97-AF65-F5344CB8AC3E}">
        <p14:creationId xmlns:p14="http://schemas.microsoft.com/office/powerpoint/2010/main" val="296232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E91A26-E114-4D29-96D0-666B3A609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Review</a:t>
            </a:r>
          </a:p>
        </p:txBody>
      </p:sp>
      <p:pic>
        <p:nvPicPr>
          <p:cNvPr id="4" name="Picture 4" descr="[IMAGE]">
            <a:extLst>
              <a:ext uri="{FF2B5EF4-FFF2-40B4-BE49-F238E27FC236}">
                <a16:creationId xmlns:a16="http://schemas.microsoft.com/office/drawing/2014/main" xmlns="" id="{DBEB4237-A68E-4572-B897-6AE2A30E2D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782" y="2406279"/>
            <a:ext cx="10200966" cy="1216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587FB02-F7F9-4FA9-8511-BE11E6591130}"/>
              </a:ext>
            </a:extLst>
          </p:cNvPr>
          <p:cNvGrpSpPr/>
          <p:nvPr/>
        </p:nvGrpSpPr>
        <p:grpSpPr>
          <a:xfrm>
            <a:off x="2627434" y="3548528"/>
            <a:ext cx="7467600" cy="838200"/>
            <a:chOff x="4099618" y="3804560"/>
            <a:chExt cx="7467600" cy="838200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xmlns="" id="{5CD95F65-7948-45BE-9035-354719C80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7218" y="3804560"/>
              <a:ext cx="3810000" cy="838200"/>
            </a:xfrm>
            <a:prstGeom prst="rightArrow">
              <a:avLst>
                <a:gd name="adj1" fmla="val 50000"/>
                <a:gd name="adj2" fmla="val 113636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CB3DCF13-F1B9-4FED-9287-9D073F52A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9219" y="4033160"/>
              <a:ext cx="9103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Positive</a:t>
              </a:r>
            </a:p>
          </p:txBody>
        </p:sp>
        <p:sp>
          <p:nvSpPr>
            <p:cNvPr id="8" name="AutoShape 7">
              <a:extLst>
                <a:ext uri="{FF2B5EF4-FFF2-40B4-BE49-F238E27FC236}">
                  <a16:creationId xmlns:a16="http://schemas.microsoft.com/office/drawing/2014/main" xmlns="" id="{FAD68E2A-B69E-4B70-B96B-D561B11C6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618" y="3804560"/>
              <a:ext cx="3657600" cy="838200"/>
            </a:xfrm>
            <a:prstGeom prst="leftArrow">
              <a:avLst>
                <a:gd name="adj1" fmla="val 50000"/>
                <a:gd name="adj2" fmla="val 109091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C7A82BA4-EED6-4426-BA85-81C99BE7A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6018" y="4033160"/>
              <a:ext cx="10095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Negative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3149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484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Adding and Subtracting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we add and subtract integers?</a:t>
            </a:r>
          </a:p>
        </p:txBody>
      </p:sp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84" y="2204541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7683154" y="1753078"/>
            <a:ext cx="165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Addition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331704" y="1762673"/>
            <a:ext cx="19098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Subtraction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991BCBA-28E3-44A2-8A1D-48FFAE2E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091" y="1584653"/>
            <a:ext cx="1357463" cy="904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9390685" y="1511462"/>
            <a:ext cx="1403130" cy="9354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3A844AA-21C9-4F41-AEBD-6AE892E3061A}"/>
              </a:ext>
            </a:extLst>
          </p:cNvPr>
          <p:cNvSpPr txBox="1"/>
          <p:nvPr/>
        </p:nvSpPr>
        <p:spPr>
          <a:xfrm>
            <a:off x="448939" y="2800268"/>
            <a:ext cx="21061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Which direction do we go?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CD03E1F7-8286-4A96-A897-6F1E608E11DF}"/>
              </a:ext>
            </a:extLst>
          </p:cNvPr>
          <p:cNvSpPr txBox="1"/>
          <p:nvPr/>
        </p:nvSpPr>
        <p:spPr>
          <a:xfrm>
            <a:off x="3753684" y="3328416"/>
            <a:ext cx="3214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Subtraction we go left!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4783A902-E211-492E-A6F3-961C3AA60955}"/>
              </a:ext>
            </a:extLst>
          </p:cNvPr>
          <p:cNvSpPr txBox="1"/>
          <p:nvPr/>
        </p:nvSpPr>
        <p:spPr>
          <a:xfrm>
            <a:off x="8020884" y="3308099"/>
            <a:ext cx="3214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Addition we go right!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AFB2AC7-0C68-4BAB-9386-82800B464A43}"/>
              </a:ext>
            </a:extLst>
          </p:cNvPr>
          <p:cNvSpPr txBox="1"/>
          <p:nvPr/>
        </p:nvSpPr>
        <p:spPr>
          <a:xfrm>
            <a:off x="269839" y="4672584"/>
            <a:ext cx="238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Positive integers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D0DB7353-2452-432D-BE9B-BD65B6502754}"/>
              </a:ext>
            </a:extLst>
          </p:cNvPr>
          <p:cNvSpPr txBox="1"/>
          <p:nvPr/>
        </p:nvSpPr>
        <p:spPr>
          <a:xfrm>
            <a:off x="3909563" y="4549373"/>
            <a:ext cx="233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+ 2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221C2125-8363-4321-AA3C-B9D1E07539DF}"/>
              </a:ext>
            </a:extLst>
          </p:cNvPr>
          <p:cNvSpPr txBox="1"/>
          <p:nvPr/>
        </p:nvSpPr>
        <p:spPr>
          <a:xfrm>
            <a:off x="8509630" y="4549373"/>
            <a:ext cx="233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5 - 2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B886D866-A1B7-497F-80A3-E3F8A1A55371}"/>
              </a:ext>
            </a:extLst>
          </p:cNvPr>
          <p:cNvSpPr txBox="1"/>
          <p:nvPr/>
        </p:nvSpPr>
        <p:spPr>
          <a:xfrm>
            <a:off x="3753684" y="5040777"/>
            <a:ext cx="2162484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5 and go to the right 2 </a:t>
            </a:r>
          </a:p>
          <a:p>
            <a:endParaRPr lang="en-AU" dirty="0"/>
          </a:p>
          <a:p>
            <a:r>
              <a:rPr lang="en-AU" dirty="0"/>
              <a:t>Get to 7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4ACBF6AC-3D53-48BA-8AF4-90AE4CFF67F7}"/>
              </a:ext>
            </a:extLst>
          </p:cNvPr>
          <p:cNvSpPr/>
          <p:nvPr/>
        </p:nvSpPr>
        <p:spPr>
          <a:xfrm>
            <a:off x="9362257" y="2942179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xmlns="" id="{D66C8375-9B39-4D8C-9595-97C5F369B2F0}"/>
              </a:ext>
            </a:extLst>
          </p:cNvPr>
          <p:cNvSpPr/>
          <p:nvPr/>
        </p:nvSpPr>
        <p:spPr>
          <a:xfrm>
            <a:off x="10149298" y="2949365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4CA5B148-D9AC-4636-8FD1-CF30CFA061E7}"/>
              </a:ext>
            </a:extLst>
          </p:cNvPr>
          <p:cNvSpPr txBox="1"/>
          <p:nvPr/>
        </p:nvSpPr>
        <p:spPr>
          <a:xfrm>
            <a:off x="8357160" y="5041916"/>
            <a:ext cx="2162484" cy="120032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5 and go to the left 2 </a:t>
            </a:r>
          </a:p>
          <a:p>
            <a:endParaRPr lang="en-AU" dirty="0"/>
          </a:p>
          <a:p>
            <a:r>
              <a:rPr lang="en-AU" dirty="0"/>
              <a:t>Get to 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xmlns="" id="{43EB0549-1988-45D6-9E38-C3E418678230}"/>
              </a:ext>
            </a:extLst>
          </p:cNvPr>
          <p:cNvSpPr/>
          <p:nvPr/>
        </p:nvSpPr>
        <p:spPr>
          <a:xfrm>
            <a:off x="9362257" y="3156224"/>
            <a:ext cx="174935" cy="15187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xmlns="" id="{F889AD68-3B84-443A-B67C-8BF7E4945D5D}"/>
              </a:ext>
            </a:extLst>
          </p:cNvPr>
          <p:cNvSpPr/>
          <p:nvPr/>
        </p:nvSpPr>
        <p:spPr>
          <a:xfrm>
            <a:off x="8748212" y="3170556"/>
            <a:ext cx="174935" cy="15187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2CDEF546-3282-408C-86D1-B474B27E95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151" y="3554825"/>
            <a:ext cx="2185508" cy="250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14" grpId="0"/>
      <p:bldP spid="15" grpId="0"/>
      <p:bldP spid="35" grpId="0"/>
      <p:bldP spid="16" grpId="0"/>
      <p:bldP spid="17" grpId="0"/>
      <p:bldP spid="36" grpId="0"/>
      <p:bldP spid="18" grpId="0" animBg="1"/>
      <p:bldP spid="19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484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Adding and Subtracting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we add and subtract integers?</a:t>
            </a:r>
          </a:p>
        </p:txBody>
      </p:sp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84" y="2204541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7683154" y="1753078"/>
            <a:ext cx="165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Addition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331704" y="1762673"/>
            <a:ext cx="19098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Subtraction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991BCBA-28E3-44A2-8A1D-48FFAE2E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091" y="1584653"/>
            <a:ext cx="1357463" cy="904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9390685" y="1511462"/>
            <a:ext cx="1403130" cy="9354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3A844AA-21C9-4F41-AEBD-6AE892E3061A}"/>
              </a:ext>
            </a:extLst>
          </p:cNvPr>
          <p:cNvSpPr txBox="1"/>
          <p:nvPr/>
        </p:nvSpPr>
        <p:spPr>
          <a:xfrm>
            <a:off x="450463" y="3690805"/>
            <a:ext cx="2106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about adding negative numbers?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A0B5F35-59DC-4F52-97C3-8D55EC4910B8}"/>
              </a:ext>
            </a:extLst>
          </p:cNvPr>
          <p:cNvSpPr txBox="1"/>
          <p:nvPr/>
        </p:nvSpPr>
        <p:spPr>
          <a:xfrm>
            <a:off x="3587262" y="3385038"/>
            <a:ext cx="752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Think of negative numbers as the same as subtracting the number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2DF5B8E-11FC-4722-8A39-DCC5FD9636D4}"/>
              </a:ext>
            </a:extLst>
          </p:cNvPr>
          <p:cNvSpPr txBox="1"/>
          <p:nvPr/>
        </p:nvSpPr>
        <p:spPr>
          <a:xfrm>
            <a:off x="3859823" y="4152470"/>
            <a:ext cx="180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+ -2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86ADDE0A-3670-45F1-9492-77BD36106644}"/>
              </a:ext>
            </a:extLst>
          </p:cNvPr>
          <p:cNvSpPr txBox="1"/>
          <p:nvPr/>
        </p:nvSpPr>
        <p:spPr>
          <a:xfrm>
            <a:off x="2454025" y="4623600"/>
            <a:ext cx="3715547" cy="14773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5 </a:t>
            </a:r>
            <a:endParaRPr lang="en-AU" dirty="0" smtClean="0"/>
          </a:p>
          <a:p>
            <a:r>
              <a:rPr lang="en-AU" dirty="0" smtClean="0"/>
              <a:t>+ means we are heading</a:t>
            </a:r>
            <a:r>
              <a:rPr lang="en-AU" dirty="0" smtClean="0"/>
              <a:t> </a:t>
            </a:r>
          </a:p>
          <a:p>
            <a:r>
              <a:rPr lang="en-AU" b="1" dirty="0" smtClean="0"/>
              <a:t>But we are not adding a normal positive number. It is -2 so we turn around and go the opposite way.</a:t>
            </a:r>
            <a:endParaRPr lang="en-AU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070C039-396D-49B6-B788-968373EB8E12}"/>
              </a:ext>
            </a:extLst>
          </p:cNvPr>
          <p:cNvSpPr txBox="1"/>
          <p:nvPr/>
        </p:nvSpPr>
        <p:spPr>
          <a:xfrm>
            <a:off x="8982071" y="4152470"/>
            <a:ext cx="180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-2 + 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1731936-158C-4BEE-9A88-94E367074959}"/>
              </a:ext>
            </a:extLst>
          </p:cNvPr>
          <p:cNvSpPr txBox="1"/>
          <p:nvPr/>
        </p:nvSpPr>
        <p:spPr>
          <a:xfrm>
            <a:off x="8622010" y="5039099"/>
            <a:ext cx="2162484" cy="64633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What do we do for this one??</a:t>
            </a:r>
            <a:endParaRPr lang="en-AU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5035443" y="4891017"/>
            <a:ext cx="540220" cy="36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98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" grpId="0"/>
      <p:bldP spid="8" grpId="0"/>
      <p:bldP spid="18" grpId="0" animBg="1"/>
      <p:bldP spid="21" grpId="0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484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Adding and Subtracting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we add and subtract integers?</a:t>
            </a:r>
          </a:p>
        </p:txBody>
      </p:sp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84" y="2204541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7683154" y="1753078"/>
            <a:ext cx="165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Addition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331704" y="1762673"/>
            <a:ext cx="19098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Subtraction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991BCBA-28E3-44A2-8A1D-48FFAE2E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091" y="1584653"/>
            <a:ext cx="1357463" cy="904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9390685" y="1511462"/>
            <a:ext cx="1403130" cy="9354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3A844AA-21C9-4F41-AEBD-6AE892E3061A}"/>
              </a:ext>
            </a:extLst>
          </p:cNvPr>
          <p:cNvSpPr txBox="1"/>
          <p:nvPr/>
        </p:nvSpPr>
        <p:spPr>
          <a:xfrm>
            <a:off x="450463" y="3690805"/>
            <a:ext cx="2106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about subtracting with negative numbers?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86ADDE0A-3670-45F1-9492-77BD36106644}"/>
              </a:ext>
            </a:extLst>
          </p:cNvPr>
          <p:cNvSpPr txBox="1"/>
          <p:nvPr/>
        </p:nvSpPr>
        <p:spPr>
          <a:xfrm>
            <a:off x="3762610" y="4013970"/>
            <a:ext cx="2162484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-3 -  -2=</a:t>
            </a:r>
          </a:p>
          <a:p>
            <a:r>
              <a:rPr lang="en-AU" dirty="0" smtClean="0"/>
              <a:t>Start </a:t>
            </a:r>
            <a:r>
              <a:rPr lang="en-AU" dirty="0"/>
              <a:t>at -3 </a:t>
            </a:r>
            <a:r>
              <a:rPr lang="en-AU" dirty="0" smtClean="0"/>
              <a:t>and……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1731936-158C-4BEE-9A88-94E367074959}"/>
              </a:ext>
            </a:extLst>
          </p:cNvPr>
          <p:cNvSpPr txBox="1"/>
          <p:nvPr/>
        </p:nvSpPr>
        <p:spPr>
          <a:xfrm>
            <a:off x="8622010" y="5039099"/>
            <a:ext cx="2162484" cy="369332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  4 - -3=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4047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18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CCA0BF2-433A-474B-9714-52834114C68D}"/>
              </a:ext>
            </a:extLst>
          </p:cNvPr>
          <p:cNvSpPr txBox="1"/>
          <p:nvPr/>
        </p:nvSpPr>
        <p:spPr>
          <a:xfrm>
            <a:off x="228599" y="316523"/>
            <a:ext cx="7271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Task Side Practice (use your number line!)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0B7C796-89E6-47C8-8F24-3FE444C2A5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01" t="58860" r="25638" b="19875"/>
          <a:stretch/>
        </p:blipFill>
        <p:spPr>
          <a:xfrm>
            <a:off x="228599" y="1346244"/>
            <a:ext cx="11074802" cy="23054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F74B546-7867-4F2D-8157-EB1B2822F5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53" t="29220" r="26197" b="51348"/>
          <a:stretch/>
        </p:blipFill>
        <p:spPr>
          <a:xfrm>
            <a:off x="228599" y="4163438"/>
            <a:ext cx="10962791" cy="21303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3805149-B95E-4BBF-9456-59914B2F3BAF}"/>
              </a:ext>
            </a:extLst>
          </p:cNvPr>
          <p:cNvSpPr txBox="1"/>
          <p:nvPr/>
        </p:nvSpPr>
        <p:spPr>
          <a:xfrm>
            <a:off x="7499838" y="145915"/>
            <a:ext cx="4237893" cy="923330"/>
          </a:xfrm>
          <a:prstGeom prst="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b="1" dirty="0"/>
              <a:t>Beginner</a:t>
            </a:r>
            <a:r>
              <a:rPr lang="en-AU" dirty="0"/>
              <a:t> – pick 4 from each section </a:t>
            </a:r>
          </a:p>
          <a:p>
            <a:r>
              <a:rPr lang="en-AU" b="1" dirty="0"/>
              <a:t>Intermediate</a:t>
            </a:r>
            <a:r>
              <a:rPr lang="en-AU" dirty="0"/>
              <a:t> – pick 8 from each</a:t>
            </a:r>
          </a:p>
          <a:p>
            <a:r>
              <a:rPr lang="en-AU" b="1" dirty="0"/>
              <a:t>Advanced</a:t>
            </a:r>
            <a:r>
              <a:rPr lang="en-AU" dirty="0"/>
              <a:t> – do all of them!</a:t>
            </a:r>
          </a:p>
        </p:txBody>
      </p:sp>
    </p:spTree>
    <p:extLst>
      <p:ext uri="{BB962C8B-B14F-4D97-AF65-F5344CB8AC3E}">
        <p14:creationId xmlns:p14="http://schemas.microsoft.com/office/powerpoint/2010/main" val="4190851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4" t="24568" r="26388" b="21975"/>
          <a:stretch/>
        </p:blipFill>
        <p:spPr bwMode="auto">
          <a:xfrm>
            <a:off x="533400" y="762000"/>
            <a:ext cx="10371667" cy="5427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8760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8" t="58272" r="29931" b="6790"/>
          <a:stretch/>
        </p:blipFill>
        <p:spPr bwMode="auto">
          <a:xfrm>
            <a:off x="948266" y="627959"/>
            <a:ext cx="11025097" cy="3478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8849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2" t="39753" r="29792" b="13580"/>
          <a:stretch/>
        </p:blipFill>
        <p:spPr bwMode="auto">
          <a:xfrm>
            <a:off x="888999" y="1100667"/>
            <a:ext cx="11567079" cy="482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381407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326</TotalTime>
  <Words>286</Words>
  <Application>Microsoft Office PowerPoint</Application>
  <PresentationFormat>Custom</PresentationFormat>
  <Paragraphs>69</Paragraphs>
  <Slides>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Retrospect</vt:lpstr>
      <vt:lpstr>Adding and Subtracting Integers</vt:lpstr>
      <vt:lpstr>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Adding and Subtracting Integers</dc:title>
  <dc:creator>E4092707</dc:creator>
  <cp:lastModifiedBy>MILLER Belinda</cp:lastModifiedBy>
  <cp:revision>12</cp:revision>
  <dcterms:created xsi:type="dcterms:W3CDTF">2017-07-19T07:13:19Z</dcterms:created>
  <dcterms:modified xsi:type="dcterms:W3CDTF">2017-08-08T02:56:25Z</dcterms:modified>
</cp:coreProperties>
</file>