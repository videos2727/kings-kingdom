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4" r:id="rId9"/>
    <p:sldId id="268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504" y="-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600200"/>
            <a:ext cx="77724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556001"/>
            <a:ext cx="64008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778F4-7C2B-4F4C-B9CC-87AED5FBA69F}" type="datetimeFigureOut">
              <a:rPr lang="en-AU" smtClean="0"/>
              <a:t>2/08/2017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4F34-2F1D-4F75-8440-A1BBDE454E6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778F4-7C2B-4F4C-B9CC-87AED5FBA69F}" type="datetimeFigureOut">
              <a:rPr lang="en-AU" smtClean="0"/>
              <a:t>2/08/2017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4F34-2F1D-4F75-8440-A1BBDE454E67}" type="slidenum">
              <a:rPr lang="en-AU" smtClean="0"/>
              <a:t>‹#›</a:t>
            </a:fld>
            <a:endParaRPr lang="en-AU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4736592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14"/>
          <p:cNvSpPr>
            <a:spLocks/>
          </p:cNvSpPr>
          <p:nvPr/>
        </p:nvSpPr>
        <p:spPr bwMode="hidden">
          <a:xfrm>
            <a:off x="6047438" y="4203592"/>
            <a:ext cx="2876429" cy="714026"/>
          </a:xfrm>
          <a:custGeom>
            <a:avLst/>
            <a:gdLst/>
            <a:ahLst/>
            <a:cxnLst>
              <a:cxn ang="0">
                <a:pos x="2700" y="0"/>
              </a:cxn>
              <a:cxn ang="0">
                <a:pos x="2700" y="0"/>
              </a:cxn>
              <a:cxn ang="0">
                <a:pos x="2586" y="18"/>
              </a:cxn>
              <a:cxn ang="0">
                <a:pos x="2470" y="38"/>
              </a:cxn>
              <a:cxn ang="0">
                <a:pos x="2352" y="60"/>
              </a:cxn>
              <a:cxn ang="0">
                <a:pos x="2230" y="82"/>
              </a:cxn>
              <a:cxn ang="0">
                <a:pos x="2106" y="108"/>
              </a:cxn>
              <a:cxn ang="0">
                <a:pos x="1978" y="134"/>
              </a:cxn>
              <a:cxn ang="0">
                <a:pos x="1848" y="164"/>
              </a:cxn>
              <a:cxn ang="0">
                <a:pos x="1714" y="194"/>
              </a:cxn>
              <a:cxn ang="0">
                <a:pos x="1714" y="194"/>
              </a:cxn>
              <a:cxn ang="0">
                <a:pos x="1472" y="252"/>
              </a:cxn>
              <a:cxn ang="0">
                <a:pos x="1236" y="304"/>
              </a:cxn>
              <a:cxn ang="0">
                <a:pos x="1010" y="352"/>
              </a:cxn>
              <a:cxn ang="0">
                <a:pos x="792" y="398"/>
              </a:cxn>
              <a:cxn ang="0">
                <a:pos x="584" y="438"/>
              </a:cxn>
              <a:cxn ang="0">
                <a:pos x="382" y="474"/>
              </a:cxn>
              <a:cxn ang="0">
                <a:pos x="188" y="508"/>
              </a:cxn>
              <a:cxn ang="0">
                <a:pos x="0" y="538"/>
              </a:cxn>
              <a:cxn ang="0">
                <a:pos x="0" y="538"/>
              </a:cxn>
              <a:cxn ang="0">
                <a:pos x="130" y="556"/>
              </a:cxn>
              <a:cxn ang="0">
                <a:pos x="254" y="572"/>
              </a:cxn>
              <a:cxn ang="0">
                <a:pos x="374" y="586"/>
              </a:cxn>
              <a:cxn ang="0">
                <a:pos x="492" y="598"/>
              </a:cxn>
              <a:cxn ang="0">
                <a:pos x="606" y="610"/>
              </a:cxn>
              <a:cxn ang="0">
                <a:pos x="716" y="618"/>
              </a:cxn>
              <a:cxn ang="0">
                <a:pos x="822" y="626"/>
              </a:cxn>
              <a:cxn ang="0">
                <a:pos x="926" y="632"/>
              </a:cxn>
              <a:cxn ang="0">
                <a:pos x="1028" y="636"/>
              </a:cxn>
              <a:cxn ang="0">
                <a:pos x="1126" y="638"/>
              </a:cxn>
              <a:cxn ang="0">
                <a:pos x="1220" y="640"/>
              </a:cxn>
              <a:cxn ang="0">
                <a:pos x="1312" y="640"/>
              </a:cxn>
              <a:cxn ang="0">
                <a:pos x="1402" y="638"/>
              </a:cxn>
              <a:cxn ang="0">
                <a:pos x="1490" y="636"/>
              </a:cxn>
              <a:cxn ang="0">
                <a:pos x="1574" y="632"/>
              </a:cxn>
              <a:cxn ang="0">
                <a:pos x="1656" y="626"/>
              </a:cxn>
              <a:cxn ang="0">
                <a:pos x="1734" y="620"/>
              </a:cxn>
              <a:cxn ang="0">
                <a:pos x="1812" y="612"/>
              </a:cxn>
              <a:cxn ang="0">
                <a:pos x="1886" y="602"/>
              </a:cxn>
              <a:cxn ang="0">
                <a:pos x="1960" y="592"/>
              </a:cxn>
              <a:cxn ang="0">
                <a:pos x="2030" y="580"/>
              </a:cxn>
              <a:cxn ang="0">
                <a:pos x="2100" y="568"/>
              </a:cxn>
              <a:cxn ang="0">
                <a:pos x="2166" y="554"/>
              </a:cxn>
              <a:cxn ang="0">
                <a:pos x="2232" y="540"/>
              </a:cxn>
              <a:cxn ang="0">
                <a:pos x="2296" y="524"/>
              </a:cxn>
              <a:cxn ang="0">
                <a:pos x="2358" y="508"/>
              </a:cxn>
              <a:cxn ang="0">
                <a:pos x="2418" y="490"/>
              </a:cxn>
              <a:cxn ang="0">
                <a:pos x="2478" y="472"/>
              </a:cxn>
              <a:cxn ang="0">
                <a:pos x="2592" y="432"/>
              </a:cxn>
              <a:cxn ang="0">
                <a:pos x="2702" y="390"/>
              </a:cxn>
              <a:cxn ang="0">
                <a:pos x="2702" y="390"/>
              </a:cxn>
              <a:cxn ang="0">
                <a:pos x="2706" y="388"/>
              </a:cxn>
              <a:cxn ang="0">
                <a:pos x="2706" y="388"/>
              </a:cxn>
              <a:cxn ang="0">
                <a:pos x="2706" y="0"/>
              </a:cxn>
              <a:cxn ang="0">
                <a:pos x="2706" y="0"/>
              </a:cxn>
              <a:cxn ang="0">
                <a:pos x="2700" y="0"/>
              </a:cxn>
              <a:cxn ang="0">
                <a:pos x="2700" y="0"/>
              </a:cxn>
            </a:cxnLst>
            <a:rect l="0" t="0" r="r" b="b"/>
            <a:pathLst>
              <a:path w="2706" h="640">
                <a:moveTo>
                  <a:pt x="2700" y="0"/>
                </a:moveTo>
                <a:lnTo>
                  <a:pt x="2700" y="0"/>
                </a:lnTo>
                <a:lnTo>
                  <a:pt x="2586" y="18"/>
                </a:lnTo>
                <a:lnTo>
                  <a:pt x="2470" y="38"/>
                </a:lnTo>
                <a:lnTo>
                  <a:pt x="2352" y="60"/>
                </a:lnTo>
                <a:lnTo>
                  <a:pt x="2230" y="82"/>
                </a:lnTo>
                <a:lnTo>
                  <a:pt x="2106" y="108"/>
                </a:lnTo>
                <a:lnTo>
                  <a:pt x="1978" y="134"/>
                </a:lnTo>
                <a:lnTo>
                  <a:pt x="1848" y="164"/>
                </a:lnTo>
                <a:lnTo>
                  <a:pt x="1714" y="194"/>
                </a:lnTo>
                <a:lnTo>
                  <a:pt x="1714" y="194"/>
                </a:lnTo>
                <a:lnTo>
                  <a:pt x="1472" y="252"/>
                </a:lnTo>
                <a:lnTo>
                  <a:pt x="1236" y="304"/>
                </a:lnTo>
                <a:lnTo>
                  <a:pt x="1010" y="352"/>
                </a:lnTo>
                <a:lnTo>
                  <a:pt x="792" y="398"/>
                </a:lnTo>
                <a:lnTo>
                  <a:pt x="584" y="438"/>
                </a:lnTo>
                <a:lnTo>
                  <a:pt x="382" y="474"/>
                </a:lnTo>
                <a:lnTo>
                  <a:pt x="188" y="508"/>
                </a:lnTo>
                <a:lnTo>
                  <a:pt x="0" y="538"/>
                </a:lnTo>
                <a:lnTo>
                  <a:pt x="0" y="538"/>
                </a:lnTo>
                <a:lnTo>
                  <a:pt x="130" y="556"/>
                </a:lnTo>
                <a:lnTo>
                  <a:pt x="254" y="572"/>
                </a:lnTo>
                <a:lnTo>
                  <a:pt x="374" y="586"/>
                </a:lnTo>
                <a:lnTo>
                  <a:pt x="492" y="598"/>
                </a:lnTo>
                <a:lnTo>
                  <a:pt x="606" y="610"/>
                </a:lnTo>
                <a:lnTo>
                  <a:pt x="716" y="618"/>
                </a:lnTo>
                <a:lnTo>
                  <a:pt x="822" y="626"/>
                </a:lnTo>
                <a:lnTo>
                  <a:pt x="926" y="632"/>
                </a:lnTo>
                <a:lnTo>
                  <a:pt x="1028" y="636"/>
                </a:lnTo>
                <a:lnTo>
                  <a:pt x="1126" y="638"/>
                </a:lnTo>
                <a:lnTo>
                  <a:pt x="1220" y="640"/>
                </a:lnTo>
                <a:lnTo>
                  <a:pt x="1312" y="640"/>
                </a:lnTo>
                <a:lnTo>
                  <a:pt x="1402" y="638"/>
                </a:lnTo>
                <a:lnTo>
                  <a:pt x="1490" y="636"/>
                </a:lnTo>
                <a:lnTo>
                  <a:pt x="1574" y="632"/>
                </a:lnTo>
                <a:lnTo>
                  <a:pt x="1656" y="626"/>
                </a:lnTo>
                <a:lnTo>
                  <a:pt x="1734" y="620"/>
                </a:lnTo>
                <a:lnTo>
                  <a:pt x="1812" y="612"/>
                </a:lnTo>
                <a:lnTo>
                  <a:pt x="1886" y="602"/>
                </a:lnTo>
                <a:lnTo>
                  <a:pt x="1960" y="592"/>
                </a:lnTo>
                <a:lnTo>
                  <a:pt x="2030" y="580"/>
                </a:lnTo>
                <a:lnTo>
                  <a:pt x="2100" y="568"/>
                </a:lnTo>
                <a:lnTo>
                  <a:pt x="2166" y="554"/>
                </a:lnTo>
                <a:lnTo>
                  <a:pt x="2232" y="540"/>
                </a:lnTo>
                <a:lnTo>
                  <a:pt x="2296" y="524"/>
                </a:lnTo>
                <a:lnTo>
                  <a:pt x="2358" y="508"/>
                </a:lnTo>
                <a:lnTo>
                  <a:pt x="2418" y="490"/>
                </a:lnTo>
                <a:lnTo>
                  <a:pt x="2478" y="472"/>
                </a:lnTo>
                <a:lnTo>
                  <a:pt x="2592" y="432"/>
                </a:lnTo>
                <a:lnTo>
                  <a:pt x="2702" y="390"/>
                </a:lnTo>
                <a:lnTo>
                  <a:pt x="2702" y="390"/>
                </a:lnTo>
                <a:lnTo>
                  <a:pt x="2706" y="388"/>
                </a:lnTo>
                <a:lnTo>
                  <a:pt x="2706" y="388"/>
                </a:lnTo>
                <a:lnTo>
                  <a:pt x="2706" y="0"/>
                </a:lnTo>
                <a:lnTo>
                  <a:pt x="2706" y="0"/>
                </a:lnTo>
                <a:lnTo>
                  <a:pt x="2700" y="0"/>
                </a:lnTo>
                <a:lnTo>
                  <a:pt x="2700" y="0"/>
                </a:lnTo>
                <a:close/>
              </a:path>
            </a:pathLst>
          </a:custGeom>
          <a:solidFill>
            <a:schemeClr val="bg2">
              <a:alpha val="29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Freeform 18"/>
          <p:cNvSpPr>
            <a:spLocks/>
          </p:cNvSpPr>
          <p:nvPr/>
        </p:nvSpPr>
        <p:spPr bwMode="hidden">
          <a:xfrm>
            <a:off x="2619320" y="4075290"/>
            <a:ext cx="5544515" cy="850138"/>
          </a:xfrm>
          <a:custGeom>
            <a:avLst/>
            <a:gdLst/>
            <a:ahLst/>
            <a:cxnLst>
              <a:cxn ang="0">
                <a:pos x="5216" y="714"/>
              </a:cxn>
              <a:cxn ang="0">
                <a:pos x="4984" y="686"/>
              </a:cxn>
              <a:cxn ang="0">
                <a:pos x="4478" y="610"/>
              </a:cxn>
              <a:cxn ang="0">
                <a:pos x="3914" y="508"/>
              </a:cxn>
              <a:cxn ang="0">
                <a:pos x="3286" y="374"/>
              </a:cxn>
              <a:cxn ang="0">
                <a:pos x="2946" y="296"/>
              </a:cxn>
              <a:cxn ang="0">
                <a:pos x="2682" y="236"/>
              </a:cxn>
              <a:cxn ang="0">
                <a:pos x="2430" y="184"/>
              </a:cxn>
              <a:cxn ang="0">
                <a:pos x="2190" y="140"/>
              </a:cxn>
              <a:cxn ang="0">
                <a:pos x="1960" y="102"/>
              </a:cxn>
              <a:cxn ang="0">
                <a:pos x="1740" y="72"/>
              </a:cxn>
              <a:cxn ang="0">
                <a:pos x="1334" y="28"/>
              </a:cxn>
              <a:cxn ang="0">
                <a:pos x="970" y="4"/>
              </a:cxn>
              <a:cxn ang="0">
                <a:pos x="644" y="0"/>
              </a:cxn>
              <a:cxn ang="0">
                <a:pos x="358" y="10"/>
              </a:cxn>
              <a:cxn ang="0">
                <a:pos x="110" y="32"/>
              </a:cxn>
              <a:cxn ang="0">
                <a:pos x="0" y="48"/>
              </a:cxn>
              <a:cxn ang="0">
                <a:pos x="314" y="86"/>
              </a:cxn>
              <a:cxn ang="0">
                <a:pos x="652" y="140"/>
              </a:cxn>
              <a:cxn ang="0">
                <a:pos x="1014" y="210"/>
              </a:cxn>
              <a:cxn ang="0">
                <a:pos x="1402" y="296"/>
              </a:cxn>
              <a:cxn ang="0">
                <a:pos x="1756" y="378"/>
              </a:cxn>
              <a:cxn ang="0">
                <a:pos x="2408" y="516"/>
              </a:cxn>
              <a:cxn ang="0">
                <a:pos x="2708" y="572"/>
              </a:cxn>
              <a:cxn ang="0">
                <a:pos x="2992" y="620"/>
              </a:cxn>
              <a:cxn ang="0">
                <a:pos x="3260" y="662"/>
              </a:cxn>
              <a:cxn ang="0">
                <a:pos x="3512" y="694"/>
              </a:cxn>
              <a:cxn ang="0">
                <a:pos x="3750" y="722"/>
              </a:cxn>
              <a:cxn ang="0">
                <a:pos x="3974" y="740"/>
              </a:cxn>
              <a:cxn ang="0">
                <a:pos x="4184" y="754"/>
              </a:cxn>
              <a:cxn ang="0">
                <a:pos x="4384" y="762"/>
              </a:cxn>
              <a:cxn ang="0">
                <a:pos x="4570" y="762"/>
              </a:cxn>
              <a:cxn ang="0">
                <a:pos x="4746" y="758"/>
              </a:cxn>
              <a:cxn ang="0">
                <a:pos x="4912" y="748"/>
              </a:cxn>
              <a:cxn ang="0">
                <a:pos x="5068" y="732"/>
              </a:cxn>
              <a:cxn ang="0">
                <a:pos x="5216" y="714"/>
              </a:cxn>
            </a:cxnLst>
            <a:rect l="0" t="0" r="r" b="b"/>
            <a:pathLst>
              <a:path w="5216" h="762">
                <a:moveTo>
                  <a:pt x="5216" y="714"/>
                </a:moveTo>
                <a:lnTo>
                  <a:pt x="5216" y="714"/>
                </a:lnTo>
                <a:lnTo>
                  <a:pt x="5102" y="700"/>
                </a:lnTo>
                <a:lnTo>
                  <a:pt x="4984" y="686"/>
                </a:lnTo>
                <a:lnTo>
                  <a:pt x="4738" y="652"/>
                </a:lnTo>
                <a:lnTo>
                  <a:pt x="4478" y="610"/>
                </a:lnTo>
                <a:lnTo>
                  <a:pt x="4204" y="564"/>
                </a:lnTo>
                <a:lnTo>
                  <a:pt x="3914" y="508"/>
                </a:lnTo>
                <a:lnTo>
                  <a:pt x="3608" y="446"/>
                </a:lnTo>
                <a:lnTo>
                  <a:pt x="3286" y="374"/>
                </a:lnTo>
                <a:lnTo>
                  <a:pt x="2946" y="296"/>
                </a:lnTo>
                <a:lnTo>
                  <a:pt x="2946" y="296"/>
                </a:lnTo>
                <a:lnTo>
                  <a:pt x="2812" y="266"/>
                </a:lnTo>
                <a:lnTo>
                  <a:pt x="2682" y="236"/>
                </a:lnTo>
                <a:lnTo>
                  <a:pt x="2556" y="210"/>
                </a:lnTo>
                <a:lnTo>
                  <a:pt x="2430" y="184"/>
                </a:lnTo>
                <a:lnTo>
                  <a:pt x="2308" y="162"/>
                </a:lnTo>
                <a:lnTo>
                  <a:pt x="2190" y="140"/>
                </a:lnTo>
                <a:lnTo>
                  <a:pt x="2074" y="120"/>
                </a:lnTo>
                <a:lnTo>
                  <a:pt x="1960" y="102"/>
                </a:lnTo>
                <a:lnTo>
                  <a:pt x="1850" y="86"/>
                </a:lnTo>
                <a:lnTo>
                  <a:pt x="1740" y="72"/>
                </a:lnTo>
                <a:lnTo>
                  <a:pt x="1532" y="46"/>
                </a:lnTo>
                <a:lnTo>
                  <a:pt x="1334" y="28"/>
                </a:lnTo>
                <a:lnTo>
                  <a:pt x="1148" y="14"/>
                </a:lnTo>
                <a:lnTo>
                  <a:pt x="970" y="4"/>
                </a:lnTo>
                <a:lnTo>
                  <a:pt x="802" y="0"/>
                </a:lnTo>
                <a:lnTo>
                  <a:pt x="644" y="0"/>
                </a:lnTo>
                <a:lnTo>
                  <a:pt x="496" y="4"/>
                </a:lnTo>
                <a:lnTo>
                  <a:pt x="358" y="10"/>
                </a:lnTo>
                <a:lnTo>
                  <a:pt x="230" y="20"/>
                </a:lnTo>
                <a:lnTo>
                  <a:pt x="110" y="32"/>
                </a:lnTo>
                <a:lnTo>
                  <a:pt x="0" y="48"/>
                </a:lnTo>
                <a:lnTo>
                  <a:pt x="0" y="48"/>
                </a:lnTo>
                <a:lnTo>
                  <a:pt x="154" y="66"/>
                </a:lnTo>
                <a:lnTo>
                  <a:pt x="314" y="86"/>
                </a:lnTo>
                <a:lnTo>
                  <a:pt x="480" y="112"/>
                </a:lnTo>
                <a:lnTo>
                  <a:pt x="652" y="140"/>
                </a:lnTo>
                <a:lnTo>
                  <a:pt x="830" y="174"/>
                </a:lnTo>
                <a:lnTo>
                  <a:pt x="1014" y="210"/>
                </a:lnTo>
                <a:lnTo>
                  <a:pt x="1206" y="250"/>
                </a:lnTo>
                <a:lnTo>
                  <a:pt x="1402" y="296"/>
                </a:lnTo>
                <a:lnTo>
                  <a:pt x="1402" y="296"/>
                </a:lnTo>
                <a:lnTo>
                  <a:pt x="1756" y="378"/>
                </a:lnTo>
                <a:lnTo>
                  <a:pt x="2092" y="450"/>
                </a:lnTo>
                <a:lnTo>
                  <a:pt x="2408" y="516"/>
                </a:lnTo>
                <a:lnTo>
                  <a:pt x="2562" y="544"/>
                </a:lnTo>
                <a:lnTo>
                  <a:pt x="2708" y="572"/>
                </a:lnTo>
                <a:lnTo>
                  <a:pt x="2852" y="598"/>
                </a:lnTo>
                <a:lnTo>
                  <a:pt x="2992" y="620"/>
                </a:lnTo>
                <a:lnTo>
                  <a:pt x="3128" y="642"/>
                </a:lnTo>
                <a:lnTo>
                  <a:pt x="3260" y="662"/>
                </a:lnTo>
                <a:lnTo>
                  <a:pt x="3388" y="678"/>
                </a:lnTo>
                <a:lnTo>
                  <a:pt x="3512" y="694"/>
                </a:lnTo>
                <a:lnTo>
                  <a:pt x="3632" y="708"/>
                </a:lnTo>
                <a:lnTo>
                  <a:pt x="3750" y="722"/>
                </a:lnTo>
                <a:lnTo>
                  <a:pt x="3864" y="732"/>
                </a:lnTo>
                <a:lnTo>
                  <a:pt x="3974" y="740"/>
                </a:lnTo>
                <a:lnTo>
                  <a:pt x="4080" y="748"/>
                </a:lnTo>
                <a:lnTo>
                  <a:pt x="4184" y="754"/>
                </a:lnTo>
                <a:lnTo>
                  <a:pt x="4286" y="758"/>
                </a:lnTo>
                <a:lnTo>
                  <a:pt x="4384" y="762"/>
                </a:lnTo>
                <a:lnTo>
                  <a:pt x="4478" y="762"/>
                </a:lnTo>
                <a:lnTo>
                  <a:pt x="4570" y="762"/>
                </a:lnTo>
                <a:lnTo>
                  <a:pt x="4660" y="760"/>
                </a:lnTo>
                <a:lnTo>
                  <a:pt x="4746" y="758"/>
                </a:lnTo>
                <a:lnTo>
                  <a:pt x="4830" y="754"/>
                </a:lnTo>
                <a:lnTo>
                  <a:pt x="4912" y="748"/>
                </a:lnTo>
                <a:lnTo>
                  <a:pt x="4992" y="740"/>
                </a:lnTo>
                <a:lnTo>
                  <a:pt x="5068" y="732"/>
                </a:lnTo>
                <a:lnTo>
                  <a:pt x="5144" y="724"/>
                </a:lnTo>
                <a:lnTo>
                  <a:pt x="5216" y="714"/>
                </a:lnTo>
                <a:lnTo>
                  <a:pt x="5216" y="714"/>
                </a:lnTo>
                <a:close/>
              </a:path>
            </a:pathLst>
          </a:custGeom>
          <a:solidFill>
            <a:schemeClr val="bg2">
              <a:alpha val="40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Freeform 22"/>
          <p:cNvSpPr>
            <a:spLocks/>
          </p:cNvSpPr>
          <p:nvPr/>
        </p:nvSpPr>
        <p:spPr bwMode="hidden">
          <a:xfrm>
            <a:off x="2828728" y="4087562"/>
            <a:ext cx="5467980" cy="774272"/>
          </a:xfrm>
          <a:custGeom>
            <a:avLst/>
            <a:gdLst/>
            <a:ahLst/>
            <a:cxnLst>
              <a:cxn ang="0">
                <a:pos x="0" y="70"/>
              </a:cxn>
              <a:cxn ang="0">
                <a:pos x="0" y="70"/>
              </a:cxn>
              <a:cxn ang="0">
                <a:pos x="18" y="66"/>
              </a:cxn>
              <a:cxn ang="0">
                <a:pos x="72" y="56"/>
              </a:cxn>
              <a:cxn ang="0">
                <a:pos x="164" y="42"/>
              </a:cxn>
              <a:cxn ang="0">
                <a:pos x="224" y="34"/>
              </a:cxn>
              <a:cxn ang="0">
                <a:pos x="294" y="26"/>
              </a:cxn>
              <a:cxn ang="0">
                <a:pos x="372" y="20"/>
              </a:cxn>
              <a:cxn ang="0">
                <a:pos x="462" y="14"/>
              </a:cxn>
              <a:cxn ang="0">
                <a:pos x="560" y="8"/>
              </a:cxn>
              <a:cxn ang="0">
                <a:pos x="670" y="4"/>
              </a:cxn>
              <a:cxn ang="0">
                <a:pos x="790" y="2"/>
              </a:cxn>
              <a:cxn ang="0">
                <a:pos x="920" y="0"/>
              </a:cxn>
              <a:cxn ang="0">
                <a:pos x="1060" y="2"/>
              </a:cxn>
              <a:cxn ang="0">
                <a:pos x="1210" y="6"/>
              </a:cxn>
              <a:cxn ang="0">
                <a:pos x="1372" y="14"/>
              </a:cxn>
              <a:cxn ang="0">
                <a:pos x="1544" y="24"/>
              </a:cxn>
              <a:cxn ang="0">
                <a:pos x="1726" y="40"/>
              </a:cxn>
              <a:cxn ang="0">
                <a:pos x="1920" y="58"/>
              </a:cxn>
              <a:cxn ang="0">
                <a:pos x="2126" y="80"/>
              </a:cxn>
              <a:cxn ang="0">
                <a:pos x="2342" y="106"/>
              </a:cxn>
              <a:cxn ang="0">
                <a:pos x="2570" y="138"/>
              </a:cxn>
              <a:cxn ang="0">
                <a:pos x="2808" y="174"/>
              </a:cxn>
              <a:cxn ang="0">
                <a:pos x="3058" y="216"/>
              </a:cxn>
              <a:cxn ang="0">
                <a:pos x="3320" y="266"/>
              </a:cxn>
              <a:cxn ang="0">
                <a:pos x="3594" y="320"/>
              </a:cxn>
              <a:cxn ang="0">
                <a:pos x="3880" y="380"/>
              </a:cxn>
              <a:cxn ang="0">
                <a:pos x="4178" y="448"/>
              </a:cxn>
              <a:cxn ang="0">
                <a:pos x="4488" y="522"/>
              </a:cxn>
              <a:cxn ang="0">
                <a:pos x="4810" y="604"/>
              </a:cxn>
              <a:cxn ang="0">
                <a:pos x="5144" y="694"/>
              </a:cxn>
            </a:cxnLst>
            <a:rect l="0" t="0" r="r" b="b"/>
            <a:pathLst>
              <a:path w="5144" h="694">
                <a:moveTo>
                  <a:pt x="0" y="70"/>
                </a:moveTo>
                <a:lnTo>
                  <a:pt x="0" y="70"/>
                </a:lnTo>
                <a:lnTo>
                  <a:pt x="18" y="66"/>
                </a:lnTo>
                <a:lnTo>
                  <a:pt x="72" y="56"/>
                </a:lnTo>
                <a:lnTo>
                  <a:pt x="164" y="42"/>
                </a:lnTo>
                <a:lnTo>
                  <a:pt x="224" y="34"/>
                </a:lnTo>
                <a:lnTo>
                  <a:pt x="294" y="26"/>
                </a:lnTo>
                <a:lnTo>
                  <a:pt x="372" y="20"/>
                </a:lnTo>
                <a:lnTo>
                  <a:pt x="462" y="14"/>
                </a:lnTo>
                <a:lnTo>
                  <a:pt x="560" y="8"/>
                </a:lnTo>
                <a:lnTo>
                  <a:pt x="670" y="4"/>
                </a:lnTo>
                <a:lnTo>
                  <a:pt x="790" y="2"/>
                </a:lnTo>
                <a:lnTo>
                  <a:pt x="920" y="0"/>
                </a:lnTo>
                <a:lnTo>
                  <a:pt x="1060" y="2"/>
                </a:lnTo>
                <a:lnTo>
                  <a:pt x="1210" y="6"/>
                </a:lnTo>
                <a:lnTo>
                  <a:pt x="1372" y="14"/>
                </a:lnTo>
                <a:lnTo>
                  <a:pt x="1544" y="24"/>
                </a:lnTo>
                <a:lnTo>
                  <a:pt x="1726" y="40"/>
                </a:lnTo>
                <a:lnTo>
                  <a:pt x="1920" y="58"/>
                </a:lnTo>
                <a:lnTo>
                  <a:pt x="2126" y="80"/>
                </a:lnTo>
                <a:lnTo>
                  <a:pt x="2342" y="106"/>
                </a:lnTo>
                <a:lnTo>
                  <a:pt x="2570" y="138"/>
                </a:lnTo>
                <a:lnTo>
                  <a:pt x="2808" y="174"/>
                </a:lnTo>
                <a:lnTo>
                  <a:pt x="3058" y="216"/>
                </a:lnTo>
                <a:lnTo>
                  <a:pt x="3320" y="266"/>
                </a:lnTo>
                <a:lnTo>
                  <a:pt x="3594" y="320"/>
                </a:lnTo>
                <a:lnTo>
                  <a:pt x="3880" y="380"/>
                </a:lnTo>
                <a:lnTo>
                  <a:pt x="4178" y="448"/>
                </a:lnTo>
                <a:lnTo>
                  <a:pt x="4488" y="522"/>
                </a:lnTo>
                <a:lnTo>
                  <a:pt x="4810" y="604"/>
                </a:lnTo>
                <a:lnTo>
                  <a:pt x="5144" y="694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Freeform 26"/>
          <p:cNvSpPr>
            <a:spLocks/>
          </p:cNvSpPr>
          <p:nvPr/>
        </p:nvSpPr>
        <p:spPr bwMode="hidden">
          <a:xfrm>
            <a:off x="5609489" y="4074174"/>
            <a:ext cx="3308000" cy="651549"/>
          </a:xfrm>
          <a:custGeom>
            <a:avLst/>
            <a:gdLst/>
            <a:ahLst/>
            <a:cxnLst>
              <a:cxn ang="0">
                <a:pos x="0" y="584"/>
              </a:cxn>
              <a:cxn ang="0">
                <a:pos x="0" y="584"/>
              </a:cxn>
              <a:cxn ang="0">
                <a:pos x="90" y="560"/>
              </a:cxn>
              <a:cxn ang="0">
                <a:pos x="336" y="498"/>
              </a:cxn>
              <a:cxn ang="0">
                <a:pos x="506" y="456"/>
              </a:cxn>
              <a:cxn ang="0">
                <a:pos x="702" y="410"/>
              </a:cxn>
              <a:cxn ang="0">
                <a:pos x="920" y="360"/>
              </a:cxn>
              <a:cxn ang="0">
                <a:pos x="1154" y="306"/>
              </a:cxn>
              <a:cxn ang="0">
                <a:pos x="1402" y="254"/>
              </a:cxn>
              <a:cxn ang="0">
                <a:pos x="1656" y="202"/>
              </a:cxn>
              <a:cxn ang="0">
                <a:pos x="1916" y="154"/>
              </a:cxn>
              <a:cxn ang="0">
                <a:pos x="2174" y="108"/>
              </a:cxn>
              <a:cxn ang="0">
                <a:pos x="2302" y="88"/>
              </a:cxn>
              <a:cxn ang="0">
                <a:pos x="2426" y="68"/>
              </a:cxn>
              <a:cxn ang="0">
                <a:pos x="2550" y="52"/>
              </a:cxn>
              <a:cxn ang="0">
                <a:pos x="2670" y="36"/>
              </a:cxn>
              <a:cxn ang="0">
                <a:pos x="2788" y="24"/>
              </a:cxn>
              <a:cxn ang="0">
                <a:pos x="2900" y="14"/>
              </a:cxn>
              <a:cxn ang="0">
                <a:pos x="3008" y="6"/>
              </a:cxn>
              <a:cxn ang="0">
                <a:pos x="3112" y="0"/>
              </a:cxn>
            </a:cxnLst>
            <a:rect l="0" t="0" r="r" b="b"/>
            <a:pathLst>
              <a:path w="3112" h="584">
                <a:moveTo>
                  <a:pt x="0" y="584"/>
                </a:moveTo>
                <a:lnTo>
                  <a:pt x="0" y="584"/>
                </a:lnTo>
                <a:lnTo>
                  <a:pt x="90" y="560"/>
                </a:lnTo>
                <a:lnTo>
                  <a:pt x="336" y="498"/>
                </a:lnTo>
                <a:lnTo>
                  <a:pt x="506" y="456"/>
                </a:lnTo>
                <a:lnTo>
                  <a:pt x="702" y="410"/>
                </a:lnTo>
                <a:lnTo>
                  <a:pt x="920" y="360"/>
                </a:lnTo>
                <a:lnTo>
                  <a:pt x="1154" y="306"/>
                </a:lnTo>
                <a:lnTo>
                  <a:pt x="1402" y="254"/>
                </a:lnTo>
                <a:lnTo>
                  <a:pt x="1656" y="202"/>
                </a:lnTo>
                <a:lnTo>
                  <a:pt x="1916" y="154"/>
                </a:lnTo>
                <a:lnTo>
                  <a:pt x="2174" y="108"/>
                </a:lnTo>
                <a:lnTo>
                  <a:pt x="2302" y="88"/>
                </a:lnTo>
                <a:lnTo>
                  <a:pt x="2426" y="68"/>
                </a:lnTo>
                <a:lnTo>
                  <a:pt x="2550" y="52"/>
                </a:lnTo>
                <a:lnTo>
                  <a:pt x="2670" y="36"/>
                </a:lnTo>
                <a:lnTo>
                  <a:pt x="2788" y="24"/>
                </a:lnTo>
                <a:lnTo>
                  <a:pt x="2900" y="14"/>
                </a:lnTo>
                <a:lnTo>
                  <a:pt x="3008" y="6"/>
                </a:lnTo>
                <a:lnTo>
                  <a:pt x="3112" y="0"/>
                </a:lnTo>
              </a:path>
            </a:pathLst>
          </a:custGeom>
          <a:noFill/>
          <a:ln w="12">
            <a:solidFill>
              <a:srgbClr val="FFFFFF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 useBgFill="1">
        <p:nvSpPr>
          <p:cNvPr id="13" name="Freeform 10"/>
          <p:cNvSpPr>
            <a:spLocks/>
          </p:cNvSpPr>
          <p:nvPr/>
        </p:nvSpPr>
        <p:spPr bwMode="hidden">
          <a:xfrm>
            <a:off x="211665" y="4058555"/>
            <a:ext cx="8723376" cy="1329874"/>
          </a:xfrm>
          <a:custGeom>
            <a:avLst/>
            <a:gdLst/>
            <a:ahLst/>
            <a:cxnLst>
              <a:cxn ang="0">
                <a:pos x="8192" y="512"/>
              </a:cxn>
              <a:cxn ang="0">
                <a:pos x="8040" y="570"/>
              </a:cxn>
              <a:cxn ang="0">
                <a:pos x="7878" y="620"/>
              </a:cxn>
              <a:cxn ang="0">
                <a:pos x="7706" y="666"/>
              </a:cxn>
              <a:cxn ang="0">
                <a:pos x="7522" y="702"/>
              </a:cxn>
              <a:cxn ang="0">
                <a:pos x="7322" y="730"/>
              </a:cxn>
              <a:cxn ang="0">
                <a:pos x="7106" y="750"/>
              </a:cxn>
              <a:cxn ang="0">
                <a:pos x="6872" y="762"/>
              </a:cxn>
              <a:cxn ang="0">
                <a:pos x="6618" y="760"/>
              </a:cxn>
              <a:cxn ang="0">
                <a:pos x="6342" y="750"/>
              </a:cxn>
              <a:cxn ang="0">
                <a:pos x="6042" y="726"/>
              </a:cxn>
              <a:cxn ang="0">
                <a:pos x="5716" y="690"/>
              </a:cxn>
              <a:cxn ang="0">
                <a:pos x="5364" y="642"/>
              </a:cxn>
              <a:cxn ang="0">
                <a:pos x="4982" y="578"/>
              </a:cxn>
              <a:cxn ang="0">
                <a:pos x="4568" y="500"/>
              </a:cxn>
              <a:cxn ang="0">
                <a:pos x="4122" y="406"/>
              </a:cxn>
              <a:cxn ang="0">
                <a:pos x="3640" y="296"/>
              </a:cxn>
              <a:cxn ang="0">
                <a:pos x="3396" y="240"/>
              </a:cxn>
              <a:cxn ang="0">
                <a:pos x="2934" y="148"/>
              </a:cxn>
              <a:cxn ang="0">
                <a:pos x="2512" y="82"/>
              </a:cxn>
              <a:cxn ang="0">
                <a:pos x="2126" y="36"/>
              </a:cxn>
              <a:cxn ang="0">
                <a:pos x="1776" y="10"/>
              </a:cxn>
              <a:cxn ang="0">
                <a:pos x="1462" y="0"/>
              </a:cxn>
              <a:cxn ang="0">
                <a:pos x="1182" y="4"/>
              </a:cxn>
              <a:cxn ang="0">
                <a:pos x="934" y="20"/>
              </a:cxn>
              <a:cxn ang="0">
                <a:pos x="716" y="44"/>
              </a:cxn>
              <a:cxn ang="0">
                <a:pos x="530" y="74"/>
              </a:cxn>
              <a:cxn ang="0">
                <a:pos x="374" y="108"/>
              </a:cxn>
              <a:cxn ang="0">
                <a:pos x="248" y="144"/>
              </a:cxn>
              <a:cxn ang="0">
                <a:pos x="148" y="176"/>
              </a:cxn>
              <a:cxn ang="0">
                <a:pos x="48" y="216"/>
              </a:cxn>
              <a:cxn ang="0">
                <a:pos x="0" y="240"/>
              </a:cxn>
              <a:cxn ang="0">
                <a:pos x="8192" y="1192"/>
              </a:cxn>
              <a:cxn ang="0">
                <a:pos x="8196" y="1186"/>
              </a:cxn>
              <a:cxn ang="0">
                <a:pos x="8196" y="510"/>
              </a:cxn>
              <a:cxn ang="0">
                <a:pos x="8192" y="512"/>
              </a:cxn>
            </a:cxnLst>
            <a:rect l="0" t="0" r="r" b="b"/>
            <a:pathLst>
              <a:path w="8196" h="1192">
                <a:moveTo>
                  <a:pt x="8192" y="512"/>
                </a:moveTo>
                <a:lnTo>
                  <a:pt x="8192" y="512"/>
                </a:lnTo>
                <a:lnTo>
                  <a:pt x="8116" y="542"/>
                </a:lnTo>
                <a:lnTo>
                  <a:pt x="8040" y="570"/>
                </a:lnTo>
                <a:lnTo>
                  <a:pt x="7960" y="596"/>
                </a:lnTo>
                <a:lnTo>
                  <a:pt x="7878" y="620"/>
                </a:lnTo>
                <a:lnTo>
                  <a:pt x="7794" y="644"/>
                </a:lnTo>
                <a:lnTo>
                  <a:pt x="7706" y="666"/>
                </a:lnTo>
                <a:lnTo>
                  <a:pt x="7616" y="684"/>
                </a:lnTo>
                <a:lnTo>
                  <a:pt x="7522" y="702"/>
                </a:lnTo>
                <a:lnTo>
                  <a:pt x="7424" y="718"/>
                </a:lnTo>
                <a:lnTo>
                  <a:pt x="7322" y="730"/>
                </a:lnTo>
                <a:lnTo>
                  <a:pt x="7216" y="742"/>
                </a:lnTo>
                <a:lnTo>
                  <a:pt x="7106" y="750"/>
                </a:lnTo>
                <a:lnTo>
                  <a:pt x="6992" y="758"/>
                </a:lnTo>
                <a:lnTo>
                  <a:pt x="6872" y="762"/>
                </a:lnTo>
                <a:lnTo>
                  <a:pt x="6748" y="762"/>
                </a:lnTo>
                <a:lnTo>
                  <a:pt x="6618" y="760"/>
                </a:lnTo>
                <a:lnTo>
                  <a:pt x="6482" y="756"/>
                </a:lnTo>
                <a:lnTo>
                  <a:pt x="6342" y="750"/>
                </a:lnTo>
                <a:lnTo>
                  <a:pt x="6196" y="740"/>
                </a:lnTo>
                <a:lnTo>
                  <a:pt x="6042" y="726"/>
                </a:lnTo>
                <a:lnTo>
                  <a:pt x="5882" y="710"/>
                </a:lnTo>
                <a:lnTo>
                  <a:pt x="5716" y="690"/>
                </a:lnTo>
                <a:lnTo>
                  <a:pt x="5544" y="668"/>
                </a:lnTo>
                <a:lnTo>
                  <a:pt x="5364" y="642"/>
                </a:lnTo>
                <a:lnTo>
                  <a:pt x="5176" y="612"/>
                </a:lnTo>
                <a:lnTo>
                  <a:pt x="4982" y="578"/>
                </a:lnTo>
                <a:lnTo>
                  <a:pt x="4778" y="540"/>
                </a:lnTo>
                <a:lnTo>
                  <a:pt x="4568" y="500"/>
                </a:lnTo>
                <a:lnTo>
                  <a:pt x="4348" y="454"/>
                </a:lnTo>
                <a:lnTo>
                  <a:pt x="4122" y="406"/>
                </a:lnTo>
                <a:lnTo>
                  <a:pt x="3886" y="354"/>
                </a:lnTo>
                <a:lnTo>
                  <a:pt x="3640" y="296"/>
                </a:lnTo>
                <a:lnTo>
                  <a:pt x="3640" y="296"/>
                </a:lnTo>
                <a:lnTo>
                  <a:pt x="3396" y="240"/>
                </a:lnTo>
                <a:lnTo>
                  <a:pt x="3160" y="192"/>
                </a:lnTo>
                <a:lnTo>
                  <a:pt x="2934" y="148"/>
                </a:lnTo>
                <a:lnTo>
                  <a:pt x="2718" y="112"/>
                </a:lnTo>
                <a:lnTo>
                  <a:pt x="2512" y="82"/>
                </a:lnTo>
                <a:lnTo>
                  <a:pt x="2314" y="56"/>
                </a:lnTo>
                <a:lnTo>
                  <a:pt x="2126" y="36"/>
                </a:lnTo>
                <a:lnTo>
                  <a:pt x="1948" y="20"/>
                </a:lnTo>
                <a:lnTo>
                  <a:pt x="1776" y="10"/>
                </a:lnTo>
                <a:lnTo>
                  <a:pt x="1616" y="2"/>
                </a:lnTo>
                <a:lnTo>
                  <a:pt x="1462" y="0"/>
                </a:lnTo>
                <a:lnTo>
                  <a:pt x="1318" y="0"/>
                </a:lnTo>
                <a:lnTo>
                  <a:pt x="1182" y="4"/>
                </a:lnTo>
                <a:lnTo>
                  <a:pt x="1054" y="10"/>
                </a:lnTo>
                <a:lnTo>
                  <a:pt x="934" y="20"/>
                </a:lnTo>
                <a:lnTo>
                  <a:pt x="822" y="30"/>
                </a:lnTo>
                <a:lnTo>
                  <a:pt x="716" y="44"/>
                </a:lnTo>
                <a:lnTo>
                  <a:pt x="620" y="58"/>
                </a:lnTo>
                <a:lnTo>
                  <a:pt x="530" y="74"/>
                </a:lnTo>
                <a:lnTo>
                  <a:pt x="450" y="92"/>
                </a:lnTo>
                <a:lnTo>
                  <a:pt x="374" y="108"/>
                </a:lnTo>
                <a:lnTo>
                  <a:pt x="308" y="126"/>
                </a:lnTo>
                <a:lnTo>
                  <a:pt x="248" y="144"/>
                </a:lnTo>
                <a:lnTo>
                  <a:pt x="194" y="160"/>
                </a:lnTo>
                <a:lnTo>
                  <a:pt x="148" y="176"/>
                </a:lnTo>
                <a:lnTo>
                  <a:pt x="108" y="192"/>
                </a:lnTo>
                <a:lnTo>
                  <a:pt x="48" y="216"/>
                </a:lnTo>
                <a:lnTo>
                  <a:pt x="12" y="234"/>
                </a:lnTo>
                <a:lnTo>
                  <a:pt x="0" y="240"/>
                </a:lnTo>
                <a:lnTo>
                  <a:pt x="0" y="1192"/>
                </a:lnTo>
                <a:lnTo>
                  <a:pt x="8192" y="1192"/>
                </a:lnTo>
                <a:lnTo>
                  <a:pt x="8192" y="1192"/>
                </a:lnTo>
                <a:lnTo>
                  <a:pt x="8196" y="1186"/>
                </a:lnTo>
                <a:lnTo>
                  <a:pt x="8196" y="1186"/>
                </a:lnTo>
                <a:lnTo>
                  <a:pt x="8196" y="510"/>
                </a:lnTo>
                <a:lnTo>
                  <a:pt x="8196" y="510"/>
                </a:lnTo>
                <a:lnTo>
                  <a:pt x="8192" y="512"/>
                </a:lnTo>
                <a:lnTo>
                  <a:pt x="8192" y="512"/>
                </a:lnTo>
                <a:close/>
              </a:path>
            </a:pathLst>
          </a:custGeom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0032" y="2463560"/>
            <a:ext cx="7772400" cy="1524000"/>
          </a:xfrm>
        </p:spPr>
        <p:txBody>
          <a:bodyPr anchor="t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7365" y="1437448"/>
            <a:ext cx="6417734" cy="939801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778F4-7C2B-4F4C-B9CC-87AED5FBA69F}" type="datetimeFigureOut">
              <a:rPr lang="en-AU" smtClean="0"/>
              <a:t>2/08/2017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4F34-2F1D-4F75-8440-A1BBDE454E6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778F4-7C2B-4F4C-B9CC-87AED5FBA69F}" type="datetimeFigureOut">
              <a:rPr lang="en-AU" smtClean="0"/>
              <a:t>2/08/2017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4F34-2F1D-4F75-8440-A1BBDE454E67}" type="slidenum">
              <a:rPr lang="en-AU" smtClean="0"/>
              <a:t>‹#›</a:t>
            </a:fld>
            <a:endParaRPr lang="en-A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76655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679192"/>
            <a:ext cx="3822192" cy="34472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678114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7332" y="3429000"/>
            <a:ext cx="3820055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0" y="2678113"/>
            <a:ext cx="3822192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3429000"/>
            <a:ext cx="3822192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778F4-7C2B-4F4C-B9CC-87AED5FBA69F}" type="datetimeFigureOut">
              <a:rPr lang="en-AU" smtClean="0"/>
              <a:t>2/08/2017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4F34-2F1D-4F75-8440-A1BBDE454E6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778F4-7C2B-4F4C-B9CC-87AED5FBA69F}" type="datetimeFigureOut">
              <a:rPr lang="en-AU" smtClean="0"/>
              <a:t>2/08/2017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4F34-2F1D-4F75-8440-A1BBDE454E6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778F4-7C2B-4F4C-B9CC-87AED5FBA69F}" type="datetimeFigureOut">
              <a:rPr lang="en-AU" smtClean="0"/>
              <a:t>2/08/2017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4F34-2F1D-4F75-8440-A1BBDE454E6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778F4-7C2B-4F4C-B9CC-87AED5FBA69F}" type="datetimeFigureOut">
              <a:rPr lang="en-AU" smtClean="0"/>
              <a:t>2/08/2017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4F34-2F1D-4F75-8440-A1BBDE454E67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581400"/>
            <a:ext cx="33528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914400" y="2286000"/>
            <a:ext cx="33528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1962" y="1828800"/>
            <a:ext cx="3904076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228600" y="228600"/>
            <a:ext cx="8695944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11665" y="5353963"/>
            <a:ext cx="8723376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4155" y="338667"/>
            <a:ext cx="3812645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68333" y="2785533"/>
            <a:ext cx="3818467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778F4-7C2B-4F4C-B9CC-87AED5FBA69F}" type="datetimeFigureOut">
              <a:rPr lang="en-AU" smtClean="0"/>
              <a:t>2/08/2017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4F34-2F1D-4F75-8440-A1BBDE454E67}" type="slidenum">
              <a:rPr lang="en-AU" smtClean="0"/>
              <a:t>‹#›</a:t>
            </a:fld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371600"/>
            <a:ext cx="356616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778F4-7C2B-4F4C-B9CC-87AED5FBA69F}" type="datetimeFigureOut">
              <a:rPr lang="en-AU" smtClean="0"/>
              <a:t>2/08/2017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4F34-2F1D-4F75-8440-A1BBDE454E67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228600" y="228600"/>
            <a:ext cx="8695944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8778F4-7C2B-4F4C-B9CC-87AED5FBA69F}" type="datetimeFigureOut">
              <a:rPr lang="en-AU" smtClean="0"/>
              <a:t>2/08/2017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CB4F34-2F1D-4F75-8440-A1BBDE454E67}" type="slidenum">
              <a:rPr lang="en-AU" smtClean="0"/>
              <a:t>‹#›</a:t>
            </a:fld>
            <a:endParaRPr lang="en-AU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11665" y="714191"/>
            <a:ext cx="8723376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47800"/>
            <a:ext cx="20574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47800"/>
            <a:ext cx="60198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228600" y="228600"/>
            <a:ext cx="8695944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11665" y="1679429"/>
            <a:ext cx="8723376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38328"/>
            <a:ext cx="82296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63672" y="6250164"/>
            <a:ext cx="378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108778F4-7C2B-4F4C-B9CC-87AED5FBA69F}" type="datetimeFigureOut">
              <a:rPr lang="en-AU" smtClean="0"/>
              <a:t>2/08/2017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3638" y="6250164"/>
            <a:ext cx="378669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91088" y="6250163"/>
            <a:ext cx="11618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6FCB4F34-2F1D-4F75-8440-A1BBDE454E67}" type="slidenum">
              <a:rPr lang="en-AU" smtClean="0"/>
              <a:t>‹#›</a:t>
            </a:fld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2067" y="2675467"/>
            <a:ext cx="7408333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-dKAX7Jp8wo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Finding Percentages of Amounts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EQ: How do I find 10%, 20% and 5% of amounts without a calculator?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0092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dirty="0" smtClean="0"/>
                  <a:t>Percent means out of 100</a:t>
                </a:r>
              </a:p>
              <a:p>
                <a:r>
                  <a:rPr lang="en-AU" dirty="0" smtClean="0"/>
                  <a:t>23%</a:t>
                </a:r>
                <a:r>
                  <a:rPr lang="en-AU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i="1" dirty="0" smtClean="0">
                            <a:latin typeface="Cambria Math"/>
                          </a:rPr>
                          <m:t>23</m:t>
                        </m:r>
                        <m:r>
                          <m:rPr>
                            <m:nor/>
                          </m:rPr>
                          <a:rPr lang="en-AU" dirty="0"/>
                          <m:t> </m:t>
                        </m:r>
                      </m:num>
                      <m:den>
                        <m:r>
                          <a:rPr lang="en-AU" b="0" i="1" dirty="0" smtClean="0">
                            <a:latin typeface="Cambria Math"/>
                          </a:rPr>
                          <m:t>100</m:t>
                        </m:r>
                      </m:den>
                    </m:f>
                  </m:oMath>
                </a14:m>
                <a:endParaRPr lang="en-AU" dirty="0" smtClean="0"/>
              </a:p>
              <a:p>
                <a:r>
                  <a:rPr lang="en-AU" dirty="0" smtClean="0"/>
                  <a:t>8%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dirty="0" smtClean="0">
                            <a:latin typeface="Cambria Math"/>
                          </a:rPr>
                          <m:t>8</m:t>
                        </m:r>
                        <m:r>
                          <m:rPr>
                            <m:nor/>
                          </m:rPr>
                          <a:rPr lang="en-AU" dirty="0"/>
                          <m:t> </m:t>
                        </m:r>
                      </m:num>
                      <m:den>
                        <m:r>
                          <a:rPr lang="en-AU" b="0" i="1" dirty="0" smtClean="0">
                            <a:latin typeface="Cambria Math"/>
                          </a:rPr>
                          <m:t>100</m:t>
                        </m:r>
                      </m:den>
                    </m:f>
                  </m:oMath>
                </a14:m>
                <a:endParaRPr lang="en-AU" dirty="0" smtClean="0"/>
              </a:p>
              <a:p>
                <a:r>
                  <a:rPr lang="en-AU" dirty="0" smtClean="0"/>
                  <a:t>Change -   15% </a:t>
                </a:r>
              </a:p>
              <a:p>
                <a:r>
                  <a:rPr lang="en-AU" dirty="0"/>
                  <a:t> </a:t>
                </a:r>
                <a:r>
                  <a:rPr lang="en-AU" dirty="0" smtClean="0"/>
                  <a:t>                   25%</a:t>
                </a:r>
              </a:p>
              <a:p>
                <a:r>
                  <a:rPr lang="en-AU" dirty="0"/>
                  <a:t> 	</a:t>
                </a:r>
                <a:r>
                  <a:rPr lang="en-AU" dirty="0" smtClean="0"/>
                  <a:t> </a:t>
                </a:r>
                <a:r>
                  <a:rPr lang="en-AU" dirty="0"/>
                  <a:t> </a:t>
                </a:r>
                <a:r>
                  <a:rPr lang="en-AU" dirty="0" smtClean="0"/>
                  <a:t>     </a:t>
                </a:r>
                <a:r>
                  <a:rPr lang="en-AU" dirty="0" smtClean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dirty="0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dirty="0" smtClean="0">
                            <a:latin typeface="Cambria Math"/>
                          </a:rPr>
                          <m:t>30</m:t>
                        </m:r>
                        <m:r>
                          <m:rPr>
                            <m:nor/>
                          </m:rPr>
                          <a:rPr lang="en-AU" dirty="0"/>
                          <m:t> </m:t>
                        </m:r>
                      </m:num>
                      <m:den>
                        <m:r>
                          <a:rPr lang="en-AU" b="0" i="1" dirty="0" smtClean="0">
                            <a:latin typeface="Cambria Math"/>
                          </a:rPr>
                          <m:t>100</m:t>
                        </m:r>
                      </m:den>
                    </m:f>
                  </m:oMath>
                </a14:m>
                <a:endParaRPr lang="en-AU" dirty="0" smtClean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235" t="-19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What is </a:t>
            </a:r>
            <a:r>
              <a:rPr lang="en-AU" dirty="0" err="1" smtClean="0"/>
              <a:t>percent</a:t>
            </a:r>
            <a:r>
              <a:rPr lang="en-AU" dirty="0" smtClean="0"/>
              <a:t>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53459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 smtClean="0"/>
              <a:t> </a:t>
            </a:r>
            <a:r>
              <a:rPr lang="en-AU" dirty="0" smtClean="0">
                <a:hlinkClick r:id="rId2"/>
              </a:rPr>
              <a:t>https://www.youtube.com/watch?v=-dKAX7Jp8wo</a:t>
            </a:r>
            <a:r>
              <a:rPr lang="en-AU" dirty="0" smtClean="0"/>
              <a:t> </a:t>
            </a:r>
          </a:p>
          <a:p>
            <a:r>
              <a:rPr lang="en-AU" dirty="0" smtClean="0"/>
              <a:t>Discounts- to save you MONEY!!</a:t>
            </a:r>
          </a:p>
          <a:p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What are they good for?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256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1000"/>
                                  </p:stCondLst>
                                  <p:childTnLst>
                                    <p:animRot by="21600000">
                                      <p:cBhvr>
                                        <p:cTn id="6" dur="12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Finding percentages of amounts.</a:t>
            </a:r>
          </a:p>
          <a:p>
            <a:r>
              <a:rPr lang="en-AU" dirty="0" smtClean="0"/>
              <a:t>We start with 10%</a:t>
            </a:r>
          </a:p>
          <a:p>
            <a:r>
              <a:rPr lang="en-AU" dirty="0" smtClean="0"/>
              <a:t>10% of 100 is 10</a:t>
            </a:r>
          </a:p>
          <a:p>
            <a:r>
              <a:rPr lang="en-AU" dirty="0" smtClean="0"/>
              <a:t>10% of 70 is 7 </a:t>
            </a:r>
          </a:p>
          <a:p>
            <a:r>
              <a:rPr lang="en-AU" dirty="0" smtClean="0"/>
              <a:t>10% of 90 is 9</a:t>
            </a:r>
          </a:p>
          <a:p>
            <a:r>
              <a:rPr lang="en-AU" dirty="0" smtClean="0"/>
              <a:t>10%of 200 is 20</a:t>
            </a:r>
          </a:p>
          <a:p>
            <a:r>
              <a:rPr lang="en-AU" dirty="0" smtClean="0"/>
              <a:t>Lets go around the room with random questions.</a:t>
            </a:r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What skills do we need?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17138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Worksheet 5minutes!!</a:t>
            </a:r>
          </a:p>
          <a:p>
            <a:endParaRPr lang="en-AU" dirty="0"/>
          </a:p>
          <a:p>
            <a:r>
              <a:rPr lang="en-AU" dirty="0" smtClean="0"/>
              <a:t>Hurry up….</a:t>
            </a:r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Practise time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85071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20% is double 10%</a:t>
            </a:r>
          </a:p>
          <a:p>
            <a:r>
              <a:rPr lang="en-AU" dirty="0" smtClean="0"/>
              <a:t>Find 10% and double it.</a:t>
            </a:r>
          </a:p>
          <a:p>
            <a:endParaRPr lang="en-AU" dirty="0" smtClean="0"/>
          </a:p>
          <a:p>
            <a:r>
              <a:rPr lang="en-AU" dirty="0" err="1" smtClean="0"/>
              <a:t>Eg</a:t>
            </a:r>
            <a:r>
              <a:rPr lang="en-AU" dirty="0" smtClean="0"/>
              <a:t> Find 20% of $70</a:t>
            </a:r>
          </a:p>
          <a:p>
            <a:pPr lvl="1"/>
            <a:r>
              <a:rPr lang="en-AU" dirty="0" smtClean="0"/>
              <a:t>Find 10% of 70= ??</a:t>
            </a:r>
          </a:p>
          <a:p>
            <a:pPr lvl="1"/>
            <a:r>
              <a:rPr lang="en-AU" dirty="0" smtClean="0"/>
              <a:t>Double your answer.</a:t>
            </a:r>
          </a:p>
          <a:p>
            <a:pPr lvl="1"/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What about 20 %?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71067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Worksheet 10mins</a:t>
            </a:r>
          </a:p>
          <a:p>
            <a:r>
              <a:rPr lang="en-AU" dirty="0" smtClean="0"/>
              <a:t>GO!!!</a:t>
            </a:r>
          </a:p>
          <a:p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Practise time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41642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5</a:t>
            </a:r>
            <a:r>
              <a:rPr lang="en-AU" dirty="0" smtClean="0"/>
              <a:t>% is half 10%</a:t>
            </a:r>
          </a:p>
          <a:p>
            <a:r>
              <a:rPr lang="en-AU" dirty="0" smtClean="0"/>
              <a:t>Find 10% and halve it.</a:t>
            </a:r>
          </a:p>
          <a:p>
            <a:endParaRPr lang="en-AU" dirty="0" smtClean="0"/>
          </a:p>
          <a:p>
            <a:r>
              <a:rPr lang="en-AU" dirty="0" err="1" smtClean="0"/>
              <a:t>Eg</a:t>
            </a:r>
            <a:r>
              <a:rPr lang="en-AU" dirty="0" smtClean="0"/>
              <a:t> Find 5% of $80</a:t>
            </a:r>
          </a:p>
          <a:p>
            <a:pPr lvl="1"/>
            <a:r>
              <a:rPr lang="en-AU" dirty="0" smtClean="0"/>
              <a:t>Find 10% of 80= ??</a:t>
            </a:r>
          </a:p>
          <a:p>
            <a:pPr lvl="1"/>
            <a:r>
              <a:rPr lang="en-AU" dirty="0" smtClean="0"/>
              <a:t>Halve your answer.</a:t>
            </a:r>
          </a:p>
          <a:p>
            <a:pPr lvl="1"/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What about 5 %?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50673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Worksheet 8mins</a:t>
            </a:r>
          </a:p>
          <a:p>
            <a:r>
              <a:rPr lang="en-AU" dirty="0" smtClean="0"/>
              <a:t>GO!!!</a:t>
            </a:r>
          </a:p>
          <a:p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Practise time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41185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To make 15% we need to find…….% and 5% and then ………….them together.</a:t>
            </a:r>
          </a:p>
          <a:p>
            <a:r>
              <a:rPr lang="en-AU" dirty="0" smtClean="0"/>
              <a:t>To Make 25% we need to find…………. and ………. Then ………….</a:t>
            </a:r>
          </a:p>
          <a:p>
            <a:r>
              <a:rPr lang="en-AU" dirty="0" smtClean="0"/>
              <a:t>How do we make 30%?</a:t>
            </a:r>
          </a:p>
          <a:p>
            <a:endParaRPr lang="en-AU" dirty="0" smtClean="0"/>
          </a:p>
          <a:p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Combining these….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0134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Do part 4 on the sheet now!</a:t>
            </a:r>
          </a:p>
          <a:p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Practise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2248287" y="2967335"/>
            <a:ext cx="464742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AU" sz="5400" b="1" cap="none" spc="200" dirty="0" smtClean="0">
                <a:ln w="29210">
                  <a:solidFill>
                    <a:schemeClr val="accent3">
                      <a:tint val="10000"/>
                    </a:schemeClr>
                  </a:solidFill>
                </a:ln>
                <a:solidFill>
                  <a:schemeClr val="accent3">
                    <a:satMod val="200000"/>
                    <a:alpha val="50000"/>
                  </a:schemeClr>
                </a:solidFill>
                <a:effectLst>
                  <a:innerShdw blurRad="50800" dist="50800" dir="8100000">
                    <a:srgbClr val="7D7D7D">
                      <a:alpha val="73000"/>
                    </a:srgbClr>
                  </a:innerShdw>
                </a:effectLst>
              </a:rPr>
              <a:t>Good Job!!!!</a:t>
            </a:r>
            <a:endParaRPr lang="en-AU" sz="5400" b="1" cap="none" spc="200" dirty="0">
              <a:ln w="29210">
                <a:solidFill>
                  <a:schemeClr val="accent3">
                    <a:tint val="10000"/>
                  </a:schemeClr>
                </a:solidFill>
              </a:ln>
              <a:solidFill>
                <a:schemeClr val="accent3">
                  <a:satMod val="200000"/>
                  <a:alpha val="50000"/>
                </a:schemeClr>
              </a:solidFill>
              <a:effectLst>
                <a:innerShdw blurRad="50800" dist="50800" dir="8100000">
                  <a:srgbClr val="7D7D7D">
                    <a:alpha val="73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39075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aveform">
  <a:themeElements>
    <a:clrScheme name="Waveform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Waveform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aveform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Waveform</Template>
  <TotalTime>228</TotalTime>
  <Words>263</Words>
  <Application>Microsoft Office PowerPoint</Application>
  <PresentationFormat>On-screen Show (4:3)</PresentationFormat>
  <Paragraphs>51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Waveform</vt:lpstr>
      <vt:lpstr>Finding Percentages of Amounts</vt:lpstr>
      <vt:lpstr>What is percent?</vt:lpstr>
      <vt:lpstr>What are they good for? </vt:lpstr>
      <vt:lpstr>What skills do we need?</vt:lpstr>
      <vt:lpstr>Practise time</vt:lpstr>
      <vt:lpstr>What about 20 %?</vt:lpstr>
      <vt:lpstr>Practise time</vt:lpstr>
      <vt:lpstr>What about 5 %?</vt:lpstr>
      <vt:lpstr>Practise time</vt:lpstr>
      <vt:lpstr>Combining these….</vt:lpstr>
      <vt:lpstr>Practise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Finding Percentages of Amounts</dc:title>
  <dc:creator>MILLER Belinda</dc:creator>
  <cp:lastModifiedBy>MILLER Belinda</cp:lastModifiedBy>
  <cp:revision>8</cp:revision>
  <dcterms:created xsi:type="dcterms:W3CDTF">2017-08-02T00:04:31Z</dcterms:created>
  <dcterms:modified xsi:type="dcterms:W3CDTF">2017-08-02T03:52:57Z</dcterms:modified>
</cp:coreProperties>
</file>