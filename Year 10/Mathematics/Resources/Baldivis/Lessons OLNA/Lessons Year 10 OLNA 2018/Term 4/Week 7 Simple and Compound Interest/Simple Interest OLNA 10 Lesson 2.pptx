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handoutMasterIdLst>
    <p:handoutMasterId r:id="rId10"/>
  </p:handoutMasterIdLst>
  <p:sldIdLst>
    <p:sldId id="272" r:id="rId2"/>
    <p:sldId id="263" r:id="rId3"/>
    <p:sldId id="264" r:id="rId4"/>
    <p:sldId id="273" r:id="rId5"/>
    <p:sldId id="274" r:id="rId6"/>
    <p:sldId id="276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AE8423-492F-48B3-969D-5F5F29AC9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9F01-0840-4362-8B71-AB1F7188E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1F158-C6B5-413B-BEC5-11DE300B2995}" type="datetimeFigureOut">
              <a:rPr lang="en-GB" smtClean="0"/>
              <a:t>16/11/2018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18405-4D53-410A-8E5B-4164670576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7B983-ECD4-40EE-AD74-DF6E4464DA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D7CC1-DE81-4243-A8A9-4D05221EBB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114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40D7D-9290-49C6-B8C8-001609809562}" type="datetimeFigureOut">
              <a:rPr lang="en-GB" smtClean="0"/>
              <a:t>16/11/2018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A9E23-5653-4857-95D5-EBB8BCCCB4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0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2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6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83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14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4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17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64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03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342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533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16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72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809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865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312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803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05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39F4A-CE88-433F-9892-937EE53AA716}" type="datetimeFigureOut">
              <a:rPr lang="en-AU" smtClean="0"/>
              <a:t>16/11/2018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50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 – Rearranging Simple Interest Formula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9907" y="3578626"/>
            <a:ext cx="7084754" cy="1038506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80657-951C-4960-8531-BC95A0A3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884" y="2534967"/>
            <a:ext cx="4161001" cy="41610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01CAB50-F208-4383-8020-4C959393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Warm Up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C812EF-F22B-444E-AEBD-A6063333C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43" y="1731080"/>
            <a:ext cx="10954657" cy="4487607"/>
          </a:xfrm>
        </p:spPr>
        <p:txBody>
          <a:bodyPr>
            <a:normAutofit/>
          </a:bodyPr>
          <a:lstStyle/>
          <a:p>
            <a:r>
              <a:rPr lang="en-AU" sz="2400" dirty="0"/>
              <a:t>Mental warm up.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25766D-8809-408B-8BBD-F7F2D3698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4" y="1132114"/>
            <a:ext cx="5402036" cy="54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 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6C1EC8C-B600-4E28-A450-0AEBEE1A53FF}"/>
              </a:ext>
            </a:extLst>
          </p:cNvPr>
          <p:cNvSpPr txBox="1">
            <a:spLocks noChangeArrowheads="1"/>
          </p:cNvSpPr>
          <p:nvPr/>
        </p:nvSpPr>
        <p:spPr>
          <a:xfrm>
            <a:off x="1937447" y="1399537"/>
            <a:ext cx="9559152" cy="45865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Joe wants to borrow $2000. He will take 2 years to pay the money back, and the bank’s interest rate is 8% (per year).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simple interest does 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  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3B3B472-7933-4362-8914-489E1CFF7322}"/>
              </a:ext>
            </a:extLst>
          </p:cNvPr>
          <p:cNvSpPr txBox="1">
            <a:spLocks noChangeArrowheads="1"/>
          </p:cNvSpPr>
          <p:nvPr/>
        </p:nvSpPr>
        <p:spPr>
          <a:xfrm>
            <a:off x="2032000" y="1560286"/>
            <a:ext cx="9913461" cy="468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Susie borrows $4500. She expects to pay it off after 3 years. The bank charges 9% 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</p:spTree>
    <p:extLst>
      <p:ext uri="{BB962C8B-B14F-4D97-AF65-F5344CB8AC3E}">
        <p14:creationId xmlns:p14="http://schemas.microsoft.com/office/powerpoint/2010/main" val="32204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03/09/2018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5108D-17E5-41AC-877F-17DDCDBA65A6}"/>
              </a:ext>
            </a:extLst>
          </p:cNvPr>
          <p:cNvSpPr txBox="1"/>
          <p:nvPr/>
        </p:nvSpPr>
        <p:spPr>
          <a:xfrm>
            <a:off x="2220686" y="1473398"/>
            <a:ext cx="339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/>
              <p:nvPr/>
            </p:nvSpPr>
            <p:spPr>
              <a:xfrm>
                <a:off x="2307771" y="2298572"/>
                <a:ext cx="3355755" cy="124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71" y="2298572"/>
                <a:ext cx="3355755" cy="1240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/>
              <p:nvPr/>
            </p:nvSpPr>
            <p:spPr>
              <a:xfrm>
                <a:off x="2269330" y="4045762"/>
                <a:ext cx="3355755" cy="124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𝑃𝑇</m:t>
                          </m:r>
                        </m:den>
                      </m:f>
                    </m:oMath>
                  </m:oMathPara>
                </a14:m>
                <a:endParaRPr lang="en-AU" sz="4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4045762"/>
                <a:ext cx="3355755" cy="1240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/>
              <p:nvPr/>
            </p:nvSpPr>
            <p:spPr>
              <a:xfrm>
                <a:off x="2288550" y="5611019"/>
                <a:ext cx="3317314" cy="1050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50" y="5611019"/>
                <a:ext cx="3317314" cy="1050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AE20D84-07BE-4CD9-8CE6-8705C37FE848}"/>
              </a:ext>
            </a:extLst>
          </p:cNvPr>
          <p:cNvSpPr txBox="1"/>
          <p:nvPr/>
        </p:nvSpPr>
        <p:spPr>
          <a:xfrm>
            <a:off x="103866" y="2280307"/>
            <a:ext cx="167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was the principal?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64689-57C3-42C8-B86C-2A5DE1AAE4C2}"/>
              </a:ext>
            </a:extLst>
          </p:cNvPr>
          <p:cNvSpPr txBox="1"/>
          <p:nvPr/>
        </p:nvSpPr>
        <p:spPr>
          <a:xfrm>
            <a:off x="43613" y="3989404"/>
            <a:ext cx="2264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was the rate?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EE97-56F0-452A-A90E-2EF9A7D1C335}"/>
              </a:ext>
            </a:extLst>
          </p:cNvPr>
          <p:cNvSpPr txBox="1"/>
          <p:nvPr/>
        </p:nvSpPr>
        <p:spPr>
          <a:xfrm>
            <a:off x="79900" y="5446263"/>
            <a:ext cx="169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was the time?</a:t>
            </a:r>
          </a:p>
        </p:txBody>
      </p:sp>
    </p:spTree>
    <p:extLst>
      <p:ext uri="{BB962C8B-B14F-4D97-AF65-F5344CB8AC3E}">
        <p14:creationId xmlns:p14="http://schemas.microsoft.com/office/powerpoint/2010/main" val="32205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E1126-DFAD-4F88-A695-25C39C21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6" t="37410" r="40656" b="27024"/>
          <a:stretch/>
        </p:blipFill>
        <p:spPr>
          <a:xfrm>
            <a:off x="1352203" y="2200103"/>
            <a:ext cx="9155063" cy="34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06728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4340</TotalTime>
  <Words>250</Words>
  <Application>Microsoft Office PowerPoint</Application>
  <PresentationFormat>Widescreen</PresentationFormat>
  <Paragraphs>68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</vt:lpstr>
      <vt:lpstr>BSC Theme</vt:lpstr>
      <vt:lpstr>Simple Interest – Rearranging Simple Interest Formula</vt:lpstr>
      <vt:lpstr>Mental Warm Up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E4092707</dc:creator>
  <cp:lastModifiedBy>Hamilton Stott</cp:lastModifiedBy>
  <cp:revision>19</cp:revision>
  <cp:lastPrinted>2018-02-09T07:15:32Z</cp:lastPrinted>
  <dcterms:created xsi:type="dcterms:W3CDTF">2018-02-01T23:14:49Z</dcterms:created>
  <dcterms:modified xsi:type="dcterms:W3CDTF">2018-11-16T05:15:04Z</dcterms:modified>
</cp:coreProperties>
</file>