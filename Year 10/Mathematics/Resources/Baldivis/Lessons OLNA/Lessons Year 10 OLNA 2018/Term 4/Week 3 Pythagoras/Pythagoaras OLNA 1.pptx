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9"/>
  </p:notesMasterIdLst>
  <p:sldIdLst>
    <p:sldId id="257" r:id="rId2"/>
    <p:sldId id="335" r:id="rId3"/>
    <p:sldId id="333" r:id="rId4"/>
    <p:sldId id="267" r:id="rId5"/>
    <p:sldId id="332" r:id="rId6"/>
    <p:sldId id="334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257"/>
            <p14:sldId id="335"/>
            <p14:sldId id="333"/>
            <p14:sldId id="267"/>
            <p14:sldId id="332"/>
            <p14:sldId id="334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4" autoAdjust="0"/>
    <p:restoredTop sz="94660"/>
  </p:normalViewPr>
  <p:slideViewPr>
    <p:cSldViewPr snapToGrid="0">
      <p:cViewPr varScale="1">
        <p:scale>
          <a:sx n="79" d="100"/>
          <a:sy n="79" d="100"/>
        </p:scale>
        <p:origin x="224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56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506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6680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337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761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4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361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0521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630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9029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268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5800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5357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413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8836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8506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7391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648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6230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Pythagoras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Finding the Hypotenuse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9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Mathematics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Pythagoras Theorem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/>
              <a:t>https://</a:t>
            </a:r>
            <a:r>
              <a:rPr lang="en-AU" dirty="0" err="1"/>
              <a:t>www.youtube.com</a:t>
            </a:r>
            <a:r>
              <a:rPr lang="en-AU" dirty="0"/>
              <a:t>/</a:t>
            </a:r>
            <a:r>
              <a:rPr lang="en-AU" dirty="0" err="1"/>
              <a:t>watch?v</a:t>
            </a:r>
            <a:r>
              <a:rPr lang="en-AU" dirty="0"/>
              <a:t>=WqhlG3Vakw8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279" y="2787574"/>
            <a:ext cx="6645442" cy="343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5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/10/2018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Pythagoras Theorem?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194168" y="1477460"/>
            <a:ext cx="9570332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For any right-angled triangle:</a:t>
            </a:r>
          </a:p>
          <a:p>
            <a:pPr>
              <a:lnSpc>
                <a:spcPct val="150000"/>
              </a:lnSpc>
            </a:pPr>
            <a:r>
              <a:rPr lang="en-AU" sz="2000" dirty="0" smtClean="0"/>
              <a:t>A square made from the length of the hypotenuse </a:t>
            </a:r>
            <a:r>
              <a:rPr lang="en-AU" sz="2000" dirty="0"/>
              <a:t>is equal to the sum of the squares </a:t>
            </a:r>
            <a:r>
              <a:rPr lang="en-AU" sz="2000" dirty="0" smtClean="0"/>
              <a:t>of </a:t>
            </a:r>
            <a:r>
              <a:rPr lang="en-AU" sz="2000" dirty="0" smtClean="0"/>
              <a:t>the two shorter sides</a:t>
            </a:r>
            <a:endParaRPr lang="en-AU" sz="2000" dirty="0"/>
          </a:p>
          <a:p>
            <a:pPr algn="ctr"/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4D06CD7-F7DD-4D15-A5C3-0CC52A008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460" y="5738794"/>
            <a:ext cx="2438400" cy="942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4836445-8D2B-4572-9743-C7713F103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003" y="2917087"/>
            <a:ext cx="2701315" cy="2677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ECB6FF2-0137-44B3-9E6D-379740192DDE}"/>
              </a:ext>
            </a:extLst>
          </p:cNvPr>
          <p:cNvSpPr txBox="1"/>
          <p:nvPr/>
        </p:nvSpPr>
        <p:spPr>
          <a:xfrm>
            <a:off x="7154110" y="2890266"/>
            <a:ext cx="3696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hypotenuse is the longest side of a right-angled triangle.</a:t>
            </a:r>
          </a:p>
          <a:p>
            <a:endParaRPr lang="en-AU" dirty="0"/>
          </a:p>
          <a:p>
            <a:r>
              <a:rPr lang="en-AU" dirty="0"/>
              <a:t>It is opposite the right angle.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A484BA58-6A46-44EF-9DCB-C36CC072C4F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427913" y="3490431"/>
            <a:ext cx="2726197" cy="682558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/10/2018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Pythagoras Theorem?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194168" y="1477460"/>
            <a:ext cx="9570332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For any right-angled triangle: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The square on the hypotenuse is equal to the sum of the squares on the other two sides</a:t>
            </a:r>
          </a:p>
          <a:p>
            <a:pPr algn="ctr"/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59054BB3-9BA4-4BAD-8B48-67FAFEAA4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903" y="3313556"/>
            <a:ext cx="3791928" cy="2937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4D06CD7-F7DD-4D15-A5C3-0CC52A008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460" y="5738794"/>
            <a:ext cx="2438400" cy="942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4836445-8D2B-4572-9743-C7713F103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1003" y="2917087"/>
            <a:ext cx="2701315" cy="2677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ECB6FF2-0137-44B3-9E6D-379740192DDE}"/>
              </a:ext>
            </a:extLst>
          </p:cNvPr>
          <p:cNvSpPr txBox="1"/>
          <p:nvPr/>
        </p:nvSpPr>
        <p:spPr>
          <a:xfrm>
            <a:off x="7192903" y="2632364"/>
            <a:ext cx="280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/>
              </a:rPr>
              <a:t>/10/2018</a:t>
            </a: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Pythagoras Theorem?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C9F4D63-FC33-473C-940F-C262E50F8D13}"/>
              </a:ext>
            </a:extLst>
          </p:cNvPr>
          <p:cNvSpPr txBox="1"/>
          <p:nvPr/>
        </p:nvSpPr>
        <p:spPr>
          <a:xfrm>
            <a:off x="2194168" y="1477460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Worked Example:</a:t>
            </a:r>
          </a:p>
          <a:p>
            <a:r>
              <a:rPr lang="en-AU" sz="2000" dirty="0"/>
              <a:t>Find the length of the hypotenuse in this right-angled triangle.</a:t>
            </a:r>
          </a:p>
          <a:p>
            <a:pPr algn="ctr"/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419CB8EA-C260-4345-9676-8B6B8CDD7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261" y="2370012"/>
            <a:ext cx="9966288" cy="24397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7675FF2D-7024-4599-BC57-F9CBC6901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444" y="2787229"/>
            <a:ext cx="1564735" cy="3757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7DE35CEB-F94C-48B5-A64F-F9E68EF7D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220" y="3195627"/>
            <a:ext cx="1759093" cy="3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4C51ABA2-0489-4B8F-B5DE-6227B4FB5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444" y="3481169"/>
            <a:ext cx="1610474" cy="3440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01A4BF0B-BC6B-41DF-B39F-64E05A8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705" y="3890326"/>
            <a:ext cx="1610474" cy="34403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5BE1A33E-C67A-4EE4-8926-7E51782AF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911" y="4310003"/>
            <a:ext cx="1610474" cy="3440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AC56DF5-40B7-4AFA-A2E6-10A8775A703A}"/>
              </a:ext>
            </a:extLst>
          </p:cNvPr>
          <p:cNvSpPr txBox="1"/>
          <p:nvPr/>
        </p:nvSpPr>
        <p:spPr>
          <a:xfrm>
            <a:off x="99391" y="2186609"/>
            <a:ext cx="17667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find the length of the hypotenuse?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985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715955-A969-4757-9D5D-15C872D2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C00000"/>
                </a:solidFill>
              </a:rPr>
              <a:t>We Do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F5A147-F502-4888-AB78-93CDB093CFF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/>
              <a:t>What side is the hypotenuse?</a:t>
            </a:r>
          </a:p>
          <a:p>
            <a:r>
              <a:rPr lang="en-AU" dirty="0"/>
              <a:t>Determine the length of the hypotenuse.</a:t>
            </a:r>
            <a:endParaRPr lang="en-GB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xmlns="" id="{220A2D32-70E8-48DB-BAE5-983F2D5F293A}"/>
              </a:ext>
            </a:extLst>
          </p:cNvPr>
          <p:cNvSpPr/>
          <p:nvPr/>
        </p:nvSpPr>
        <p:spPr>
          <a:xfrm rot="9517399">
            <a:off x="999807" y="4282763"/>
            <a:ext cx="5194852" cy="2703444"/>
          </a:xfrm>
          <a:prstGeom prst="rt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2D0148A-6AF7-482F-86FF-0952D2C96725}"/>
              </a:ext>
            </a:extLst>
          </p:cNvPr>
          <p:cNvSpPr/>
          <p:nvPr/>
        </p:nvSpPr>
        <p:spPr>
          <a:xfrm rot="20356816">
            <a:off x="5095460" y="3507356"/>
            <a:ext cx="516835" cy="40419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D513036-2295-4CBD-B9C2-51761330097E}"/>
              </a:ext>
            </a:extLst>
          </p:cNvPr>
          <p:cNvSpPr txBox="1"/>
          <p:nvPr/>
        </p:nvSpPr>
        <p:spPr>
          <a:xfrm>
            <a:off x="2266121" y="3837290"/>
            <a:ext cx="1477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 = 12cm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C02EC5E-BC19-4D88-8CFD-E014CB73F749}"/>
              </a:ext>
            </a:extLst>
          </p:cNvPr>
          <p:cNvSpPr txBox="1"/>
          <p:nvPr/>
        </p:nvSpPr>
        <p:spPr>
          <a:xfrm>
            <a:off x="6029739" y="4258845"/>
            <a:ext cx="110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 = 5cm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F00282A-1D36-4E71-859B-8AEFE4AFD4B2}"/>
              </a:ext>
            </a:extLst>
          </p:cNvPr>
          <p:cNvSpPr txBox="1"/>
          <p:nvPr/>
        </p:nvSpPr>
        <p:spPr>
          <a:xfrm>
            <a:off x="3259302" y="5637653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9B2C21F-CE3E-4D1E-B974-65386641B2E6}"/>
              </a:ext>
            </a:extLst>
          </p:cNvPr>
          <p:cNvSpPr txBox="1"/>
          <p:nvPr/>
        </p:nvSpPr>
        <p:spPr>
          <a:xfrm>
            <a:off x="7248274" y="2913960"/>
            <a:ext cx="46043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Answers</a:t>
            </a:r>
          </a:p>
          <a:p>
            <a:endParaRPr lang="en-AU" sz="2000" dirty="0"/>
          </a:p>
          <a:p>
            <a:r>
              <a:rPr lang="en-AU" sz="2000" dirty="0"/>
              <a:t>The hypotenuse is side f.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C76E78AB-77CE-4D27-A91B-61665709FED9}"/>
                  </a:ext>
                </a:extLst>
              </p:cNvPr>
              <p:cNvSpPr txBox="1"/>
              <p:nvPr/>
            </p:nvSpPr>
            <p:spPr>
              <a:xfrm>
                <a:off x="7248275" y="4113314"/>
                <a:ext cx="4604331" cy="2721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=144+25</m:t>
                      </m:r>
                    </m:oMath>
                  </m:oMathPara>
                </a14:m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69</m:t>
                      </m:r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169</m:t>
                          </m:r>
                        </m:e>
                      </m:rad>
                    </m:oMath>
                  </m:oMathPara>
                </a14:m>
                <a:endParaRPr lang="en-AU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AU" sz="2400" dirty="0"/>
                  <a:t> cm</a:t>
                </a:r>
                <a:endParaRPr lang="en-AU" sz="2400" b="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275" y="4113314"/>
                <a:ext cx="4604331" cy="27211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79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7230</TotalTime>
  <Words>193</Words>
  <Application>Microsoft Macintosh PowerPoint</Application>
  <PresentationFormat>Widescreen</PresentationFormat>
  <Paragraphs>52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Calibri</vt:lpstr>
      <vt:lpstr>Cambria Math</vt:lpstr>
      <vt:lpstr>DJB Fancy Nancy</vt:lpstr>
      <vt:lpstr>Kiwi School Handwriting</vt:lpstr>
      <vt:lpstr>Tw Cen MT</vt:lpstr>
      <vt:lpstr>Arial</vt:lpstr>
      <vt:lpstr>Droplet</vt:lpstr>
      <vt:lpstr>Pythagoras Finding the Hypotenuse</vt:lpstr>
      <vt:lpstr>Pythagoras Theorem</vt:lpstr>
      <vt:lpstr>PowerPoint Presentation</vt:lpstr>
      <vt:lpstr>PowerPoint Presentation</vt:lpstr>
      <vt:lpstr>PowerPoint Presentation</vt:lpstr>
      <vt:lpstr>We Do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POWER Travis [Baldivis Secondary College]</cp:lastModifiedBy>
  <cp:revision>49</cp:revision>
  <dcterms:created xsi:type="dcterms:W3CDTF">2017-10-15T23:31:24Z</dcterms:created>
  <dcterms:modified xsi:type="dcterms:W3CDTF">2018-10-22T01:23:21Z</dcterms:modified>
</cp:coreProperties>
</file>