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315" r:id="rId2"/>
    <p:sldId id="303" r:id="rId3"/>
    <p:sldId id="316" r:id="rId4"/>
    <p:sldId id="318" r:id="rId5"/>
    <p:sldId id="321" r:id="rId6"/>
    <p:sldId id="319" r:id="rId7"/>
    <p:sldId id="320" r:id="rId8"/>
    <p:sldId id="260" r:id="rId9"/>
    <p:sldId id="267" r:id="rId10"/>
    <p:sldId id="268" r:id="rId11"/>
    <p:sldId id="269" r:id="rId12"/>
    <p:sldId id="261" r:id="rId13"/>
    <p:sldId id="264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9" autoAdjust="0"/>
    <p:restoredTop sz="92883" autoAdjust="0"/>
  </p:normalViewPr>
  <p:slideViewPr>
    <p:cSldViewPr>
      <p:cViewPr varScale="1">
        <p:scale>
          <a:sx n="74" d="100"/>
          <a:sy n="74" d="100"/>
        </p:scale>
        <p:origin x="66" y="5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10/10/2018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03B91B3-E50F-4EFF-8D5F-21DA810ECD9F}" type="datetimeFigureOut">
              <a:rPr lang="en-AU" smtClean="0"/>
              <a:t>10/10/2018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399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9723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12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10/10/2018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90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10/10/2018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564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10/10/2018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788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10/10/2018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968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10/10/2018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7582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10/10/2018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2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373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06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18A067F-AA26-4ABA-BA08-FC93D4B65C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2290474-78FA-439C-8DE5-E598275F85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579CD8-6247-4326-9C5B-B12276C4EC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8F0702-5FDC-4182-8CCC-B09215C0AB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1790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03B91B3-E50F-4EFF-8D5F-21DA810ECD9F}" type="datetimeFigureOut">
              <a:rPr lang="en-AU" smtClean="0"/>
              <a:t>10/10/2018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22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23.bin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9.bin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7.bin"/><Relationship Id="rId29" Type="http://schemas.openxmlformats.org/officeDocument/2006/relationships/oleObject" Target="../embeddings/oleObject26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8.bin"/><Relationship Id="rId24" Type="http://schemas.openxmlformats.org/officeDocument/2006/relationships/oleObject" Target="../embeddings/oleObject21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20.bin"/><Relationship Id="rId28" Type="http://schemas.openxmlformats.org/officeDocument/2006/relationships/oleObject" Target="../embeddings/oleObject25.bin"/><Relationship Id="rId10" Type="http://schemas.openxmlformats.org/officeDocument/2006/relationships/oleObject" Target="../embeddings/oleObject7.bin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6.bin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9.bin"/><Relationship Id="rId27" Type="http://schemas.openxmlformats.org/officeDocument/2006/relationships/oleObject" Target="../embeddings/oleObject24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oleObject" Target="../embeddings/oleObject36.bin"/><Relationship Id="rId18" Type="http://schemas.openxmlformats.org/officeDocument/2006/relationships/oleObject" Target="../embeddings/oleObject41.bin"/><Relationship Id="rId26" Type="http://schemas.openxmlformats.org/officeDocument/2006/relationships/oleObject" Target="../embeddings/oleObject49.bin"/><Relationship Id="rId3" Type="http://schemas.openxmlformats.org/officeDocument/2006/relationships/oleObject" Target="../embeddings/oleObject27.bin"/><Relationship Id="rId21" Type="http://schemas.openxmlformats.org/officeDocument/2006/relationships/oleObject" Target="../embeddings/oleObject44.bin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5.bin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3.bin"/><Relationship Id="rId29" Type="http://schemas.openxmlformats.org/officeDocument/2006/relationships/oleObject" Target="../embeddings/oleObject52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9.bin"/><Relationship Id="rId11" Type="http://schemas.openxmlformats.org/officeDocument/2006/relationships/oleObject" Target="../embeddings/oleObject34.bin"/><Relationship Id="rId24" Type="http://schemas.openxmlformats.org/officeDocument/2006/relationships/oleObject" Target="../embeddings/oleObject47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6.bin"/><Relationship Id="rId28" Type="http://schemas.openxmlformats.org/officeDocument/2006/relationships/oleObject" Target="../embeddings/oleObject51.bin"/><Relationship Id="rId10" Type="http://schemas.openxmlformats.org/officeDocument/2006/relationships/oleObject" Target="../embeddings/oleObject33.bin"/><Relationship Id="rId19" Type="http://schemas.openxmlformats.org/officeDocument/2006/relationships/oleObject" Target="../embeddings/oleObject42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32.bin"/><Relationship Id="rId14" Type="http://schemas.openxmlformats.org/officeDocument/2006/relationships/oleObject" Target="../embeddings/oleObject37.bin"/><Relationship Id="rId22" Type="http://schemas.openxmlformats.org/officeDocument/2006/relationships/oleObject" Target="../embeddings/oleObject45.bin"/><Relationship Id="rId27" Type="http://schemas.openxmlformats.org/officeDocument/2006/relationships/oleObject" Target="../embeddings/oleObject50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2.bin"/><Relationship Id="rId18" Type="http://schemas.openxmlformats.org/officeDocument/2006/relationships/oleObject" Target="../embeddings/oleObject67.bin"/><Relationship Id="rId26" Type="http://schemas.openxmlformats.org/officeDocument/2006/relationships/oleObject" Target="../embeddings/oleObject75.bin"/><Relationship Id="rId39" Type="http://schemas.openxmlformats.org/officeDocument/2006/relationships/oleObject" Target="../embeddings/oleObject88.bin"/><Relationship Id="rId21" Type="http://schemas.openxmlformats.org/officeDocument/2006/relationships/oleObject" Target="../embeddings/oleObject70.bin"/><Relationship Id="rId34" Type="http://schemas.openxmlformats.org/officeDocument/2006/relationships/oleObject" Target="../embeddings/oleObject83.bin"/><Relationship Id="rId42" Type="http://schemas.openxmlformats.org/officeDocument/2006/relationships/oleObject" Target="../embeddings/oleObject91.bin"/><Relationship Id="rId47" Type="http://schemas.openxmlformats.org/officeDocument/2006/relationships/oleObject" Target="../embeddings/oleObject96.bin"/><Relationship Id="rId50" Type="http://schemas.openxmlformats.org/officeDocument/2006/relationships/oleObject" Target="../embeddings/oleObject99.bin"/><Relationship Id="rId55" Type="http://schemas.openxmlformats.org/officeDocument/2006/relationships/oleObject" Target="../embeddings/oleObject104.bin"/><Relationship Id="rId7" Type="http://schemas.openxmlformats.org/officeDocument/2006/relationships/oleObject" Target="../embeddings/oleObject56.bin"/><Relationship Id="rId12" Type="http://schemas.openxmlformats.org/officeDocument/2006/relationships/oleObject" Target="../embeddings/oleObject61.bin"/><Relationship Id="rId17" Type="http://schemas.openxmlformats.org/officeDocument/2006/relationships/oleObject" Target="../embeddings/oleObject66.bin"/><Relationship Id="rId25" Type="http://schemas.openxmlformats.org/officeDocument/2006/relationships/oleObject" Target="../embeddings/oleObject74.bin"/><Relationship Id="rId33" Type="http://schemas.openxmlformats.org/officeDocument/2006/relationships/oleObject" Target="../embeddings/oleObject82.bin"/><Relationship Id="rId38" Type="http://schemas.openxmlformats.org/officeDocument/2006/relationships/oleObject" Target="../embeddings/oleObject87.bin"/><Relationship Id="rId46" Type="http://schemas.openxmlformats.org/officeDocument/2006/relationships/oleObject" Target="../embeddings/oleObject9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5.bin"/><Relationship Id="rId20" Type="http://schemas.openxmlformats.org/officeDocument/2006/relationships/oleObject" Target="../embeddings/oleObject69.bin"/><Relationship Id="rId29" Type="http://schemas.openxmlformats.org/officeDocument/2006/relationships/oleObject" Target="../embeddings/oleObject78.bin"/><Relationship Id="rId41" Type="http://schemas.openxmlformats.org/officeDocument/2006/relationships/oleObject" Target="../embeddings/oleObject90.bin"/><Relationship Id="rId54" Type="http://schemas.openxmlformats.org/officeDocument/2006/relationships/oleObject" Target="../embeddings/oleObject103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5.bin"/><Relationship Id="rId11" Type="http://schemas.openxmlformats.org/officeDocument/2006/relationships/oleObject" Target="../embeddings/oleObject60.bin"/><Relationship Id="rId24" Type="http://schemas.openxmlformats.org/officeDocument/2006/relationships/oleObject" Target="../embeddings/oleObject73.bin"/><Relationship Id="rId32" Type="http://schemas.openxmlformats.org/officeDocument/2006/relationships/oleObject" Target="../embeddings/oleObject81.bin"/><Relationship Id="rId37" Type="http://schemas.openxmlformats.org/officeDocument/2006/relationships/oleObject" Target="../embeddings/oleObject86.bin"/><Relationship Id="rId40" Type="http://schemas.openxmlformats.org/officeDocument/2006/relationships/oleObject" Target="../embeddings/oleObject89.bin"/><Relationship Id="rId45" Type="http://schemas.openxmlformats.org/officeDocument/2006/relationships/oleObject" Target="../embeddings/oleObject94.bin"/><Relationship Id="rId53" Type="http://schemas.openxmlformats.org/officeDocument/2006/relationships/oleObject" Target="../embeddings/oleObject102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64.bin"/><Relationship Id="rId23" Type="http://schemas.openxmlformats.org/officeDocument/2006/relationships/oleObject" Target="../embeddings/oleObject72.bin"/><Relationship Id="rId28" Type="http://schemas.openxmlformats.org/officeDocument/2006/relationships/oleObject" Target="../embeddings/oleObject77.bin"/><Relationship Id="rId36" Type="http://schemas.openxmlformats.org/officeDocument/2006/relationships/oleObject" Target="../embeddings/oleObject85.bin"/><Relationship Id="rId49" Type="http://schemas.openxmlformats.org/officeDocument/2006/relationships/oleObject" Target="../embeddings/oleObject98.bin"/><Relationship Id="rId10" Type="http://schemas.openxmlformats.org/officeDocument/2006/relationships/oleObject" Target="../embeddings/oleObject59.bin"/><Relationship Id="rId19" Type="http://schemas.openxmlformats.org/officeDocument/2006/relationships/oleObject" Target="../embeddings/oleObject68.bin"/><Relationship Id="rId31" Type="http://schemas.openxmlformats.org/officeDocument/2006/relationships/oleObject" Target="../embeddings/oleObject80.bin"/><Relationship Id="rId44" Type="http://schemas.openxmlformats.org/officeDocument/2006/relationships/oleObject" Target="../embeddings/oleObject93.bin"/><Relationship Id="rId52" Type="http://schemas.openxmlformats.org/officeDocument/2006/relationships/oleObject" Target="../embeddings/oleObject101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58.bin"/><Relationship Id="rId14" Type="http://schemas.openxmlformats.org/officeDocument/2006/relationships/oleObject" Target="../embeddings/oleObject63.bin"/><Relationship Id="rId22" Type="http://schemas.openxmlformats.org/officeDocument/2006/relationships/oleObject" Target="../embeddings/oleObject71.bin"/><Relationship Id="rId27" Type="http://schemas.openxmlformats.org/officeDocument/2006/relationships/oleObject" Target="../embeddings/oleObject76.bin"/><Relationship Id="rId30" Type="http://schemas.openxmlformats.org/officeDocument/2006/relationships/oleObject" Target="../embeddings/oleObject79.bin"/><Relationship Id="rId35" Type="http://schemas.openxmlformats.org/officeDocument/2006/relationships/oleObject" Target="../embeddings/oleObject84.bin"/><Relationship Id="rId43" Type="http://schemas.openxmlformats.org/officeDocument/2006/relationships/oleObject" Target="../embeddings/oleObject92.bin"/><Relationship Id="rId48" Type="http://schemas.openxmlformats.org/officeDocument/2006/relationships/oleObject" Target="../embeddings/oleObject97.bin"/><Relationship Id="rId56" Type="http://schemas.openxmlformats.org/officeDocument/2006/relationships/oleObject" Target="../embeddings/oleObject105.bin"/><Relationship Id="rId8" Type="http://schemas.openxmlformats.org/officeDocument/2006/relationships/oleObject" Target="../embeddings/oleObject57.bin"/><Relationship Id="rId51" Type="http://schemas.openxmlformats.org/officeDocument/2006/relationships/oleObject" Target="../embeddings/oleObject100.bin"/><Relationship Id="rId3" Type="http://schemas.openxmlformats.org/officeDocument/2006/relationships/oleObject" Target="../embeddings/oleObject53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BA0C938-1486-4635-9F6C-44D521FA6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2A7ABB-6A86-4A02-A072-FA82CDCE5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0196" y="484632"/>
            <a:ext cx="8433027" cy="5880916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4017" y="806365"/>
            <a:ext cx="5265560" cy="52296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700" b="1" spc="200"/>
              <a:t>Topic: Bivariate Data</a:t>
            </a:r>
            <a:br>
              <a:rPr lang="en-US" sz="5700" b="1" spc="200"/>
            </a:br>
            <a:br>
              <a:rPr lang="en-US" sz="5700" b="1" spc="200"/>
            </a:br>
            <a:r>
              <a:rPr lang="en-US" sz="5700" b="1" spc="200"/>
              <a:t>EQ: What is Correlation?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916720-6D22-4D4B-BC19-23008C7DD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4951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327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404667"/>
            <a:ext cx="22920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1063439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is correlation?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4" y="2086158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PSMT" charset="0"/>
              </a:rPr>
              <a:t>What is Correlation?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404667"/>
            <a:ext cx="22920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1063439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is correlation?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4" y="2086158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PSMT" charset="0"/>
              </a:rPr>
              <a:t>What is Correlation?  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95639" y="2132327"/>
            <a:ext cx="5849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correlation indicates a relationship between two variables 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1972" y="2897314"/>
            <a:ext cx="2505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types of relationships?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9071" y="51985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42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404667"/>
            <a:ext cx="22920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1063439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is correlation?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4" y="2086158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PSMT" charset="0"/>
              </a:rPr>
              <a:t>What is Correlation?  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1972" y="2897314"/>
            <a:ext cx="2505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types </a:t>
            </a:r>
            <a:r>
              <a:rPr lang="en-US"/>
              <a:t>of relationships?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9071" y="51985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792A83B3-EB52-4BB1-B562-163DFDB25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468" y="1483293"/>
            <a:ext cx="565174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b="1" u="sng" dirty="0"/>
              <a:t>correlation</a:t>
            </a:r>
            <a:r>
              <a:rPr lang="en-US" altLang="en-US" dirty="0"/>
              <a:t> describes a relationship between two data sets. Scatter plots provide a convenient way to determine whether a ___________ exists between two variables.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4331A9C1-1B13-4A8C-B12A-351C5213E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5462" y="2568661"/>
            <a:ext cx="3581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0000FF"/>
                </a:solidFill>
              </a:rPr>
              <a:t>correlation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232359CD-D316-4DDE-BAB8-F2F5D98FE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294" y="3613185"/>
            <a:ext cx="55526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A __________ correlation occurs when both variables increase.</a:t>
            </a:r>
          </a:p>
        </p:txBody>
      </p:sp>
      <p:sp>
        <p:nvSpPr>
          <p:cNvPr id="19" name="Text Box 7">
            <a:extLst>
              <a:ext uri="{FF2B5EF4-FFF2-40B4-BE49-F238E27FC236}">
                <a16:creationId xmlns:a16="http://schemas.microsoft.com/office/drawing/2014/main" id="{D37CE468-AE22-47F2-89C4-9BB912A94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436" y="3558084"/>
            <a:ext cx="3581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0000FF"/>
                </a:solidFill>
              </a:rPr>
              <a:t>positive</a:t>
            </a: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6F81424F-4170-4B90-B518-099B143C0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729" y="4429448"/>
            <a:ext cx="56517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A ___________ correlation occurs when one variable increases and the other variable decreases.</a:t>
            </a:r>
          </a:p>
        </p:txBody>
      </p:sp>
      <p:sp>
        <p:nvSpPr>
          <p:cNvPr id="21" name="Text Box 9">
            <a:extLst>
              <a:ext uri="{FF2B5EF4-FFF2-40B4-BE49-F238E27FC236}">
                <a16:creationId xmlns:a16="http://schemas.microsoft.com/office/drawing/2014/main" id="{594C9712-F656-4722-9122-83E538706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436" y="4379363"/>
            <a:ext cx="3581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0000FF"/>
                </a:solidFill>
              </a:rPr>
              <a:t>negative</a:t>
            </a: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78A3D43A-B3E0-46B6-BC23-7E4F4D4A3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320" y="5257871"/>
            <a:ext cx="571615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If the data points are randomly scattered there is _______ or </a:t>
            </a:r>
            <a:r>
              <a:rPr lang="en-US" altLang="en-US" dirty="0">
                <a:solidFill>
                  <a:srgbClr val="0000FF"/>
                </a:solidFill>
              </a:rPr>
              <a:t>no</a:t>
            </a:r>
            <a:r>
              <a:rPr lang="en-US" altLang="en-US" dirty="0"/>
              <a:t> correlation.</a:t>
            </a: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1868EF34-3E88-46BE-B77B-AA956E356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7655" y="5539935"/>
            <a:ext cx="1676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0000FF"/>
                </a:solidFill>
              </a:rPr>
              <a:t>little</a:t>
            </a:r>
          </a:p>
        </p:txBody>
      </p:sp>
    </p:spTree>
    <p:extLst>
      <p:ext uri="{BB962C8B-B14F-4D97-AF65-F5344CB8AC3E}">
        <p14:creationId xmlns:p14="http://schemas.microsoft.com/office/powerpoint/2010/main" val="19726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0" grpId="0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7" y="404667"/>
            <a:ext cx="22920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1063439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is correlation?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4" y="2086158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PSMT" charset="0"/>
              </a:rPr>
              <a:t>What is Correlation?  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95639" y="2132327"/>
            <a:ext cx="5849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correlation indicates a relationship between two variables 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1972" y="2897314"/>
            <a:ext cx="2505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types </a:t>
            </a:r>
            <a:r>
              <a:rPr lang="en-US"/>
              <a:t>of relationships?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6" y="2660439"/>
            <a:ext cx="5041900" cy="1968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39071" y="51985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313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7" y="404667"/>
            <a:ext cx="22920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1063439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is correlation?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4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PSMT" charset="0"/>
              </a:rPr>
              <a:t>   </a:t>
            </a:r>
            <a:endParaRPr lang="en-US" dirty="0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DCB07797-35BC-47E6-B5BF-982625788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2099339"/>
            <a:ext cx="7753350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5455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7" y="404667"/>
            <a:ext cx="22920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Bivariate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1063439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is correlation?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125604" y="2086157"/>
            <a:ext cx="2358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NewRomanPSMT" charset="0"/>
              </a:rPr>
              <a:t>  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36" y="2451100"/>
            <a:ext cx="8070403" cy="194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73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5">
            <a:extLst>
              <a:ext uri="{FF2B5EF4-FFF2-40B4-BE49-F238E27FC236}">
                <a16:creationId xmlns:a16="http://schemas.microsoft.com/office/drawing/2014/main" id="{5140CACF-C44E-4F27-9454-9B22C46739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609600"/>
            <a:ext cx="906780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9219" name="Line 6">
            <a:extLst>
              <a:ext uri="{FF2B5EF4-FFF2-40B4-BE49-F238E27FC236}">
                <a16:creationId xmlns:a16="http://schemas.microsoft.com/office/drawing/2014/main" id="{5475245F-2C9C-4891-89E6-8266C2E610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650" y="609600"/>
            <a:ext cx="1588" cy="20145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9220" name="Line 7">
            <a:extLst>
              <a:ext uri="{FF2B5EF4-FFF2-40B4-BE49-F238E27FC236}">
                <a16:creationId xmlns:a16="http://schemas.microsoft.com/office/drawing/2014/main" id="{5F405044-2805-4CA6-91C6-8CFB3CC38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" y="2624138"/>
            <a:ext cx="151130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9221" name="Line 8">
            <a:extLst>
              <a:ext uri="{FF2B5EF4-FFF2-40B4-BE49-F238E27FC236}">
                <a16:creationId xmlns:a16="http://schemas.microsoft.com/office/drawing/2014/main" id="{7AC1864B-12AF-4945-9F1C-67A99C551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8250" y="2624138"/>
            <a:ext cx="1700213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9222" name="Line 9">
            <a:extLst>
              <a:ext uri="{FF2B5EF4-FFF2-40B4-BE49-F238E27FC236}">
                <a16:creationId xmlns:a16="http://schemas.microsoft.com/office/drawing/2014/main" id="{EAAD1E0E-109A-4414-A64C-88CEB672AE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33800" y="685800"/>
            <a:ext cx="44450" cy="1938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9223" name="Line 10">
            <a:extLst>
              <a:ext uri="{FF2B5EF4-FFF2-40B4-BE49-F238E27FC236}">
                <a16:creationId xmlns:a16="http://schemas.microsoft.com/office/drawing/2014/main" id="{DB7F1CE0-F358-445E-B5D1-B4138947C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0850" y="2624138"/>
            <a:ext cx="1700213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9224" name="Line 11">
            <a:extLst>
              <a:ext uri="{FF2B5EF4-FFF2-40B4-BE49-F238E27FC236}">
                <a16:creationId xmlns:a16="http://schemas.microsoft.com/office/drawing/2014/main" id="{4A253B5F-381E-4BB6-AA65-BAE259B2D4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0850" y="609600"/>
            <a:ext cx="1588" cy="20145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9256" name="Object 40">
            <a:extLst>
              <a:ext uri="{FF2B5EF4-FFF2-40B4-BE49-F238E27FC236}">
                <a16:creationId xmlns:a16="http://schemas.microsoft.com/office/drawing/2014/main" id="{94F33348-F660-4980-B0A0-5164DA5DF5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981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14102" imgH="126780" progId="Equation.DSMT4">
                  <p:embed/>
                </p:oleObj>
              </mc:Choice>
              <mc:Fallback>
                <p:oleObj name="Equation" r:id="rId3" imgW="114102" imgH="126780" progId="Equation.DSMT4">
                  <p:embed/>
                  <p:pic>
                    <p:nvPicPr>
                      <p:cNvPr id="9256" name="Object 40">
                        <a:extLst>
                          <a:ext uri="{FF2B5EF4-FFF2-40B4-BE49-F238E27FC236}">
                            <a16:creationId xmlns:a16="http://schemas.microsoft.com/office/drawing/2014/main" id="{94F33348-F660-4980-B0A0-5164DA5DF5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81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9" name="Object 53">
            <a:extLst>
              <a:ext uri="{FF2B5EF4-FFF2-40B4-BE49-F238E27FC236}">
                <a16:creationId xmlns:a16="http://schemas.microsoft.com/office/drawing/2014/main" id="{ECDF1644-90B3-4D21-8641-DB45C0A7A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676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114102" imgH="126780" progId="Equation.DSMT4">
                  <p:embed/>
                </p:oleObj>
              </mc:Choice>
              <mc:Fallback>
                <p:oleObj name="Equation" r:id="rId5" imgW="114102" imgH="126780" progId="Equation.DSMT4">
                  <p:embed/>
                  <p:pic>
                    <p:nvPicPr>
                      <p:cNvPr id="9269" name="Object 53">
                        <a:extLst>
                          <a:ext uri="{FF2B5EF4-FFF2-40B4-BE49-F238E27FC236}">
                            <a16:creationId xmlns:a16="http://schemas.microsoft.com/office/drawing/2014/main" id="{ECDF1644-90B3-4D21-8641-DB45C0A7A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676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76" name="Object 60">
            <a:extLst>
              <a:ext uri="{FF2B5EF4-FFF2-40B4-BE49-F238E27FC236}">
                <a16:creationId xmlns:a16="http://schemas.microsoft.com/office/drawing/2014/main" id="{AF04F718-D9D7-43E4-8B58-C5B05C3CC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209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6" imgW="114102" imgH="126780" progId="Equation.DSMT4">
                  <p:embed/>
                </p:oleObj>
              </mc:Choice>
              <mc:Fallback>
                <p:oleObj name="Equation" r:id="rId6" imgW="114102" imgH="126780" progId="Equation.DSMT4">
                  <p:embed/>
                  <p:pic>
                    <p:nvPicPr>
                      <p:cNvPr id="9276" name="Object 60">
                        <a:extLst>
                          <a:ext uri="{FF2B5EF4-FFF2-40B4-BE49-F238E27FC236}">
                            <a16:creationId xmlns:a16="http://schemas.microsoft.com/office/drawing/2014/main" id="{AF04F718-D9D7-43E4-8B58-C5B05C3CCF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09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77" name="Object 61">
            <a:extLst>
              <a:ext uri="{FF2B5EF4-FFF2-40B4-BE49-F238E27FC236}">
                <a16:creationId xmlns:a16="http://schemas.microsoft.com/office/drawing/2014/main" id="{93A7CF0C-EC9F-4375-987A-A1B7A6D533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447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7" imgW="114102" imgH="126780" progId="Equation.DSMT4">
                  <p:embed/>
                </p:oleObj>
              </mc:Choice>
              <mc:Fallback>
                <p:oleObj name="Equation" r:id="rId7" imgW="114102" imgH="126780" progId="Equation.DSMT4">
                  <p:embed/>
                  <p:pic>
                    <p:nvPicPr>
                      <p:cNvPr id="9277" name="Object 61">
                        <a:extLst>
                          <a:ext uri="{FF2B5EF4-FFF2-40B4-BE49-F238E27FC236}">
                            <a16:creationId xmlns:a16="http://schemas.microsoft.com/office/drawing/2014/main" id="{93A7CF0C-EC9F-4375-987A-A1B7A6D533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78" name="Object 62">
            <a:extLst>
              <a:ext uri="{FF2B5EF4-FFF2-40B4-BE49-F238E27FC236}">
                <a16:creationId xmlns:a16="http://schemas.microsoft.com/office/drawing/2014/main" id="{8B032B00-3015-4B15-B764-9A61A97CA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1219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8" imgW="114102" imgH="126780" progId="Equation.DSMT4">
                  <p:embed/>
                </p:oleObj>
              </mc:Choice>
              <mc:Fallback>
                <p:oleObj name="Equation" r:id="rId8" imgW="114102" imgH="126780" progId="Equation.DSMT4">
                  <p:embed/>
                  <p:pic>
                    <p:nvPicPr>
                      <p:cNvPr id="9278" name="Object 62">
                        <a:extLst>
                          <a:ext uri="{FF2B5EF4-FFF2-40B4-BE49-F238E27FC236}">
                            <a16:creationId xmlns:a16="http://schemas.microsoft.com/office/drawing/2014/main" id="{8B032B00-3015-4B15-B764-9A61A97CAE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19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79" name="Object 63">
            <a:extLst>
              <a:ext uri="{FF2B5EF4-FFF2-40B4-BE49-F238E27FC236}">
                <a16:creationId xmlns:a16="http://schemas.microsoft.com/office/drawing/2014/main" id="{280D3887-8852-488E-BAB3-C994337A42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295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9" imgW="114102" imgH="126780" progId="Equation.DSMT4">
                  <p:embed/>
                </p:oleObj>
              </mc:Choice>
              <mc:Fallback>
                <p:oleObj name="Equation" r:id="rId9" imgW="114102" imgH="126780" progId="Equation.DSMT4">
                  <p:embed/>
                  <p:pic>
                    <p:nvPicPr>
                      <p:cNvPr id="9279" name="Object 63">
                        <a:extLst>
                          <a:ext uri="{FF2B5EF4-FFF2-40B4-BE49-F238E27FC236}">
                            <a16:creationId xmlns:a16="http://schemas.microsoft.com/office/drawing/2014/main" id="{280D3887-8852-488E-BAB3-C994337A42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295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80" name="Object 64">
            <a:extLst>
              <a:ext uri="{FF2B5EF4-FFF2-40B4-BE49-F238E27FC236}">
                <a16:creationId xmlns:a16="http://schemas.microsoft.com/office/drawing/2014/main" id="{600C0FA5-1FC3-466E-A96A-BB0D245802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1295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10" imgW="114102" imgH="126780" progId="Equation.DSMT4">
                  <p:embed/>
                </p:oleObj>
              </mc:Choice>
              <mc:Fallback>
                <p:oleObj name="Equation" r:id="rId10" imgW="114102" imgH="126780" progId="Equation.DSMT4">
                  <p:embed/>
                  <p:pic>
                    <p:nvPicPr>
                      <p:cNvPr id="9280" name="Object 64">
                        <a:extLst>
                          <a:ext uri="{FF2B5EF4-FFF2-40B4-BE49-F238E27FC236}">
                            <a16:creationId xmlns:a16="http://schemas.microsoft.com/office/drawing/2014/main" id="{600C0FA5-1FC3-466E-A96A-BB0D245802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95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81" name="Object 65">
            <a:extLst>
              <a:ext uri="{FF2B5EF4-FFF2-40B4-BE49-F238E27FC236}">
                <a16:creationId xmlns:a16="http://schemas.microsoft.com/office/drawing/2014/main" id="{5528A6AE-98A8-4001-BB80-3B4AC1DF60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447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11" imgW="114102" imgH="126780" progId="Equation.DSMT4">
                  <p:embed/>
                </p:oleObj>
              </mc:Choice>
              <mc:Fallback>
                <p:oleObj name="Equation" r:id="rId11" imgW="114102" imgH="126780" progId="Equation.DSMT4">
                  <p:embed/>
                  <p:pic>
                    <p:nvPicPr>
                      <p:cNvPr id="9281" name="Object 65">
                        <a:extLst>
                          <a:ext uri="{FF2B5EF4-FFF2-40B4-BE49-F238E27FC236}">
                            <a16:creationId xmlns:a16="http://schemas.microsoft.com/office/drawing/2014/main" id="{5528A6AE-98A8-4001-BB80-3B4AC1DF60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447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82" name="Object 66">
            <a:extLst>
              <a:ext uri="{FF2B5EF4-FFF2-40B4-BE49-F238E27FC236}">
                <a16:creationId xmlns:a16="http://schemas.microsoft.com/office/drawing/2014/main" id="{F6B561A5-73DB-409A-86F1-FD3A992F5F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762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12" imgW="114102" imgH="126780" progId="Equation.DSMT4">
                  <p:embed/>
                </p:oleObj>
              </mc:Choice>
              <mc:Fallback>
                <p:oleObj name="Equation" r:id="rId12" imgW="114102" imgH="126780" progId="Equation.DSMT4">
                  <p:embed/>
                  <p:pic>
                    <p:nvPicPr>
                      <p:cNvPr id="9282" name="Object 66">
                        <a:extLst>
                          <a:ext uri="{FF2B5EF4-FFF2-40B4-BE49-F238E27FC236}">
                            <a16:creationId xmlns:a16="http://schemas.microsoft.com/office/drawing/2014/main" id="{F6B561A5-73DB-409A-86F1-FD3A992F5F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762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1" name="Object 75">
            <a:extLst>
              <a:ext uri="{FF2B5EF4-FFF2-40B4-BE49-F238E27FC236}">
                <a16:creationId xmlns:a16="http://schemas.microsoft.com/office/drawing/2014/main" id="{31F30407-BF25-4E00-8A01-48D86362C9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914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13" imgW="114102" imgH="126780" progId="Equation.DSMT4">
                  <p:embed/>
                </p:oleObj>
              </mc:Choice>
              <mc:Fallback>
                <p:oleObj name="Equation" r:id="rId13" imgW="114102" imgH="126780" progId="Equation.DSMT4">
                  <p:embed/>
                  <p:pic>
                    <p:nvPicPr>
                      <p:cNvPr id="9291" name="Object 75">
                        <a:extLst>
                          <a:ext uri="{FF2B5EF4-FFF2-40B4-BE49-F238E27FC236}">
                            <a16:creationId xmlns:a16="http://schemas.microsoft.com/office/drawing/2014/main" id="{31F30407-BF25-4E00-8A01-48D86362C9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914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5" name="Object 79">
            <a:extLst>
              <a:ext uri="{FF2B5EF4-FFF2-40B4-BE49-F238E27FC236}">
                <a16:creationId xmlns:a16="http://schemas.microsoft.com/office/drawing/2014/main" id="{8F71E37C-19C4-4689-B5BB-A0F2A5A72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1066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14" imgW="114102" imgH="126780" progId="Equation.DSMT4">
                  <p:embed/>
                </p:oleObj>
              </mc:Choice>
              <mc:Fallback>
                <p:oleObj name="Equation" r:id="rId14" imgW="114102" imgH="126780" progId="Equation.DSMT4">
                  <p:embed/>
                  <p:pic>
                    <p:nvPicPr>
                      <p:cNvPr id="9295" name="Object 79">
                        <a:extLst>
                          <a:ext uri="{FF2B5EF4-FFF2-40B4-BE49-F238E27FC236}">
                            <a16:creationId xmlns:a16="http://schemas.microsoft.com/office/drawing/2014/main" id="{8F71E37C-19C4-4689-B5BB-A0F2A5A722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066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6" name="Object 80">
            <a:extLst>
              <a:ext uri="{FF2B5EF4-FFF2-40B4-BE49-F238E27FC236}">
                <a16:creationId xmlns:a16="http://schemas.microsoft.com/office/drawing/2014/main" id="{36644DAE-9EC4-4C09-8262-0322EBDC1E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990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15" imgW="114102" imgH="126780" progId="Equation.DSMT4">
                  <p:embed/>
                </p:oleObj>
              </mc:Choice>
              <mc:Fallback>
                <p:oleObj name="Equation" r:id="rId15" imgW="114102" imgH="126780" progId="Equation.DSMT4">
                  <p:embed/>
                  <p:pic>
                    <p:nvPicPr>
                      <p:cNvPr id="9296" name="Object 80">
                        <a:extLst>
                          <a:ext uri="{FF2B5EF4-FFF2-40B4-BE49-F238E27FC236}">
                            <a16:creationId xmlns:a16="http://schemas.microsoft.com/office/drawing/2014/main" id="{36644DAE-9EC4-4C09-8262-0322EBDC1E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990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7" name="Object 81">
            <a:extLst>
              <a:ext uri="{FF2B5EF4-FFF2-40B4-BE49-F238E27FC236}">
                <a16:creationId xmlns:a16="http://schemas.microsoft.com/office/drawing/2014/main" id="{B50B5B23-2149-44CF-94E5-2B6CB5EE3E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1371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16" imgW="114102" imgH="126780" progId="Equation.DSMT4">
                  <p:embed/>
                </p:oleObj>
              </mc:Choice>
              <mc:Fallback>
                <p:oleObj name="Equation" r:id="rId16" imgW="114102" imgH="126780" progId="Equation.DSMT4">
                  <p:embed/>
                  <p:pic>
                    <p:nvPicPr>
                      <p:cNvPr id="9297" name="Object 81">
                        <a:extLst>
                          <a:ext uri="{FF2B5EF4-FFF2-40B4-BE49-F238E27FC236}">
                            <a16:creationId xmlns:a16="http://schemas.microsoft.com/office/drawing/2014/main" id="{B50B5B23-2149-44CF-94E5-2B6CB5EE3E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371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8" name="Object 82">
            <a:extLst>
              <a:ext uri="{FF2B5EF4-FFF2-40B4-BE49-F238E27FC236}">
                <a16:creationId xmlns:a16="http://schemas.microsoft.com/office/drawing/2014/main" id="{DA408B6A-978A-467D-8529-C641B19C53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1600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17" imgW="114102" imgH="126780" progId="Equation.DSMT4">
                  <p:embed/>
                </p:oleObj>
              </mc:Choice>
              <mc:Fallback>
                <p:oleObj name="Equation" r:id="rId17" imgW="114102" imgH="126780" progId="Equation.DSMT4">
                  <p:embed/>
                  <p:pic>
                    <p:nvPicPr>
                      <p:cNvPr id="9298" name="Object 82">
                        <a:extLst>
                          <a:ext uri="{FF2B5EF4-FFF2-40B4-BE49-F238E27FC236}">
                            <a16:creationId xmlns:a16="http://schemas.microsoft.com/office/drawing/2014/main" id="{DA408B6A-978A-467D-8529-C641B19C53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600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9" name="Object 83">
            <a:extLst>
              <a:ext uri="{FF2B5EF4-FFF2-40B4-BE49-F238E27FC236}">
                <a16:creationId xmlns:a16="http://schemas.microsoft.com/office/drawing/2014/main" id="{776C72EC-BF1E-4C2E-8D90-FD590CA55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914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18" imgW="114102" imgH="126780" progId="Equation.DSMT4">
                  <p:embed/>
                </p:oleObj>
              </mc:Choice>
              <mc:Fallback>
                <p:oleObj name="Equation" r:id="rId18" imgW="114102" imgH="126780" progId="Equation.DSMT4">
                  <p:embed/>
                  <p:pic>
                    <p:nvPicPr>
                      <p:cNvPr id="9299" name="Object 83">
                        <a:extLst>
                          <a:ext uri="{FF2B5EF4-FFF2-40B4-BE49-F238E27FC236}">
                            <a16:creationId xmlns:a16="http://schemas.microsoft.com/office/drawing/2014/main" id="{776C72EC-BF1E-4C2E-8D90-FD590CA553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914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0" name="Object 84">
            <a:extLst>
              <a:ext uri="{FF2B5EF4-FFF2-40B4-BE49-F238E27FC236}">
                <a16:creationId xmlns:a16="http://schemas.microsoft.com/office/drawing/2014/main" id="{5170B805-39AE-4AFA-9D47-C52B1D49BA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1752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19" imgW="114102" imgH="126780" progId="Equation.DSMT4">
                  <p:embed/>
                </p:oleObj>
              </mc:Choice>
              <mc:Fallback>
                <p:oleObj name="Equation" r:id="rId19" imgW="114102" imgH="126780" progId="Equation.DSMT4">
                  <p:embed/>
                  <p:pic>
                    <p:nvPicPr>
                      <p:cNvPr id="9300" name="Object 84">
                        <a:extLst>
                          <a:ext uri="{FF2B5EF4-FFF2-40B4-BE49-F238E27FC236}">
                            <a16:creationId xmlns:a16="http://schemas.microsoft.com/office/drawing/2014/main" id="{5170B805-39AE-4AFA-9D47-C52B1D49BA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752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1" name="Object 85">
            <a:extLst>
              <a:ext uri="{FF2B5EF4-FFF2-40B4-BE49-F238E27FC236}">
                <a16:creationId xmlns:a16="http://schemas.microsoft.com/office/drawing/2014/main" id="{773FC873-3A6A-4A6E-BE88-832F4EDCC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752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Equation" r:id="rId20" imgW="114102" imgH="126780" progId="Equation.DSMT4">
                  <p:embed/>
                </p:oleObj>
              </mc:Choice>
              <mc:Fallback>
                <p:oleObj name="Equation" r:id="rId20" imgW="114102" imgH="126780" progId="Equation.DSMT4">
                  <p:embed/>
                  <p:pic>
                    <p:nvPicPr>
                      <p:cNvPr id="9301" name="Object 85">
                        <a:extLst>
                          <a:ext uri="{FF2B5EF4-FFF2-40B4-BE49-F238E27FC236}">
                            <a16:creationId xmlns:a16="http://schemas.microsoft.com/office/drawing/2014/main" id="{773FC873-3A6A-4A6E-BE88-832F4EDCC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752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2" name="Object 86">
            <a:extLst>
              <a:ext uri="{FF2B5EF4-FFF2-40B4-BE49-F238E27FC236}">
                <a16:creationId xmlns:a16="http://schemas.microsoft.com/office/drawing/2014/main" id="{709BE5BB-9D94-4295-8A2E-86759E591D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133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Equation" r:id="rId21" imgW="114102" imgH="126780" progId="Equation.DSMT4">
                  <p:embed/>
                </p:oleObj>
              </mc:Choice>
              <mc:Fallback>
                <p:oleObj name="Equation" r:id="rId21" imgW="114102" imgH="126780" progId="Equation.DSMT4">
                  <p:embed/>
                  <p:pic>
                    <p:nvPicPr>
                      <p:cNvPr id="9302" name="Object 86">
                        <a:extLst>
                          <a:ext uri="{FF2B5EF4-FFF2-40B4-BE49-F238E27FC236}">
                            <a16:creationId xmlns:a16="http://schemas.microsoft.com/office/drawing/2014/main" id="{709BE5BB-9D94-4295-8A2E-86759E591D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133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3" name="Object 87">
            <a:extLst>
              <a:ext uri="{FF2B5EF4-FFF2-40B4-BE49-F238E27FC236}">
                <a16:creationId xmlns:a16="http://schemas.microsoft.com/office/drawing/2014/main" id="{6003C79A-3A18-4BA4-82C8-C9095F73EC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1219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Equation" r:id="rId22" imgW="114102" imgH="126780" progId="Equation.DSMT4">
                  <p:embed/>
                </p:oleObj>
              </mc:Choice>
              <mc:Fallback>
                <p:oleObj name="Equation" r:id="rId22" imgW="114102" imgH="126780" progId="Equation.DSMT4">
                  <p:embed/>
                  <p:pic>
                    <p:nvPicPr>
                      <p:cNvPr id="9303" name="Object 87">
                        <a:extLst>
                          <a:ext uri="{FF2B5EF4-FFF2-40B4-BE49-F238E27FC236}">
                            <a16:creationId xmlns:a16="http://schemas.microsoft.com/office/drawing/2014/main" id="{6003C79A-3A18-4BA4-82C8-C9095F73E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219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4" name="Object 88">
            <a:extLst>
              <a:ext uri="{FF2B5EF4-FFF2-40B4-BE49-F238E27FC236}">
                <a16:creationId xmlns:a16="http://schemas.microsoft.com/office/drawing/2014/main" id="{F1DBF060-82A9-4FCD-B385-C1CAF84839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2133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23" imgW="114102" imgH="126780" progId="Equation.DSMT4">
                  <p:embed/>
                </p:oleObj>
              </mc:Choice>
              <mc:Fallback>
                <p:oleObj name="Equation" r:id="rId23" imgW="114102" imgH="126780" progId="Equation.DSMT4">
                  <p:embed/>
                  <p:pic>
                    <p:nvPicPr>
                      <p:cNvPr id="9304" name="Object 88">
                        <a:extLst>
                          <a:ext uri="{FF2B5EF4-FFF2-40B4-BE49-F238E27FC236}">
                            <a16:creationId xmlns:a16="http://schemas.microsoft.com/office/drawing/2014/main" id="{F1DBF060-82A9-4FCD-B385-C1CAF84839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133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5" name="Object 89">
            <a:extLst>
              <a:ext uri="{FF2B5EF4-FFF2-40B4-BE49-F238E27FC236}">
                <a16:creationId xmlns:a16="http://schemas.microsoft.com/office/drawing/2014/main" id="{E39C8C1F-1EB2-413A-9F02-D44E27DB7D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1219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Equation" r:id="rId24" imgW="114102" imgH="126780" progId="Equation.DSMT4">
                  <p:embed/>
                </p:oleObj>
              </mc:Choice>
              <mc:Fallback>
                <p:oleObj name="Equation" r:id="rId24" imgW="114102" imgH="126780" progId="Equation.DSMT4">
                  <p:embed/>
                  <p:pic>
                    <p:nvPicPr>
                      <p:cNvPr id="9305" name="Object 89">
                        <a:extLst>
                          <a:ext uri="{FF2B5EF4-FFF2-40B4-BE49-F238E27FC236}">
                            <a16:creationId xmlns:a16="http://schemas.microsoft.com/office/drawing/2014/main" id="{E39C8C1F-1EB2-413A-9F02-D44E27DB7D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1219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6" name="Object 90">
            <a:extLst>
              <a:ext uri="{FF2B5EF4-FFF2-40B4-BE49-F238E27FC236}">
                <a16:creationId xmlns:a16="http://schemas.microsoft.com/office/drawing/2014/main" id="{6A2590C3-C1D5-48BB-AE1F-2C98570806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1828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25" imgW="114102" imgH="126780" progId="Equation.DSMT4">
                  <p:embed/>
                </p:oleObj>
              </mc:Choice>
              <mc:Fallback>
                <p:oleObj name="Equation" r:id="rId25" imgW="114102" imgH="126780" progId="Equation.DSMT4">
                  <p:embed/>
                  <p:pic>
                    <p:nvPicPr>
                      <p:cNvPr id="9306" name="Object 90">
                        <a:extLst>
                          <a:ext uri="{FF2B5EF4-FFF2-40B4-BE49-F238E27FC236}">
                            <a16:creationId xmlns:a16="http://schemas.microsoft.com/office/drawing/2014/main" id="{6A2590C3-C1D5-48BB-AE1F-2C98570806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1828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7" name="Object 91">
            <a:extLst>
              <a:ext uri="{FF2B5EF4-FFF2-40B4-BE49-F238E27FC236}">
                <a16:creationId xmlns:a16="http://schemas.microsoft.com/office/drawing/2014/main" id="{7085FD4A-AEB0-47A9-8EE0-37326E10F2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1295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Equation" r:id="rId26" imgW="114102" imgH="126780" progId="Equation.DSMT4">
                  <p:embed/>
                </p:oleObj>
              </mc:Choice>
              <mc:Fallback>
                <p:oleObj name="Equation" r:id="rId26" imgW="114102" imgH="126780" progId="Equation.DSMT4">
                  <p:embed/>
                  <p:pic>
                    <p:nvPicPr>
                      <p:cNvPr id="9307" name="Object 91">
                        <a:extLst>
                          <a:ext uri="{FF2B5EF4-FFF2-40B4-BE49-F238E27FC236}">
                            <a16:creationId xmlns:a16="http://schemas.microsoft.com/office/drawing/2014/main" id="{7085FD4A-AEB0-47A9-8EE0-37326E10F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1295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8" name="Object 92">
            <a:extLst>
              <a:ext uri="{FF2B5EF4-FFF2-40B4-BE49-F238E27FC236}">
                <a16:creationId xmlns:a16="http://schemas.microsoft.com/office/drawing/2014/main" id="{6DD17957-7F83-4A08-BEFA-3D8999F903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0" y="1600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27" imgW="114102" imgH="126780" progId="Equation.DSMT4">
                  <p:embed/>
                </p:oleObj>
              </mc:Choice>
              <mc:Fallback>
                <p:oleObj name="Equation" r:id="rId27" imgW="114102" imgH="126780" progId="Equation.DSMT4">
                  <p:embed/>
                  <p:pic>
                    <p:nvPicPr>
                      <p:cNvPr id="9308" name="Object 92">
                        <a:extLst>
                          <a:ext uri="{FF2B5EF4-FFF2-40B4-BE49-F238E27FC236}">
                            <a16:creationId xmlns:a16="http://schemas.microsoft.com/office/drawing/2014/main" id="{6DD17957-7F83-4A08-BEFA-3D8999F903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1600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9" name="Object 93">
            <a:extLst>
              <a:ext uri="{FF2B5EF4-FFF2-40B4-BE49-F238E27FC236}">
                <a16:creationId xmlns:a16="http://schemas.microsoft.com/office/drawing/2014/main" id="{65FBEB66-155B-457C-A2C6-ED39F37A81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2057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Equation" r:id="rId28" imgW="114102" imgH="126780" progId="Equation.DSMT4">
                  <p:embed/>
                </p:oleObj>
              </mc:Choice>
              <mc:Fallback>
                <p:oleObj name="Equation" r:id="rId28" imgW="114102" imgH="126780" progId="Equation.DSMT4">
                  <p:embed/>
                  <p:pic>
                    <p:nvPicPr>
                      <p:cNvPr id="9309" name="Object 93">
                        <a:extLst>
                          <a:ext uri="{FF2B5EF4-FFF2-40B4-BE49-F238E27FC236}">
                            <a16:creationId xmlns:a16="http://schemas.microsoft.com/office/drawing/2014/main" id="{65FBEB66-155B-457C-A2C6-ED39F37A81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057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0" name="Object 94">
            <a:extLst>
              <a:ext uri="{FF2B5EF4-FFF2-40B4-BE49-F238E27FC236}">
                <a16:creationId xmlns:a16="http://schemas.microsoft.com/office/drawing/2014/main" id="{426F96A9-E867-4A51-8D20-8ED6CA941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1600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Equation" r:id="rId29" imgW="114102" imgH="126780" progId="Equation.DSMT4">
                  <p:embed/>
                </p:oleObj>
              </mc:Choice>
              <mc:Fallback>
                <p:oleObj name="Equation" r:id="rId29" imgW="114102" imgH="126780" progId="Equation.DSMT4">
                  <p:embed/>
                  <p:pic>
                    <p:nvPicPr>
                      <p:cNvPr id="9310" name="Object 94">
                        <a:extLst>
                          <a:ext uri="{FF2B5EF4-FFF2-40B4-BE49-F238E27FC236}">
                            <a16:creationId xmlns:a16="http://schemas.microsoft.com/office/drawing/2014/main" id="{426F96A9-E867-4A51-8D20-8ED6CA941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600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1" name="Text Box 95">
            <a:extLst>
              <a:ext uri="{FF2B5EF4-FFF2-40B4-BE49-F238E27FC236}">
                <a16:creationId xmlns:a16="http://schemas.microsoft.com/office/drawing/2014/main" id="{33497F1E-CAF2-46A6-9E29-3E319FBBE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895600"/>
            <a:ext cx="2286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000" b="1">
                <a:solidFill>
                  <a:srgbClr val="CC0066"/>
                </a:solidFill>
                <a:latin typeface="Batang" panose="020B0503020000020004" pitchFamily="18" charset="-127"/>
              </a:rPr>
              <a:t>Positive correlation</a:t>
            </a:r>
          </a:p>
        </p:txBody>
      </p:sp>
      <p:sp>
        <p:nvSpPr>
          <p:cNvPr id="9312" name="Text Box 96">
            <a:extLst>
              <a:ext uri="{FF2B5EF4-FFF2-40B4-BE49-F238E27FC236}">
                <a16:creationId xmlns:a16="http://schemas.microsoft.com/office/drawing/2014/main" id="{B16C29D8-14C8-40D7-B645-4D337B97F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895600"/>
            <a:ext cx="2209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000" b="1">
                <a:solidFill>
                  <a:srgbClr val="CC0066"/>
                </a:solidFill>
                <a:latin typeface="Batang" panose="020B0503020000020004" pitchFamily="18" charset="-127"/>
              </a:rPr>
              <a:t>Negative correlation</a:t>
            </a:r>
          </a:p>
        </p:txBody>
      </p:sp>
      <p:sp>
        <p:nvSpPr>
          <p:cNvPr id="9313" name="Text Box 97">
            <a:extLst>
              <a:ext uri="{FF2B5EF4-FFF2-40B4-BE49-F238E27FC236}">
                <a16:creationId xmlns:a16="http://schemas.microsoft.com/office/drawing/2014/main" id="{4A99C0DD-C587-4A74-9E21-E901F4832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971800"/>
            <a:ext cx="22098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000" b="1">
                <a:solidFill>
                  <a:srgbClr val="CC0066"/>
                </a:solidFill>
                <a:latin typeface="Batang" panose="020B0503020000020004" pitchFamily="18" charset="-127"/>
              </a:rPr>
              <a:t>little or no correlation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9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9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9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9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9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1" grpId="0"/>
      <p:bldP spid="9312" grpId="0"/>
      <p:bldP spid="93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7B45C38-15C0-4958-97F5-F681AF07E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u="sng">
                <a:effectLst>
                  <a:outerShdw blurRad="38100" dist="38100" dir="2700000" algn="tl">
                    <a:srgbClr val="FFFFFF"/>
                  </a:outerShdw>
                </a:effectLst>
              </a:rPr>
              <a:t>Positive Correlation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1E83F7B-0832-4CF4-8354-47E25A0E928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6781800" cy="4525963"/>
          </a:xfrm>
        </p:spPr>
        <p:txBody>
          <a:bodyPr/>
          <a:lstStyle/>
          <a:p>
            <a:pPr eaLnBrk="1" hangingPunct="1"/>
            <a:r>
              <a:rPr lang="en-US" altLang="en-US" sz="2800"/>
              <a:t>If you look at the age of a child and the child’s height, you will find that as the child gets older, the child gets taller. Because both are going up, it is positive correlation.</a:t>
            </a:r>
          </a:p>
        </p:txBody>
      </p:sp>
      <p:graphicFrame>
        <p:nvGraphicFramePr>
          <p:cNvPr id="6187" name="Group 43">
            <a:extLst>
              <a:ext uri="{FF2B5EF4-FFF2-40B4-BE49-F238E27FC236}">
                <a16:creationId xmlns:a16="http://schemas.microsoft.com/office/drawing/2014/main" id="{47268839-7C1E-49E4-B40B-82E5C440DFE7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228600" y="5181600"/>
          <a:ext cx="8382000" cy="1036638"/>
        </p:xfrm>
        <a:graphic>
          <a:graphicData uri="http://schemas.openxmlformats.org/drawingml/2006/table">
            <a:tbl>
              <a:tblPr/>
              <a:tblGrid>
                <a:gridCol w="131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1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1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18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Age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Height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47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276" name="Picture 39" descr="MPj04284930000[1]">
            <a:extLst>
              <a:ext uri="{FF2B5EF4-FFF2-40B4-BE49-F238E27FC236}">
                <a16:creationId xmlns:a16="http://schemas.microsoft.com/office/drawing/2014/main" id="{0258F083-C9EE-4C75-9DA7-B66A13EF6E5A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86600" y="2590800"/>
            <a:ext cx="1455738" cy="2187575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A43C14B-5A27-4A84-98FC-ACCD9B12D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u="sng">
                <a:effectLst>
                  <a:outerShdw blurRad="38100" dist="38100" dir="2700000" algn="tl">
                    <a:srgbClr val="FFFFFF"/>
                  </a:outerShdw>
                </a:effectLst>
              </a:rPr>
              <a:t>Negative Correlation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27F0FD8-A50F-4CC1-8EC7-777F50166B6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924800" cy="4525963"/>
          </a:xfrm>
        </p:spPr>
        <p:txBody>
          <a:bodyPr/>
          <a:lstStyle/>
          <a:p>
            <a:pPr eaLnBrk="1" hangingPunct="1"/>
            <a:r>
              <a:rPr lang="en-US" altLang="en-US" sz="2800"/>
              <a:t>If you look at the age of your family’s car and its value, you will find as the car gets older, the car is worth less. This is negative correlation.</a:t>
            </a:r>
          </a:p>
        </p:txBody>
      </p:sp>
      <p:graphicFrame>
        <p:nvGraphicFramePr>
          <p:cNvPr id="10272" name="Group 32">
            <a:extLst>
              <a:ext uri="{FF2B5EF4-FFF2-40B4-BE49-F238E27FC236}">
                <a16:creationId xmlns:a16="http://schemas.microsoft.com/office/drawing/2014/main" id="{9F90F7FC-AFE5-41BB-B2AE-A7FD98152891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304800" y="4191000"/>
          <a:ext cx="8153400" cy="2185988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93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Age of car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$30,000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$27,000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$23,500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$18,700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$15,350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291" name="Picture 29" descr="MPj04285760000[1]">
            <a:extLst>
              <a:ext uri="{FF2B5EF4-FFF2-40B4-BE49-F238E27FC236}">
                <a16:creationId xmlns:a16="http://schemas.microsoft.com/office/drawing/2014/main" id="{317F85C0-70F3-4977-B262-F1586A54DDDC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6600" y="2895600"/>
            <a:ext cx="2024063" cy="1317625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D8BDDAB-CA9A-43D0-8F6F-AA2FB95EF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u="sng">
                <a:effectLst>
                  <a:outerShdw blurRad="38100" dist="38100" dir="2700000" algn="tl">
                    <a:srgbClr val="FFFFFF"/>
                  </a:outerShdw>
                </a:effectLst>
              </a:rPr>
              <a:t>No Correlation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C873494-2DFA-4650-A346-5FB96FC0A5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5334000" cy="4525963"/>
          </a:xfrm>
        </p:spPr>
        <p:txBody>
          <a:bodyPr/>
          <a:lstStyle/>
          <a:p>
            <a:pPr eaLnBrk="1" hangingPunct="1"/>
            <a:r>
              <a:rPr lang="en-US" altLang="en-US"/>
              <a:t>If you look at the size shoe a baseball player wears, and their batting average, you will find that the shoe size does not make the player better or worse, then are not related.</a:t>
            </a:r>
          </a:p>
        </p:txBody>
      </p:sp>
      <p:pic>
        <p:nvPicPr>
          <p:cNvPr id="12292" name="Picture 4" descr="j0199036">
            <a:extLst>
              <a:ext uri="{FF2B5EF4-FFF2-40B4-BE49-F238E27FC236}">
                <a16:creationId xmlns:a16="http://schemas.microsoft.com/office/drawing/2014/main" id="{0A32CF94-F5B8-4C42-88B5-54F6502A588D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81688" y="1219200"/>
            <a:ext cx="2122487" cy="2338388"/>
          </a:xfrm>
        </p:spPr>
      </p:pic>
      <p:pic>
        <p:nvPicPr>
          <p:cNvPr id="12293" name="Picture 6" descr="MPj04074330000[1]">
            <a:extLst>
              <a:ext uri="{FF2B5EF4-FFF2-40B4-BE49-F238E27FC236}">
                <a16:creationId xmlns:a16="http://schemas.microsoft.com/office/drawing/2014/main" id="{D64BCA12-3AEE-474F-8A19-7C7E82687FB5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894" y="3938588"/>
            <a:ext cx="1457212" cy="2187575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1" name="Group 31">
            <a:extLst>
              <a:ext uri="{FF2B5EF4-FFF2-40B4-BE49-F238E27FC236}">
                <a16:creationId xmlns:a16="http://schemas.microsoft.com/office/drawing/2014/main" id="{D73D378C-459B-4A29-86D5-6527906A2EDB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3124200"/>
            <a:ext cx="9067800" cy="2266950"/>
            <a:chOff x="0" y="384"/>
            <a:chExt cx="5712" cy="1428"/>
          </a:xfrm>
        </p:grpSpPr>
        <p:sp>
          <p:nvSpPr>
            <p:cNvPr id="13348" name="AutoShape 32">
              <a:extLst>
                <a:ext uri="{FF2B5EF4-FFF2-40B4-BE49-F238E27FC236}">
                  <a16:creationId xmlns:a16="http://schemas.microsoft.com/office/drawing/2014/main" id="{4AD53CF0-D93B-43BF-B8E9-FF688D5AF3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84"/>
              <a:ext cx="5712" cy="1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  <p:sp>
          <p:nvSpPr>
            <p:cNvPr id="13349" name="Line 33">
              <a:extLst>
                <a:ext uri="{FF2B5EF4-FFF2-40B4-BE49-F238E27FC236}">
                  <a16:creationId xmlns:a16="http://schemas.microsoft.com/office/drawing/2014/main" id="{DE8322CB-4B2E-423C-ACB8-BAD8344014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6" y="384"/>
              <a:ext cx="1" cy="1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50" name="Line 34">
              <a:extLst>
                <a:ext uri="{FF2B5EF4-FFF2-40B4-BE49-F238E27FC236}">
                  <a16:creationId xmlns:a16="http://schemas.microsoft.com/office/drawing/2014/main" id="{7F5A31FB-B997-4DC0-B0EE-77DF2E41D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1653"/>
              <a:ext cx="95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51" name="Line 35">
              <a:extLst>
                <a:ext uri="{FF2B5EF4-FFF2-40B4-BE49-F238E27FC236}">
                  <a16:creationId xmlns:a16="http://schemas.microsoft.com/office/drawing/2014/main" id="{0479A085-14A2-4651-A6F1-AD2F30E3AA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0" y="1653"/>
              <a:ext cx="107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52" name="Line 36">
              <a:extLst>
                <a:ext uri="{FF2B5EF4-FFF2-40B4-BE49-F238E27FC236}">
                  <a16:creationId xmlns:a16="http://schemas.microsoft.com/office/drawing/2014/main" id="{46C14FD1-1A53-4A71-B7FC-B1786C5433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2" y="432"/>
              <a:ext cx="28" cy="12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53" name="Line 37">
              <a:extLst>
                <a:ext uri="{FF2B5EF4-FFF2-40B4-BE49-F238E27FC236}">
                  <a16:creationId xmlns:a16="http://schemas.microsoft.com/office/drawing/2014/main" id="{ACA42D74-3810-4D0E-B71A-65490A888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4" y="1653"/>
              <a:ext cx="107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354" name="Line 38">
              <a:extLst>
                <a:ext uri="{FF2B5EF4-FFF2-40B4-BE49-F238E27FC236}">
                  <a16:creationId xmlns:a16="http://schemas.microsoft.com/office/drawing/2014/main" id="{C59867CC-DD5F-4F0C-B618-9E3ECA76C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4" y="384"/>
              <a:ext cx="1" cy="12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315" name="Rectangle 4">
            <a:extLst>
              <a:ext uri="{FF2B5EF4-FFF2-40B4-BE49-F238E27FC236}">
                <a16:creationId xmlns:a16="http://schemas.microsoft.com/office/drawing/2014/main" id="{4AECE6AA-21C2-466E-B034-65A484E61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8600"/>
            <a:ext cx="8686800" cy="286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800" b="1"/>
              <a:t>Example 1</a:t>
            </a:r>
            <a:r>
              <a:rPr lang="en-US" altLang="en-US" sz="2800"/>
              <a:t>:</a:t>
            </a:r>
            <a:endParaRPr lang="en-US" altLang="en-US"/>
          </a:p>
          <a:p>
            <a:pPr algn="ctr" eaLnBrk="1" hangingPunct="1"/>
            <a:r>
              <a:rPr lang="en-US" altLang="en-US"/>
              <a:t> </a:t>
            </a:r>
            <a:r>
              <a:rPr lang="en-US" altLang="en-US" sz="2200"/>
              <a:t>The scatter plots of data relate characteristics of children from</a:t>
            </a:r>
          </a:p>
          <a:p>
            <a:pPr algn="ctr" eaLnBrk="1" hangingPunct="1"/>
            <a:r>
              <a:rPr lang="en-US" altLang="en-US" sz="2200"/>
              <a:t>0 to 18 years old.</a:t>
            </a:r>
          </a:p>
          <a:p>
            <a:pPr algn="ctr" eaLnBrk="1" hangingPunct="1"/>
            <a:endParaRPr lang="en-US" altLang="en-US" sz="2200"/>
          </a:p>
          <a:p>
            <a:pPr algn="ctr" eaLnBrk="1" hangingPunct="1"/>
            <a:r>
              <a:rPr lang="en-US" altLang="en-US" sz="2000"/>
              <a:t>  </a:t>
            </a:r>
            <a:r>
              <a:rPr lang="en-US" altLang="en-US" sz="2200"/>
              <a:t>Match each scatter plot with the appropriate variables studied.</a:t>
            </a:r>
          </a:p>
          <a:p>
            <a:pPr eaLnBrk="1" hangingPunct="1"/>
            <a:r>
              <a:rPr lang="en-US" altLang="en-US" sz="2200"/>
              <a:t>		1.  age and height</a:t>
            </a:r>
          </a:p>
          <a:p>
            <a:pPr eaLnBrk="1" hangingPunct="1"/>
            <a:r>
              <a:rPr lang="en-US" altLang="en-US" sz="2200"/>
              <a:t>		2.  age and eye color</a:t>
            </a:r>
          </a:p>
          <a:p>
            <a:pPr eaLnBrk="1" hangingPunct="1"/>
            <a:r>
              <a:rPr lang="en-US" altLang="en-US" sz="2200"/>
              <a:t>		3.  age and time needed to run a certain distance</a:t>
            </a:r>
          </a:p>
        </p:txBody>
      </p:sp>
      <p:graphicFrame>
        <p:nvGraphicFramePr>
          <p:cNvPr id="10245" name="Object 5">
            <a:extLst>
              <a:ext uri="{FF2B5EF4-FFF2-40B4-BE49-F238E27FC236}">
                <a16:creationId xmlns:a16="http://schemas.microsoft.com/office/drawing/2014/main" id="{39CF257F-662D-48C3-9C2C-AE3238F7DC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4419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14102" imgH="126780" progId="Equation.DSMT4">
                  <p:embed/>
                </p:oleObj>
              </mc:Choice>
              <mc:Fallback>
                <p:oleObj name="Equation" r:id="rId3" imgW="114102" imgH="126780" progId="Equation.DSMT4">
                  <p:embed/>
                  <p:pic>
                    <p:nvPicPr>
                      <p:cNvPr id="10245" name="Object 5">
                        <a:extLst>
                          <a:ext uri="{FF2B5EF4-FFF2-40B4-BE49-F238E27FC236}">
                            <a16:creationId xmlns:a16="http://schemas.microsoft.com/office/drawing/2014/main" id="{39CF257F-662D-48C3-9C2C-AE3238F7DC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419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9C349BC8-3588-4B2D-95E9-3695883291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4114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114102" imgH="126780" progId="Equation.DSMT4">
                  <p:embed/>
                </p:oleObj>
              </mc:Choice>
              <mc:Fallback>
                <p:oleObj name="Equation" r:id="rId5" imgW="114102" imgH="126780" progId="Equation.DSMT4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9C349BC8-3588-4B2D-95E9-3695883291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114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>
            <a:extLst>
              <a:ext uri="{FF2B5EF4-FFF2-40B4-BE49-F238E27FC236}">
                <a16:creationId xmlns:a16="http://schemas.microsoft.com/office/drawing/2014/main" id="{19A5DF29-21F9-4B3E-A3F6-864C76A2E2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4648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6" imgW="114102" imgH="126780" progId="Equation.DSMT4">
                  <p:embed/>
                </p:oleObj>
              </mc:Choice>
              <mc:Fallback>
                <p:oleObj name="Equation" r:id="rId6" imgW="114102" imgH="126780" progId="Equation.DSMT4">
                  <p:embed/>
                  <p:pic>
                    <p:nvPicPr>
                      <p:cNvPr id="10247" name="Object 7">
                        <a:extLst>
                          <a:ext uri="{FF2B5EF4-FFF2-40B4-BE49-F238E27FC236}">
                            <a16:creationId xmlns:a16="http://schemas.microsoft.com/office/drawing/2014/main" id="{19A5DF29-21F9-4B3E-A3F6-864C76A2E2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648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>
            <a:extLst>
              <a:ext uri="{FF2B5EF4-FFF2-40B4-BE49-F238E27FC236}">
                <a16:creationId xmlns:a16="http://schemas.microsoft.com/office/drawing/2014/main" id="{56F9BA70-13F6-44B4-8347-5A2EC598E1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886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7" imgW="114102" imgH="126780" progId="Equation.DSMT4">
                  <p:embed/>
                </p:oleObj>
              </mc:Choice>
              <mc:Fallback>
                <p:oleObj name="Equation" r:id="rId7" imgW="114102" imgH="126780" progId="Equation.DSMT4">
                  <p:embed/>
                  <p:pic>
                    <p:nvPicPr>
                      <p:cNvPr id="10248" name="Object 8">
                        <a:extLst>
                          <a:ext uri="{FF2B5EF4-FFF2-40B4-BE49-F238E27FC236}">
                            <a16:creationId xmlns:a16="http://schemas.microsoft.com/office/drawing/2014/main" id="{56F9BA70-13F6-44B4-8347-5A2EC598E1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886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>
            <a:extLst>
              <a:ext uri="{FF2B5EF4-FFF2-40B4-BE49-F238E27FC236}">
                <a16:creationId xmlns:a16="http://schemas.microsoft.com/office/drawing/2014/main" id="{628FC50E-F316-4E62-A93A-6E05CAE7A9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3657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8" imgW="114102" imgH="126780" progId="Equation.DSMT4">
                  <p:embed/>
                </p:oleObj>
              </mc:Choice>
              <mc:Fallback>
                <p:oleObj name="Equation" r:id="rId8" imgW="114102" imgH="126780" progId="Equation.DSMT4">
                  <p:embed/>
                  <p:pic>
                    <p:nvPicPr>
                      <p:cNvPr id="10249" name="Object 9">
                        <a:extLst>
                          <a:ext uri="{FF2B5EF4-FFF2-40B4-BE49-F238E27FC236}">
                            <a16:creationId xmlns:a16="http://schemas.microsoft.com/office/drawing/2014/main" id="{628FC50E-F316-4E62-A93A-6E05CAE7A9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657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>
            <a:extLst>
              <a:ext uri="{FF2B5EF4-FFF2-40B4-BE49-F238E27FC236}">
                <a16:creationId xmlns:a16="http://schemas.microsoft.com/office/drawing/2014/main" id="{C56AFFD1-FF2F-40B4-AC56-C6C88EEC30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3733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9" imgW="114102" imgH="126780" progId="Equation.DSMT4">
                  <p:embed/>
                </p:oleObj>
              </mc:Choice>
              <mc:Fallback>
                <p:oleObj name="Equation" r:id="rId9" imgW="114102" imgH="126780" progId="Equation.DSMT4">
                  <p:embed/>
                  <p:pic>
                    <p:nvPicPr>
                      <p:cNvPr id="10250" name="Object 10">
                        <a:extLst>
                          <a:ext uri="{FF2B5EF4-FFF2-40B4-BE49-F238E27FC236}">
                            <a16:creationId xmlns:a16="http://schemas.microsoft.com/office/drawing/2014/main" id="{C56AFFD1-FF2F-40B4-AC56-C6C88EEC30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733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>
            <a:extLst>
              <a:ext uri="{FF2B5EF4-FFF2-40B4-BE49-F238E27FC236}">
                <a16:creationId xmlns:a16="http://schemas.microsoft.com/office/drawing/2014/main" id="{EC8B1D83-580A-412D-B1CB-57206A24DB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3733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10" imgW="114102" imgH="126780" progId="Equation.DSMT4">
                  <p:embed/>
                </p:oleObj>
              </mc:Choice>
              <mc:Fallback>
                <p:oleObj name="Equation" r:id="rId10" imgW="114102" imgH="126780" progId="Equation.DSMT4">
                  <p:embed/>
                  <p:pic>
                    <p:nvPicPr>
                      <p:cNvPr id="10251" name="Object 11">
                        <a:extLst>
                          <a:ext uri="{FF2B5EF4-FFF2-40B4-BE49-F238E27FC236}">
                            <a16:creationId xmlns:a16="http://schemas.microsoft.com/office/drawing/2014/main" id="{EC8B1D83-580A-412D-B1CB-57206A24DB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733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2">
            <a:extLst>
              <a:ext uri="{FF2B5EF4-FFF2-40B4-BE49-F238E27FC236}">
                <a16:creationId xmlns:a16="http://schemas.microsoft.com/office/drawing/2014/main" id="{91767083-789A-4B6F-ACD2-6DAD8FD404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3962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11" imgW="114102" imgH="126780" progId="Equation.DSMT4">
                  <p:embed/>
                </p:oleObj>
              </mc:Choice>
              <mc:Fallback>
                <p:oleObj name="Equation" r:id="rId11" imgW="114102" imgH="126780" progId="Equation.DSMT4">
                  <p:embed/>
                  <p:pic>
                    <p:nvPicPr>
                      <p:cNvPr id="10252" name="Object 12">
                        <a:extLst>
                          <a:ext uri="{FF2B5EF4-FFF2-40B4-BE49-F238E27FC236}">
                            <a16:creationId xmlns:a16="http://schemas.microsoft.com/office/drawing/2014/main" id="{91767083-789A-4B6F-ACD2-6DAD8FD404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962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3">
            <a:extLst>
              <a:ext uri="{FF2B5EF4-FFF2-40B4-BE49-F238E27FC236}">
                <a16:creationId xmlns:a16="http://schemas.microsoft.com/office/drawing/2014/main" id="{616B0B63-4B6D-403A-9D6F-B5B76AD5D2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3429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12" imgW="114102" imgH="126780" progId="Equation.DSMT4">
                  <p:embed/>
                </p:oleObj>
              </mc:Choice>
              <mc:Fallback>
                <p:oleObj name="Equation" r:id="rId12" imgW="114102" imgH="126780" progId="Equation.DSMT4">
                  <p:embed/>
                  <p:pic>
                    <p:nvPicPr>
                      <p:cNvPr id="10253" name="Object 13">
                        <a:extLst>
                          <a:ext uri="{FF2B5EF4-FFF2-40B4-BE49-F238E27FC236}">
                            <a16:creationId xmlns:a16="http://schemas.microsoft.com/office/drawing/2014/main" id="{616B0B63-4B6D-403A-9D6F-B5B76AD5D2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429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14">
            <a:extLst>
              <a:ext uri="{FF2B5EF4-FFF2-40B4-BE49-F238E27FC236}">
                <a16:creationId xmlns:a16="http://schemas.microsoft.com/office/drawing/2014/main" id="{7D140670-E6B9-4758-98C4-8F143793A4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3657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13" imgW="114102" imgH="126780" progId="Equation.DSMT4">
                  <p:embed/>
                </p:oleObj>
              </mc:Choice>
              <mc:Fallback>
                <p:oleObj name="Equation" r:id="rId13" imgW="114102" imgH="126780" progId="Equation.DSMT4">
                  <p:embed/>
                  <p:pic>
                    <p:nvPicPr>
                      <p:cNvPr id="10254" name="Object 14">
                        <a:extLst>
                          <a:ext uri="{FF2B5EF4-FFF2-40B4-BE49-F238E27FC236}">
                            <a16:creationId xmlns:a16="http://schemas.microsoft.com/office/drawing/2014/main" id="{7D140670-E6B9-4758-98C4-8F143793A4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3657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>
            <a:extLst>
              <a:ext uri="{FF2B5EF4-FFF2-40B4-BE49-F238E27FC236}">
                <a16:creationId xmlns:a16="http://schemas.microsoft.com/office/drawing/2014/main" id="{A5040972-9B73-4C16-8CE1-60ABE8C14B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3810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14" imgW="114102" imgH="126780" progId="Equation.DSMT4">
                  <p:embed/>
                </p:oleObj>
              </mc:Choice>
              <mc:Fallback>
                <p:oleObj name="Equation" r:id="rId14" imgW="114102" imgH="126780" progId="Equation.DSMT4">
                  <p:embed/>
                  <p:pic>
                    <p:nvPicPr>
                      <p:cNvPr id="10255" name="Object 15">
                        <a:extLst>
                          <a:ext uri="{FF2B5EF4-FFF2-40B4-BE49-F238E27FC236}">
                            <a16:creationId xmlns:a16="http://schemas.microsoft.com/office/drawing/2014/main" id="{A5040972-9B73-4C16-8CE1-60ABE8C14B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810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6">
            <a:extLst>
              <a:ext uri="{FF2B5EF4-FFF2-40B4-BE49-F238E27FC236}">
                <a16:creationId xmlns:a16="http://schemas.microsoft.com/office/drawing/2014/main" id="{5BAA77E3-C11A-4728-8C3A-041EF2E56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3733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15" imgW="114102" imgH="126780" progId="Equation.DSMT4">
                  <p:embed/>
                </p:oleObj>
              </mc:Choice>
              <mc:Fallback>
                <p:oleObj name="Equation" r:id="rId15" imgW="114102" imgH="126780" progId="Equation.DSMT4">
                  <p:embed/>
                  <p:pic>
                    <p:nvPicPr>
                      <p:cNvPr id="10256" name="Object 16">
                        <a:extLst>
                          <a:ext uri="{FF2B5EF4-FFF2-40B4-BE49-F238E27FC236}">
                            <a16:creationId xmlns:a16="http://schemas.microsoft.com/office/drawing/2014/main" id="{5BAA77E3-C11A-4728-8C3A-041EF2E568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733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17">
            <a:extLst>
              <a:ext uri="{FF2B5EF4-FFF2-40B4-BE49-F238E27FC236}">
                <a16:creationId xmlns:a16="http://schemas.microsoft.com/office/drawing/2014/main" id="{AF7FDE8C-BEF7-4499-9609-7F06DC4FE9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4114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16" imgW="114102" imgH="126780" progId="Equation.DSMT4">
                  <p:embed/>
                </p:oleObj>
              </mc:Choice>
              <mc:Fallback>
                <p:oleObj name="Equation" r:id="rId16" imgW="114102" imgH="126780" progId="Equation.DSMT4">
                  <p:embed/>
                  <p:pic>
                    <p:nvPicPr>
                      <p:cNvPr id="10257" name="Object 17">
                        <a:extLst>
                          <a:ext uri="{FF2B5EF4-FFF2-40B4-BE49-F238E27FC236}">
                            <a16:creationId xmlns:a16="http://schemas.microsoft.com/office/drawing/2014/main" id="{AF7FDE8C-BEF7-4499-9609-7F06DC4FE9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114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18">
            <a:extLst>
              <a:ext uri="{FF2B5EF4-FFF2-40B4-BE49-F238E27FC236}">
                <a16:creationId xmlns:a16="http://schemas.microsoft.com/office/drawing/2014/main" id="{A9F1D6D6-8F59-452A-9DBF-5295DD28B5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0" y="4343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17" imgW="114102" imgH="126780" progId="Equation.DSMT4">
                  <p:embed/>
                </p:oleObj>
              </mc:Choice>
              <mc:Fallback>
                <p:oleObj name="Equation" r:id="rId17" imgW="114102" imgH="126780" progId="Equation.DSMT4">
                  <p:embed/>
                  <p:pic>
                    <p:nvPicPr>
                      <p:cNvPr id="10258" name="Object 18">
                        <a:extLst>
                          <a:ext uri="{FF2B5EF4-FFF2-40B4-BE49-F238E27FC236}">
                            <a16:creationId xmlns:a16="http://schemas.microsoft.com/office/drawing/2014/main" id="{A9F1D6D6-8F59-452A-9DBF-5295DD28B5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4343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9" name="Object 19">
            <a:extLst>
              <a:ext uri="{FF2B5EF4-FFF2-40B4-BE49-F238E27FC236}">
                <a16:creationId xmlns:a16="http://schemas.microsoft.com/office/drawing/2014/main" id="{DDCD67A9-3853-45D6-91F5-C36463CEEA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505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18" imgW="114102" imgH="126780" progId="Equation.DSMT4">
                  <p:embed/>
                </p:oleObj>
              </mc:Choice>
              <mc:Fallback>
                <p:oleObj name="Equation" r:id="rId18" imgW="114102" imgH="126780" progId="Equation.DSMT4">
                  <p:embed/>
                  <p:pic>
                    <p:nvPicPr>
                      <p:cNvPr id="10259" name="Object 19">
                        <a:extLst>
                          <a:ext uri="{FF2B5EF4-FFF2-40B4-BE49-F238E27FC236}">
                            <a16:creationId xmlns:a16="http://schemas.microsoft.com/office/drawing/2014/main" id="{DDCD67A9-3853-45D6-91F5-C36463CEEA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05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0" name="Object 20">
            <a:extLst>
              <a:ext uri="{FF2B5EF4-FFF2-40B4-BE49-F238E27FC236}">
                <a16:creationId xmlns:a16="http://schemas.microsoft.com/office/drawing/2014/main" id="{4C4C27F2-1711-4D1E-AE1C-2A027BDA22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9600" y="4495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19" imgW="114102" imgH="126780" progId="Equation.DSMT4">
                  <p:embed/>
                </p:oleObj>
              </mc:Choice>
              <mc:Fallback>
                <p:oleObj name="Equation" r:id="rId19" imgW="114102" imgH="126780" progId="Equation.DSMT4">
                  <p:embed/>
                  <p:pic>
                    <p:nvPicPr>
                      <p:cNvPr id="10260" name="Object 20">
                        <a:extLst>
                          <a:ext uri="{FF2B5EF4-FFF2-40B4-BE49-F238E27FC236}">
                            <a16:creationId xmlns:a16="http://schemas.microsoft.com/office/drawing/2014/main" id="{4C4C27F2-1711-4D1E-AE1C-2A027BDA22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4495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1" name="Object 21">
            <a:extLst>
              <a:ext uri="{FF2B5EF4-FFF2-40B4-BE49-F238E27FC236}">
                <a16:creationId xmlns:a16="http://schemas.microsoft.com/office/drawing/2014/main" id="{2DFEC7E0-B94D-46C2-B209-A79BB87186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0" y="4495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20" imgW="114102" imgH="126780" progId="Equation.DSMT4">
                  <p:embed/>
                </p:oleObj>
              </mc:Choice>
              <mc:Fallback>
                <p:oleObj name="Equation" r:id="rId20" imgW="114102" imgH="126780" progId="Equation.DSMT4">
                  <p:embed/>
                  <p:pic>
                    <p:nvPicPr>
                      <p:cNvPr id="10261" name="Object 21">
                        <a:extLst>
                          <a:ext uri="{FF2B5EF4-FFF2-40B4-BE49-F238E27FC236}">
                            <a16:creationId xmlns:a16="http://schemas.microsoft.com/office/drawing/2014/main" id="{2DFEC7E0-B94D-46C2-B209-A79BB87186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4495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22">
            <a:extLst>
              <a:ext uri="{FF2B5EF4-FFF2-40B4-BE49-F238E27FC236}">
                <a16:creationId xmlns:a16="http://schemas.microsoft.com/office/drawing/2014/main" id="{FDAD321E-D8CD-4674-B6A4-26FE67D66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4267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Equation" r:id="rId21" imgW="114102" imgH="126780" progId="Equation.DSMT4">
                  <p:embed/>
                </p:oleObj>
              </mc:Choice>
              <mc:Fallback>
                <p:oleObj name="Equation" r:id="rId21" imgW="114102" imgH="126780" progId="Equation.DSMT4">
                  <p:embed/>
                  <p:pic>
                    <p:nvPicPr>
                      <p:cNvPr id="10262" name="Object 22">
                        <a:extLst>
                          <a:ext uri="{FF2B5EF4-FFF2-40B4-BE49-F238E27FC236}">
                            <a16:creationId xmlns:a16="http://schemas.microsoft.com/office/drawing/2014/main" id="{FDAD321E-D8CD-4674-B6A4-26FE67D668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267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23">
            <a:extLst>
              <a:ext uri="{FF2B5EF4-FFF2-40B4-BE49-F238E27FC236}">
                <a16:creationId xmlns:a16="http://schemas.microsoft.com/office/drawing/2014/main" id="{40EC45D8-3B44-4E8B-B415-796556B503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3962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Equation" r:id="rId22" imgW="114102" imgH="126780" progId="Equation.DSMT4">
                  <p:embed/>
                </p:oleObj>
              </mc:Choice>
              <mc:Fallback>
                <p:oleObj name="Equation" r:id="rId22" imgW="114102" imgH="126780" progId="Equation.DSMT4">
                  <p:embed/>
                  <p:pic>
                    <p:nvPicPr>
                      <p:cNvPr id="10263" name="Object 23">
                        <a:extLst>
                          <a:ext uri="{FF2B5EF4-FFF2-40B4-BE49-F238E27FC236}">
                            <a16:creationId xmlns:a16="http://schemas.microsoft.com/office/drawing/2014/main" id="{40EC45D8-3B44-4E8B-B415-796556B503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962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4" name="Object 24">
            <a:extLst>
              <a:ext uri="{FF2B5EF4-FFF2-40B4-BE49-F238E27FC236}">
                <a16:creationId xmlns:a16="http://schemas.microsoft.com/office/drawing/2014/main" id="{E4EEEFD4-C4F6-43E5-95A2-E50B09843A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4724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23" imgW="114102" imgH="126780" progId="Equation.DSMT4">
                  <p:embed/>
                </p:oleObj>
              </mc:Choice>
              <mc:Fallback>
                <p:oleObj name="Equation" r:id="rId23" imgW="114102" imgH="126780" progId="Equation.DSMT4">
                  <p:embed/>
                  <p:pic>
                    <p:nvPicPr>
                      <p:cNvPr id="10264" name="Object 24">
                        <a:extLst>
                          <a:ext uri="{FF2B5EF4-FFF2-40B4-BE49-F238E27FC236}">
                            <a16:creationId xmlns:a16="http://schemas.microsoft.com/office/drawing/2014/main" id="{E4EEEFD4-C4F6-43E5-95A2-E50B09843A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724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5" name="Object 25">
            <a:extLst>
              <a:ext uri="{FF2B5EF4-FFF2-40B4-BE49-F238E27FC236}">
                <a16:creationId xmlns:a16="http://schemas.microsoft.com/office/drawing/2014/main" id="{1AA4CB96-887F-48BD-8BB7-430C110D15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4724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Equation" r:id="rId24" imgW="114102" imgH="126780" progId="Equation.DSMT4">
                  <p:embed/>
                </p:oleObj>
              </mc:Choice>
              <mc:Fallback>
                <p:oleObj name="Equation" r:id="rId24" imgW="114102" imgH="126780" progId="Equation.DSMT4">
                  <p:embed/>
                  <p:pic>
                    <p:nvPicPr>
                      <p:cNvPr id="10265" name="Object 25">
                        <a:extLst>
                          <a:ext uri="{FF2B5EF4-FFF2-40B4-BE49-F238E27FC236}">
                            <a16:creationId xmlns:a16="http://schemas.microsoft.com/office/drawing/2014/main" id="{1AA4CB96-887F-48BD-8BB7-430C110D15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724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6" name="Object 26">
            <a:extLst>
              <a:ext uri="{FF2B5EF4-FFF2-40B4-BE49-F238E27FC236}">
                <a16:creationId xmlns:a16="http://schemas.microsoft.com/office/drawing/2014/main" id="{45F4D099-84B2-48C2-B44E-8820EE3A57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419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Equation" r:id="rId25" imgW="114102" imgH="126780" progId="Equation.DSMT4">
                  <p:embed/>
                </p:oleObj>
              </mc:Choice>
              <mc:Fallback>
                <p:oleObj name="Equation" r:id="rId25" imgW="114102" imgH="126780" progId="Equation.DSMT4">
                  <p:embed/>
                  <p:pic>
                    <p:nvPicPr>
                      <p:cNvPr id="10266" name="Object 26">
                        <a:extLst>
                          <a:ext uri="{FF2B5EF4-FFF2-40B4-BE49-F238E27FC236}">
                            <a16:creationId xmlns:a16="http://schemas.microsoft.com/office/drawing/2014/main" id="{45F4D099-84B2-48C2-B44E-8820EE3A57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419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7" name="Object 27">
            <a:extLst>
              <a:ext uri="{FF2B5EF4-FFF2-40B4-BE49-F238E27FC236}">
                <a16:creationId xmlns:a16="http://schemas.microsoft.com/office/drawing/2014/main" id="{077CB1A4-9CBC-435D-942D-8575ACE25B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3810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Equation" r:id="rId26" imgW="114102" imgH="126780" progId="Equation.DSMT4">
                  <p:embed/>
                </p:oleObj>
              </mc:Choice>
              <mc:Fallback>
                <p:oleObj name="Equation" r:id="rId26" imgW="114102" imgH="126780" progId="Equation.DSMT4">
                  <p:embed/>
                  <p:pic>
                    <p:nvPicPr>
                      <p:cNvPr id="10267" name="Object 27">
                        <a:extLst>
                          <a:ext uri="{FF2B5EF4-FFF2-40B4-BE49-F238E27FC236}">
                            <a16:creationId xmlns:a16="http://schemas.microsoft.com/office/drawing/2014/main" id="{077CB1A4-9CBC-435D-942D-8575ACE25B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810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8" name="Object 28">
            <a:extLst>
              <a:ext uri="{FF2B5EF4-FFF2-40B4-BE49-F238E27FC236}">
                <a16:creationId xmlns:a16="http://schemas.microsoft.com/office/drawing/2014/main" id="{F2CE08A8-0CDB-44D5-86BC-7C0E41358A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886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Equation" r:id="rId27" imgW="114102" imgH="126780" progId="Equation.DSMT4">
                  <p:embed/>
                </p:oleObj>
              </mc:Choice>
              <mc:Fallback>
                <p:oleObj name="Equation" r:id="rId27" imgW="114102" imgH="126780" progId="Equation.DSMT4">
                  <p:embed/>
                  <p:pic>
                    <p:nvPicPr>
                      <p:cNvPr id="10268" name="Object 28">
                        <a:extLst>
                          <a:ext uri="{FF2B5EF4-FFF2-40B4-BE49-F238E27FC236}">
                            <a16:creationId xmlns:a16="http://schemas.microsoft.com/office/drawing/2014/main" id="{F2CE08A8-0CDB-44D5-86BC-7C0E41358A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86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9" name="Object 29">
            <a:extLst>
              <a:ext uri="{FF2B5EF4-FFF2-40B4-BE49-F238E27FC236}">
                <a16:creationId xmlns:a16="http://schemas.microsoft.com/office/drawing/2014/main" id="{929A272E-136C-48FE-9634-478A470FA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4648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Equation" r:id="rId28" imgW="114102" imgH="126780" progId="Equation.DSMT4">
                  <p:embed/>
                </p:oleObj>
              </mc:Choice>
              <mc:Fallback>
                <p:oleObj name="Equation" r:id="rId28" imgW="114102" imgH="126780" progId="Equation.DSMT4">
                  <p:embed/>
                  <p:pic>
                    <p:nvPicPr>
                      <p:cNvPr id="10269" name="Object 29">
                        <a:extLst>
                          <a:ext uri="{FF2B5EF4-FFF2-40B4-BE49-F238E27FC236}">
                            <a16:creationId xmlns:a16="http://schemas.microsoft.com/office/drawing/2014/main" id="{929A272E-136C-48FE-9634-478A470FA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648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0" name="Object 30">
            <a:extLst>
              <a:ext uri="{FF2B5EF4-FFF2-40B4-BE49-F238E27FC236}">
                <a16:creationId xmlns:a16="http://schemas.microsoft.com/office/drawing/2014/main" id="{1011B2C4-C450-41E6-85EF-B7A51840BE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4191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29" imgW="114102" imgH="126780" progId="Equation.DSMT4">
                  <p:embed/>
                </p:oleObj>
              </mc:Choice>
              <mc:Fallback>
                <p:oleObj name="Equation" r:id="rId29" imgW="114102" imgH="126780" progId="Equation.DSMT4">
                  <p:embed/>
                  <p:pic>
                    <p:nvPicPr>
                      <p:cNvPr id="10270" name="Object 30">
                        <a:extLst>
                          <a:ext uri="{FF2B5EF4-FFF2-40B4-BE49-F238E27FC236}">
                            <a16:creationId xmlns:a16="http://schemas.microsoft.com/office/drawing/2014/main" id="{1011B2C4-C450-41E6-85EF-B7A51840BE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191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9" name="Text Box 39">
            <a:extLst>
              <a:ext uri="{FF2B5EF4-FFF2-40B4-BE49-F238E27FC236}">
                <a16:creationId xmlns:a16="http://schemas.microsoft.com/office/drawing/2014/main" id="{5B7FED2C-413F-40F7-B968-E6FDF2279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105400"/>
            <a:ext cx="1828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no correlation between age and eye color</a:t>
            </a:r>
          </a:p>
        </p:txBody>
      </p:sp>
      <p:sp>
        <p:nvSpPr>
          <p:cNvPr id="10280" name="Text Box 40">
            <a:extLst>
              <a:ext uri="{FF2B5EF4-FFF2-40B4-BE49-F238E27FC236}">
                <a16:creationId xmlns:a16="http://schemas.microsoft.com/office/drawing/2014/main" id="{74E1E997-D328-43A9-BA15-6F992EE69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181600"/>
            <a:ext cx="289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/>
              <a:t>as your age increases your height also increases</a:t>
            </a:r>
          </a:p>
        </p:txBody>
      </p:sp>
      <p:sp>
        <p:nvSpPr>
          <p:cNvPr id="10281" name="Text Box 41">
            <a:extLst>
              <a:ext uri="{FF2B5EF4-FFF2-40B4-BE49-F238E27FC236}">
                <a16:creationId xmlns:a16="http://schemas.microsoft.com/office/drawing/2014/main" id="{9839470F-C497-431F-8FA3-58A3B9C8D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257800"/>
            <a:ext cx="2209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/>
              <a:t>as your age increases the time will decrease</a:t>
            </a:r>
          </a:p>
        </p:txBody>
      </p:sp>
      <p:sp>
        <p:nvSpPr>
          <p:cNvPr id="10282" name="Text Box 42">
            <a:extLst>
              <a:ext uri="{FF2B5EF4-FFF2-40B4-BE49-F238E27FC236}">
                <a16:creationId xmlns:a16="http://schemas.microsoft.com/office/drawing/2014/main" id="{77C8D699-70C0-4B5D-A07D-5DA5FBCD8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257800"/>
            <a:ext cx="914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4000" b="1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0284" name="Text Box 44">
            <a:extLst>
              <a:ext uri="{FF2B5EF4-FFF2-40B4-BE49-F238E27FC236}">
                <a16:creationId xmlns:a16="http://schemas.microsoft.com/office/drawing/2014/main" id="{08C2D62A-4224-443E-9609-60A3A0EF6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257800"/>
            <a:ext cx="914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4000" b="1"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10285" name="Text Box 45">
            <a:extLst>
              <a:ext uri="{FF2B5EF4-FFF2-40B4-BE49-F238E27FC236}">
                <a16:creationId xmlns:a16="http://schemas.microsoft.com/office/drawing/2014/main" id="{14854A95-5DCA-48BB-8259-DC7396CA9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5257800"/>
            <a:ext cx="914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4000" b="1">
                <a:latin typeface="Arial Black" panose="020B0A04020102020204" pitchFamily="34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9" dur="500"/>
                                        <p:tgtEl>
                                          <p:spTgt spid="10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3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3" dur="500"/>
                                        <p:tgtEl>
                                          <p:spTgt spid="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47" dur="500"/>
                                        <p:tgtEl>
                                          <p:spTgt spid="10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1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9" grpId="0"/>
      <p:bldP spid="10279" grpId="1"/>
      <p:bldP spid="10280" grpId="0"/>
      <p:bldP spid="10280" grpId="1"/>
      <p:bldP spid="10281" grpId="0"/>
      <p:bldP spid="10281" grpId="1"/>
      <p:bldP spid="10282" grpId="0"/>
      <p:bldP spid="10284" grpId="0"/>
      <p:bldP spid="102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5">
            <a:extLst>
              <a:ext uri="{FF2B5EF4-FFF2-40B4-BE49-F238E27FC236}">
                <a16:creationId xmlns:a16="http://schemas.microsoft.com/office/drawing/2014/main" id="{6F85CA5A-1C5A-4951-B594-344C314E14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9200" y="1828800"/>
            <a:ext cx="685800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/>
          </a:p>
        </p:txBody>
      </p:sp>
      <p:sp>
        <p:nvSpPr>
          <p:cNvPr id="16387" name="Line 6">
            <a:extLst>
              <a:ext uri="{FF2B5EF4-FFF2-40B4-BE49-F238E27FC236}">
                <a16:creationId xmlns:a16="http://schemas.microsoft.com/office/drawing/2014/main" id="{DD249253-A04C-4A19-A8DB-CC28CD1A96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9225" y="1828800"/>
            <a:ext cx="1588" cy="1428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388" name="Line 7">
            <a:extLst>
              <a:ext uri="{FF2B5EF4-FFF2-40B4-BE49-F238E27FC236}">
                <a16:creationId xmlns:a16="http://schemas.microsoft.com/office/drawing/2014/main" id="{6CE07A3C-8F48-421F-A886-8499DE672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9225" y="3257550"/>
            <a:ext cx="1571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389" name="Line 8">
            <a:extLst>
              <a:ext uri="{FF2B5EF4-FFF2-40B4-BE49-F238E27FC236}">
                <a16:creationId xmlns:a16="http://schemas.microsoft.com/office/drawing/2014/main" id="{9540878A-AE39-4AD4-A225-AA9663F4CE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3975" y="1828800"/>
            <a:ext cx="1588" cy="1428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390" name="Line 9">
            <a:extLst>
              <a:ext uri="{FF2B5EF4-FFF2-40B4-BE49-F238E27FC236}">
                <a16:creationId xmlns:a16="http://schemas.microsoft.com/office/drawing/2014/main" id="{921699F8-E40D-425A-AC06-151ADDDB97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3257550"/>
            <a:ext cx="1571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391" name="Line 10">
            <a:extLst>
              <a:ext uri="{FF2B5EF4-FFF2-40B4-BE49-F238E27FC236}">
                <a16:creationId xmlns:a16="http://schemas.microsoft.com/office/drawing/2014/main" id="{2D442E53-A886-43D2-8C79-FB8F4EFC24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4267200"/>
            <a:ext cx="1588" cy="1427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392" name="Line 11">
            <a:extLst>
              <a:ext uri="{FF2B5EF4-FFF2-40B4-BE49-F238E27FC236}">
                <a16:creationId xmlns:a16="http://schemas.microsoft.com/office/drawing/2014/main" id="{19A94694-2FCB-47D2-85B7-B08C278E7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715000"/>
            <a:ext cx="1571625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393" name="Line 12">
            <a:extLst>
              <a:ext uri="{FF2B5EF4-FFF2-40B4-BE49-F238E27FC236}">
                <a16:creationId xmlns:a16="http://schemas.microsoft.com/office/drawing/2014/main" id="{ED99E29B-A29D-45B3-8813-BD5D7435FA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4267200"/>
            <a:ext cx="1588" cy="1427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394" name="Line 13">
            <a:extLst>
              <a:ext uri="{FF2B5EF4-FFF2-40B4-BE49-F238E27FC236}">
                <a16:creationId xmlns:a16="http://schemas.microsoft.com/office/drawing/2014/main" id="{C78274A4-79BC-45E2-93D2-179FFC323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715000"/>
            <a:ext cx="1571625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395" name="Rectangle 14">
            <a:extLst>
              <a:ext uri="{FF2B5EF4-FFF2-40B4-BE49-F238E27FC236}">
                <a16:creationId xmlns:a16="http://schemas.microsoft.com/office/drawing/2014/main" id="{71643690-3CB1-4948-A77A-829C9ECC3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33400"/>
            <a:ext cx="7924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Batang" panose="020B0503020000020004" pitchFamily="18" charset="-127"/>
              </a:rPr>
              <a:t>If the data points are close to the line of best fit, it is said to have a ___________correlation. </a:t>
            </a:r>
          </a:p>
        </p:txBody>
      </p:sp>
      <p:sp>
        <p:nvSpPr>
          <p:cNvPr id="21519" name="Text Box 15">
            <a:extLst>
              <a:ext uri="{FF2B5EF4-FFF2-40B4-BE49-F238E27FC236}">
                <a16:creationId xmlns:a16="http://schemas.microsoft.com/office/drawing/2014/main" id="{D2733BA6-68F2-4F35-B8E5-AB4F1CC82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914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>
                <a:solidFill>
                  <a:srgbClr val="0000FF"/>
                </a:solidFill>
              </a:rPr>
              <a:t>strong</a:t>
            </a:r>
          </a:p>
        </p:txBody>
      </p:sp>
      <p:graphicFrame>
        <p:nvGraphicFramePr>
          <p:cNvPr id="21520" name="Object 16">
            <a:extLst>
              <a:ext uri="{FF2B5EF4-FFF2-40B4-BE49-F238E27FC236}">
                <a16:creationId xmlns:a16="http://schemas.microsoft.com/office/drawing/2014/main" id="{37A4CCFA-B437-4E18-84F9-0A013A9165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2895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114102" imgH="126780" progId="Equation.DSMT4">
                  <p:embed/>
                </p:oleObj>
              </mc:Choice>
              <mc:Fallback>
                <p:oleObj name="Equation" r:id="rId3" imgW="114102" imgH="126780" progId="Equation.DSMT4">
                  <p:embed/>
                  <p:pic>
                    <p:nvPicPr>
                      <p:cNvPr id="21520" name="Object 16">
                        <a:extLst>
                          <a:ext uri="{FF2B5EF4-FFF2-40B4-BE49-F238E27FC236}">
                            <a16:creationId xmlns:a16="http://schemas.microsoft.com/office/drawing/2014/main" id="{37A4CCFA-B437-4E18-84F9-0A013A9165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895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1" name="Object 17">
            <a:extLst>
              <a:ext uri="{FF2B5EF4-FFF2-40B4-BE49-F238E27FC236}">
                <a16:creationId xmlns:a16="http://schemas.microsoft.com/office/drawing/2014/main" id="{4253ECA3-40A8-4BD3-A1A2-4292C8AFD9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2667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114102" imgH="126780" progId="Equation.DSMT4">
                  <p:embed/>
                </p:oleObj>
              </mc:Choice>
              <mc:Fallback>
                <p:oleObj name="Equation" r:id="rId5" imgW="114102" imgH="126780" progId="Equation.DSMT4">
                  <p:embed/>
                  <p:pic>
                    <p:nvPicPr>
                      <p:cNvPr id="21521" name="Object 17">
                        <a:extLst>
                          <a:ext uri="{FF2B5EF4-FFF2-40B4-BE49-F238E27FC236}">
                            <a16:creationId xmlns:a16="http://schemas.microsoft.com/office/drawing/2014/main" id="{4253ECA3-40A8-4BD3-A1A2-4292C8AFD9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667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2" name="Object 18">
            <a:extLst>
              <a:ext uri="{FF2B5EF4-FFF2-40B4-BE49-F238E27FC236}">
                <a16:creationId xmlns:a16="http://schemas.microsoft.com/office/drawing/2014/main" id="{8017DB7E-746D-4C08-974A-612DCF12ED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2362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6" imgW="114102" imgH="126780" progId="Equation.DSMT4">
                  <p:embed/>
                </p:oleObj>
              </mc:Choice>
              <mc:Fallback>
                <p:oleObj name="Equation" r:id="rId6" imgW="114102" imgH="126780" progId="Equation.DSMT4">
                  <p:embed/>
                  <p:pic>
                    <p:nvPicPr>
                      <p:cNvPr id="21522" name="Object 18">
                        <a:extLst>
                          <a:ext uri="{FF2B5EF4-FFF2-40B4-BE49-F238E27FC236}">
                            <a16:creationId xmlns:a16="http://schemas.microsoft.com/office/drawing/2014/main" id="{8017DB7E-746D-4C08-974A-612DCF12ED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362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3" name="Object 19">
            <a:extLst>
              <a:ext uri="{FF2B5EF4-FFF2-40B4-BE49-F238E27FC236}">
                <a16:creationId xmlns:a16="http://schemas.microsoft.com/office/drawing/2014/main" id="{471C9739-8B44-4636-852A-FB6FA7D569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1981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7" imgW="114102" imgH="126780" progId="Equation.DSMT4">
                  <p:embed/>
                </p:oleObj>
              </mc:Choice>
              <mc:Fallback>
                <p:oleObj name="Equation" r:id="rId7" imgW="114102" imgH="126780" progId="Equation.DSMT4">
                  <p:embed/>
                  <p:pic>
                    <p:nvPicPr>
                      <p:cNvPr id="21523" name="Object 19">
                        <a:extLst>
                          <a:ext uri="{FF2B5EF4-FFF2-40B4-BE49-F238E27FC236}">
                            <a16:creationId xmlns:a16="http://schemas.microsoft.com/office/drawing/2014/main" id="{471C9739-8B44-4636-852A-FB6FA7D569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981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4" name="Object 20">
            <a:extLst>
              <a:ext uri="{FF2B5EF4-FFF2-40B4-BE49-F238E27FC236}">
                <a16:creationId xmlns:a16="http://schemas.microsoft.com/office/drawing/2014/main" id="{3E63CFCA-E0DC-4EAA-B3B8-840AE2F62C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209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8" imgW="114102" imgH="126780" progId="Equation.DSMT4">
                  <p:embed/>
                </p:oleObj>
              </mc:Choice>
              <mc:Fallback>
                <p:oleObj name="Equation" r:id="rId8" imgW="114102" imgH="126780" progId="Equation.DSMT4">
                  <p:embed/>
                  <p:pic>
                    <p:nvPicPr>
                      <p:cNvPr id="21524" name="Object 20">
                        <a:extLst>
                          <a:ext uri="{FF2B5EF4-FFF2-40B4-BE49-F238E27FC236}">
                            <a16:creationId xmlns:a16="http://schemas.microsoft.com/office/drawing/2014/main" id="{3E63CFCA-E0DC-4EAA-B3B8-840AE2F62C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09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5" name="Object 21">
            <a:extLst>
              <a:ext uri="{FF2B5EF4-FFF2-40B4-BE49-F238E27FC236}">
                <a16:creationId xmlns:a16="http://schemas.microsoft.com/office/drawing/2014/main" id="{6D1E941C-B10D-4F47-8DE9-11AA70B59B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209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9" imgW="114102" imgH="126780" progId="Equation.DSMT4">
                  <p:embed/>
                </p:oleObj>
              </mc:Choice>
              <mc:Fallback>
                <p:oleObj name="Equation" r:id="rId9" imgW="114102" imgH="126780" progId="Equation.DSMT4">
                  <p:embed/>
                  <p:pic>
                    <p:nvPicPr>
                      <p:cNvPr id="21525" name="Object 21">
                        <a:extLst>
                          <a:ext uri="{FF2B5EF4-FFF2-40B4-BE49-F238E27FC236}">
                            <a16:creationId xmlns:a16="http://schemas.microsoft.com/office/drawing/2014/main" id="{6D1E941C-B10D-4F47-8DE9-11AA70B59B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209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7" name="Object 23">
            <a:extLst>
              <a:ext uri="{FF2B5EF4-FFF2-40B4-BE49-F238E27FC236}">
                <a16:creationId xmlns:a16="http://schemas.microsoft.com/office/drawing/2014/main" id="{1764D495-268D-4516-B98F-BCCA48B94F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1676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10" imgW="114102" imgH="126780" progId="Equation.DSMT4">
                  <p:embed/>
                </p:oleObj>
              </mc:Choice>
              <mc:Fallback>
                <p:oleObj name="Equation" r:id="rId10" imgW="114102" imgH="126780" progId="Equation.DSMT4">
                  <p:embed/>
                  <p:pic>
                    <p:nvPicPr>
                      <p:cNvPr id="21527" name="Object 23">
                        <a:extLst>
                          <a:ext uri="{FF2B5EF4-FFF2-40B4-BE49-F238E27FC236}">
                            <a16:creationId xmlns:a16="http://schemas.microsoft.com/office/drawing/2014/main" id="{1764D495-268D-4516-B98F-BCCA48B94F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676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8" name="Object 24">
            <a:extLst>
              <a:ext uri="{FF2B5EF4-FFF2-40B4-BE49-F238E27FC236}">
                <a16:creationId xmlns:a16="http://schemas.microsoft.com/office/drawing/2014/main" id="{B9CD4F57-92CD-4F7D-A706-60C36FF2BE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2514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11" imgW="114102" imgH="126780" progId="Equation.DSMT4">
                  <p:embed/>
                </p:oleObj>
              </mc:Choice>
              <mc:Fallback>
                <p:oleObj name="Equation" r:id="rId11" imgW="114102" imgH="126780" progId="Equation.DSMT4">
                  <p:embed/>
                  <p:pic>
                    <p:nvPicPr>
                      <p:cNvPr id="21528" name="Object 24">
                        <a:extLst>
                          <a:ext uri="{FF2B5EF4-FFF2-40B4-BE49-F238E27FC236}">
                            <a16:creationId xmlns:a16="http://schemas.microsoft.com/office/drawing/2014/main" id="{B9CD4F57-92CD-4F7D-A706-60C36FF2BE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514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9" name="Object 25">
            <a:extLst>
              <a:ext uri="{FF2B5EF4-FFF2-40B4-BE49-F238E27FC236}">
                <a16:creationId xmlns:a16="http://schemas.microsoft.com/office/drawing/2014/main" id="{64CBBC5B-3071-4E61-8BDD-9047BD37D5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2514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12" imgW="114102" imgH="126780" progId="Equation.DSMT4">
                  <p:embed/>
                </p:oleObj>
              </mc:Choice>
              <mc:Fallback>
                <p:oleObj name="Equation" r:id="rId12" imgW="114102" imgH="126780" progId="Equation.DSMT4">
                  <p:embed/>
                  <p:pic>
                    <p:nvPicPr>
                      <p:cNvPr id="21529" name="Object 25">
                        <a:extLst>
                          <a:ext uri="{FF2B5EF4-FFF2-40B4-BE49-F238E27FC236}">
                            <a16:creationId xmlns:a16="http://schemas.microsoft.com/office/drawing/2014/main" id="{64CBBC5B-3071-4E61-8BDD-9047BD37D5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514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0" name="Object 26">
            <a:extLst>
              <a:ext uri="{FF2B5EF4-FFF2-40B4-BE49-F238E27FC236}">
                <a16:creationId xmlns:a16="http://schemas.microsoft.com/office/drawing/2014/main" id="{75360CEF-B78A-489C-96CE-E34C0367B0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2286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13" imgW="114102" imgH="126780" progId="Equation.DSMT4">
                  <p:embed/>
                </p:oleObj>
              </mc:Choice>
              <mc:Fallback>
                <p:oleObj name="Equation" r:id="rId13" imgW="114102" imgH="126780" progId="Equation.DSMT4">
                  <p:embed/>
                  <p:pic>
                    <p:nvPicPr>
                      <p:cNvPr id="21530" name="Object 26">
                        <a:extLst>
                          <a:ext uri="{FF2B5EF4-FFF2-40B4-BE49-F238E27FC236}">
                            <a16:creationId xmlns:a16="http://schemas.microsoft.com/office/drawing/2014/main" id="{75360CEF-B78A-489C-96CE-E34C0367B0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286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1" name="Object 27">
            <a:extLst>
              <a:ext uri="{FF2B5EF4-FFF2-40B4-BE49-F238E27FC236}">
                <a16:creationId xmlns:a16="http://schemas.microsoft.com/office/drawing/2014/main" id="{187372D2-1FFC-4E96-9D2B-43285DF8E9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2057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14" imgW="114102" imgH="126780" progId="Equation.DSMT4">
                  <p:embed/>
                </p:oleObj>
              </mc:Choice>
              <mc:Fallback>
                <p:oleObj name="Equation" r:id="rId14" imgW="114102" imgH="126780" progId="Equation.DSMT4">
                  <p:embed/>
                  <p:pic>
                    <p:nvPicPr>
                      <p:cNvPr id="21531" name="Object 27">
                        <a:extLst>
                          <a:ext uri="{FF2B5EF4-FFF2-40B4-BE49-F238E27FC236}">
                            <a16:creationId xmlns:a16="http://schemas.microsoft.com/office/drawing/2014/main" id="{187372D2-1FFC-4E96-9D2B-43285DF8E9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057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2" name="Object 28">
            <a:extLst>
              <a:ext uri="{FF2B5EF4-FFF2-40B4-BE49-F238E27FC236}">
                <a16:creationId xmlns:a16="http://schemas.microsoft.com/office/drawing/2014/main" id="{3B439196-3258-4F05-9B8C-BDE229A5B0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2133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15" imgW="114102" imgH="126780" progId="Equation.DSMT4">
                  <p:embed/>
                </p:oleObj>
              </mc:Choice>
              <mc:Fallback>
                <p:oleObj name="Equation" r:id="rId15" imgW="114102" imgH="126780" progId="Equation.DSMT4">
                  <p:embed/>
                  <p:pic>
                    <p:nvPicPr>
                      <p:cNvPr id="21532" name="Object 28">
                        <a:extLst>
                          <a:ext uri="{FF2B5EF4-FFF2-40B4-BE49-F238E27FC236}">
                            <a16:creationId xmlns:a16="http://schemas.microsoft.com/office/drawing/2014/main" id="{3B439196-3258-4F05-9B8C-BDE229A5B0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133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3" name="Object 29">
            <a:extLst>
              <a:ext uri="{FF2B5EF4-FFF2-40B4-BE49-F238E27FC236}">
                <a16:creationId xmlns:a16="http://schemas.microsoft.com/office/drawing/2014/main" id="{7F7BEC69-CBA4-4CF3-8447-E4BC86D741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2133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Equation" r:id="rId16" imgW="114102" imgH="126780" progId="Equation.DSMT4">
                  <p:embed/>
                </p:oleObj>
              </mc:Choice>
              <mc:Fallback>
                <p:oleObj name="Equation" r:id="rId16" imgW="114102" imgH="126780" progId="Equation.DSMT4">
                  <p:embed/>
                  <p:pic>
                    <p:nvPicPr>
                      <p:cNvPr id="21533" name="Object 29">
                        <a:extLst>
                          <a:ext uri="{FF2B5EF4-FFF2-40B4-BE49-F238E27FC236}">
                            <a16:creationId xmlns:a16="http://schemas.microsoft.com/office/drawing/2014/main" id="{7F7BEC69-CBA4-4CF3-8447-E4BC86D741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133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4" name="Object 30">
            <a:extLst>
              <a:ext uri="{FF2B5EF4-FFF2-40B4-BE49-F238E27FC236}">
                <a16:creationId xmlns:a16="http://schemas.microsoft.com/office/drawing/2014/main" id="{A2B06F11-37B4-489E-B6AC-0AF01DDBA7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2209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17" imgW="114102" imgH="126780" progId="Equation.DSMT4">
                  <p:embed/>
                </p:oleObj>
              </mc:Choice>
              <mc:Fallback>
                <p:oleObj name="Equation" r:id="rId17" imgW="114102" imgH="126780" progId="Equation.DSMT4">
                  <p:embed/>
                  <p:pic>
                    <p:nvPicPr>
                      <p:cNvPr id="21534" name="Object 30">
                        <a:extLst>
                          <a:ext uri="{FF2B5EF4-FFF2-40B4-BE49-F238E27FC236}">
                            <a16:creationId xmlns:a16="http://schemas.microsoft.com/office/drawing/2014/main" id="{A2B06F11-37B4-489E-B6AC-0AF01DDBA7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209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5" name="Object 31">
            <a:extLst>
              <a:ext uri="{FF2B5EF4-FFF2-40B4-BE49-F238E27FC236}">
                <a16:creationId xmlns:a16="http://schemas.microsoft.com/office/drawing/2014/main" id="{FCE5F2B1-8C5F-4119-A83C-91C537E21A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1752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18" imgW="114102" imgH="126780" progId="Equation.DSMT4">
                  <p:embed/>
                </p:oleObj>
              </mc:Choice>
              <mc:Fallback>
                <p:oleObj name="Equation" r:id="rId18" imgW="114102" imgH="126780" progId="Equation.DSMT4">
                  <p:embed/>
                  <p:pic>
                    <p:nvPicPr>
                      <p:cNvPr id="21535" name="Object 31">
                        <a:extLst>
                          <a:ext uri="{FF2B5EF4-FFF2-40B4-BE49-F238E27FC236}">
                            <a16:creationId xmlns:a16="http://schemas.microsoft.com/office/drawing/2014/main" id="{FCE5F2B1-8C5F-4119-A83C-91C537E21A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752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6" name="Object 32">
            <a:extLst>
              <a:ext uri="{FF2B5EF4-FFF2-40B4-BE49-F238E27FC236}">
                <a16:creationId xmlns:a16="http://schemas.microsoft.com/office/drawing/2014/main" id="{B7593FFC-6DBA-47E3-A423-1FCA29F671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181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19" imgW="114102" imgH="126780" progId="Equation.DSMT4">
                  <p:embed/>
                </p:oleObj>
              </mc:Choice>
              <mc:Fallback>
                <p:oleObj name="Equation" r:id="rId19" imgW="114102" imgH="126780" progId="Equation.DSMT4">
                  <p:embed/>
                  <p:pic>
                    <p:nvPicPr>
                      <p:cNvPr id="21536" name="Object 32">
                        <a:extLst>
                          <a:ext uri="{FF2B5EF4-FFF2-40B4-BE49-F238E27FC236}">
                            <a16:creationId xmlns:a16="http://schemas.microsoft.com/office/drawing/2014/main" id="{B7593FFC-6DBA-47E3-A423-1FCA29F671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181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7" name="Object 33">
            <a:extLst>
              <a:ext uri="{FF2B5EF4-FFF2-40B4-BE49-F238E27FC236}">
                <a16:creationId xmlns:a16="http://schemas.microsoft.com/office/drawing/2014/main" id="{45DCBD10-E7CD-49B6-BE46-D07DBFE7C3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876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20" imgW="114102" imgH="126780" progId="Equation.DSMT4">
                  <p:embed/>
                </p:oleObj>
              </mc:Choice>
              <mc:Fallback>
                <p:oleObj name="Equation" r:id="rId20" imgW="114102" imgH="126780" progId="Equation.DSMT4">
                  <p:embed/>
                  <p:pic>
                    <p:nvPicPr>
                      <p:cNvPr id="21537" name="Object 33">
                        <a:extLst>
                          <a:ext uri="{FF2B5EF4-FFF2-40B4-BE49-F238E27FC236}">
                            <a16:creationId xmlns:a16="http://schemas.microsoft.com/office/drawing/2014/main" id="{45DCBD10-E7CD-49B6-BE46-D07DBFE7C3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876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8" name="Object 34">
            <a:extLst>
              <a:ext uri="{FF2B5EF4-FFF2-40B4-BE49-F238E27FC236}">
                <a16:creationId xmlns:a16="http://schemas.microsoft.com/office/drawing/2014/main" id="{835C1961-5F05-497A-A8CE-B5AB594111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4648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21" imgW="114102" imgH="126780" progId="Equation.DSMT4">
                  <p:embed/>
                </p:oleObj>
              </mc:Choice>
              <mc:Fallback>
                <p:oleObj name="Equation" r:id="rId21" imgW="114102" imgH="126780" progId="Equation.DSMT4">
                  <p:embed/>
                  <p:pic>
                    <p:nvPicPr>
                      <p:cNvPr id="21538" name="Object 34">
                        <a:extLst>
                          <a:ext uri="{FF2B5EF4-FFF2-40B4-BE49-F238E27FC236}">
                            <a16:creationId xmlns:a16="http://schemas.microsoft.com/office/drawing/2014/main" id="{835C1961-5F05-497A-A8CE-B5AB594111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648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9" name="Object 35">
            <a:extLst>
              <a:ext uri="{FF2B5EF4-FFF2-40B4-BE49-F238E27FC236}">
                <a16:creationId xmlns:a16="http://schemas.microsoft.com/office/drawing/2014/main" id="{768FB570-2AD7-4008-9F4F-B6569CE01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4648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Equation" r:id="rId22" imgW="114102" imgH="126780" progId="Equation.DSMT4">
                  <p:embed/>
                </p:oleObj>
              </mc:Choice>
              <mc:Fallback>
                <p:oleObj name="Equation" r:id="rId22" imgW="114102" imgH="126780" progId="Equation.DSMT4">
                  <p:embed/>
                  <p:pic>
                    <p:nvPicPr>
                      <p:cNvPr id="21539" name="Object 35">
                        <a:extLst>
                          <a:ext uri="{FF2B5EF4-FFF2-40B4-BE49-F238E27FC236}">
                            <a16:creationId xmlns:a16="http://schemas.microsoft.com/office/drawing/2014/main" id="{768FB570-2AD7-4008-9F4F-B6569CE01A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648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0" name="Object 36">
            <a:extLst>
              <a:ext uri="{FF2B5EF4-FFF2-40B4-BE49-F238E27FC236}">
                <a16:creationId xmlns:a16="http://schemas.microsoft.com/office/drawing/2014/main" id="{803F00B8-D399-47BB-B103-6C05468DE1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029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quation" r:id="rId23" imgW="114102" imgH="126780" progId="Equation.DSMT4">
                  <p:embed/>
                </p:oleObj>
              </mc:Choice>
              <mc:Fallback>
                <p:oleObj name="Equation" r:id="rId23" imgW="114102" imgH="126780" progId="Equation.DSMT4">
                  <p:embed/>
                  <p:pic>
                    <p:nvPicPr>
                      <p:cNvPr id="21540" name="Object 36">
                        <a:extLst>
                          <a:ext uri="{FF2B5EF4-FFF2-40B4-BE49-F238E27FC236}">
                            <a16:creationId xmlns:a16="http://schemas.microsoft.com/office/drawing/2014/main" id="{803F00B8-D399-47BB-B103-6C05468DE1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029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1" name="Object 37">
            <a:extLst>
              <a:ext uri="{FF2B5EF4-FFF2-40B4-BE49-F238E27FC236}">
                <a16:creationId xmlns:a16="http://schemas.microsoft.com/office/drawing/2014/main" id="{527FBB9B-C8E8-4A24-A9E8-28F036DDF7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495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Equation" r:id="rId24" imgW="114102" imgH="126780" progId="Equation.DSMT4">
                  <p:embed/>
                </p:oleObj>
              </mc:Choice>
              <mc:Fallback>
                <p:oleObj name="Equation" r:id="rId24" imgW="114102" imgH="126780" progId="Equation.DSMT4">
                  <p:embed/>
                  <p:pic>
                    <p:nvPicPr>
                      <p:cNvPr id="21541" name="Object 37">
                        <a:extLst>
                          <a:ext uri="{FF2B5EF4-FFF2-40B4-BE49-F238E27FC236}">
                            <a16:creationId xmlns:a16="http://schemas.microsoft.com/office/drawing/2014/main" id="{527FBB9B-C8E8-4A24-A9E8-28F036DDF7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495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2" name="Object 38">
            <a:extLst>
              <a:ext uri="{FF2B5EF4-FFF2-40B4-BE49-F238E27FC236}">
                <a16:creationId xmlns:a16="http://schemas.microsoft.com/office/drawing/2014/main" id="{C36A929B-29A4-4206-992C-33C14025CB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4648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Equation" r:id="rId25" imgW="114102" imgH="126780" progId="Equation.DSMT4">
                  <p:embed/>
                </p:oleObj>
              </mc:Choice>
              <mc:Fallback>
                <p:oleObj name="Equation" r:id="rId25" imgW="114102" imgH="126780" progId="Equation.DSMT4">
                  <p:embed/>
                  <p:pic>
                    <p:nvPicPr>
                      <p:cNvPr id="21542" name="Object 38">
                        <a:extLst>
                          <a:ext uri="{FF2B5EF4-FFF2-40B4-BE49-F238E27FC236}">
                            <a16:creationId xmlns:a16="http://schemas.microsoft.com/office/drawing/2014/main" id="{C36A929B-29A4-4206-992C-33C14025CB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648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3" name="Object 39">
            <a:extLst>
              <a:ext uri="{FF2B5EF4-FFF2-40B4-BE49-F238E27FC236}">
                <a16:creationId xmlns:a16="http://schemas.microsoft.com/office/drawing/2014/main" id="{2625191F-B55B-4F6D-A883-C95E2E0301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5029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Equation" r:id="rId26" imgW="114102" imgH="126780" progId="Equation.DSMT4">
                  <p:embed/>
                </p:oleObj>
              </mc:Choice>
              <mc:Fallback>
                <p:oleObj name="Equation" r:id="rId26" imgW="114102" imgH="126780" progId="Equation.DSMT4">
                  <p:embed/>
                  <p:pic>
                    <p:nvPicPr>
                      <p:cNvPr id="21543" name="Object 39">
                        <a:extLst>
                          <a:ext uri="{FF2B5EF4-FFF2-40B4-BE49-F238E27FC236}">
                            <a16:creationId xmlns:a16="http://schemas.microsoft.com/office/drawing/2014/main" id="{2625191F-B55B-4F6D-A883-C95E2E0301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029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4" name="Object 40">
            <a:extLst>
              <a:ext uri="{FF2B5EF4-FFF2-40B4-BE49-F238E27FC236}">
                <a16:creationId xmlns:a16="http://schemas.microsoft.com/office/drawing/2014/main" id="{35C2A74C-0272-462D-803C-036AB5A37E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5257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Equation" r:id="rId27" imgW="114102" imgH="126780" progId="Equation.DSMT4">
                  <p:embed/>
                </p:oleObj>
              </mc:Choice>
              <mc:Fallback>
                <p:oleObj name="Equation" r:id="rId27" imgW="114102" imgH="126780" progId="Equation.DSMT4">
                  <p:embed/>
                  <p:pic>
                    <p:nvPicPr>
                      <p:cNvPr id="21544" name="Object 40">
                        <a:extLst>
                          <a:ext uri="{FF2B5EF4-FFF2-40B4-BE49-F238E27FC236}">
                            <a16:creationId xmlns:a16="http://schemas.microsoft.com/office/drawing/2014/main" id="{35C2A74C-0272-462D-803C-036AB5A37E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257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5" name="Object 41">
            <a:extLst>
              <a:ext uri="{FF2B5EF4-FFF2-40B4-BE49-F238E27FC236}">
                <a16:creationId xmlns:a16="http://schemas.microsoft.com/office/drawing/2014/main" id="{0BF8E06A-3636-4C1A-9A6C-D3733AC1B3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5029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Equation" r:id="rId28" imgW="114102" imgH="126780" progId="Equation.DSMT4">
                  <p:embed/>
                </p:oleObj>
              </mc:Choice>
              <mc:Fallback>
                <p:oleObj name="Equation" r:id="rId28" imgW="114102" imgH="126780" progId="Equation.DSMT4">
                  <p:embed/>
                  <p:pic>
                    <p:nvPicPr>
                      <p:cNvPr id="21545" name="Object 41">
                        <a:extLst>
                          <a:ext uri="{FF2B5EF4-FFF2-40B4-BE49-F238E27FC236}">
                            <a16:creationId xmlns:a16="http://schemas.microsoft.com/office/drawing/2014/main" id="{0BF8E06A-3636-4C1A-9A6C-D3733AC1B3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029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6" name="Object 42">
            <a:extLst>
              <a:ext uri="{FF2B5EF4-FFF2-40B4-BE49-F238E27FC236}">
                <a16:creationId xmlns:a16="http://schemas.microsoft.com/office/drawing/2014/main" id="{FD890358-A59A-4ADA-82E6-A5FE14A519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800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29" imgW="114102" imgH="126780" progId="Equation.DSMT4">
                  <p:embed/>
                </p:oleObj>
              </mc:Choice>
              <mc:Fallback>
                <p:oleObj name="Equation" r:id="rId29" imgW="114102" imgH="126780" progId="Equation.DSMT4">
                  <p:embed/>
                  <p:pic>
                    <p:nvPicPr>
                      <p:cNvPr id="21546" name="Object 42">
                        <a:extLst>
                          <a:ext uri="{FF2B5EF4-FFF2-40B4-BE49-F238E27FC236}">
                            <a16:creationId xmlns:a16="http://schemas.microsoft.com/office/drawing/2014/main" id="{FD890358-A59A-4ADA-82E6-A5FE14A519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800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7" name="Object 43">
            <a:extLst>
              <a:ext uri="{FF2B5EF4-FFF2-40B4-BE49-F238E27FC236}">
                <a16:creationId xmlns:a16="http://schemas.microsoft.com/office/drawing/2014/main" id="{BAAB7B2C-8533-4D6D-A6A0-2CC9E554C0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4495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30" imgW="114102" imgH="126780" progId="Equation.DSMT4">
                  <p:embed/>
                </p:oleObj>
              </mc:Choice>
              <mc:Fallback>
                <p:oleObj name="Equation" r:id="rId30" imgW="114102" imgH="126780" progId="Equation.DSMT4">
                  <p:embed/>
                  <p:pic>
                    <p:nvPicPr>
                      <p:cNvPr id="21547" name="Object 43">
                        <a:extLst>
                          <a:ext uri="{FF2B5EF4-FFF2-40B4-BE49-F238E27FC236}">
                            <a16:creationId xmlns:a16="http://schemas.microsoft.com/office/drawing/2014/main" id="{BAAB7B2C-8533-4D6D-A6A0-2CC9E554C0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495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8" name="Object 44">
            <a:extLst>
              <a:ext uri="{FF2B5EF4-FFF2-40B4-BE49-F238E27FC236}">
                <a16:creationId xmlns:a16="http://schemas.microsoft.com/office/drawing/2014/main" id="{8489579C-81F4-453E-97A6-4B97C0EB9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4800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Equation" r:id="rId31" imgW="114102" imgH="126780" progId="Equation.DSMT4">
                  <p:embed/>
                </p:oleObj>
              </mc:Choice>
              <mc:Fallback>
                <p:oleObj name="Equation" r:id="rId31" imgW="114102" imgH="126780" progId="Equation.DSMT4">
                  <p:embed/>
                  <p:pic>
                    <p:nvPicPr>
                      <p:cNvPr id="21548" name="Object 44">
                        <a:extLst>
                          <a:ext uri="{FF2B5EF4-FFF2-40B4-BE49-F238E27FC236}">
                            <a16:creationId xmlns:a16="http://schemas.microsoft.com/office/drawing/2014/main" id="{8489579C-81F4-453E-97A6-4B97C0EB96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00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9" name="Object 45">
            <a:extLst>
              <a:ext uri="{FF2B5EF4-FFF2-40B4-BE49-F238E27FC236}">
                <a16:creationId xmlns:a16="http://schemas.microsoft.com/office/drawing/2014/main" id="{A1B10232-C7EE-4086-A2DA-C44CBAEC3F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4724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Equation" r:id="rId32" imgW="114102" imgH="126780" progId="Equation.DSMT4">
                  <p:embed/>
                </p:oleObj>
              </mc:Choice>
              <mc:Fallback>
                <p:oleObj name="Equation" r:id="rId32" imgW="114102" imgH="126780" progId="Equation.DSMT4">
                  <p:embed/>
                  <p:pic>
                    <p:nvPicPr>
                      <p:cNvPr id="21549" name="Object 45">
                        <a:extLst>
                          <a:ext uri="{FF2B5EF4-FFF2-40B4-BE49-F238E27FC236}">
                            <a16:creationId xmlns:a16="http://schemas.microsoft.com/office/drawing/2014/main" id="{A1B10232-C7EE-4086-A2DA-C44CBAEC3F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724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0" name="Object 46">
            <a:extLst>
              <a:ext uri="{FF2B5EF4-FFF2-40B4-BE49-F238E27FC236}">
                <a16:creationId xmlns:a16="http://schemas.microsoft.com/office/drawing/2014/main" id="{D38F9241-0A2C-42B0-9C03-102B02C846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5105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Equation" r:id="rId33" imgW="114102" imgH="126780" progId="Equation.DSMT4">
                  <p:embed/>
                </p:oleObj>
              </mc:Choice>
              <mc:Fallback>
                <p:oleObj name="Equation" r:id="rId33" imgW="114102" imgH="126780" progId="Equation.DSMT4">
                  <p:embed/>
                  <p:pic>
                    <p:nvPicPr>
                      <p:cNvPr id="21550" name="Object 46">
                        <a:extLst>
                          <a:ext uri="{FF2B5EF4-FFF2-40B4-BE49-F238E27FC236}">
                            <a16:creationId xmlns:a16="http://schemas.microsoft.com/office/drawing/2014/main" id="{D38F9241-0A2C-42B0-9C03-102B02C846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105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1" name="Object 47">
            <a:extLst>
              <a:ext uri="{FF2B5EF4-FFF2-40B4-BE49-F238E27FC236}">
                <a16:creationId xmlns:a16="http://schemas.microsoft.com/office/drawing/2014/main" id="{1A821D77-2743-4367-9737-E700800A96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4267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Equation" r:id="rId34" imgW="114102" imgH="126780" progId="Equation.DSMT4">
                  <p:embed/>
                </p:oleObj>
              </mc:Choice>
              <mc:Fallback>
                <p:oleObj name="Equation" r:id="rId34" imgW="114102" imgH="126780" progId="Equation.DSMT4">
                  <p:embed/>
                  <p:pic>
                    <p:nvPicPr>
                      <p:cNvPr id="21551" name="Object 47">
                        <a:extLst>
                          <a:ext uri="{FF2B5EF4-FFF2-40B4-BE49-F238E27FC236}">
                            <a16:creationId xmlns:a16="http://schemas.microsoft.com/office/drawing/2014/main" id="{1A821D77-2743-4367-9737-E700800A96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267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5" name="Object 51">
            <a:extLst>
              <a:ext uri="{FF2B5EF4-FFF2-40B4-BE49-F238E27FC236}">
                <a16:creationId xmlns:a16="http://schemas.microsoft.com/office/drawing/2014/main" id="{BC5009FF-03DE-4B3E-B526-2442003945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133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Equation" r:id="rId35" imgW="114102" imgH="126780" progId="Equation.DSMT4">
                  <p:embed/>
                </p:oleObj>
              </mc:Choice>
              <mc:Fallback>
                <p:oleObj name="Equation" r:id="rId35" imgW="114102" imgH="126780" progId="Equation.DSMT4">
                  <p:embed/>
                  <p:pic>
                    <p:nvPicPr>
                      <p:cNvPr id="21555" name="Object 51">
                        <a:extLst>
                          <a:ext uri="{FF2B5EF4-FFF2-40B4-BE49-F238E27FC236}">
                            <a16:creationId xmlns:a16="http://schemas.microsoft.com/office/drawing/2014/main" id="{BC5009FF-03DE-4B3E-B526-2442003945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133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6" name="Object 52">
            <a:extLst>
              <a:ext uri="{FF2B5EF4-FFF2-40B4-BE49-F238E27FC236}">
                <a16:creationId xmlns:a16="http://schemas.microsoft.com/office/drawing/2014/main" id="{CC3E4DCE-8908-4B79-94BC-D92053189A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286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Equation" r:id="rId36" imgW="114102" imgH="126780" progId="Equation.DSMT4">
                  <p:embed/>
                </p:oleObj>
              </mc:Choice>
              <mc:Fallback>
                <p:oleObj name="Equation" r:id="rId36" imgW="114102" imgH="126780" progId="Equation.DSMT4">
                  <p:embed/>
                  <p:pic>
                    <p:nvPicPr>
                      <p:cNvPr id="21556" name="Object 52">
                        <a:extLst>
                          <a:ext uri="{FF2B5EF4-FFF2-40B4-BE49-F238E27FC236}">
                            <a16:creationId xmlns:a16="http://schemas.microsoft.com/office/drawing/2014/main" id="{CC3E4DCE-8908-4B79-94BC-D92053189A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86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7" name="Object 53">
            <a:extLst>
              <a:ext uri="{FF2B5EF4-FFF2-40B4-BE49-F238E27FC236}">
                <a16:creationId xmlns:a16="http://schemas.microsoft.com/office/drawing/2014/main" id="{F5513C41-8FDF-40E1-B829-589C70C041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2057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Equation" r:id="rId37" imgW="114102" imgH="126780" progId="Equation.DSMT4">
                  <p:embed/>
                </p:oleObj>
              </mc:Choice>
              <mc:Fallback>
                <p:oleObj name="Equation" r:id="rId37" imgW="114102" imgH="126780" progId="Equation.DSMT4">
                  <p:embed/>
                  <p:pic>
                    <p:nvPicPr>
                      <p:cNvPr id="21557" name="Object 53">
                        <a:extLst>
                          <a:ext uri="{FF2B5EF4-FFF2-40B4-BE49-F238E27FC236}">
                            <a16:creationId xmlns:a16="http://schemas.microsoft.com/office/drawing/2014/main" id="{F5513C41-8FDF-40E1-B829-589C70C041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057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8" name="Object 54">
            <a:extLst>
              <a:ext uri="{FF2B5EF4-FFF2-40B4-BE49-F238E27FC236}">
                <a16:creationId xmlns:a16="http://schemas.microsoft.com/office/drawing/2014/main" id="{F435DFA0-3CF0-4401-84B2-92901B559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2743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Equation" r:id="rId38" imgW="114102" imgH="126780" progId="Equation.DSMT4">
                  <p:embed/>
                </p:oleObj>
              </mc:Choice>
              <mc:Fallback>
                <p:oleObj name="Equation" r:id="rId38" imgW="114102" imgH="126780" progId="Equation.DSMT4">
                  <p:embed/>
                  <p:pic>
                    <p:nvPicPr>
                      <p:cNvPr id="21558" name="Object 54">
                        <a:extLst>
                          <a:ext uri="{FF2B5EF4-FFF2-40B4-BE49-F238E27FC236}">
                            <a16:creationId xmlns:a16="http://schemas.microsoft.com/office/drawing/2014/main" id="{F435DFA0-3CF0-4401-84B2-92901B559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743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59" name="Object 55">
            <a:extLst>
              <a:ext uri="{FF2B5EF4-FFF2-40B4-BE49-F238E27FC236}">
                <a16:creationId xmlns:a16="http://schemas.microsoft.com/office/drawing/2014/main" id="{ABC2B0C4-64E6-4332-B741-A6FCE93B81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2514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Equation" r:id="rId39" imgW="114102" imgH="126780" progId="Equation.DSMT4">
                  <p:embed/>
                </p:oleObj>
              </mc:Choice>
              <mc:Fallback>
                <p:oleObj name="Equation" r:id="rId39" imgW="114102" imgH="126780" progId="Equation.DSMT4">
                  <p:embed/>
                  <p:pic>
                    <p:nvPicPr>
                      <p:cNvPr id="21559" name="Object 55">
                        <a:extLst>
                          <a:ext uri="{FF2B5EF4-FFF2-40B4-BE49-F238E27FC236}">
                            <a16:creationId xmlns:a16="http://schemas.microsoft.com/office/drawing/2014/main" id="{ABC2B0C4-64E6-4332-B741-A6FCE93B81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514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0" name="Object 56">
            <a:extLst>
              <a:ext uri="{FF2B5EF4-FFF2-40B4-BE49-F238E27FC236}">
                <a16:creationId xmlns:a16="http://schemas.microsoft.com/office/drawing/2014/main" id="{FA54A986-386E-4754-96FC-FCE836781B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048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40" imgW="114102" imgH="126780" progId="Equation.DSMT4">
                  <p:embed/>
                </p:oleObj>
              </mc:Choice>
              <mc:Fallback>
                <p:oleObj name="Equation" r:id="rId40" imgW="114102" imgH="126780" progId="Equation.DSMT4">
                  <p:embed/>
                  <p:pic>
                    <p:nvPicPr>
                      <p:cNvPr id="21560" name="Object 56">
                        <a:extLst>
                          <a:ext uri="{FF2B5EF4-FFF2-40B4-BE49-F238E27FC236}">
                            <a16:creationId xmlns:a16="http://schemas.microsoft.com/office/drawing/2014/main" id="{FA54A986-386E-4754-96FC-FCE836781B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048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1" name="Object 57">
            <a:extLst>
              <a:ext uri="{FF2B5EF4-FFF2-40B4-BE49-F238E27FC236}">
                <a16:creationId xmlns:a16="http://schemas.microsoft.com/office/drawing/2014/main" id="{1414D299-BE55-4DAE-8BDB-C4CD0A870B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1981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Equation" r:id="rId41" imgW="114102" imgH="126780" progId="Equation.DSMT4">
                  <p:embed/>
                </p:oleObj>
              </mc:Choice>
              <mc:Fallback>
                <p:oleObj name="Equation" r:id="rId41" imgW="114102" imgH="126780" progId="Equation.DSMT4">
                  <p:embed/>
                  <p:pic>
                    <p:nvPicPr>
                      <p:cNvPr id="21561" name="Object 57">
                        <a:extLst>
                          <a:ext uri="{FF2B5EF4-FFF2-40B4-BE49-F238E27FC236}">
                            <a16:creationId xmlns:a16="http://schemas.microsoft.com/office/drawing/2014/main" id="{1414D299-BE55-4DAE-8BDB-C4CD0A870B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981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2" name="Object 58">
            <a:extLst>
              <a:ext uri="{FF2B5EF4-FFF2-40B4-BE49-F238E27FC236}">
                <a16:creationId xmlns:a16="http://schemas.microsoft.com/office/drawing/2014/main" id="{6545C693-3E4F-4428-A317-DBC9FD345F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2438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Equation" r:id="rId42" imgW="114102" imgH="126780" progId="Equation.DSMT4">
                  <p:embed/>
                </p:oleObj>
              </mc:Choice>
              <mc:Fallback>
                <p:oleObj name="Equation" r:id="rId42" imgW="114102" imgH="126780" progId="Equation.DSMT4">
                  <p:embed/>
                  <p:pic>
                    <p:nvPicPr>
                      <p:cNvPr id="21562" name="Object 58">
                        <a:extLst>
                          <a:ext uri="{FF2B5EF4-FFF2-40B4-BE49-F238E27FC236}">
                            <a16:creationId xmlns:a16="http://schemas.microsoft.com/office/drawing/2014/main" id="{6545C693-3E4F-4428-A317-DBC9FD345F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438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3" name="Object 59">
            <a:extLst>
              <a:ext uri="{FF2B5EF4-FFF2-40B4-BE49-F238E27FC236}">
                <a16:creationId xmlns:a16="http://schemas.microsoft.com/office/drawing/2014/main" id="{EC163729-C7B3-43AB-ACA7-C6D3CD70D8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5334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Equation" r:id="rId43" imgW="114102" imgH="126780" progId="Equation.DSMT4">
                  <p:embed/>
                </p:oleObj>
              </mc:Choice>
              <mc:Fallback>
                <p:oleObj name="Equation" r:id="rId43" imgW="114102" imgH="126780" progId="Equation.DSMT4">
                  <p:embed/>
                  <p:pic>
                    <p:nvPicPr>
                      <p:cNvPr id="21563" name="Object 59">
                        <a:extLst>
                          <a:ext uri="{FF2B5EF4-FFF2-40B4-BE49-F238E27FC236}">
                            <a16:creationId xmlns:a16="http://schemas.microsoft.com/office/drawing/2014/main" id="{EC163729-C7B3-43AB-ACA7-C6D3CD70D8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334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4" name="Object 60">
            <a:extLst>
              <a:ext uri="{FF2B5EF4-FFF2-40B4-BE49-F238E27FC236}">
                <a16:creationId xmlns:a16="http://schemas.microsoft.com/office/drawing/2014/main" id="{58C15757-72B2-4D94-A1FF-80C80FB403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4191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Equation" r:id="rId44" imgW="114102" imgH="126780" progId="Equation.DSMT4">
                  <p:embed/>
                </p:oleObj>
              </mc:Choice>
              <mc:Fallback>
                <p:oleObj name="Equation" r:id="rId44" imgW="114102" imgH="126780" progId="Equation.DSMT4">
                  <p:embed/>
                  <p:pic>
                    <p:nvPicPr>
                      <p:cNvPr id="21564" name="Object 60">
                        <a:extLst>
                          <a:ext uri="{FF2B5EF4-FFF2-40B4-BE49-F238E27FC236}">
                            <a16:creationId xmlns:a16="http://schemas.microsoft.com/office/drawing/2014/main" id="{58C15757-72B2-4D94-A1FF-80C80FB403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191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5" name="Object 61">
            <a:extLst>
              <a:ext uri="{FF2B5EF4-FFF2-40B4-BE49-F238E27FC236}">
                <a16:creationId xmlns:a16="http://schemas.microsoft.com/office/drawing/2014/main" id="{873AC2E9-D46F-45A7-B803-01BD910AAA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5410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Equation" r:id="rId45" imgW="114102" imgH="126780" progId="Equation.DSMT4">
                  <p:embed/>
                </p:oleObj>
              </mc:Choice>
              <mc:Fallback>
                <p:oleObj name="Equation" r:id="rId45" imgW="114102" imgH="126780" progId="Equation.DSMT4">
                  <p:embed/>
                  <p:pic>
                    <p:nvPicPr>
                      <p:cNvPr id="21565" name="Object 61">
                        <a:extLst>
                          <a:ext uri="{FF2B5EF4-FFF2-40B4-BE49-F238E27FC236}">
                            <a16:creationId xmlns:a16="http://schemas.microsoft.com/office/drawing/2014/main" id="{873AC2E9-D46F-45A7-B803-01BD910AAA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410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6" name="Object 62">
            <a:extLst>
              <a:ext uri="{FF2B5EF4-FFF2-40B4-BE49-F238E27FC236}">
                <a16:creationId xmlns:a16="http://schemas.microsoft.com/office/drawing/2014/main" id="{948F49A5-5E13-421E-B099-ABD2917570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48006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Equation" r:id="rId46" imgW="114102" imgH="126780" progId="Equation.DSMT4">
                  <p:embed/>
                </p:oleObj>
              </mc:Choice>
              <mc:Fallback>
                <p:oleObj name="Equation" r:id="rId46" imgW="114102" imgH="126780" progId="Equation.DSMT4">
                  <p:embed/>
                  <p:pic>
                    <p:nvPicPr>
                      <p:cNvPr id="21566" name="Object 62">
                        <a:extLst>
                          <a:ext uri="{FF2B5EF4-FFF2-40B4-BE49-F238E27FC236}">
                            <a16:creationId xmlns:a16="http://schemas.microsoft.com/office/drawing/2014/main" id="{948F49A5-5E13-421E-B099-ABD2917570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8006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7" name="Object 63">
            <a:extLst>
              <a:ext uri="{FF2B5EF4-FFF2-40B4-BE49-F238E27FC236}">
                <a16:creationId xmlns:a16="http://schemas.microsoft.com/office/drawing/2014/main" id="{6266AE0B-7F27-4C9F-8E84-735F82BA59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5105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Equation" r:id="rId47" imgW="114102" imgH="126780" progId="Equation.DSMT4">
                  <p:embed/>
                </p:oleObj>
              </mc:Choice>
              <mc:Fallback>
                <p:oleObj name="Equation" r:id="rId47" imgW="114102" imgH="126780" progId="Equation.DSMT4">
                  <p:embed/>
                  <p:pic>
                    <p:nvPicPr>
                      <p:cNvPr id="21567" name="Object 63">
                        <a:extLst>
                          <a:ext uri="{FF2B5EF4-FFF2-40B4-BE49-F238E27FC236}">
                            <a16:creationId xmlns:a16="http://schemas.microsoft.com/office/drawing/2014/main" id="{6266AE0B-7F27-4C9F-8E84-735F82BA59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105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8" name="Object 64">
            <a:extLst>
              <a:ext uri="{FF2B5EF4-FFF2-40B4-BE49-F238E27FC236}">
                <a16:creationId xmlns:a16="http://schemas.microsoft.com/office/drawing/2014/main" id="{646AF946-83AA-462C-ADC7-217EB8336B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2057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Equation" r:id="rId48" imgW="114102" imgH="126780" progId="Equation.DSMT4">
                  <p:embed/>
                </p:oleObj>
              </mc:Choice>
              <mc:Fallback>
                <p:oleObj name="Equation" r:id="rId48" imgW="114102" imgH="126780" progId="Equation.DSMT4">
                  <p:embed/>
                  <p:pic>
                    <p:nvPicPr>
                      <p:cNvPr id="21568" name="Object 64">
                        <a:extLst>
                          <a:ext uri="{FF2B5EF4-FFF2-40B4-BE49-F238E27FC236}">
                            <a16:creationId xmlns:a16="http://schemas.microsoft.com/office/drawing/2014/main" id="{646AF946-83AA-462C-ADC7-217EB8336B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057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69" name="Object 65">
            <a:extLst>
              <a:ext uri="{FF2B5EF4-FFF2-40B4-BE49-F238E27FC236}">
                <a16:creationId xmlns:a16="http://schemas.microsoft.com/office/drawing/2014/main" id="{1A125563-B751-429A-B8F8-BB0182A2C2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2667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Equation" r:id="rId49" imgW="114102" imgH="126780" progId="Equation.DSMT4">
                  <p:embed/>
                </p:oleObj>
              </mc:Choice>
              <mc:Fallback>
                <p:oleObj name="Equation" r:id="rId49" imgW="114102" imgH="126780" progId="Equation.DSMT4">
                  <p:embed/>
                  <p:pic>
                    <p:nvPicPr>
                      <p:cNvPr id="21569" name="Object 65">
                        <a:extLst>
                          <a:ext uri="{FF2B5EF4-FFF2-40B4-BE49-F238E27FC236}">
                            <a16:creationId xmlns:a16="http://schemas.microsoft.com/office/drawing/2014/main" id="{1A125563-B751-429A-B8F8-BB0182A2C2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667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0" name="Object 66">
            <a:extLst>
              <a:ext uri="{FF2B5EF4-FFF2-40B4-BE49-F238E27FC236}">
                <a16:creationId xmlns:a16="http://schemas.microsoft.com/office/drawing/2014/main" id="{1C9C27C6-EE8F-4CC0-A6AA-717610109C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1905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Equation" r:id="rId50" imgW="114102" imgH="126780" progId="Equation.DSMT4">
                  <p:embed/>
                </p:oleObj>
              </mc:Choice>
              <mc:Fallback>
                <p:oleObj name="Equation" r:id="rId50" imgW="114102" imgH="126780" progId="Equation.DSMT4">
                  <p:embed/>
                  <p:pic>
                    <p:nvPicPr>
                      <p:cNvPr id="21570" name="Object 66">
                        <a:extLst>
                          <a:ext uri="{FF2B5EF4-FFF2-40B4-BE49-F238E27FC236}">
                            <a16:creationId xmlns:a16="http://schemas.microsoft.com/office/drawing/2014/main" id="{1C9C27C6-EE8F-4CC0-A6AA-717610109C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905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1" name="Object 67">
            <a:extLst>
              <a:ext uri="{FF2B5EF4-FFF2-40B4-BE49-F238E27FC236}">
                <a16:creationId xmlns:a16="http://schemas.microsoft.com/office/drawing/2014/main" id="{6977A8CC-38B9-4A06-AF0D-0060794860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18288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Equation" r:id="rId51" imgW="114102" imgH="126780" progId="Equation.DSMT4">
                  <p:embed/>
                </p:oleObj>
              </mc:Choice>
              <mc:Fallback>
                <p:oleObj name="Equation" r:id="rId51" imgW="114102" imgH="126780" progId="Equation.DSMT4">
                  <p:embed/>
                  <p:pic>
                    <p:nvPicPr>
                      <p:cNvPr id="21571" name="Object 67">
                        <a:extLst>
                          <a:ext uri="{FF2B5EF4-FFF2-40B4-BE49-F238E27FC236}">
                            <a16:creationId xmlns:a16="http://schemas.microsoft.com/office/drawing/2014/main" id="{6977A8CC-38B9-4A06-AF0D-0060794860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8288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2" name="Object 68">
            <a:extLst>
              <a:ext uri="{FF2B5EF4-FFF2-40B4-BE49-F238E27FC236}">
                <a16:creationId xmlns:a16="http://schemas.microsoft.com/office/drawing/2014/main" id="{BFBC912C-47E4-48FF-9170-6C4D599BB9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19812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Equation" r:id="rId52" imgW="114102" imgH="126780" progId="Equation.DSMT4">
                  <p:embed/>
                </p:oleObj>
              </mc:Choice>
              <mc:Fallback>
                <p:oleObj name="Equation" r:id="rId52" imgW="114102" imgH="126780" progId="Equation.DSMT4">
                  <p:embed/>
                  <p:pic>
                    <p:nvPicPr>
                      <p:cNvPr id="21572" name="Object 68">
                        <a:extLst>
                          <a:ext uri="{FF2B5EF4-FFF2-40B4-BE49-F238E27FC236}">
                            <a16:creationId xmlns:a16="http://schemas.microsoft.com/office/drawing/2014/main" id="{BFBC912C-47E4-48FF-9170-6C4D599BB9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9812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3" name="Object 69">
            <a:extLst>
              <a:ext uri="{FF2B5EF4-FFF2-40B4-BE49-F238E27FC236}">
                <a16:creationId xmlns:a16="http://schemas.microsoft.com/office/drawing/2014/main" id="{38E3CE68-A5F3-4213-BF59-EB063AE448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2286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Equation" r:id="rId53" imgW="114102" imgH="126780" progId="Equation.DSMT4">
                  <p:embed/>
                </p:oleObj>
              </mc:Choice>
              <mc:Fallback>
                <p:oleObj name="Equation" r:id="rId53" imgW="114102" imgH="126780" progId="Equation.DSMT4">
                  <p:embed/>
                  <p:pic>
                    <p:nvPicPr>
                      <p:cNvPr id="21573" name="Object 69">
                        <a:extLst>
                          <a:ext uri="{FF2B5EF4-FFF2-40B4-BE49-F238E27FC236}">
                            <a16:creationId xmlns:a16="http://schemas.microsoft.com/office/drawing/2014/main" id="{38E3CE68-A5F3-4213-BF59-EB063AE448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286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4" name="Object 70">
            <a:extLst>
              <a:ext uri="{FF2B5EF4-FFF2-40B4-BE49-F238E27FC236}">
                <a16:creationId xmlns:a16="http://schemas.microsoft.com/office/drawing/2014/main" id="{C7BE294E-6325-48E4-AAD0-74C14E512B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4953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Equation" r:id="rId54" imgW="114102" imgH="126780" progId="Equation.DSMT4">
                  <p:embed/>
                </p:oleObj>
              </mc:Choice>
              <mc:Fallback>
                <p:oleObj name="Equation" r:id="rId54" imgW="114102" imgH="126780" progId="Equation.DSMT4">
                  <p:embed/>
                  <p:pic>
                    <p:nvPicPr>
                      <p:cNvPr id="21574" name="Object 70">
                        <a:extLst>
                          <a:ext uri="{FF2B5EF4-FFF2-40B4-BE49-F238E27FC236}">
                            <a16:creationId xmlns:a16="http://schemas.microsoft.com/office/drawing/2014/main" id="{C7BE294E-6325-48E4-AAD0-74C14E512B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953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5" name="Object 71">
            <a:extLst>
              <a:ext uri="{FF2B5EF4-FFF2-40B4-BE49-F238E27FC236}">
                <a16:creationId xmlns:a16="http://schemas.microsoft.com/office/drawing/2014/main" id="{BC5C7581-9A1F-46CA-9F71-77C7ECC9C6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43434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Equation" r:id="rId55" imgW="114102" imgH="126780" progId="Equation.DSMT4">
                  <p:embed/>
                </p:oleObj>
              </mc:Choice>
              <mc:Fallback>
                <p:oleObj name="Equation" r:id="rId55" imgW="114102" imgH="126780" progId="Equation.DSMT4">
                  <p:embed/>
                  <p:pic>
                    <p:nvPicPr>
                      <p:cNvPr id="21575" name="Object 71">
                        <a:extLst>
                          <a:ext uri="{FF2B5EF4-FFF2-40B4-BE49-F238E27FC236}">
                            <a16:creationId xmlns:a16="http://schemas.microsoft.com/office/drawing/2014/main" id="{BC5C7581-9A1F-46CA-9F71-77C7ECC9C6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3434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6" name="Object 72">
            <a:extLst>
              <a:ext uri="{FF2B5EF4-FFF2-40B4-BE49-F238E27FC236}">
                <a16:creationId xmlns:a16="http://schemas.microsoft.com/office/drawing/2014/main" id="{F5367027-0E3D-449D-998E-F1EBA27FCD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5334000"/>
          <a:ext cx="19367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Equation" r:id="rId56" imgW="114102" imgH="126780" progId="Equation.DSMT4">
                  <p:embed/>
                </p:oleObj>
              </mc:Choice>
              <mc:Fallback>
                <p:oleObj name="Equation" r:id="rId56" imgW="114102" imgH="126780" progId="Equation.DSMT4">
                  <p:embed/>
                  <p:pic>
                    <p:nvPicPr>
                      <p:cNvPr id="21576" name="Object 72">
                        <a:extLst>
                          <a:ext uri="{FF2B5EF4-FFF2-40B4-BE49-F238E27FC236}">
                            <a16:creationId xmlns:a16="http://schemas.microsoft.com/office/drawing/2014/main" id="{F5367027-0E3D-449D-998E-F1EBA27FC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334000"/>
                        <a:ext cx="193675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7" name="Text Box 73">
            <a:extLst>
              <a:ext uri="{FF2B5EF4-FFF2-40B4-BE49-F238E27FC236}">
                <a16:creationId xmlns:a16="http://schemas.microsoft.com/office/drawing/2014/main" id="{BBB73F63-9AC1-4349-8823-8E252454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429000"/>
            <a:ext cx="1981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weak positive</a:t>
            </a:r>
          </a:p>
        </p:txBody>
      </p:sp>
      <p:sp>
        <p:nvSpPr>
          <p:cNvPr id="21578" name="Text Box 74">
            <a:extLst>
              <a:ext uri="{FF2B5EF4-FFF2-40B4-BE49-F238E27FC236}">
                <a16:creationId xmlns:a16="http://schemas.microsoft.com/office/drawing/2014/main" id="{C21A1A08-A85E-4267-9B71-513F23069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943600"/>
            <a:ext cx="190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weak negative</a:t>
            </a:r>
          </a:p>
        </p:txBody>
      </p:sp>
      <p:sp>
        <p:nvSpPr>
          <p:cNvPr id="21579" name="Text Box 75">
            <a:extLst>
              <a:ext uri="{FF2B5EF4-FFF2-40B4-BE49-F238E27FC236}">
                <a16:creationId xmlns:a16="http://schemas.microsoft.com/office/drawing/2014/main" id="{6E4E3186-FE10-49CC-99D0-28C46FF4A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867400"/>
            <a:ext cx="220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strong negative</a:t>
            </a:r>
          </a:p>
        </p:txBody>
      </p:sp>
      <p:sp>
        <p:nvSpPr>
          <p:cNvPr id="21580" name="Text Box 76">
            <a:extLst>
              <a:ext uri="{FF2B5EF4-FFF2-40B4-BE49-F238E27FC236}">
                <a16:creationId xmlns:a16="http://schemas.microsoft.com/office/drawing/2014/main" id="{BC0C120E-63EE-440C-89AA-3E4E5662E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352800"/>
            <a:ext cx="213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0000FF"/>
                </a:solidFill>
              </a:rPr>
              <a:t>strong positive</a:t>
            </a:r>
          </a:p>
        </p:txBody>
      </p:sp>
      <p:sp>
        <p:nvSpPr>
          <p:cNvPr id="21581" name="Line 77">
            <a:extLst>
              <a:ext uri="{FF2B5EF4-FFF2-40B4-BE49-F238E27FC236}">
                <a16:creationId xmlns:a16="http://schemas.microsoft.com/office/drawing/2014/main" id="{53CF05D0-DBE4-41D6-8310-0EAC0683C1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1676400"/>
            <a:ext cx="1447800" cy="1524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1582" name="Line 78">
            <a:extLst>
              <a:ext uri="{FF2B5EF4-FFF2-40B4-BE49-F238E27FC236}">
                <a16:creationId xmlns:a16="http://schemas.microsoft.com/office/drawing/2014/main" id="{C914D348-121B-4F28-A214-3391D4FA22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1524000"/>
            <a:ext cx="1524000" cy="1295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1583" name="Line 79">
            <a:extLst>
              <a:ext uri="{FF2B5EF4-FFF2-40B4-BE49-F238E27FC236}">
                <a16:creationId xmlns:a16="http://schemas.microsoft.com/office/drawing/2014/main" id="{EEC31A3C-2916-45E3-A3DD-7242738813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4267200"/>
            <a:ext cx="838200" cy="1371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1584" name="Line 80">
            <a:extLst>
              <a:ext uri="{FF2B5EF4-FFF2-40B4-BE49-F238E27FC236}">
                <a16:creationId xmlns:a16="http://schemas.microsoft.com/office/drawing/2014/main" id="{594F5835-54B2-4F1E-BE1C-D38139466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267200"/>
            <a:ext cx="1219200" cy="1295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1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1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1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1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1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1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1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1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1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1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1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1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1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1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1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1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1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1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1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1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1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1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1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1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21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1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1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21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1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1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1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1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1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1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21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21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21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1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21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21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21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1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1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21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1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21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21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21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21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21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21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21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21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21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21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21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21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21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2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2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0"/>
                                        <p:tgtEl>
                                          <p:spTgt spid="21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21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9" grpId="0"/>
      <p:bldP spid="21577" grpId="0"/>
      <p:bldP spid="2158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509</Words>
  <Application>Microsoft Office PowerPoint</Application>
  <PresentationFormat>On-screen Show (4:3)</PresentationFormat>
  <Paragraphs>135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Batang</vt:lpstr>
      <vt:lpstr>Arial</vt:lpstr>
      <vt:lpstr>Arial Black</vt:lpstr>
      <vt:lpstr>Calibri</vt:lpstr>
      <vt:lpstr>TimesNewRomanPSMT</vt:lpstr>
      <vt:lpstr>Tw Cen MT</vt:lpstr>
      <vt:lpstr>Tw Cen MT Condensed</vt:lpstr>
      <vt:lpstr>Wingdings 3</vt:lpstr>
      <vt:lpstr>Integral</vt:lpstr>
      <vt:lpstr>MathType 5.0 Equation</vt:lpstr>
      <vt:lpstr>Topic: Bivariate Data  EQ: What is Correlation?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Positive Correlation</vt:lpstr>
      <vt:lpstr>Negative Correlation</vt:lpstr>
      <vt:lpstr>No Correlation</vt:lpstr>
      <vt:lpstr>PowerPoint Presentation</vt:lpstr>
      <vt:lpstr>PowerPoint Presentation</vt:lpstr>
      <vt:lpstr>Notes Review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Bivariate Data  EQ: What is Correlation?</dc:title>
  <dc:creator>Hamilton Stott</dc:creator>
  <cp:lastModifiedBy>Hamilton Stott</cp:lastModifiedBy>
  <cp:revision>1</cp:revision>
  <dcterms:created xsi:type="dcterms:W3CDTF">2018-10-16T12:17:38Z</dcterms:created>
  <dcterms:modified xsi:type="dcterms:W3CDTF">2018-10-16T12:24:20Z</dcterms:modified>
</cp:coreProperties>
</file>