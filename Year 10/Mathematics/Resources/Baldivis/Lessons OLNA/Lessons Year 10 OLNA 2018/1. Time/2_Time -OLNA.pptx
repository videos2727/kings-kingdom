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1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2629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70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610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671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04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386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44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09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80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0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98B50-5D4B-4729-A12B-076BB1F268A9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796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rtofmanliness.com/2012/10/11/how-to-tell-time-like-a-soldier/" TargetMode="External"/><Relationship Id="rId2" Type="http://schemas.openxmlformats.org/officeDocument/2006/relationships/hyperlink" Target="https://www.youtube.com/watch?v=2fYMRDZfrO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74CA-5466-40F6-B5FC-7C5107AE1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600" y="519789"/>
            <a:ext cx="6858000" cy="685563"/>
          </a:xfrm>
        </p:spPr>
        <p:txBody>
          <a:bodyPr>
            <a:noAutofit/>
          </a:bodyPr>
          <a:lstStyle/>
          <a:p>
            <a:r>
              <a:rPr lang="en-US" sz="4000" dirty="0"/>
              <a:t>Mental Arithmetic 2- back page and write the date </a:t>
            </a:r>
            <a:endParaRPr lang="en-AU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D082DE-714B-4326-A405-652DC327B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003909"/>
              </p:ext>
            </p:extLst>
          </p:nvPr>
        </p:nvGraphicFramePr>
        <p:xfrm>
          <a:off x="1463040" y="1739393"/>
          <a:ext cx="6997392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21">
                  <a:extLst>
                    <a:ext uri="{9D8B030D-6E8A-4147-A177-3AD203B41FA5}">
                      <a16:colId xmlns:a16="http://schemas.microsoft.com/office/drawing/2014/main" val="1526823420"/>
                    </a:ext>
                  </a:extLst>
                </a:gridCol>
                <a:gridCol w="6492271">
                  <a:extLst>
                    <a:ext uri="{9D8B030D-6E8A-4147-A177-3AD203B41FA5}">
                      <a16:colId xmlns:a16="http://schemas.microsoft.com/office/drawing/2014/main" val="42039581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3774796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1.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A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05365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2.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A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3899351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3.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019851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4.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329492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5.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1661687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E360D99-8C98-4782-87B6-E545E05A0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091" y="2786496"/>
            <a:ext cx="2705100" cy="523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599A37-8C39-4999-916C-988BDD7E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9" y="2005446"/>
            <a:ext cx="4452938" cy="5238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B2407B-5E54-4554-B021-878FB5004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9" y="3476664"/>
            <a:ext cx="5772150" cy="5619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4BF9A5-241B-4FFA-ABAD-18F9CA157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1720" y="5012703"/>
            <a:ext cx="6300192" cy="5085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FE69EF-D3D6-4880-B088-BBB67DB5F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0951" y="4284590"/>
            <a:ext cx="6240962" cy="35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9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Time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I use 24 hour time? What are </a:t>
            </a:r>
            <a:r>
              <a:rPr lang="en-AU" dirty="0" err="1"/>
              <a:t>timezones</a:t>
            </a:r>
            <a:r>
              <a:rPr lang="en-AU" dirty="0"/>
              <a:t> and what do they mean to me?</a:t>
            </a:r>
          </a:p>
        </p:txBody>
      </p:sp>
    </p:spTree>
    <p:extLst>
      <p:ext uri="{BB962C8B-B14F-4D97-AF65-F5344CB8AC3E}">
        <p14:creationId xmlns:p14="http://schemas.microsoft.com/office/powerpoint/2010/main" val="89423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24 hour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Write notes  that you need so you will know it!!</a:t>
            </a:r>
          </a:p>
          <a:p>
            <a:pPr marL="0" indent="0">
              <a:buNone/>
            </a:pPr>
            <a:endParaRPr lang="en-AU" dirty="0">
              <a:hlinkClick r:id="rId2"/>
            </a:endParaRPr>
          </a:p>
          <a:p>
            <a:r>
              <a:rPr lang="en-AU" dirty="0">
                <a:hlinkClick r:id="rId2"/>
              </a:rPr>
              <a:t>https://www.youtube.com/watch?v=2fYMRDZfrOI</a:t>
            </a:r>
            <a:r>
              <a:rPr lang="en-AU" dirty="0"/>
              <a:t> </a:t>
            </a:r>
          </a:p>
          <a:p>
            <a:endParaRPr lang="en-AU" dirty="0"/>
          </a:p>
          <a:p>
            <a:r>
              <a:rPr lang="en-AU" dirty="0"/>
              <a:t>One for the MEN!!</a:t>
            </a:r>
          </a:p>
          <a:p>
            <a:pPr marL="0" indent="0">
              <a:buNone/>
            </a:pPr>
            <a:r>
              <a:rPr lang="en-AU" dirty="0">
                <a:hlinkClick r:id="rId3"/>
              </a:rPr>
              <a:t>http://www.artofmanliness.com/2012/10/11/how-to-tell-time-like-a-soldier/</a:t>
            </a:r>
            <a:r>
              <a:rPr lang="en-AU" dirty="0"/>
              <a:t>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537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Do your work sheets</a:t>
            </a:r>
          </a:p>
          <a:p>
            <a:pPr lvl="1"/>
            <a:r>
              <a:rPr lang="en-US" dirty="0"/>
              <a:t>2_converting 24hr clock times</a:t>
            </a:r>
          </a:p>
          <a:p>
            <a:pPr lvl="1"/>
            <a:r>
              <a:rPr lang="en-US" dirty="0"/>
              <a:t>2_converting 24hr time</a:t>
            </a:r>
            <a:endParaRPr lang="en-AU" dirty="0"/>
          </a:p>
          <a:p>
            <a:r>
              <a:rPr lang="en-AU" dirty="0"/>
              <a:t>You need to read your answers to a partner using past and to talk</a:t>
            </a:r>
          </a:p>
        </p:txBody>
      </p:sp>
    </p:spTree>
    <p:extLst>
      <p:ext uri="{BB962C8B-B14F-4D97-AF65-F5344CB8AC3E}">
        <p14:creationId xmlns:p14="http://schemas.microsoft.com/office/powerpoint/2010/main" val="3116589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C2E6CF-C5BF-4C51-A211-CA528982A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72179"/>
            <a:ext cx="5904656" cy="67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26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Time zones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263151-8B3C-459E-8FFF-B55EB3C2F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412" y="2129631"/>
            <a:ext cx="71151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0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CBCB70-32CB-4FE0-87AC-7B98A0DF2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766887"/>
            <a:ext cx="79057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3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A65430-900E-4A31-8384-B8B40EEA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2174546"/>
            <a:ext cx="7839075" cy="647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7D8F34-48D1-4236-8884-651FB64E6718}"/>
              </a:ext>
            </a:extLst>
          </p:cNvPr>
          <p:cNvSpPr txBox="1"/>
          <p:nvPr/>
        </p:nvSpPr>
        <p:spPr>
          <a:xfrm>
            <a:off x="971600" y="155679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0419F-524E-4863-99CD-1E87A3D63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" y="3501008"/>
            <a:ext cx="77152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42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04BAA-0F7D-45B3-857D-6FE79897C5E7}"/>
              </a:ext>
            </a:extLst>
          </p:cNvPr>
          <p:cNvSpPr txBox="1"/>
          <p:nvPr/>
        </p:nvSpPr>
        <p:spPr>
          <a:xfrm>
            <a:off x="1475656" y="126876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 2_Australian time zone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785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127</Words>
  <Application>Microsoft Office PowerPoint</Application>
  <PresentationFormat>On-screen Show (4:3)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Mental Arithmetic 2- back page and write the date </vt:lpstr>
      <vt:lpstr>Time</vt:lpstr>
      <vt:lpstr>24 hour time</vt:lpstr>
      <vt:lpstr>Practise time</vt:lpstr>
      <vt:lpstr>PowerPoint Presentation</vt:lpstr>
      <vt:lpstr>Time zones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</dc:title>
  <dc:creator>MILLER Belinda</dc:creator>
  <cp:lastModifiedBy>JAMES Sarah [Baldivis Secondary College]</cp:lastModifiedBy>
  <cp:revision>12</cp:revision>
  <dcterms:created xsi:type="dcterms:W3CDTF">2017-07-19T09:48:58Z</dcterms:created>
  <dcterms:modified xsi:type="dcterms:W3CDTF">2018-06-11T05:09:50Z</dcterms:modified>
</cp:coreProperties>
</file>