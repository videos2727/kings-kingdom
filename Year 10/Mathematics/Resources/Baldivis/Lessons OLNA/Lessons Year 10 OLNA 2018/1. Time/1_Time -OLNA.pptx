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68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6" r:id="rId11"/>
    <p:sldId id="263" r:id="rId12"/>
    <p:sldId id="265" r:id="rId13"/>
    <p:sldId id="264" r:id="rId1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67C0C-D798-4D62-9A3D-9224417AB980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2717-B109-4F44-BFCD-41168F4877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166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Teachers</a:t>
            </a:r>
            <a:r>
              <a:rPr lang="en-AU" baseline="0" dirty="0"/>
              <a:t> to use clock on wall as well to ask students questions about time. Hand out clock sheet for students to draw this on and glue into their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602717-B109-4F44-BFCD-41168F48776C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311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602717-B109-4F44-BFCD-41168F48776C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271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883EB668-DB82-4DBF-B378-7428100A4B0E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7A3CF9E-0043-4578-B657-B4573F65D95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nline-stopwatch.com/countdown-timer/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74CA-5466-40F6-B5FC-7C5107AE1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600" y="519789"/>
            <a:ext cx="6858000" cy="685563"/>
          </a:xfrm>
        </p:spPr>
        <p:txBody>
          <a:bodyPr>
            <a:noAutofit/>
          </a:bodyPr>
          <a:lstStyle/>
          <a:p>
            <a:r>
              <a:rPr lang="en-US" sz="4000" dirty="0"/>
              <a:t>Mental Arithmetic 1. </a:t>
            </a:r>
            <a:endParaRPr lang="en-AU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D082DE-714B-4326-A405-652DC327BCE4}"/>
              </a:ext>
            </a:extLst>
          </p:cNvPr>
          <p:cNvGraphicFramePr>
            <a:graphicFrameLocks noGrp="1"/>
          </p:cNvGraphicFramePr>
          <p:nvPr/>
        </p:nvGraphicFramePr>
        <p:xfrm>
          <a:off x="1463040" y="1739393"/>
          <a:ext cx="6096001" cy="432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21">
                  <a:extLst>
                    <a:ext uri="{9D8B030D-6E8A-4147-A177-3AD203B41FA5}">
                      <a16:colId xmlns:a16="http://schemas.microsoft.com/office/drawing/2014/main" val="1526823420"/>
                    </a:ext>
                  </a:extLst>
                </a:gridCol>
                <a:gridCol w="5590880">
                  <a:extLst>
                    <a:ext uri="{9D8B030D-6E8A-4147-A177-3AD203B41FA5}">
                      <a16:colId xmlns:a16="http://schemas.microsoft.com/office/drawing/2014/main" val="42039581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3774796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1.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A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05365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2.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A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3899351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3.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019851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4.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329492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5.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1661687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6.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0611695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167B0D5-329F-477D-BA46-431D2C306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911" y="2139160"/>
            <a:ext cx="1419017" cy="309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D95951-6FE6-4E79-8D4F-2D62B4297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427" y="2777161"/>
            <a:ext cx="865133" cy="324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13360E-0E09-4B8E-A4D1-8DFCE7072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963" y="3443050"/>
            <a:ext cx="3154800" cy="557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029335-5C36-44CC-8B77-98BB5E7CA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7634" y="4281716"/>
            <a:ext cx="5345872" cy="388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69F1CF-7AC2-4454-AC83-684893049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7634" y="4994910"/>
            <a:ext cx="4192965" cy="320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FC11AF-1EEE-4455-81CE-4D7D166248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6828" y="5577282"/>
            <a:ext cx="4868423" cy="41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9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ED2F-CF14-4311-B3A6-B020163B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34EC3-2416-4524-B2C0-CC0A56A7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5763" indent="-385763">
              <a:buAutoNum type="arabicPeriod"/>
            </a:pPr>
            <a:r>
              <a:rPr lang="en-US" dirty="0"/>
              <a:t>27.62</a:t>
            </a:r>
          </a:p>
          <a:p>
            <a:pPr marL="385763" indent="-385763">
              <a:buAutoNum type="arabicPeriod"/>
            </a:pPr>
            <a:r>
              <a:rPr lang="en-US" dirty="0"/>
              <a:t>90</a:t>
            </a:r>
          </a:p>
          <a:p>
            <a:pPr marL="385763" indent="-385763">
              <a:buAutoNum type="arabicPeriod"/>
            </a:pPr>
            <a:r>
              <a:rPr lang="en-US" dirty="0"/>
              <a:t>18</a:t>
            </a:r>
          </a:p>
          <a:p>
            <a:pPr marL="385763" indent="-385763">
              <a:buAutoNum type="arabicPeriod"/>
            </a:pPr>
            <a:r>
              <a:rPr lang="en-US" dirty="0"/>
              <a:t>350mL</a:t>
            </a:r>
          </a:p>
          <a:p>
            <a:pPr marL="385763" indent="-385763">
              <a:buAutoNum type="arabicPeriod"/>
            </a:pPr>
            <a:r>
              <a:rPr lang="en-US" dirty="0"/>
              <a:t>3 and 12</a:t>
            </a:r>
          </a:p>
          <a:p>
            <a:pPr marL="385763" indent="-385763">
              <a:buAutoNum type="arabicPeriod"/>
            </a:pPr>
            <a:r>
              <a:rPr lang="en-US" dirty="0"/>
              <a:t>1:55pm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670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Time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EQ: </a:t>
            </a:r>
            <a:r>
              <a:rPr lang="en-AU" dirty="0"/>
              <a:t>What time facts do you need to solve problems for OLNA? How do you know how long you have worked in a week?</a:t>
            </a:r>
          </a:p>
        </p:txBody>
      </p:sp>
    </p:spTree>
    <p:extLst>
      <p:ext uri="{BB962C8B-B14F-4D97-AF65-F5344CB8AC3E}">
        <p14:creationId xmlns:p14="http://schemas.microsoft.com/office/powerpoint/2010/main" val="216441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Time facts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484784"/>
            <a:ext cx="4824536" cy="51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18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OLNA Questions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How many hours in 2 days 8 hours? </a:t>
            </a:r>
          </a:p>
          <a:p>
            <a:endParaRPr lang="en-AU" b="1" dirty="0"/>
          </a:p>
          <a:p>
            <a:r>
              <a:rPr lang="en-AU" b="1" dirty="0"/>
              <a:t>How many seconds in 2 minutes 45 seconds?</a:t>
            </a:r>
          </a:p>
          <a:p>
            <a:pPr marL="0" indent="0">
              <a:buNone/>
            </a:pPr>
            <a:r>
              <a:rPr lang="en-AU" b="1" dirty="0"/>
              <a:t> </a:t>
            </a:r>
          </a:p>
          <a:p>
            <a:r>
              <a:rPr lang="en-AU" b="1" dirty="0"/>
              <a:t>How many minutes in 1.5 hours?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b="1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680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" t="8485" r="30455" b="11667"/>
          <a:stretch/>
        </p:blipFill>
        <p:spPr bwMode="auto">
          <a:xfrm>
            <a:off x="1" y="332656"/>
            <a:ext cx="970178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92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AU" dirty="0"/>
              <a:t>Can you tell the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7920494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404664"/>
            <a:ext cx="1979712" cy="67403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2400" b="1" dirty="0"/>
              <a:t>This is how we speak time from an analogue clock.</a:t>
            </a:r>
          </a:p>
          <a:p>
            <a:endParaRPr lang="en-AU" sz="2400" b="1" dirty="0"/>
          </a:p>
          <a:p>
            <a:r>
              <a:rPr lang="en-AU" sz="2400" b="1" dirty="0"/>
              <a:t>Draw this onto the clock face hand out and stick it onto your notes page. You have 5 minutes!</a:t>
            </a:r>
          </a:p>
          <a:p>
            <a:endParaRPr lang="en-AU" sz="2400" b="1" dirty="0"/>
          </a:p>
          <a:p>
            <a:r>
              <a:rPr lang="en-AU" sz="2400" b="1" dirty="0"/>
              <a:t>HURRY UP ALREADY!!!</a:t>
            </a:r>
          </a:p>
        </p:txBody>
      </p:sp>
    </p:spTree>
    <p:extLst>
      <p:ext uri="{BB962C8B-B14F-4D97-AF65-F5344CB8AC3E}">
        <p14:creationId xmlns:p14="http://schemas.microsoft.com/office/powerpoint/2010/main" val="407572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Write the digital time and say the time in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9" t="16333" r="4680" b="33676"/>
          <a:stretch/>
        </p:blipFill>
        <p:spPr bwMode="auto">
          <a:xfrm>
            <a:off x="683568" y="1563025"/>
            <a:ext cx="7488832" cy="5313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637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CARD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9672" y="2132856"/>
            <a:ext cx="43924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Match the digital time with the analogue clock and the time written in words. </a:t>
            </a:r>
          </a:p>
          <a:p>
            <a:endParaRPr lang="en-AU" sz="2400" dirty="0"/>
          </a:p>
          <a:p>
            <a:r>
              <a:rPr lang="en-AU" sz="2400" dirty="0"/>
              <a:t>Set the timer You have 4.5 minutes. How long is that?</a:t>
            </a:r>
          </a:p>
          <a:p>
            <a:endParaRPr lang="en-AU" sz="2400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835696" y="48691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hlinkClick r:id="rId2"/>
              </a:rPr>
              <a:t>http://www.online-stopwatch.com/countdown-timer/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089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499C88-0226-479F-8E0C-919AE51C5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68506"/>
            <a:ext cx="4557290" cy="672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15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Elapsed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7584" y="1628800"/>
            <a:ext cx="6030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AU" dirty="0"/>
              <a:t>A plane leaves Melbourne at </a:t>
            </a:r>
            <a:r>
              <a:rPr lang="en-AU" b="1" dirty="0"/>
              <a:t>09:35</a:t>
            </a:r>
            <a:r>
              <a:rPr lang="en-AU" dirty="0"/>
              <a:t> and arrives in Tokyo at </a:t>
            </a:r>
            <a:r>
              <a:rPr lang="en-AU" b="1" dirty="0"/>
              <a:t>20:05</a:t>
            </a:r>
            <a:r>
              <a:rPr lang="en-AU" dirty="0"/>
              <a:t> (Melbourne time).</a:t>
            </a:r>
          </a:p>
          <a:p>
            <a:pPr fontAlgn="base"/>
            <a:r>
              <a:rPr lang="en-AU" b="1" dirty="0"/>
              <a:t>How long did the flight take?</a:t>
            </a:r>
            <a:endParaRPr lang="en-AU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87624" y="4017248"/>
            <a:ext cx="6552728" cy="7200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31640" y="4365104"/>
            <a:ext cx="5832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Start at 9:35 add on one hour at a time. Write the times under each arrow, until you add the next hour and it will go too far. Then start counting  in 5 minute lots. </a:t>
            </a:r>
          </a:p>
        </p:txBody>
      </p:sp>
      <p:sp>
        <p:nvSpPr>
          <p:cNvPr id="12" name="Curved Down Arrow 11"/>
          <p:cNvSpPr/>
          <p:nvPr/>
        </p:nvSpPr>
        <p:spPr>
          <a:xfrm>
            <a:off x="2267744" y="3645024"/>
            <a:ext cx="936104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400" y="3629704"/>
            <a:ext cx="95091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Curved Down Arrow 13"/>
          <p:cNvSpPr/>
          <p:nvPr/>
        </p:nvSpPr>
        <p:spPr>
          <a:xfrm>
            <a:off x="5128933" y="3653839"/>
            <a:ext cx="936104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>
            <a:off x="4192829" y="3657208"/>
            <a:ext cx="936104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511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practise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9672" y="2060848"/>
            <a:ext cx="5976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have 6 minutes to complete the worksheet on elapsed time. Your teacher will work through the first one on the board for you. – the easy way!!  Use mountains, hills, rocks (for 1hr , 10mins, 1mins)</a:t>
            </a:r>
          </a:p>
          <a:p>
            <a:endParaRPr lang="en-AU" dirty="0"/>
          </a:p>
          <a:p>
            <a:r>
              <a:rPr lang="en-AU" dirty="0"/>
              <a:t>Staple it into your note book on the LHS</a:t>
            </a:r>
          </a:p>
        </p:txBody>
      </p:sp>
    </p:spTree>
    <p:extLst>
      <p:ext uri="{BB962C8B-B14F-4D97-AF65-F5344CB8AC3E}">
        <p14:creationId xmlns:p14="http://schemas.microsoft.com/office/powerpoint/2010/main" val="1749190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0"/>
            <a:ext cx="8003232" cy="1052736"/>
          </a:xfrm>
        </p:spPr>
        <p:txBody>
          <a:bodyPr/>
          <a:lstStyle/>
          <a:p>
            <a:r>
              <a:rPr lang="en-AU" dirty="0"/>
              <a:t>OLNA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7664" y="1700808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83568" y="1052736"/>
            <a:ext cx="7848872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AU" sz="2000" dirty="0"/>
              <a:t>1. A hard-disc recorder was set to begin taping a show at </a:t>
            </a:r>
            <a:r>
              <a:rPr lang="en-AU" sz="2000" b="1" dirty="0"/>
              <a:t>18:35</a:t>
            </a:r>
            <a:r>
              <a:rPr lang="en-AU" sz="2000" dirty="0"/>
              <a:t>.</a:t>
            </a:r>
          </a:p>
          <a:p>
            <a:pPr fontAlgn="base"/>
            <a:r>
              <a:rPr lang="en-AU" sz="2000" dirty="0"/>
              <a:t>It ended at </a:t>
            </a:r>
            <a:r>
              <a:rPr lang="en-AU" sz="2000" b="1" dirty="0"/>
              <a:t>20:15</a:t>
            </a:r>
            <a:r>
              <a:rPr lang="en-AU" sz="2000" dirty="0"/>
              <a:t>. </a:t>
            </a:r>
            <a:r>
              <a:rPr lang="en-AU" sz="2000" b="1" dirty="0"/>
              <a:t>How long was the show?</a:t>
            </a:r>
            <a:endParaRPr lang="en-AU" sz="2000" dirty="0"/>
          </a:p>
          <a:p>
            <a:pPr fontAlgn="base"/>
            <a:endParaRPr lang="en-AU" sz="2000" dirty="0"/>
          </a:p>
          <a:p>
            <a:pPr fontAlgn="base"/>
            <a:endParaRPr lang="en-AU" sz="2000" dirty="0"/>
          </a:p>
          <a:p>
            <a:pPr fontAlgn="base"/>
            <a:r>
              <a:rPr lang="en-AU" sz="2000" dirty="0"/>
              <a:t>2. Chloe works the following hours at her part time job on the weekend.</a:t>
            </a:r>
          </a:p>
          <a:p>
            <a:pPr fontAlgn="base"/>
            <a:r>
              <a:rPr lang="en-AU" sz="2000" b="1" dirty="0"/>
              <a:t>Sat: 9 am until 4 pm, with one hour break for lunch.</a:t>
            </a:r>
            <a:endParaRPr lang="en-AU" sz="2000" dirty="0"/>
          </a:p>
          <a:p>
            <a:pPr fontAlgn="base"/>
            <a:r>
              <a:rPr lang="en-AU" sz="2000" b="1" dirty="0"/>
              <a:t>Sun: 8:30 am until 5:30 pm, with a one hour break for lunch.</a:t>
            </a:r>
            <a:endParaRPr lang="en-AU" sz="2000" dirty="0"/>
          </a:p>
          <a:p>
            <a:pPr fontAlgn="base"/>
            <a:r>
              <a:rPr lang="en-AU" sz="2000" b="1" dirty="0"/>
              <a:t>For how many hours does Chloe get paid if she does not get paid for lunch?</a:t>
            </a:r>
            <a:endParaRPr lang="en-AU" sz="2000" dirty="0"/>
          </a:p>
          <a:p>
            <a:pPr fontAlgn="base"/>
            <a:r>
              <a:rPr lang="en-AU" sz="2000" b="1" dirty="0"/>
              <a:t> </a:t>
            </a:r>
          </a:p>
          <a:p>
            <a:pPr fontAlgn="base"/>
            <a:endParaRPr lang="en-AU" sz="2000" dirty="0"/>
          </a:p>
          <a:p>
            <a:pPr fontAlgn="base"/>
            <a:r>
              <a:rPr lang="en-AU" sz="2000" dirty="0"/>
              <a:t>3. Study this </a:t>
            </a:r>
            <a:r>
              <a:rPr lang="en-AU" sz="2000" dirty="0" err="1"/>
              <a:t>paysheet</a:t>
            </a:r>
            <a:r>
              <a:rPr lang="en-AU" sz="2000" dirty="0"/>
              <a:t> for Kate and work out</a:t>
            </a:r>
          </a:p>
          <a:p>
            <a:pPr fontAlgn="base"/>
            <a:r>
              <a:rPr lang="en-AU" sz="2000" b="1" dirty="0"/>
              <a:t>for how many hours she will be paid. She is not paid for her lunch breaks.</a:t>
            </a:r>
            <a:endParaRPr lang="en-AU" sz="2000" dirty="0"/>
          </a:p>
          <a:p>
            <a:pPr fontAlgn="base"/>
            <a:r>
              <a:rPr lang="en-AU" sz="2000" b="1" dirty="0"/>
              <a:t>Monday: Start at 8:30, Finish at 5:30 with 1 hour for lunch</a:t>
            </a:r>
            <a:endParaRPr lang="en-AU" sz="2000" dirty="0"/>
          </a:p>
          <a:p>
            <a:pPr fontAlgn="base"/>
            <a:r>
              <a:rPr lang="en-AU" sz="2000" b="1" dirty="0"/>
              <a:t>Tuesday: Start at 8:00, Finish at 5:00 with 1 hour for lunch.</a:t>
            </a:r>
            <a:endParaRPr lang="en-AU" sz="2000" dirty="0"/>
          </a:p>
          <a:p>
            <a:pPr fontAlgn="base"/>
            <a:r>
              <a:rPr lang="en-AU" sz="2000" b="1" dirty="0"/>
              <a:t>Wednesday: Start at 8:45, Finish at 12:45.</a:t>
            </a:r>
            <a:endParaRPr lang="en-AU" sz="2000" dirty="0"/>
          </a:p>
          <a:p>
            <a:pPr fontAlgn="base"/>
            <a:r>
              <a:rPr lang="en-AU" sz="2000" dirty="0"/>
              <a:t> </a:t>
            </a:r>
          </a:p>
          <a:p>
            <a:pPr fontAlgn="base"/>
            <a:endParaRPr lang="en-AU" sz="2000" dirty="0"/>
          </a:p>
          <a:p>
            <a:pPr fontAlgn="base"/>
            <a:endParaRPr lang="en-AU" dirty="0"/>
          </a:p>
          <a:p>
            <a:pPr fontAlgn="base"/>
            <a:endParaRPr lang="en-AU" dirty="0"/>
          </a:p>
          <a:p>
            <a:pPr fontAlgn="base"/>
            <a:endParaRPr lang="en-AU" dirty="0"/>
          </a:p>
          <a:p>
            <a:pPr fontAlgn="base"/>
            <a:endParaRPr lang="en-AU" dirty="0"/>
          </a:p>
          <a:p>
            <a:pPr fontAlgn="base"/>
            <a:endParaRPr lang="en-AU" dirty="0"/>
          </a:p>
          <a:p>
            <a:pPr fontAlgn="base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7074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1063</TotalTime>
  <Words>318</Words>
  <Application>Microsoft Office PowerPoint</Application>
  <PresentationFormat>On-screen Show (4:3)</PresentationFormat>
  <Paragraphs>77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Courier New</vt:lpstr>
      <vt:lpstr>Palatino Linotype</vt:lpstr>
      <vt:lpstr>Executive</vt:lpstr>
      <vt:lpstr>Mental Arithmetic 1. </vt:lpstr>
      <vt:lpstr>Answers</vt:lpstr>
      <vt:lpstr>Time</vt:lpstr>
      <vt:lpstr>Time facts</vt:lpstr>
      <vt:lpstr>OLNA Questions </vt:lpstr>
      <vt:lpstr>PowerPoint Presentation</vt:lpstr>
      <vt:lpstr>Can you tell the time?</vt:lpstr>
      <vt:lpstr>Write the digital time and say the time in words</vt:lpstr>
      <vt:lpstr>CARD MATCH</vt:lpstr>
      <vt:lpstr>PowerPoint Presentation</vt:lpstr>
      <vt:lpstr>Elapsed time</vt:lpstr>
      <vt:lpstr>Your practise time</vt:lpstr>
      <vt:lpstr>OLNA questions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MILLER Belinda</dc:creator>
  <cp:lastModifiedBy>JAMES Sarah [Baldivis Secondary College]</cp:lastModifiedBy>
  <cp:revision>13</cp:revision>
  <cp:lastPrinted>2018-06-10T23:53:13Z</cp:lastPrinted>
  <dcterms:created xsi:type="dcterms:W3CDTF">2017-07-18T09:31:09Z</dcterms:created>
  <dcterms:modified xsi:type="dcterms:W3CDTF">2018-06-10T23:54:08Z</dcterms:modified>
</cp:coreProperties>
</file>