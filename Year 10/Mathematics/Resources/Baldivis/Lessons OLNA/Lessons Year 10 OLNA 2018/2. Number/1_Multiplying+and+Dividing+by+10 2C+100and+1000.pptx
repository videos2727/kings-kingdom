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2"/>
  </p:notesMasterIdLst>
  <p:sldIdLst>
    <p:sldId id="268" r:id="rId2"/>
    <p:sldId id="256" r:id="rId3"/>
    <p:sldId id="257" r:id="rId4"/>
    <p:sldId id="258" r:id="rId5"/>
    <p:sldId id="259" r:id="rId6"/>
    <p:sldId id="261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4" d="100"/>
          <a:sy n="64" d="100"/>
        </p:scale>
        <p:origin x="1340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B59002-9631-4340-BABE-B1D5D6F11FA3}" type="datetimeFigureOut">
              <a:rPr lang="en-AU" smtClean="0"/>
              <a:t>22/06/2018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AF305D-EAE7-4EE8-9BBD-50365F5AC60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5222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 to get post it notes and blank paper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F305D-EAE7-4EE8-9BBD-50365F5AC604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7970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E007-F748-4956-823E-969B3FE879ED}" type="datetimeFigureOut">
              <a:rPr lang="en-AU" smtClean="0"/>
              <a:t>22/06/2018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DEC87-63F6-44AC-8AF5-C4680B10A8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0450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E007-F748-4956-823E-969B3FE879ED}" type="datetimeFigureOut">
              <a:rPr lang="en-AU" smtClean="0"/>
              <a:t>22/06/2018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DEC87-63F6-44AC-8AF5-C4680B10A8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3921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E007-F748-4956-823E-969B3FE879ED}" type="datetimeFigureOut">
              <a:rPr lang="en-AU" smtClean="0"/>
              <a:t>22/06/2018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DEC87-63F6-44AC-8AF5-C4680B10A8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5816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E007-F748-4956-823E-969B3FE879ED}" type="datetimeFigureOut">
              <a:rPr lang="en-AU" smtClean="0"/>
              <a:t>22/06/2018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DEC87-63F6-44AC-8AF5-C4680B10A8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5023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E007-F748-4956-823E-969B3FE879ED}" type="datetimeFigureOut">
              <a:rPr lang="en-AU" smtClean="0"/>
              <a:t>22/06/2018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DEC87-63F6-44AC-8AF5-C4680B10A8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1191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E007-F748-4956-823E-969B3FE879ED}" type="datetimeFigureOut">
              <a:rPr lang="en-AU" smtClean="0"/>
              <a:t>22/06/2018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DEC87-63F6-44AC-8AF5-C4680B10A8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2506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E007-F748-4956-823E-969B3FE879ED}" type="datetimeFigureOut">
              <a:rPr lang="en-AU" smtClean="0"/>
              <a:t>22/06/2018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DEC87-63F6-44AC-8AF5-C4680B10A8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1736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E007-F748-4956-823E-969B3FE879ED}" type="datetimeFigureOut">
              <a:rPr lang="en-AU" smtClean="0"/>
              <a:t>22/06/2018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DEC87-63F6-44AC-8AF5-C4680B10A8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427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E007-F748-4956-823E-969B3FE879ED}" type="datetimeFigureOut">
              <a:rPr lang="en-AU" smtClean="0"/>
              <a:t>22/06/2018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DEC87-63F6-44AC-8AF5-C4680B10A8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4394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E007-F748-4956-823E-969B3FE879ED}" type="datetimeFigureOut">
              <a:rPr lang="en-AU" smtClean="0"/>
              <a:t>22/06/2018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DEC87-63F6-44AC-8AF5-C4680B10A8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8772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E007-F748-4956-823E-969B3FE879ED}" type="datetimeFigureOut">
              <a:rPr lang="en-AU" smtClean="0"/>
              <a:t>22/06/2018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DEC87-63F6-44AC-8AF5-C4680B10A8CD}" type="slidenum">
              <a:rPr lang="en-AU" smtClean="0"/>
              <a:t>‹#›</a:t>
            </a:fld>
            <a:endParaRPr lang="en-AU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2553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E007-F748-4956-823E-969B3FE879ED}" type="datetimeFigureOut">
              <a:rPr lang="en-AU" smtClean="0"/>
              <a:t>22/06/2018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DEC87-63F6-44AC-8AF5-C4680B10A8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99499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E007-F748-4956-823E-969B3FE879ED}" type="datetimeFigureOut">
              <a:rPr lang="en-AU" smtClean="0"/>
              <a:t>22/06/2018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DEC87-63F6-44AC-8AF5-C4680B10A8CD}" type="slidenum">
              <a:rPr lang="en-AU" smtClean="0"/>
              <a:t>‹#›</a:t>
            </a:fld>
            <a:endParaRPr lang="en-AU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13615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E007-F748-4956-823E-969B3FE879ED}" type="datetimeFigureOut">
              <a:rPr lang="en-AU" smtClean="0"/>
              <a:t>22/06/2018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DEC87-63F6-44AC-8AF5-C4680B10A8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4445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E007-F748-4956-823E-969B3FE879ED}" type="datetimeFigureOut">
              <a:rPr lang="en-AU" smtClean="0"/>
              <a:t>22/06/2018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DEC87-63F6-44AC-8AF5-C4680B10A8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20540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E007-F748-4956-823E-969B3FE879ED}" type="datetimeFigureOut">
              <a:rPr lang="en-AU" smtClean="0"/>
              <a:t>22/06/2018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DEC87-63F6-44AC-8AF5-C4680B10A8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0354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1E007-F748-4956-823E-969B3FE879ED}" type="datetimeFigureOut">
              <a:rPr lang="en-AU" smtClean="0"/>
              <a:t>22/06/2018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57DEC87-63F6-44AC-8AF5-C4680B10A8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0142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474CA-5466-40F6-B5FC-7C5107AE1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1600" y="519789"/>
            <a:ext cx="6858000" cy="685563"/>
          </a:xfrm>
        </p:spPr>
        <p:txBody>
          <a:bodyPr>
            <a:noAutofit/>
          </a:bodyPr>
          <a:lstStyle/>
          <a:p>
            <a:r>
              <a:rPr lang="en-US" sz="4000" dirty="0"/>
              <a:t>Mental Arithmetic 1- back page and write the date </a:t>
            </a:r>
            <a:endParaRPr lang="en-AU" sz="4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DD082DE-714B-4326-A405-652DC327BC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909985"/>
              </p:ext>
            </p:extLst>
          </p:nvPr>
        </p:nvGraphicFramePr>
        <p:xfrm>
          <a:off x="996346" y="1124744"/>
          <a:ext cx="6096001" cy="4305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121">
                  <a:extLst>
                    <a:ext uri="{9D8B030D-6E8A-4147-A177-3AD203B41FA5}">
                      <a16:colId xmlns:a16="http://schemas.microsoft.com/office/drawing/2014/main" val="1526823420"/>
                    </a:ext>
                  </a:extLst>
                </a:gridCol>
                <a:gridCol w="5590880">
                  <a:extLst>
                    <a:ext uri="{9D8B030D-6E8A-4147-A177-3AD203B41FA5}">
                      <a16:colId xmlns:a16="http://schemas.microsoft.com/office/drawing/2014/main" val="4203958168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endParaRPr lang="en-A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AU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93774796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400" dirty="0"/>
                        <a:t>1.</a:t>
                      </a:r>
                      <a:endParaRPr lang="en-A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What is 10% of $31.95</a:t>
                      </a:r>
                    </a:p>
                    <a:p>
                      <a:endParaRPr lang="en-US" sz="1400" dirty="0"/>
                    </a:p>
                    <a:p>
                      <a:endParaRPr lang="en-A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405365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400" dirty="0"/>
                        <a:t>2.</a:t>
                      </a:r>
                      <a:endParaRPr lang="en-A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r>
                        <a:rPr lang="en-US" sz="1400" dirty="0"/>
                        <a:t>What is 20% of 5m</a:t>
                      </a:r>
                    </a:p>
                    <a:p>
                      <a:endParaRPr lang="en-AU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3899351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400" dirty="0"/>
                        <a:t>3.</a:t>
                      </a:r>
                      <a:endParaRPr lang="en-A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What is 1% of 270</a:t>
                      </a:r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0019851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400" dirty="0"/>
                        <a:t>4.</a:t>
                      </a:r>
                      <a:endParaRPr lang="en-A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r>
                        <a:rPr lang="en-US" sz="1400" dirty="0"/>
                        <a:t>Reduce $12 by 10%</a:t>
                      </a:r>
                    </a:p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6329492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400" dirty="0"/>
                        <a:t>5.</a:t>
                      </a:r>
                      <a:endParaRPr lang="en-A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  <a:p>
                      <a:r>
                        <a:rPr lang="en-US" sz="1400" dirty="0"/>
                        <a:t>What is 15% 20m</a:t>
                      </a:r>
                    </a:p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1661687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endParaRPr lang="en-AU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06116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2397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4051" y="1681186"/>
            <a:ext cx="7704856" cy="1646302"/>
          </a:xfrm>
        </p:spPr>
        <p:txBody>
          <a:bodyPr>
            <a:normAutofit/>
          </a:bodyPr>
          <a:lstStyle/>
          <a:p>
            <a:pPr algn="ctr"/>
            <a:r>
              <a:rPr lang="en-AU" sz="3200" dirty="0"/>
              <a:t>Multiplying and Dividing by 10, 100 and 1000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553" y="4050834"/>
            <a:ext cx="7473852" cy="1096899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EQ</a:t>
            </a:r>
            <a:r>
              <a:rPr lang="en-AU" dirty="0"/>
              <a:t>: How do we use this skill to multiply and divide by bigger numbers?</a:t>
            </a:r>
          </a:p>
        </p:txBody>
      </p:sp>
    </p:spTree>
    <p:extLst>
      <p:ext uri="{BB962C8B-B14F-4D97-AF65-F5344CB8AC3E}">
        <p14:creationId xmlns:p14="http://schemas.microsoft.com/office/powerpoint/2010/main" val="497153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Multiplying by 10, 100 &amp;1000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Step 1 make a place value chart with your teacher.</a:t>
            </a:r>
          </a:p>
          <a:p>
            <a:r>
              <a:rPr lang="en-AU" dirty="0"/>
              <a:t>Know that our numbers get bigger when we multiply by whole numbers.</a:t>
            </a:r>
          </a:p>
          <a:p>
            <a:pPr marL="0" indent="0">
              <a:buNone/>
            </a:pPr>
            <a:r>
              <a:rPr lang="en-AU" dirty="0"/>
              <a:t>Our digits all move to the left when multiplying. The </a:t>
            </a:r>
            <a:r>
              <a:rPr lang="en-AU" b="1" dirty="0"/>
              <a:t>decimal stays in the same spot</a:t>
            </a:r>
            <a:r>
              <a:rPr lang="en-AU" dirty="0"/>
              <a:t>. Move the digits by how many zeros in the number you are multiplying by.</a:t>
            </a:r>
          </a:p>
          <a:p>
            <a:pPr marL="0" indent="0">
              <a:buNone/>
            </a:pPr>
            <a:r>
              <a:rPr lang="en-AU" dirty="0"/>
              <a:t>example 54x100=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Need to get post it notes and blank paper</a:t>
            </a:r>
            <a:endParaRPr lang="en-AU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28494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1. 35x1000 </a:t>
            </a:r>
            <a:r>
              <a:rPr lang="en-AU" dirty="0">
                <a:sym typeface="Wingdings" panose="05000000000000000000" pitchFamily="2" charset="2"/>
              </a:rPr>
              <a:t> 1000 has three zeros so you move the digits three places to the right.</a:t>
            </a:r>
          </a:p>
          <a:p>
            <a:r>
              <a:rPr lang="en-AU" dirty="0">
                <a:sym typeface="Wingdings" panose="05000000000000000000" pitchFamily="2" charset="2"/>
              </a:rPr>
              <a:t>Put in place holder zeros until you get to the decimal point.</a:t>
            </a:r>
          </a:p>
          <a:p>
            <a:r>
              <a:rPr lang="en-AU" dirty="0">
                <a:sym typeface="Wingdings" panose="05000000000000000000" pitchFamily="2" charset="2"/>
              </a:rPr>
              <a:t>35x 1000=??</a:t>
            </a:r>
          </a:p>
          <a:p>
            <a:r>
              <a:rPr lang="en-AU" dirty="0"/>
              <a:t>Try 4.2x10 how many places do we move the digits.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08572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Your 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1.  72.3x 100=</a:t>
            </a:r>
          </a:p>
          <a:p>
            <a:r>
              <a:rPr lang="en-AU" dirty="0"/>
              <a:t>2. 56 x 10=</a:t>
            </a:r>
          </a:p>
          <a:p>
            <a:r>
              <a:rPr lang="en-AU" dirty="0"/>
              <a:t>3. 151x100=</a:t>
            </a:r>
          </a:p>
          <a:p>
            <a:r>
              <a:rPr lang="en-AU" dirty="0"/>
              <a:t>4. 70x 1000=</a:t>
            </a:r>
          </a:p>
          <a:p>
            <a:r>
              <a:rPr lang="en-AU" dirty="0"/>
              <a:t>5. 0.3x 1000=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220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Dividing by 10, 100 &amp;1000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Use your place value chart.</a:t>
            </a:r>
          </a:p>
          <a:p>
            <a:r>
              <a:rPr lang="en-AU" dirty="0"/>
              <a:t>Know that our numbers get smaller when we divide by whole numbers.</a:t>
            </a:r>
          </a:p>
          <a:p>
            <a:pPr marL="0" indent="0">
              <a:buNone/>
            </a:pPr>
            <a:r>
              <a:rPr lang="en-AU" dirty="0"/>
              <a:t>Our digits all move to the right when dividing. The decimal stays in the same spot. Move the digits by how many zeros in the number you are dividing by.</a:t>
            </a:r>
          </a:p>
          <a:p>
            <a:pPr marL="0" indent="0">
              <a:buNone/>
            </a:pPr>
            <a:r>
              <a:rPr lang="en-AU" dirty="0"/>
              <a:t>example 54÷100=</a:t>
            </a:r>
          </a:p>
        </p:txBody>
      </p:sp>
    </p:spTree>
    <p:extLst>
      <p:ext uri="{BB962C8B-B14F-4D97-AF65-F5344CB8AC3E}">
        <p14:creationId xmlns:p14="http://schemas.microsoft.com/office/powerpoint/2010/main" val="3622746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1. 35÷1000 </a:t>
            </a:r>
            <a:r>
              <a:rPr lang="en-AU" dirty="0">
                <a:sym typeface="Wingdings" panose="05000000000000000000" pitchFamily="2" charset="2"/>
              </a:rPr>
              <a:t> 1000 has three zeros so you move the digits three places to the right.</a:t>
            </a:r>
          </a:p>
          <a:p>
            <a:r>
              <a:rPr lang="en-AU" dirty="0">
                <a:sym typeface="Wingdings" panose="05000000000000000000" pitchFamily="2" charset="2"/>
              </a:rPr>
              <a:t>Put in place holder zeros until you get to the decimal point.</a:t>
            </a:r>
          </a:p>
          <a:p>
            <a:r>
              <a:rPr lang="en-AU" dirty="0">
                <a:sym typeface="Wingdings" panose="05000000000000000000" pitchFamily="2" charset="2"/>
              </a:rPr>
              <a:t>35</a:t>
            </a:r>
            <a:r>
              <a:rPr lang="en-AU" dirty="0"/>
              <a:t>÷</a:t>
            </a:r>
            <a:r>
              <a:rPr lang="en-AU" dirty="0">
                <a:sym typeface="Wingdings" panose="05000000000000000000" pitchFamily="2" charset="2"/>
              </a:rPr>
              <a:t> 1000=??</a:t>
            </a:r>
          </a:p>
          <a:p>
            <a:r>
              <a:rPr lang="en-AU" dirty="0"/>
              <a:t>Try 4.21 ÷ 100 how many places do we move the digits.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88905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Your 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1.  72.3÷100=</a:t>
            </a:r>
          </a:p>
          <a:p>
            <a:r>
              <a:rPr lang="en-AU" dirty="0"/>
              <a:t>2. 56  ÷10=</a:t>
            </a:r>
          </a:p>
          <a:p>
            <a:r>
              <a:rPr lang="en-AU" dirty="0"/>
              <a:t>3. 15÷100=</a:t>
            </a:r>
          </a:p>
          <a:p>
            <a:r>
              <a:rPr lang="en-AU" dirty="0"/>
              <a:t>4. 70 ÷1000=</a:t>
            </a:r>
          </a:p>
          <a:p>
            <a:r>
              <a:rPr lang="en-AU" dirty="0"/>
              <a:t>5. 0.3÷ 100=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77235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Using multiples of 10, 100 and 1000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Can you now use this method to help multiply </a:t>
            </a:r>
          </a:p>
          <a:p>
            <a:pPr marL="0" indent="0">
              <a:buNone/>
            </a:pPr>
            <a:r>
              <a:rPr lang="en-AU" dirty="0"/>
              <a:t>400x 90?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400= 4x100 and 90=9x10</a:t>
            </a:r>
          </a:p>
          <a:p>
            <a:pPr marL="0" indent="0">
              <a:buNone/>
            </a:pPr>
            <a:r>
              <a:rPr lang="en-AU" dirty="0"/>
              <a:t>4x9 =36 </a:t>
            </a:r>
          </a:p>
          <a:p>
            <a:pPr marL="0" indent="0">
              <a:buNone/>
            </a:pPr>
            <a:r>
              <a:rPr lang="en-AU" dirty="0"/>
              <a:t>36 x 100=???</a:t>
            </a:r>
          </a:p>
          <a:p>
            <a:pPr marL="0" indent="0">
              <a:buNone/>
            </a:pPr>
            <a:r>
              <a:rPr lang="en-AU" dirty="0"/>
              <a:t>???x 10 =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46481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Your 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Multiplying decimals investigation ( dice and coin for teacher to do for the whole class)</a:t>
            </a:r>
          </a:p>
          <a:p>
            <a:endParaRPr lang="en-AU" dirty="0"/>
          </a:p>
          <a:p>
            <a:r>
              <a:rPr lang="en-AU" dirty="0"/>
              <a:t>Then complete a summary. This will be an important part of using numbers for all areas of Maths and indeed life skills.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8013888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6201</TotalTime>
  <Words>452</Words>
  <Application>Microsoft Office PowerPoint</Application>
  <PresentationFormat>On-screen Show (4:3)</PresentationFormat>
  <Paragraphs>64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Trebuchet MS</vt:lpstr>
      <vt:lpstr>Wingdings</vt:lpstr>
      <vt:lpstr>Wingdings 3</vt:lpstr>
      <vt:lpstr>Facet</vt:lpstr>
      <vt:lpstr>Mental Arithmetic 1- back page and write the date </vt:lpstr>
      <vt:lpstr>Multiplying and Dividing by 10, 100 and 1000</vt:lpstr>
      <vt:lpstr>Multiplying by 10, 100 &amp;1000</vt:lpstr>
      <vt:lpstr>Example</vt:lpstr>
      <vt:lpstr>Your turn</vt:lpstr>
      <vt:lpstr>Dividing by 10, 100 &amp;1000</vt:lpstr>
      <vt:lpstr>Example</vt:lpstr>
      <vt:lpstr>Your turn</vt:lpstr>
      <vt:lpstr>Using multiples of 10, 100 and 1000</vt:lpstr>
      <vt:lpstr>Your turn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Multiplying and Dividing by 10, 100and 1000</dc:title>
  <dc:creator>MILLER Belinda</dc:creator>
  <cp:lastModifiedBy>JAMES Sarah [Baldivis Secondary College]</cp:lastModifiedBy>
  <cp:revision>10</cp:revision>
  <dcterms:created xsi:type="dcterms:W3CDTF">2017-07-25T00:47:28Z</dcterms:created>
  <dcterms:modified xsi:type="dcterms:W3CDTF">2018-06-26T03:07:12Z</dcterms:modified>
</cp:coreProperties>
</file>