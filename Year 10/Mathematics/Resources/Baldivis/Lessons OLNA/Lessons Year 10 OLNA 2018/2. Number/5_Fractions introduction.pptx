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  <p:sldId id="257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C0AE0E-A381-4D09-85A5-6158DB81E57B}" v="81" dt="2018-07-22T11:40:51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0" y="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971551"/>
            <a:ext cx="6487668" cy="2364665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143000"/>
            <a:ext cx="6498158" cy="1293650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2" y="2474259"/>
            <a:ext cx="6498159" cy="68748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9" y="2514601"/>
            <a:ext cx="8416925" cy="1102519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9" y="3578272"/>
            <a:ext cx="8416925" cy="729503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272653"/>
            <a:ext cx="8402040" cy="212764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6" y="1802359"/>
            <a:ext cx="8056563" cy="1021556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6" y="2802004"/>
            <a:ext cx="8056563" cy="1125140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80682"/>
            <a:ext cx="8042276" cy="1002717"/>
          </a:xfrm>
        </p:spPr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200151"/>
            <a:ext cx="3840480" cy="325755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200151"/>
            <a:ext cx="3840480" cy="325755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80682"/>
            <a:ext cx="8042276" cy="1002717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089919"/>
            <a:ext cx="3840480" cy="563165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1760562"/>
            <a:ext cx="3840480" cy="2697139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089919"/>
            <a:ext cx="3840480" cy="563165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1760562"/>
            <a:ext cx="3840480" cy="2697139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458904"/>
            <a:ext cx="3840480" cy="871538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276225"/>
            <a:ext cx="3840480" cy="4181475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340892"/>
            <a:ext cx="3840480" cy="2790114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458904"/>
            <a:ext cx="4079545" cy="871538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340892"/>
            <a:ext cx="4079545" cy="2790114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269544"/>
            <a:ext cx="3657600" cy="3988558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276226"/>
            <a:ext cx="1524000" cy="418147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276226"/>
            <a:ext cx="6689726" cy="4181475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80682"/>
            <a:ext cx="8042276" cy="100271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200151"/>
            <a:ext cx="8042276" cy="3257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98FC-50F8-4A45-9CFD-1FECC3D5B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Fractions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12108-5E0F-464C-80F2-A9121E8CA4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b="1" dirty="0"/>
              <a:t>EQ: What makes up a fraction and what are the different types of fraction?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8837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92FF9-663B-4E52-85C0-F78E23264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5_Fractions introduction cloze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336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078"/>
            <a:ext cx="9144000" cy="23147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386" y="3112175"/>
            <a:ext cx="57096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terms “denominator”, “numerator” and “whole number” define:</a:t>
            </a:r>
          </a:p>
          <a:p>
            <a:pPr marL="285750" indent="-285750">
              <a:buFontTx/>
              <a:buChar char="-"/>
            </a:pPr>
            <a:r>
              <a:rPr lang="en-AU" dirty="0"/>
              <a:t>A proper fraction</a:t>
            </a:r>
          </a:p>
          <a:p>
            <a:pPr marL="285750" indent="-285750">
              <a:buFontTx/>
              <a:buChar char="-"/>
            </a:pPr>
            <a:r>
              <a:rPr lang="en-AU" dirty="0"/>
              <a:t>Improper fraction</a:t>
            </a:r>
          </a:p>
          <a:p>
            <a:pPr marL="285750" indent="-285750">
              <a:buFontTx/>
              <a:buChar char="-"/>
            </a:pPr>
            <a:r>
              <a:rPr lang="en-AU" dirty="0"/>
              <a:t>Mixed number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pPr marL="285750" indent="-285750"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986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1193" y="288253"/>
            <a:ext cx="867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Convert these mixed numbers into improper fractions: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9923"/>
          <a:stretch/>
        </p:blipFill>
        <p:spPr>
          <a:xfrm>
            <a:off x="0" y="1057926"/>
            <a:ext cx="9144000" cy="319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74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1193" y="288253"/>
            <a:ext cx="867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Convert these improper fractions into mixed numbers: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9614"/>
          <a:stretch/>
        </p:blipFill>
        <p:spPr>
          <a:xfrm>
            <a:off x="0" y="749918"/>
            <a:ext cx="9144000" cy="421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26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585"/>
          <a:stretch/>
        </p:blipFill>
        <p:spPr>
          <a:xfrm>
            <a:off x="117087" y="345569"/>
            <a:ext cx="8907575" cy="367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06" y="605775"/>
            <a:ext cx="8763469" cy="283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8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4100"/>
            <a:ext cx="8619363" cy="28400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1193" y="288253"/>
            <a:ext cx="867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Write the following fractions in descending order:</a:t>
            </a:r>
          </a:p>
        </p:txBody>
      </p:sp>
    </p:spTree>
    <p:extLst>
      <p:ext uri="{BB962C8B-B14F-4D97-AF65-F5344CB8AC3E}">
        <p14:creationId xmlns:p14="http://schemas.microsoft.com/office/powerpoint/2010/main" val="1029832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254</TotalTime>
  <Words>71</Words>
  <Application>Microsoft Office PowerPoint</Application>
  <PresentationFormat>On-screen Show (16:9)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News Gothic MT</vt:lpstr>
      <vt:lpstr>Wingdings 2</vt:lpstr>
      <vt:lpstr>Breeze</vt:lpstr>
      <vt:lpstr>Fractions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Tamara Nurse</dc:creator>
  <cp:lastModifiedBy>Sarah James</cp:lastModifiedBy>
  <cp:revision>8</cp:revision>
  <dcterms:created xsi:type="dcterms:W3CDTF">2015-05-20T13:02:47Z</dcterms:created>
  <dcterms:modified xsi:type="dcterms:W3CDTF">2018-07-22T11:40:51Z</dcterms:modified>
</cp:coreProperties>
</file>