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4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DC4B3-4219-4090-B73E-4B34763661E8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0C8521-4C4F-44A4-940A-0BEB89F80C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3709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Teaching Points:</a:t>
            </a:r>
            <a:r>
              <a:rPr lang="en-AU" baseline="0" dirty="0"/>
              <a:t> </a:t>
            </a:r>
            <a:r>
              <a:rPr lang="en-AU" dirty="0"/>
              <a:t>How</a:t>
            </a:r>
            <a:r>
              <a:rPr lang="en-AU" baseline="0" dirty="0"/>
              <a:t> to halve numbers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0C8521-4C4F-44A4-940A-0BEB89F80C1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7134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88F1-1350-4019-B937-E38328E54B2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BBBDB52-3C71-4431-B6F9-FF75F011DE6F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88F1-1350-4019-B937-E38328E54B2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DB52-3C71-4431-B6F9-FF75F011DE6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88F1-1350-4019-B937-E38328E54B2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DB52-3C71-4431-B6F9-FF75F011DE6F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88F1-1350-4019-B937-E38328E54B2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DB52-3C71-4431-B6F9-FF75F011DE6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88F1-1350-4019-B937-E38328E54B2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DB52-3C71-4431-B6F9-FF75F011DE6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88F1-1350-4019-B937-E38328E54B2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DB52-3C71-4431-B6F9-FF75F011DE6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88F1-1350-4019-B937-E38328E54B2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DB52-3C71-4431-B6F9-FF75F011DE6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88F1-1350-4019-B937-E38328E54B2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DB52-3C71-4431-B6F9-FF75F011DE6F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88F1-1350-4019-B937-E38328E54B2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DB52-3C71-4431-B6F9-FF75F011DE6F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88F1-1350-4019-B937-E38328E54B2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DB52-3C71-4431-B6F9-FF75F011DE6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88F1-1350-4019-B937-E38328E54B2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BDB52-3C71-4431-B6F9-FF75F011DE6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8D5B88F1-1350-4019-B937-E38328E54B2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DBBBDB52-3C71-4431-B6F9-FF75F011DE6F}" type="slidenum">
              <a:rPr lang="en-AU" smtClean="0"/>
              <a:t>‹#›</a:t>
            </a:fld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/>
              <a:t>EQ: How do you calculate percentage increase and decrease?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Percentage increase and decrease</a:t>
            </a:r>
          </a:p>
        </p:txBody>
      </p:sp>
    </p:spTree>
    <p:extLst>
      <p:ext uri="{BB962C8B-B14F-4D97-AF65-F5344CB8AC3E}">
        <p14:creationId xmlns:p14="http://schemas.microsoft.com/office/powerpoint/2010/main" val="1322653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Discount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U" dirty="0"/>
              <a:t>Method:</a:t>
            </a:r>
          </a:p>
          <a:p>
            <a:r>
              <a:rPr lang="en-AU" dirty="0"/>
              <a:t>Step 1 – find the percentage e.g. 10% of 75 = 7.5</a:t>
            </a:r>
          </a:p>
          <a:p>
            <a:r>
              <a:rPr lang="en-AU" dirty="0"/>
              <a:t>Step 2  - increase means add the percentage to the original total. Decrease means subtract percentage from the original total.</a:t>
            </a:r>
          </a:p>
          <a:p>
            <a:r>
              <a:rPr lang="en-AU" dirty="0" err="1"/>
              <a:t>Eg</a:t>
            </a:r>
            <a:r>
              <a:rPr lang="en-AU" dirty="0"/>
              <a:t>  Decrease 75 by 10% = 7.5</a:t>
            </a:r>
          </a:p>
          <a:p>
            <a:r>
              <a:rPr lang="en-AU" dirty="0"/>
              <a:t>                                           75 – 7.5 = 67.5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City Beach Sale!!</a:t>
            </a:r>
          </a:p>
          <a:p>
            <a:r>
              <a:rPr lang="en-AU" dirty="0"/>
              <a:t>bikini 20% off</a:t>
            </a:r>
          </a:p>
          <a:p>
            <a:r>
              <a:rPr lang="en-AU" dirty="0"/>
              <a:t>Original price $60</a:t>
            </a:r>
          </a:p>
          <a:p>
            <a:pPr lvl="1"/>
            <a:r>
              <a:rPr lang="en-AU" dirty="0"/>
              <a:t>Find 20% of $60………..</a:t>
            </a:r>
          </a:p>
          <a:p>
            <a:pPr lvl="1"/>
            <a:r>
              <a:rPr lang="en-AU" dirty="0"/>
              <a:t>Take that away from the $60.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44008" y="3717032"/>
            <a:ext cx="4104456" cy="223224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4788024" y="3861048"/>
            <a:ext cx="38164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u="sng" dirty="0">
                <a:solidFill>
                  <a:srgbClr val="FF0000"/>
                </a:solidFill>
              </a:rPr>
              <a:t>To do 75 - 7.5 mentally</a:t>
            </a:r>
          </a:p>
          <a:p>
            <a:r>
              <a:rPr lang="en-AU" dirty="0">
                <a:solidFill>
                  <a:srgbClr val="FF0000"/>
                </a:solidFill>
              </a:rPr>
              <a:t>I know if I take 5 from 75 I get 70.</a:t>
            </a:r>
          </a:p>
          <a:p>
            <a:r>
              <a:rPr lang="en-AU" dirty="0">
                <a:solidFill>
                  <a:srgbClr val="FF0000"/>
                </a:solidFill>
              </a:rPr>
              <a:t>Then I still have 2.5 to take away.</a:t>
            </a:r>
          </a:p>
          <a:p>
            <a:r>
              <a:rPr lang="en-AU" dirty="0">
                <a:solidFill>
                  <a:srgbClr val="FF0000"/>
                </a:solidFill>
              </a:rPr>
              <a:t>I can then take 2 away to get 68. </a:t>
            </a:r>
          </a:p>
          <a:p>
            <a:r>
              <a:rPr lang="en-AU" dirty="0">
                <a:solidFill>
                  <a:srgbClr val="FF0000"/>
                </a:solidFill>
              </a:rPr>
              <a:t>Last of all take 0.5 away to get 67.5</a:t>
            </a:r>
          </a:p>
        </p:txBody>
      </p:sp>
    </p:spTree>
    <p:extLst>
      <p:ext uri="{BB962C8B-B14F-4D97-AF65-F5344CB8AC3E}">
        <p14:creationId xmlns:p14="http://schemas.microsoft.com/office/powerpoint/2010/main" val="2360484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 err="1"/>
              <a:t>Eg</a:t>
            </a:r>
            <a:r>
              <a:rPr lang="en-AU" dirty="0"/>
              <a:t>  Increase 146 by 15% = </a:t>
            </a:r>
          </a:p>
          <a:p>
            <a:r>
              <a:rPr lang="en-AU" dirty="0"/>
              <a:t>Find 10% of 146 = 14.6                                   </a:t>
            </a:r>
          </a:p>
          <a:p>
            <a:r>
              <a:rPr lang="en-AU" dirty="0"/>
              <a:t>Find 5% by halving the 14.6 = 7.3</a:t>
            </a:r>
          </a:p>
          <a:p>
            <a:r>
              <a:rPr lang="en-AU" dirty="0"/>
              <a:t>10% and 5% will equal 15% so we add the 14.6 and the 7.3 together = 21.9</a:t>
            </a:r>
          </a:p>
          <a:p>
            <a:r>
              <a:rPr lang="en-AU" dirty="0"/>
              <a:t>We then add the amount to the original.</a:t>
            </a:r>
          </a:p>
          <a:p>
            <a:r>
              <a:rPr lang="en-AU" dirty="0"/>
              <a:t>146 + 21.9 = 167.9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Buy in price of $40</a:t>
            </a:r>
          </a:p>
          <a:p>
            <a:r>
              <a:rPr lang="en-AU" dirty="0"/>
              <a:t>Increase by 30%</a:t>
            </a:r>
          </a:p>
          <a:p>
            <a:endParaRPr lang="en-AU" dirty="0"/>
          </a:p>
        </p:txBody>
      </p:sp>
      <p:sp>
        <p:nvSpPr>
          <p:cNvPr id="5" name="Rounded Rectangle 4"/>
          <p:cNvSpPr/>
          <p:nvPr/>
        </p:nvSpPr>
        <p:spPr>
          <a:xfrm>
            <a:off x="3707904" y="4005063"/>
            <a:ext cx="4896544" cy="158417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%Increase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7944" y="4064584"/>
            <a:ext cx="38884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u="sng" dirty="0">
                <a:solidFill>
                  <a:srgbClr val="FF0000"/>
                </a:solidFill>
              </a:rPr>
              <a:t>To halve 14.6</a:t>
            </a:r>
          </a:p>
          <a:p>
            <a:r>
              <a:rPr lang="en-AU" dirty="0">
                <a:solidFill>
                  <a:srgbClr val="FF0000"/>
                </a:solidFill>
              </a:rPr>
              <a:t>14.6 is actually 14 + 0.6</a:t>
            </a:r>
          </a:p>
          <a:p>
            <a:r>
              <a:rPr lang="en-AU" dirty="0">
                <a:solidFill>
                  <a:srgbClr val="FF0000"/>
                </a:solidFill>
              </a:rPr>
              <a:t>So we halve 14 and 0.6 separately  then add them together.</a:t>
            </a:r>
          </a:p>
        </p:txBody>
      </p:sp>
    </p:spTree>
    <p:extLst>
      <p:ext uri="{BB962C8B-B14F-4D97-AF65-F5344CB8AC3E}">
        <p14:creationId xmlns:p14="http://schemas.microsoft.com/office/powerpoint/2010/main" val="537264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941A3-8AF9-43B3-827C-9A87D1A02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Increase the following by 10%</a:t>
            </a:r>
            <a:endParaRPr lang="en-AU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890CAC-B59C-4334-B199-E91015DC7E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6791305"/>
              </p:ext>
            </p:extLst>
          </p:nvPr>
        </p:nvGraphicFramePr>
        <p:xfrm>
          <a:off x="457200" y="1752600"/>
          <a:ext cx="82296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84559271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6615007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342900" indent="-342900">
                        <a:buAutoNum type="alphaLcParenR"/>
                      </a:pPr>
                      <a:r>
                        <a:rPr lang="en-US" dirty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h) 92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b) 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00050" indent="-400050">
                        <a:buAutoNum type="romanLcParenR"/>
                      </a:pPr>
                      <a:r>
                        <a:rPr lang="en-US" dirty="0"/>
                        <a:t>59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88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c) 50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j) 42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435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d) 70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k) 85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956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e) 90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l) 312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524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f) 120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m) 400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52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g) 65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n) 51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864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22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941A3-8AF9-43B3-827C-9A87D1A02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Increase the following by 20%</a:t>
            </a:r>
            <a:endParaRPr lang="en-AU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890CAC-B59C-4334-B199-E91015DC7E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864265"/>
              </p:ext>
            </p:extLst>
          </p:nvPr>
        </p:nvGraphicFramePr>
        <p:xfrm>
          <a:off x="457200" y="1752600"/>
          <a:ext cx="82296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84559271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6615007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342900" indent="-342900">
                        <a:buAutoNum type="alphaLcParenR"/>
                      </a:pPr>
                      <a:r>
                        <a:rPr lang="en-US" dirty="0"/>
                        <a:t>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h) 130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b) 50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 err="1"/>
                        <a:t>i</a:t>
                      </a:r>
                      <a:r>
                        <a:rPr lang="en-US" dirty="0"/>
                        <a:t>) 6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88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c) 80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j) 35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435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d) 100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956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e) 65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524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f) 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52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g) 75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8644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ADA313-CC61-4709-8CBE-0780AE77DDCE}"/>
              </a:ext>
            </a:extLst>
          </p:cNvPr>
          <p:cNvSpPr txBox="1"/>
          <p:nvPr/>
        </p:nvSpPr>
        <p:spPr>
          <a:xfrm>
            <a:off x="827584" y="4725144"/>
            <a:ext cx="6912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Circle the words that mean you need to do a subtraction:</a:t>
            </a:r>
          </a:p>
          <a:p>
            <a:endParaRPr lang="en-US" dirty="0"/>
          </a:p>
          <a:p>
            <a:r>
              <a:rPr lang="en-US" dirty="0"/>
              <a:t>Increase	Decrease	Discount	Sale price	</a:t>
            </a:r>
          </a:p>
          <a:p>
            <a:r>
              <a:rPr lang="en-US" dirty="0"/>
              <a:t>	Mark up		Mark down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2544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04C46-9A70-4509-94D1-1B6F0FBB9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by 15%</a:t>
            </a:r>
          </a:p>
          <a:p>
            <a:pPr lvl="1"/>
            <a:r>
              <a:rPr lang="en-US" dirty="0"/>
              <a:t>$180</a:t>
            </a:r>
          </a:p>
          <a:p>
            <a:pPr lvl="1"/>
            <a:r>
              <a:rPr lang="en-US" dirty="0"/>
              <a:t>%75</a:t>
            </a:r>
          </a:p>
          <a:p>
            <a:pPr lvl="1"/>
            <a:endParaRPr lang="en-US" dirty="0"/>
          </a:p>
          <a:p>
            <a:r>
              <a:rPr lang="en-US" dirty="0"/>
              <a:t>Decrease by 25%</a:t>
            </a:r>
          </a:p>
          <a:p>
            <a:pPr lvl="1"/>
            <a:r>
              <a:rPr lang="en-US" dirty="0"/>
              <a:t>20m</a:t>
            </a:r>
          </a:p>
          <a:p>
            <a:pPr marL="411480" lvl="1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566969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513</TotalTime>
  <Words>345</Words>
  <Application>Microsoft Office PowerPoint</Application>
  <PresentationFormat>On-screen Show (4:3)</PresentationFormat>
  <Paragraphs>76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Book Antiqua</vt:lpstr>
      <vt:lpstr>Calibri</vt:lpstr>
      <vt:lpstr>Century Gothic</vt:lpstr>
      <vt:lpstr>Apothecary</vt:lpstr>
      <vt:lpstr>Percentage increase and decrease</vt:lpstr>
      <vt:lpstr>Discount</vt:lpstr>
      <vt:lpstr>%Increase</vt:lpstr>
      <vt:lpstr>Increase the following by 10%</vt:lpstr>
      <vt:lpstr>Increase the following by 20%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</dc:title>
  <dc:creator>MILLER Belinda</dc:creator>
  <cp:lastModifiedBy>JAMES Sarah [Baldivis Secondary College]</cp:lastModifiedBy>
  <cp:revision>9</cp:revision>
  <dcterms:created xsi:type="dcterms:W3CDTF">2017-08-02T23:52:08Z</dcterms:created>
  <dcterms:modified xsi:type="dcterms:W3CDTF">2018-06-18T12:43:18Z</dcterms:modified>
</cp:coreProperties>
</file>