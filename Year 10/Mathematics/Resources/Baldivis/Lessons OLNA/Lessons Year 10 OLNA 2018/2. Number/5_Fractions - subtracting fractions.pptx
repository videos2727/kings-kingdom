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5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5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5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6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6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/>
              <a:t>Subtracting fractions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96808" y="960073"/>
            <a:ext cx="4460252" cy="234571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1400" b="1" dirty="0">
                <a:solidFill>
                  <a:schemeClr val="tx1"/>
                </a:solidFill>
              </a:rPr>
              <a:t>In order to add or subtract things they must be of the same “type”.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Fractions tell us their type by </a:t>
            </a:r>
            <a:r>
              <a:rPr lang="en-AU" sz="1400" b="1">
                <a:solidFill>
                  <a:schemeClr val="tx1"/>
                </a:solidFill>
              </a:rPr>
              <a:t>their denominator</a:t>
            </a:r>
            <a:endParaRPr lang="en-AU" sz="1400" b="1" dirty="0">
              <a:solidFill>
                <a:schemeClr val="tx1"/>
              </a:solidFill>
            </a:endParaRPr>
          </a:p>
          <a:p>
            <a:endParaRPr lang="en-AU" sz="1400" b="1" dirty="0">
              <a:solidFill>
                <a:schemeClr val="tx1"/>
              </a:solidFill>
            </a:endParaRPr>
          </a:p>
          <a:p>
            <a:r>
              <a:rPr lang="en-AU" sz="1400" b="1" dirty="0">
                <a:solidFill>
                  <a:schemeClr val="tx1"/>
                </a:solidFill>
              </a:rPr>
              <a:t>So in order to perform these operations we must make them the same type by using equivalent fractions:</a:t>
            </a:r>
          </a:p>
          <a:p>
            <a:endParaRPr lang="en-AU" sz="14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Change mixed numbers to improper fractions (if needed)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Change fractions into same type (same denominator)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Operate</a:t>
            </a:r>
          </a:p>
          <a:p>
            <a:pPr marL="342900" indent="-342900">
              <a:buAutoNum type="arabicPeriod"/>
            </a:pPr>
            <a:r>
              <a:rPr lang="en-AU" sz="1400" b="1" dirty="0">
                <a:solidFill>
                  <a:schemeClr val="tx1"/>
                </a:solidFill>
              </a:rPr>
              <a:t>Simplify (if needed)</a:t>
            </a:r>
          </a:p>
        </p:txBody>
      </p:sp>
    </p:spTree>
    <p:extLst>
      <p:ext uri="{BB962C8B-B14F-4D97-AF65-F5344CB8AC3E}">
        <p14:creationId xmlns:p14="http://schemas.microsoft.com/office/powerpoint/2010/main" val="331701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5353"/>
          <a:stretch/>
        </p:blipFill>
        <p:spPr>
          <a:xfrm>
            <a:off x="598845" y="528319"/>
            <a:ext cx="7960508" cy="12126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4647" b="27940"/>
          <a:stretch/>
        </p:blipFill>
        <p:spPr>
          <a:xfrm>
            <a:off x="598845" y="2299383"/>
            <a:ext cx="7960508" cy="7445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72060"/>
          <a:stretch/>
        </p:blipFill>
        <p:spPr>
          <a:xfrm>
            <a:off x="598845" y="3558568"/>
            <a:ext cx="7960508" cy="75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72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56067"/>
          <a:stretch/>
        </p:blipFill>
        <p:spPr>
          <a:xfrm>
            <a:off x="557545" y="527489"/>
            <a:ext cx="8043108" cy="11696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3933" b="28924"/>
          <a:stretch/>
        </p:blipFill>
        <p:spPr>
          <a:xfrm>
            <a:off x="557545" y="2189888"/>
            <a:ext cx="8043108" cy="7226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71076"/>
          <a:stretch/>
        </p:blipFill>
        <p:spPr>
          <a:xfrm>
            <a:off x="557545" y="3339580"/>
            <a:ext cx="8043108" cy="77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39649"/>
          <a:stretch/>
        </p:blipFill>
        <p:spPr>
          <a:xfrm>
            <a:off x="526570" y="528812"/>
            <a:ext cx="8115381" cy="1201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0351"/>
          <a:stretch/>
        </p:blipFill>
        <p:spPr>
          <a:xfrm>
            <a:off x="526570" y="2649765"/>
            <a:ext cx="8115381" cy="78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0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1937"/>
          <a:stretch/>
        </p:blipFill>
        <p:spPr>
          <a:xfrm>
            <a:off x="552202" y="547088"/>
            <a:ext cx="8074082" cy="1161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8063"/>
          <a:stretch/>
        </p:blipFill>
        <p:spPr>
          <a:xfrm>
            <a:off x="552202" y="2671664"/>
            <a:ext cx="8074082" cy="8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84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80</TotalTime>
  <Words>70</Words>
  <Application>Microsoft Office PowerPoint</Application>
  <PresentationFormat>On-screen Show (16:9)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2</vt:lpstr>
      <vt:lpstr>Austin</vt:lpstr>
      <vt:lpstr>Subtracting fractions</vt:lpstr>
      <vt:lpstr>PowerPoint Presentation</vt:lpstr>
      <vt:lpstr>PowerPoint Presentation</vt:lpstr>
      <vt:lpstr>PowerPoint Presentation</vt:lpstr>
      <vt:lpstr>PowerPoint Presentation</vt:lpstr>
    </vt:vector>
  </TitlesOfParts>
  <Company>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fractions</dc:title>
  <dc:creator>Tamara Nurse</dc:creator>
  <cp:lastModifiedBy>Sarah James</cp:lastModifiedBy>
  <cp:revision>6</cp:revision>
  <dcterms:created xsi:type="dcterms:W3CDTF">2015-05-24T12:49:48Z</dcterms:created>
  <dcterms:modified xsi:type="dcterms:W3CDTF">2018-07-22T11:42:08Z</dcterms:modified>
</cp:coreProperties>
</file>