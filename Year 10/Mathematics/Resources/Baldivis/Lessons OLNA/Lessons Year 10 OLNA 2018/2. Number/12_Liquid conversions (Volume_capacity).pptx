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63" r:id="rId3"/>
    <p:sldId id="268" r:id="rId4"/>
    <p:sldId id="257" r:id="rId5"/>
    <p:sldId id="269" r:id="rId6"/>
    <p:sldId id="264" r:id="rId7"/>
    <p:sldId id="270" r:id="rId8"/>
    <p:sldId id="266" r:id="rId9"/>
    <p:sldId id="273" r:id="rId10"/>
    <p:sldId id="274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Hook,</a:t>
            </a:r>
          </a:p>
          <a:p>
            <a:r>
              <a:rPr lang="en-AU" dirty="0"/>
              <a:t>Yo</a:t>
            </a:r>
            <a:r>
              <a:rPr lang="en-AU" baseline="0" dirty="0"/>
              <a:t>u will need news paper, sticky tape, measuring tapes (meter ruler) and MAB blocks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55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888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04401" y="157126"/>
            <a:ext cx="8935121" cy="4829207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890300" y="205975"/>
            <a:ext cx="73635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826025" y="1200150"/>
            <a:ext cx="23940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30192" rtl="0">
              <a:spcBef>
                <a:spcPts val="6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1pPr>
            <a:lvl2pPr marL="914378" lvl="1" indent="-33019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2pPr>
            <a:lvl3pPr marL="1371566" lvl="2" indent="-33019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3pPr>
            <a:lvl4pPr marL="1828754" lvl="3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4pPr>
            <a:lvl5pPr marL="2285943" lvl="4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5pPr>
            <a:lvl6pPr marL="2743132" lvl="5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6pPr>
            <a:lvl7pPr marL="3200320" lvl="6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7pPr>
            <a:lvl8pPr marL="3657509" lvl="7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8pPr>
            <a:lvl9pPr marL="4114697" lvl="8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3342844" y="1200150"/>
            <a:ext cx="23940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30192" rtl="0">
              <a:spcBef>
                <a:spcPts val="6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1pPr>
            <a:lvl2pPr marL="914378" lvl="1" indent="-33019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2pPr>
            <a:lvl3pPr marL="1371566" lvl="2" indent="-33019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3pPr>
            <a:lvl4pPr marL="1828754" lvl="3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4pPr>
            <a:lvl5pPr marL="2285943" lvl="4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5pPr>
            <a:lvl6pPr marL="2743132" lvl="5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6pPr>
            <a:lvl7pPr marL="3200320" lvl="6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7pPr>
            <a:lvl8pPr marL="3657509" lvl="7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8pPr>
            <a:lvl9pPr marL="4114697" lvl="8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5859662" y="1200150"/>
            <a:ext cx="23940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30192" rtl="0">
              <a:spcBef>
                <a:spcPts val="6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1pPr>
            <a:lvl2pPr marL="914378" lvl="1" indent="-33019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2pPr>
            <a:lvl3pPr marL="1371566" lvl="2" indent="-33019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600"/>
            </a:lvl3pPr>
            <a:lvl4pPr marL="1828754" lvl="3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4pPr>
            <a:lvl5pPr marL="2285943" lvl="4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5pPr>
            <a:lvl6pPr marL="2743132" lvl="5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6pPr>
            <a:lvl7pPr marL="3200320" lvl="6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7pPr>
            <a:lvl8pPr marL="3657509" lvl="7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8pPr>
            <a:lvl9pPr marL="4114697" lvl="8" indent="-330192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6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512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7789"/>
            <a:ext cx="4515731" cy="517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555526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Warm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5816" y="4835356"/>
            <a:ext cx="3449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                 B                 C                 D</a:t>
            </a:r>
          </a:p>
        </p:txBody>
      </p:sp>
    </p:spTree>
    <p:extLst>
      <p:ext uri="{BB962C8B-B14F-4D97-AF65-F5344CB8AC3E}">
        <p14:creationId xmlns:p14="http://schemas.microsoft.com/office/powerpoint/2010/main" val="93452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/>
              <a:t>Find the Volume of the following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/>
              <a:t>Find the Volume of the following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16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  <m:r>
                        <a:rPr lang="en-AU" b="0" i="1" smtClean="0">
                          <a:latin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=120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=10</m:t>
                      </m:r>
                      <m:r>
                        <a:rPr lang="en-AU" i="1">
                          <a:latin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9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=720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48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Convert between the different units of volume and capacity 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1" dirty="0">
                    <a:solidFill>
                      <a:schemeClr val="accent1"/>
                    </a:solidFill>
                  </a:rPr>
                  <a:t>How many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𝒄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𝒂𝒓𝒆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𝒊𝒏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7857" b="-3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How many 1cm cubes will fit in a 1m cube?</a:t>
            </a:r>
          </a:p>
          <a:p>
            <a:pPr marL="0" indent="0">
              <a:buNone/>
            </a:pPr>
            <a:r>
              <a:rPr lang="en-AU" sz="2800" dirty="0"/>
              <a:t>Task:</a:t>
            </a:r>
          </a:p>
          <a:p>
            <a:pPr marL="0" indent="0">
              <a:buNone/>
            </a:pPr>
            <a:r>
              <a:rPr lang="en-AU" sz="2800" dirty="0"/>
              <a:t>- In groups of 4, make a cubic meter using newspaper</a:t>
            </a:r>
          </a:p>
          <a:p>
            <a:pPr marL="0" indent="0">
              <a:buNone/>
            </a:pPr>
            <a:r>
              <a:rPr lang="en-AU" sz="2800" dirty="0"/>
              <a:t>- Determine how many cubic centre meters will fit in the cube.</a:t>
            </a:r>
          </a:p>
        </p:txBody>
      </p:sp>
    </p:spTree>
    <p:extLst>
      <p:ext uri="{BB962C8B-B14F-4D97-AF65-F5344CB8AC3E}">
        <p14:creationId xmlns:p14="http://schemas.microsoft.com/office/powerpoint/2010/main" val="384481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convert between volume and capacity?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Units of volume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63637"/>
            <a:ext cx="5040560" cy="255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convert between volume and capacity?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Units of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122" y="348844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Units of Capacity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259242"/>
            <a:ext cx="5722789" cy="158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39" y="3009281"/>
            <a:ext cx="4871198" cy="20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0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303498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Convert the following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7" y="3027198"/>
            <a:ext cx="67532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1" y="1203598"/>
            <a:ext cx="7191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43608" y="1563638"/>
            <a:ext cx="7124078" cy="65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95387" y="3363838"/>
            <a:ext cx="6753225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1A0ED0-F6A9-4176-8D94-FDC4A512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6" y="2503"/>
            <a:ext cx="7819137" cy="514099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742" y="303498"/>
            <a:ext cx="6456269" cy="969771"/>
          </a:xfrm>
        </p:spPr>
        <p:txBody>
          <a:bodyPr>
            <a:normAutofit/>
          </a:bodyPr>
          <a:lstStyle/>
          <a:p>
            <a:pPr algn="r"/>
            <a:r>
              <a:rPr lang="en-AU" sz="405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405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B47E03-B889-4D3C-B8AA-04629662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168" y="275537"/>
            <a:ext cx="6219664" cy="459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3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209</Words>
  <Application>Microsoft Office PowerPoint</Application>
  <PresentationFormat>On-screen Show (16:9)</PresentationFormat>
  <Paragraphs>51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Kiwi School Handwriting</vt:lpstr>
      <vt:lpstr>Office Theme</vt:lpstr>
      <vt:lpstr>PowerPoint Presentation</vt:lpstr>
      <vt:lpstr>Find the Volume of the following</vt:lpstr>
      <vt:lpstr>Find the Volume of the following</vt:lpstr>
      <vt:lpstr>Lesson objective</vt:lpstr>
      <vt:lpstr>How many cm^3  are in m^3?</vt:lpstr>
      <vt:lpstr>PowerPoint Presentation</vt:lpstr>
      <vt:lpstr>PowerPoint Presentation</vt:lpstr>
      <vt:lpstr>PowerPoint Presentation</vt:lpstr>
      <vt:lpstr>Task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JAMES Sarah [Baldivis Secondary College]</cp:lastModifiedBy>
  <cp:revision>10</cp:revision>
  <dcterms:created xsi:type="dcterms:W3CDTF">2016-10-20T03:14:06Z</dcterms:created>
  <dcterms:modified xsi:type="dcterms:W3CDTF">2018-08-09T11:30:02Z</dcterms:modified>
</cp:coreProperties>
</file>