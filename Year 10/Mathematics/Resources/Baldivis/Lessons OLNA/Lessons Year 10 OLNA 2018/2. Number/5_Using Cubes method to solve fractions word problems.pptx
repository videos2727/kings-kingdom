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46" r:id="rId3"/>
    <p:sldId id="348" r:id="rId4"/>
    <p:sldId id="349" r:id="rId5"/>
    <p:sldId id="335" r:id="rId6"/>
    <p:sldId id="339" r:id="rId7"/>
    <p:sldId id="338" r:id="rId8"/>
    <p:sldId id="340" r:id="rId9"/>
    <p:sldId id="341" r:id="rId10"/>
    <p:sldId id="342" r:id="rId11"/>
    <p:sldId id="343" r:id="rId12"/>
    <p:sldId id="344" r:id="rId13"/>
    <p:sldId id="34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8" d="100"/>
          <a:sy n="68" d="100"/>
        </p:scale>
        <p:origin x="6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890EB-E95F-4DA4-8CAB-B7D62B747E05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F8123-A1B4-421B-BFBC-12A0C1BE51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0041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82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19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86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08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9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68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153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598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616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03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04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494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18927-479F-43E9-A6EF-1A7F00670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58721E-326E-4F2C-9EE6-E1928A8CE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B80C7-7425-4EA2-874D-DD210D1F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6C510-060E-4D19-B154-91561C148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09E43-9137-4150-88F6-E96B6D7B6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8265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0761-3C42-4366-8125-07C8EBE5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9EE49-3CE0-436F-885B-258948EE4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FE8866-DFBD-44EC-A013-4EE7942C2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4781D-1547-479A-8049-33DE4E7B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86168-5F0C-49E6-9B7C-0A52FF8CD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9515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CEA03-63F4-49A5-836A-0221F5622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E4DFF0-EEEA-4AC9-AB6F-428C65B65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6B4B3-EA51-48A0-A6B7-E7E9F294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9A0F3-E943-4186-8227-90E2357C8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56FE4-C4BC-41CC-9808-BDFA81E0E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637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65096-C3B4-4F23-8FDB-D4E5E8012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72EFE-900B-4DB6-A60B-B701256A9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0A07EA-DBFB-4203-AA3D-A59EC86F1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04748E-4BF2-4017-B55A-4AAB4DA61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5CAB66-672A-489A-BA4A-29841B0A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2B5D2-1E9C-4E4E-BF96-3B77E85F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5480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4F84D-2542-4B58-8CC9-422F65274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88E27-200D-441B-A3EC-1FB58D32A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189A6-CDA9-4B79-8144-DD1FC24449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88B12-B9F0-427F-9367-3C6ED1176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7E8649-91E7-4F58-94C4-CA194E787E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90A0C4-CAF5-4FC2-9AC9-8D1BD328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D33795-F39F-46E4-AC24-4393E430A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BCC813-6F7C-406E-BF7C-14BC21756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284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3D395-88E1-427D-BCC0-8A46C48DA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46929-CD98-4DFE-9D5B-BDFB097BB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0AFF93-5C38-437C-BE9F-81E260AFB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D27FB0-1F55-445E-B834-9E9F74A6D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0839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658BE-9CD2-4250-9FB8-B380CA06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72F7B3-8047-4E6E-934A-0E65738B6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3B257-BD2C-45B7-83DD-84193C887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416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3C7F5-0A23-4913-B6DC-240A0E205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82FBB-DD65-4559-BF8A-6B49D3439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8E688-3A01-4576-BD02-051B7D93D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DCA0A-8A10-4B64-AFF5-EFE10FA61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B10BA-ABA9-4CD5-AC06-61731890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C1012-F860-469A-9361-AF94BED7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645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68A4-480C-46E5-91AF-59875A94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62D66B-ED46-4D13-969A-1A52DD5D21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A115B7-B4BF-40F8-8818-2ABFFA62B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85A67-7AA2-44C1-A34A-526851FF6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DDB66D-0A5C-4265-A6A2-F2E2DE11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4376D3-148B-4475-888D-DD51DF763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510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316E7-9462-43A8-8847-07847067E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C52CC4-79C8-4105-BF7E-70F5A4705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9F226-6FB5-42A9-9CC0-EB2E4B02A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67DFF-98E9-4AAA-BBE2-CD786C2F2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624DD6-51FE-4F1E-87A2-F58AB712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924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114646-5575-4389-8BE5-7C83042F9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4C00F-8160-40DC-A6BD-35E88452EE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BCFB1B-B968-4F15-9971-057BBEDE8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DCB9E-98AE-4A09-8DF9-ADA3EFCC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109F4-F5D8-41EC-882D-7CBEA057A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2091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E6B695-3022-4C8E-B7BB-2D8BABCDC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3C3AA-FC19-45E7-B270-200D62519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DAC2E-12B1-4E17-921B-50CB6F314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7B713-591A-4F68-A9F3-88F7E305DA90}" type="datetimeFigureOut">
              <a:rPr lang="en-AU" smtClean="0"/>
              <a:t>27/07/2018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521AD-3463-4BC1-81D6-ED20716A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50D93-8B28-450A-9B78-14454EEC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EDECE-0CE3-4B2C-A3FA-77C8CB7738A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0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3B09B-1C6B-4259-8433-4D0FD7AD3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Fractions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49AC6E-B2F4-4336-9B20-E360A14895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use the CUBES method to solve fraction problems?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144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693393-CF45-4589-9761-889894B42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330" y="1587633"/>
            <a:ext cx="3771900" cy="507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942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97E18D-A861-4ECD-BA32-A74DDB916FC3}"/>
                  </a:ext>
                </a:extLst>
              </p:cNvPr>
              <p:cNvSpPr txBox="1"/>
              <p:nvPr/>
            </p:nvSpPr>
            <p:spPr>
              <a:xfrm>
                <a:off x="2451112" y="1937632"/>
                <a:ext cx="8031487" cy="4840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 donkey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/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a hay bale a week. How many hay bales does he eat in 24 days?</a:t>
                </a:r>
                <a:endParaRPr lang="en-AU" u="sng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597E18D-A861-4ECD-BA32-A74DDB916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1112" y="1937632"/>
                <a:ext cx="8031487" cy="484043"/>
              </a:xfrm>
              <a:prstGeom prst="rect">
                <a:avLst/>
              </a:prstGeom>
              <a:blipFill>
                <a:blip r:embed="rId3"/>
                <a:stretch>
                  <a:fillRect l="-607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510B713-7064-46E8-A242-412416DE055B}"/>
              </a:ext>
            </a:extLst>
          </p:cNvPr>
          <p:cNvSpPr txBox="1"/>
          <p:nvPr/>
        </p:nvSpPr>
        <p:spPr>
          <a:xfrm>
            <a:off x="2767483" y="5374672"/>
            <a:ext cx="8031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 bales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226510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597E18D-A861-4ECD-BA32-A74DDB916FC3}"/>
              </a:ext>
            </a:extLst>
          </p:cNvPr>
          <p:cNvSpPr txBox="1"/>
          <p:nvPr/>
        </p:nvSpPr>
        <p:spPr>
          <a:xfrm>
            <a:off x="2451112" y="1937632"/>
            <a:ext cx="8031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There is </a:t>
            </a:r>
            <a:r>
              <a:rPr lang="en-GB" baseline="30000" dirty="0"/>
              <a:t>3</a:t>
            </a:r>
            <a:r>
              <a:rPr lang="en-GB" dirty="0"/>
              <a:t>/</a:t>
            </a:r>
            <a:r>
              <a:rPr lang="en-GB" baseline="-25000" dirty="0"/>
              <a:t>8</a:t>
            </a:r>
            <a:r>
              <a:rPr lang="en-GB" dirty="0"/>
              <a:t> of a pizza in one box and </a:t>
            </a:r>
            <a:r>
              <a:rPr lang="en-GB" baseline="30000" dirty="0"/>
              <a:t>1</a:t>
            </a:r>
            <a:r>
              <a:rPr lang="en-GB" dirty="0"/>
              <a:t>/</a:t>
            </a:r>
            <a:r>
              <a:rPr lang="en-GB" baseline="-25000" dirty="0"/>
              <a:t>4</a:t>
            </a:r>
            <a:r>
              <a:rPr lang="en-GB" dirty="0"/>
              <a:t> of a pizza in another box. How much do you have altogether? 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10B713-7064-46E8-A242-412416DE055B}"/>
              </a:ext>
            </a:extLst>
          </p:cNvPr>
          <p:cNvSpPr txBox="1"/>
          <p:nvPr/>
        </p:nvSpPr>
        <p:spPr>
          <a:xfrm>
            <a:off x="2767483" y="5374672"/>
            <a:ext cx="8031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5/8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306736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83A97C-E56F-414F-9B4E-AD01CC18E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352783"/>
              </p:ext>
            </p:extLst>
          </p:nvPr>
        </p:nvGraphicFramePr>
        <p:xfrm>
          <a:off x="2468397" y="1918460"/>
          <a:ext cx="8128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35869779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958286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My working out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Explanation of my steps to show my partner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1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218346"/>
                  </a:ext>
                </a:extLst>
              </a:tr>
            </a:tbl>
          </a:graphicData>
        </a:graphic>
      </p:graphicFrame>
      <p:sp>
        <p:nvSpPr>
          <p:cNvPr id="57" name="TextBox 56">
            <a:extLst>
              <a:ext uri="{FF2B5EF4-FFF2-40B4-BE49-F238E27FC236}">
                <a16:creationId xmlns:a16="http://schemas.microsoft.com/office/drawing/2014/main" id="{F72400EB-808B-4CB8-8FB4-E62A00A5B695}"/>
              </a:ext>
            </a:extLst>
          </p:cNvPr>
          <p:cNvSpPr txBox="1"/>
          <p:nvPr/>
        </p:nvSpPr>
        <p:spPr>
          <a:xfrm>
            <a:off x="2468397" y="260068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Adding fractions</a:t>
            </a:r>
            <a:endParaRPr lang="en-AU" u="sng" dirty="0"/>
          </a:p>
        </p:txBody>
      </p:sp>
    </p:spTree>
    <p:extLst>
      <p:ext uri="{BB962C8B-B14F-4D97-AF65-F5344CB8AC3E}">
        <p14:creationId xmlns:p14="http://schemas.microsoft.com/office/powerpoint/2010/main" val="410224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Adding fractions</a:t>
            </a:r>
            <a:endParaRPr lang="en-AU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CC249-BD56-46D4-9370-E2DEB567D269}"/>
              </a:ext>
            </a:extLst>
          </p:cNvPr>
          <p:cNvSpPr txBox="1"/>
          <p:nvPr/>
        </p:nvSpPr>
        <p:spPr>
          <a:xfrm>
            <a:off x="2243579" y="2023975"/>
            <a:ext cx="9577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hand side or Student 1  to complete this question: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You give </a:t>
            </a:r>
            <a:r>
              <a:rPr lang="en-GB" sz="2400" baseline="30000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en-GB" sz="2400" baseline="-25000" dirty="0">
                <a:solidFill>
                  <a:schemeClr val="accent5">
                    <a:lumMod val="75000"/>
                  </a:schemeClr>
                </a:solidFill>
              </a:rPr>
              <a:t>3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 of box of brownies to Ella and </a:t>
            </a:r>
            <a:r>
              <a:rPr lang="en-GB" sz="2400" baseline="30000" dirty="0">
                <a:solidFill>
                  <a:schemeClr val="accent5">
                    <a:lumMod val="75000"/>
                  </a:schemeClr>
                </a:solidFill>
              </a:rPr>
              <a:t>1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en-GB" sz="2400" baseline="-25000" dirty="0">
                <a:solidFill>
                  <a:schemeClr val="accent5">
                    <a:lumMod val="75000"/>
                  </a:schemeClr>
                </a:solidFill>
              </a:rPr>
              <a:t>6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 of the pan of brownies to Nick. How much of the box of brownies did you give away? 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A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22ABD-87B3-4C1C-B0D4-C7FBFC85CB4B}"/>
              </a:ext>
            </a:extLst>
          </p:cNvPr>
          <p:cNvSpPr txBox="1"/>
          <p:nvPr/>
        </p:nvSpPr>
        <p:spPr>
          <a:xfrm>
            <a:off x="2243579" y="3724385"/>
            <a:ext cx="925301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hand side student to complete this question: 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Tom completed 11/ 12 of Saturday's crossword and 11 /12  of Thursday's crossword. Tom also did 2/ 3 of the jumble puzzle. In total, what fraction of these crosswords did Tom finish? </a:t>
            </a:r>
            <a:endParaRPr lang="en-A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063077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ANSWERS Adding fractions</a:t>
            </a:r>
            <a:endParaRPr lang="en-AU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CC249-BD56-46D4-9370-E2DEB567D269}"/>
              </a:ext>
            </a:extLst>
          </p:cNvPr>
          <p:cNvSpPr txBox="1"/>
          <p:nvPr/>
        </p:nvSpPr>
        <p:spPr>
          <a:xfrm>
            <a:off x="2243579" y="2173679"/>
            <a:ext cx="9577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hand side or Student 1  to complete this question: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½ or 3/6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22ABD-87B3-4C1C-B0D4-C7FBFC85CB4B}"/>
              </a:ext>
            </a:extLst>
          </p:cNvPr>
          <p:cNvSpPr txBox="1"/>
          <p:nvPr/>
        </p:nvSpPr>
        <p:spPr>
          <a:xfrm>
            <a:off x="2243579" y="3724385"/>
            <a:ext cx="92530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hand side student to complete this question: 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1 and 5/6 puzzles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76357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Subtracting fractions</a:t>
            </a:r>
            <a:endParaRPr lang="en-AU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CC249-BD56-46D4-9370-E2DEB567D269}"/>
              </a:ext>
            </a:extLst>
          </p:cNvPr>
          <p:cNvSpPr txBox="1"/>
          <p:nvPr/>
        </p:nvSpPr>
        <p:spPr>
          <a:xfrm>
            <a:off x="2243579" y="2023975"/>
            <a:ext cx="95776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hand side or Student 1  to complete this question: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lvl="0"/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A jug contains </a:t>
            </a:r>
            <a:r>
              <a:rPr lang="en-GB" sz="2400" baseline="30000" dirty="0">
                <a:solidFill>
                  <a:schemeClr val="accent5">
                    <a:lumMod val="75000"/>
                  </a:schemeClr>
                </a:solidFill>
              </a:rPr>
              <a:t>3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en-GB" sz="2400" baseline="-25000" dirty="0">
                <a:solidFill>
                  <a:schemeClr val="accent5">
                    <a:lumMod val="75000"/>
                  </a:schemeClr>
                </a:solidFill>
              </a:rPr>
              <a:t>4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 litre of orange juice. After you pour </a:t>
            </a:r>
            <a:r>
              <a:rPr lang="en-GB" sz="2400" baseline="30000" dirty="0">
                <a:solidFill>
                  <a:schemeClr val="accent5">
                    <a:lumMod val="75000"/>
                  </a:schemeClr>
                </a:solidFill>
              </a:rPr>
              <a:t>5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en-GB" sz="2400" baseline="-25000" dirty="0">
                <a:solidFill>
                  <a:schemeClr val="accent5">
                    <a:lumMod val="75000"/>
                  </a:schemeClr>
                </a:solidFill>
              </a:rPr>
              <a:t>8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 of a litre into a glass, how much is left in the jug? 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  <a:p>
            <a:endParaRPr lang="en-A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22ABD-87B3-4C1C-B0D4-C7FBFC85CB4B}"/>
              </a:ext>
            </a:extLst>
          </p:cNvPr>
          <p:cNvSpPr txBox="1"/>
          <p:nvPr/>
        </p:nvSpPr>
        <p:spPr>
          <a:xfrm>
            <a:off x="2243579" y="3724385"/>
            <a:ext cx="92530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hand side student to complete this question: 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lvl="0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Amy ran </a:t>
            </a:r>
            <a:r>
              <a:rPr lang="en-GB" sz="2400" baseline="30000" dirty="0">
                <a:solidFill>
                  <a:schemeClr val="accent5">
                    <a:lumMod val="75000"/>
                  </a:schemeClr>
                </a:solidFill>
              </a:rPr>
              <a:t>2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en-GB" sz="2400" baseline="-25000" dirty="0">
                <a:solidFill>
                  <a:schemeClr val="accent5">
                    <a:lumMod val="75000"/>
                  </a:schemeClr>
                </a:solidFill>
              </a:rPr>
              <a:t>3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 of a marathon. Beth ran </a:t>
            </a:r>
            <a:r>
              <a:rPr lang="en-GB" sz="2400" baseline="30000" dirty="0">
                <a:solidFill>
                  <a:schemeClr val="accent5">
                    <a:lumMod val="75000"/>
                  </a:schemeClr>
                </a:solidFill>
              </a:rPr>
              <a:t>5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/</a:t>
            </a:r>
            <a:r>
              <a:rPr lang="en-GB" sz="2400" baseline="-25000" dirty="0">
                <a:solidFill>
                  <a:schemeClr val="accent5">
                    <a:lumMod val="75000"/>
                  </a:schemeClr>
                </a:solidFill>
              </a:rPr>
              <a:t>6</a:t>
            </a:r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 of a marathon. Who ran farther? How much farther?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620935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ANSWERS Subtracting fractions</a:t>
            </a:r>
            <a:endParaRPr lang="en-AU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CC249-BD56-46D4-9370-E2DEB567D269}"/>
              </a:ext>
            </a:extLst>
          </p:cNvPr>
          <p:cNvSpPr txBox="1"/>
          <p:nvPr/>
        </p:nvSpPr>
        <p:spPr>
          <a:xfrm>
            <a:off x="2243579" y="2173679"/>
            <a:ext cx="9577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hand side or Student 1  to complete this question: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1/8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22ABD-87B3-4C1C-B0D4-C7FBFC85CB4B}"/>
              </a:ext>
            </a:extLst>
          </p:cNvPr>
          <p:cNvSpPr txBox="1"/>
          <p:nvPr/>
        </p:nvSpPr>
        <p:spPr>
          <a:xfrm>
            <a:off x="2243579" y="3724385"/>
            <a:ext cx="92530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hand side student to complete this question: 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lvl="0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Amy ran 4/6 so Beth ran further by 1/6.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60546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Multiplying fractions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CC249-BD56-46D4-9370-E2DEB567D269}"/>
                  </a:ext>
                </a:extLst>
              </p:cNvPr>
              <p:cNvSpPr txBox="1"/>
              <p:nvPr/>
            </p:nvSpPr>
            <p:spPr>
              <a:xfrm>
                <a:off x="2243579" y="2023975"/>
                <a:ext cx="9577625" cy="166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Right hand side or Student 1  to complete this question:</a:t>
                </a:r>
              </a:p>
              <a:p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Ben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 of a packet of crisps every day. How many packets of crisps will he eat in 30 days?</a:t>
                </a:r>
                <a:endParaRPr lang="en-AU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CC249-BD56-46D4-9370-E2DEB567D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79" y="2023975"/>
                <a:ext cx="9577625" cy="1664815"/>
              </a:xfrm>
              <a:prstGeom prst="rect">
                <a:avLst/>
              </a:prstGeom>
              <a:blipFill>
                <a:blip r:embed="rId3"/>
                <a:stretch>
                  <a:fillRect l="-955" t="-1832" b="-5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F22ABD-87B3-4C1C-B0D4-C7FBFC85CB4B}"/>
                  </a:ext>
                </a:extLst>
              </p:cNvPr>
              <p:cNvSpPr txBox="1"/>
              <p:nvPr/>
            </p:nvSpPr>
            <p:spPr>
              <a:xfrm>
                <a:off x="2243579" y="3724385"/>
                <a:ext cx="9253015" cy="1664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Left hand side student to complete this question: </a:t>
                </a:r>
              </a:p>
              <a:p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If one sheet of paper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 cm thick, how thick is a pad containing 180 sheets?</a:t>
                </a:r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F22ABD-87B3-4C1C-B0D4-C7FBFC85C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79" y="3724385"/>
                <a:ext cx="9253015" cy="1664815"/>
              </a:xfrm>
              <a:prstGeom prst="rect">
                <a:avLst/>
              </a:prstGeom>
              <a:blipFill>
                <a:blip r:embed="rId4"/>
                <a:stretch>
                  <a:fillRect l="-988" t="-2198" b="-549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382020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ANSWERS Multiplying fractions</a:t>
            </a:r>
            <a:endParaRPr lang="en-AU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CC249-BD56-46D4-9370-E2DEB567D269}"/>
              </a:ext>
            </a:extLst>
          </p:cNvPr>
          <p:cNvSpPr txBox="1"/>
          <p:nvPr/>
        </p:nvSpPr>
        <p:spPr>
          <a:xfrm>
            <a:off x="2243579" y="2173679"/>
            <a:ext cx="9577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hand side or Student 1  to complete this question: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7.5 Packets  crisps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22ABD-87B3-4C1C-B0D4-C7FBFC85CB4B}"/>
              </a:ext>
            </a:extLst>
          </p:cNvPr>
          <p:cNvSpPr txBox="1"/>
          <p:nvPr/>
        </p:nvSpPr>
        <p:spPr>
          <a:xfrm>
            <a:off x="2243579" y="3724385"/>
            <a:ext cx="92530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hand side student to complete this question: 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lvl="0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90 cm thick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519485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Dividing fractions</a:t>
            </a:r>
            <a:endParaRPr lang="en-AU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CC249-BD56-46D4-9370-E2DEB567D269}"/>
                  </a:ext>
                </a:extLst>
              </p:cNvPr>
              <p:cNvSpPr txBox="1"/>
              <p:nvPr/>
            </p:nvSpPr>
            <p:spPr>
              <a:xfrm>
                <a:off x="2243579" y="2023975"/>
                <a:ext cx="9577625" cy="164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Right hand side or Student 1  to complete this question:</a:t>
                </a:r>
              </a:p>
              <a:p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5">
                        <a:lumMod val="75000"/>
                      </a:schemeClr>
                    </a:solidFill>
                  </a:rPr>
                  <a:t> </a:t>
                </a:r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A wine glass can hold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</m:ctrlPr>
                      </m:fPr>
                      <m:num>
                        <m:r>
                          <a:rPr lang="en-GB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2</m:t>
                        </m:r>
                      </m:num>
                      <m:den>
                        <m:r>
                          <a:rPr lang="en-GB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9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 of a litre of wine. How many glasses of wine can be filled with a 4 litre bottle? </a:t>
                </a:r>
                <a:endParaRPr lang="en-AU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5FCC249-BD56-46D4-9370-E2DEB567D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79" y="2023975"/>
                <a:ext cx="9577625" cy="1641475"/>
              </a:xfrm>
              <a:prstGeom prst="rect">
                <a:avLst/>
              </a:prstGeom>
              <a:blipFill>
                <a:blip r:embed="rId3"/>
                <a:stretch>
                  <a:fillRect l="-955" t="-1859" r="-255" b="-74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F22ABD-87B3-4C1C-B0D4-C7FBFC85CB4B}"/>
                  </a:ext>
                </a:extLst>
              </p:cNvPr>
              <p:cNvSpPr txBox="1"/>
              <p:nvPr/>
            </p:nvSpPr>
            <p:spPr>
              <a:xfrm>
                <a:off x="2243579" y="3724385"/>
                <a:ext cx="9253015" cy="16414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Left hand side student to complete this question: </a:t>
                </a:r>
              </a:p>
              <a:p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The Jones family eats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</m:ctrlPr>
                      </m:fPr>
                      <m:num>
                        <m:r>
                          <a:rPr lang="en-GB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2</m:t>
                        </m:r>
                      </m:num>
                      <m:den>
                        <m:r>
                          <a:rPr lang="en-GB" sz="2400" i="1">
                            <a:solidFill>
                              <a:schemeClr val="accent5">
                                <a:lumMod val="75000"/>
                              </a:schemeClr>
                            </a:solidFill>
                          </a:rPr>
                          <m:t>3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chemeClr val="accent5">
                        <a:lumMod val="75000"/>
                      </a:schemeClr>
                    </a:solidFill>
                  </a:rPr>
                  <a:t> of a packet of biscuits every day. How long will 6 packets last the family?</a:t>
                </a:r>
                <a:endParaRPr lang="en-US" sz="2400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2F22ABD-87B3-4C1C-B0D4-C7FBFC85C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579" y="3724385"/>
                <a:ext cx="9253015" cy="1641475"/>
              </a:xfrm>
              <a:prstGeom prst="rect">
                <a:avLst/>
              </a:prstGeom>
              <a:blipFill>
                <a:blip r:embed="rId4"/>
                <a:stretch>
                  <a:fillRect l="-988" t="-2230" b="-74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51004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28203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Fractions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/07/2018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A263503-D887-4AEC-B7C2-068B63ED77F8}"/>
              </a:ext>
            </a:extLst>
          </p:cNvPr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use the CUBES method to solve fraction words questions?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B09473-A286-4344-A64D-546646A46144}"/>
              </a:ext>
            </a:extLst>
          </p:cNvPr>
          <p:cNvSpPr txBox="1"/>
          <p:nvPr/>
        </p:nvSpPr>
        <p:spPr>
          <a:xfrm>
            <a:off x="2243579" y="1487628"/>
            <a:ext cx="3421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ANSWERS Dividing fractions</a:t>
            </a:r>
            <a:endParaRPr lang="en-AU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CC249-BD56-46D4-9370-E2DEB567D269}"/>
              </a:ext>
            </a:extLst>
          </p:cNvPr>
          <p:cNvSpPr txBox="1"/>
          <p:nvPr/>
        </p:nvSpPr>
        <p:spPr>
          <a:xfrm>
            <a:off x="2243579" y="2173679"/>
            <a:ext cx="95776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Right hand side or Student 1  to complete this question:</a:t>
            </a:r>
          </a:p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18 glasses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F22ABD-87B3-4C1C-B0D4-C7FBFC85CB4B}"/>
              </a:ext>
            </a:extLst>
          </p:cNvPr>
          <p:cNvSpPr txBox="1"/>
          <p:nvPr/>
        </p:nvSpPr>
        <p:spPr>
          <a:xfrm>
            <a:off x="2243579" y="3724385"/>
            <a:ext cx="925301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Left hand side student to complete this question: </a:t>
            </a:r>
          </a:p>
          <a:p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  <a:p>
            <a:pPr lvl="0"/>
            <a:r>
              <a:rPr lang="en-GB" sz="2400" dirty="0">
                <a:solidFill>
                  <a:schemeClr val="accent5">
                    <a:lumMod val="75000"/>
                  </a:schemeClr>
                </a:solidFill>
              </a:rPr>
              <a:t>9 days</a:t>
            </a:r>
            <a:endParaRPr lang="en-AU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51D86-4D22-46BC-8804-97E598D1BD63}"/>
              </a:ext>
            </a:extLst>
          </p:cNvPr>
          <p:cNvSpPr txBox="1"/>
          <p:nvPr/>
        </p:nvSpPr>
        <p:spPr>
          <a:xfrm>
            <a:off x="2084897" y="5814386"/>
            <a:ext cx="8022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Quick you have 2 mins before you teach your partner how to do your question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41970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3119</TotalTime>
  <Words>932</Words>
  <Application>Microsoft Office PowerPoint</Application>
  <PresentationFormat>Widescreen</PresentationFormat>
  <Paragraphs>157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Kiwi School Handwriting</vt:lpstr>
      <vt:lpstr>Office Theme</vt:lpstr>
      <vt:lpstr>Fractions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Fractions</dc:title>
  <dc:creator>JAMES Sarah [Baldivis Secondary College]</dc:creator>
  <cp:lastModifiedBy>JAMES Sarah [Baldivis Secondary College]</cp:lastModifiedBy>
  <cp:revision>9</cp:revision>
  <dcterms:created xsi:type="dcterms:W3CDTF">2018-07-27T07:15:08Z</dcterms:created>
  <dcterms:modified xsi:type="dcterms:W3CDTF">2018-07-29T11:14:34Z</dcterms:modified>
</cp:coreProperties>
</file>