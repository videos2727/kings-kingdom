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handoutMasterIdLst>
    <p:handoutMasterId r:id="rId36"/>
  </p:handoutMasterIdLst>
  <p:sldIdLst>
    <p:sldId id="292" r:id="rId2"/>
    <p:sldId id="271" r:id="rId3"/>
    <p:sldId id="272" r:id="rId4"/>
    <p:sldId id="293" r:id="rId5"/>
    <p:sldId id="275" r:id="rId6"/>
    <p:sldId id="259" r:id="rId7"/>
    <p:sldId id="260" r:id="rId8"/>
    <p:sldId id="261" r:id="rId9"/>
    <p:sldId id="262" r:id="rId10"/>
    <p:sldId id="263" r:id="rId11"/>
    <p:sldId id="264" r:id="rId12"/>
    <p:sldId id="265" r:id="rId13"/>
    <p:sldId id="266" r:id="rId14"/>
    <p:sldId id="267" r:id="rId15"/>
    <p:sldId id="268" r:id="rId16"/>
    <p:sldId id="294" r:id="rId17"/>
    <p:sldId id="295" r:id="rId18"/>
    <p:sldId id="282" r:id="rId19"/>
    <p:sldId id="283" r:id="rId20"/>
    <p:sldId id="270" r:id="rId21"/>
    <p:sldId id="276" r:id="rId22"/>
    <p:sldId id="277" r:id="rId23"/>
    <p:sldId id="279" r:id="rId24"/>
    <p:sldId id="286" r:id="rId25"/>
    <p:sldId id="287" r:id="rId26"/>
    <p:sldId id="278" r:id="rId27"/>
    <p:sldId id="288" r:id="rId28"/>
    <p:sldId id="289" r:id="rId29"/>
    <p:sldId id="290" r:id="rId30"/>
    <p:sldId id="291" r:id="rId31"/>
    <p:sldId id="269" r:id="rId32"/>
    <p:sldId id="284" r:id="rId33"/>
    <p:sldId id="285"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B96BB7-C266-4927-B5EA-0A8C3550AC4A}" v="333" dt="2018-07-19T13:04:54.6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907" autoAdjust="0"/>
  </p:normalViewPr>
  <p:slideViewPr>
    <p:cSldViewPr>
      <p:cViewPr varScale="1">
        <p:scale>
          <a:sx n="68" d="100"/>
          <a:sy n="68" d="100"/>
        </p:scale>
        <p:origin x="1240" y="3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GB"/>
              <a:t>T Malik</a:t>
            </a: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9AA00EB-427B-4919-8183-D55EC256C126}" type="datetimeFigureOut">
              <a:rPr lang="en-GB" smtClean="0"/>
              <a:t>19/07/2018</a:t>
            </a:fld>
            <a:endParaRPr lang="en-GB"/>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4FD95A9-BC96-43E4-9754-5D747E5812D0}" type="slidenum">
              <a:rPr lang="en-GB" smtClean="0"/>
              <a:t>‹#›</a:t>
            </a:fld>
            <a:endParaRPr lang="en-GB"/>
          </a:p>
        </p:txBody>
      </p:sp>
    </p:spTree>
    <p:extLst>
      <p:ext uri="{BB962C8B-B14F-4D97-AF65-F5344CB8AC3E}">
        <p14:creationId xmlns:p14="http://schemas.microsoft.com/office/powerpoint/2010/main" val="3683583403"/>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GB"/>
              <a:t>T Malik</a:t>
            </a: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BC4FEE6-01B0-49A7-B0F7-EB7DA7AE7005}" type="datetimeFigureOut">
              <a:rPr lang="en-GB" smtClean="0"/>
              <a:pPr/>
              <a:t>19/07/2018</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4B9141E-EE06-427B-B281-9134EF719792}" type="slidenum">
              <a:rPr lang="en-GB" smtClean="0"/>
              <a:pPr/>
              <a:t>‹#›</a:t>
            </a:fld>
            <a:endParaRPr lang="en-GB"/>
          </a:p>
        </p:txBody>
      </p:sp>
    </p:spTree>
    <p:extLst>
      <p:ext uri="{BB962C8B-B14F-4D97-AF65-F5344CB8AC3E}">
        <p14:creationId xmlns:p14="http://schemas.microsoft.com/office/powerpoint/2010/main" val="1309315849"/>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84B9141E-EE06-427B-B281-9134EF719792}" type="slidenum">
              <a:rPr lang="en-GB" smtClean="0"/>
              <a:pPr/>
              <a:t>2</a:t>
            </a:fld>
            <a:endParaRPr lang="en-GB"/>
          </a:p>
        </p:txBody>
      </p:sp>
      <p:sp>
        <p:nvSpPr>
          <p:cNvPr id="5" name="Footer Placeholder 4"/>
          <p:cNvSpPr>
            <a:spLocks noGrp="1"/>
          </p:cNvSpPr>
          <p:nvPr>
            <p:ph type="ftr" sz="quarter" idx="11"/>
          </p:nvPr>
        </p:nvSpPr>
        <p:spPr/>
        <p:txBody>
          <a:bodyPr/>
          <a:lstStyle/>
          <a:p>
            <a:endParaRPr lang="en-GB"/>
          </a:p>
        </p:txBody>
      </p:sp>
      <p:sp>
        <p:nvSpPr>
          <p:cNvPr id="6" name="Header Placeholder 5"/>
          <p:cNvSpPr>
            <a:spLocks noGrp="1"/>
          </p:cNvSpPr>
          <p:nvPr>
            <p:ph type="hdr" sz="quarter" idx="12"/>
          </p:nvPr>
        </p:nvSpPr>
        <p:spPr/>
        <p:txBody>
          <a:bodyPr/>
          <a:lstStyle/>
          <a:p>
            <a:r>
              <a:rPr lang="en-GB"/>
              <a:t>T Malik</a:t>
            </a:r>
          </a:p>
        </p:txBody>
      </p:sp>
    </p:spTree>
    <p:extLst>
      <p:ext uri="{BB962C8B-B14F-4D97-AF65-F5344CB8AC3E}">
        <p14:creationId xmlns:p14="http://schemas.microsoft.com/office/powerpoint/2010/main" val="21521095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84B9141E-EE06-427B-B281-9134EF719792}" type="slidenum">
              <a:rPr lang="en-GB" smtClean="0"/>
              <a:pPr/>
              <a:t>7</a:t>
            </a:fld>
            <a:endParaRPr lang="en-GB"/>
          </a:p>
        </p:txBody>
      </p:sp>
      <p:sp>
        <p:nvSpPr>
          <p:cNvPr id="5" name="Footer Placeholder 4"/>
          <p:cNvSpPr>
            <a:spLocks noGrp="1"/>
          </p:cNvSpPr>
          <p:nvPr>
            <p:ph type="ftr" sz="quarter" idx="11"/>
          </p:nvPr>
        </p:nvSpPr>
        <p:spPr/>
        <p:txBody>
          <a:bodyPr/>
          <a:lstStyle/>
          <a:p>
            <a:endParaRPr lang="en-GB"/>
          </a:p>
        </p:txBody>
      </p:sp>
      <p:sp>
        <p:nvSpPr>
          <p:cNvPr id="6" name="Header Placeholder 5"/>
          <p:cNvSpPr>
            <a:spLocks noGrp="1"/>
          </p:cNvSpPr>
          <p:nvPr>
            <p:ph type="hdr" sz="quarter" idx="12"/>
          </p:nvPr>
        </p:nvSpPr>
        <p:spPr/>
        <p:txBody>
          <a:bodyPr/>
          <a:lstStyle/>
          <a:p>
            <a:r>
              <a:rPr lang="en-GB"/>
              <a:t>T Malik</a:t>
            </a:r>
          </a:p>
        </p:txBody>
      </p:sp>
    </p:spTree>
    <p:extLst>
      <p:ext uri="{BB962C8B-B14F-4D97-AF65-F5344CB8AC3E}">
        <p14:creationId xmlns:p14="http://schemas.microsoft.com/office/powerpoint/2010/main" val="27400255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84B9141E-EE06-427B-B281-9134EF719792}" type="slidenum">
              <a:rPr lang="en-GB" smtClean="0"/>
              <a:pPr/>
              <a:t>8</a:t>
            </a:fld>
            <a:endParaRPr lang="en-GB"/>
          </a:p>
        </p:txBody>
      </p:sp>
      <p:sp>
        <p:nvSpPr>
          <p:cNvPr id="5" name="Footer Placeholder 4"/>
          <p:cNvSpPr>
            <a:spLocks noGrp="1"/>
          </p:cNvSpPr>
          <p:nvPr>
            <p:ph type="ftr" sz="quarter" idx="11"/>
          </p:nvPr>
        </p:nvSpPr>
        <p:spPr/>
        <p:txBody>
          <a:bodyPr/>
          <a:lstStyle/>
          <a:p>
            <a:endParaRPr lang="en-GB"/>
          </a:p>
        </p:txBody>
      </p:sp>
      <p:sp>
        <p:nvSpPr>
          <p:cNvPr id="6" name="Header Placeholder 5"/>
          <p:cNvSpPr>
            <a:spLocks noGrp="1"/>
          </p:cNvSpPr>
          <p:nvPr>
            <p:ph type="hdr" sz="quarter" idx="12"/>
          </p:nvPr>
        </p:nvSpPr>
        <p:spPr/>
        <p:txBody>
          <a:bodyPr/>
          <a:lstStyle/>
          <a:p>
            <a:r>
              <a:rPr lang="en-GB"/>
              <a:t>T Malik</a:t>
            </a:r>
          </a:p>
        </p:txBody>
      </p:sp>
    </p:spTree>
    <p:extLst>
      <p:ext uri="{BB962C8B-B14F-4D97-AF65-F5344CB8AC3E}">
        <p14:creationId xmlns:p14="http://schemas.microsoft.com/office/powerpoint/2010/main" val="11222925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84B9141E-EE06-427B-B281-9134EF719792}" type="slidenum">
              <a:rPr lang="en-GB" smtClean="0"/>
              <a:pPr/>
              <a:t>9</a:t>
            </a:fld>
            <a:endParaRPr lang="en-GB"/>
          </a:p>
        </p:txBody>
      </p:sp>
      <p:sp>
        <p:nvSpPr>
          <p:cNvPr id="5" name="Footer Placeholder 4"/>
          <p:cNvSpPr>
            <a:spLocks noGrp="1"/>
          </p:cNvSpPr>
          <p:nvPr>
            <p:ph type="ftr" sz="quarter" idx="11"/>
          </p:nvPr>
        </p:nvSpPr>
        <p:spPr/>
        <p:txBody>
          <a:bodyPr/>
          <a:lstStyle/>
          <a:p>
            <a:endParaRPr lang="en-GB"/>
          </a:p>
        </p:txBody>
      </p:sp>
      <p:sp>
        <p:nvSpPr>
          <p:cNvPr id="6" name="Header Placeholder 5"/>
          <p:cNvSpPr>
            <a:spLocks noGrp="1"/>
          </p:cNvSpPr>
          <p:nvPr>
            <p:ph type="hdr" sz="quarter" idx="12"/>
          </p:nvPr>
        </p:nvSpPr>
        <p:spPr/>
        <p:txBody>
          <a:bodyPr/>
          <a:lstStyle/>
          <a:p>
            <a:r>
              <a:rPr lang="en-GB"/>
              <a:t>T Malik</a:t>
            </a:r>
          </a:p>
        </p:txBody>
      </p:sp>
    </p:spTree>
    <p:extLst>
      <p:ext uri="{BB962C8B-B14F-4D97-AF65-F5344CB8AC3E}">
        <p14:creationId xmlns:p14="http://schemas.microsoft.com/office/powerpoint/2010/main" val="132623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84B9141E-EE06-427B-B281-9134EF719792}" type="slidenum">
              <a:rPr lang="en-GB" smtClean="0"/>
              <a:pPr/>
              <a:t>10</a:t>
            </a:fld>
            <a:endParaRPr lang="en-GB"/>
          </a:p>
        </p:txBody>
      </p:sp>
      <p:sp>
        <p:nvSpPr>
          <p:cNvPr id="5" name="Footer Placeholder 4"/>
          <p:cNvSpPr>
            <a:spLocks noGrp="1"/>
          </p:cNvSpPr>
          <p:nvPr>
            <p:ph type="ftr" sz="quarter" idx="11"/>
          </p:nvPr>
        </p:nvSpPr>
        <p:spPr/>
        <p:txBody>
          <a:bodyPr/>
          <a:lstStyle/>
          <a:p>
            <a:endParaRPr lang="en-GB"/>
          </a:p>
        </p:txBody>
      </p:sp>
      <p:sp>
        <p:nvSpPr>
          <p:cNvPr id="6" name="Header Placeholder 5"/>
          <p:cNvSpPr>
            <a:spLocks noGrp="1"/>
          </p:cNvSpPr>
          <p:nvPr>
            <p:ph type="hdr" sz="quarter" idx="12"/>
          </p:nvPr>
        </p:nvSpPr>
        <p:spPr/>
        <p:txBody>
          <a:bodyPr/>
          <a:lstStyle/>
          <a:p>
            <a:r>
              <a:rPr lang="en-GB"/>
              <a:t>T Malik</a:t>
            </a:r>
          </a:p>
        </p:txBody>
      </p:sp>
    </p:spTree>
    <p:extLst>
      <p:ext uri="{BB962C8B-B14F-4D97-AF65-F5344CB8AC3E}">
        <p14:creationId xmlns:p14="http://schemas.microsoft.com/office/powerpoint/2010/main" val="4085177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5D3189BA-831A-4251-9ABD-872F56C8978C}" type="slidenum">
              <a:rPr lang="en-GB"/>
              <a:pPr fontAlgn="base">
                <a:spcBef>
                  <a:spcPct val="0"/>
                </a:spcBef>
                <a:spcAft>
                  <a:spcPct val="0"/>
                </a:spcAft>
              </a:pPr>
              <a:t>24</a:t>
            </a:fld>
            <a:endParaRPr lang="en-GB"/>
          </a:p>
        </p:txBody>
      </p:sp>
      <p:sp>
        <p:nvSpPr>
          <p:cNvPr id="512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GB"/>
              <a:t>Start with the box marked start.  Find the answer to the problem, go to the box with this answer.  Write down the letter in this box.  Etc until you get back to start.</a:t>
            </a:r>
          </a:p>
          <a:p>
            <a:pPr>
              <a:spcBef>
                <a:spcPct val="0"/>
              </a:spcBef>
            </a:pPr>
            <a:r>
              <a:rPr lang="en-GB"/>
              <a:t>What is the secret message?</a:t>
            </a:r>
          </a:p>
          <a:p>
            <a:pPr>
              <a:spcBef>
                <a:spcPct val="0"/>
              </a:spcBef>
            </a:pPr>
            <a:r>
              <a:rPr lang="en-GB"/>
              <a:t>THE ORDER MATTERS</a:t>
            </a:r>
            <a:endParaRPr lang="en-US"/>
          </a:p>
        </p:txBody>
      </p:sp>
      <p:sp>
        <p:nvSpPr>
          <p:cNvPr id="2" name="Footer Placeholder 1"/>
          <p:cNvSpPr>
            <a:spLocks noGrp="1"/>
          </p:cNvSpPr>
          <p:nvPr>
            <p:ph type="ftr" sz="quarter" idx="10"/>
          </p:nvPr>
        </p:nvSpPr>
        <p:spPr/>
        <p:txBody>
          <a:bodyPr/>
          <a:lstStyle/>
          <a:p>
            <a:endParaRPr lang="en-GB"/>
          </a:p>
        </p:txBody>
      </p:sp>
      <p:sp>
        <p:nvSpPr>
          <p:cNvPr id="3" name="Header Placeholder 2"/>
          <p:cNvSpPr>
            <a:spLocks noGrp="1"/>
          </p:cNvSpPr>
          <p:nvPr>
            <p:ph type="hdr" sz="quarter" idx="11"/>
          </p:nvPr>
        </p:nvSpPr>
        <p:spPr/>
        <p:txBody>
          <a:bodyPr/>
          <a:lstStyle/>
          <a:p>
            <a:r>
              <a:rPr lang="en-GB"/>
              <a:t>T Malik</a:t>
            </a:r>
          </a:p>
        </p:txBody>
      </p:sp>
    </p:spTree>
    <p:extLst>
      <p:ext uri="{BB962C8B-B14F-4D97-AF65-F5344CB8AC3E}">
        <p14:creationId xmlns:p14="http://schemas.microsoft.com/office/powerpoint/2010/main" val="209140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C8060784-C591-4FCB-91B2-04BDF11A5F55}" type="datetime1">
              <a:rPr lang="en-GB" smtClean="0"/>
              <a:t>19/07/2018</a:t>
            </a:fld>
            <a:endParaRPr lang="en-GB"/>
          </a:p>
        </p:txBody>
      </p:sp>
      <p:sp>
        <p:nvSpPr>
          <p:cNvPr id="5" name="Footer Placeholder 4"/>
          <p:cNvSpPr>
            <a:spLocks noGrp="1"/>
          </p:cNvSpPr>
          <p:nvPr>
            <p:ph type="ftr" sz="quarter" idx="11"/>
          </p:nvPr>
        </p:nvSpPr>
        <p:spPr/>
        <p:txBody>
          <a:bodyPr/>
          <a:lstStyle/>
          <a:p>
            <a:r>
              <a:rPr lang="en-GB"/>
              <a:t>T Malik</a:t>
            </a:r>
          </a:p>
        </p:txBody>
      </p:sp>
      <p:sp>
        <p:nvSpPr>
          <p:cNvPr id="6" name="Slide Number Placeholder 5"/>
          <p:cNvSpPr>
            <a:spLocks noGrp="1"/>
          </p:cNvSpPr>
          <p:nvPr>
            <p:ph type="sldNum" sz="quarter" idx="12"/>
          </p:nvPr>
        </p:nvSpPr>
        <p:spPr/>
        <p:txBody>
          <a:bodyPr/>
          <a:lstStyle/>
          <a:p>
            <a:fld id="{7E72DACA-255A-4819-AA38-4943D6493632}"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4936B6E-90CD-4DF1-8A93-C000ABC437C7}" type="datetime1">
              <a:rPr lang="en-GB" smtClean="0"/>
              <a:t>19/07/2018</a:t>
            </a:fld>
            <a:endParaRPr lang="en-GB"/>
          </a:p>
        </p:txBody>
      </p:sp>
      <p:sp>
        <p:nvSpPr>
          <p:cNvPr id="5" name="Footer Placeholder 4"/>
          <p:cNvSpPr>
            <a:spLocks noGrp="1"/>
          </p:cNvSpPr>
          <p:nvPr>
            <p:ph type="ftr" sz="quarter" idx="11"/>
          </p:nvPr>
        </p:nvSpPr>
        <p:spPr/>
        <p:txBody>
          <a:bodyPr/>
          <a:lstStyle/>
          <a:p>
            <a:r>
              <a:rPr lang="en-GB"/>
              <a:t>T Malik</a:t>
            </a:r>
          </a:p>
        </p:txBody>
      </p:sp>
      <p:sp>
        <p:nvSpPr>
          <p:cNvPr id="6" name="Slide Number Placeholder 5"/>
          <p:cNvSpPr>
            <a:spLocks noGrp="1"/>
          </p:cNvSpPr>
          <p:nvPr>
            <p:ph type="sldNum" sz="quarter" idx="12"/>
          </p:nvPr>
        </p:nvSpPr>
        <p:spPr/>
        <p:txBody>
          <a:bodyPr/>
          <a:lstStyle/>
          <a:p>
            <a:fld id="{7E72DACA-255A-4819-AA38-4943D6493632}"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E01D4F-E12C-4B45-85A2-9585C459FC9B}" type="datetime1">
              <a:rPr lang="en-GB" smtClean="0"/>
              <a:t>19/07/2018</a:t>
            </a:fld>
            <a:endParaRPr lang="en-GB"/>
          </a:p>
        </p:txBody>
      </p:sp>
      <p:sp>
        <p:nvSpPr>
          <p:cNvPr id="5" name="Footer Placeholder 4"/>
          <p:cNvSpPr>
            <a:spLocks noGrp="1"/>
          </p:cNvSpPr>
          <p:nvPr>
            <p:ph type="ftr" sz="quarter" idx="11"/>
          </p:nvPr>
        </p:nvSpPr>
        <p:spPr/>
        <p:txBody>
          <a:bodyPr/>
          <a:lstStyle/>
          <a:p>
            <a:r>
              <a:rPr lang="en-GB"/>
              <a:t>T Malik</a:t>
            </a:r>
          </a:p>
        </p:txBody>
      </p:sp>
      <p:sp>
        <p:nvSpPr>
          <p:cNvPr id="6" name="Slide Number Placeholder 5"/>
          <p:cNvSpPr>
            <a:spLocks noGrp="1"/>
          </p:cNvSpPr>
          <p:nvPr>
            <p:ph type="sldNum" sz="quarter" idx="12"/>
          </p:nvPr>
        </p:nvSpPr>
        <p:spPr/>
        <p:txBody>
          <a:bodyPr/>
          <a:lstStyle/>
          <a:p>
            <a:fld id="{7E72DACA-255A-4819-AA38-4943D6493632}"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69B12BE6-73B9-4C28-8C96-42A1192C2501}" type="datetime1">
              <a:rPr lang="en-GB" smtClean="0"/>
              <a:t>19/07/2018</a:t>
            </a:fld>
            <a:endParaRPr lang="en-GB"/>
          </a:p>
        </p:txBody>
      </p:sp>
      <p:sp>
        <p:nvSpPr>
          <p:cNvPr id="6" name="Footer Placeholder 5"/>
          <p:cNvSpPr>
            <a:spLocks noGrp="1"/>
          </p:cNvSpPr>
          <p:nvPr>
            <p:ph type="ftr" sz="quarter" idx="11"/>
          </p:nvPr>
        </p:nvSpPr>
        <p:spPr/>
        <p:txBody>
          <a:bodyPr/>
          <a:lstStyle/>
          <a:p>
            <a:r>
              <a:rPr lang="en-GB"/>
              <a:t>T Malik</a:t>
            </a:r>
          </a:p>
        </p:txBody>
      </p:sp>
      <p:sp>
        <p:nvSpPr>
          <p:cNvPr id="7" name="Slide Number Placeholder 6"/>
          <p:cNvSpPr>
            <a:spLocks noGrp="1"/>
          </p:cNvSpPr>
          <p:nvPr>
            <p:ph type="sldNum" sz="quarter" idx="12"/>
          </p:nvPr>
        </p:nvSpPr>
        <p:spPr/>
        <p:txBody>
          <a:bodyPr/>
          <a:lstStyle/>
          <a:p>
            <a:fld id="{7E72DACA-255A-4819-AA38-4943D6493632}"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2C4D5A6C-137E-49DE-B8DF-76A08647DE5E}" type="datetime1">
              <a:rPr lang="en-GB" smtClean="0"/>
              <a:t>19/07/2018</a:t>
            </a:fld>
            <a:endParaRPr lang="en-GB"/>
          </a:p>
        </p:txBody>
      </p:sp>
      <p:sp>
        <p:nvSpPr>
          <p:cNvPr id="8" name="Footer Placeholder 7"/>
          <p:cNvSpPr>
            <a:spLocks noGrp="1"/>
          </p:cNvSpPr>
          <p:nvPr>
            <p:ph type="ftr" sz="quarter" idx="11"/>
          </p:nvPr>
        </p:nvSpPr>
        <p:spPr/>
        <p:txBody>
          <a:bodyPr/>
          <a:lstStyle/>
          <a:p>
            <a:r>
              <a:rPr lang="en-GB"/>
              <a:t>T Malik</a:t>
            </a:r>
          </a:p>
        </p:txBody>
      </p:sp>
      <p:sp>
        <p:nvSpPr>
          <p:cNvPr id="9" name="Slide Number Placeholder 8"/>
          <p:cNvSpPr>
            <a:spLocks noGrp="1"/>
          </p:cNvSpPr>
          <p:nvPr>
            <p:ph type="sldNum" sz="quarter" idx="12"/>
          </p:nvPr>
        </p:nvSpPr>
        <p:spPr/>
        <p:txBody>
          <a:bodyPr/>
          <a:lstStyle/>
          <a:p>
            <a:fld id="{7E72DACA-255A-4819-AA38-4943D6493632}"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8AE39BD6-5F54-4B60-B64D-16BDFD491932}" type="datetime1">
              <a:rPr lang="en-GB" smtClean="0"/>
              <a:t>19/07/2018</a:t>
            </a:fld>
            <a:endParaRPr lang="en-GB"/>
          </a:p>
        </p:txBody>
      </p:sp>
      <p:sp>
        <p:nvSpPr>
          <p:cNvPr id="4" name="Footer Placeholder 3"/>
          <p:cNvSpPr>
            <a:spLocks noGrp="1"/>
          </p:cNvSpPr>
          <p:nvPr>
            <p:ph type="ftr" sz="quarter" idx="11"/>
          </p:nvPr>
        </p:nvSpPr>
        <p:spPr/>
        <p:txBody>
          <a:bodyPr/>
          <a:lstStyle/>
          <a:p>
            <a:r>
              <a:rPr lang="en-GB"/>
              <a:t>T Malik</a:t>
            </a:r>
          </a:p>
        </p:txBody>
      </p:sp>
      <p:sp>
        <p:nvSpPr>
          <p:cNvPr id="5" name="Slide Number Placeholder 4"/>
          <p:cNvSpPr>
            <a:spLocks noGrp="1"/>
          </p:cNvSpPr>
          <p:nvPr>
            <p:ph type="sldNum" sz="quarter" idx="12"/>
          </p:nvPr>
        </p:nvSpPr>
        <p:spPr/>
        <p:txBody>
          <a:bodyPr/>
          <a:lstStyle/>
          <a:p>
            <a:fld id="{7E72DACA-255A-4819-AA38-4943D6493632}"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45FF9D-4873-474C-A734-CC501C9A96B8}" type="datetime1">
              <a:rPr lang="en-GB" smtClean="0"/>
              <a:t>19/07/2018</a:t>
            </a:fld>
            <a:endParaRPr lang="en-GB"/>
          </a:p>
        </p:txBody>
      </p:sp>
      <p:sp>
        <p:nvSpPr>
          <p:cNvPr id="3" name="Footer Placeholder 2"/>
          <p:cNvSpPr>
            <a:spLocks noGrp="1"/>
          </p:cNvSpPr>
          <p:nvPr>
            <p:ph type="ftr" sz="quarter" idx="11"/>
          </p:nvPr>
        </p:nvSpPr>
        <p:spPr/>
        <p:txBody>
          <a:bodyPr/>
          <a:lstStyle/>
          <a:p>
            <a:r>
              <a:rPr lang="en-GB"/>
              <a:t>T Malik</a:t>
            </a:r>
          </a:p>
        </p:txBody>
      </p:sp>
      <p:sp>
        <p:nvSpPr>
          <p:cNvPr id="4" name="Slide Number Placeholder 3"/>
          <p:cNvSpPr>
            <a:spLocks noGrp="1"/>
          </p:cNvSpPr>
          <p:nvPr>
            <p:ph type="sldNum" sz="quarter" idx="12"/>
          </p:nvPr>
        </p:nvSpPr>
        <p:spPr/>
        <p:txBody>
          <a:bodyPr/>
          <a:lstStyle/>
          <a:p>
            <a:fld id="{7E72DACA-255A-4819-AA38-4943D6493632}"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5192D8-553D-4FAD-AA88-D15133035FDC}" type="datetime1">
              <a:rPr lang="en-GB" smtClean="0"/>
              <a:t>19/07/2018</a:t>
            </a:fld>
            <a:endParaRPr lang="en-GB"/>
          </a:p>
        </p:txBody>
      </p:sp>
      <p:sp>
        <p:nvSpPr>
          <p:cNvPr id="6" name="Footer Placeholder 5"/>
          <p:cNvSpPr>
            <a:spLocks noGrp="1"/>
          </p:cNvSpPr>
          <p:nvPr>
            <p:ph type="ftr" sz="quarter" idx="11"/>
          </p:nvPr>
        </p:nvSpPr>
        <p:spPr/>
        <p:txBody>
          <a:bodyPr/>
          <a:lstStyle/>
          <a:p>
            <a:r>
              <a:rPr lang="en-GB"/>
              <a:t>T Malik</a:t>
            </a:r>
          </a:p>
        </p:txBody>
      </p:sp>
      <p:sp>
        <p:nvSpPr>
          <p:cNvPr id="7" name="Slide Number Placeholder 6"/>
          <p:cNvSpPr>
            <a:spLocks noGrp="1"/>
          </p:cNvSpPr>
          <p:nvPr>
            <p:ph type="sldNum" sz="quarter" idx="12"/>
          </p:nvPr>
        </p:nvSpPr>
        <p:spPr/>
        <p:txBody>
          <a:bodyPr/>
          <a:lstStyle/>
          <a:p>
            <a:fld id="{7E72DACA-255A-4819-AA38-4943D6493632}"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C28D3D-ECD2-45FD-90C7-257986B519A4}" type="datetime1">
              <a:rPr lang="en-GB" smtClean="0"/>
              <a:t>19/07/2018</a:t>
            </a:fld>
            <a:endParaRPr lang="en-GB"/>
          </a:p>
        </p:txBody>
      </p:sp>
      <p:sp>
        <p:nvSpPr>
          <p:cNvPr id="6" name="Footer Placeholder 5"/>
          <p:cNvSpPr>
            <a:spLocks noGrp="1"/>
          </p:cNvSpPr>
          <p:nvPr>
            <p:ph type="ftr" sz="quarter" idx="11"/>
          </p:nvPr>
        </p:nvSpPr>
        <p:spPr/>
        <p:txBody>
          <a:bodyPr/>
          <a:lstStyle/>
          <a:p>
            <a:r>
              <a:rPr lang="en-GB"/>
              <a:t>T Malik</a:t>
            </a:r>
          </a:p>
        </p:txBody>
      </p:sp>
      <p:sp>
        <p:nvSpPr>
          <p:cNvPr id="7" name="Slide Number Placeholder 6"/>
          <p:cNvSpPr>
            <a:spLocks noGrp="1"/>
          </p:cNvSpPr>
          <p:nvPr>
            <p:ph type="sldNum" sz="quarter" idx="12"/>
          </p:nvPr>
        </p:nvSpPr>
        <p:spPr/>
        <p:txBody>
          <a:bodyPr/>
          <a:lstStyle/>
          <a:p>
            <a:fld id="{7E72DACA-255A-4819-AA38-4943D6493632}"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56A6D783-7D0F-4EB7-97AC-3BB33C8D611F}" type="datetime1">
              <a:rPr lang="en-GB" smtClean="0"/>
              <a:t>19/07/2018</a:t>
            </a:fld>
            <a:endParaRPr lang="en-GB"/>
          </a:p>
        </p:txBody>
      </p:sp>
      <p:sp>
        <p:nvSpPr>
          <p:cNvPr id="5" name="Footer Placeholder 4"/>
          <p:cNvSpPr>
            <a:spLocks noGrp="1"/>
          </p:cNvSpPr>
          <p:nvPr>
            <p:ph type="ftr" sz="quarter" idx="11"/>
          </p:nvPr>
        </p:nvSpPr>
        <p:spPr/>
        <p:txBody>
          <a:bodyPr/>
          <a:lstStyle/>
          <a:p>
            <a:r>
              <a:rPr lang="en-GB"/>
              <a:t>T Malik</a:t>
            </a:r>
          </a:p>
        </p:txBody>
      </p:sp>
      <p:sp>
        <p:nvSpPr>
          <p:cNvPr id="6" name="Slide Number Placeholder 5"/>
          <p:cNvSpPr>
            <a:spLocks noGrp="1"/>
          </p:cNvSpPr>
          <p:nvPr>
            <p:ph type="sldNum" sz="quarter" idx="12"/>
          </p:nvPr>
        </p:nvSpPr>
        <p:spPr/>
        <p:txBody>
          <a:bodyPr/>
          <a:lstStyle/>
          <a:p>
            <a:fld id="{7E72DACA-255A-4819-AA38-4943D6493632}"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2BCEF817-B6FB-40FF-A2C1-D756D99AF736}" type="datetime1">
              <a:rPr lang="en-GB" smtClean="0"/>
              <a:t>19/07/2018</a:t>
            </a:fld>
            <a:endParaRPr lang="en-GB"/>
          </a:p>
        </p:txBody>
      </p:sp>
      <p:sp>
        <p:nvSpPr>
          <p:cNvPr id="5" name="Footer Placeholder 4"/>
          <p:cNvSpPr>
            <a:spLocks noGrp="1"/>
          </p:cNvSpPr>
          <p:nvPr>
            <p:ph type="ftr" sz="quarter" idx="11"/>
          </p:nvPr>
        </p:nvSpPr>
        <p:spPr/>
        <p:txBody>
          <a:bodyPr/>
          <a:lstStyle/>
          <a:p>
            <a:r>
              <a:rPr lang="en-GB"/>
              <a:t>T Malik</a:t>
            </a:r>
          </a:p>
        </p:txBody>
      </p:sp>
      <p:sp>
        <p:nvSpPr>
          <p:cNvPr id="6" name="Slide Number Placeholder 5"/>
          <p:cNvSpPr>
            <a:spLocks noGrp="1"/>
          </p:cNvSpPr>
          <p:nvPr>
            <p:ph type="sldNum" sz="quarter" idx="12"/>
          </p:nvPr>
        </p:nvSpPr>
        <p:spPr/>
        <p:txBody>
          <a:bodyPr/>
          <a:lstStyle/>
          <a:p>
            <a:fld id="{7E72DACA-255A-4819-AA38-4943D6493632}" type="slidenum">
              <a:rPr lang="en-GB" smtClean="0"/>
              <a:pPr/>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endParaRPr lang="en-GB"/>
          </a:p>
        </p:txBody>
      </p:sp>
      <p:sp>
        <p:nvSpPr>
          <p:cNvPr id="3" name="Table Placeholder 2"/>
          <p:cNvSpPr>
            <a:spLocks noGrp="1"/>
          </p:cNvSpPr>
          <p:nvPr>
            <p:ph type="tbl" idx="1"/>
          </p:nvPr>
        </p:nvSpPr>
        <p:spPr>
          <a:xfrm>
            <a:off x="457200" y="1600200"/>
            <a:ext cx="8229600" cy="4525963"/>
          </a:xfrm>
        </p:spPr>
        <p:txBody>
          <a:bodyPr rtlCol="0">
            <a:normAutofit/>
          </a:bodyPr>
          <a:lstStyle/>
          <a:p>
            <a:pPr lvl="0"/>
            <a:endParaRPr lang="en-GB" noProof="0"/>
          </a:p>
        </p:txBody>
      </p:sp>
      <p:sp>
        <p:nvSpPr>
          <p:cNvPr id="4" name="Date Placeholder 3"/>
          <p:cNvSpPr>
            <a:spLocks noGrp="1"/>
          </p:cNvSpPr>
          <p:nvPr>
            <p:ph type="dt" sz="half" idx="10"/>
          </p:nvPr>
        </p:nvSpPr>
        <p:spPr>
          <a:xfrm>
            <a:off x="457200" y="6245225"/>
            <a:ext cx="2133600" cy="476250"/>
          </a:xfrm>
        </p:spPr>
        <p:txBody>
          <a:bodyPr/>
          <a:lstStyle>
            <a:lvl1pPr>
              <a:defRPr/>
            </a:lvl1pPr>
          </a:lstStyle>
          <a:p>
            <a:pPr>
              <a:defRPr/>
            </a:pPr>
            <a:fld id="{DE4DFDEC-2A93-4D0A-9DAD-284141FF4EEC}" type="datetime1">
              <a:rPr lang="en-GB" smtClean="0"/>
              <a:t>19/07/2018</a:t>
            </a:fld>
            <a:endParaRPr lang="en-GB"/>
          </a:p>
        </p:txBody>
      </p:sp>
      <p:sp>
        <p:nvSpPr>
          <p:cNvPr id="5" name="Footer Placeholder 4"/>
          <p:cNvSpPr>
            <a:spLocks noGrp="1"/>
          </p:cNvSpPr>
          <p:nvPr>
            <p:ph type="ftr" sz="quarter" idx="11"/>
          </p:nvPr>
        </p:nvSpPr>
        <p:spPr>
          <a:xfrm>
            <a:off x="3124200" y="6245225"/>
            <a:ext cx="2895600" cy="476250"/>
          </a:xfrm>
        </p:spPr>
        <p:txBody>
          <a:bodyPr/>
          <a:lstStyle>
            <a:lvl1pPr>
              <a:defRPr/>
            </a:lvl1pPr>
          </a:lstStyle>
          <a:p>
            <a:pPr>
              <a:defRPr/>
            </a:pPr>
            <a:r>
              <a:rPr lang="en-GB"/>
              <a:t>T Malik</a:t>
            </a:r>
          </a:p>
        </p:txBody>
      </p:sp>
      <p:sp>
        <p:nvSpPr>
          <p:cNvPr id="6" name="Slide Number Placeholder 5"/>
          <p:cNvSpPr>
            <a:spLocks noGrp="1"/>
          </p:cNvSpPr>
          <p:nvPr>
            <p:ph type="sldNum" sz="quarter" idx="12"/>
          </p:nvPr>
        </p:nvSpPr>
        <p:spPr>
          <a:xfrm>
            <a:off x="6553200" y="6245225"/>
            <a:ext cx="2133600" cy="476250"/>
          </a:xfrm>
        </p:spPr>
        <p:txBody>
          <a:bodyPr/>
          <a:lstStyle>
            <a:lvl1pPr>
              <a:defRPr/>
            </a:lvl1pPr>
          </a:lstStyle>
          <a:p>
            <a:pPr>
              <a:defRPr/>
            </a:pPr>
            <a:fld id="{220D2385-422B-4DC1-BF2F-0251F53763BD}" type="slidenum">
              <a:rPr lang="en-GB"/>
              <a:pPr>
                <a:defRPr/>
              </a:pPr>
              <a:t>‹#›</a:t>
            </a:fld>
            <a:endParaRPr lang="en-GB"/>
          </a:p>
        </p:txBody>
      </p:sp>
    </p:spTree>
    <p:extLst>
      <p:ext uri="{BB962C8B-B14F-4D97-AF65-F5344CB8AC3E}">
        <p14:creationId xmlns:p14="http://schemas.microsoft.com/office/powerpoint/2010/main" val="25197789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3B8956-EEA5-4131-862B-CC2505B6EE35}" type="datetime1">
              <a:rPr lang="en-GB" smtClean="0"/>
              <a:t>19/07/2018</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T Malik</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72DACA-255A-4819-AA38-4943D6493632}"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wmf"/></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wmf"/></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wmf"/></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1A8BC4-AB52-4D3E-A20A-8CFE8B8E44D5}"/>
              </a:ext>
            </a:extLst>
          </p:cNvPr>
          <p:cNvSpPr>
            <a:spLocks noGrp="1"/>
          </p:cNvSpPr>
          <p:nvPr>
            <p:ph idx="1"/>
          </p:nvPr>
        </p:nvSpPr>
        <p:spPr/>
        <p:txBody>
          <a:bodyPr/>
          <a:lstStyle/>
          <a:p>
            <a:pPr marL="0" indent="0">
              <a:buNone/>
            </a:pPr>
            <a:r>
              <a:rPr lang="en-US" dirty="0"/>
              <a:t>Topic: Order of operations</a:t>
            </a:r>
          </a:p>
          <a:p>
            <a:pPr marL="0" indent="0">
              <a:buNone/>
            </a:pPr>
            <a:r>
              <a:rPr lang="en-US" dirty="0"/>
              <a:t>EQ: How do we use BIMDAS?</a:t>
            </a:r>
            <a:endParaRPr lang="en-AU" dirty="0"/>
          </a:p>
        </p:txBody>
      </p:sp>
      <p:sp>
        <p:nvSpPr>
          <p:cNvPr id="4" name="Footer Placeholder 3">
            <a:extLst>
              <a:ext uri="{FF2B5EF4-FFF2-40B4-BE49-F238E27FC236}">
                <a16:creationId xmlns:a16="http://schemas.microsoft.com/office/drawing/2014/main" id="{0D81CB37-78BB-42BA-B0C2-8A0A6DEFEAFC}"/>
              </a:ext>
            </a:extLst>
          </p:cNvPr>
          <p:cNvSpPr>
            <a:spLocks noGrp="1"/>
          </p:cNvSpPr>
          <p:nvPr>
            <p:ph type="ftr" sz="quarter" idx="11"/>
          </p:nvPr>
        </p:nvSpPr>
        <p:spPr/>
        <p:txBody>
          <a:bodyPr/>
          <a:lstStyle/>
          <a:p>
            <a:r>
              <a:rPr lang="en-GB"/>
              <a:t>T Malik</a:t>
            </a:r>
          </a:p>
        </p:txBody>
      </p:sp>
      <p:sp>
        <p:nvSpPr>
          <p:cNvPr id="5" name="TextBox 4">
            <a:extLst>
              <a:ext uri="{FF2B5EF4-FFF2-40B4-BE49-F238E27FC236}">
                <a16:creationId xmlns:a16="http://schemas.microsoft.com/office/drawing/2014/main" id="{F61FD11D-61C6-458F-8B4C-FC6360FD73F5}"/>
              </a:ext>
            </a:extLst>
          </p:cNvPr>
          <p:cNvSpPr txBox="1"/>
          <p:nvPr/>
        </p:nvSpPr>
        <p:spPr>
          <a:xfrm>
            <a:off x="755576" y="3140968"/>
            <a:ext cx="7272808" cy="2585323"/>
          </a:xfrm>
          <a:prstGeom prst="rect">
            <a:avLst/>
          </a:prstGeom>
          <a:noFill/>
        </p:spPr>
        <p:txBody>
          <a:bodyPr wrap="square" rtlCol="0">
            <a:spAutoFit/>
          </a:bodyPr>
          <a:lstStyle/>
          <a:p>
            <a:r>
              <a:rPr lang="en-US" dirty="0"/>
              <a:t>Mental Arithmetic</a:t>
            </a:r>
          </a:p>
          <a:p>
            <a:endParaRPr lang="en-US" dirty="0"/>
          </a:p>
          <a:p>
            <a:pPr marL="342900" indent="-342900">
              <a:buAutoNum type="arabicPeriod"/>
            </a:pPr>
            <a:r>
              <a:rPr lang="en-US" dirty="0"/>
              <a:t>Round 45632 to the nearest 1000</a:t>
            </a:r>
          </a:p>
          <a:p>
            <a:pPr marL="342900" indent="-342900">
              <a:buAutoNum type="arabicPeriod"/>
            </a:pPr>
            <a:r>
              <a:rPr lang="en-US" dirty="0"/>
              <a:t>Round 0.0035 to 3 </a:t>
            </a:r>
            <a:r>
              <a:rPr lang="en-US" dirty="0" err="1"/>
              <a:t>d.p</a:t>
            </a:r>
            <a:endParaRPr lang="en-US" dirty="0"/>
          </a:p>
          <a:p>
            <a:pPr marL="342900" indent="-342900">
              <a:buAutoNum type="arabicPeriod"/>
            </a:pPr>
            <a:r>
              <a:rPr lang="en-US" dirty="0"/>
              <a:t>Round 4327 to the nearest 100</a:t>
            </a:r>
          </a:p>
          <a:p>
            <a:pPr marL="342900" indent="-342900">
              <a:buAutoNum type="arabicPeriod"/>
            </a:pPr>
            <a:r>
              <a:rPr lang="en-US" dirty="0"/>
              <a:t>Round 5.62 to 1 </a:t>
            </a:r>
            <a:r>
              <a:rPr lang="en-US" dirty="0" err="1"/>
              <a:t>d.p</a:t>
            </a:r>
            <a:endParaRPr lang="en-US" dirty="0"/>
          </a:p>
          <a:p>
            <a:pPr marL="342900" indent="-342900">
              <a:buAutoNum type="arabicPeriod"/>
            </a:pPr>
            <a:r>
              <a:rPr lang="en-US" dirty="0"/>
              <a:t>Round 3.4528 to 2 </a:t>
            </a:r>
            <a:r>
              <a:rPr lang="en-US" dirty="0" err="1"/>
              <a:t>d.p</a:t>
            </a:r>
            <a:endParaRPr lang="en-US" dirty="0"/>
          </a:p>
          <a:p>
            <a:endParaRPr lang="en-US" dirty="0"/>
          </a:p>
          <a:p>
            <a:endParaRPr lang="en-AU" dirty="0"/>
          </a:p>
        </p:txBody>
      </p:sp>
    </p:spTree>
    <p:extLst>
      <p:ext uri="{BB962C8B-B14F-4D97-AF65-F5344CB8AC3E}">
        <p14:creationId xmlns:p14="http://schemas.microsoft.com/office/powerpoint/2010/main" val="40636889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45929" y="3284984"/>
            <a:ext cx="7056784" cy="2215991"/>
          </a:xfrm>
          <a:prstGeom prst="rect">
            <a:avLst/>
          </a:prstGeom>
          <a:noFill/>
        </p:spPr>
        <p:txBody>
          <a:bodyPr wrap="square" rtlCol="0">
            <a:spAutoFit/>
          </a:bodyPr>
          <a:lstStyle/>
          <a:p>
            <a:r>
              <a:rPr lang="en-GB" sz="4000" dirty="0"/>
              <a:t>You think you can just do your sums in any order you like? THINK AGAIN! Listen up! </a:t>
            </a:r>
          </a:p>
          <a:p>
            <a:endParaRPr lang="en-GB" dirty="0"/>
          </a:p>
        </p:txBody>
      </p:sp>
      <p:sp>
        <p:nvSpPr>
          <p:cNvPr id="4" name="Footer Placeholder 3"/>
          <p:cNvSpPr>
            <a:spLocks noGrp="1"/>
          </p:cNvSpPr>
          <p:nvPr>
            <p:ph type="ftr" sz="quarter" idx="11"/>
          </p:nvPr>
        </p:nvSpPr>
        <p:spPr/>
        <p:txBody>
          <a:bodyPr/>
          <a:lstStyle/>
          <a:p>
            <a:r>
              <a:rPr lang="en-GB"/>
              <a:t>T Malik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omic Sans MS" pitchFamily="66" charset="0"/>
              </a:rPr>
              <a:t>Think about this sum-</a:t>
            </a:r>
          </a:p>
        </p:txBody>
      </p:sp>
      <p:sp>
        <p:nvSpPr>
          <p:cNvPr id="4" name="Title 1"/>
          <p:cNvSpPr txBox="1">
            <a:spLocks/>
          </p:cNvSpPr>
          <p:nvPr/>
        </p:nvSpPr>
        <p:spPr>
          <a:xfrm>
            <a:off x="467544" y="1628800"/>
            <a:ext cx="8229600" cy="1143000"/>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4400" b="0" i="0" u="none" strike="noStrike" kern="1200" cap="none" spc="0" normalizeH="0" baseline="0" noProof="0" dirty="0">
                <a:ln>
                  <a:noFill/>
                </a:ln>
                <a:solidFill>
                  <a:schemeClr val="tx1"/>
                </a:solidFill>
                <a:effectLst/>
                <a:uLnTx/>
                <a:uFillTx/>
                <a:latin typeface="Comic Sans MS" pitchFamily="66" charset="0"/>
                <a:ea typeface="+mj-ea"/>
                <a:cs typeface="+mj-cs"/>
              </a:rPr>
              <a:t>3 + 4 x 5</a:t>
            </a:r>
          </a:p>
        </p:txBody>
      </p:sp>
      <p:sp>
        <p:nvSpPr>
          <p:cNvPr id="5" name="Title 1"/>
          <p:cNvSpPr txBox="1">
            <a:spLocks/>
          </p:cNvSpPr>
          <p:nvPr/>
        </p:nvSpPr>
        <p:spPr>
          <a:xfrm>
            <a:off x="-468560" y="1628800"/>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4400" b="0" i="0" u="none" strike="noStrike" kern="1200" cap="none" spc="0" normalizeH="0" baseline="0" noProof="0" dirty="0">
                <a:ln>
                  <a:noFill/>
                </a:ln>
                <a:solidFill>
                  <a:schemeClr val="tx1"/>
                </a:solidFill>
                <a:effectLst/>
                <a:uLnTx/>
                <a:uFillTx/>
                <a:latin typeface="Comic Sans MS" pitchFamily="66" charset="0"/>
                <a:ea typeface="+mj-ea"/>
                <a:cs typeface="+mj-cs"/>
              </a:rPr>
              <a:t>=35?</a:t>
            </a:r>
          </a:p>
        </p:txBody>
      </p:sp>
      <p:sp>
        <p:nvSpPr>
          <p:cNvPr id="6" name="Title 1"/>
          <p:cNvSpPr txBox="1">
            <a:spLocks/>
          </p:cNvSpPr>
          <p:nvPr/>
        </p:nvSpPr>
        <p:spPr>
          <a:xfrm>
            <a:off x="4788024" y="1628800"/>
            <a:ext cx="2973016"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4400" b="0" i="0" u="none" strike="noStrike" kern="1200" cap="none" spc="0" normalizeH="0" baseline="0" noProof="0" dirty="0">
                <a:ln>
                  <a:noFill/>
                </a:ln>
                <a:solidFill>
                  <a:schemeClr val="tx1"/>
                </a:solidFill>
                <a:effectLst/>
                <a:uLnTx/>
                <a:uFillTx/>
                <a:latin typeface="Comic Sans MS" pitchFamily="66" charset="0"/>
                <a:ea typeface="+mj-ea"/>
                <a:cs typeface="+mj-cs"/>
              </a:rPr>
              <a:t>Nope!</a:t>
            </a:r>
          </a:p>
        </p:txBody>
      </p:sp>
      <p:sp>
        <p:nvSpPr>
          <p:cNvPr id="7" name="Title 1"/>
          <p:cNvSpPr txBox="1">
            <a:spLocks/>
          </p:cNvSpPr>
          <p:nvPr/>
        </p:nvSpPr>
        <p:spPr>
          <a:xfrm>
            <a:off x="251520" y="2708920"/>
            <a:ext cx="5472608" cy="1575048"/>
          </a:xfrm>
          <a:prstGeom prst="rect">
            <a:avLst/>
          </a:prstGeom>
          <a:ln w="57150">
            <a:solidFill>
              <a:srgbClr val="00B050"/>
            </a:solidFill>
          </a:ln>
        </p:spPr>
        <p:txBody>
          <a:bodyPr vert="horz" lIns="91440" tIns="45720" rIns="91440" bIns="45720" rtlCol="0" anchor="ctr">
            <a:normAutofit fontScale="700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4400" b="0" i="0" u="none" strike="noStrike" kern="1200" cap="none" spc="0" normalizeH="0" baseline="0" noProof="0" dirty="0">
                <a:ln>
                  <a:noFill/>
                </a:ln>
                <a:solidFill>
                  <a:schemeClr val="tx1"/>
                </a:solidFill>
                <a:effectLst/>
                <a:uLnTx/>
                <a:uFillTx/>
                <a:latin typeface="Comic Sans MS" pitchFamily="66" charset="0"/>
                <a:ea typeface="+mj-ea"/>
                <a:cs typeface="+mj-cs"/>
              </a:rPr>
              <a:t>When lots of things</a:t>
            </a:r>
            <a:r>
              <a:rPr kumimoji="0" lang="en-GB" sz="4400" b="0" i="0" u="none" strike="noStrike" kern="1200" cap="none" spc="0" normalizeH="0" noProof="0" dirty="0">
                <a:ln>
                  <a:noFill/>
                </a:ln>
                <a:solidFill>
                  <a:schemeClr val="tx1"/>
                </a:solidFill>
                <a:effectLst/>
                <a:uLnTx/>
                <a:uFillTx/>
                <a:latin typeface="Comic Sans MS" pitchFamily="66" charset="0"/>
                <a:ea typeface="+mj-ea"/>
                <a:cs typeface="+mj-cs"/>
              </a:rPr>
              <a:t> happen in a sum we can’t go left to right. Try this sum</a:t>
            </a:r>
            <a:endParaRPr kumimoji="0" lang="en-GB" sz="4400" b="0" i="0" u="none" strike="noStrike" kern="1200" cap="none" spc="0" normalizeH="0" baseline="0" noProof="0" dirty="0">
              <a:ln>
                <a:noFill/>
              </a:ln>
              <a:solidFill>
                <a:schemeClr val="tx1"/>
              </a:solidFill>
              <a:effectLst/>
              <a:uLnTx/>
              <a:uFillTx/>
              <a:latin typeface="Comic Sans MS" pitchFamily="66" charset="0"/>
              <a:ea typeface="+mj-ea"/>
              <a:cs typeface="+mj-cs"/>
            </a:endParaRPr>
          </a:p>
        </p:txBody>
      </p:sp>
      <p:sp>
        <p:nvSpPr>
          <p:cNvPr id="8" name="Title 1"/>
          <p:cNvSpPr txBox="1">
            <a:spLocks/>
          </p:cNvSpPr>
          <p:nvPr/>
        </p:nvSpPr>
        <p:spPr>
          <a:xfrm>
            <a:off x="5508104" y="3789040"/>
            <a:ext cx="2973016" cy="1143000"/>
          </a:xfrm>
          <a:prstGeom prst="rect">
            <a:avLst/>
          </a:prstGeom>
          <a:ln w="38100">
            <a:solidFill>
              <a:srgbClr val="0070C0"/>
            </a:solidFill>
          </a:ln>
        </p:spPr>
        <p:txBody>
          <a:bodyPr vert="horz" lIns="91440" tIns="45720" rIns="91440" bIns="45720" rtlCol="0" anchor="ctr">
            <a:normAutofit fontScale="85000" lnSpcReduction="1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4400" b="0" i="0" u="none" strike="noStrike" kern="1200" cap="none" spc="0" normalizeH="0" baseline="0" noProof="0" dirty="0">
                <a:ln>
                  <a:noFill/>
                </a:ln>
                <a:solidFill>
                  <a:schemeClr val="tx1"/>
                </a:solidFill>
                <a:effectLst/>
                <a:uLnTx/>
                <a:uFillTx/>
                <a:latin typeface="Comic Sans MS" pitchFamily="66" charset="0"/>
                <a:ea typeface="+mj-ea"/>
                <a:cs typeface="+mj-cs"/>
              </a:rPr>
              <a:t>The correct answer is 23</a:t>
            </a:r>
          </a:p>
        </p:txBody>
      </p:sp>
      <p:sp>
        <p:nvSpPr>
          <p:cNvPr id="3" name="Footer Placeholder 2"/>
          <p:cNvSpPr>
            <a:spLocks noGrp="1"/>
          </p:cNvSpPr>
          <p:nvPr>
            <p:ph type="ftr" sz="quarter" idx="11"/>
          </p:nvPr>
        </p:nvSpPr>
        <p:spPr/>
        <p:txBody>
          <a:bodyPr/>
          <a:lstStyle/>
          <a:p>
            <a:r>
              <a:rPr lang="en-GB"/>
              <a:t>T Malik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1403940"/>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865605"/>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07861" y="809704"/>
            <a:ext cx="484045" cy="646331"/>
          </a:xfrm>
          <a:prstGeom prst="rect">
            <a:avLst/>
          </a:prstGeom>
          <a:noFill/>
        </p:spPr>
        <p:txBody>
          <a:bodyPr wrap="square" rtlCol="0">
            <a:spAutoFit/>
          </a:bodyPr>
          <a:lstStyle/>
          <a:p>
            <a:r>
              <a:rPr lang="en-AU" sz="1200" dirty="0"/>
              <a:t>24</a:t>
            </a:r>
          </a:p>
          <a:p>
            <a:r>
              <a:rPr lang="en-AU" sz="1200" dirty="0"/>
              <a:t>7</a:t>
            </a:r>
          </a:p>
          <a:p>
            <a:r>
              <a:rPr lang="en-AU" sz="1200" dirty="0"/>
              <a:t>30</a:t>
            </a:r>
          </a:p>
        </p:txBody>
      </p:sp>
      <p:cxnSp>
        <p:nvCxnSpPr>
          <p:cNvPr id="9" name="Straight Connector 8"/>
          <p:cNvCxnSpPr>
            <a:cxnSpLocks/>
          </p:cNvCxnSpPr>
          <p:nvPr/>
        </p:nvCxnSpPr>
        <p:spPr>
          <a:xfrm flipH="1">
            <a:off x="1480398" y="1865605"/>
            <a:ext cx="533" cy="5173818"/>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164288" y="867196"/>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07860" y="1435799"/>
            <a:ext cx="8640604" cy="461665"/>
          </a:xfrm>
          <a:prstGeom prst="rect">
            <a:avLst/>
          </a:prstGeom>
          <a:noFill/>
        </p:spPr>
        <p:txBody>
          <a:bodyPr wrap="square" rtlCol="0">
            <a:spAutoFit/>
          </a:bodyPr>
          <a:lstStyle/>
          <a:p>
            <a:r>
              <a:rPr lang="en-AU" sz="2400" dirty="0"/>
              <a:t>EQ – How do we use BIMDAS? </a:t>
            </a:r>
          </a:p>
        </p:txBody>
      </p:sp>
      <p:sp>
        <p:nvSpPr>
          <p:cNvPr id="3" name="TextBox 2"/>
          <p:cNvSpPr txBox="1"/>
          <p:nvPr/>
        </p:nvSpPr>
        <p:spPr>
          <a:xfrm>
            <a:off x="1612280" y="1998179"/>
            <a:ext cx="6444208" cy="3139321"/>
          </a:xfrm>
          <a:prstGeom prst="rect">
            <a:avLst/>
          </a:prstGeom>
          <a:noFill/>
        </p:spPr>
        <p:txBody>
          <a:bodyPr wrap="square" rtlCol="0">
            <a:spAutoFit/>
          </a:bodyPr>
          <a:lstStyle/>
          <a:p>
            <a:r>
              <a:rPr lang="en-AU" u="sng" dirty="0"/>
              <a:t>Order of Operations / BIMDAS</a:t>
            </a:r>
          </a:p>
          <a:p>
            <a:endParaRPr lang="en-AU" dirty="0"/>
          </a:p>
          <a:p>
            <a:r>
              <a:rPr lang="en-AU" dirty="0"/>
              <a:t>1. </a:t>
            </a:r>
            <a:r>
              <a:rPr lang="en-AU" b="1" u="sng" dirty="0"/>
              <a:t>B</a:t>
            </a:r>
            <a:r>
              <a:rPr lang="en-AU" dirty="0"/>
              <a:t>rackets First</a:t>
            </a:r>
          </a:p>
          <a:p>
            <a:endParaRPr lang="en-AU" dirty="0"/>
          </a:p>
          <a:p>
            <a:r>
              <a:rPr lang="en-AU" dirty="0"/>
              <a:t>2. </a:t>
            </a:r>
            <a:r>
              <a:rPr lang="en-AU" b="1" u="sng" dirty="0" err="1"/>
              <a:t>I</a:t>
            </a:r>
            <a:r>
              <a:rPr lang="en-AU" dirty="0" err="1"/>
              <a:t>ndicies</a:t>
            </a:r>
            <a:endParaRPr lang="en-AU" dirty="0"/>
          </a:p>
          <a:p>
            <a:endParaRPr lang="en-AU" dirty="0"/>
          </a:p>
          <a:p>
            <a:r>
              <a:rPr lang="en-AU" dirty="0"/>
              <a:t>3. </a:t>
            </a:r>
            <a:r>
              <a:rPr lang="en-AU" b="1" u="sng" dirty="0"/>
              <a:t>M</a:t>
            </a:r>
            <a:r>
              <a:rPr lang="en-AU" dirty="0"/>
              <a:t>ultiply and/or </a:t>
            </a:r>
            <a:r>
              <a:rPr lang="en-AU" b="1" u="sng" dirty="0"/>
              <a:t>D</a:t>
            </a:r>
            <a:r>
              <a:rPr lang="en-AU" dirty="0"/>
              <a:t>ivide </a:t>
            </a:r>
          </a:p>
          <a:p>
            <a:r>
              <a:rPr lang="en-AU" dirty="0"/>
              <a:t>                   (from left to right)</a:t>
            </a:r>
          </a:p>
          <a:p>
            <a:endParaRPr lang="en-AU" b="1" u="sng" dirty="0"/>
          </a:p>
          <a:p>
            <a:r>
              <a:rPr lang="en-AU" dirty="0"/>
              <a:t>4. </a:t>
            </a:r>
            <a:r>
              <a:rPr lang="en-AU" b="1" u="sng" dirty="0"/>
              <a:t>A</a:t>
            </a:r>
            <a:r>
              <a:rPr lang="en-AU" dirty="0"/>
              <a:t>dd or </a:t>
            </a:r>
            <a:r>
              <a:rPr lang="en-AU" b="1" u="sng" dirty="0"/>
              <a:t>S</a:t>
            </a:r>
            <a:r>
              <a:rPr lang="en-AU" dirty="0"/>
              <a:t>ubtract </a:t>
            </a:r>
          </a:p>
          <a:p>
            <a:r>
              <a:rPr lang="en-AU" dirty="0"/>
              <a:t>                    (from left to right)</a:t>
            </a:r>
          </a:p>
        </p:txBody>
      </p:sp>
      <p:sp>
        <p:nvSpPr>
          <p:cNvPr id="13" name="TextBox 12"/>
          <p:cNvSpPr txBox="1"/>
          <p:nvPr/>
        </p:nvSpPr>
        <p:spPr>
          <a:xfrm>
            <a:off x="591906" y="909832"/>
            <a:ext cx="2040751" cy="461665"/>
          </a:xfrm>
          <a:prstGeom prst="rect">
            <a:avLst/>
          </a:prstGeom>
          <a:noFill/>
        </p:spPr>
        <p:txBody>
          <a:bodyPr wrap="none" rtlCol="0">
            <a:spAutoFit/>
          </a:bodyPr>
          <a:lstStyle/>
          <a:p>
            <a:r>
              <a:rPr lang="en-AU" sz="2400" b="1" dirty="0"/>
              <a:t>Topic: BIMDAS</a:t>
            </a:r>
            <a:endParaRPr lang="en-AU" sz="2400" dirty="0"/>
          </a:p>
        </p:txBody>
      </p:sp>
      <p:sp>
        <p:nvSpPr>
          <p:cNvPr id="17" name="TextBox 16"/>
          <p:cNvSpPr txBox="1"/>
          <p:nvPr/>
        </p:nvSpPr>
        <p:spPr>
          <a:xfrm>
            <a:off x="68420" y="1952398"/>
            <a:ext cx="1543861" cy="923330"/>
          </a:xfrm>
          <a:prstGeom prst="rect">
            <a:avLst/>
          </a:prstGeom>
          <a:noFill/>
        </p:spPr>
        <p:txBody>
          <a:bodyPr wrap="square" rtlCol="0">
            <a:spAutoFit/>
          </a:bodyPr>
          <a:lstStyle/>
          <a:p>
            <a:r>
              <a:rPr lang="en-AU" dirty="0"/>
              <a:t>What are the rules of BIMDAS?</a:t>
            </a:r>
          </a:p>
        </p:txBody>
      </p:sp>
    </p:spTree>
    <p:extLst>
      <p:ext uri="{BB962C8B-B14F-4D97-AF65-F5344CB8AC3E}">
        <p14:creationId xmlns:p14="http://schemas.microsoft.com/office/powerpoint/2010/main" val="871622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2836912"/>
          </a:xfrm>
          <a:solidFill>
            <a:schemeClr val="accent1">
              <a:lumMod val="60000"/>
              <a:lumOff val="40000"/>
            </a:schemeClr>
          </a:solidFill>
          <a:ln w="57150">
            <a:solidFill>
              <a:srgbClr val="0070C0"/>
            </a:solidFill>
          </a:ln>
        </p:spPr>
        <p:txBody>
          <a:bodyPr/>
          <a:lstStyle/>
          <a:p>
            <a:r>
              <a:rPr lang="en-GB" dirty="0">
                <a:solidFill>
                  <a:schemeClr val="tx1">
                    <a:lumMod val="95000"/>
                    <a:lumOff val="5000"/>
                  </a:schemeClr>
                </a:solidFill>
              </a:rPr>
              <a:t>Here are some examples of how to use BIMDAS</a:t>
            </a:r>
          </a:p>
          <a:p>
            <a:r>
              <a:rPr lang="en-GB" dirty="0">
                <a:solidFill>
                  <a:schemeClr val="tx1">
                    <a:lumMod val="95000"/>
                    <a:lumOff val="5000"/>
                  </a:schemeClr>
                </a:solidFill>
              </a:rPr>
              <a:t>A good tip is to underline the bit you are going to do, then write the answer under your line, along with the rest of the sum.</a:t>
            </a:r>
          </a:p>
        </p:txBody>
      </p:sp>
      <p:sp>
        <p:nvSpPr>
          <p:cNvPr id="2" name="Footer Placeholder 1"/>
          <p:cNvSpPr>
            <a:spLocks noGrp="1"/>
          </p:cNvSpPr>
          <p:nvPr>
            <p:ph type="ftr" sz="quarter" idx="11"/>
          </p:nvPr>
        </p:nvSpPr>
        <p:spPr/>
        <p:txBody>
          <a:bodyPr/>
          <a:lstStyle/>
          <a:p>
            <a:r>
              <a:rPr lang="en-GB"/>
              <a:t>T Malik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Ben\AppData\Local\Microsoft\Windows\Temporary Internet Files\Content.IE5\TW17W6A2\MC900433829[1].png"/>
          <p:cNvPicPr>
            <a:picLocks noChangeAspect="1" noChangeArrowheads="1"/>
          </p:cNvPicPr>
          <p:nvPr/>
        </p:nvPicPr>
        <p:blipFill>
          <a:blip r:embed="rId2" cstate="print"/>
          <a:srcRect/>
          <a:stretch>
            <a:fillRect/>
          </a:stretch>
        </p:blipFill>
        <p:spPr bwMode="auto">
          <a:xfrm>
            <a:off x="395536" y="332656"/>
            <a:ext cx="2332856" cy="2332856"/>
          </a:xfrm>
          <a:prstGeom prst="rect">
            <a:avLst/>
          </a:prstGeom>
          <a:noFill/>
        </p:spPr>
      </p:pic>
      <p:sp>
        <p:nvSpPr>
          <p:cNvPr id="4" name="TextBox 3"/>
          <p:cNvSpPr txBox="1"/>
          <p:nvPr/>
        </p:nvSpPr>
        <p:spPr>
          <a:xfrm>
            <a:off x="1403648" y="275164"/>
            <a:ext cx="946093" cy="1569660"/>
          </a:xfrm>
          <a:prstGeom prst="rect">
            <a:avLst/>
          </a:prstGeom>
          <a:noFill/>
        </p:spPr>
        <p:txBody>
          <a:bodyPr wrap="none" rtlCol="0">
            <a:spAutoFit/>
          </a:bodyPr>
          <a:lstStyle/>
          <a:p>
            <a:r>
              <a:rPr lang="en-GB" sz="9600" dirty="0">
                <a:latin typeface="Aharoni" pitchFamily="2" charset="-79"/>
                <a:cs typeface="Aharoni" pitchFamily="2" charset="-79"/>
              </a:rPr>
              <a:t>B</a:t>
            </a:r>
          </a:p>
        </p:txBody>
      </p:sp>
      <p:sp>
        <p:nvSpPr>
          <p:cNvPr id="10" name="TextBox 9"/>
          <p:cNvSpPr txBox="1"/>
          <p:nvPr/>
        </p:nvSpPr>
        <p:spPr>
          <a:xfrm>
            <a:off x="683568" y="2492896"/>
            <a:ext cx="1484702" cy="1569660"/>
          </a:xfrm>
          <a:prstGeom prst="rect">
            <a:avLst/>
          </a:prstGeom>
          <a:noFill/>
        </p:spPr>
        <p:txBody>
          <a:bodyPr wrap="none" rtlCol="0">
            <a:spAutoFit/>
          </a:bodyPr>
          <a:lstStyle/>
          <a:p>
            <a:r>
              <a:rPr lang="en-GB" sz="9600" dirty="0">
                <a:latin typeface="Arial Black" pitchFamily="34" charset="0"/>
                <a:cs typeface="Aharoni" pitchFamily="2" charset="-79"/>
              </a:rPr>
              <a:t>(3</a:t>
            </a:r>
          </a:p>
        </p:txBody>
      </p:sp>
      <p:sp>
        <p:nvSpPr>
          <p:cNvPr id="11" name="TextBox 10"/>
          <p:cNvSpPr txBox="1"/>
          <p:nvPr/>
        </p:nvSpPr>
        <p:spPr>
          <a:xfrm>
            <a:off x="2051720" y="2564904"/>
            <a:ext cx="997389" cy="1569660"/>
          </a:xfrm>
          <a:prstGeom prst="rect">
            <a:avLst/>
          </a:prstGeom>
          <a:noFill/>
        </p:spPr>
        <p:txBody>
          <a:bodyPr wrap="none" rtlCol="0">
            <a:spAutoFit/>
          </a:bodyPr>
          <a:lstStyle/>
          <a:p>
            <a:r>
              <a:rPr lang="en-GB" sz="9600" dirty="0">
                <a:latin typeface="Arial Black" pitchFamily="34" charset="0"/>
                <a:cs typeface="Aharoni" pitchFamily="2" charset="-79"/>
              </a:rPr>
              <a:t>+</a:t>
            </a:r>
          </a:p>
        </p:txBody>
      </p:sp>
      <p:sp>
        <p:nvSpPr>
          <p:cNvPr id="12" name="TextBox 11"/>
          <p:cNvSpPr txBox="1"/>
          <p:nvPr/>
        </p:nvSpPr>
        <p:spPr>
          <a:xfrm>
            <a:off x="2632858" y="275164"/>
            <a:ext cx="570990" cy="1569660"/>
          </a:xfrm>
          <a:prstGeom prst="rect">
            <a:avLst/>
          </a:prstGeom>
          <a:noFill/>
        </p:spPr>
        <p:txBody>
          <a:bodyPr wrap="none" rtlCol="0">
            <a:spAutoFit/>
          </a:bodyPr>
          <a:lstStyle/>
          <a:p>
            <a:r>
              <a:rPr lang="en-GB" sz="9600" dirty="0">
                <a:latin typeface="Aharoni" pitchFamily="2" charset="-79"/>
                <a:cs typeface="Aharoni" pitchFamily="2" charset="-79"/>
              </a:rPr>
              <a:t>I</a:t>
            </a:r>
          </a:p>
        </p:txBody>
      </p:sp>
      <p:sp>
        <p:nvSpPr>
          <p:cNvPr id="13" name="TextBox 12"/>
          <p:cNvSpPr txBox="1"/>
          <p:nvPr/>
        </p:nvSpPr>
        <p:spPr>
          <a:xfrm>
            <a:off x="3603338" y="275164"/>
            <a:ext cx="1040670" cy="1569660"/>
          </a:xfrm>
          <a:prstGeom prst="rect">
            <a:avLst/>
          </a:prstGeom>
          <a:noFill/>
        </p:spPr>
        <p:txBody>
          <a:bodyPr wrap="none" rtlCol="0">
            <a:spAutoFit/>
          </a:bodyPr>
          <a:lstStyle/>
          <a:p>
            <a:r>
              <a:rPr lang="en-GB" sz="9600" dirty="0">
                <a:latin typeface="Aharoni" pitchFamily="2" charset="-79"/>
                <a:cs typeface="Aharoni" pitchFamily="2" charset="-79"/>
              </a:rPr>
              <a:t>D</a:t>
            </a:r>
          </a:p>
        </p:txBody>
      </p:sp>
      <p:sp>
        <p:nvSpPr>
          <p:cNvPr id="14" name="TextBox 13"/>
          <p:cNvSpPr txBox="1"/>
          <p:nvPr/>
        </p:nvSpPr>
        <p:spPr>
          <a:xfrm>
            <a:off x="4571556" y="275164"/>
            <a:ext cx="1311578" cy="1569660"/>
          </a:xfrm>
          <a:prstGeom prst="rect">
            <a:avLst/>
          </a:prstGeom>
          <a:noFill/>
        </p:spPr>
        <p:txBody>
          <a:bodyPr wrap="none" rtlCol="0">
            <a:spAutoFit/>
          </a:bodyPr>
          <a:lstStyle/>
          <a:p>
            <a:r>
              <a:rPr lang="en-GB" sz="9600" dirty="0">
                <a:latin typeface="Aharoni" pitchFamily="2" charset="-79"/>
                <a:cs typeface="Aharoni" pitchFamily="2" charset="-79"/>
              </a:rPr>
              <a:t>M</a:t>
            </a:r>
          </a:p>
        </p:txBody>
      </p:sp>
      <p:sp>
        <p:nvSpPr>
          <p:cNvPr id="15" name="TextBox 14"/>
          <p:cNvSpPr txBox="1"/>
          <p:nvPr/>
        </p:nvSpPr>
        <p:spPr>
          <a:xfrm>
            <a:off x="6033977" y="275164"/>
            <a:ext cx="1058303" cy="1569660"/>
          </a:xfrm>
          <a:prstGeom prst="rect">
            <a:avLst/>
          </a:prstGeom>
          <a:noFill/>
        </p:spPr>
        <p:txBody>
          <a:bodyPr wrap="none" rtlCol="0">
            <a:spAutoFit/>
          </a:bodyPr>
          <a:lstStyle/>
          <a:p>
            <a:r>
              <a:rPr lang="en-GB" sz="9600" dirty="0">
                <a:latin typeface="Aharoni" pitchFamily="2" charset="-79"/>
                <a:cs typeface="Aharoni" pitchFamily="2" charset="-79"/>
              </a:rPr>
              <a:t>A</a:t>
            </a:r>
          </a:p>
        </p:txBody>
      </p:sp>
      <p:sp>
        <p:nvSpPr>
          <p:cNvPr id="16" name="TextBox 15"/>
          <p:cNvSpPr txBox="1"/>
          <p:nvPr/>
        </p:nvSpPr>
        <p:spPr>
          <a:xfrm>
            <a:off x="6948264" y="275164"/>
            <a:ext cx="888385" cy="1569660"/>
          </a:xfrm>
          <a:prstGeom prst="rect">
            <a:avLst/>
          </a:prstGeom>
          <a:noFill/>
        </p:spPr>
        <p:txBody>
          <a:bodyPr wrap="none" rtlCol="0">
            <a:spAutoFit/>
          </a:bodyPr>
          <a:lstStyle/>
          <a:p>
            <a:r>
              <a:rPr lang="en-GB" sz="9600" dirty="0">
                <a:latin typeface="Aharoni" pitchFamily="2" charset="-79"/>
                <a:cs typeface="Aharoni" pitchFamily="2" charset="-79"/>
              </a:rPr>
              <a:t>S</a:t>
            </a:r>
          </a:p>
        </p:txBody>
      </p:sp>
      <p:sp>
        <p:nvSpPr>
          <p:cNvPr id="17" name="TextBox 16"/>
          <p:cNvSpPr txBox="1"/>
          <p:nvPr/>
        </p:nvSpPr>
        <p:spPr>
          <a:xfrm>
            <a:off x="2771800" y="2420888"/>
            <a:ext cx="1484702" cy="1569660"/>
          </a:xfrm>
          <a:prstGeom prst="rect">
            <a:avLst/>
          </a:prstGeom>
          <a:noFill/>
        </p:spPr>
        <p:txBody>
          <a:bodyPr wrap="none" rtlCol="0">
            <a:spAutoFit/>
          </a:bodyPr>
          <a:lstStyle/>
          <a:p>
            <a:r>
              <a:rPr lang="en-GB" sz="9600" dirty="0">
                <a:latin typeface="Arial Black" pitchFamily="34" charset="0"/>
                <a:cs typeface="Aharoni" pitchFamily="2" charset="-79"/>
              </a:rPr>
              <a:t>4)</a:t>
            </a:r>
          </a:p>
        </p:txBody>
      </p:sp>
      <p:sp>
        <p:nvSpPr>
          <p:cNvPr id="20" name="TextBox 19"/>
          <p:cNvSpPr txBox="1"/>
          <p:nvPr/>
        </p:nvSpPr>
        <p:spPr>
          <a:xfrm>
            <a:off x="6012160" y="2564904"/>
            <a:ext cx="997389" cy="1569660"/>
          </a:xfrm>
          <a:prstGeom prst="rect">
            <a:avLst/>
          </a:prstGeom>
          <a:noFill/>
        </p:spPr>
        <p:txBody>
          <a:bodyPr wrap="none" rtlCol="0">
            <a:spAutoFit/>
          </a:bodyPr>
          <a:lstStyle/>
          <a:p>
            <a:r>
              <a:rPr lang="en-GB" sz="9600" dirty="0">
                <a:latin typeface="Arial Black" pitchFamily="34" charset="0"/>
                <a:cs typeface="Aharoni" pitchFamily="2" charset="-79"/>
              </a:rPr>
              <a:t>=</a:t>
            </a:r>
          </a:p>
        </p:txBody>
      </p:sp>
      <p:sp>
        <p:nvSpPr>
          <p:cNvPr id="21" name="TextBox 20"/>
          <p:cNvSpPr txBox="1"/>
          <p:nvPr/>
        </p:nvSpPr>
        <p:spPr>
          <a:xfrm>
            <a:off x="3995936" y="2492896"/>
            <a:ext cx="2236510" cy="1569660"/>
          </a:xfrm>
          <a:prstGeom prst="rect">
            <a:avLst/>
          </a:prstGeom>
          <a:noFill/>
        </p:spPr>
        <p:txBody>
          <a:bodyPr wrap="none" rtlCol="0">
            <a:spAutoFit/>
          </a:bodyPr>
          <a:lstStyle/>
          <a:p>
            <a:r>
              <a:rPr lang="en-GB" sz="9600" dirty="0">
                <a:latin typeface="Arial Black" pitchFamily="34" charset="0"/>
                <a:cs typeface="Aharoni" pitchFamily="2" charset="-79"/>
              </a:rPr>
              <a:t>x 2</a:t>
            </a:r>
          </a:p>
        </p:txBody>
      </p:sp>
      <p:sp>
        <p:nvSpPr>
          <p:cNvPr id="22" name="TextBox 21"/>
          <p:cNvSpPr txBox="1"/>
          <p:nvPr/>
        </p:nvSpPr>
        <p:spPr>
          <a:xfrm>
            <a:off x="2051720" y="4005064"/>
            <a:ext cx="1005403" cy="1569660"/>
          </a:xfrm>
          <a:prstGeom prst="rect">
            <a:avLst/>
          </a:prstGeom>
          <a:noFill/>
        </p:spPr>
        <p:txBody>
          <a:bodyPr wrap="none" rtlCol="0">
            <a:spAutoFit/>
          </a:bodyPr>
          <a:lstStyle/>
          <a:p>
            <a:r>
              <a:rPr lang="en-GB" sz="9600" dirty="0">
                <a:latin typeface="Arial Black" pitchFamily="34" charset="0"/>
                <a:cs typeface="Aharoni" pitchFamily="2" charset="-79"/>
              </a:rPr>
              <a:t>7</a:t>
            </a:r>
          </a:p>
        </p:txBody>
      </p:sp>
      <p:sp>
        <p:nvSpPr>
          <p:cNvPr id="24" name="TextBox 23"/>
          <p:cNvSpPr txBox="1"/>
          <p:nvPr/>
        </p:nvSpPr>
        <p:spPr>
          <a:xfrm>
            <a:off x="6012160" y="4005064"/>
            <a:ext cx="997389" cy="1569660"/>
          </a:xfrm>
          <a:prstGeom prst="rect">
            <a:avLst/>
          </a:prstGeom>
          <a:noFill/>
        </p:spPr>
        <p:txBody>
          <a:bodyPr wrap="none" rtlCol="0">
            <a:spAutoFit/>
          </a:bodyPr>
          <a:lstStyle/>
          <a:p>
            <a:r>
              <a:rPr lang="en-GB" sz="9600" dirty="0">
                <a:latin typeface="Arial Black" pitchFamily="34" charset="0"/>
                <a:cs typeface="Aharoni" pitchFamily="2" charset="-79"/>
              </a:rPr>
              <a:t>=</a:t>
            </a:r>
          </a:p>
        </p:txBody>
      </p:sp>
      <p:sp>
        <p:nvSpPr>
          <p:cNvPr id="25" name="TextBox 24"/>
          <p:cNvSpPr txBox="1"/>
          <p:nvPr/>
        </p:nvSpPr>
        <p:spPr>
          <a:xfrm>
            <a:off x="7020272" y="4005064"/>
            <a:ext cx="1826141" cy="1569660"/>
          </a:xfrm>
          <a:prstGeom prst="rect">
            <a:avLst/>
          </a:prstGeom>
          <a:noFill/>
        </p:spPr>
        <p:txBody>
          <a:bodyPr wrap="none" rtlCol="0">
            <a:spAutoFit/>
          </a:bodyPr>
          <a:lstStyle/>
          <a:p>
            <a:r>
              <a:rPr lang="en-GB" sz="9600" dirty="0">
                <a:latin typeface="Arial Black" pitchFamily="34" charset="0"/>
                <a:cs typeface="Aharoni" pitchFamily="2" charset="-79"/>
              </a:rPr>
              <a:t>14</a:t>
            </a:r>
          </a:p>
        </p:txBody>
      </p:sp>
      <p:cxnSp>
        <p:nvCxnSpPr>
          <p:cNvPr id="26" name="Straight Connector 25"/>
          <p:cNvCxnSpPr/>
          <p:nvPr/>
        </p:nvCxnSpPr>
        <p:spPr>
          <a:xfrm>
            <a:off x="1331640" y="3933056"/>
            <a:ext cx="2304256"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2267744" y="5373216"/>
            <a:ext cx="3672408"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3998878" y="2499060"/>
            <a:ext cx="2236510" cy="1569660"/>
          </a:xfrm>
          <a:prstGeom prst="rect">
            <a:avLst/>
          </a:prstGeom>
          <a:noFill/>
        </p:spPr>
        <p:txBody>
          <a:bodyPr wrap="none" rtlCol="0">
            <a:spAutoFit/>
          </a:bodyPr>
          <a:lstStyle/>
          <a:p>
            <a:r>
              <a:rPr lang="en-GB" sz="9600" dirty="0">
                <a:latin typeface="Arial Black" pitchFamily="34" charset="0"/>
                <a:cs typeface="Aharoni" pitchFamily="2" charset="-79"/>
              </a:rPr>
              <a:t>x 2</a:t>
            </a:r>
          </a:p>
        </p:txBody>
      </p:sp>
      <p:pic>
        <p:nvPicPr>
          <p:cNvPr id="31" name="Picture 2" descr="C:\Users\Ben\AppData\Local\Microsoft\Windows\Temporary Internet Files\Content.IE5\TW17W6A2\MC900434713[1].wmf"/>
          <p:cNvPicPr>
            <a:picLocks noChangeAspect="1" noChangeArrowheads="1"/>
          </p:cNvPicPr>
          <p:nvPr/>
        </p:nvPicPr>
        <p:blipFill>
          <a:blip r:embed="rId3" cstate="print"/>
          <a:srcRect/>
          <a:stretch>
            <a:fillRect/>
          </a:stretch>
        </p:blipFill>
        <p:spPr bwMode="auto">
          <a:xfrm>
            <a:off x="1547664" y="620688"/>
            <a:ext cx="657572" cy="689262"/>
          </a:xfrm>
          <a:prstGeom prst="rect">
            <a:avLst/>
          </a:prstGeom>
          <a:noFill/>
        </p:spPr>
      </p:pic>
      <p:pic>
        <p:nvPicPr>
          <p:cNvPr id="32" name="Picture 2" descr="C:\Users\Ben\AppData\Local\Microsoft\Windows\Temporary Internet Files\Content.IE5\TW17W6A2\MC900434713[1].wmf"/>
          <p:cNvPicPr>
            <a:picLocks noChangeAspect="1" noChangeArrowheads="1"/>
          </p:cNvPicPr>
          <p:nvPr/>
        </p:nvPicPr>
        <p:blipFill>
          <a:blip r:embed="rId3" cstate="print"/>
          <a:srcRect/>
          <a:stretch>
            <a:fillRect/>
          </a:stretch>
        </p:blipFill>
        <p:spPr bwMode="auto">
          <a:xfrm>
            <a:off x="2555776" y="620688"/>
            <a:ext cx="657572" cy="689262"/>
          </a:xfrm>
          <a:prstGeom prst="rect">
            <a:avLst/>
          </a:prstGeom>
          <a:noFill/>
        </p:spPr>
      </p:pic>
      <p:pic>
        <p:nvPicPr>
          <p:cNvPr id="33" name="Picture 2" descr="C:\Users\Ben\AppData\Local\Microsoft\Windows\Temporary Internet Files\Content.IE5\TW17W6A2\MC900434713[1].wmf"/>
          <p:cNvPicPr>
            <a:picLocks noChangeAspect="1" noChangeArrowheads="1"/>
          </p:cNvPicPr>
          <p:nvPr/>
        </p:nvPicPr>
        <p:blipFill>
          <a:blip r:embed="rId3" cstate="print"/>
          <a:srcRect/>
          <a:stretch>
            <a:fillRect/>
          </a:stretch>
        </p:blipFill>
        <p:spPr bwMode="auto">
          <a:xfrm>
            <a:off x="3779912" y="620688"/>
            <a:ext cx="657572" cy="689262"/>
          </a:xfrm>
          <a:prstGeom prst="rect">
            <a:avLst/>
          </a:prstGeom>
          <a:noFill/>
        </p:spPr>
      </p:pic>
      <p:pic>
        <p:nvPicPr>
          <p:cNvPr id="34" name="Picture 2" descr="C:\Users\Ben\AppData\Local\Microsoft\Windows\Temporary Internet Files\Content.IE5\TW17W6A2\MC900434713[1].wmf"/>
          <p:cNvPicPr>
            <a:picLocks noChangeAspect="1" noChangeArrowheads="1"/>
          </p:cNvPicPr>
          <p:nvPr/>
        </p:nvPicPr>
        <p:blipFill>
          <a:blip r:embed="rId3" cstate="print"/>
          <a:srcRect/>
          <a:stretch>
            <a:fillRect/>
          </a:stretch>
        </p:blipFill>
        <p:spPr bwMode="auto">
          <a:xfrm>
            <a:off x="4932040" y="548680"/>
            <a:ext cx="657572" cy="689262"/>
          </a:xfrm>
          <a:prstGeom prst="rect">
            <a:avLst/>
          </a:prstGeom>
          <a:noFill/>
        </p:spPr>
      </p:pic>
      <p:pic>
        <p:nvPicPr>
          <p:cNvPr id="35" name="Picture 2" descr="C:\Users\Ben\AppData\Local\Microsoft\Windows\Temporary Internet Files\Content.IE5\TW17W6A2\MC900434713[1].wmf"/>
          <p:cNvPicPr>
            <a:picLocks noChangeAspect="1" noChangeArrowheads="1"/>
          </p:cNvPicPr>
          <p:nvPr/>
        </p:nvPicPr>
        <p:blipFill>
          <a:blip r:embed="rId3" cstate="print"/>
          <a:srcRect/>
          <a:stretch>
            <a:fillRect/>
          </a:stretch>
        </p:blipFill>
        <p:spPr bwMode="auto">
          <a:xfrm>
            <a:off x="6660232" y="548680"/>
            <a:ext cx="657572" cy="689262"/>
          </a:xfrm>
          <a:prstGeom prst="rect">
            <a:avLst/>
          </a:prstGeom>
          <a:noFill/>
        </p:spPr>
      </p:pic>
      <p:sp>
        <p:nvSpPr>
          <p:cNvPr id="2" name="Footer Placeholder 1"/>
          <p:cNvSpPr>
            <a:spLocks noGrp="1"/>
          </p:cNvSpPr>
          <p:nvPr>
            <p:ph type="ftr" sz="quarter" idx="11"/>
          </p:nvPr>
        </p:nvSpPr>
        <p:spPr/>
        <p:txBody>
          <a:bodyPr/>
          <a:lstStyle/>
          <a:p>
            <a:r>
              <a:rPr lang="en-GB"/>
              <a:t>T Malik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1" nodeType="clickEffect">
                                  <p:stCondLst>
                                    <p:cond delay="0"/>
                                  </p:stCondLst>
                                  <p:childTnLst>
                                    <p:set>
                                      <p:cBhvr>
                                        <p:cTn id="6" dur="1" fill="hold">
                                          <p:stCondLst>
                                            <p:cond delay="0"/>
                                          </p:stCondLst>
                                        </p:cTn>
                                        <p:tgtEl>
                                          <p:spTgt spid="4"/>
                                        </p:tgtEl>
                                        <p:attrNameLst>
                                          <p:attrName>style.visibility</p:attrName>
                                        </p:attrNameLst>
                                      </p:cBhvr>
                                      <p:to>
                                        <p:strVal val="visible"/>
                                      </p:to>
                                    </p:set>
                                    <p:anim to="" calcmode="lin" valueType="num">
                                      <p:cBhvr>
                                        <p:cTn id="7" dur="1" fill="hold"/>
                                        <p:tgtEl>
                                          <p:spTgt spid="4"/>
                                        </p:tgtEl>
                                        <p:attrNameLst>
                                          <p:attrName/>
                                        </p:attrNameLst>
                                      </p:cBhvr>
                                    </p:anim>
                                  </p:childTnLst>
                                </p:cTn>
                              </p:par>
                              <p:par>
                                <p:cTn id="8" presetID="24" presetClass="entr" presetSubtype="0" fill="hold" grpId="1" nodeType="withEffect">
                                  <p:stCondLst>
                                    <p:cond delay="0"/>
                                  </p:stCondLst>
                                  <p:childTnLst>
                                    <p:set>
                                      <p:cBhvr>
                                        <p:cTn id="9" dur="1" fill="hold">
                                          <p:stCondLst>
                                            <p:cond delay="0"/>
                                          </p:stCondLst>
                                        </p:cTn>
                                        <p:tgtEl>
                                          <p:spTgt spid="12"/>
                                        </p:tgtEl>
                                        <p:attrNameLst>
                                          <p:attrName>style.visibility</p:attrName>
                                        </p:attrNameLst>
                                      </p:cBhvr>
                                      <p:to>
                                        <p:strVal val="visible"/>
                                      </p:to>
                                    </p:set>
                                    <p:anim to="" calcmode="lin" valueType="num">
                                      <p:cBhvr>
                                        <p:cTn id="10" dur="1" fill="hold"/>
                                        <p:tgtEl>
                                          <p:spTgt spid="12"/>
                                        </p:tgtEl>
                                        <p:attrNameLst>
                                          <p:attrName/>
                                        </p:attrNameLst>
                                      </p:cBhvr>
                                    </p:anim>
                                  </p:childTnLst>
                                </p:cTn>
                              </p:par>
                              <p:par>
                                <p:cTn id="11" presetID="24" presetClass="entr" presetSubtype="0" fill="hold" grpId="1" nodeType="withEffect">
                                  <p:stCondLst>
                                    <p:cond delay="0"/>
                                  </p:stCondLst>
                                  <p:childTnLst>
                                    <p:set>
                                      <p:cBhvr>
                                        <p:cTn id="12" dur="1" fill="hold">
                                          <p:stCondLst>
                                            <p:cond delay="0"/>
                                          </p:stCondLst>
                                        </p:cTn>
                                        <p:tgtEl>
                                          <p:spTgt spid="13"/>
                                        </p:tgtEl>
                                        <p:attrNameLst>
                                          <p:attrName>style.visibility</p:attrName>
                                        </p:attrNameLst>
                                      </p:cBhvr>
                                      <p:to>
                                        <p:strVal val="visible"/>
                                      </p:to>
                                    </p:set>
                                    <p:anim to="" calcmode="lin" valueType="num">
                                      <p:cBhvr>
                                        <p:cTn id="13" dur="1" fill="hold"/>
                                        <p:tgtEl>
                                          <p:spTgt spid="13"/>
                                        </p:tgtEl>
                                        <p:attrNameLst>
                                          <p:attrName/>
                                        </p:attrNameLst>
                                      </p:cBhvr>
                                    </p:anim>
                                  </p:childTnLst>
                                </p:cTn>
                              </p:par>
                              <p:par>
                                <p:cTn id="14" presetID="24" presetClass="entr" presetSubtype="0" fill="hold" grpId="1" nodeType="withEffect">
                                  <p:stCondLst>
                                    <p:cond delay="0"/>
                                  </p:stCondLst>
                                  <p:childTnLst>
                                    <p:set>
                                      <p:cBhvr>
                                        <p:cTn id="15" dur="1" fill="hold">
                                          <p:stCondLst>
                                            <p:cond delay="0"/>
                                          </p:stCondLst>
                                        </p:cTn>
                                        <p:tgtEl>
                                          <p:spTgt spid="14"/>
                                        </p:tgtEl>
                                        <p:attrNameLst>
                                          <p:attrName>style.visibility</p:attrName>
                                        </p:attrNameLst>
                                      </p:cBhvr>
                                      <p:to>
                                        <p:strVal val="visible"/>
                                      </p:to>
                                    </p:set>
                                    <p:anim to="" calcmode="lin" valueType="num">
                                      <p:cBhvr>
                                        <p:cTn id="16" dur="1" fill="hold"/>
                                        <p:tgtEl>
                                          <p:spTgt spid="14"/>
                                        </p:tgtEl>
                                        <p:attrNameLst>
                                          <p:attrName/>
                                        </p:attrNameLst>
                                      </p:cBhvr>
                                    </p:anim>
                                  </p:childTnLst>
                                </p:cTn>
                              </p:par>
                              <p:par>
                                <p:cTn id="17" presetID="24"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 to="" calcmode="lin" valueType="num">
                                      <p:cBhvr>
                                        <p:cTn id="19" dur="1" fill="hold"/>
                                        <p:tgtEl>
                                          <p:spTgt spid="15"/>
                                        </p:tgtEl>
                                        <p:attrNameLst>
                                          <p:attrName/>
                                        </p:attrNameLst>
                                      </p:cBhvr>
                                    </p:anim>
                                  </p:childTnLst>
                                </p:cTn>
                              </p:par>
                              <p:par>
                                <p:cTn id="20" presetID="24"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 to="" calcmode="lin" valueType="num">
                                      <p:cBhvr>
                                        <p:cTn id="22" dur="1" fill="hold"/>
                                        <p:tgtEl>
                                          <p:spTgt spid="16"/>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026"/>
                                        </p:tgtEl>
                                        <p:attrNameLst>
                                          <p:attrName>style.visibility</p:attrName>
                                        </p:attrNameLst>
                                      </p:cBhvr>
                                      <p:to>
                                        <p:strVal val="visible"/>
                                      </p:to>
                                    </p:set>
                                    <p:animEffect transition="in" filter="fade">
                                      <p:cBhvr>
                                        <p:cTn id="27" dur="1000"/>
                                        <p:tgtEl>
                                          <p:spTgt spid="1026"/>
                                        </p:tgtEl>
                                      </p:cBhvr>
                                    </p:animEffect>
                                    <p:anim calcmode="lin" valueType="num">
                                      <p:cBhvr>
                                        <p:cTn id="28" dur="1000" fill="hold"/>
                                        <p:tgtEl>
                                          <p:spTgt spid="1026"/>
                                        </p:tgtEl>
                                        <p:attrNameLst>
                                          <p:attrName>ppt_x</p:attrName>
                                        </p:attrNameLst>
                                      </p:cBhvr>
                                      <p:tavLst>
                                        <p:tav tm="0">
                                          <p:val>
                                            <p:strVal val="#ppt_x"/>
                                          </p:val>
                                        </p:tav>
                                        <p:tav tm="100000">
                                          <p:val>
                                            <p:strVal val="#ppt_x"/>
                                          </p:val>
                                        </p:tav>
                                      </p:tavLst>
                                    </p:anim>
                                    <p:anim calcmode="lin" valueType="num">
                                      <p:cBhvr>
                                        <p:cTn id="29" dur="1000" fill="hold"/>
                                        <p:tgtEl>
                                          <p:spTgt spid="1026"/>
                                        </p:tgtEl>
                                        <p:attrNameLst>
                                          <p:attrName>ppt_y</p:attrName>
                                        </p:attrNameLst>
                                      </p:cBhvr>
                                      <p:tavLst>
                                        <p:tav tm="0">
                                          <p:val>
                                            <p:strVal val="#ppt_y+.1"/>
                                          </p:val>
                                        </p:tav>
                                        <p:tav tm="100000">
                                          <p:val>
                                            <p:strVal val="#ppt_y"/>
                                          </p:val>
                                        </p:tav>
                                      </p:tavLst>
                                    </p:anim>
                                  </p:childTnLst>
                                </p:cTn>
                              </p:par>
                            </p:childTnLst>
                          </p:cTn>
                        </p:par>
                        <p:par>
                          <p:cTn id="30" fill="hold">
                            <p:stCondLst>
                              <p:cond delay="1000"/>
                            </p:stCondLst>
                            <p:childTnLst>
                              <p:par>
                                <p:cTn id="31" presetID="22" presetClass="entr" presetSubtype="8" fill="hold" nodeType="after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wipe(left)">
                                      <p:cBhvr>
                                        <p:cTn id="33" dur="500"/>
                                        <p:tgtEl>
                                          <p:spTgt spid="26"/>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42" presetClass="path" presetSubtype="0" accel="50000" decel="50000" fill="hold" grpId="0" nodeType="clickEffect">
                                  <p:stCondLst>
                                    <p:cond delay="0"/>
                                  </p:stCondLst>
                                  <p:childTnLst>
                                    <p:animMotion origin="layout" path="M 1.38889E-6 -2.89017E-7 L 0.00347 0.22058 " pathEditMode="relative" rAng="0" ptsTypes="AA">
                                      <p:cBhvr>
                                        <p:cTn id="41" dur="2000" fill="hold"/>
                                        <p:tgtEl>
                                          <p:spTgt spid="30"/>
                                        </p:tgtEl>
                                        <p:attrNameLst>
                                          <p:attrName>ppt_x</p:attrName>
                                          <p:attrName>ppt_y</p:attrName>
                                        </p:attrNameLst>
                                      </p:cBhvr>
                                      <p:rCtr x="2" y="110"/>
                                    </p:animMotion>
                                  </p:childTnLst>
                                </p:cTn>
                              </p:par>
                            </p:childTnLst>
                          </p:cTn>
                        </p:par>
                      </p:childTnLst>
                    </p:cTn>
                  </p:par>
                  <p:par>
                    <p:cTn id="42" fill="hold">
                      <p:stCondLst>
                        <p:cond delay="indefinite"/>
                      </p:stCondLst>
                      <p:childTnLst>
                        <p:par>
                          <p:cTn id="43" fill="hold">
                            <p:stCondLst>
                              <p:cond delay="0"/>
                            </p:stCondLst>
                            <p:childTnLst>
                              <p:par>
                                <p:cTn id="44" presetID="63" presetClass="path" presetSubtype="0" accel="50000" decel="50000" fill="hold" nodeType="clickEffect">
                                  <p:stCondLst>
                                    <p:cond delay="0"/>
                                  </p:stCondLst>
                                  <p:childTnLst>
                                    <p:animMotion origin="layout" path="M -3.33333E-6 4.10405E-6 L 0.12448 -0.00209 " pathEditMode="relative" rAng="0" ptsTypes="AA">
                                      <p:cBhvr>
                                        <p:cTn id="45" dur="2000" fill="hold"/>
                                        <p:tgtEl>
                                          <p:spTgt spid="1026"/>
                                        </p:tgtEl>
                                        <p:attrNameLst>
                                          <p:attrName>ppt_x</p:attrName>
                                          <p:attrName>ppt_y</p:attrName>
                                        </p:attrNameLst>
                                      </p:cBhvr>
                                      <p:rCtr x="62" y="-1"/>
                                    </p:animMotion>
                                  </p:childTnLst>
                                </p:cTn>
                              </p:par>
                              <p:par>
                                <p:cTn id="46" presetID="1" presetClass="entr" presetSubtype="0" fill="hold" nodeType="withEffect">
                                  <p:stCondLst>
                                    <p:cond delay="0"/>
                                  </p:stCondLst>
                                  <p:childTnLst>
                                    <p:set>
                                      <p:cBhvr>
                                        <p:cTn id="47" dur="1" fill="hold">
                                          <p:stCondLst>
                                            <p:cond delay="0"/>
                                          </p:stCondLst>
                                        </p:cTn>
                                        <p:tgtEl>
                                          <p:spTgt spid="31"/>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63" presetClass="path" presetSubtype="0" accel="50000" decel="50000" fill="hold" nodeType="clickEffect">
                                  <p:stCondLst>
                                    <p:cond delay="0"/>
                                  </p:stCondLst>
                                  <p:childTnLst>
                                    <p:animMotion origin="layout" path="M 0.12448 -0.00209 L 0.24254 -0.00209 " pathEditMode="relative" rAng="0" ptsTypes="AA">
                                      <p:cBhvr>
                                        <p:cTn id="51" dur="2000" fill="hold"/>
                                        <p:tgtEl>
                                          <p:spTgt spid="1026"/>
                                        </p:tgtEl>
                                        <p:attrNameLst>
                                          <p:attrName>ppt_x</p:attrName>
                                          <p:attrName>ppt_y</p:attrName>
                                        </p:attrNameLst>
                                      </p:cBhvr>
                                      <p:rCtr x="59" y="0"/>
                                    </p:animMotion>
                                  </p:childTnLst>
                                </p:cTn>
                              </p:par>
                              <p:par>
                                <p:cTn id="52" presetID="1" presetClass="entr" presetSubtype="0" fill="hold" nodeType="withEffect">
                                  <p:stCondLst>
                                    <p:cond delay="0"/>
                                  </p:stCondLst>
                                  <p:childTnLst>
                                    <p:set>
                                      <p:cBhvr>
                                        <p:cTn id="53" dur="1" fill="hold">
                                          <p:stCondLst>
                                            <p:cond delay="0"/>
                                          </p:stCondLst>
                                        </p:cTn>
                                        <p:tgtEl>
                                          <p:spTgt spid="32"/>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63" presetClass="path" presetSubtype="0" accel="50000" decel="50000" fill="hold" nodeType="clickEffect">
                                  <p:stCondLst>
                                    <p:cond delay="0"/>
                                  </p:stCondLst>
                                  <p:childTnLst>
                                    <p:animMotion origin="layout" path="M 0.24254 -0.00209 L 0.37639 -0.00209 " pathEditMode="relative" rAng="0" ptsTypes="AA">
                                      <p:cBhvr>
                                        <p:cTn id="57" dur="2000" fill="hold"/>
                                        <p:tgtEl>
                                          <p:spTgt spid="1026"/>
                                        </p:tgtEl>
                                        <p:attrNameLst>
                                          <p:attrName>ppt_x</p:attrName>
                                          <p:attrName>ppt_y</p:attrName>
                                        </p:attrNameLst>
                                      </p:cBhvr>
                                      <p:rCtr x="67" y="0"/>
                                    </p:animMotion>
                                  </p:childTnLst>
                                </p:cTn>
                              </p:par>
                              <p:par>
                                <p:cTn id="58" presetID="1" presetClass="entr" presetSubtype="0" fill="hold" nodeType="withEffect">
                                  <p:stCondLst>
                                    <p:cond delay="0"/>
                                  </p:stCondLst>
                                  <p:childTnLst>
                                    <p:set>
                                      <p:cBhvr>
                                        <p:cTn id="59" dur="1" fill="hold">
                                          <p:stCondLst>
                                            <p:cond delay="0"/>
                                          </p:stCondLst>
                                        </p:cTn>
                                        <p:tgtEl>
                                          <p:spTgt spid="33"/>
                                        </p:tgtEl>
                                        <p:attrNameLst>
                                          <p:attrName>style.visibility</p:attrName>
                                        </p:attrNameLst>
                                      </p:cBhvr>
                                      <p:to>
                                        <p:strVal val="visible"/>
                                      </p:to>
                                    </p:set>
                                  </p:childTnLst>
                                </p:cTn>
                              </p:par>
                            </p:childTnLst>
                          </p:cTn>
                        </p:par>
                        <p:par>
                          <p:cTn id="60" fill="hold">
                            <p:stCondLst>
                              <p:cond delay="2000"/>
                            </p:stCondLst>
                            <p:childTnLst>
                              <p:par>
                                <p:cTn id="61" presetID="22" presetClass="entr" presetSubtype="8" fill="hold" nodeType="after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wipe(left)">
                                      <p:cBhvr>
                                        <p:cTn id="63" dur="500"/>
                                        <p:tgtEl>
                                          <p:spTgt spid="28"/>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24"/>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63" presetClass="path" presetSubtype="0" accel="50000" decel="50000" fill="hold" nodeType="clickEffect">
                                  <p:stCondLst>
                                    <p:cond delay="0"/>
                                  </p:stCondLst>
                                  <p:childTnLst>
                                    <p:animMotion origin="layout" path="M 0.37639 -0.00209 L 0.52605 0.01896 " pathEditMode="relative" rAng="0" ptsTypes="AA">
                                      <p:cBhvr>
                                        <p:cTn id="73" dur="2000" fill="hold"/>
                                        <p:tgtEl>
                                          <p:spTgt spid="1026"/>
                                        </p:tgtEl>
                                        <p:attrNameLst>
                                          <p:attrName>ppt_x</p:attrName>
                                          <p:attrName>ppt_y</p:attrName>
                                        </p:attrNameLst>
                                      </p:cBhvr>
                                      <p:rCtr x="75" y="10"/>
                                    </p:animMotion>
                                  </p:childTnLst>
                                </p:cTn>
                              </p:par>
                              <p:par>
                                <p:cTn id="74" presetID="6" presetClass="emph" presetSubtype="0" fill="hold" nodeType="withEffect">
                                  <p:stCondLst>
                                    <p:cond delay="0"/>
                                  </p:stCondLst>
                                  <p:childTnLst>
                                    <p:animScale>
                                      <p:cBhvr>
                                        <p:cTn id="75" dur="2000" fill="hold"/>
                                        <p:tgtEl>
                                          <p:spTgt spid="1026"/>
                                        </p:tgtEl>
                                      </p:cBhvr>
                                      <p:by x="150000" y="150000"/>
                                    </p:animScale>
                                  </p:childTnLst>
                                </p:cTn>
                              </p:par>
                              <p:par>
                                <p:cTn id="76" presetID="1" presetClass="entr" presetSubtype="0" fill="hold" nodeType="withEffect">
                                  <p:stCondLst>
                                    <p:cond delay="0"/>
                                  </p:stCondLst>
                                  <p:childTnLst>
                                    <p:set>
                                      <p:cBhvr>
                                        <p:cTn id="77" dur="1" fill="hold">
                                          <p:stCondLst>
                                            <p:cond delay="0"/>
                                          </p:stCondLst>
                                        </p:cTn>
                                        <p:tgtEl>
                                          <p:spTgt spid="34"/>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p:bldP spid="12" grpId="1"/>
      <p:bldP spid="13" grpId="1"/>
      <p:bldP spid="14" grpId="1"/>
      <p:bldP spid="15" grpId="0"/>
      <p:bldP spid="16" grpId="0"/>
      <p:bldP spid="22" grpId="0"/>
      <p:bldP spid="24" grpId="0"/>
      <p:bldP spid="25" grpId="0"/>
      <p:bldP spid="3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Ben\AppData\Local\Microsoft\Windows\Temporary Internet Files\Content.IE5\TW17W6A2\MC900433829[1].png"/>
          <p:cNvPicPr>
            <a:picLocks noChangeAspect="1" noChangeArrowheads="1"/>
          </p:cNvPicPr>
          <p:nvPr/>
        </p:nvPicPr>
        <p:blipFill>
          <a:blip r:embed="rId3" cstate="print"/>
          <a:srcRect/>
          <a:stretch>
            <a:fillRect/>
          </a:stretch>
        </p:blipFill>
        <p:spPr bwMode="auto">
          <a:xfrm>
            <a:off x="395536" y="332656"/>
            <a:ext cx="2332856" cy="2332856"/>
          </a:xfrm>
          <a:prstGeom prst="rect">
            <a:avLst/>
          </a:prstGeom>
          <a:noFill/>
        </p:spPr>
      </p:pic>
      <p:sp>
        <p:nvSpPr>
          <p:cNvPr id="4" name="TextBox 3"/>
          <p:cNvSpPr txBox="1"/>
          <p:nvPr/>
        </p:nvSpPr>
        <p:spPr>
          <a:xfrm>
            <a:off x="1403648" y="275164"/>
            <a:ext cx="946093" cy="1569660"/>
          </a:xfrm>
          <a:prstGeom prst="rect">
            <a:avLst/>
          </a:prstGeom>
          <a:noFill/>
        </p:spPr>
        <p:txBody>
          <a:bodyPr wrap="none" rtlCol="0">
            <a:spAutoFit/>
          </a:bodyPr>
          <a:lstStyle/>
          <a:p>
            <a:r>
              <a:rPr lang="en-GB" sz="9600" dirty="0">
                <a:latin typeface="Aharoni" pitchFamily="2" charset="-79"/>
                <a:cs typeface="Aharoni" pitchFamily="2" charset="-79"/>
              </a:rPr>
              <a:t>B</a:t>
            </a:r>
          </a:p>
        </p:txBody>
      </p:sp>
      <p:sp>
        <p:nvSpPr>
          <p:cNvPr id="10" name="TextBox 9"/>
          <p:cNvSpPr txBox="1"/>
          <p:nvPr/>
        </p:nvSpPr>
        <p:spPr>
          <a:xfrm>
            <a:off x="1187624" y="2420888"/>
            <a:ext cx="1005403" cy="1569660"/>
          </a:xfrm>
          <a:prstGeom prst="rect">
            <a:avLst/>
          </a:prstGeom>
          <a:noFill/>
        </p:spPr>
        <p:txBody>
          <a:bodyPr wrap="none" rtlCol="0">
            <a:spAutoFit/>
          </a:bodyPr>
          <a:lstStyle/>
          <a:p>
            <a:r>
              <a:rPr lang="en-GB" sz="9600" dirty="0">
                <a:latin typeface="Arial Black" pitchFamily="34" charset="0"/>
                <a:cs typeface="Aharoni" pitchFamily="2" charset="-79"/>
              </a:rPr>
              <a:t>3</a:t>
            </a:r>
          </a:p>
        </p:txBody>
      </p:sp>
      <p:sp>
        <p:nvSpPr>
          <p:cNvPr id="11" name="TextBox 10"/>
          <p:cNvSpPr txBox="1"/>
          <p:nvPr/>
        </p:nvSpPr>
        <p:spPr>
          <a:xfrm>
            <a:off x="2051720" y="2564904"/>
            <a:ext cx="997389" cy="1569660"/>
          </a:xfrm>
          <a:prstGeom prst="rect">
            <a:avLst/>
          </a:prstGeom>
          <a:noFill/>
        </p:spPr>
        <p:txBody>
          <a:bodyPr wrap="none" rtlCol="0">
            <a:spAutoFit/>
          </a:bodyPr>
          <a:lstStyle/>
          <a:p>
            <a:r>
              <a:rPr lang="en-GB" sz="9600" dirty="0">
                <a:latin typeface="Arial Black" pitchFamily="34" charset="0"/>
                <a:cs typeface="Aharoni" pitchFamily="2" charset="-79"/>
              </a:rPr>
              <a:t>+</a:t>
            </a:r>
          </a:p>
        </p:txBody>
      </p:sp>
      <p:sp>
        <p:nvSpPr>
          <p:cNvPr id="12" name="TextBox 11"/>
          <p:cNvSpPr txBox="1"/>
          <p:nvPr/>
        </p:nvSpPr>
        <p:spPr>
          <a:xfrm>
            <a:off x="2632858" y="275164"/>
            <a:ext cx="570990" cy="1569660"/>
          </a:xfrm>
          <a:prstGeom prst="rect">
            <a:avLst/>
          </a:prstGeom>
          <a:noFill/>
        </p:spPr>
        <p:txBody>
          <a:bodyPr wrap="none" rtlCol="0">
            <a:spAutoFit/>
          </a:bodyPr>
          <a:lstStyle/>
          <a:p>
            <a:r>
              <a:rPr lang="en-GB" sz="9600" dirty="0">
                <a:latin typeface="Aharoni" pitchFamily="2" charset="-79"/>
                <a:cs typeface="Aharoni" pitchFamily="2" charset="-79"/>
              </a:rPr>
              <a:t>I</a:t>
            </a:r>
          </a:p>
        </p:txBody>
      </p:sp>
      <p:sp>
        <p:nvSpPr>
          <p:cNvPr id="13" name="TextBox 12"/>
          <p:cNvSpPr txBox="1"/>
          <p:nvPr/>
        </p:nvSpPr>
        <p:spPr>
          <a:xfrm>
            <a:off x="3603338" y="275164"/>
            <a:ext cx="1040670" cy="1569660"/>
          </a:xfrm>
          <a:prstGeom prst="rect">
            <a:avLst/>
          </a:prstGeom>
          <a:noFill/>
        </p:spPr>
        <p:txBody>
          <a:bodyPr wrap="none" rtlCol="0">
            <a:spAutoFit/>
          </a:bodyPr>
          <a:lstStyle/>
          <a:p>
            <a:r>
              <a:rPr lang="en-GB" sz="9600" dirty="0">
                <a:latin typeface="Aharoni" pitchFamily="2" charset="-79"/>
                <a:cs typeface="Aharoni" pitchFamily="2" charset="-79"/>
              </a:rPr>
              <a:t>D</a:t>
            </a:r>
          </a:p>
        </p:txBody>
      </p:sp>
      <p:sp>
        <p:nvSpPr>
          <p:cNvPr id="14" name="TextBox 13"/>
          <p:cNvSpPr txBox="1"/>
          <p:nvPr/>
        </p:nvSpPr>
        <p:spPr>
          <a:xfrm>
            <a:off x="4571556" y="275164"/>
            <a:ext cx="1311578" cy="1569660"/>
          </a:xfrm>
          <a:prstGeom prst="rect">
            <a:avLst/>
          </a:prstGeom>
          <a:noFill/>
        </p:spPr>
        <p:txBody>
          <a:bodyPr wrap="none" rtlCol="0">
            <a:spAutoFit/>
          </a:bodyPr>
          <a:lstStyle/>
          <a:p>
            <a:r>
              <a:rPr lang="en-GB" sz="9600" dirty="0">
                <a:latin typeface="Aharoni" pitchFamily="2" charset="-79"/>
                <a:cs typeface="Aharoni" pitchFamily="2" charset="-79"/>
              </a:rPr>
              <a:t>M</a:t>
            </a:r>
          </a:p>
        </p:txBody>
      </p:sp>
      <p:sp>
        <p:nvSpPr>
          <p:cNvPr id="15" name="TextBox 14"/>
          <p:cNvSpPr txBox="1"/>
          <p:nvPr/>
        </p:nvSpPr>
        <p:spPr>
          <a:xfrm>
            <a:off x="6033977" y="275164"/>
            <a:ext cx="1058303" cy="1569660"/>
          </a:xfrm>
          <a:prstGeom prst="rect">
            <a:avLst/>
          </a:prstGeom>
          <a:noFill/>
        </p:spPr>
        <p:txBody>
          <a:bodyPr wrap="none" rtlCol="0">
            <a:spAutoFit/>
          </a:bodyPr>
          <a:lstStyle/>
          <a:p>
            <a:r>
              <a:rPr lang="en-GB" sz="9600" dirty="0">
                <a:latin typeface="Aharoni" pitchFamily="2" charset="-79"/>
                <a:cs typeface="Aharoni" pitchFamily="2" charset="-79"/>
              </a:rPr>
              <a:t>A</a:t>
            </a:r>
          </a:p>
        </p:txBody>
      </p:sp>
      <p:sp>
        <p:nvSpPr>
          <p:cNvPr id="16" name="TextBox 15"/>
          <p:cNvSpPr txBox="1"/>
          <p:nvPr/>
        </p:nvSpPr>
        <p:spPr>
          <a:xfrm>
            <a:off x="6948264" y="275164"/>
            <a:ext cx="888385" cy="1569660"/>
          </a:xfrm>
          <a:prstGeom prst="rect">
            <a:avLst/>
          </a:prstGeom>
          <a:noFill/>
        </p:spPr>
        <p:txBody>
          <a:bodyPr wrap="none" rtlCol="0">
            <a:spAutoFit/>
          </a:bodyPr>
          <a:lstStyle/>
          <a:p>
            <a:r>
              <a:rPr lang="en-GB" sz="9600" dirty="0">
                <a:latin typeface="Aharoni" pitchFamily="2" charset="-79"/>
                <a:cs typeface="Aharoni" pitchFamily="2" charset="-79"/>
              </a:rPr>
              <a:t>S</a:t>
            </a:r>
          </a:p>
        </p:txBody>
      </p:sp>
      <p:sp>
        <p:nvSpPr>
          <p:cNvPr id="17" name="TextBox 16"/>
          <p:cNvSpPr txBox="1"/>
          <p:nvPr/>
        </p:nvSpPr>
        <p:spPr>
          <a:xfrm>
            <a:off x="2771800" y="2420888"/>
            <a:ext cx="1005403" cy="1569660"/>
          </a:xfrm>
          <a:prstGeom prst="rect">
            <a:avLst/>
          </a:prstGeom>
          <a:noFill/>
        </p:spPr>
        <p:txBody>
          <a:bodyPr wrap="none" rtlCol="0">
            <a:spAutoFit/>
          </a:bodyPr>
          <a:lstStyle/>
          <a:p>
            <a:r>
              <a:rPr lang="en-GB" sz="9600" dirty="0">
                <a:latin typeface="Arial Black" pitchFamily="34" charset="0"/>
                <a:cs typeface="Aharoni" pitchFamily="2" charset="-79"/>
              </a:rPr>
              <a:t>4</a:t>
            </a:r>
          </a:p>
        </p:txBody>
      </p:sp>
      <p:sp>
        <p:nvSpPr>
          <p:cNvPr id="20" name="TextBox 19"/>
          <p:cNvSpPr txBox="1"/>
          <p:nvPr/>
        </p:nvSpPr>
        <p:spPr>
          <a:xfrm>
            <a:off x="6012160" y="2564904"/>
            <a:ext cx="997389" cy="1569660"/>
          </a:xfrm>
          <a:prstGeom prst="rect">
            <a:avLst/>
          </a:prstGeom>
          <a:noFill/>
        </p:spPr>
        <p:txBody>
          <a:bodyPr wrap="none" rtlCol="0">
            <a:spAutoFit/>
          </a:bodyPr>
          <a:lstStyle/>
          <a:p>
            <a:r>
              <a:rPr lang="en-GB" sz="9600" dirty="0">
                <a:latin typeface="Arial Black" pitchFamily="34" charset="0"/>
                <a:cs typeface="Aharoni" pitchFamily="2" charset="-79"/>
              </a:rPr>
              <a:t>=</a:t>
            </a:r>
          </a:p>
        </p:txBody>
      </p:sp>
      <p:sp>
        <p:nvSpPr>
          <p:cNvPr id="21" name="TextBox 20"/>
          <p:cNvSpPr txBox="1"/>
          <p:nvPr/>
        </p:nvSpPr>
        <p:spPr>
          <a:xfrm>
            <a:off x="3995936" y="2492896"/>
            <a:ext cx="2236510" cy="1569660"/>
          </a:xfrm>
          <a:prstGeom prst="rect">
            <a:avLst/>
          </a:prstGeom>
          <a:noFill/>
        </p:spPr>
        <p:txBody>
          <a:bodyPr wrap="none" rtlCol="0">
            <a:spAutoFit/>
          </a:bodyPr>
          <a:lstStyle/>
          <a:p>
            <a:r>
              <a:rPr lang="en-GB" sz="9600" dirty="0">
                <a:latin typeface="Arial Black" pitchFamily="34" charset="0"/>
                <a:cs typeface="Aharoni" pitchFamily="2" charset="-79"/>
              </a:rPr>
              <a:t>x 2</a:t>
            </a:r>
          </a:p>
        </p:txBody>
      </p:sp>
      <p:sp>
        <p:nvSpPr>
          <p:cNvPr id="22" name="TextBox 21"/>
          <p:cNvSpPr txBox="1"/>
          <p:nvPr/>
        </p:nvSpPr>
        <p:spPr>
          <a:xfrm>
            <a:off x="4142661" y="3947572"/>
            <a:ext cx="1005403" cy="1569660"/>
          </a:xfrm>
          <a:prstGeom prst="rect">
            <a:avLst/>
          </a:prstGeom>
          <a:noFill/>
        </p:spPr>
        <p:txBody>
          <a:bodyPr wrap="none" rtlCol="0">
            <a:spAutoFit/>
          </a:bodyPr>
          <a:lstStyle/>
          <a:p>
            <a:r>
              <a:rPr lang="en-GB" sz="9600" dirty="0">
                <a:latin typeface="Arial Black" pitchFamily="34" charset="0"/>
                <a:cs typeface="Aharoni" pitchFamily="2" charset="-79"/>
              </a:rPr>
              <a:t>8</a:t>
            </a:r>
          </a:p>
        </p:txBody>
      </p:sp>
      <p:sp>
        <p:nvSpPr>
          <p:cNvPr id="24" name="TextBox 23"/>
          <p:cNvSpPr txBox="1"/>
          <p:nvPr/>
        </p:nvSpPr>
        <p:spPr>
          <a:xfrm>
            <a:off x="6012160" y="4005064"/>
            <a:ext cx="997389" cy="1569660"/>
          </a:xfrm>
          <a:prstGeom prst="rect">
            <a:avLst/>
          </a:prstGeom>
          <a:noFill/>
        </p:spPr>
        <p:txBody>
          <a:bodyPr wrap="none" rtlCol="0">
            <a:spAutoFit/>
          </a:bodyPr>
          <a:lstStyle/>
          <a:p>
            <a:r>
              <a:rPr lang="en-GB" sz="9600" dirty="0">
                <a:latin typeface="Arial Black" pitchFamily="34" charset="0"/>
                <a:cs typeface="Aharoni" pitchFamily="2" charset="-79"/>
              </a:rPr>
              <a:t>=</a:t>
            </a:r>
          </a:p>
        </p:txBody>
      </p:sp>
      <p:sp>
        <p:nvSpPr>
          <p:cNvPr id="25" name="TextBox 24"/>
          <p:cNvSpPr txBox="1"/>
          <p:nvPr/>
        </p:nvSpPr>
        <p:spPr>
          <a:xfrm>
            <a:off x="7020272" y="4005064"/>
            <a:ext cx="1826141" cy="1569660"/>
          </a:xfrm>
          <a:prstGeom prst="rect">
            <a:avLst/>
          </a:prstGeom>
          <a:noFill/>
        </p:spPr>
        <p:txBody>
          <a:bodyPr wrap="none" rtlCol="0">
            <a:spAutoFit/>
          </a:bodyPr>
          <a:lstStyle/>
          <a:p>
            <a:r>
              <a:rPr lang="en-GB" sz="9600" dirty="0">
                <a:latin typeface="Arial Black" pitchFamily="34" charset="0"/>
                <a:cs typeface="Aharoni" pitchFamily="2" charset="-79"/>
              </a:rPr>
              <a:t>11</a:t>
            </a:r>
          </a:p>
        </p:txBody>
      </p:sp>
      <p:cxnSp>
        <p:nvCxnSpPr>
          <p:cNvPr id="26" name="Straight Connector 25"/>
          <p:cNvCxnSpPr/>
          <p:nvPr/>
        </p:nvCxnSpPr>
        <p:spPr>
          <a:xfrm>
            <a:off x="2987824" y="3933056"/>
            <a:ext cx="3168352"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1331640" y="5373216"/>
            <a:ext cx="460851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1198347" y="2420888"/>
            <a:ext cx="1005403" cy="1569660"/>
          </a:xfrm>
          <a:prstGeom prst="rect">
            <a:avLst/>
          </a:prstGeom>
          <a:noFill/>
        </p:spPr>
        <p:txBody>
          <a:bodyPr wrap="none" rtlCol="0">
            <a:spAutoFit/>
          </a:bodyPr>
          <a:lstStyle/>
          <a:p>
            <a:r>
              <a:rPr lang="en-GB" sz="9600" dirty="0">
                <a:latin typeface="Arial Black" pitchFamily="34" charset="0"/>
                <a:cs typeface="Aharoni" pitchFamily="2" charset="-79"/>
              </a:rPr>
              <a:t>3</a:t>
            </a:r>
          </a:p>
        </p:txBody>
      </p:sp>
      <p:sp>
        <p:nvSpPr>
          <p:cNvPr id="29" name="TextBox 28"/>
          <p:cNvSpPr txBox="1"/>
          <p:nvPr/>
        </p:nvSpPr>
        <p:spPr>
          <a:xfrm>
            <a:off x="2062443" y="2564904"/>
            <a:ext cx="997389" cy="1569660"/>
          </a:xfrm>
          <a:prstGeom prst="rect">
            <a:avLst/>
          </a:prstGeom>
          <a:noFill/>
        </p:spPr>
        <p:txBody>
          <a:bodyPr wrap="none" rtlCol="0">
            <a:spAutoFit/>
          </a:bodyPr>
          <a:lstStyle/>
          <a:p>
            <a:r>
              <a:rPr lang="en-GB" sz="9600" dirty="0">
                <a:latin typeface="Arial Black" pitchFamily="34" charset="0"/>
                <a:cs typeface="Aharoni" pitchFamily="2" charset="-79"/>
              </a:rPr>
              <a:t>+</a:t>
            </a:r>
          </a:p>
        </p:txBody>
      </p:sp>
      <p:pic>
        <p:nvPicPr>
          <p:cNvPr id="2050" name="Picture 2" descr="C:\Users\Ben\AppData\Local\Microsoft\Windows\Temporary Internet Files\Content.IE5\TW17W6A2\MC900434713[1].wmf"/>
          <p:cNvPicPr>
            <a:picLocks noChangeAspect="1" noChangeArrowheads="1"/>
          </p:cNvPicPr>
          <p:nvPr/>
        </p:nvPicPr>
        <p:blipFill>
          <a:blip r:embed="rId4" cstate="print"/>
          <a:srcRect/>
          <a:stretch>
            <a:fillRect/>
          </a:stretch>
        </p:blipFill>
        <p:spPr bwMode="auto">
          <a:xfrm>
            <a:off x="1547664" y="620688"/>
            <a:ext cx="657572" cy="689262"/>
          </a:xfrm>
          <a:prstGeom prst="rect">
            <a:avLst/>
          </a:prstGeom>
          <a:noFill/>
        </p:spPr>
      </p:pic>
      <p:pic>
        <p:nvPicPr>
          <p:cNvPr id="32" name="Picture 2" descr="C:\Users\Ben\AppData\Local\Microsoft\Windows\Temporary Internet Files\Content.IE5\TW17W6A2\MC900434713[1].wmf"/>
          <p:cNvPicPr>
            <a:picLocks noChangeAspect="1" noChangeArrowheads="1"/>
          </p:cNvPicPr>
          <p:nvPr/>
        </p:nvPicPr>
        <p:blipFill>
          <a:blip r:embed="rId4" cstate="print"/>
          <a:srcRect/>
          <a:stretch>
            <a:fillRect/>
          </a:stretch>
        </p:blipFill>
        <p:spPr bwMode="auto">
          <a:xfrm>
            <a:off x="2555776" y="620688"/>
            <a:ext cx="657572" cy="689262"/>
          </a:xfrm>
          <a:prstGeom prst="rect">
            <a:avLst/>
          </a:prstGeom>
          <a:noFill/>
        </p:spPr>
      </p:pic>
      <p:pic>
        <p:nvPicPr>
          <p:cNvPr id="33" name="Picture 2" descr="C:\Users\Ben\AppData\Local\Microsoft\Windows\Temporary Internet Files\Content.IE5\TW17W6A2\MC900434713[1].wmf"/>
          <p:cNvPicPr>
            <a:picLocks noChangeAspect="1" noChangeArrowheads="1"/>
          </p:cNvPicPr>
          <p:nvPr/>
        </p:nvPicPr>
        <p:blipFill>
          <a:blip r:embed="rId4" cstate="print"/>
          <a:srcRect/>
          <a:stretch>
            <a:fillRect/>
          </a:stretch>
        </p:blipFill>
        <p:spPr bwMode="auto">
          <a:xfrm>
            <a:off x="3779912" y="620688"/>
            <a:ext cx="657572" cy="689262"/>
          </a:xfrm>
          <a:prstGeom prst="rect">
            <a:avLst/>
          </a:prstGeom>
          <a:noFill/>
        </p:spPr>
      </p:pic>
      <p:pic>
        <p:nvPicPr>
          <p:cNvPr id="34" name="Picture 2" descr="C:\Users\Ben\AppData\Local\Microsoft\Windows\Temporary Internet Files\Content.IE5\TW17W6A2\MC900434713[1].wmf"/>
          <p:cNvPicPr>
            <a:picLocks noChangeAspect="1" noChangeArrowheads="1"/>
          </p:cNvPicPr>
          <p:nvPr/>
        </p:nvPicPr>
        <p:blipFill>
          <a:blip r:embed="rId4" cstate="print"/>
          <a:srcRect/>
          <a:stretch>
            <a:fillRect/>
          </a:stretch>
        </p:blipFill>
        <p:spPr bwMode="auto">
          <a:xfrm>
            <a:off x="4932040" y="548680"/>
            <a:ext cx="657572" cy="689262"/>
          </a:xfrm>
          <a:prstGeom prst="rect">
            <a:avLst/>
          </a:prstGeom>
          <a:noFill/>
        </p:spPr>
      </p:pic>
      <p:pic>
        <p:nvPicPr>
          <p:cNvPr id="35" name="Picture 2" descr="C:\Users\Ben\AppData\Local\Microsoft\Windows\Temporary Internet Files\Content.IE5\TW17W6A2\MC900434713[1].wmf"/>
          <p:cNvPicPr>
            <a:picLocks noChangeAspect="1" noChangeArrowheads="1"/>
          </p:cNvPicPr>
          <p:nvPr/>
        </p:nvPicPr>
        <p:blipFill>
          <a:blip r:embed="rId4" cstate="print"/>
          <a:srcRect/>
          <a:stretch>
            <a:fillRect/>
          </a:stretch>
        </p:blipFill>
        <p:spPr bwMode="auto">
          <a:xfrm>
            <a:off x="6660232" y="548680"/>
            <a:ext cx="657572" cy="689262"/>
          </a:xfrm>
          <a:prstGeom prst="rect">
            <a:avLst/>
          </a:prstGeom>
          <a:noFill/>
        </p:spPr>
      </p:pic>
      <p:sp>
        <p:nvSpPr>
          <p:cNvPr id="2" name="Footer Placeholder 1"/>
          <p:cNvSpPr>
            <a:spLocks noGrp="1"/>
          </p:cNvSpPr>
          <p:nvPr>
            <p:ph type="ftr" sz="quarter" idx="11"/>
          </p:nvPr>
        </p:nvSpPr>
        <p:spPr/>
        <p:txBody>
          <a:bodyPr/>
          <a:lstStyle/>
          <a:p>
            <a:r>
              <a:rPr lang="en-GB"/>
              <a:t>T Malik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to="" calcmode="lin" valueType="num">
                                      <p:cBhvr>
                                        <p:cTn id="7" dur="1" fill="hold"/>
                                        <p:tgtEl>
                                          <p:spTgt spid="4"/>
                                        </p:tgtEl>
                                        <p:attrNameLst>
                                          <p:attrName/>
                                        </p:attrNameLst>
                                      </p:cBhvr>
                                    </p:anim>
                                  </p:childTnLst>
                                </p:cTn>
                              </p:par>
                              <p:par>
                                <p:cTn id="8" presetID="24"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 to="" calcmode="lin" valueType="num">
                                      <p:cBhvr>
                                        <p:cTn id="10" dur="1" fill="hold"/>
                                        <p:tgtEl>
                                          <p:spTgt spid="12"/>
                                        </p:tgtEl>
                                        <p:attrNameLst>
                                          <p:attrName/>
                                        </p:attrNameLst>
                                      </p:cBhvr>
                                    </p:anim>
                                  </p:childTnLst>
                                </p:cTn>
                              </p:par>
                              <p:par>
                                <p:cTn id="11" presetID="24"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 to="" calcmode="lin" valueType="num">
                                      <p:cBhvr>
                                        <p:cTn id="13" dur="1" fill="hold"/>
                                        <p:tgtEl>
                                          <p:spTgt spid="13"/>
                                        </p:tgtEl>
                                        <p:attrNameLst>
                                          <p:attrName/>
                                        </p:attrNameLst>
                                      </p:cBhvr>
                                    </p:anim>
                                  </p:childTnLst>
                                </p:cTn>
                              </p:par>
                              <p:par>
                                <p:cTn id="14" presetID="24"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 to="" calcmode="lin" valueType="num">
                                      <p:cBhvr>
                                        <p:cTn id="16" dur="1" fill="hold"/>
                                        <p:tgtEl>
                                          <p:spTgt spid="14"/>
                                        </p:tgtEl>
                                        <p:attrNameLst>
                                          <p:attrName/>
                                        </p:attrNameLst>
                                      </p:cBhvr>
                                    </p:anim>
                                  </p:childTnLst>
                                </p:cTn>
                              </p:par>
                              <p:par>
                                <p:cTn id="17" presetID="24"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 to="" calcmode="lin" valueType="num">
                                      <p:cBhvr>
                                        <p:cTn id="19" dur="1" fill="hold"/>
                                        <p:tgtEl>
                                          <p:spTgt spid="15"/>
                                        </p:tgtEl>
                                        <p:attrNameLst>
                                          <p:attrName/>
                                        </p:attrNameLst>
                                      </p:cBhvr>
                                    </p:anim>
                                  </p:childTnLst>
                                </p:cTn>
                              </p:par>
                              <p:par>
                                <p:cTn id="20" presetID="24"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 to="" calcmode="lin" valueType="num">
                                      <p:cBhvr>
                                        <p:cTn id="22" dur="1" fill="hold"/>
                                        <p:tgtEl>
                                          <p:spTgt spid="16"/>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026"/>
                                        </p:tgtEl>
                                        <p:attrNameLst>
                                          <p:attrName>style.visibility</p:attrName>
                                        </p:attrNameLst>
                                      </p:cBhvr>
                                      <p:to>
                                        <p:strVal val="visible"/>
                                      </p:to>
                                    </p:set>
                                    <p:animEffect transition="in" filter="fade">
                                      <p:cBhvr>
                                        <p:cTn id="27" dur="1000"/>
                                        <p:tgtEl>
                                          <p:spTgt spid="1026"/>
                                        </p:tgtEl>
                                      </p:cBhvr>
                                    </p:animEffect>
                                    <p:anim calcmode="lin" valueType="num">
                                      <p:cBhvr>
                                        <p:cTn id="28" dur="1000" fill="hold"/>
                                        <p:tgtEl>
                                          <p:spTgt spid="1026"/>
                                        </p:tgtEl>
                                        <p:attrNameLst>
                                          <p:attrName>ppt_x</p:attrName>
                                        </p:attrNameLst>
                                      </p:cBhvr>
                                      <p:tavLst>
                                        <p:tav tm="0">
                                          <p:val>
                                            <p:strVal val="#ppt_x"/>
                                          </p:val>
                                        </p:tav>
                                        <p:tav tm="100000">
                                          <p:val>
                                            <p:strVal val="#ppt_x"/>
                                          </p:val>
                                        </p:tav>
                                      </p:tavLst>
                                    </p:anim>
                                    <p:anim calcmode="lin" valueType="num">
                                      <p:cBhvr>
                                        <p:cTn id="29"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63" presetClass="path" presetSubtype="0" accel="50000" decel="50000" fill="hold" nodeType="clickEffect">
                                  <p:stCondLst>
                                    <p:cond delay="0"/>
                                  </p:stCondLst>
                                  <p:childTnLst>
                                    <p:animMotion origin="layout" path="M -3.33333E-6 4.10405E-6 L 0.12448 -0.00209 " pathEditMode="relative" rAng="0" ptsTypes="AA">
                                      <p:cBhvr>
                                        <p:cTn id="33" dur="2000" fill="hold"/>
                                        <p:tgtEl>
                                          <p:spTgt spid="1026"/>
                                        </p:tgtEl>
                                        <p:attrNameLst>
                                          <p:attrName>ppt_x</p:attrName>
                                          <p:attrName>ppt_y</p:attrName>
                                        </p:attrNameLst>
                                      </p:cBhvr>
                                      <p:rCtr x="62" y="-1"/>
                                    </p:animMotion>
                                  </p:childTnLst>
                                </p:cTn>
                              </p:par>
                              <p:par>
                                <p:cTn id="34" presetID="1" presetClass="entr" presetSubtype="0" fill="hold" nodeType="withEffect">
                                  <p:stCondLst>
                                    <p:cond delay="0"/>
                                  </p:stCondLst>
                                  <p:childTnLst>
                                    <p:set>
                                      <p:cBhvr>
                                        <p:cTn id="35" dur="1" fill="hold">
                                          <p:stCondLst>
                                            <p:cond delay="0"/>
                                          </p:stCondLst>
                                        </p:cTn>
                                        <p:tgtEl>
                                          <p:spTgt spid="205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63" presetClass="path" presetSubtype="0" accel="50000" decel="50000" fill="hold" nodeType="clickEffect">
                                  <p:stCondLst>
                                    <p:cond delay="0"/>
                                  </p:stCondLst>
                                  <p:childTnLst>
                                    <p:animMotion origin="layout" path="M 0.12448 -0.00209 L 0.24254 -0.00209 " pathEditMode="relative" rAng="0" ptsTypes="AA">
                                      <p:cBhvr>
                                        <p:cTn id="39" dur="2000" fill="hold"/>
                                        <p:tgtEl>
                                          <p:spTgt spid="1026"/>
                                        </p:tgtEl>
                                        <p:attrNameLst>
                                          <p:attrName>ppt_x</p:attrName>
                                          <p:attrName>ppt_y</p:attrName>
                                        </p:attrNameLst>
                                      </p:cBhvr>
                                      <p:rCtr x="59" y="0"/>
                                    </p:animMotion>
                                  </p:childTnLst>
                                </p:cTn>
                              </p:par>
                              <p:par>
                                <p:cTn id="40" presetID="1" presetClass="entr" presetSubtype="0" fill="hold" nodeType="withEffect">
                                  <p:stCondLst>
                                    <p:cond delay="0"/>
                                  </p:stCondLst>
                                  <p:childTnLst>
                                    <p:set>
                                      <p:cBhvr>
                                        <p:cTn id="41" dur="1" fill="hold">
                                          <p:stCondLst>
                                            <p:cond delay="0"/>
                                          </p:stCondLst>
                                        </p:cTn>
                                        <p:tgtEl>
                                          <p:spTgt spid="32"/>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63" presetClass="path" presetSubtype="0" accel="50000" decel="50000" fill="hold" nodeType="clickEffect">
                                  <p:stCondLst>
                                    <p:cond delay="0"/>
                                  </p:stCondLst>
                                  <p:childTnLst>
                                    <p:animMotion origin="layout" path="M 0.24254 -0.00209 L 0.37639 -0.00209 " pathEditMode="relative" rAng="0" ptsTypes="AA">
                                      <p:cBhvr>
                                        <p:cTn id="45" dur="2000" fill="hold"/>
                                        <p:tgtEl>
                                          <p:spTgt spid="1026"/>
                                        </p:tgtEl>
                                        <p:attrNameLst>
                                          <p:attrName>ppt_x</p:attrName>
                                          <p:attrName>ppt_y</p:attrName>
                                        </p:attrNameLst>
                                      </p:cBhvr>
                                      <p:rCtr x="67" y="0"/>
                                    </p:animMotion>
                                  </p:childTnLst>
                                </p:cTn>
                              </p:par>
                              <p:par>
                                <p:cTn id="46" presetID="1" presetClass="entr" presetSubtype="0" fill="hold" nodeType="withEffect">
                                  <p:stCondLst>
                                    <p:cond delay="0"/>
                                  </p:stCondLst>
                                  <p:childTnLst>
                                    <p:set>
                                      <p:cBhvr>
                                        <p:cTn id="47" dur="1" fill="hold">
                                          <p:stCondLst>
                                            <p:cond delay="0"/>
                                          </p:stCondLst>
                                        </p:cTn>
                                        <p:tgtEl>
                                          <p:spTgt spid="33"/>
                                        </p:tgtEl>
                                        <p:attrNameLst>
                                          <p:attrName>style.visibility</p:attrName>
                                        </p:attrNameLst>
                                      </p:cBhvr>
                                      <p:to>
                                        <p:strVal val="visible"/>
                                      </p:to>
                                    </p:set>
                                  </p:childTnLst>
                                </p:cTn>
                              </p:par>
                            </p:childTnLst>
                          </p:cTn>
                        </p:par>
                        <p:par>
                          <p:cTn id="48" fill="hold">
                            <p:stCondLst>
                              <p:cond delay="2000"/>
                            </p:stCondLst>
                            <p:childTnLst>
                              <p:par>
                                <p:cTn id="49" presetID="22" presetClass="entr" presetSubtype="8" fill="hold" nodeType="after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wipe(left)">
                                      <p:cBhvr>
                                        <p:cTn id="51" dur="500"/>
                                        <p:tgtEl>
                                          <p:spTgt spid="26"/>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22"/>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42" presetClass="path" presetSubtype="0" accel="50000" decel="50000" fill="hold" grpId="0" nodeType="clickEffect">
                                  <p:stCondLst>
                                    <p:cond delay="0"/>
                                  </p:stCondLst>
                                  <p:childTnLst>
                                    <p:animMotion origin="layout" path="M 2.5E-6 -8.09249E-7 L -0.00087 0.23191 " pathEditMode="relative" rAng="0" ptsTypes="AA">
                                      <p:cBhvr>
                                        <p:cTn id="59" dur="2000" fill="hold"/>
                                        <p:tgtEl>
                                          <p:spTgt spid="27"/>
                                        </p:tgtEl>
                                        <p:attrNameLst>
                                          <p:attrName>ppt_x</p:attrName>
                                          <p:attrName>ppt_y</p:attrName>
                                        </p:attrNameLst>
                                      </p:cBhvr>
                                      <p:rCtr x="-1" y="116"/>
                                    </p:animMotion>
                                  </p:childTnLst>
                                </p:cTn>
                              </p:par>
                              <p:par>
                                <p:cTn id="60" presetID="42" presetClass="path" presetSubtype="0" accel="50000" decel="50000" fill="hold" grpId="0" nodeType="withEffect">
                                  <p:stCondLst>
                                    <p:cond delay="0"/>
                                  </p:stCondLst>
                                  <p:childTnLst>
                                    <p:animMotion origin="layout" path="M -4.72222E-6 -1.27168E-6 L -0.00052 0.21087 " pathEditMode="relative" rAng="0" ptsTypes="AA">
                                      <p:cBhvr>
                                        <p:cTn id="61" dur="2000" fill="hold"/>
                                        <p:tgtEl>
                                          <p:spTgt spid="29"/>
                                        </p:tgtEl>
                                        <p:attrNameLst>
                                          <p:attrName>ppt_x</p:attrName>
                                          <p:attrName>ppt_y</p:attrName>
                                        </p:attrNameLst>
                                      </p:cBhvr>
                                      <p:rCtr x="0" y="105"/>
                                    </p:animMotion>
                                  </p:childTnLst>
                                </p:cTn>
                              </p:par>
                            </p:childTnLst>
                          </p:cTn>
                        </p:par>
                      </p:childTnLst>
                    </p:cTn>
                  </p:par>
                  <p:par>
                    <p:cTn id="62" fill="hold">
                      <p:stCondLst>
                        <p:cond delay="indefinite"/>
                      </p:stCondLst>
                      <p:childTnLst>
                        <p:par>
                          <p:cTn id="63" fill="hold">
                            <p:stCondLst>
                              <p:cond delay="0"/>
                            </p:stCondLst>
                            <p:childTnLst>
                              <p:par>
                                <p:cTn id="64" presetID="63" presetClass="path" presetSubtype="0" accel="50000" decel="50000" fill="hold" nodeType="clickEffect">
                                  <p:stCondLst>
                                    <p:cond delay="0"/>
                                  </p:stCondLst>
                                  <p:childTnLst>
                                    <p:animMotion origin="layout" path="M 0.37639 -0.00209 L 0.52605 0.01896 " pathEditMode="relative" rAng="0" ptsTypes="AA">
                                      <p:cBhvr>
                                        <p:cTn id="65" dur="2000" fill="hold"/>
                                        <p:tgtEl>
                                          <p:spTgt spid="1026"/>
                                        </p:tgtEl>
                                        <p:attrNameLst>
                                          <p:attrName>ppt_x</p:attrName>
                                          <p:attrName>ppt_y</p:attrName>
                                        </p:attrNameLst>
                                      </p:cBhvr>
                                      <p:rCtr x="75" y="10"/>
                                    </p:animMotion>
                                  </p:childTnLst>
                                </p:cTn>
                              </p:par>
                              <p:par>
                                <p:cTn id="66" presetID="1" presetClass="entr" presetSubtype="0" fill="hold" nodeType="withEffect">
                                  <p:stCondLst>
                                    <p:cond delay="0"/>
                                  </p:stCondLst>
                                  <p:childTnLst>
                                    <p:set>
                                      <p:cBhvr>
                                        <p:cTn id="67" dur="1" fill="hold">
                                          <p:stCondLst>
                                            <p:cond delay="0"/>
                                          </p:stCondLst>
                                        </p:cTn>
                                        <p:tgtEl>
                                          <p:spTgt spid="34"/>
                                        </p:tgtEl>
                                        <p:attrNameLst>
                                          <p:attrName>style.visibility</p:attrName>
                                        </p:attrNameLst>
                                      </p:cBhvr>
                                      <p:to>
                                        <p:strVal val="visible"/>
                                      </p:to>
                                    </p:set>
                                  </p:childTnLst>
                                </p:cTn>
                              </p:par>
                              <p:par>
                                <p:cTn id="68" presetID="6" presetClass="emph" presetSubtype="0" fill="hold" nodeType="withEffect">
                                  <p:stCondLst>
                                    <p:cond delay="0"/>
                                  </p:stCondLst>
                                  <p:childTnLst>
                                    <p:animScale>
                                      <p:cBhvr>
                                        <p:cTn id="69" dur="2000" fill="hold"/>
                                        <p:tgtEl>
                                          <p:spTgt spid="1026"/>
                                        </p:tgtEl>
                                      </p:cBhvr>
                                      <p:by x="150000" y="150000"/>
                                    </p:animScale>
                                  </p:childTnLst>
                                </p:cTn>
                              </p:par>
                            </p:childTnLst>
                          </p:cTn>
                        </p:par>
                        <p:par>
                          <p:cTn id="70" fill="hold">
                            <p:stCondLst>
                              <p:cond delay="2000"/>
                            </p:stCondLst>
                            <p:childTnLst>
                              <p:par>
                                <p:cTn id="71" presetID="22" presetClass="entr" presetSubtype="8" fill="hold" nodeType="after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wipe(left)">
                                      <p:cBhvr>
                                        <p:cTn id="73" dur="500"/>
                                        <p:tgtEl>
                                          <p:spTgt spid="28"/>
                                        </p:tgtEl>
                                      </p:cBhvr>
                                    </p:animEffec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24"/>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25"/>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P spid="13" grpId="0"/>
      <p:bldP spid="14" grpId="0"/>
      <p:bldP spid="15" grpId="0"/>
      <p:bldP spid="16" grpId="0"/>
      <p:bldP spid="22" grpId="0"/>
      <p:bldP spid="24" grpId="0"/>
      <p:bldP spid="25" grpId="0"/>
      <p:bldP spid="27" grpId="0"/>
      <p:bldP spid="2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Ben\AppData\Local\Microsoft\Windows\Temporary Internet Files\Content.IE5\TW17W6A2\MC900433829[1].png"/>
          <p:cNvPicPr>
            <a:picLocks noChangeAspect="1" noChangeArrowheads="1"/>
          </p:cNvPicPr>
          <p:nvPr/>
        </p:nvPicPr>
        <p:blipFill>
          <a:blip r:embed="rId3" cstate="print"/>
          <a:srcRect/>
          <a:stretch>
            <a:fillRect/>
          </a:stretch>
        </p:blipFill>
        <p:spPr bwMode="auto">
          <a:xfrm>
            <a:off x="395536" y="332656"/>
            <a:ext cx="2332856" cy="2332856"/>
          </a:xfrm>
          <a:prstGeom prst="rect">
            <a:avLst/>
          </a:prstGeom>
          <a:noFill/>
        </p:spPr>
      </p:pic>
      <p:sp>
        <p:nvSpPr>
          <p:cNvPr id="4" name="TextBox 3"/>
          <p:cNvSpPr txBox="1"/>
          <p:nvPr/>
        </p:nvSpPr>
        <p:spPr>
          <a:xfrm>
            <a:off x="1403648" y="275164"/>
            <a:ext cx="946093" cy="1569660"/>
          </a:xfrm>
          <a:prstGeom prst="rect">
            <a:avLst/>
          </a:prstGeom>
          <a:noFill/>
        </p:spPr>
        <p:txBody>
          <a:bodyPr wrap="none" rtlCol="0">
            <a:spAutoFit/>
          </a:bodyPr>
          <a:lstStyle/>
          <a:p>
            <a:r>
              <a:rPr lang="en-GB" sz="9600" dirty="0">
                <a:latin typeface="Aharoni" pitchFamily="2" charset="-79"/>
                <a:cs typeface="Aharoni" pitchFamily="2" charset="-79"/>
              </a:rPr>
              <a:t>B</a:t>
            </a:r>
          </a:p>
        </p:txBody>
      </p:sp>
      <p:sp>
        <p:nvSpPr>
          <p:cNvPr id="10" name="TextBox 9"/>
          <p:cNvSpPr txBox="1"/>
          <p:nvPr/>
        </p:nvSpPr>
        <p:spPr>
          <a:xfrm>
            <a:off x="2411760" y="2435404"/>
            <a:ext cx="1005403" cy="1569660"/>
          </a:xfrm>
          <a:prstGeom prst="rect">
            <a:avLst/>
          </a:prstGeom>
          <a:noFill/>
        </p:spPr>
        <p:txBody>
          <a:bodyPr wrap="none" rtlCol="0">
            <a:spAutoFit/>
          </a:bodyPr>
          <a:lstStyle/>
          <a:p>
            <a:r>
              <a:rPr lang="en-GB" sz="9600" dirty="0">
                <a:latin typeface="Arial Black" pitchFamily="34" charset="0"/>
                <a:cs typeface="Aharoni" pitchFamily="2" charset="-79"/>
              </a:rPr>
              <a:t>4</a:t>
            </a:r>
          </a:p>
        </p:txBody>
      </p:sp>
      <p:sp>
        <p:nvSpPr>
          <p:cNvPr id="12" name="TextBox 11"/>
          <p:cNvSpPr txBox="1"/>
          <p:nvPr/>
        </p:nvSpPr>
        <p:spPr>
          <a:xfrm>
            <a:off x="2632858" y="275164"/>
            <a:ext cx="570990" cy="1569660"/>
          </a:xfrm>
          <a:prstGeom prst="rect">
            <a:avLst/>
          </a:prstGeom>
          <a:noFill/>
        </p:spPr>
        <p:txBody>
          <a:bodyPr wrap="none" rtlCol="0">
            <a:spAutoFit/>
          </a:bodyPr>
          <a:lstStyle/>
          <a:p>
            <a:r>
              <a:rPr lang="en-GB" sz="9600" dirty="0">
                <a:latin typeface="Aharoni" pitchFamily="2" charset="-79"/>
                <a:cs typeface="Aharoni" pitchFamily="2" charset="-79"/>
              </a:rPr>
              <a:t>I</a:t>
            </a:r>
          </a:p>
        </p:txBody>
      </p:sp>
      <p:sp>
        <p:nvSpPr>
          <p:cNvPr id="13" name="TextBox 12"/>
          <p:cNvSpPr txBox="1"/>
          <p:nvPr/>
        </p:nvSpPr>
        <p:spPr>
          <a:xfrm>
            <a:off x="3603338" y="275164"/>
            <a:ext cx="1040670" cy="1569660"/>
          </a:xfrm>
          <a:prstGeom prst="rect">
            <a:avLst/>
          </a:prstGeom>
          <a:noFill/>
        </p:spPr>
        <p:txBody>
          <a:bodyPr wrap="none" rtlCol="0">
            <a:spAutoFit/>
          </a:bodyPr>
          <a:lstStyle/>
          <a:p>
            <a:r>
              <a:rPr lang="en-GB" sz="9600" dirty="0">
                <a:latin typeface="Aharoni" pitchFamily="2" charset="-79"/>
                <a:cs typeface="Aharoni" pitchFamily="2" charset="-79"/>
              </a:rPr>
              <a:t>D</a:t>
            </a:r>
          </a:p>
        </p:txBody>
      </p:sp>
      <p:sp>
        <p:nvSpPr>
          <p:cNvPr id="14" name="TextBox 13"/>
          <p:cNvSpPr txBox="1"/>
          <p:nvPr/>
        </p:nvSpPr>
        <p:spPr>
          <a:xfrm>
            <a:off x="4571556" y="275164"/>
            <a:ext cx="1311578" cy="1569660"/>
          </a:xfrm>
          <a:prstGeom prst="rect">
            <a:avLst/>
          </a:prstGeom>
          <a:noFill/>
        </p:spPr>
        <p:txBody>
          <a:bodyPr wrap="none" rtlCol="0">
            <a:spAutoFit/>
          </a:bodyPr>
          <a:lstStyle/>
          <a:p>
            <a:r>
              <a:rPr lang="en-GB" sz="9600" dirty="0">
                <a:latin typeface="Aharoni" pitchFamily="2" charset="-79"/>
                <a:cs typeface="Aharoni" pitchFamily="2" charset="-79"/>
              </a:rPr>
              <a:t>M</a:t>
            </a:r>
          </a:p>
        </p:txBody>
      </p:sp>
      <p:sp>
        <p:nvSpPr>
          <p:cNvPr id="15" name="TextBox 14"/>
          <p:cNvSpPr txBox="1"/>
          <p:nvPr/>
        </p:nvSpPr>
        <p:spPr>
          <a:xfrm>
            <a:off x="6033977" y="275164"/>
            <a:ext cx="1058303" cy="1569660"/>
          </a:xfrm>
          <a:prstGeom prst="rect">
            <a:avLst/>
          </a:prstGeom>
          <a:noFill/>
        </p:spPr>
        <p:txBody>
          <a:bodyPr wrap="none" rtlCol="0">
            <a:spAutoFit/>
          </a:bodyPr>
          <a:lstStyle/>
          <a:p>
            <a:r>
              <a:rPr lang="en-GB" sz="9600" dirty="0">
                <a:latin typeface="Aharoni" pitchFamily="2" charset="-79"/>
                <a:cs typeface="Aharoni" pitchFamily="2" charset="-79"/>
              </a:rPr>
              <a:t>A</a:t>
            </a:r>
          </a:p>
        </p:txBody>
      </p:sp>
      <p:sp>
        <p:nvSpPr>
          <p:cNvPr id="16" name="TextBox 15"/>
          <p:cNvSpPr txBox="1"/>
          <p:nvPr/>
        </p:nvSpPr>
        <p:spPr>
          <a:xfrm>
            <a:off x="6948264" y="275164"/>
            <a:ext cx="888385" cy="1569660"/>
          </a:xfrm>
          <a:prstGeom prst="rect">
            <a:avLst/>
          </a:prstGeom>
          <a:noFill/>
        </p:spPr>
        <p:txBody>
          <a:bodyPr wrap="none" rtlCol="0">
            <a:spAutoFit/>
          </a:bodyPr>
          <a:lstStyle/>
          <a:p>
            <a:r>
              <a:rPr lang="en-GB" sz="9600" dirty="0">
                <a:latin typeface="Aharoni" pitchFamily="2" charset="-79"/>
                <a:cs typeface="Aharoni" pitchFamily="2" charset="-79"/>
              </a:rPr>
              <a:t>S</a:t>
            </a:r>
          </a:p>
        </p:txBody>
      </p:sp>
      <p:sp>
        <p:nvSpPr>
          <p:cNvPr id="20" name="TextBox 19"/>
          <p:cNvSpPr txBox="1"/>
          <p:nvPr/>
        </p:nvSpPr>
        <p:spPr>
          <a:xfrm>
            <a:off x="6166899" y="2564904"/>
            <a:ext cx="997389" cy="1569660"/>
          </a:xfrm>
          <a:prstGeom prst="rect">
            <a:avLst/>
          </a:prstGeom>
          <a:noFill/>
        </p:spPr>
        <p:txBody>
          <a:bodyPr wrap="none" rtlCol="0">
            <a:spAutoFit/>
          </a:bodyPr>
          <a:lstStyle/>
          <a:p>
            <a:r>
              <a:rPr lang="en-GB" sz="9600" dirty="0">
                <a:latin typeface="Arial Black" pitchFamily="34" charset="0"/>
                <a:cs typeface="Aharoni" pitchFamily="2" charset="-79"/>
              </a:rPr>
              <a:t>=</a:t>
            </a:r>
          </a:p>
        </p:txBody>
      </p:sp>
      <p:sp>
        <p:nvSpPr>
          <p:cNvPr id="21" name="TextBox 20"/>
          <p:cNvSpPr txBox="1"/>
          <p:nvPr/>
        </p:nvSpPr>
        <p:spPr>
          <a:xfrm>
            <a:off x="3563888" y="2492896"/>
            <a:ext cx="2784737" cy="1569660"/>
          </a:xfrm>
          <a:prstGeom prst="rect">
            <a:avLst/>
          </a:prstGeom>
          <a:noFill/>
        </p:spPr>
        <p:txBody>
          <a:bodyPr wrap="none" rtlCol="0">
            <a:spAutoFit/>
          </a:bodyPr>
          <a:lstStyle/>
          <a:p>
            <a:r>
              <a:rPr lang="en-GB" sz="9600" dirty="0">
                <a:latin typeface="Arial Black" pitchFamily="34" charset="0"/>
                <a:cs typeface="Aharoni" pitchFamily="2" charset="-79"/>
              </a:rPr>
              <a:t>x 3</a:t>
            </a:r>
            <a:r>
              <a:rPr lang="en-GB" sz="9600" baseline="30000" dirty="0">
                <a:latin typeface="Arial Black" pitchFamily="34" charset="0"/>
                <a:cs typeface="Aharoni" pitchFamily="2" charset="-79"/>
              </a:rPr>
              <a:t>2</a:t>
            </a:r>
          </a:p>
        </p:txBody>
      </p:sp>
      <p:sp>
        <p:nvSpPr>
          <p:cNvPr id="22" name="TextBox 21"/>
          <p:cNvSpPr txBox="1"/>
          <p:nvPr/>
        </p:nvSpPr>
        <p:spPr>
          <a:xfrm>
            <a:off x="4862741" y="3947572"/>
            <a:ext cx="1005403" cy="1569660"/>
          </a:xfrm>
          <a:prstGeom prst="rect">
            <a:avLst/>
          </a:prstGeom>
          <a:noFill/>
        </p:spPr>
        <p:txBody>
          <a:bodyPr wrap="none" rtlCol="0">
            <a:spAutoFit/>
          </a:bodyPr>
          <a:lstStyle/>
          <a:p>
            <a:r>
              <a:rPr lang="en-GB" sz="9600" dirty="0">
                <a:latin typeface="Arial Black" pitchFamily="34" charset="0"/>
                <a:cs typeface="Aharoni" pitchFamily="2" charset="-79"/>
              </a:rPr>
              <a:t>9</a:t>
            </a:r>
          </a:p>
        </p:txBody>
      </p:sp>
      <p:sp>
        <p:nvSpPr>
          <p:cNvPr id="24" name="TextBox 23"/>
          <p:cNvSpPr txBox="1"/>
          <p:nvPr/>
        </p:nvSpPr>
        <p:spPr>
          <a:xfrm>
            <a:off x="6012160" y="4005064"/>
            <a:ext cx="997389" cy="1569660"/>
          </a:xfrm>
          <a:prstGeom prst="rect">
            <a:avLst/>
          </a:prstGeom>
          <a:noFill/>
        </p:spPr>
        <p:txBody>
          <a:bodyPr wrap="none" rtlCol="0">
            <a:spAutoFit/>
          </a:bodyPr>
          <a:lstStyle/>
          <a:p>
            <a:r>
              <a:rPr lang="en-GB" sz="9600" dirty="0">
                <a:latin typeface="Arial Black" pitchFamily="34" charset="0"/>
                <a:cs typeface="Aharoni" pitchFamily="2" charset="-79"/>
              </a:rPr>
              <a:t>=</a:t>
            </a:r>
          </a:p>
        </p:txBody>
      </p:sp>
      <p:sp>
        <p:nvSpPr>
          <p:cNvPr id="25" name="TextBox 24"/>
          <p:cNvSpPr txBox="1"/>
          <p:nvPr/>
        </p:nvSpPr>
        <p:spPr>
          <a:xfrm>
            <a:off x="7020272" y="4005064"/>
            <a:ext cx="1826141" cy="1569660"/>
          </a:xfrm>
          <a:prstGeom prst="rect">
            <a:avLst/>
          </a:prstGeom>
          <a:noFill/>
        </p:spPr>
        <p:txBody>
          <a:bodyPr wrap="none" rtlCol="0">
            <a:spAutoFit/>
          </a:bodyPr>
          <a:lstStyle/>
          <a:p>
            <a:r>
              <a:rPr lang="en-GB" sz="9600" dirty="0">
                <a:latin typeface="Arial Black" pitchFamily="34" charset="0"/>
                <a:cs typeface="Aharoni" pitchFamily="2" charset="-79"/>
              </a:rPr>
              <a:t>36</a:t>
            </a:r>
          </a:p>
        </p:txBody>
      </p:sp>
      <p:cxnSp>
        <p:nvCxnSpPr>
          <p:cNvPr id="26" name="Straight Connector 25"/>
          <p:cNvCxnSpPr/>
          <p:nvPr/>
        </p:nvCxnSpPr>
        <p:spPr>
          <a:xfrm>
            <a:off x="4644008" y="3933056"/>
            <a:ext cx="1512168"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2339752" y="5373216"/>
            <a:ext cx="36004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2411760" y="2420888"/>
            <a:ext cx="1005403" cy="1569660"/>
          </a:xfrm>
          <a:prstGeom prst="rect">
            <a:avLst/>
          </a:prstGeom>
          <a:noFill/>
        </p:spPr>
        <p:txBody>
          <a:bodyPr wrap="none" rtlCol="0">
            <a:spAutoFit/>
          </a:bodyPr>
          <a:lstStyle/>
          <a:p>
            <a:r>
              <a:rPr lang="en-GB" sz="9600" dirty="0">
                <a:latin typeface="Arial Black" pitchFamily="34" charset="0"/>
                <a:cs typeface="Aharoni" pitchFamily="2" charset="-79"/>
              </a:rPr>
              <a:t>4</a:t>
            </a:r>
          </a:p>
        </p:txBody>
      </p:sp>
      <p:pic>
        <p:nvPicPr>
          <p:cNvPr id="2050" name="Picture 2" descr="C:\Users\Ben\AppData\Local\Microsoft\Windows\Temporary Internet Files\Content.IE5\TW17W6A2\MC900434713[1].wmf"/>
          <p:cNvPicPr>
            <a:picLocks noChangeAspect="1" noChangeArrowheads="1"/>
          </p:cNvPicPr>
          <p:nvPr/>
        </p:nvPicPr>
        <p:blipFill>
          <a:blip r:embed="rId4" cstate="print"/>
          <a:srcRect/>
          <a:stretch>
            <a:fillRect/>
          </a:stretch>
        </p:blipFill>
        <p:spPr bwMode="auto">
          <a:xfrm>
            <a:off x="1547664" y="620688"/>
            <a:ext cx="657572" cy="689262"/>
          </a:xfrm>
          <a:prstGeom prst="rect">
            <a:avLst/>
          </a:prstGeom>
          <a:noFill/>
        </p:spPr>
      </p:pic>
      <p:pic>
        <p:nvPicPr>
          <p:cNvPr id="32" name="Picture 2" descr="C:\Users\Ben\AppData\Local\Microsoft\Windows\Temporary Internet Files\Content.IE5\TW17W6A2\MC900434713[1].wmf"/>
          <p:cNvPicPr>
            <a:picLocks noChangeAspect="1" noChangeArrowheads="1"/>
          </p:cNvPicPr>
          <p:nvPr/>
        </p:nvPicPr>
        <p:blipFill>
          <a:blip r:embed="rId4" cstate="print"/>
          <a:srcRect/>
          <a:stretch>
            <a:fillRect/>
          </a:stretch>
        </p:blipFill>
        <p:spPr bwMode="auto">
          <a:xfrm>
            <a:off x="2555776" y="620688"/>
            <a:ext cx="657572" cy="689262"/>
          </a:xfrm>
          <a:prstGeom prst="rect">
            <a:avLst/>
          </a:prstGeom>
          <a:noFill/>
        </p:spPr>
      </p:pic>
      <p:pic>
        <p:nvPicPr>
          <p:cNvPr id="33" name="Picture 2" descr="C:\Users\Ben\AppData\Local\Microsoft\Windows\Temporary Internet Files\Content.IE5\TW17W6A2\MC900434713[1].wmf"/>
          <p:cNvPicPr>
            <a:picLocks noChangeAspect="1" noChangeArrowheads="1"/>
          </p:cNvPicPr>
          <p:nvPr/>
        </p:nvPicPr>
        <p:blipFill>
          <a:blip r:embed="rId4" cstate="print"/>
          <a:srcRect/>
          <a:stretch>
            <a:fillRect/>
          </a:stretch>
        </p:blipFill>
        <p:spPr bwMode="auto">
          <a:xfrm>
            <a:off x="3779912" y="620688"/>
            <a:ext cx="657572" cy="689262"/>
          </a:xfrm>
          <a:prstGeom prst="rect">
            <a:avLst/>
          </a:prstGeom>
          <a:noFill/>
        </p:spPr>
      </p:pic>
      <p:pic>
        <p:nvPicPr>
          <p:cNvPr id="34" name="Picture 2" descr="C:\Users\Ben\AppData\Local\Microsoft\Windows\Temporary Internet Files\Content.IE5\TW17W6A2\MC900434713[1].wmf"/>
          <p:cNvPicPr>
            <a:picLocks noChangeAspect="1" noChangeArrowheads="1"/>
          </p:cNvPicPr>
          <p:nvPr/>
        </p:nvPicPr>
        <p:blipFill>
          <a:blip r:embed="rId4" cstate="print"/>
          <a:srcRect/>
          <a:stretch>
            <a:fillRect/>
          </a:stretch>
        </p:blipFill>
        <p:spPr bwMode="auto">
          <a:xfrm>
            <a:off x="4932040" y="548680"/>
            <a:ext cx="657572" cy="689262"/>
          </a:xfrm>
          <a:prstGeom prst="rect">
            <a:avLst/>
          </a:prstGeom>
          <a:noFill/>
        </p:spPr>
      </p:pic>
      <p:pic>
        <p:nvPicPr>
          <p:cNvPr id="35" name="Picture 2" descr="C:\Users\Ben\AppData\Local\Microsoft\Windows\Temporary Internet Files\Content.IE5\TW17W6A2\MC900434713[1].wmf"/>
          <p:cNvPicPr>
            <a:picLocks noChangeAspect="1" noChangeArrowheads="1"/>
          </p:cNvPicPr>
          <p:nvPr/>
        </p:nvPicPr>
        <p:blipFill>
          <a:blip r:embed="rId4" cstate="print"/>
          <a:srcRect/>
          <a:stretch>
            <a:fillRect/>
          </a:stretch>
        </p:blipFill>
        <p:spPr bwMode="auto">
          <a:xfrm>
            <a:off x="6660232" y="548680"/>
            <a:ext cx="657572" cy="689262"/>
          </a:xfrm>
          <a:prstGeom prst="rect">
            <a:avLst/>
          </a:prstGeom>
          <a:noFill/>
        </p:spPr>
      </p:pic>
      <p:sp>
        <p:nvSpPr>
          <p:cNvPr id="38" name="TextBox 37"/>
          <p:cNvSpPr txBox="1"/>
          <p:nvPr/>
        </p:nvSpPr>
        <p:spPr>
          <a:xfrm>
            <a:off x="3578878" y="2507412"/>
            <a:ext cx="1005403" cy="1569660"/>
          </a:xfrm>
          <a:prstGeom prst="rect">
            <a:avLst/>
          </a:prstGeom>
          <a:noFill/>
        </p:spPr>
        <p:txBody>
          <a:bodyPr wrap="none" rtlCol="0">
            <a:spAutoFit/>
          </a:bodyPr>
          <a:lstStyle/>
          <a:p>
            <a:r>
              <a:rPr lang="en-GB" sz="9600" dirty="0">
                <a:latin typeface="Arial Black" pitchFamily="34" charset="0"/>
                <a:cs typeface="Aharoni" pitchFamily="2" charset="-79"/>
              </a:rPr>
              <a:t>x</a:t>
            </a:r>
          </a:p>
        </p:txBody>
      </p:sp>
      <p:sp>
        <p:nvSpPr>
          <p:cNvPr id="2" name="Footer Placeholder 1"/>
          <p:cNvSpPr>
            <a:spLocks noGrp="1"/>
          </p:cNvSpPr>
          <p:nvPr>
            <p:ph type="ftr" sz="quarter" idx="11"/>
          </p:nvPr>
        </p:nvSpPr>
        <p:spPr/>
        <p:txBody>
          <a:bodyPr/>
          <a:lstStyle/>
          <a:p>
            <a:r>
              <a:rPr lang="en-GB"/>
              <a:t>T Malik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to="" calcmode="lin" valueType="num">
                                      <p:cBhvr>
                                        <p:cTn id="7" dur="1" fill="hold"/>
                                        <p:tgtEl>
                                          <p:spTgt spid="4"/>
                                        </p:tgtEl>
                                        <p:attrNameLst>
                                          <p:attrName/>
                                        </p:attrNameLst>
                                      </p:cBhvr>
                                    </p:anim>
                                  </p:childTnLst>
                                </p:cTn>
                              </p:par>
                              <p:par>
                                <p:cTn id="8" presetID="24"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 to="" calcmode="lin" valueType="num">
                                      <p:cBhvr>
                                        <p:cTn id="10" dur="1" fill="hold"/>
                                        <p:tgtEl>
                                          <p:spTgt spid="12"/>
                                        </p:tgtEl>
                                        <p:attrNameLst>
                                          <p:attrName/>
                                        </p:attrNameLst>
                                      </p:cBhvr>
                                    </p:anim>
                                  </p:childTnLst>
                                </p:cTn>
                              </p:par>
                              <p:par>
                                <p:cTn id="11" presetID="24"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 to="" calcmode="lin" valueType="num">
                                      <p:cBhvr>
                                        <p:cTn id="13" dur="1" fill="hold"/>
                                        <p:tgtEl>
                                          <p:spTgt spid="13"/>
                                        </p:tgtEl>
                                        <p:attrNameLst>
                                          <p:attrName/>
                                        </p:attrNameLst>
                                      </p:cBhvr>
                                    </p:anim>
                                  </p:childTnLst>
                                </p:cTn>
                              </p:par>
                              <p:par>
                                <p:cTn id="14" presetID="24"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 to="" calcmode="lin" valueType="num">
                                      <p:cBhvr>
                                        <p:cTn id="16" dur="1" fill="hold"/>
                                        <p:tgtEl>
                                          <p:spTgt spid="14"/>
                                        </p:tgtEl>
                                        <p:attrNameLst>
                                          <p:attrName/>
                                        </p:attrNameLst>
                                      </p:cBhvr>
                                    </p:anim>
                                  </p:childTnLst>
                                </p:cTn>
                              </p:par>
                              <p:par>
                                <p:cTn id="17" presetID="24"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 to="" calcmode="lin" valueType="num">
                                      <p:cBhvr>
                                        <p:cTn id="19" dur="1" fill="hold"/>
                                        <p:tgtEl>
                                          <p:spTgt spid="15"/>
                                        </p:tgtEl>
                                        <p:attrNameLst>
                                          <p:attrName/>
                                        </p:attrNameLst>
                                      </p:cBhvr>
                                    </p:anim>
                                  </p:childTnLst>
                                </p:cTn>
                              </p:par>
                              <p:par>
                                <p:cTn id="20" presetID="24"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 to="" calcmode="lin" valueType="num">
                                      <p:cBhvr>
                                        <p:cTn id="22" dur="1" fill="hold"/>
                                        <p:tgtEl>
                                          <p:spTgt spid="16"/>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026"/>
                                        </p:tgtEl>
                                        <p:attrNameLst>
                                          <p:attrName>style.visibility</p:attrName>
                                        </p:attrNameLst>
                                      </p:cBhvr>
                                      <p:to>
                                        <p:strVal val="visible"/>
                                      </p:to>
                                    </p:set>
                                    <p:animEffect transition="in" filter="fade">
                                      <p:cBhvr>
                                        <p:cTn id="27" dur="1000"/>
                                        <p:tgtEl>
                                          <p:spTgt spid="1026"/>
                                        </p:tgtEl>
                                      </p:cBhvr>
                                    </p:animEffect>
                                    <p:anim calcmode="lin" valueType="num">
                                      <p:cBhvr>
                                        <p:cTn id="28" dur="1000" fill="hold"/>
                                        <p:tgtEl>
                                          <p:spTgt spid="1026"/>
                                        </p:tgtEl>
                                        <p:attrNameLst>
                                          <p:attrName>ppt_x</p:attrName>
                                        </p:attrNameLst>
                                      </p:cBhvr>
                                      <p:tavLst>
                                        <p:tav tm="0">
                                          <p:val>
                                            <p:strVal val="#ppt_x"/>
                                          </p:val>
                                        </p:tav>
                                        <p:tav tm="100000">
                                          <p:val>
                                            <p:strVal val="#ppt_x"/>
                                          </p:val>
                                        </p:tav>
                                      </p:tavLst>
                                    </p:anim>
                                    <p:anim calcmode="lin" valueType="num">
                                      <p:cBhvr>
                                        <p:cTn id="29"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63" presetClass="path" presetSubtype="0" accel="50000" decel="50000" fill="hold" nodeType="clickEffect">
                                  <p:stCondLst>
                                    <p:cond delay="0"/>
                                  </p:stCondLst>
                                  <p:childTnLst>
                                    <p:animMotion origin="layout" path="M -3.33333E-6 4.10405E-6 L 0.12448 -0.00209 " pathEditMode="relative" rAng="0" ptsTypes="AA">
                                      <p:cBhvr>
                                        <p:cTn id="33" dur="2000" fill="hold"/>
                                        <p:tgtEl>
                                          <p:spTgt spid="1026"/>
                                        </p:tgtEl>
                                        <p:attrNameLst>
                                          <p:attrName>ppt_x</p:attrName>
                                          <p:attrName>ppt_y</p:attrName>
                                        </p:attrNameLst>
                                      </p:cBhvr>
                                      <p:rCtr x="62" y="-1"/>
                                    </p:animMotion>
                                  </p:childTnLst>
                                </p:cTn>
                              </p:par>
                            </p:childTnLst>
                          </p:cTn>
                        </p:par>
                        <p:par>
                          <p:cTn id="34" fill="hold">
                            <p:stCondLst>
                              <p:cond delay="2000"/>
                            </p:stCondLst>
                            <p:childTnLst>
                              <p:par>
                                <p:cTn id="35" presetID="22" presetClass="entr" presetSubtype="8" fill="hold" nodeType="after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wipe(left)">
                                      <p:cBhvr>
                                        <p:cTn id="37" dur="500"/>
                                        <p:tgtEl>
                                          <p:spTgt spid="26"/>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42" presetClass="path" presetSubtype="0" accel="50000" decel="50000" fill="hold" grpId="0" nodeType="clickEffect">
                                  <p:stCondLst>
                                    <p:cond delay="0"/>
                                  </p:stCondLst>
                                  <p:childTnLst>
                                    <p:animMotion origin="layout" path="M 2.5E-6 -8.09249E-7 L -0.00087 0.23191 " pathEditMode="relative" rAng="0" ptsTypes="AA">
                                      <p:cBhvr>
                                        <p:cTn id="45" dur="2000" fill="hold"/>
                                        <p:tgtEl>
                                          <p:spTgt spid="27"/>
                                        </p:tgtEl>
                                        <p:attrNameLst>
                                          <p:attrName>ppt_x</p:attrName>
                                          <p:attrName>ppt_y</p:attrName>
                                        </p:attrNameLst>
                                      </p:cBhvr>
                                      <p:rCtr x="-1" y="116"/>
                                    </p:animMotion>
                                  </p:childTnLst>
                                </p:cTn>
                              </p:par>
                              <p:par>
                                <p:cTn id="46" presetID="42" presetClass="path" presetSubtype="0" accel="50000" decel="50000" fill="hold" grpId="0" nodeType="withEffect">
                                  <p:stCondLst>
                                    <p:cond delay="0"/>
                                  </p:stCondLst>
                                  <p:childTnLst>
                                    <p:animMotion origin="layout" path="M 2.5E-6 -8.09249E-7 L -0.00087 0.23191 " pathEditMode="relative" rAng="0" ptsTypes="AA">
                                      <p:cBhvr>
                                        <p:cTn id="47" dur="2000" fill="hold"/>
                                        <p:tgtEl>
                                          <p:spTgt spid="38"/>
                                        </p:tgtEl>
                                        <p:attrNameLst>
                                          <p:attrName>ppt_x</p:attrName>
                                          <p:attrName>ppt_y</p:attrName>
                                        </p:attrNameLst>
                                      </p:cBhvr>
                                      <p:rCtr x="-1" y="116"/>
                                    </p:animMotion>
                                  </p:childTnLst>
                                </p:cTn>
                              </p:par>
                              <p:par>
                                <p:cTn id="48" presetID="1" presetClass="entr" presetSubtype="0" fill="hold" nodeType="withEffect">
                                  <p:stCondLst>
                                    <p:cond delay="0"/>
                                  </p:stCondLst>
                                  <p:childTnLst>
                                    <p:set>
                                      <p:cBhvr>
                                        <p:cTn id="49" dur="1" fill="hold">
                                          <p:stCondLst>
                                            <p:cond delay="0"/>
                                          </p:stCondLst>
                                        </p:cTn>
                                        <p:tgtEl>
                                          <p:spTgt spid="2050"/>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63" presetClass="path" presetSubtype="0" accel="50000" decel="50000" fill="hold" nodeType="clickEffect">
                                  <p:stCondLst>
                                    <p:cond delay="0"/>
                                  </p:stCondLst>
                                  <p:childTnLst>
                                    <p:animMotion origin="layout" path="M 0.12448 -0.00209 L 0.24254 -0.00209 " pathEditMode="relative" rAng="0" ptsTypes="AA">
                                      <p:cBhvr>
                                        <p:cTn id="53" dur="2000" fill="hold"/>
                                        <p:tgtEl>
                                          <p:spTgt spid="1026"/>
                                        </p:tgtEl>
                                        <p:attrNameLst>
                                          <p:attrName>ppt_x</p:attrName>
                                          <p:attrName>ppt_y</p:attrName>
                                        </p:attrNameLst>
                                      </p:cBhvr>
                                      <p:rCtr x="59" y="0"/>
                                    </p:animMotion>
                                  </p:childTnLst>
                                </p:cTn>
                              </p:par>
                              <p:par>
                                <p:cTn id="54" presetID="1" presetClass="entr" presetSubtype="0" fill="hold" nodeType="withEffect">
                                  <p:stCondLst>
                                    <p:cond delay="0"/>
                                  </p:stCondLst>
                                  <p:childTnLst>
                                    <p:set>
                                      <p:cBhvr>
                                        <p:cTn id="55" dur="1" fill="hold">
                                          <p:stCondLst>
                                            <p:cond delay="0"/>
                                          </p:stCondLst>
                                        </p:cTn>
                                        <p:tgtEl>
                                          <p:spTgt spid="32"/>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63" presetClass="path" presetSubtype="0" accel="50000" decel="50000" fill="hold" nodeType="clickEffect">
                                  <p:stCondLst>
                                    <p:cond delay="0"/>
                                  </p:stCondLst>
                                  <p:childTnLst>
                                    <p:animMotion origin="layout" path="M 0.24254 -0.00209 L 0.37639 -0.00209 " pathEditMode="relative" rAng="0" ptsTypes="AA">
                                      <p:cBhvr>
                                        <p:cTn id="59" dur="2000" fill="hold"/>
                                        <p:tgtEl>
                                          <p:spTgt spid="1026"/>
                                        </p:tgtEl>
                                        <p:attrNameLst>
                                          <p:attrName>ppt_x</p:attrName>
                                          <p:attrName>ppt_y</p:attrName>
                                        </p:attrNameLst>
                                      </p:cBhvr>
                                      <p:rCtr x="67" y="0"/>
                                    </p:animMotion>
                                  </p:childTnLst>
                                </p:cTn>
                              </p:par>
                              <p:par>
                                <p:cTn id="60" presetID="1" presetClass="entr" presetSubtype="0" fill="hold" nodeType="withEffect">
                                  <p:stCondLst>
                                    <p:cond delay="0"/>
                                  </p:stCondLst>
                                  <p:childTnLst>
                                    <p:set>
                                      <p:cBhvr>
                                        <p:cTn id="61" dur="1" fill="hold">
                                          <p:stCondLst>
                                            <p:cond delay="0"/>
                                          </p:stCondLst>
                                        </p:cTn>
                                        <p:tgtEl>
                                          <p:spTgt spid="33"/>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63" presetClass="path" presetSubtype="0" accel="50000" decel="50000" fill="hold" nodeType="clickEffect">
                                  <p:stCondLst>
                                    <p:cond delay="0"/>
                                  </p:stCondLst>
                                  <p:childTnLst>
                                    <p:animMotion origin="layout" path="M 0.37639 -0.00209 L 0.52605 0.01896 " pathEditMode="relative" rAng="0" ptsTypes="AA">
                                      <p:cBhvr>
                                        <p:cTn id="65" dur="2000" fill="hold"/>
                                        <p:tgtEl>
                                          <p:spTgt spid="1026"/>
                                        </p:tgtEl>
                                        <p:attrNameLst>
                                          <p:attrName>ppt_x</p:attrName>
                                          <p:attrName>ppt_y</p:attrName>
                                        </p:attrNameLst>
                                      </p:cBhvr>
                                      <p:rCtr x="75" y="10"/>
                                    </p:animMotion>
                                  </p:childTnLst>
                                </p:cTn>
                              </p:par>
                              <p:par>
                                <p:cTn id="66" presetID="1" presetClass="entr" presetSubtype="0" fill="hold" nodeType="withEffect">
                                  <p:stCondLst>
                                    <p:cond delay="0"/>
                                  </p:stCondLst>
                                  <p:childTnLst>
                                    <p:set>
                                      <p:cBhvr>
                                        <p:cTn id="67" dur="1" fill="hold">
                                          <p:stCondLst>
                                            <p:cond delay="0"/>
                                          </p:stCondLst>
                                        </p:cTn>
                                        <p:tgtEl>
                                          <p:spTgt spid="34"/>
                                        </p:tgtEl>
                                        <p:attrNameLst>
                                          <p:attrName>style.visibility</p:attrName>
                                        </p:attrNameLst>
                                      </p:cBhvr>
                                      <p:to>
                                        <p:strVal val="visible"/>
                                      </p:to>
                                    </p:set>
                                  </p:childTnLst>
                                </p:cTn>
                              </p:par>
                              <p:par>
                                <p:cTn id="68" presetID="6" presetClass="emph" presetSubtype="0" fill="hold" nodeType="withEffect">
                                  <p:stCondLst>
                                    <p:cond delay="0"/>
                                  </p:stCondLst>
                                  <p:childTnLst>
                                    <p:animScale>
                                      <p:cBhvr>
                                        <p:cTn id="69" dur="2000" fill="hold"/>
                                        <p:tgtEl>
                                          <p:spTgt spid="1026"/>
                                        </p:tgtEl>
                                      </p:cBhvr>
                                      <p:by x="150000" y="150000"/>
                                    </p:animScale>
                                  </p:childTnLst>
                                </p:cTn>
                              </p:par>
                            </p:childTnLst>
                          </p:cTn>
                        </p:par>
                        <p:par>
                          <p:cTn id="70" fill="hold">
                            <p:stCondLst>
                              <p:cond delay="2000"/>
                            </p:stCondLst>
                            <p:childTnLst>
                              <p:par>
                                <p:cTn id="71" presetID="22" presetClass="entr" presetSubtype="8" fill="hold" nodeType="after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wipe(left)">
                                      <p:cBhvr>
                                        <p:cTn id="73" dur="500"/>
                                        <p:tgtEl>
                                          <p:spTgt spid="28"/>
                                        </p:tgtEl>
                                      </p:cBhvr>
                                    </p:animEffec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24"/>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25"/>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P spid="13" grpId="0"/>
      <p:bldP spid="14" grpId="0"/>
      <p:bldP spid="15" grpId="0"/>
      <p:bldP spid="16" grpId="0"/>
      <p:bldP spid="22" grpId="0"/>
      <p:bldP spid="24" grpId="0"/>
      <p:bldP spid="25" grpId="0"/>
      <p:bldP spid="27" grpId="0"/>
      <p:bldP spid="3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Ben\AppData\Local\Microsoft\Windows\Temporary Internet Files\Content.IE5\TW17W6A2\MC900433829[1].png"/>
          <p:cNvPicPr>
            <a:picLocks noChangeAspect="1" noChangeArrowheads="1"/>
          </p:cNvPicPr>
          <p:nvPr/>
        </p:nvPicPr>
        <p:blipFill>
          <a:blip r:embed="rId3" cstate="print"/>
          <a:srcRect/>
          <a:stretch>
            <a:fillRect/>
          </a:stretch>
        </p:blipFill>
        <p:spPr bwMode="auto">
          <a:xfrm>
            <a:off x="395536" y="332656"/>
            <a:ext cx="2332856" cy="2332856"/>
          </a:xfrm>
          <a:prstGeom prst="rect">
            <a:avLst/>
          </a:prstGeom>
          <a:noFill/>
        </p:spPr>
      </p:pic>
      <p:sp>
        <p:nvSpPr>
          <p:cNvPr id="4" name="TextBox 3"/>
          <p:cNvSpPr txBox="1"/>
          <p:nvPr/>
        </p:nvSpPr>
        <p:spPr>
          <a:xfrm>
            <a:off x="1403648" y="275164"/>
            <a:ext cx="946093" cy="1569660"/>
          </a:xfrm>
          <a:prstGeom prst="rect">
            <a:avLst/>
          </a:prstGeom>
          <a:noFill/>
        </p:spPr>
        <p:txBody>
          <a:bodyPr wrap="none" rtlCol="0">
            <a:spAutoFit/>
          </a:bodyPr>
          <a:lstStyle/>
          <a:p>
            <a:r>
              <a:rPr lang="en-GB" sz="9600" dirty="0">
                <a:latin typeface="Aharoni" pitchFamily="2" charset="-79"/>
                <a:cs typeface="Aharoni" pitchFamily="2" charset="-79"/>
              </a:rPr>
              <a:t>B</a:t>
            </a:r>
          </a:p>
        </p:txBody>
      </p:sp>
      <p:sp>
        <p:nvSpPr>
          <p:cNvPr id="10" name="TextBox 9"/>
          <p:cNvSpPr txBox="1"/>
          <p:nvPr/>
        </p:nvSpPr>
        <p:spPr>
          <a:xfrm>
            <a:off x="827584" y="2060848"/>
            <a:ext cx="800219" cy="1200329"/>
          </a:xfrm>
          <a:prstGeom prst="rect">
            <a:avLst/>
          </a:prstGeom>
          <a:noFill/>
        </p:spPr>
        <p:txBody>
          <a:bodyPr wrap="none" rtlCol="0">
            <a:spAutoFit/>
          </a:bodyPr>
          <a:lstStyle/>
          <a:p>
            <a:r>
              <a:rPr lang="en-GB" sz="7200" dirty="0">
                <a:latin typeface="Arial Black" pitchFamily="34" charset="0"/>
                <a:cs typeface="Aharoni" pitchFamily="2" charset="-79"/>
              </a:rPr>
              <a:t>3</a:t>
            </a:r>
          </a:p>
        </p:txBody>
      </p:sp>
      <p:sp>
        <p:nvSpPr>
          <p:cNvPr id="11" name="TextBox 10"/>
          <p:cNvSpPr txBox="1"/>
          <p:nvPr/>
        </p:nvSpPr>
        <p:spPr>
          <a:xfrm>
            <a:off x="1691680" y="2204864"/>
            <a:ext cx="793807" cy="1200329"/>
          </a:xfrm>
          <a:prstGeom prst="rect">
            <a:avLst/>
          </a:prstGeom>
          <a:noFill/>
        </p:spPr>
        <p:txBody>
          <a:bodyPr wrap="none" rtlCol="0">
            <a:spAutoFit/>
          </a:bodyPr>
          <a:lstStyle/>
          <a:p>
            <a:r>
              <a:rPr lang="en-GB" sz="7200" dirty="0">
                <a:latin typeface="Arial Black" pitchFamily="34" charset="0"/>
                <a:cs typeface="Aharoni" pitchFamily="2" charset="-79"/>
              </a:rPr>
              <a:t>+</a:t>
            </a:r>
          </a:p>
        </p:txBody>
      </p:sp>
      <p:sp>
        <p:nvSpPr>
          <p:cNvPr id="12" name="TextBox 11"/>
          <p:cNvSpPr txBox="1"/>
          <p:nvPr/>
        </p:nvSpPr>
        <p:spPr>
          <a:xfrm>
            <a:off x="2632858" y="275164"/>
            <a:ext cx="570990" cy="1569660"/>
          </a:xfrm>
          <a:prstGeom prst="rect">
            <a:avLst/>
          </a:prstGeom>
          <a:noFill/>
        </p:spPr>
        <p:txBody>
          <a:bodyPr wrap="none" rtlCol="0">
            <a:spAutoFit/>
          </a:bodyPr>
          <a:lstStyle/>
          <a:p>
            <a:r>
              <a:rPr lang="en-GB" sz="9600" dirty="0">
                <a:latin typeface="Aharoni" pitchFamily="2" charset="-79"/>
                <a:cs typeface="Aharoni" pitchFamily="2" charset="-79"/>
              </a:rPr>
              <a:t>I</a:t>
            </a:r>
          </a:p>
        </p:txBody>
      </p:sp>
      <p:sp>
        <p:nvSpPr>
          <p:cNvPr id="13" name="TextBox 12"/>
          <p:cNvSpPr txBox="1"/>
          <p:nvPr/>
        </p:nvSpPr>
        <p:spPr>
          <a:xfrm>
            <a:off x="3603338" y="275164"/>
            <a:ext cx="1040670" cy="1569660"/>
          </a:xfrm>
          <a:prstGeom prst="rect">
            <a:avLst/>
          </a:prstGeom>
          <a:noFill/>
        </p:spPr>
        <p:txBody>
          <a:bodyPr wrap="none" rtlCol="0">
            <a:spAutoFit/>
          </a:bodyPr>
          <a:lstStyle/>
          <a:p>
            <a:r>
              <a:rPr lang="en-GB" sz="9600" dirty="0">
                <a:latin typeface="Aharoni" pitchFamily="2" charset="-79"/>
                <a:cs typeface="Aharoni" pitchFamily="2" charset="-79"/>
              </a:rPr>
              <a:t>D</a:t>
            </a:r>
          </a:p>
        </p:txBody>
      </p:sp>
      <p:sp>
        <p:nvSpPr>
          <p:cNvPr id="14" name="TextBox 13"/>
          <p:cNvSpPr txBox="1"/>
          <p:nvPr/>
        </p:nvSpPr>
        <p:spPr>
          <a:xfrm>
            <a:off x="4571556" y="275164"/>
            <a:ext cx="1311578" cy="1569660"/>
          </a:xfrm>
          <a:prstGeom prst="rect">
            <a:avLst/>
          </a:prstGeom>
          <a:noFill/>
        </p:spPr>
        <p:txBody>
          <a:bodyPr wrap="none" rtlCol="0">
            <a:spAutoFit/>
          </a:bodyPr>
          <a:lstStyle/>
          <a:p>
            <a:r>
              <a:rPr lang="en-GB" sz="9600" dirty="0">
                <a:latin typeface="Aharoni" pitchFamily="2" charset="-79"/>
                <a:cs typeface="Aharoni" pitchFamily="2" charset="-79"/>
              </a:rPr>
              <a:t>M</a:t>
            </a:r>
          </a:p>
        </p:txBody>
      </p:sp>
      <p:sp>
        <p:nvSpPr>
          <p:cNvPr id="15" name="TextBox 14"/>
          <p:cNvSpPr txBox="1"/>
          <p:nvPr/>
        </p:nvSpPr>
        <p:spPr>
          <a:xfrm>
            <a:off x="6033977" y="275164"/>
            <a:ext cx="1058303" cy="1569660"/>
          </a:xfrm>
          <a:prstGeom prst="rect">
            <a:avLst/>
          </a:prstGeom>
          <a:noFill/>
        </p:spPr>
        <p:txBody>
          <a:bodyPr wrap="none" rtlCol="0">
            <a:spAutoFit/>
          </a:bodyPr>
          <a:lstStyle/>
          <a:p>
            <a:r>
              <a:rPr lang="en-GB" sz="9600" dirty="0">
                <a:latin typeface="Aharoni" pitchFamily="2" charset="-79"/>
                <a:cs typeface="Aharoni" pitchFamily="2" charset="-79"/>
              </a:rPr>
              <a:t>A</a:t>
            </a:r>
          </a:p>
        </p:txBody>
      </p:sp>
      <p:sp>
        <p:nvSpPr>
          <p:cNvPr id="16" name="TextBox 15"/>
          <p:cNvSpPr txBox="1"/>
          <p:nvPr/>
        </p:nvSpPr>
        <p:spPr>
          <a:xfrm>
            <a:off x="6948264" y="275164"/>
            <a:ext cx="888385" cy="1569660"/>
          </a:xfrm>
          <a:prstGeom prst="rect">
            <a:avLst/>
          </a:prstGeom>
          <a:noFill/>
        </p:spPr>
        <p:txBody>
          <a:bodyPr wrap="none" rtlCol="0">
            <a:spAutoFit/>
          </a:bodyPr>
          <a:lstStyle/>
          <a:p>
            <a:r>
              <a:rPr lang="en-GB" sz="9600" dirty="0">
                <a:latin typeface="Aharoni" pitchFamily="2" charset="-79"/>
                <a:cs typeface="Aharoni" pitchFamily="2" charset="-79"/>
              </a:rPr>
              <a:t>S</a:t>
            </a:r>
          </a:p>
        </p:txBody>
      </p:sp>
      <p:sp>
        <p:nvSpPr>
          <p:cNvPr id="17" name="TextBox 16"/>
          <p:cNvSpPr txBox="1"/>
          <p:nvPr/>
        </p:nvSpPr>
        <p:spPr>
          <a:xfrm>
            <a:off x="2411760" y="2060848"/>
            <a:ext cx="800219" cy="1200329"/>
          </a:xfrm>
          <a:prstGeom prst="rect">
            <a:avLst/>
          </a:prstGeom>
          <a:noFill/>
        </p:spPr>
        <p:txBody>
          <a:bodyPr wrap="none" rtlCol="0">
            <a:spAutoFit/>
          </a:bodyPr>
          <a:lstStyle/>
          <a:p>
            <a:r>
              <a:rPr lang="en-GB" sz="7200" dirty="0">
                <a:latin typeface="Arial Black" pitchFamily="34" charset="0"/>
                <a:cs typeface="Aharoni" pitchFamily="2" charset="-79"/>
              </a:rPr>
              <a:t>4</a:t>
            </a:r>
          </a:p>
        </p:txBody>
      </p:sp>
      <p:sp>
        <p:nvSpPr>
          <p:cNvPr id="20" name="TextBox 19"/>
          <p:cNvSpPr txBox="1"/>
          <p:nvPr/>
        </p:nvSpPr>
        <p:spPr>
          <a:xfrm>
            <a:off x="6444208" y="2132856"/>
            <a:ext cx="793807" cy="1200329"/>
          </a:xfrm>
          <a:prstGeom prst="rect">
            <a:avLst/>
          </a:prstGeom>
          <a:noFill/>
        </p:spPr>
        <p:txBody>
          <a:bodyPr wrap="none" rtlCol="0">
            <a:spAutoFit/>
          </a:bodyPr>
          <a:lstStyle/>
          <a:p>
            <a:r>
              <a:rPr lang="en-GB" sz="7200" dirty="0">
                <a:latin typeface="Arial Black" pitchFamily="34" charset="0"/>
                <a:cs typeface="Aharoni" pitchFamily="2" charset="-79"/>
              </a:rPr>
              <a:t>=</a:t>
            </a:r>
          </a:p>
        </p:txBody>
      </p:sp>
      <p:sp>
        <p:nvSpPr>
          <p:cNvPr id="21" name="TextBox 20"/>
          <p:cNvSpPr txBox="1"/>
          <p:nvPr/>
        </p:nvSpPr>
        <p:spPr>
          <a:xfrm>
            <a:off x="3131840" y="2087886"/>
            <a:ext cx="1723549" cy="1200329"/>
          </a:xfrm>
          <a:prstGeom prst="rect">
            <a:avLst/>
          </a:prstGeom>
          <a:noFill/>
        </p:spPr>
        <p:txBody>
          <a:bodyPr wrap="none" rtlCol="0">
            <a:spAutoFit/>
          </a:bodyPr>
          <a:lstStyle/>
          <a:p>
            <a:r>
              <a:rPr lang="en-GB" sz="7200" dirty="0">
                <a:latin typeface="Arial Black" pitchFamily="34" charset="0"/>
                <a:cs typeface="Aharoni" pitchFamily="2" charset="-79"/>
              </a:rPr>
              <a:t>x 3</a:t>
            </a:r>
          </a:p>
        </p:txBody>
      </p:sp>
      <p:sp>
        <p:nvSpPr>
          <p:cNvPr id="22" name="TextBox 21"/>
          <p:cNvSpPr txBox="1"/>
          <p:nvPr/>
        </p:nvSpPr>
        <p:spPr>
          <a:xfrm>
            <a:off x="2868196" y="3452807"/>
            <a:ext cx="1415772" cy="1200329"/>
          </a:xfrm>
          <a:prstGeom prst="rect">
            <a:avLst/>
          </a:prstGeom>
          <a:noFill/>
        </p:spPr>
        <p:txBody>
          <a:bodyPr wrap="none" rtlCol="0">
            <a:spAutoFit/>
          </a:bodyPr>
          <a:lstStyle/>
          <a:p>
            <a:r>
              <a:rPr lang="en-GB" sz="7200" dirty="0">
                <a:latin typeface="Arial Black" pitchFamily="34" charset="0"/>
                <a:cs typeface="Aharoni" pitchFamily="2" charset="-79"/>
              </a:rPr>
              <a:t>12</a:t>
            </a:r>
          </a:p>
        </p:txBody>
      </p:sp>
      <p:sp>
        <p:nvSpPr>
          <p:cNvPr id="24" name="TextBox 23"/>
          <p:cNvSpPr txBox="1"/>
          <p:nvPr/>
        </p:nvSpPr>
        <p:spPr>
          <a:xfrm>
            <a:off x="6444208" y="3596823"/>
            <a:ext cx="793807" cy="1200329"/>
          </a:xfrm>
          <a:prstGeom prst="rect">
            <a:avLst/>
          </a:prstGeom>
          <a:noFill/>
        </p:spPr>
        <p:txBody>
          <a:bodyPr wrap="none" rtlCol="0">
            <a:spAutoFit/>
          </a:bodyPr>
          <a:lstStyle/>
          <a:p>
            <a:r>
              <a:rPr lang="en-GB" sz="7200" dirty="0">
                <a:latin typeface="Arial Black" pitchFamily="34" charset="0"/>
                <a:cs typeface="Aharoni" pitchFamily="2" charset="-79"/>
              </a:rPr>
              <a:t>=</a:t>
            </a:r>
          </a:p>
        </p:txBody>
      </p:sp>
      <p:sp>
        <p:nvSpPr>
          <p:cNvPr id="25" name="TextBox 24"/>
          <p:cNvSpPr txBox="1"/>
          <p:nvPr/>
        </p:nvSpPr>
        <p:spPr>
          <a:xfrm>
            <a:off x="7548716" y="3645024"/>
            <a:ext cx="1415772" cy="1200329"/>
          </a:xfrm>
          <a:prstGeom prst="rect">
            <a:avLst/>
          </a:prstGeom>
          <a:noFill/>
        </p:spPr>
        <p:txBody>
          <a:bodyPr wrap="none" rtlCol="0">
            <a:spAutoFit/>
          </a:bodyPr>
          <a:lstStyle/>
          <a:p>
            <a:r>
              <a:rPr lang="en-GB" sz="7200" dirty="0">
                <a:latin typeface="Arial Black" pitchFamily="34" charset="0"/>
                <a:cs typeface="Aharoni" pitchFamily="2" charset="-79"/>
              </a:rPr>
              <a:t>13</a:t>
            </a:r>
          </a:p>
        </p:txBody>
      </p:sp>
      <p:cxnSp>
        <p:nvCxnSpPr>
          <p:cNvPr id="26" name="Straight Connector 25"/>
          <p:cNvCxnSpPr/>
          <p:nvPr/>
        </p:nvCxnSpPr>
        <p:spPr>
          <a:xfrm>
            <a:off x="2411760" y="3140968"/>
            <a:ext cx="2376264"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1187624" y="4509120"/>
            <a:ext cx="5184576"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838307" y="2060848"/>
            <a:ext cx="800219" cy="1200329"/>
          </a:xfrm>
          <a:prstGeom prst="rect">
            <a:avLst/>
          </a:prstGeom>
          <a:noFill/>
        </p:spPr>
        <p:txBody>
          <a:bodyPr wrap="none" rtlCol="0">
            <a:spAutoFit/>
          </a:bodyPr>
          <a:lstStyle/>
          <a:p>
            <a:r>
              <a:rPr lang="en-GB" sz="7200" dirty="0">
                <a:latin typeface="Arial Black" pitchFamily="34" charset="0"/>
                <a:cs typeface="Aharoni" pitchFamily="2" charset="-79"/>
              </a:rPr>
              <a:t>3</a:t>
            </a:r>
          </a:p>
        </p:txBody>
      </p:sp>
      <p:sp>
        <p:nvSpPr>
          <p:cNvPr id="29" name="TextBox 28"/>
          <p:cNvSpPr txBox="1"/>
          <p:nvPr/>
        </p:nvSpPr>
        <p:spPr>
          <a:xfrm>
            <a:off x="1702403" y="2204864"/>
            <a:ext cx="793807" cy="1200329"/>
          </a:xfrm>
          <a:prstGeom prst="rect">
            <a:avLst/>
          </a:prstGeom>
          <a:noFill/>
        </p:spPr>
        <p:txBody>
          <a:bodyPr wrap="none" rtlCol="0">
            <a:spAutoFit/>
          </a:bodyPr>
          <a:lstStyle/>
          <a:p>
            <a:r>
              <a:rPr lang="en-GB" sz="7200" dirty="0">
                <a:latin typeface="Arial Black" pitchFamily="34" charset="0"/>
                <a:cs typeface="Aharoni" pitchFamily="2" charset="-79"/>
              </a:rPr>
              <a:t>+</a:t>
            </a:r>
          </a:p>
        </p:txBody>
      </p:sp>
      <p:pic>
        <p:nvPicPr>
          <p:cNvPr id="2050" name="Picture 2" descr="C:\Users\Ben\AppData\Local\Microsoft\Windows\Temporary Internet Files\Content.IE5\TW17W6A2\MC900434713[1].wmf"/>
          <p:cNvPicPr>
            <a:picLocks noChangeAspect="1" noChangeArrowheads="1"/>
          </p:cNvPicPr>
          <p:nvPr/>
        </p:nvPicPr>
        <p:blipFill>
          <a:blip r:embed="rId4" cstate="print"/>
          <a:srcRect/>
          <a:stretch>
            <a:fillRect/>
          </a:stretch>
        </p:blipFill>
        <p:spPr bwMode="auto">
          <a:xfrm>
            <a:off x="1547664" y="620688"/>
            <a:ext cx="657572" cy="689262"/>
          </a:xfrm>
          <a:prstGeom prst="rect">
            <a:avLst/>
          </a:prstGeom>
          <a:noFill/>
        </p:spPr>
      </p:pic>
      <p:pic>
        <p:nvPicPr>
          <p:cNvPr id="32" name="Picture 2" descr="C:\Users\Ben\AppData\Local\Microsoft\Windows\Temporary Internet Files\Content.IE5\TW17W6A2\MC900434713[1].wmf"/>
          <p:cNvPicPr>
            <a:picLocks noChangeAspect="1" noChangeArrowheads="1"/>
          </p:cNvPicPr>
          <p:nvPr/>
        </p:nvPicPr>
        <p:blipFill>
          <a:blip r:embed="rId4" cstate="print"/>
          <a:srcRect/>
          <a:stretch>
            <a:fillRect/>
          </a:stretch>
        </p:blipFill>
        <p:spPr bwMode="auto">
          <a:xfrm>
            <a:off x="2555776" y="620688"/>
            <a:ext cx="657572" cy="689262"/>
          </a:xfrm>
          <a:prstGeom prst="rect">
            <a:avLst/>
          </a:prstGeom>
          <a:noFill/>
        </p:spPr>
      </p:pic>
      <p:pic>
        <p:nvPicPr>
          <p:cNvPr id="33" name="Picture 2" descr="C:\Users\Ben\AppData\Local\Microsoft\Windows\Temporary Internet Files\Content.IE5\TW17W6A2\MC900434713[1].wmf"/>
          <p:cNvPicPr>
            <a:picLocks noChangeAspect="1" noChangeArrowheads="1"/>
          </p:cNvPicPr>
          <p:nvPr/>
        </p:nvPicPr>
        <p:blipFill>
          <a:blip r:embed="rId4" cstate="print"/>
          <a:srcRect/>
          <a:stretch>
            <a:fillRect/>
          </a:stretch>
        </p:blipFill>
        <p:spPr bwMode="auto">
          <a:xfrm>
            <a:off x="3779912" y="620688"/>
            <a:ext cx="657572" cy="689262"/>
          </a:xfrm>
          <a:prstGeom prst="rect">
            <a:avLst/>
          </a:prstGeom>
          <a:noFill/>
        </p:spPr>
      </p:pic>
      <p:pic>
        <p:nvPicPr>
          <p:cNvPr id="34" name="Picture 2" descr="C:\Users\Ben\AppData\Local\Microsoft\Windows\Temporary Internet Files\Content.IE5\TW17W6A2\MC900434713[1].wmf"/>
          <p:cNvPicPr>
            <a:picLocks noChangeAspect="1" noChangeArrowheads="1"/>
          </p:cNvPicPr>
          <p:nvPr/>
        </p:nvPicPr>
        <p:blipFill>
          <a:blip r:embed="rId4" cstate="print"/>
          <a:srcRect/>
          <a:stretch>
            <a:fillRect/>
          </a:stretch>
        </p:blipFill>
        <p:spPr bwMode="auto">
          <a:xfrm>
            <a:off x="4932040" y="548680"/>
            <a:ext cx="657572" cy="689262"/>
          </a:xfrm>
          <a:prstGeom prst="rect">
            <a:avLst/>
          </a:prstGeom>
          <a:noFill/>
        </p:spPr>
      </p:pic>
      <p:pic>
        <p:nvPicPr>
          <p:cNvPr id="35" name="Picture 2" descr="C:\Users\Ben\AppData\Local\Microsoft\Windows\Temporary Internet Files\Content.IE5\TW17W6A2\MC900434713[1].wmf"/>
          <p:cNvPicPr>
            <a:picLocks noChangeAspect="1" noChangeArrowheads="1"/>
          </p:cNvPicPr>
          <p:nvPr/>
        </p:nvPicPr>
        <p:blipFill>
          <a:blip r:embed="rId4" cstate="print"/>
          <a:srcRect/>
          <a:stretch>
            <a:fillRect/>
          </a:stretch>
        </p:blipFill>
        <p:spPr bwMode="auto">
          <a:xfrm>
            <a:off x="6660232" y="548680"/>
            <a:ext cx="657572" cy="689262"/>
          </a:xfrm>
          <a:prstGeom prst="rect">
            <a:avLst/>
          </a:prstGeom>
          <a:noFill/>
        </p:spPr>
      </p:pic>
      <p:sp>
        <p:nvSpPr>
          <p:cNvPr id="30" name="TextBox 29"/>
          <p:cNvSpPr txBox="1"/>
          <p:nvPr/>
        </p:nvSpPr>
        <p:spPr>
          <a:xfrm>
            <a:off x="5004048" y="2060848"/>
            <a:ext cx="1415772" cy="1200329"/>
          </a:xfrm>
          <a:prstGeom prst="rect">
            <a:avLst/>
          </a:prstGeom>
          <a:noFill/>
        </p:spPr>
        <p:txBody>
          <a:bodyPr wrap="none" rtlCol="0">
            <a:spAutoFit/>
          </a:bodyPr>
          <a:lstStyle/>
          <a:p>
            <a:r>
              <a:rPr lang="en-GB" sz="7200" dirty="0">
                <a:latin typeface="Arial Black" pitchFamily="34" charset="0"/>
                <a:cs typeface="Aharoni" pitchFamily="2" charset="-79"/>
              </a:rPr>
              <a:t>- 2</a:t>
            </a:r>
          </a:p>
        </p:txBody>
      </p:sp>
      <p:sp>
        <p:nvSpPr>
          <p:cNvPr id="37" name="TextBox 36"/>
          <p:cNvSpPr txBox="1"/>
          <p:nvPr/>
        </p:nvSpPr>
        <p:spPr>
          <a:xfrm>
            <a:off x="5004048" y="2075838"/>
            <a:ext cx="1415772" cy="1200329"/>
          </a:xfrm>
          <a:prstGeom prst="rect">
            <a:avLst/>
          </a:prstGeom>
          <a:noFill/>
        </p:spPr>
        <p:txBody>
          <a:bodyPr wrap="none" rtlCol="0">
            <a:spAutoFit/>
          </a:bodyPr>
          <a:lstStyle/>
          <a:p>
            <a:r>
              <a:rPr lang="en-GB" sz="7200" dirty="0">
                <a:latin typeface="Arial Black" pitchFamily="34" charset="0"/>
                <a:cs typeface="Aharoni" pitchFamily="2" charset="-79"/>
              </a:rPr>
              <a:t>- 2</a:t>
            </a:r>
          </a:p>
        </p:txBody>
      </p:sp>
      <p:sp>
        <p:nvSpPr>
          <p:cNvPr id="2" name="Footer Placeholder 1"/>
          <p:cNvSpPr>
            <a:spLocks noGrp="1"/>
          </p:cNvSpPr>
          <p:nvPr>
            <p:ph type="ftr" sz="quarter" idx="11"/>
          </p:nvPr>
        </p:nvSpPr>
        <p:spPr/>
        <p:txBody>
          <a:bodyPr/>
          <a:lstStyle/>
          <a:p>
            <a:r>
              <a:rPr lang="en-GB"/>
              <a:t>T Malik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to="" calcmode="lin" valueType="num">
                                      <p:cBhvr>
                                        <p:cTn id="7" dur="1" fill="hold"/>
                                        <p:tgtEl>
                                          <p:spTgt spid="4"/>
                                        </p:tgtEl>
                                        <p:attrNameLst>
                                          <p:attrName/>
                                        </p:attrNameLst>
                                      </p:cBhvr>
                                    </p:anim>
                                  </p:childTnLst>
                                </p:cTn>
                              </p:par>
                              <p:par>
                                <p:cTn id="8" presetID="24"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 to="" calcmode="lin" valueType="num">
                                      <p:cBhvr>
                                        <p:cTn id="10" dur="1" fill="hold"/>
                                        <p:tgtEl>
                                          <p:spTgt spid="12"/>
                                        </p:tgtEl>
                                        <p:attrNameLst>
                                          <p:attrName/>
                                        </p:attrNameLst>
                                      </p:cBhvr>
                                    </p:anim>
                                  </p:childTnLst>
                                </p:cTn>
                              </p:par>
                              <p:par>
                                <p:cTn id="11" presetID="24"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 to="" calcmode="lin" valueType="num">
                                      <p:cBhvr>
                                        <p:cTn id="13" dur="1" fill="hold"/>
                                        <p:tgtEl>
                                          <p:spTgt spid="13"/>
                                        </p:tgtEl>
                                        <p:attrNameLst>
                                          <p:attrName/>
                                        </p:attrNameLst>
                                      </p:cBhvr>
                                    </p:anim>
                                  </p:childTnLst>
                                </p:cTn>
                              </p:par>
                              <p:par>
                                <p:cTn id="14" presetID="24"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 to="" calcmode="lin" valueType="num">
                                      <p:cBhvr>
                                        <p:cTn id="16" dur="1" fill="hold"/>
                                        <p:tgtEl>
                                          <p:spTgt spid="14"/>
                                        </p:tgtEl>
                                        <p:attrNameLst>
                                          <p:attrName/>
                                        </p:attrNameLst>
                                      </p:cBhvr>
                                    </p:anim>
                                  </p:childTnLst>
                                </p:cTn>
                              </p:par>
                              <p:par>
                                <p:cTn id="17" presetID="24"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 to="" calcmode="lin" valueType="num">
                                      <p:cBhvr>
                                        <p:cTn id="19" dur="1" fill="hold"/>
                                        <p:tgtEl>
                                          <p:spTgt spid="15"/>
                                        </p:tgtEl>
                                        <p:attrNameLst>
                                          <p:attrName/>
                                        </p:attrNameLst>
                                      </p:cBhvr>
                                    </p:anim>
                                  </p:childTnLst>
                                </p:cTn>
                              </p:par>
                              <p:par>
                                <p:cTn id="20" presetID="24"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 to="" calcmode="lin" valueType="num">
                                      <p:cBhvr>
                                        <p:cTn id="22" dur="1" fill="hold"/>
                                        <p:tgtEl>
                                          <p:spTgt spid="16"/>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026"/>
                                        </p:tgtEl>
                                        <p:attrNameLst>
                                          <p:attrName>style.visibility</p:attrName>
                                        </p:attrNameLst>
                                      </p:cBhvr>
                                      <p:to>
                                        <p:strVal val="visible"/>
                                      </p:to>
                                    </p:set>
                                    <p:animEffect transition="in" filter="fade">
                                      <p:cBhvr>
                                        <p:cTn id="27" dur="1000"/>
                                        <p:tgtEl>
                                          <p:spTgt spid="1026"/>
                                        </p:tgtEl>
                                      </p:cBhvr>
                                    </p:animEffect>
                                    <p:anim calcmode="lin" valueType="num">
                                      <p:cBhvr>
                                        <p:cTn id="28" dur="1000" fill="hold"/>
                                        <p:tgtEl>
                                          <p:spTgt spid="1026"/>
                                        </p:tgtEl>
                                        <p:attrNameLst>
                                          <p:attrName>ppt_x</p:attrName>
                                        </p:attrNameLst>
                                      </p:cBhvr>
                                      <p:tavLst>
                                        <p:tav tm="0">
                                          <p:val>
                                            <p:strVal val="#ppt_x"/>
                                          </p:val>
                                        </p:tav>
                                        <p:tav tm="100000">
                                          <p:val>
                                            <p:strVal val="#ppt_x"/>
                                          </p:val>
                                        </p:tav>
                                      </p:tavLst>
                                    </p:anim>
                                    <p:anim calcmode="lin" valueType="num">
                                      <p:cBhvr>
                                        <p:cTn id="29"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63" presetClass="path" presetSubtype="0" accel="50000" decel="50000" fill="hold" nodeType="clickEffect">
                                  <p:stCondLst>
                                    <p:cond delay="0"/>
                                  </p:stCondLst>
                                  <p:childTnLst>
                                    <p:animMotion origin="layout" path="M -3.33333E-6 4.10405E-6 L 0.12448 -0.00209 " pathEditMode="relative" rAng="0" ptsTypes="AA">
                                      <p:cBhvr>
                                        <p:cTn id="33" dur="2000" fill="hold"/>
                                        <p:tgtEl>
                                          <p:spTgt spid="1026"/>
                                        </p:tgtEl>
                                        <p:attrNameLst>
                                          <p:attrName>ppt_x</p:attrName>
                                          <p:attrName>ppt_y</p:attrName>
                                        </p:attrNameLst>
                                      </p:cBhvr>
                                      <p:rCtr x="62" y="-1"/>
                                    </p:animMotion>
                                  </p:childTnLst>
                                </p:cTn>
                              </p:par>
                              <p:par>
                                <p:cTn id="34" presetID="1" presetClass="entr" presetSubtype="0" fill="hold" nodeType="withEffect">
                                  <p:stCondLst>
                                    <p:cond delay="0"/>
                                  </p:stCondLst>
                                  <p:childTnLst>
                                    <p:set>
                                      <p:cBhvr>
                                        <p:cTn id="35" dur="1" fill="hold">
                                          <p:stCondLst>
                                            <p:cond delay="0"/>
                                          </p:stCondLst>
                                        </p:cTn>
                                        <p:tgtEl>
                                          <p:spTgt spid="205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63" presetClass="path" presetSubtype="0" accel="50000" decel="50000" fill="hold" nodeType="clickEffect">
                                  <p:stCondLst>
                                    <p:cond delay="0"/>
                                  </p:stCondLst>
                                  <p:childTnLst>
                                    <p:animMotion origin="layout" path="M 0.12448 -0.00209 L 0.24254 -0.00209 " pathEditMode="relative" rAng="0" ptsTypes="AA">
                                      <p:cBhvr>
                                        <p:cTn id="39" dur="2000" fill="hold"/>
                                        <p:tgtEl>
                                          <p:spTgt spid="1026"/>
                                        </p:tgtEl>
                                        <p:attrNameLst>
                                          <p:attrName>ppt_x</p:attrName>
                                          <p:attrName>ppt_y</p:attrName>
                                        </p:attrNameLst>
                                      </p:cBhvr>
                                      <p:rCtr x="59" y="0"/>
                                    </p:animMotion>
                                  </p:childTnLst>
                                </p:cTn>
                              </p:par>
                              <p:par>
                                <p:cTn id="40" presetID="1" presetClass="entr" presetSubtype="0" fill="hold" nodeType="withEffect">
                                  <p:stCondLst>
                                    <p:cond delay="0"/>
                                  </p:stCondLst>
                                  <p:childTnLst>
                                    <p:set>
                                      <p:cBhvr>
                                        <p:cTn id="41" dur="1" fill="hold">
                                          <p:stCondLst>
                                            <p:cond delay="0"/>
                                          </p:stCondLst>
                                        </p:cTn>
                                        <p:tgtEl>
                                          <p:spTgt spid="32"/>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63" presetClass="path" presetSubtype="0" accel="50000" decel="50000" fill="hold" nodeType="clickEffect">
                                  <p:stCondLst>
                                    <p:cond delay="0"/>
                                  </p:stCondLst>
                                  <p:childTnLst>
                                    <p:animMotion origin="layout" path="M 0.24254 -0.00209 L 0.37639 -0.00209 " pathEditMode="relative" rAng="0" ptsTypes="AA">
                                      <p:cBhvr>
                                        <p:cTn id="45" dur="2000" fill="hold"/>
                                        <p:tgtEl>
                                          <p:spTgt spid="1026"/>
                                        </p:tgtEl>
                                        <p:attrNameLst>
                                          <p:attrName>ppt_x</p:attrName>
                                          <p:attrName>ppt_y</p:attrName>
                                        </p:attrNameLst>
                                      </p:cBhvr>
                                      <p:rCtr x="67" y="0"/>
                                    </p:animMotion>
                                  </p:childTnLst>
                                </p:cTn>
                              </p:par>
                              <p:par>
                                <p:cTn id="46" presetID="1" presetClass="entr" presetSubtype="0" fill="hold" nodeType="withEffect">
                                  <p:stCondLst>
                                    <p:cond delay="0"/>
                                  </p:stCondLst>
                                  <p:childTnLst>
                                    <p:set>
                                      <p:cBhvr>
                                        <p:cTn id="47" dur="1" fill="hold">
                                          <p:stCondLst>
                                            <p:cond delay="0"/>
                                          </p:stCondLst>
                                        </p:cTn>
                                        <p:tgtEl>
                                          <p:spTgt spid="33"/>
                                        </p:tgtEl>
                                        <p:attrNameLst>
                                          <p:attrName>style.visibility</p:attrName>
                                        </p:attrNameLst>
                                      </p:cBhvr>
                                      <p:to>
                                        <p:strVal val="visible"/>
                                      </p:to>
                                    </p:set>
                                  </p:childTnLst>
                                </p:cTn>
                              </p:par>
                            </p:childTnLst>
                          </p:cTn>
                        </p:par>
                        <p:par>
                          <p:cTn id="48" fill="hold">
                            <p:stCondLst>
                              <p:cond delay="2000"/>
                            </p:stCondLst>
                            <p:childTnLst>
                              <p:par>
                                <p:cTn id="49" presetID="22" presetClass="entr" presetSubtype="8" fill="hold" nodeType="after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wipe(left)">
                                      <p:cBhvr>
                                        <p:cTn id="51" dur="500"/>
                                        <p:tgtEl>
                                          <p:spTgt spid="26"/>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22"/>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42" presetClass="path" presetSubtype="0" accel="50000" decel="50000" fill="hold" grpId="0" nodeType="clickEffect">
                                  <p:stCondLst>
                                    <p:cond delay="0"/>
                                  </p:stCondLst>
                                  <p:childTnLst>
                                    <p:animMotion origin="layout" path="M 3.33333E-6 -4.45087E-6 L 0.00225 0.21688 " pathEditMode="relative" rAng="0" ptsTypes="AA">
                                      <p:cBhvr>
                                        <p:cTn id="59" dur="2000" fill="hold"/>
                                        <p:tgtEl>
                                          <p:spTgt spid="27"/>
                                        </p:tgtEl>
                                        <p:attrNameLst>
                                          <p:attrName>ppt_x</p:attrName>
                                          <p:attrName>ppt_y</p:attrName>
                                        </p:attrNameLst>
                                      </p:cBhvr>
                                      <p:rCtr x="1" y="108"/>
                                    </p:animMotion>
                                  </p:childTnLst>
                                </p:cTn>
                              </p:par>
                              <p:par>
                                <p:cTn id="60" presetID="42" presetClass="path" presetSubtype="0" accel="50000" decel="50000" fill="hold" grpId="0" nodeType="withEffect">
                                  <p:stCondLst>
                                    <p:cond delay="0"/>
                                  </p:stCondLst>
                                  <p:childTnLst>
                                    <p:animMotion origin="layout" path="M -2.77778E-6 3.4104E-6 L 0.00139 0.20393 " pathEditMode="relative" rAng="0" ptsTypes="AA">
                                      <p:cBhvr>
                                        <p:cTn id="61" dur="2000" fill="hold"/>
                                        <p:tgtEl>
                                          <p:spTgt spid="37"/>
                                        </p:tgtEl>
                                        <p:attrNameLst>
                                          <p:attrName>ppt_x</p:attrName>
                                          <p:attrName>ppt_y</p:attrName>
                                        </p:attrNameLst>
                                      </p:cBhvr>
                                      <p:rCtr x="1" y="102"/>
                                    </p:animMotion>
                                  </p:childTnLst>
                                </p:cTn>
                              </p:par>
                              <p:par>
                                <p:cTn id="62" presetID="42" presetClass="path" presetSubtype="0" accel="50000" decel="50000" fill="hold" grpId="0" nodeType="withEffect">
                                  <p:stCondLst>
                                    <p:cond delay="0"/>
                                  </p:stCondLst>
                                  <p:childTnLst>
                                    <p:animMotion origin="layout" path="M -3.88889E-6 -4.91329E-6 L -0.0052 0.18521 " pathEditMode="relative" rAng="0" ptsTypes="AA">
                                      <p:cBhvr>
                                        <p:cTn id="63" dur="2000" fill="hold"/>
                                        <p:tgtEl>
                                          <p:spTgt spid="29"/>
                                        </p:tgtEl>
                                        <p:attrNameLst>
                                          <p:attrName>ppt_x</p:attrName>
                                          <p:attrName>ppt_y</p:attrName>
                                        </p:attrNameLst>
                                      </p:cBhvr>
                                      <p:rCtr x="-3" y="92"/>
                                    </p:animMotion>
                                  </p:childTnLst>
                                </p:cTn>
                              </p:par>
                            </p:childTnLst>
                          </p:cTn>
                        </p:par>
                      </p:childTnLst>
                    </p:cTn>
                  </p:par>
                  <p:par>
                    <p:cTn id="64" fill="hold">
                      <p:stCondLst>
                        <p:cond delay="indefinite"/>
                      </p:stCondLst>
                      <p:childTnLst>
                        <p:par>
                          <p:cTn id="65" fill="hold">
                            <p:stCondLst>
                              <p:cond delay="0"/>
                            </p:stCondLst>
                            <p:childTnLst>
                              <p:par>
                                <p:cTn id="66" presetID="63" presetClass="path" presetSubtype="0" accel="50000" decel="50000" fill="hold" nodeType="clickEffect">
                                  <p:stCondLst>
                                    <p:cond delay="0"/>
                                  </p:stCondLst>
                                  <p:childTnLst>
                                    <p:animMotion origin="layout" path="M 0.37639 -0.00209 L 0.52605 0.01896 " pathEditMode="relative" rAng="0" ptsTypes="AA">
                                      <p:cBhvr>
                                        <p:cTn id="67" dur="2000" fill="hold"/>
                                        <p:tgtEl>
                                          <p:spTgt spid="1026"/>
                                        </p:tgtEl>
                                        <p:attrNameLst>
                                          <p:attrName>ppt_x</p:attrName>
                                          <p:attrName>ppt_y</p:attrName>
                                        </p:attrNameLst>
                                      </p:cBhvr>
                                      <p:rCtr x="75" y="10"/>
                                    </p:animMotion>
                                  </p:childTnLst>
                                </p:cTn>
                              </p:par>
                              <p:par>
                                <p:cTn id="68" presetID="1" presetClass="entr" presetSubtype="0" fill="hold" nodeType="withEffect">
                                  <p:stCondLst>
                                    <p:cond delay="0"/>
                                  </p:stCondLst>
                                  <p:childTnLst>
                                    <p:set>
                                      <p:cBhvr>
                                        <p:cTn id="69" dur="1" fill="hold">
                                          <p:stCondLst>
                                            <p:cond delay="0"/>
                                          </p:stCondLst>
                                        </p:cTn>
                                        <p:tgtEl>
                                          <p:spTgt spid="34"/>
                                        </p:tgtEl>
                                        <p:attrNameLst>
                                          <p:attrName>style.visibility</p:attrName>
                                        </p:attrNameLst>
                                      </p:cBhvr>
                                      <p:to>
                                        <p:strVal val="visible"/>
                                      </p:to>
                                    </p:set>
                                  </p:childTnLst>
                                </p:cTn>
                              </p:par>
                              <p:par>
                                <p:cTn id="70" presetID="6" presetClass="emph" presetSubtype="0" fill="hold" nodeType="withEffect">
                                  <p:stCondLst>
                                    <p:cond delay="0"/>
                                  </p:stCondLst>
                                  <p:childTnLst>
                                    <p:animScale>
                                      <p:cBhvr>
                                        <p:cTn id="71" dur="2000" fill="hold"/>
                                        <p:tgtEl>
                                          <p:spTgt spid="1026"/>
                                        </p:tgtEl>
                                      </p:cBhvr>
                                      <p:by x="150000" y="150000"/>
                                    </p:animScale>
                                  </p:childTnLst>
                                </p:cTn>
                              </p:par>
                            </p:childTnLst>
                          </p:cTn>
                        </p:par>
                        <p:par>
                          <p:cTn id="72" fill="hold">
                            <p:stCondLst>
                              <p:cond delay="2000"/>
                            </p:stCondLst>
                            <p:childTnLst>
                              <p:par>
                                <p:cTn id="73" presetID="22" presetClass="entr" presetSubtype="8" fill="hold" nodeType="after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wipe(left)">
                                      <p:cBhvr>
                                        <p:cTn id="75" dur="500"/>
                                        <p:tgtEl>
                                          <p:spTgt spid="28"/>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24"/>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25"/>
                                        </p:tgtEl>
                                        <p:attrNameLst>
                                          <p:attrName>style.visibility</p:attrName>
                                        </p:attrNameLst>
                                      </p:cBhvr>
                                      <p:to>
                                        <p:strVal val="visible"/>
                                      </p:to>
                                    </p:set>
                                  </p:childTnLst>
                                </p:cTn>
                              </p:par>
                              <p:par>
                                <p:cTn id="82" presetID="1" presetClass="entr" presetSubtype="0" fill="hold" nodeType="withEffect">
                                  <p:stCondLst>
                                    <p:cond delay="0"/>
                                  </p:stCondLst>
                                  <p:childTnLst>
                                    <p:set>
                                      <p:cBhvr>
                                        <p:cTn id="83"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P spid="13" grpId="0"/>
      <p:bldP spid="14" grpId="0"/>
      <p:bldP spid="15" grpId="0"/>
      <p:bldP spid="16" grpId="0"/>
      <p:bldP spid="22" grpId="0"/>
      <p:bldP spid="24" grpId="0"/>
      <p:bldP spid="25" grpId="0"/>
      <p:bldP spid="27" grpId="0"/>
      <p:bldP spid="29" grpId="0"/>
      <p:bldP spid="3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Ben\AppData\Local\Microsoft\Windows\Temporary Internet Files\Content.IE5\TW17W6A2\MC900433829[1].png"/>
          <p:cNvPicPr>
            <a:picLocks noChangeAspect="1" noChangeArrowheads="1"/>
          </p:cNvPicPr>
          <p:nvPr/>
        </p:nvPicPr>
        <p:blipFill>
          <a:blip r:embed="rId3" cstate="print"/>
          <a:srcRect/>
          <a:stretch>
            <a:fillRect/>
          </a:stretch>
        </p:blipFill>
        <p:spPr bwMode="auto">
          <a:xfrm>
            <a:off x="395536" y="332656"/>
            <a:ext cx="2332856" cy="2332856"/>
          </a:xfrm>
          <a:prstGeom prst="rect">
            <a:avLst/>
          </a:prstGeom>
          <a:noFill/>
        </p:spPr>
      </p:pic>
      <p:sp>
        <p:nvSpPr>
          <p:cNvPr id="4" name="TextBox 3"/>
          <p:cNvSpPr txBox="1"/>
          <p:nvPr/>
        </p:nvSpPr>
        <p:spPr>
          <a:xfrm>
            <a:off x="1403648" y="275164"/>
            <a:ext cx="946093" cy="1569660"/>
          </a:xfrm>
          <a:prstGeom prst="rect">
            <a:avLst/>
          </a:prstGeom>
          <a:noFill/>
        </p:spPr>
        <p:txBody>
          <a:bodyPr wrap="none" rtlCol="0">
            <a:spAutoFit/>
          </a:bodyPr>
          <a:lstStyle/>
          <a:p>
            <a:r>
              <a:rPr lang="en-GB" sz="9600" dirty="0">
                <a:latin typeface="Aharoni" pitchFamily="2" charset="-79"/>
                <a:cs typeface="Aharoni" pitchFamily="2" charset="-79"/>
              </a:rPr>
              <a:t>B</a:t>
            </a:r>
          </a:p>
        </p:txBody>
      </p:sp>
      <p:sp>
        <p:nvSpPr>
          <p:cNvPr id="10" name="TextBox 9"/>
          <p:cNvSpPr txBox="1"/>
          <p:nvPr/>
        </p:nvSpPr>
        <p:spPr>
          <a:xfrm>
            <a:off x="827584" y="2060848"/>
            <a:ext cx="800219" cy="1200329"/>
          </a:xfrm>
          <a:prstGeom prst="rect">
            <a:avLst/>
          </a:prstGeom>
          <a:noFill/>
        </p:spPr>
        <p:txBody>
          <a:bodyPr wrap="none" rtlCol="0">
            <a:spAutoFit/>
          </a:bodyPr>
          <a:lstStyle/>
          <a:p>
            <a:r>
              <a:rPr lang="en-GB" sz="7200" dirty="0">
                <a:latin typeface="Arial Black" pitchFamily="34" charset="0"/>
                <a:cs typeface="Aharoni" pitchFamily="2" charset="-79"/>
              </a:rPr>
              <a:t>3</a:t>
            </a:r>
          </a:p>
        </p:txBody>
      </p:sp>
      <p:sp>
        <p:nvSpPr>
          <p:cNvPr id="11" name="TextBox 10"/>
          <p:cNvSpPr txBox="1"/>
          <p:nvPr/>
        </p:nvSpPr>
        <p:spPr>
          <a:xfrm>
            <a:off x="1547664" y="2060848"/>
            <a:ext cx="793807" cy="1200329"/>
          </a:xfrm>
          <a:prstGeom prst="rect">
            <a:avLst/>
          </a:prstGeom>
          <a:noFill/>
        </p:spPr>
        <p:txBody>
          <a:bodyPr wrap="none" rtlCol="0">
            <a:spAutoFit/>
          </a:bodyPr>
          <a:lstStyle/>
          <a:p>
            <a:r>
              <a:rPr lang="en-GB" sz="7200" dirty="0">
                <a:latin typeface="Arial Black" pitchFamily="34" charset="0"/>
                <a:cs typeface="Aharoni" pitchFamily="2" charset="-79"/>
              </a:rPr>
              <a:t>x</a:t>
            </a:r>
          </a:p>
        </p:txBody>
      </p:sp>
      <p:sp>
        <p:nvSpPr>
          <p:cNvPr id="12" name="TextBox 11"/>
          <p:cNvSpPr txBox="1"/>
          <p:nvPr/>
        </p:nvSpPr>
        <p:spPr>
          <a:xfrm>
            <a:off x="2632858" y="275164"/>
            <a:ext cx="570990" cy="1569660"/>
          </a:xfrm>
          <a:prstGeom prst="rect">
            <a:avLst/>
          </a:prstGeom>
          <a:noFill/>
        </p:spPr>
        <p:txBody>
          <a:bodyPr wrap="none" rtlCol="0">
            <a:spAutoFit/>
          </a:bodyPr>
          <a:lstStyle/>
          <a:p>
            <a:r>
              <a:rPr lang="en-GB" sz="9600" dirty="0">
                <a:latin typeface="Aharoni" pitchFamily="2" charset="-79"/>
                <a:cs typeface="Aharoni" pitchFamily="2" charset="-79"/>
              </a:rPr>
              <a:t>I</a:t>
            </a:r>
          </a:p>
        </p:txBody>
      </p:sp>
      <p:sp>
        <p:nvSpPr>
          <p:cNvPr id="13" name="TextBox 12"/>
          <p:cNvSpPr txBox="1"/>
          <p:nvPr/>
        </p:nvSpPr>
        <p:spPr>
          <a:xfrm>
            <a:off x="3603338" y="275164"/>
            <a:ext cx="1040670" cy="1569660"/>
          </a:xfrm>
          <a:prstGeom prst="rect">
            <a:avLst/>
          </a:prstGeom>
          <a:noFill/>
        </p:spPr>
        <p:txBody>
          <a:bodyPr wrap="none" rtlCol="0">
            <a:spAutoFit/>
          </a:bodyPr>
          <a:lstStyle/>
          <a:p>
            <a:r>
              <a:rPr lang="en-GB" sz="9600" dirty="0">
                <a:latin typeface="Aharoni" pitchFamily="2" charset="-79"/>
                <a:cs typeface="Aharoni" pitchFamily="2" charset="-79"/>
              </a:rPr>
              <a:t>D</a:t>
            </a:r>
          </a:p>
        </p:txBody>
      </p:sp>
      <p:sp>
        <p:nvSpPr>
          <p:cNvPr id="14" name="TextBox 13"/>
          <p:cNvSpPr txBox="1"/>
          <p:nvPr/>
        </p:nvSpPr>
        <p:spPr>
          <a:xfrm>
            <a:off x="4571556" y="275164"/>
            <a:ext cx="1311578" cy="1569660"/>
          </a:xfrm>
          <a:prstGeom prst="rect">
            <a:avLst/>
          </a:prstGeom>
          <a:noFill/>
        </p:spPr>
        <p:txBody>
          <a:bodyPr wrap="none" rtlCol="0">
            <a:spAutoFit/>
          </a:bodyPr>
          <a:lstStyle/>
          <a:p>
            <a:r>
              <a:rPr lang="en-GB" sz="9600" dirty="0">
                <a:latin typeface="Aharoni" pitchFamily="2" charset="-79"/>
                <a:cs typeface="Aharoni" pitchFamily="2" charset="-79"/>
              </a:rPr>
              <a:t>M</a:t>
            </a:r>
          </a:p>
        </p:txBody>
      </p:sp>
      <p:sp>
        <p:nvSpPr>
          <p:cNvPr id="15" name="TextBox 14"/>
          <p:cNvSpPr txBox="1"/>
          <p:nvPr/>
        </p:nvSpPr>
        <p:spPr>
          <a:xfrm>
            <a:off x="6033977" y="275164"/>
            <a:ext cx="1058303" cy="1569660"/>
          </a:xfrm>
          <a:prstGeom prst="rect">
            <a:avLst/>
          </a:prstGeom>
          <a:noFill/>
        </p:spPr>
        <p:txBody>
          <a:bodyPr wrap="none" rtlCol="0">
            <a:spAutoFit/>
          </a:bodyPr>
          <a:lstStyle/>
          <a:p>
            <a:r>
              <a:rPr lang="en-GB" sz="9600" dirty="0">
                <a:latin typeface="Aharoni" pitchFamily="2" charset="-79"/>
                <a:cs typeface="Aharoni" pitchFamily="2" charset="-79"/>
              </a:rPr>
              <a:t>A</a:t>
            </a:r>
          </a:p>
        </p:txBody>
      </p:sp>
      <p:sp>
        <p:nvSpPr>
          <p:cNvPr id="16" name="TextBox 15"/>
          <p:cNvSpPr txBox="1"/>
          <p:nvPr/>
        </p:nvSpPr>
        <p:spPr>
          <a:xfrm>
            <a:off x="6948264" y="275164"/>
            <a:ext cx="888385" cy="1569660"/>
          </a:xfrm>
          <a:prstGeom prst="rect">
            <a:avLst/>
          </a:prstGeom>
          <a:noFill/>
        </p:spPr>
        <p:txBody>
          <a:bodyPr wrap="none" rtlCol="0">
            <a:spAutoFit/>
          </a:bodyPr>
          <a:lstStyle/>
          <a:p>
            <a:r>
              <a:rPr lang="en-GB" sz="9600" dirty="0">
                <a:latin typeface="Aharoni" pitchFamily="2" charset="-79"/>
                <a:cs typeface="Aharoni" pitchFamily="2" charset="-79"/>
              </a:rPr>
              <a:t>S</a:t>
            </a:r>
          </a:p>
        </p:txBody>
      </p:sp>
      <p:sp>
        <p:nvSpPr>
          <p:cNvPr id="17" name="TextBox 16"/>
          <p:cNvSpPr txBox="1"/>
          <p:nvPr/>
        </p:nvSpPr>
        <p:spPr>
          <a:xfrm>
            <a:off x="2174862" y="2060848"/>
            <a:ext cx="1159292" cy="1200329"/>
          </a:xfrm>
          <a:prstGeom prst="rect">
            <a:avLst/>
          </a:prstGeom>
          <a:noFill/>
        </p:spPr>
        <p:txBody>
          <a:bodyPr wrap="none" rtlCol="0">
            <a:spAutoFit/>
          </a:bodyPr>
          <a:lstStyle/>
          <a:p>
            <a:r>
              <a:rPr lang="en-GB" sz="7200" dirty="0">
                <a:latin typeface="Arial Black" pitchFamily="34" charset="0"/>
                <a:cs typeface="Aharoni" pitchFamily="2" charset="-79"/>
              </a:rPr>
              <a:t>(5</a:t>
            </a:r>
          </a:p>
        </p:txBody>
      </p:sp>
      <p:sp>
        <p:nvSpPr>
          <p:cNvPr id="20" name="TextBox 19"/>
          <p:cNvSpPr txBox="1"/>
          <p:nvPr/>
        </p:nvSpPr>
        <p:spPr>
          <a:xfrm>
            <a:off x="6804248" y="2132856"/>
            <a:ext cx="793807" cy="1200329"/>
          </a:xfrm>
          <a:prstGeom prst="rect">
            <a:avLst/>
          </a:prstGeom>
          <a:noFill/>
        </p:spPr>
        <p:txBody>
          <a:bodyPr wrap="none" rtlCol="0">
            <a:spAutoFit/>
          </a:bodyPr>
          <a:lstStyle/>
          <a:p>
            <a:r>
              <a:rPr lang="en-GB" sz="7200" dirty="0">
                <a:latin typeface="Arial Black" pitchFamily="34" charset="0"/>
                <a:cs typeface="Aharoni" pitchFamily="2" charset="-79"/>
              </a:rPr>
              <a:t>=</a:t>
            </a:r>
          </a:p>
        </p:txBody>
      </p:sp>
      <p:sp>
        <p:nvSpPr>
          <p:cNvPr id="21" name="TextBox 20"/>
          <p:cNvSpPr txBox="1"/>
          <p:nvPr/>
        </p:nvSpPr>
        <p:spPr>
          <a:xfrm>
            <a:off x="3373219" y="2087886"/>
            <a:ext cx="1774845" cy="1200329"/>
          </a:xfrm>
          <a:prstGeom prst="rect">
            <a:avLst/>
          </a:prstGeom>
          <a:noFill/>
        </p:spPr>
        <p:txBody>
          <a:bodyPr wrap="none" rtlCol="0">
            <a:spAutoFit/>
          </a:bodyPr>
          <a:lstStyle/>
          <a:p>
            <a:r>
              <a:rPr lang="en-GB" sz="7200" dirty="0">
                <a:latin typeface="Arial Black" pitchFamily="34" charset="0"/>
                <a:cs typeface="Aharoni" pitchFamily="2" charset="-79"/>
              </a:rPr>
              <a:t>- 3)</a:t>
            </a:r>
          </a:p>
        </p:txBody>
      </p:sp>
      <p:sp>
        <p:nvSpPr>
          <p:cNvPr id="22" name="TextBox 21"/>
          <p:cNvSpPr txBox="1"/>
          <p:nvPr/>
        </p:nvSpPr>
        <p:spPr>
          <a:xfrm>
            <a:off x="3267725" y="3452807"/>
            <a:ext cx="800219" cy="1200329"/>
          </a:xfrm>
          <a:prstGeom prst="rect">
            <a:avLst/>
          </a:prstGeom>
          <a:noFill/>
        </p:spPr>
        <p:txBody>
          <a:bodyPr wrap="none" rtlCol="0">
            <a:spAutoFit/>
          </a:bodyPr>
          <a:lstStyle/>
          <a:p>
            <a:r>
              <a:rPr lang="en-GB" sz="7200" dirty="0">
                <a:latin typeface="Arial Black" pitchFamily="34" charset="0"/>
                <a:cs typeface="Aharoni" pitchFamily="2" charset="-79"/>
              </a:rPr>
              <a:t>2</a:t>
            </a:r>
          </a:p>
        </p:txBody>
      </p:sp>
      <p:sp>
        <p:nvSpPr>
          <p:cNvPr id="24" name="TextBox 23"/>
          <p:cNvSpPr txBox="1"/>
          <p:nvPr/>
        </p:nvSpPr>
        <p:spPr>
          <a:xfrm>
            <a:off x="5220072" y="5445224"/>
            <a:ext cx="793807" cy="1200329"/>
          </a:xfrm>
          <a:prstGeom prst="rect">
            <a:avLst/>
          </a:prstGeom>
          <a:noFill/>
        </p:spPr>
        <p:txBody>
          <a:bodyPr wrap="none" rtlCol="0">
            <a:spAutoFit/>
          </a:bodyPr>
          <a:lstStyle/>
          <a:p>
            <a:r>
              <a:rPr lang="en-GB" sz="7200" dirty="0">
                <a:latin typeface="Arial Black" pitchFamily="34" charset="0"/>
                <a:cs typeface="Aharoni" pitchFamily="2" charset="-79"/>
              </a:rPr>
              <a:t>=</a:t>
            </a:r>
          </a:p>
        </p:txBody>
      </p:sp>
      <p:sp>
        <p:nvSpPr>
          <p:cNvPr id="25" name="TextBox 24"/>
          <p:cNvSpPr txBox="1"/>
          <p:nvPr/>
        </p:nvSpPr>
        <p:spPr>
          <a:xfrm>
            <a:off x="5868144" y="5445224"/>
            <a:ext cx="1415772" cy="1200329"/>
          </a:xfrm>
          <a:prstGeom prst="rect">
            <a:avLst/>
          </a:prstGeom>
          <a:noFill/>
        </p:spPr>
        <p:txBody>
          <a:bodyPr wrap="none" rtlCol="0">
            <a:spAutoFit/>
          </a:bodyPr>
          <a:lstStyle/>
          <a:p>
            <a:r>
              <a:rPr lang="en-GB" sz="7200" dirty="0">
                <a:latin typeface="Arial Black" pitchFamily="34" charset="0"/>
                <a:cs typeface="Aharoni" pitchFamily="2" charset="-79"/>
              </a:rPr>
              <a:t>10</a:t>
            </a:r>
          </a:p>
        </p:txBody>
      </p:sp>
      <p:cxnSp>
        <p:nvCxnSpPr>
          <p:cNvPr id="26" name="Straight Connector 25"/>
          <p:cNvCxnSpPr/>
          <p:nvPr/>
        </p:nvCxnSpPr>
        <p:spPr>
          <a:xfrm>
            <a:off x="2411760" y="3140968"/>
            <a:ext cx="2376264"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3203848" y="4437112"/>
            <a:ext cx="100811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838307" y="2060848"/>
            <a:ext cx="800219" cy="1200329"/>
          </a:xfrm>
          <a:prstGeom prst="rect">
            <a:avLst/>
          </a:prstGeom>
          <a:noFill/>
        </p:spPr>
        <p:txBody>
          <a:bodyPr wrap="none" rtlCol="0">
            <a:spAutoFit/>
          </a:bodyPr>
          <a:lstStyle/>
          <a:p>
            <a:r>
              <a:rPr lang="en-GB" sz="7200" dirty="0">
                <a:latin typeface="Arial Black" pitchFamily="34" charset="0"/>
                <a:cs typeface="Aharoni" pitchFamily="2" charset="-79"/>
              </a:rPr>
              <a:t>3</a:t>
            </a:r>
          </a:p>
        </p:txBody>
      </p:sp>
      <p:sp>
        <p:nvSpPr>
          <p:cNvPr id="29" name="TextBox 28"/>
          <p:cNvSpPr txBox="1"/>
          <p:nvPr/>
        </p:nvSpPr>
        <p:spPr>
          <a:xfrm>
            <a:off x="1547664" y="2072607"/>
            <a:ext cx="793807" cy="1200329"/>
          </a:xfrm>
          <a:prstGeom prst="rect">
            <a:avLst/>
          </a:prstGeom>
          <a:noFill/>
        </p:spPr>
        <p:txBody>
          <a:bodyPr wrap="none" rtlCol="0">
            <a:spAutoFit/>
          </a:bodyPr>
          <a:lstStyle/>
          <a:p>
            <a:r>
              <a:rPr lang="en-GB" sz="7200" dirty="0">
                <a:latin typeface="Arial Black" pitchFamily="34" charset="0"/>
                <a:cs typeface="Aharoni" pitchFamily="2" charset="-79"/>
              </a:rPr>
              <a:t>x</a:t>
            </a:r>
          </a:p>
        </p:txBody>
      </p:sp>
      <p:pic>
        <p:nvPicPr>
          <p:cNvPr id="2050" name="Picture 2" descr="C:\Users\Ben\AppData\Local\Microsoft\Windows\Temporary Internet Files\Content.IE5\TW17W6A2\MC900434713[1].wmf"/>
          <p:cNvPicPr>
            <a:picLocks noChangeAspect="1" noChangeArrowheads="1"/>
          </p:cNvPicPr>
          <p:nvPr/>
        </p:nvPicPr>
        <p:blipFill>
          <a:blip r:embed="rId4" cstate="print"/>
          <a:srcRect/>
          <a:stretch>
            <a:fillRect/>
          </a:stretch>
        </p:blipFill>
        <p:spPr bwMode="auto">
          <a:xfrm>
            <a:off x="1547664" y="620688"/>
            <a:ext cx="657572" cy="689262"/>
          </a:xfrm>
          <a:prstGeom prst="rect">
            <a:avLst/>
          </a:prstGeom>
          <a:noFill/>
        </p:spPr>
      </p:pic>
      <p:pic>
        <p:nvPicPr>
          <p:cNvPr id="32" name="Picture 2" descr="C:\Users\Ben\AppData\Local\Microsoft\Windows\Temporary Internet Files\Content.IE5\TW17W6A2\MC900434713[1].wmf"/>
          <p:cNvPicPr>
            <a:picLocks noChangeAspect="1" noChangeArrowheads="1"/>
          </p:cNvPicPr>
          <p:nvPr/>
        </p:nvPicPr>
        <p:blipFill>
          <a:blip r:embed="rId4" cstate="print"/>
          <a:srcRect/>
          <a:stretch>
            <a:fillRect/>
          </a:stretch>
        </p:blipFill>
        <p:spPr bwMode="auto">
          <a:xfrm>
            <a:off x="2555776" y="620688"/>
            <a:ext cx="657572" cy="689262"/>
          </a:xfrm>
          <a:prstGeom prst="rect">
            <a:avLst/>
          </a:prstGeom>
          <a:noFill/>
        </p:spPr>
      </p:pic>
      <p:pic>
        <p:nvPicPr>
          <p:cNvPr id="33" name="Picture 2" descr="C:\Users\Ben\AppData\Local\Microsoft\Windows\Temporary Internet Files\Content.IE5\TW17W6A2\MC900434713[1].wmf"/>
          <p:cNvPicPr>
            <a:picLocks noChangeAspect="1" noChangeArrowheads="1"/>
          </p:cNvPicPr>
          <p:nvPr/>
        </p:nvPicPr>
        <p:blipFill>
          <a:blip r:embed="rId4" cstate="print"/>
          <a:srcRect/>
          <a:stretch>
            <a:fillRect/>
          </a:stretch>
        </p:blipFill>
        <p:spPr bwMode="auto">
          <a:xfrm>
            <a:off x="3779912" y="620688"/>
            <a:ext cx="657572" cy="689262"/>
          </a:xfrm>
          <a:prstGeom prst="rect">
            <a:avLst/>
          </a:prstGeom>
          <a:noFill/>
        </p:spPr>
      </p:pic>
      <p:pic>
        <p:nvPicPr>
          <p:cNvPr id="34" name="Picture 2" descr="C:\Users\Ben\AppData\Local\Microsoft\Windows\Temporary Internet Files\Content.IE5\TW17W6A2\MC900434713[1].wmf"/>
          <p:cNvPicPr>
            <a:picLocks noChangeAspect="1" noChangeArrowheads="1"/>
          </p:cNvPicPr>
          <p:nvPr/>
        </p:nvPicPr>
        <p:blipFill>
          <a:blip r:embed="rId4" cstate="print"/>
          <a:srcRect/>
          <a:stretch>
            <a:fillRect/>
          </a:stretch>
        </p:blipFill>
        <p:spPr bwMode="auto">
          <a:xfrm>
            <a:off x="4932040" y="548680"/>
            <a:ext cx="657572" cy="689262"/>
          </a:xfrm>
          <a:prstGeom prst="rect">
            <a:avLst/>
          </a:prstGeom>
          <a:noFill/>
        </p:spPr>
      </p:pic>
      <p:pic>
        <p:nvPicPr>
          <p:cNvPr id="35" name="Picture 2" descr="C:\Users\Ben\AppData\Local\Microsoft\Windows\Temporary Internet Files\Content.IE5\TW17W6A2\MC900434713[1].wmf"/>
          <p:cNvPicPr>
            <a:picLocks noChangeAspect="1" noChangeArrowheads="1"/>
          </p:cNvPicPr>
          <p:nvPr/>
        </p:nvPicPr>
        <p:blipFill>
          <a:blip r:embed="rId4" cstate="print"/>
          <a:srcRect/>
          <a:stretch>
            <a:fillRect/>
          </a:stretch>
        </p:blipFill>
        <p:spPr bwMode="auto">
          <a:xfrm>
            <a:off x="6660232" y="548680"/>
            <a:ext cx="657572" cy="689262"/>
          </a:xfrm>
          <a:prstGeom prst="rect">
            <a:avLst/>
          </a:prstGeom>
          <a:noFill/>
        </p:spPr>
      </p:pic>
      <p:sp>
        <p:nvSpPr>
          <p:cNvPr id="30" name="TextBox 29"/>
          <p:cNvSpPr txBox="1"/>
          <p:nvPr/>
        </p:nvSpPr>
        <p:spPr>
          <a:xfrm>
            <a:off x="5364088" y="2060848"/>
            <a:ext cx="1415772" cy="1200329"/>
          </a:xfrm>
          <a:prstGeom prst="rect">
            <a:avLst/>
          </a:prstGeom>
          <a:noFill/>
        </p:spPr>
        <p:txBody>
          <a:bodyPr wrap="none" rtlCol="0">
            <a:spAutoFit/>
          </a:bodyPr>
          <a:lstStyle/>
          <a:p>
            <a:r>
              <a:rPr lang="en-GB" sz="7200" dirty="0">
                <a:latin typeface="Arial Black" pitchFamily="34" charset="0"/>
                <a:cs typeface="Aharoni" pitchFamily="2" charset="-79"/>
              </a:rPr>
              <a:t>- 2</a:t>
            </a:r>
          </a:p>
        </p:txBody>
      </p:sp>
      <p:sp>
        <p:nvSpPr>
          <p:cNvPr id="37" name="TextBox 36"/>
          <p:cNvSpPr txBox="1"/>
          <p:nvPr/>
        </p:nvSpPr>
        <p:spPr>
          <a:xfrm>
            <a:off x="5364088" y="2075838"/>
            <a:ext cx="1415772" cy="1200329"/>
          </a:xfrm>
          <a:prstGeom prst="rect">
            <a:avLst/>
          </a:prstGeom>
          <a:noFill/>
        </p:spPr>
        <p:txBody>
          <a:bodyPr wrap="none" rtlCol="0">
            <a:spAutoFit/>
          </a:bodyPr>
          <a:lstStyle/>
          <a:p>
            <a:r>
              <a:rPr lang="en-GB" sz="7200" dirty="0">
                <a:latin typeface="Arial Black" pitchFamily="34" charset="0"/>
                <a:cs typeface="Aharoni" pitchFamily="2" charset="-79"/>
              </a:rPr>
              <a:t>- 2</a:t>
            </a:r>
          </a:p>
        </p:txBody>
      </p:sp>
      <p:sp>
        <p:nvSpPr>
          <p:cNvPr id="31" name="TextBox 30"/>
          <p:cNvSpPr txBox="1"/>
          <p:nvPr/>
        </p:nvSpPr>
        <p:spPr>
          <a:xfrm>
            <a:off x="4860032" y="2060848"/>
            <a:ext cx="389850" cy="461665"/>
          </a:xfrm>
          <a:prstGeom prst="rect">
            <a:avLst/>
          </a:prstGeom>
          <a:noFill/>
        </p:spPr>
        <p:txBody>
          <a:bodyPr wrap="none" rtlCol="0">
            <a:spAutoFit/>
          </a:bodyPr>
          <a:lstStyle/>
          <a:p>
            <a:r>
              <a:rPr lang="en-GB" sz="2400" dirty="0">
                <a:latin typeface="Arial Black" pitchFamily="34" charset="0"/>
                <a:cs typeface="Aharoni" pitchFamily="2" charset="-79"/>
              </a:rPr>
              <a:t>2</a:t>
            </a:r>
          </a:p>
        </p:txBody>
      </p:sp>
      <p:sp>
        <p:nvSpPr>
          <p:cNvPr id="39" name="TextBox 38"/>
          <p:cNvSpPr txBox="1"/>
          <p:nvPr/>
        </p:nvSpPr>
        <p:spPr>
          <a:xfrm>
            <a:off x="3275856" y="4437112"/>
            <a:ext cx="800219" cy="1200329"/>
          </a:xfrm>
          <a:prstGeom prst="rect">
            <a:avLst/>
          </a:prstGeom>
          <a:noFill/>
        </p:spPr>
        <p:txBody>
          <a:bodyPr wrap="none" rtlCol="0">
            <a:spAutoFit/>
          </a:bodyPr>
          <a:lstStyle/>
          <a:p>
            <a:r>
              <a:rPr lang="en-GB" sz="7200" dirty="0">
                <a:latin typeface="Arial Black" pitchFamily="34" charset="0"/>
                <a:cs typeface="Aharoni" pitchFamily="2" charset="-79"/>
              </a:rPr>
              <a:t>4</a:t>
            </a:r>
          </a:p>
        </p:txBody>
      </p:sp>
      <p:cxnSp>
        <p:nvCxnSpPr>
          <p:cNvPr id="43" name="Straight Connector 42"/>
          <p:cNvCxnSpPr/>
          <p:nvPr/>
        </p:nvCxnSpPr>
        <p:spPr>
          <a:xfrm>
            <a:off x="1043608" y="5517232"/>
            <a:ext cx="2952328"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2051720" y="5445224"/>
            <a:ext cx="1415772" cy="1200329"/>
          </a:xfrm>
          <a:prstGeom prst="rect">
            <a:avLst/>
          </a:prstGeom>
          <a:noFill/>
        </p:spPr>
        <p:txBody>
          <a:bodyPr wrap="none" rtlCol="0">
            <a:spAutoFit/>
          </a:bodyPr>
          <a:lstStyle/>
          <a:p>
            <a:r>
              <a:rPr lang="en-GB" sz="7200" dirty="0">
                <a:latin typeface="Arial Black" pitchFamily="34" charset="0"/>
                <a:cs typeface="Aharoni" pitchFamily="2" charset="-79"/>
              </a:rPr>
              <a:t>12</a:t>
            </a:r>
          </a:p>
        </p:txBody>
      </p:sp>
      <p:cxnSp>
        <p:nvCxnSpPr>
          <p:cNvPr id="46" name="Straight Connector 45"/>
          <p:cNvCxnSpPr/>
          <p:nvPr/>
        </p:nvCxnSpPr>
        <p:spPr>
          <a:xfrm>
            <a:off x="2255696" y="6453336"/>
            <a:ext cx="2952328"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853297" y="3515998"/>
            <a:ext cx="800219" cy="1200329"/>
          </a:xfrm>
          <a:prstGeom prst="rect">
            <a:avLst/>
          </a:prstGeom>
          <a:noFill/>
        </p:spPr>
        <p:txBody>
          <a:bodyPr wrap="none" rtlCol="0">
            <a:spAutoFit/>
          </a:bodyPr>
          <a:lstStyle/>
          <a:p>
            <a:r>
              <a:rPr lang="en-GB" sz="7200" dirty="0">
                <a:latin typeface="Arial Black" pitchFamily="34" charset="0"/>
                <a:cs typeface="Aharoni" pitchFamily="2" charset="-79"/>
              </a:rPr>
              <a:t>3</a:t>
            </a:r>
          </a:p>
        </p:txBody>
      </p:sp>
      <p:sp>
        <p:nvSpPr>
          <p:cNvPr id="48" name="TextBox 47"/>
          <p:cNvSpPr txBox="1"/>
          <p:nvPr/>
        </p:nvSpPr>
        <p:spPr>
          <a:xfrm>
            <a:off x="1532674" y="3353761"/>
            <a:ext cx="793807" cy="1200329"/>
          </a:xfrm>
          <a:prstGeom prst="rect">
            <a:avLst/>
          </a:prstGeom>
          <a:noFill/>
        </p:spPr>
        <p:txBody>
          <a:bodyPr wrap="none" rtlCol="0">
            <a:spAutoFit/>
          </a:bodyPr>
          <a:lstStyle/>
          <a:p>
            <a:r>
              <a:rPr lang="en-GB" sz="7200" dirty="0">
                <a:latin typeface="Arial Black" pitchFamily="34" charset="0"/>
                <a:cs typeface="Aharoni" pitchFamily="2" charset="-79"/>
              </a:rPr>
              <a:t>x</a:t>
            </a:r>
          </a:p>
        </p:txBody>
      </p:sp>
      <p:sp>
        <p:nvSpPr>
          <p:cNvPr id="49" name="TextBox 48"/>
          <p:cNvSpPr txBox="1"/>
          <p:nvPr/>
        </p:nvSpPr>
        <p:spPr>
          <a:xfrm>
            <a:off x="5388476" y="3473970"/>
            <a:ext cx="1415772" cy="1200329"/>
          </a:xfrm>
          <a:prstGeom prst="rect">
            <a:avLst/>
          </a:prstGeom>
          <a:noFill/>
        </p:spPr>
        <p:txBody>
          <a:bodyPr wrap="none" rtlCol="0">
            <a:spAutoFit/>
          </a:bodyPr>
          <a:lstStyle/>
          <a:p>
            <a:r>
              <a:rPr lang="en-GB" sz="7200" dirty="0">
                <a:latin typeface="Arial Black" pitchFamily="34" charset="0"/>
                <a:cs typeface="Aharoni" pitchFamily="2" charset="-79"/>
              </a:rPr>
              <a:t>- 2</a:t>
            </a:r>
          </a:p>
        </p:txBody>
      </p:sp>
      <p:sp>
        <p:nvSpPr>
          <p:cNvPr id="50" name="TextBox 49"/>
          <p:cNvSpPr txBox="1"/>
          <p:nvPr/>
        </p:nvSpPr>
        <p:spPr>
          <a:xfrm>
            <a:off x="4139952" y="4388911"/>
            <a:ext cx="1415772" cy="1200329"/>
          </a:xfrm>
          <a:prstGeom prst="rect">
            <a:avLst/>
          </a:prstGeom>
          <a:noFill/>
        </p:spPr>
        <p:txBody>
          <a:bodyPr wrap="none" rtlCol="0">
            <a:spAutoFit/>
          </a:bodyPr>
          <a:lstStyle/>
          <a:p>
            <a:r>
              <a:rPr lang="en-GB" sz="7200" dirty="0">
                <a:latin typeface="Arial Black" pitchFamily="34" charset="0"/>
                <a:cs typeface="Aharoni" pitchFamily="2" charset="-79"/>
              </a:rPr>
              <a:t>- 2</a:t>
            </a:r>
          </a:p>
        </p:txBody>
      </p:sp>
      <p:sp>
        <p:nvSpPr>
          <p:cNvPr id="51" name="TextBox 50"/>
          <p:cNvSpPr txBox="1"/>
          <p:nvPr/>
        </p:nvSpPr>
        <p:spPr>
          <a:xfrm>
            <a:off x="4860032" y="2060848"/>
            <a:ext cx="389850" cy="461665"/>
          </a:xfrm>
          <a:prstGeom prst="rect">
            <a:avLst/>
          </a:prstGeom>
          <a:noFill/>
        </p:spPr>
        <p:txBody>
          <a:bodyPr wrap="none" rtlCol="0">
            <a:spAutoFit/>
          </a:bodyPr>
          <a:lstStyle/>
          <a:p>
            <a:r>
              <a:rPr lang="en-GB" sz="2400" dirty="0">
                <a:latin typeface="Arial Black" pitchFamily="34" charset="0"/>
                <a:cs typeface="Aharoni" pitchFamily="2" charset="-79"/>
              </a:rPr>
              <a:t>2</a:t>
            </a:r>
          </a:p>
        </p:txBody>
      </p:sp>
      <p:sp>
        <p:nvSpPr>
          <p:cNvPr id="2" name="Footer Placeholder 1"/>
          <p:cNvSpPr>
            <a:spLocks noGrp="1"/>
          </p:cNvSpPr>
          <p:nvPr>
            <p:ph type="ftr" sz="quarter" idx="11"/>
          </p:nvPr>
        </p:nvSpPr>
        <p:spPr/>
        <p:txBody>
          <a:bodyPr/>
          <a:lstStyle/>
          <a:p>
            <a:r>
              <a:rPr lang="en-GB"/>
              <a:t>T Malik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to="" calcmode="lin" valueType="num">
                                      <p:cBhvr>
                                        <p:cTn id="7" dur="1" fill="hold"/>
                                        <p:tgtEl>
                                          <p:spTgt spid="4"/>
                                        </p:tgtEl>
                                        <p:attrNameLst>
                                          <p:attrName/>
                                        </p:attrNameLst>
                                      </p:cBhvr>
                                    </p:anim>
                                  </p:childTnLst>
                                </p:cTn>
                              </p:par>
                              <p:par>
                                <p:cTn id="8" presetID="24"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 to="" calcmode="lin" valueType="num">
                                      <p:cBhvr>
                                        <p:cTn id="10" dur="1" fill="hold"/>
                                        <p:tgtEl>
                                          <p:spTgt spid="12"/>
                                        </p:tgtEl>
                                        <p:attrNameLst>
                                          <p:attrName/>
                                        </p:attrNameLst>
                                      </p:cBhvr>
                                    </p:anim>
                                  </p:childTnLst>
                                </p:cTn>
                              </p:par>
                              <p:par>
                                <p:cTn id="11" presetID="24"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 to="" calcmode="lin" valueType="num">
                                      <p:cBhvr>
                                        <p:cTn id="13" dur="1" fill="hold"/>
                                        <p:tgtEl>
                                          <p:spTgt spid="13"/>
                                        </p:tgtEl>
                                        <p:attrNameLst>
                                          <p:attrName/>
                                        </p:attrNameLst>
                                      </p:cBhvr>
                                    </p:anim>
                                  </p:childTnLst>
                                </p:cTn>
                              </p:par>
                              <p:par>
                                <p:cTn id="14" presetID="24"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 to="" calcmode="lin" valueType="num">
                                      <p:cBhvr>
                                        <p:cTn id="16" dur="1" fill="hold"/>
                                        <p:tgtEl>
                                          <p:spTgt spid="14"/>
                                        </p:tgtEl>
                                        <p:attrNameLst>
                                          <p:attrName/>
                                        </p:attrNameLst>
                                      </p:cBhvr>
                                    </p:anim>
                                  </p:childTnLst>
                                </p:cTn>
                              </p:par>
                              <p:par>
                                <p:cTn id="17" presetID="24"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 to="" calcmode="lin" valueType="num">
                                      <p:cBhvr>
                                        <p:cTn id="19" dur="1" fill="hold"/>
                                        <p:tgtEl>
                                          <p:spTgt spid="15"/>
                                        </p:tgtEl>
                                        <p:attrNameLst>
                                          <p:attrName/>
                                        </p:attrNameLst>
                                      </p:cBhvr>
                                    </p:anim>
                                  </p:childTnLst>
                                </p:cTn>
                              </p:par>
                              <p:par>
                                <p:cTn id="20" presetID="24"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 to="" calcmode="lin" valueType="num">
                                      <p:cBhvr>
                                        <p:cTn id="22" dur="1" fill="hold"/>
                                        <p:tgtEl>
                                          <p:spTgt spid="16"/>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026"/>
                                        </p:tgtEl>
                                        <p:attrNameLst>
                                          <p:attrName>style.visibility</p:attrName>
                                        </p:attrNameLst>
                                      </p:cBhvr>
                                      <p:to>
                                        <p:strVal val="visible"/>
                                      </p:to>
                                    </p:set>
                                    <p:animEffect transition="in" filter="fade">
                                      <p:cBhvr>
                                        <p:cTn id="27" dur="1000"/>
                                        <p:tgtEl>
                                          <p:spTgt spid="1026"/>
                                        </p:tgtEl>
                                      </p:cBhvr>
                                    </p:animEffect>
                                    <p:anim calcmode="lin" valueType="num">
                                      <p:cBhvr>
                                        <p:cTn id="28" dur="1000" fill="hold"/>
                                        <p:tgtEl>
                                          <p:spTgt spid="1026"/>
                                        </p:tgtEl>
                                        <p:attrNameLst>
                                          <p:attrName>ppt_x</p:attrName>
                                        </p:attrNameLst>
                                      </p:cBhvr>
                                      <p:tavLst>
                                        <p:tav tm="0">
                                          <p:val>
                                            <p:strVal val="#ppt_x"/>
                                          </p:val>
                                        </p:tav>
                                        <p:tav tm="100000">
                                          <p:val>
                                            <p:strVal val="#ppt_x"/>
                                          </p:val>
                                        </p:tav>
                                      </p:tavLst>
                                    </p:anim>
                                    <p:anim calcmode="lin" valueType="num">
                                      <p:cBhvr>
                                        <p:cTn id="29" dur="1000" fill="hold"/>
                                        <p:tgtEl>
                                          <p:spTgt spid="1026"/>
                                        </p:tgtEl>
                                        <p:attrNameLst>
                                          <p:attrName>ppt_y</p:attrName>
                                        </p:attrNameLst>
                                      </p:cBhvr>
                                      <p:tavLst>
                                        <p:tav tm="0">
                                          <p:val>
                                            <p:strVal val="#ppt_y+.1"/>
                                          </p:val>
                                        </p:tav>
                                        <p:tav tm="100000">
                                          <p:val>
                                            <p:strVal val="#ppt_y"/>
                                          </p:val>
                                        </p:tav>
                                      </p:tavLst>
                                    </p:anim>
                                  </p:childTnLst>
                                </p:cTn>
                              </p:par>
                            </p:childTnLst>
                          </p:cTn>
                        </p:par>
                        <p:par>
                          <p:cTn id="30" fill="hold">
                            <p:stCondLst>
                              <p:cond delay="1000"/>
                            </p:stCondLst>
                            <p:childTnLst>
                              <p:par>
                                <p:cTn id="31" presetID="22" presetClass="entr" presetSubtype="8" fill="hold" nodeType="after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wipe(left)">
                                      <p:cBhvr>
                                        <p:cTn id="33" dur="500"/>
                                        <p:tgtEl>
                                          <p:spTgt spid="26"/>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42" presetClass="path" presetSubtype="0" accel="50000" decel="50000" fill="hold" grpId="0" nodeType="clickEffect">
                                  <p:stCondLst>
                                    <p:cond delay="0"/>
                                  </p:stCondLst>
                                  <p:childTnLst>
                                    <p:animMotion origin="layout" path="M 3.33333E-6 -4.45087E-6 L 0.00225 0.21688 " pathEditMode="relative" rAng="0" ptsTypes="AA">
                                      <p:cBhvr>
                                        <p:cTn id="41" dur="2000" fill="hold"/>
                                        <p:tgtEl>
                                          <p:spTgt spid="27"/>
                                        </p:tgtEl>
                                        <p:attrNameLst>
                                          <p:attrName>ppt_x</p:attrName>
                                          <p:attrName>ppt_y</p:attrName>
                                        </p:attrNameLst>
                                      </p:cBhvr>
                                      <p:rCtr x="1" y="108"/>
                                    </p:animMotion>
                                  </p:childTnLst>
                                </p:cTn>
                              </p:par>
                              <p:par>
                                <p:cTn id="42" presetID="42" presetClass="path" presetSubtype="0" accel="50000" decel="50000" fill="hold" grpId="0" nodeType="withEffect">
                                  <p:stCondLst>
                                    <p:cond delay="0"/>
                                  </p:stCondLst>
                                  <p:childTnLst>
                                    <p:animMotion origin="layout" path="M -2.77778E-6 3.4104E-6 L 0.00139 0.20393 " pathEditMode="relative" rAng="0" ptsTypes="AA">
                                      <p:cBhvr>
                                        <p:cTn id="43" dur="2000" fill="hold"/>
                                        <p:tgtEl>
                                          <p:spTgt spid="37"/>
                                        </p:tgtEl>
                                        <p:attrNameLst>
                                          <p:attrName>ppt_x</p:attrName>
                                          <p:attrName>ppt_y</p:attrName>
                                        </p:attrNameLst>
                                      </p:cBhvr>
                                      <p:rCtr x="1" y="102"/>
                                    </p:animMotion>
                                  </p:childTnLst>
                                </p:cTn>
                              </p:par>
                              <p:par>
                                <p:cTn id="44" presetID="42" presetClass="path" presetSubtype="0" accel="50000" decel="50000" fill="hold" grpId="0" nodeType="withEffect">
                                  <p:stCondLst>
                                    <p:cond delay="0"/>
                                  </p:stCondLst>
                                  <p:childTnLst>
                                    <p:animMotion origin="layout" path="M -3.88889E-6 -4.91329E-6 L -0.0052 0.18521 " pathEditMode="relative" rAng="0" ptsTypes="AA">
                                      <p:cBhvr>
                                        <p:cTn id="45" dur="2000" fill="hold"/>
                                        <p:tgtEl>
                                          <p:spTgt spid="29"/>
                                        </p:tgtEl>
                                        <p:attrNameLst>
                                          <p:attrName>ppt_x</p:attrName>
                                          <p:attrName>ppt_y</p:attrName>
                                        </p:attrNameLst>
                                      </p:cBhvr>
                                      <p:rCtr x="-3" y="92"/>
                                    </p:animMotion>
                                  </p:childTnLst>
                                </p:cTn>
                              </p:par>
                              <p:par>
                                <p:cTn id="46" presetID="42" presetClass="path" presetSubtype="0" accel="50000" decel="50000" fill="hold" grpId="0" nodeType="withEffect">
                                  <p:stCondLst>
                                    <p:cond delay="0"/>
                                  </p:stCondLst>
                                  <p:childTnLst>
                                    <p:animMotion origin="layout" path="M 2.22222E-6 -1.6185E-6 L -0.1158 0.20763 " pathEditMode="relative" rAng="0" ptsTypes="AA">
                                      <p:cBhvr>
                                        <p:cTn id="47" dur="2000" fill="hold"/>
                                        <p:tgtEl>
                                          <p:spTgt spid="31"/>
                                        </p:tgtEl>
                                        <p:attrNameLst>
                                          <p:attrName>ppt_x</p:attrName>
                                          <p:attrName>ppt_y</p:attrName>
                                        </p:attrNameLst>
                                      </p:cBhvr>
                                      <p:rCtr x="-58" y="104"/>
                                    </p:animMotion>
                                  </p:childTnLst>
                                </p:cTn>
                              </p:par>
                            </p:childTnLst>
                          </p:cTn>
                        </p:par>
                      </p:childTnLst>
                    </p:cTn>
                  </p:par>
                  <p:par>
                    <p:cTn id="48" fill="hold">
                      <p:stCondLst>
                        <p:cond delay="indefinite"/>
                      </p:stCondLst>
                      <p:childTnLst>
                        <p:par>
                          <p:cTn id="49" fill="hold">
                            <p:stCondLst>
                              <p:cond delay="0"/>
                            </p:stCondLst>
                            <p:childTnLst>
                              <p:par>
                                <p:cTn id="50" presetID="63" presetClass="path" presetSubtype="0" accel="50000" decel="50000" fill="hold" nodeType="clickEffect">
                                  <p:stCondLst>
                                    <p:cond delay="0"/>
                                  </p:stCondLst>
                                  <p:childTnLst>
                                    <p:animMotion origin="layout" path="M -3.33333E-6 4.10405E-6 L 0.12448 -0.00209 " pathEditMode="relative" rAng="0" ptsTypes="AA">
                                      <p:cBhvr>
                                        <p:cTn id="51" dur="2000" fill="hold"/>
                                        <p:tgtEl>
                                          <p:spTgt spid="1026"/>
                                        </p:tgtEl>
                                        <p:attrNameLst>
                                          <p:attrName>ppt_x</p:attrName>
                                          <p:attrName>ppt_y</p:attrName>
                                        </p:attrNameLst>
                                      </p:cBhvr>
                                      <p:rCtr x="62" y="-1"/>
                                    </p:animMotion>
                                  </p:childTnLst>
                                </p:cTn>
                              </p:par>
                            </p:childTnLst>
                          </p:cTn>
                        </p:par>
                        <p:par>
                          <p:cTn id="52" fill="hold">
                            <p:stCondLst>
                              <p:cond delay="2000"/>
                            </p:stCondLst>
                            <p:childTnLst>
                              <p:par>
                                <p:cTn id="53" presetID="22" presetClass="entr" presetSubtype="8" fill="hold" nodeType="after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wipe(left)">
                                      <p:cBhvr>
                                        <p:cTn id="55" dur="500"/>
                                        <p:tgtEl>
                                          <p:spTgt spid="28"/>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39"/>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42" presetClass="path" presetSubtype="0" accel="50000" decel="50000" fill="hold" grpId="1" nodeType="clickEffect">
                                  <p:stCondLst>
                                    <p:cond delay="0"/>
                                  </p:stCondLst>
                                  <p:childTnLst>
                                    <p:animMotion origin="layout" path="M 0.00139 0.20393 L -0.13264 0.32994 " pathEditMode="relative" rAng="0" ptsTypes="AA">
                                      <p:cBhvr>
                                        <p:cTn id="63" dur="2000" fill="hold"/>
                                        <p:tgtEl>
                                          <p:spTgt spid="37"/>
                                        </p:tgtEl>
                                        <p:attrNameLst>
                                          <p:attrName>ppt_x</p:attrName>
                                          <p:attrName>ppt_y</p:attrName>
                                        </p:attrNameLst>
                                      </p:cBhvr>
                                      <p:rCtr x="-67" y="63"/>
                                    </p:animMotion>
                                  </p:childTnLst>
                                </p:cTn>
                              </p:par>
                              <p:par>
                                <p:cTn id="64" presetID="42" presetClass="path" presetSubtype="0" accel="50000" decel="50000" fill="hold" grpId="1" nodeType="withEffect">
                                  <p:stCondLst>
                                    <p:cond delay="0"/>
                                  </p:stCondLst>
                                  <p:childTnLst>
                                    <p:animMotion origin="layout" path="M -0.0052 0.18521 L 0.07466 0.33041 " pathEditMode="relative" rAng="0" ptsTypes="AA">
                                      <p:cBhvr>
                                        <p:cTn id="65" dur="2000" fill="hold"/>
                                        <p:tgtEl>
                                          <p:spTgt spid="29"/>
                                        </p:tgtEl>
                                        <p:attrNameLst>
                                          <p:attrName>ppt_x</p:attrName>
                                          <p:attrName>ppt_y</p:attrName>
                                        </p:attrNameLst>
                                      </p:cBhvr>
                                      <p:rCtr x="40" y="73"/>
                                    </p:animMotion>
                                  </p:childTnLst>
                                </p:cTn>
                              </p:par>
                              <p:par>
                                <p:cTn id="66" presetID="42" presetClass="path" presetSubtype="0" accel="50000" decel="50000" fill="hold" grpId="1" nodeType="withEffect">
                                  <p:stCondLst>
                                    <p:cond delay="0"/>
                                  </p:stCondLst>
                                  <p:childTnLst>
                                    <p:animMotion origin="layout" path="M 0.00225 0.21688 L 0.05746 0.33226 " pathEditMode="relative" rAng="0" ptsTypes="AA">
                                      <p:cBhvr>
                                        <p:cTn id="67" dur="2000" fill="hold"/>
                                        <p:tgtEl>
                                          <p:spTgt spid="27"/>
                                        </p:tgtEl>
                                        <p:attrNameLst>
                                          <p:attrName>ppt_x</p:attrName>
                                          <p:attrName>ppt_y</p:attrName>
                                        </p:attrNameLst>
                                      </p:cBhvr>
                                      <p:rCtr x="28" y="58"/>
                                    </p:animMotion>
                                  </p:childTnLst>
                                </p:cTn>
                              </p:par>
                              <p:par>
                                <p:cTn id="68" presetID="1" presetClass="entr" presetSubtype="0" fill="hold" grpId="0" nodeType="withEffect">
                                  <p:stCondLst>
                                    <p:cond delay="0"/>
                                  </p:stCondLst>
                                  <p:childTnLst>
                                    <p:set>
                                      <p:cBhvr>
                                        <p:cTn id="69" dur="1" fill="hold">
                                          <p:stCondLst>
                                            <p:cond delay="0"/>
                                          </p:stCondLst>
                                        </p:cTn>
                                        <p:tgtEl>
                                          <p:spTgt spid="49"/>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47"/>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48"/>
                                        </p:tgtEl>
                                        <p:attrNameLst>
                                          <p:attrName>style.visibility</p:attrName>
                                        </p:attrNameLst>
                                      </p:cBhvr>
                                      <p:to>
                                        <p:strVal val="visible"/>
                                      </p:to>
                                    </p:set>
                                  </p:childTnLst>
                                </p:cTn>
                              </p:par>
                              <p:par>
                                <p:cTn id="74" presetID="1" presetClass="entr" presetSubtype="0" fill="hold" nodeType="withEffect">
                                  <p:stCondLst>
                                    <p:cond delay="0"/>
                                  </p:stCondLst>
                                  <p:childTnLst>
                                    <p:set>
                                      <p:cBhvr>
                                        <p:cTn id="75" dur="1" fill="hold">
                                          <p:stCondLst>
                                            <p:cond delay="0"/>
                                          </p:stCondLst>
                                        </p:cTn>
                                        <p:tgtEl>
                                          <p:spTgt spid="2050"/>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63" presetClass="path" presetSubtype="0" accel="50000" decel="50000" fill="hold" nodeType="clickEffect">
                                  <p:stCondLst>
                                    <p:cond delay="0"/>
                                  </p:stCondLst>
                                  <p:childTnLst>
                                    <p:animMotion origin="layout" path="M 0.12448 -0.00209 L 0.24254 -0.00209 " pathEditMode="relative" rAng="0" ptsTypes="AA">
                                      <p:cBhvr>
                                        <p:cTn id="79" dur="2000" fill="hold"/>
                                        <p:tgtEl>
                                          <p:spTgt spid="1026"/>
                                        </p:tgtEl>
                                        <p:attrNameLst>
                                          <p:attrName>ppt_x</p:attrName>
                                          <p:attrName>ppt_y</p:attrName>
                                        </p:attrNameLst>
                                      </p:cBhvr>
                                      <p:rCtr x="59" y="0"/>
                                    </p:animMotion>
                                  </p:childTnLst>
                                </p:cTn>
                              </p:par>
                              <p:par>
                                <p:cTn id="80" presetID="1" presetClass="entr" presetSubtype="0" fill="hold" nodeType="withEffect">
                                  <p:stCondLst>
                                    <p:cond delay="0"/>
                                  </p:stCondLst>
                                  <p:childTnLst>
                                    <p:set>
                                      <p:cBhvr>
                                        <p:cTn id="81" dur="1" fill="hold">
                                          <p:stCondLst>
                                            <p:cond delay="0"/>
                                          </p:stCondLst>
                                        </p:cTn>
                                        <p:tgtEl>
                                          <p:spTgt spid="32"/>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63" presetClass="path" presetSubtype="0" accel="50000" decel="50000" fill="hold" nodeType="clickEffect">
                                  <p:stCondLst>
                                    <p:cond delay="0"/>
                                  </p:stCondLst>
                                  <p:childTnLst>
                                    <p:animMotion origin="layout" path="M 0.24254 -0.00209 L 0.37639 -0.00209 " pathEditMode="relative" rAng="0" ptsTypes="AA">
                                      <p:cBhvr>
                                        <p:cTn id="85" dur="2000" fill="hold"/>
                                        <p:tgtEl>
                                          <p:spTgt spid="1026"/>
                                        </p:tgtEl>
                                        <p:attrNameLst>
                                          <p:attrName>ppt_x</p:attrName>
                                          <p:attrName>ppt_y</p:attrName>
                                        </p:attrNameLst>
                                      </p:cBhvr>
                                      <p:rCtr x="67" y="0"/>
                                    </p:animMotion>
                                  </p:childTnLst>
                                </p:cTn>
                              </p:par>
                            </p:childTnLst>
                          </p:cTn>
                        </p:par>
                        <p:par>
                          <p:cTn id="86" fill="hold">
                            <p:stCondLst>
                              <p:cond delay="2000"/>
                            </p:stCondLst>
                            <p:childTnLst>
                              <p:par>
                                <p:cTn id="87" presetID="22" presetClass="entr" presetSubtype="8" fill="hold" nodeType="afterEffect">
                                  <p:stCondLst>
                                    <p:cond delay="0"/>
                                  </p:stCondLst>
                                  <p:childTnLst>
                                    <p:set>
                                      <p:cBhvr>
                                        <p:cTn id="88" dur="1" fill="hold">
                                          <p:stCondLst>
                                            <p:cond delay="0"/>
                                          </p:stCondLst>
                                        </p:cTn>
                                        <p:tgtEl>
                                          <p:spTgt spid="43"/>
                                        </p:tgtEl>
                                        <p:attrNameLst>
                                          <p:attrName>style.visibility</p:attrName>
                                        </p:attrNameLst>
                                      </p:cBhvr>
                                      <p:to>
                                        <p:strVal val="visible"/>
                                      </p:to>
                                    </p:set>
                                    <p:animEffect transition="in" filter="wipe(left)">
                                      <p:cBhvr>
                                        <p:cTn id="89" dur="500"/>
                                        <p:tgtEl>
                                          <p:spTgt spid="43"/>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45"/>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42" presetClass="path" presetSubtype="0" accel="50000" decel="50000" fill="hold" grpId="2" nodeType="clickEffect">
                                  <p:stCondLst>
                                    <p:cond delay="0"/>
                                  </p:stCondLst>
                                  <p:childTnLst>
                                    <p:animMotion origin="layout" path="M -0.13264 0.32994 L -0.16406 0.48716 " pathEditMode="relative" rAng="0" ptsTypes="AA">
                                      <p:cBhvr>
                                        <p:cTn id="97" dur="2000" fill="hold"/>
                                        <p:tgtEl>
                                          <p:spTgt spid="37"/>
                                        </p:tgtEl>
                                        <p:attrNameLst>
                                          <p:attrName>ppt_x</p:attrName>
                                          <p:attrName>ppt_y</p:attrName>
                                        </p:attrNameLst>
                                      </p:cBhvr>
                                      <p:rCtr x="-16" y="79"/>
                                    </p:animMotion>
                                  </p:childTnLst>
                                </p:cTn>
                              </p:par>
                              <p:par>
                                <p:cTn id="98" presetID="1" presetClass="entr" presetSubtype="0" fill="hold" grpId="0" nodeType="withEffect">
                                  <p:stCondLst>
                                    <p:cond delay="0"/>
                                  </p:stCondLst>
                                  <p:childTnLst>
                                    <p:set>
                                      <p:cBhvr>
                                        <p:cTn id="99" dur="1" fill="hold">
                                          <p:stCondLst>
                                            <p:cond delay="0"/>
                                          </p:stCondLst>
                                        </p:cTn>
                                        <p:tgtEl>
                                          <p:spTgt spid="50"/>
                                        </p:tgtEl>
                                        <p:attrNameLst>
                                          <p:attrName>style.visibility</p:attrName>
                                        </p:attrNameLst>
                                      </p:cBhvr>
                                      <p:to>
                                        <p:strVal val="visible"/>
                                      </p:to>
                                    </p:set>
                                  </p:childTnLst>
                                </p:cTn>
                              </p:par>
                              <p:par>
                                <p:cTn id="100" presetID="1" presetClass="entr" presetSubtype="0" fill="hold" nodeType="withEffect">
                                  <p:stCondLst>
                                    <p:cond delay="0"/>
                                  </p:stCondLst>
                                  <p:childTnLst>
                                    <p:set>
                                      <p:cBhvr>
                                        <p:cTn id="101" dur="1" fill="hold">
                                          <p:stCondLst>
                                            <p:cond delay="0"/>
                                          </p:stCondLst>
                                        </p:cTn>
                                        <p:tgtEl>
                                          <p:spTgt spid="33"/>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63" presetClass="path" presetSubtype="0" accel="50000" decel="50000" fill="hold" nodeType="clickEffect">
                                  <p:stCondLst>
                                    <p:cond delay="0"/>
                                  </p:stCondLst>
                                  <p:childTnLst>
                                    <p:animMotion origin="layout" path="M 0.37639 -0.00209 L 0.52605 0.01896 " pathEditMode="relative" rAng="0" ptsTypes="AA">
                                      <p:cBhvr>
                                        <p:cTn id="105" dur="2000" fill="hold"/>
                                        <p:tgtEl>
                                          <p:spTgt spid="1026"/>
                                        </p:tgtEl>
                                        <p:attrNameLst>
                                          <p:attrName>ppt_x</p:attrName>
                                          <p:attrName>ppt_y</p:attrName>
                                        </p:attrNameLst>
                                      </p:cBhvr>
                                      <p:rCtr x="75" y="10"/>
                                    </p:animMotion>
                                  </p:childTnLst>
                                </p:cTn>
                              </p:par>
                              <p:par>
                                <p:cTn id="106" presetID="1" presetClass="entr" presetSubtype="0" fill="hold" nodeType="withEffect">
                                  <p:stCondLst>
                                    <p:cond delay="0"/>
                                  </p:stCondLst>
                                  <p:childTnLst>
                                    <p:set>
                                      <p:cBhvr>
                                        <p:cTn id="107" dur="1" fill="hold">
                                          <p:stCondLst>
                                            <p:cond delay="0"/>
                                          </p:stCondLst>
                                        </p:cTn>
                                        <p:tgtEl>
                                          <p:spTgt spid="34"/>
                                        </p:tgtEl>
                                        <p:attrNameLst>
                                          <p:attrName>style.visibility</p:attrName>
                                        </p:attrNameLst>
                                      </p:cBhvr>
                                      <p:to>
                                        <p:strVal val="visible"/>
                                      </p:to>
                                    </p:set>
                                  </p:childTnLst>
                                </p:cTn>
                              </p:par>
                              <p:par>
                                <p:cTn id="108" presetID="6" presetClass="emph" presetSubtype="0" fill="hold" nodeType="withEffect">
                                  <p:stCondLst>
                                    <p:cond delay="0"/>
                                  </p:stCondLst>
                                  <p:childTnLst>
                                    <p:animScale>
                                      <p:cBhvr>
                                        <p:cTn id="109" dur="2000" fill="hold"/>
                                        <p:tgtEl>
                                          <p:spTgt spid="1026"/>
                                        </p:tgtEl>
                                      </p:cBhvr>
                                      <p:by x="150000" y="150000"/>
                                    </p:animScale>
                                  </p:childTnLst>
                                </p:cTn>
                              </p:par>
                            </p:childTnLst>
                          </p:cTn>
                        </p:par>
                        <p:par>
                          <p:cTn id="110" fill="hold">
                            <p:stCondLst>
                              <p:cond delay="2000"/>
                            </p:stCondLst>
                            <p:childTnLst>
                              <p:par>
                                <p:cTn id="111" presetID="22" presetClass="entr" presetSubtype="8" fill="hold" nodeType="afterEffect">
                                  <p:stCondLst>
                                    <p:cond delay="0"/>
                                  </p:stCondLst>
                                  <p:childTnLst>
                                    <p:set>
                                      <p:cBhvr>
                                        <p:cTn id="112" dur="1" fill="hold">
                                          <p:stCondLst>
                                            <p:cond delay="0"/>
                                          </p:stCondLst>
                                        </p:cTn>
                                        <p:tgtEl>
                                          <p:spTgt spid="46"/>
                                        </p:tgtEl>
                                        <p:attrNameLst>
                                          <p:attrName>style.visibility</p:attrName>
                                        </p:attrNameLst>
                                      </p:cBhvr>
                                      <p:to>
                                        <p:strVal val="visible"/>
                                      </p:to>
                                    </p:set>
                                    <p:animEffect transition="in" filter="wipe(left)">
                                      <p:cBhvr>
                                        <p:cTn id="113" dur="500"/>
                                        <p:tgtEl>
                                          <p:spTgt spid="46"/>
                                        </p:tgtEl>
                                      </p:cBhvr>
                                    </p:animEffec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grpId="0" nodeType="clickEffect">
                                  <p:stCondLst>
                                    <p:cond delay="0"/>
                                  </p:stCondLst>
                                  <p:childTnLst>
                                    <p:set>
                                      <p:cBhvr>
                                        <p:cTn id="117" dur="1" fill="hold">
                                          <p:stCondLst>
                                            <p:cond delay="0"/>
                                          </p:stCondLst>
                                        </p:cTn>
                                        <p:tgtEl>
                                          <p:spTgt spid="24"/>
                                        </p:tgtEl>
                                        <p:attrNameLst>
                                          <p:attrName>style.visibility</p:attrName>
                                        </p:attrNameLst>
                                      </p:cBhvr>
                                      <p:to>
                                        <p:strVal val="visible"/>
                                      </p:to>
                                    </p:set>
                                  </p:childTnLst>
                                </p:cTn>
                              </p:par>
                              <p:par>
                                <p:cTn id="118" presetID="1" presetClass="entr" presetSubtype="0" fill="hold" grpId="0" nodeType="withEffect">
                                  <p:stCondLst>
                                    <p:cond delay="0"/>
                                  </p:stCondLst>
                                  <p:childTnLst>
                                    <p:set>
                                      <p:cBhvr>
                                        <p:cTn id="119" dur="1" fill="hold">
                                          <p:stCondLst>
                                            <p:cond delay="0"/>
                                          </p:stCondLst>
                                        </p:cTn>
                                        <p:tgtEl>
                                          <p:spTgt spid="25"/>
                                        </p:tgtEl>
                                        <p:attrNameLst>
                                          <p:attrName>style.visibility</p:attrName>
                                        </p:attrNameLst>
                                      </p:cBhvr>
                                      <p:to>
                                        <p:strVal val="visible"/>
                                      </p:to>
                                    </p:set>
                                  </p:childTnLst>
                                </p:cTn>
                              </p:par>
                              <p:par>
                                <p:cTn id="120" presetID="1" presetClass="entr" presetSubtype="0" fill="hold" nodeType="withEffect">
                                  <p:stCondLst>
                                    <p:cond delay="0"/>
                                  </p:stCondLst>
                                  <p:childTnLst>
                                    <p:set>
                                      <p:cBhvr>
                                        <p:cTn id="121"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P spid="13" grpId="0"/>
      <p:bldP spid="14" grpId="0"/>
      <p:bldP spid="15" grpId="0"/>
      <p:bldP spid="16" grpId="0"/>
      <p:bldP spid="22" grpId="0"/>
      <p:bldP spid="24" grpId="0"/>
      <p:bldP spid="25" grpId="0"/>
      <p:bldP spid="27" grpId="0"/>
      <p:bldP spid="27" grpId="1"/>
      <p:bldP spid="29" grpId="0"/>
      <p:bldP spid="29" grpId="1"/>
      <p:bldP spid="37" grpId="0"/>
      <p:bldP spid="37" grpId="1"/>
      <p:bldP spid="37" grpId="2"/>
      <p:bldP spid="31" grpId="0"/>
      <p:bldP spid="39" grpId="0"/>
      <p:bldP spid="45" grpId="0"/>
      <p:bldP spid="47" grpId="0"/>
      <p:bldP spid="48" grpId="0"/>
      <p:bldP spid="49" grpId="0"/>
      <p:bldP spid="5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259632" y="980728"/>
            <a:ext cx="6912768" cy="1107996"/>
          </a:xfrm>
          <a:prstGeom prst="rect">
            <a:avLst/>
          </a:prstGeom>
          <a:noFill/>
        </p:spPr>
        <p:txBody>
          <a:bodyPr wrap="square" rtlCol="0">
            <a:spAutoFit/>
          </a:bodyPr>
          <a:lstStyle/>
          <a:p>
            <a:pPr algn="ctr"/>
            <a:r>
              <a:rPr lang="en-GB" sz="6600" dirty="0">
                <a:latin typeface="Comic Sans MS" pitchFamily="66" charset="0"/>
              </a:rPr>
              <a:t>6 + 4 x 3 =</a:t>
            </a:r>
          </a:p>
        </p:txBody>
      </p:sp>
      <p:sp>
        <p:nvSpPr>
          <p:cNvPr id="8" name="Oval Callout 7"/>
          <p:cNvSpPr/>
          <p:nvPr/>
        </p:nvSpPr>
        <p:spPr>
          <a:xfrm>
            <a:off x="1835696" y="2708920"/>
            <a:ext cx="2016224" cy="1872208"/>
          </a:xfrm>
          <a:prstGeom prst="wedgeEllipseCallout">
            <a:avLst>
              <a:gd name="adj1" fmla="val -59256"/>
              <a:gd name="adj2" fmla="val 1772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200" dirty="0">
                <a:solidFill>
                  <a:schemeClr val="tx1"/>
                </a:solidFill>
                <a:latin typeface="Comic Sans MS" pitchFamily="66" charset="0"/>
              </a:rPr>
              <a:t>30</a:t>
            </a:r>
          </a:p>
        </p:txBody>
      </p:sp>
      <p:sp>
        <p:nvSpPr>
          <p:cNvPr id="9" name="Oval Callout 8"/>
          <p:cNvSpPr/>
          <p:nvPr/>
        </p:nvSpPr>
        <p:spPr>
          <a:xfrm>
            <a:off x="5436096" y="2636912"/>
            <a:ext cx="2016224" cy="1872208"/>
          </a:xfrm>
          <a:prstGeom prst="wedgeEllipseCallout">
            <a:avLst>
              <a:gd name="adj1" fmla="val 67982"/>
              <a:gd name="adj2" fmla="val 12302"/>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200" dirty="0">
                <a:solidFill>
                  <a:schemeClr val="tx1"/>
                </a:solidFill>
                <a:latin typeface="Comic Sans MS" pitchFamily="66" charset="0"/>
              </a:rPr>
              <a:t>72</a:t>
            </a:r>
          </a:p>
        </p:txBody>
      </p:sp>
      <p:sp>
        <p:nvSpPr>
          <p:cNvPr id="11" name="TextBox 10"/>
          <p:cNvSpPr txBox="1"/>
          <p:nvPr/>
        </p:nvSpPr>
        <p:spPr>
          <a:xfrm>
            <a:off x="3347864" y="2924944"/>
            <a:ext cx="864096" cy="1323439"/>
          </a:xfrm>
          <a:prstGeom prst="rect">
            <a:avLst/>
          </a:prstGeom>
          <a:noFill/>
        </p:spPr>
        <p:txBody>
          <a:bodyPr wrap="square" rtlCol="0">
            <a:spAutoFit/>
          </a:bodyPr>
          <a:lstStyle/>
          <a:p>
            <a:pPr algn="ctr"/>
            <a:r>
              <a:rPr lang="en-GB" sz="8000" b="1" dirty="0">
                <a:ln w="19050">
                  <a:solidFill>
                    <a:sysClr val="windowText" lastClr="000000"/>
                  </a:solidFill>
                </a:ln>
                <a:solidFill>
                  <a:srgbClr val="FF0000"/>
                </a:solidFill>
                <a:latin typeface="Comic Sans MS" pitchFamily="66" charset="0"/>
              </a:rPr>
              <a:t>x</a:t>
            </a:r>
          </a:p>
        </p:txBody>
      </p:sp>
      <p:sp>
        <p:nvSpPr>
          <p:cNvPr id="10" name="TextBox 9"/>
          <p:cNvSpPr txBox="1"/>
          <p:nvPr/>
        </p:nvSpPr>
        <p:spPr>
          <a:xfrm>
            <a:off x="7020272" y="2983304"/>
            <a:ext cx="864096" cy="1323439"/>
          </a:xfrm>
          <a:prstGeom prst="rect">
            <a:avLst/>
          </a:prstGeom>
          <a:noFill/>
        </p:spPr>
        <p:txBody>
          <a:bodyPr wrap="square" rtlCol="0">
            <a:spAutoFit/>
          </a:bodyPr>
          <a:lstStyle/>
          <a:p>
            <a:pPr algn="ctr"/>
            <a:r>
              <a:rPr lang="en-GB" sz="8000" b="1" dirty="0">
                <a:ln w="19050">
                  <a:solidFill>
                    <a:sysClr val="windowText" lastClr="000000"/>
                  </a:solidFill>
                </a:ln>
                <a:solidFill>
                  <a:srgbClr val="FF0000"/>
                </a:solidFill>
                <a:latin typeface="Comic Sans MS" pitchFamily="66" charset="0"/>
              </a:rPr>
              <a:t>x</a:t>
            </a:r>
          </a:p>
        </p:txBody>
      </p:sp>
      <p:sp>
        <p:nvSpPr>
          <p:cNvPr id="13" name="TextBox 12"/>
          <p:cNvSpPr txBox="1"/>
          <p:nvPr/>
        </p:nvSpPr>
        <p:spPr>
          <a:xfrm>
            <a:off x="1309666" y="4941168"/>
            <a:ext cx="6912768" cy="584775"/>
          </a:xfrm>
          <a:prstGeom prst="rect">
            <a:avLst/>
          </a:prstGeom>
          <a:noFill/>
        </p:spPr>
        <p:txBody>
          <a:bodyPr wrap="square" rtlCol="0">
            <a:spAutoFit/>
          </a:bodyPr>
          <a:lstStyle/>
          <a:p>
            <a:pPr algn="ctr"/>
            <a:r>
              <a:rPr lang="en-GB" sz="3200" dirty="0">
                <a:latin typeface="Comic Sans MS" pitchFamily="66" charset="0"/>
              </a:rPr>
              <a:t>What do you think?</a:t>
            </a:r>
          </a:p>
        </p:txBody>
      </p:sp>
      <p:sp>
        <p:nvSpPr>
          <p:cNvPr id="2" name="Footer Placeholder 1"/>
          <p:cNvSpPr>
            <a:spLocks noGrp="1"/>
          </p:cNvSpPr>
          <p:nvPr>
            <p:ph type="ftr" sz="quarter" idx="11"/>
          </p:nvPr>
        </p:nvSpPr>
        <p:spPr/>
        <p:txBody>
          <a:bodyPr/>
          <a:lstStyle/>
          <a:p>
            <a:r>
              <a:rPr lang="en-GB"/>
              <a:t>T Malik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259632" y="980728"/>
            <a:ext cx="6912768" cy="1107996"/>
          </a:xfrm>
          <a:prstGeom prst="rect">
            <a:avLst/>
          </a:prstGeom>
          <a:noFill/>
        </p:spPr>
        <p:txBody>
          <a:bodyPr wrap="square" rtlCol="0">
            <a:spAutoFit/>
          </a:bodyPr>
          <a:lstStyle/>
          <a:p>
            <a:pPr algn="ctr"/>
            <a:r>
              <a:rPr lang="en-GB" sz="6600" dirty="0">
                <a:latin typeface="Comic Sans MS" pitchFamily="66" charset="0"/>
              </a:rPr>
              <a:t>10 – 8 ÷ 2 =</a:t>
            </a:r>
          </a:p>
        </p:txBody>
      </p:sp>
      <p:sp>
        <p:nvSpPr>
          <p:cNvPr id="8" name="Oval Callout 7"/>
          <p:cNvSpPr/>
          <p:nvPr/>
        </p:nvSpPr>
        <p:spPr>
          <a:xfrm>
            <a:off x="1835696" y="2708920"/>
            <a:ext cx="2016224" cy="1872208"/>
          </a:xfrm>
          <a:prstGeom prst="wedgeEllipseCallout">
            <a:avLst>
              <a:gd name="adj1" fmla="val -59256"/>
              <a:gd name="adj2" fmla="val 1772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200" dirty="0">
                <a:solidFill>
                  <a:schemeClr val="tx1"/>
                </a:solidFill>
                <a:latin typeface="Comic Sans MS" pitchFamily="66" charset="0"/>
              </a:rPr>
              <a:t>6</a:t>
            </a:r>
          </a:p>
        </p:txBody>
      </p:sp>
      <p:sp>
        <p:nvSpPr>
          <p:cNvPr id="9" name="Oval Callout 8"/>
          <p:cNvSpPr/>
          <p:nvPr/>
        </p:nvSpPr>
        <p:spPr>
          <a:xfrm>
            <a:off x="5436096" y="2636912"/>
            <a:ext cx="2016224" cy="1872208"/>
          </a:xfrm>
          <a:prstGeom prst="wedgeEllipseCallout">
            <a:avLst>
              <a:gd name="adj1" fmla="val 67982"/>
              <a:gd name="adj2" fmla="val 12302"/>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200" dirty="0">
                <a:solidFill>
                  <a:schemeClr val="tx1"/>
                </a:solidFill>
                <a:latin typeface="Comic Sans MS" pitchFamily="66" charset="0"/>
              </a:rPr>
              <a:t>1</a:t>
            </a:r>
          </a:p>
        </p:txBody>
      </p:sp>
      <p:pic>
        <p:nvPicPr>
          <p:cNvPr id="3077" name="Picture 5" descr="C:\Users\Ben\AppData\Local\Microsoft\Windows\Temporary Internet Files\Content.IE5\TW17W6A2\MC900434713[1].wmf"/>
          <p:cNvPicPr>
            <a:picLocks noChangeAspect="1" noChangeArrowheads="1"/>
          </p:cNvPicPr>
          <p:nvPr/>
        </p:nvPicPr>
        <p:blipFill>
          <a:blip r:embed="rId2" cstate="print"/>
          <a:srcRect/>
          <a:stretch>
            <a:fillRect/>
          </a:stretch>
        </p:blipFill>
        <p:spPr bwMode="auto">
          <a:xfrm>
            <a:off x="3131840" y="3140968"/>
            <a:ext cx="877713" cy="920012"/>
          </a:xfrm>
          <a:prstGeom prst="rect">
            <a:avLst/>
          </a:prstGeom>
          <a:noFill/>
        </p:spPr>
      </p:pic>
      <p:sp>
        <p:nvSpPr>
          <p:cNvPr id="11" name="TextBox 10"/>
          <p:cNvSpPr txBox="1"/>
          <p:nvPr/>
        </p:nvSpPr>
        <p:spPr>
          <a:xfrm>
            <a:off x="6660232" y="2924944"/>
            <a:ext cx="864096" cy="1323439"/>
          </a:xfrm>
          <a:prstGeom prst="rect">
            <a:avLst/>
          </a:prstGeom>
          <a:noFill/>
        </p:spPr>
        <p:txBody>
          <a:bodyPr wrap="square" rtlCol="0">
            <a:spAutoFit/>
          </a:bodyPr>
          <a:lstStyle/>
          <a:p>
            <a:pPr algn="ctr"/>
            <a:r>
              <a:rPr lang="en-GB" sz="8000" b="1" dirty="0">
                <a:ln w="19050">
                  <a:solidFill>
                    <a:sysClr val="windowText" lastClr="000000"/>
                  </a:solidFill>
                </a:ln>
                <a:solidFill>
                  <a:srgbClr val="FF0000"/>
                </a:solidFill>
                <a:latin typeface="Comic Sans MS" pitchFamily="66" charset="0"/>
              </a:rPr>
              <a:t>x</a:t>
            </a:r>
          </a:p>
        </p:txBody>
      </p:sp>
      <p:sp>
        <p:nvSpPr>
          <p:cNvPr id="12" name="TextBox 11"/>
          <p:cNvSpPr txBox="1"/>
          <p:nvPr/>
        </p:nvSpPr>
        <p:spPr>
          <a:xfrm>
            <a:off x="1309666" y="4941168"/>
            <a:ext cx="6912768" cy="584775"/>
          </a:xfrm>
          <a:prstGeom prst="rect">
            <a:avLst/>
          </a:prstGeom>
          <a:noFill/>
        </p:spPr>
        <p:txBody>
          <a:bodyPr wrap="square" rtlCol="0">
            <a:spAutoFit/>
          </a:bodyPr>
          <a:lstStyle/>
          <a:p>
            <a:pPr algn="ctr"/>
            <a:r>
              <a:rPr lang="en-GB" sz="3200" dirty="0">
                <a:latin typeface="Comic Sans MS" pitchFamily="66" charset="0"/>
              </a:rPr>
              <a:t>What do you think?</a:t>
            </a:r>
          </a:p>
        </p:txBody>
      </p:sp>
      <p:sp>
        <p:nvSpPr>
          <p:cNvPr id="2" name="Footer Placeholder 1"/>
          <p:cNvSpPr>
            <a:spLocks noGrp="1"/>
          </p:cNvSpPr>
          <p:nvPr>
            <p:ph type="ftr" sz="quarter" idx="11"/>
          </p:nvPr>
        </p:nvSpPr>
        <p:spPr/>
        <p:txBody>
          <a:bodyPr/>
          <a:lstStyle/>
          <a:p>
            <a:r>
              <a:rPr lang="en-GB"/>
              <a:t>T Malik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259632" y="980728"/>
            <a:ext cx="6912768" cy="1107996"/>
          </a:xfrm>
          <a:prstGeom prst="rect">
            <a:avLst/>
          </a:prstGeom>
          <a:noFill/>
        </p:spPr>
        <p:txBody>
          <a:bodyPr wrap="square" rtlCol="0">
            <a:spAutoFit/>
          </a:bodyPr>
          <a:lstStyle/>
          <a:p>
            <a:pPr algn="ctr"/>
            <a:r>
              <a:rPr lang="en-GB" sz="6600" dirty="0">
                <a:latin typeface="Comic Sans MS" pitchFamily="66" charset="0"/>
              </a:rPr>
              <a:t>1 + 4 x 3</a:t>
            </a:r>
            <a:r>
              <a:rPr lang="en-GB" sz="6600" baseline="30000" dirty="0">
                <a:latin typeface="Comic Sans MS" pitchFamily="66" charset="0"/>
              </a:rPr>
              <a:t>2</a:t>
            </a:r>
            <a:r>
              <a:rPr lang="en-GB" sz="6600" dirty="0">
                <a:latin typeface="Comic Sans MS" pitchFamily="66" charset="0"/>
              </a:rPr>
              <a:t> =</a:t>
            </a:r>
          </a:p>
        </p:txBody>
      </p:sp>
      <p:sp>
        <p:nvSpPr>
          <p:cNvPr id="8" name="Oval Callout 7"/>
          <p:cNvSpPr/>
          <p:nvPr/>
        </p:nvSpPr>
        <p:spPr>
          <a:xfrm>
            <a:off x="1835696" y="2708920"/>
            <a:ext cx="2016224" cy="1872208"/>
          </a:xfrm>
          <a:prstGeom prst="wedgeEllipseCallout">
            <a:avLst>
              <a:gd name="adj1" fmla="val -59256"/>
              <a:gd name="adj2" fmla="val 1772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5400" dirty="0">
                <a:solidFill>
                  <a:schemeClr val="tx1"/>
                </a:solidFill>
                <a:latin typeface="Comic Sans MS" pitchFamily="66" charset="0"/>
              </a:rPr>
              <a:t>145</a:t>
            </a:r>
          </a:p>
        </p:txBody>
      </p:sp>
      <p:sp>
        <p:nvSpPr>
          <p:cNvPr id="9" name="Oval Callout 8"/>
          <p:cNvSpPr/>
          <p:nvPr/>
        </p:nvSpPr>
        <p:spPr>
          <a:xfrm>
            <a:off x="5436096" y="2636912"/>
            <a:ext cx="2016224" cy="1872208"/>
          </a:xfrm>
          <a:prstGeom prst="wedgeEllipseCallout">
            <a:avLst>
              <a:gd name="adj1" fmla="val 67982"/>
              <a:gd name="adj2" fmla="val 12302"/>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200" dirty="0">
                <a:solidFill>
                  <a:schemeClr val="tx1"/>
                </a:solidFill>
                <a:latin typeface="Comic Sans MS" pitchFamily="66" charset="0"/>
              </a:rPr>
              <a:t>37</a:t>
            </a:r>
          </a:p>
        </p:txBody>
      </p:sp>
      <p:pic>
        <p:nvPicPr>
          <p:cNvPr id="3077" name="Picture 5" descr="C:\Users\Ben\AppData\Local\Microsoft\Windows\Temporary Internet Files\Content.IE5\TW17W6A2\MC900434713[1].wmf"/>
          <p:cNvPicPr>
            <a:picLocks noChangeAspect="1" noChangeArrowheads="1"/>
          </p:cNvPicPr>
          <p:nvPr/>
        </p:nvPicPr>
        <p:blipFill>
          <a:blip r:embed="rId2" cstate="print"/>
          <a:srcRect/>
          <a:stretch>
            <a:fillRect/>
          </a:stretch>
        </p:blipFill>
        <p:spPr bwMode="auto">
          <a:xfrm>
            <a:off x="7020272" y="3068960"/>
            <a:ext cx="877713" cy="920012"/>
          </a:xfrm>
          <a:prstGeom prst="rect">
            <a:avLst/>
          </a:prstGeom>
          <a:noFill/>
        </p:spPr>
      </p:pic>
      <p:sp>
        <p:nvSpPr>
          <p:cNvPr id="11" name="TextBox 10"/>
          <p:cNvSpPr txBox="1"/>
          <p:nvPr/>
        </p:nvSpPr>
        <p:spPr>
          <a:xfrm>
            <a:off x="3347864" y="2924944"/>
            <a:ext cx="864096" cy="1323439"/>
          </a:xfrm>
          <a:prstGeom prst="rect">
            <a:avLst/>
          </a:prstGeom>
          <a:noFill/>
        </p:spPr>
        <p:txBody>
          <a:bodyPr wrap="square" rtlCol="0">
            <a:spAutoFit/>
          </a:bodyPr>
          <a:lstStyle/>
          <a:p>
            <a:pPr algn="ctr"/>
            <a:r>
              <a:rPr lang="en-GB" sz="8000" b="1" dirty="0">
                <a:ln w="19050">
                  <a:solidFill>
                    <a:sysClr val="windowText" lastClr="000000"/>
                  </a:solidFill>
                </a:ln>
                <a:solidFill>
                  <a:srgbClr val="FF0000"/>
                </a:solidFill>
                <a:latin typeface="Comic Sans MS" pitchFamily="66" charset="0"/>
              </a:rPr>
              <a:t>x</a:t>
            </a:r>
          </a:p>
        </p:txBody>
      </p:sp>
      <p:sp>
        <p:nvSpPr>
          <p:cNvPr id="10" name="TextBox 9"/>
          <p:cNvSpPr txBox="1"/>
          <p:nvPr/>
        </p:nvSpPr>
        <p:spPr>
          <a:xfrm>
            <a:off x="1309666" y="4941168"/>
            <a:ext cx="6912768" cy="584775"/>
          </a:xfrm>
          <a:prstGeom prst="rect">
            <a:avLst/>
          </a:prstGeom>
          <a:noFill/>
        </p:spPr>
        <p:txBody>
          <a:bodyPr wrap="square" rtlCol="0">
            <a:spAutoFit/>
          </a:bodyPr>
          <a:lstStyle/>
          <a:p>
            <a:pPr algn="ctr"/>
            <a:r>
              <a:rPr lang="en-GB" sz="3200" dirty="0">
                <a:latin typeface="Comic Sans MS" pitchFamily="66" charset="0"/>
              </a:rPr>
              <a:t>What do you think?</a:t>
            </a:r>
          </a:p>
        </p:txBody>
      </p:sp>
      <p:sp>
        <p:nvSpPr>
          <p:cNvPr id="2" name="Footer Placeholder 1"/>
          <p:cNvSpPr>
            <a:spLocks noGrp="1"/>
          </p:cNvSpPr>
          <p:nvPr>
            <p:ph type="ftr" sz="quarter" idx="11"/>
          </p:nvPr>
        </p:nvSpPr>
        <p:spPr/>
        <p:txBody>
          <a:bodyPr/>
          <a:lstStyle/>
          <a:p>
            <a:r>
              <a:rPr lang="en-GB"/>
              <a:t>T Malik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259632" y="980728"/>
            <a:ext cx="6912768" cy="1107996"/>
          </a:xfrm>
          <a:prstGeom prst="rect">
            <a:avLst/>
          </a:prstGeom>
          <a:noFill/>
        </p:spPr>
        <p:txBody>
          <a:bodyPr wrap="square" rtlCol="0">
            <a:spAutoFit/>
          </a:bodyPr>
          <a:lstStyle/>
          <a:p>
            <a:pPr algn="ctr"/>
            <a:r>
              <a:rPr lang="en-GB" sz="6600" dirty="0">
                <a:latin typeface="Comic Sans MS" pitchFamily="66" charset="0"/>
              </a:rPr>
              <a:t>20 - 4 + 10 =</a:t>
            </a:r>
          </a:p>
        </p:txBody>
      </p:sp>
      <p:sp>
        <p:nvSpPr>
          <p:cNvPr id="8" name="Oval Callout 7"/>
          <p:cNvSpPr/>
          <p:nvPr/>
        </p:nvSpPr>
        <p:spPr>
          <a:xfrm>
            <a:off x="1835696" y="2708920"/>
            <a:ext cx="2016224" cy="1872208"/>
          </a:xfrm>
          <a:prstGeom prst="wedgeEllipseCallout">
            <a:avLst>
              <a:gd name="adj1" fmla="val -59256"/>
              <a:gd name="adj2" fmla="val 1772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200" dirty="0">
                <a:solidFill>
                  <a:schemeClr val="tx1"/>
                </a:solidFill>
                <a:latin typeface="Comic Sans MS" pitchFamily="66" charset="0"/>
              </a:rPr>
              <a:t>26</a:t>
            </a:r>
          </a:p>
        </p:txBody>
      </p:sp>
      <p:sp>
        <p:nvSpPr>
          <p:cNvPr id="9" name="Oval Callout 8"/>
          <p:cNvSpPr/>
          <p:nvPr/>
        </p:nvSpPr>
        <p:spPr>
          <a:xfrm>
            <a:off x="5436096" y="2636912"/>
            <a:ext cx="2016224" cy="1872208"/>
          </a:xfrm>
          <a:prstGeom prst="wedgeEllipseCallout">
            <a:avLst>
              <a:gd name="adj1" fmla="val 67982"/>
              <a:gd name="adj2" fmla="val 12302"/>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200" dirty="0">
                <a:solidFill>
                  <a:schemeClr val="tx1"/>
                </a:solidFill>
                <a:latin typeface="Comic Sans MS" pitchFamily="66" charset="0"/>
              </a:rPr>
              <a:t>6</a:t>
            </a:r>
          </a:p>
        </p:txBody>
      </p:sp>
      <p:pic>
        <p:nvPicPr>
          <p:cNvPr id="3077" name="Picture 5" descr="C:\Users\Ben\AppData\Local\Microsoft\Windows\Temporary Internet Files\Content.IE5\TW17W6A2\MC900434713[1].wmf"/>
          <p:cNvPicPr>
            <a:picLocks noChangeAspect="1" noChangeArrowheads="1"/>
          </p:cNvPicPr>
          <p:nvPr/>
        </p:nvPicPr>
        <p:blipFill>
          <a:blip r:embed="rId2" cstate="print"/>
          <a:srcRect/>
          <a:stretch>
            <a:fillRect/>
          </a:stretch>
        </p:blipFill>
        <p:spPr bwMode="auto">
          <a:xfrm>
            <a:off x="3419872" y="3140968"/>
            <a:ext cx="877713" cy="920012"/>
          </a:xfrm>
          <a:prstGeom prst="rect">
            <a:avLst/>
          </a:prstGeom>
          <a:noFill/>
        </p:spPr>
      </p:pic>
      <p:sp>
        <p:nvSpPr>
          <p:cNvPr id="11" name="TextBox 10"/>
          <p:cNvSpPr txBox="1"/>
          <p:nvPr/>
        </p:nvSpPr>
        <p:spPr>
          <a:xfrm>
            <a:off x="6732240" y="2924944"/>
            <a:ext cx="864096" cy="1323439"/>
          </a:xfrm>
          <a:prstGeom prst="rect">
            <a:avLst/>
          </a:prstGeom>
          <a:noFill/>
        </p:spPr>
        <p:txBody>
          <a:bodyPr wrap="square" rtlCol="0">
            <a:spAutoFit/>
          </a:bodyPr>
          <a:lstStyle/>
          <a:p>
            <a:pPr algn="ctr"/>
            <a:r>
              <a:rPr lang="en-GB" sz="8000" b="1" dirty="0">
                <a:ln w="19050">
                  <a:solidFill>
                    <a:sysClr val="windowText" lastClr="000000"/>
                  </a:solidFill>
                </a:ln>
                <a:solidFill>
                  <a:srgbClr val="FF0000"/>
                </a:solidFill>
                <a:latin typeface="Comic Sans MS" pitchFamily="66" charset="0"/>
              </a:rPr>
              <a:t>x</a:t>
            </a:r>
          </a:p>
        </p:txBody>
      </p:sp>
      <p:sp>
        <p:nvSpPr>
          <p:cNvPr id="10" name="TextBox 9"/>
          <p:cNvSpPr txBox="1"/>
          <p:nvPr/>
        </p:nvSpPr>
        <p:spPr>
          <a:xfrm>
            <a:off x="1309666" y="4941168"/>
            <a:ext cx="6912768" cy="584775"/>
          </a:xfrm>
          <a:prstGeom prst="rect">
            <a:avLst/>
          </a:prstGeom>
          <a:noFill/>
        </p:spPr>
        <p:txBody>
          <a:bodyPr wrap="square" rtlCol="0">
            <a:spAutoFit/>
          </a:bodyPr>
          <a:lstStyle/>
          <a:p>
            <a:pPr algn="ctr"/>
            <a:r>
              <a:rPr lang="en-GB" sz="3200" dirty="0">
                <a:latin typeface="Comic Sans MS" pitchFamily="66" charset="0"/>
              </a:rPr>
              <a:t>What do you think?</a:t>
            </a:r>
          </a:p>
        </p:txBody>
      </p:sp>
      <p:sp>
        <p:nvSpPr>
          <p:cNvPr id="2" name="Footer Placeholder 1"/>
          <p:cNvSpPr>
            <a:spLocks noGrp="1"/>
          </p:cNvSpPr>
          <p:nvPr>
            <p:ph type="ftr" sz="quarter" idx="11"/>
          </p:nvPr>
        </p:nvSpPr>
        <p:spPr/>
        <p:txBody>
          <a:bodyPr/>
          <a:lstStyle/>
          <a:p>
            <a:r>
              <a:rPr lang="en-GB"/>
              <a:t>T Malik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31640" y="1556792"/>
            <a:ext cx="7344816" cy="1107996"/>
          </a:xfrm>
          <a:prstGeom prst="rect">
            <a:avLst/>
          </a:prstGeom>
          <a:noFill/>
        </p:spPr>
        <p:txBody>
          <a:bodyPr wrap="square" rtlCol="0">
            <a:spAutoFit/>
          </a:bodyPr>
          <a:lstStyle/>
          <a:p>
            <a:pPr algn="ctr"/>
            <a:r>
              <a:rPr lang="en-GB" sz="6600" dirty="0">
                <a:latin typeface="Comic Sans MS" pitchFamily="66" charset="0"/>
              </a:rPr>
              <a:t>3 + 4 x 3 + 1  =  19</a:t>
            </a:r>
          </a:p>
        </p:txBody>
      </p:sp>
      <p:sp>
        <p:nvSpPr>
          <p:cNvPr id="6" name="TextBox 5"/>
          <p:cNvSpPr txBox="1"/>
          <p:nvPr/>
        </p:nvSpPr>
        <p:spPr>
          <a:xfrm>
            <a:off x="1907704" y="2924944"/>
            <a:ext cx="6912768" cy="830997"/>
          </a:xfrm>
          <a:prstGeom prst="rect">
            <a:avLst/>
          </a:prstGeom>
          <a:noFill/>
        </p:spPr>
        <p:txBody>
          <a:bodyPr wrap="square" rtlCol="0">
            <a:spAutoFit/>
          </a:bodyPr>
          <a:lstStyle/>
          <a:p>
            <a:pPr algn="ctr"/>
            <a:r>
              <a:rPr lang="en-GB" sz="4800" dirty="0">
                <a:latin typeface="Comic Sans MS" pitchFamily="66" charset="0"/>
              </a:rPr>
              <a:t>Tim’s sum is wrong</a:t>
            </a:r>
          </a:p>
        </p:txBody>
      </p:sp>
      <p:sp>
        <p:nvSpPr>
          <p:cNvPr id="7" name="TextBox 6"/>
          <p:cNvSpPr txBox="1"/>
          <p:nvPr/>
        </p:nvSpPr>
        <p:spPr>
          <a:xfrm>
            <a:off x="1979712" y="3789040"/>
            <a:ext cx="6912768" cy="830997"/>
          </a:xfrm>
          <a:prstGeom prst="rect">
            <a:avLst/>
          </a:prstGeom>
          <a:noFill/>
        </p:spPr>
        <p:txBody>
          <a:bodyPr wrap="square" rtlCol="0">
            <a:spAutoFit/>
          </a:bodyPr>
          <a:lstStyle/>
          <a:p>
            <a:pPr algn="ctr"/>
            <a:r>
              <a:rPr lang="en-GB" sz="2400" dirty="0">
                <a:latin typeface="Comic Sans MS" pitchFamily="66" charset="0"/>
              </a:rPr>
              <a:t>We can make it right be adding a pair of brackets. Where do they need to go?</a:t>
            </a:r>
          </a:p>
        </p:txBody>
      </p:sp>
      <p:sp>
        <p:nvSpPr>
          <p:cNvPr id="8" name="TextBox 7"/>
          <p:cNvSpPr txBox="1"/>
          <p:nvPr/>
        </p:nvSpPr>
        <p:spPr>
          <a:xfrm>
            <a:off x="1835696" y="1628800"/>
            <a:ext cx="6912768" cy="830997"/>
          </a:xfrm>
          <a:prstGeom prst="rect">
            <a:avLst/>
          </a:prstGeom>
          <a:noFill/>
        </p:spPr>
        <p:txBody>
          <a:bodyPr wrap="square" rtlCol="0">
            <a:spAutoFit/>
          </a:bodyPr>
          <a:lstStyle/>
          <a:p>
            <a:pPr algn="ctr"/>
            <a:r>
              <a:rPr lang="en-GB" sz="4800" dirty="0">
                <a:latin typeface="Comic Sans MS" pitchFamily="66" charset="0"/>
              </a:rPr>
              <a:t>(          )</a:t>
            </a:r>
          </a:p>
        </p:txBody>
      </p:sp>
      <p:sp>
        <p:nvSpPr>
          <p:cNvPr id="2" name="Footer Placeholder 1"/>
          <p:cNvSpPr>
            <a:spLocks noGrp="1"/>
          </p:cNvSpPr>
          <p:nvPr>
            <p:ph type="ftr" sz="quarter" idx="11"/>
          </p:nvPr>
        </p:nvSpPr>
        <p:spPr/>
        <p:txBody>
          <a:bodyPr/>
          <a:lstStyle/>
          <a:p>
            <a:r>
              <a:rPr lang="en-GB"/>
              <a:t>T Malik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1403940"/>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865605"/>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07861" y="809704"/>
            <a:ext cx="484045" cy="646331"/>
          </a:xfrm>
          <a:prstGeom prst="rect">
            <a:avLst/>
          </a:prstGeom>
          <a:noFill/>
        </p:spPr>
        <p:txBody>
          <a:bodyPr wrap="square" rtlCol="0">
            <a:spAutoFit/>
          </a:bodyPr>
          <a:lstStyle/>
          <a:p>
            <a:r>
              <a:rPr lang="en-AU" sz="1200" dirty="0"/>
              <a:t>24</a:t>
            </a:r>
          </a:p>
          <a:p>
            <a:r>
              <a:rPr lang="en-AU" sz="1200" dirty="0"/>
              <a:t>7</a:t>
            </a:r>
          </a:p>
          <a:p>
            <a:r>
              <a:rPr lang="en-AU" sz="1200" dirty="0"/>
              <a:t>30</a:t>
            </a:r>
          </a:p>
        </p:txBody>
      </p:sp>
      <p:cxnSp>
        <p:nvCxnSpPr>
          <p:cNvPr id="9" name="Straight Connector 8"/>
          <p:cNvCxnSpPr>
            <a:cxnSpLocks/>
          </p:cNvCxnSpPr>
          <p:nvPr/>
        </p:nvCxnSpPr>
        <p:spPr>
          <a:xfrm flipH="1">
            <a:off x="1480398" y="1865605"/>
            <a:ext cx="533" cy="5173818"/>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164288" y="867196"/>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07860" y="1435799"/>
            <a:ext cx="8640604" cy="461665"/>
          </a:xfrm>
          <a:prstGeom prst="rect">
            <a:avLst/>
          </a:prstGeom>
          <a:noFill/>
        </p:spPr>
        <p:txBody>
          <a:bodyPr wrap="square" rtlCol="0">
            <a:spAutoFit/>
          </a:bodyPr>
          <a:lstStyle/>
          <a:p>
            <a:r>
              <a:rPr lang="en-AU" sz="2400" dirty="0"/>
              <a:t>EQ – How do we use BIMDAS? </a:t>
            </a:r>
          </a:p>
        </p:txBody>
      </p:sp>
      <p:sp>
        <p:nvSpPr>
          <p:cNvPr id="3" name="TextBox 2"/>
          <p:cNvSpPr txBox="1"/>
          <p:nvPr/>
        </p:nvSpPr>
        <p:spPr>
          <a:xfrm>
            <a:off x="1612280" y="1998179"/>
            <a:ext cx="6444208" cy="3139321"/>
          </a:xfrm>
          <a:prstGeom prst="rect">
            <a:avLst/>
          </a:prstGeom>
          <a:noFill/>
        </p:spPr>
        <p:txBody>
          <a:bodyPr wrap="square" rtlCol="0">
            <a:spAutoFit/>
          </a:bodyPr>
          <a:lstStyle/>
          <a:p>
            <a:r>
              <a:rPr lang="en-AU" u="sng" dirty="0"/>
              <a:t>Order of Operations / BIMDAS</a:t>
            </a:r>
          </a:p>
          <a:p>
            <a:endParaRPr lang="en-AU" dirty="0"/>
          </a:p>
          <a:p>
            <a:r>
              <a:rPr lang="en-AU" dirty="0"/>
              <a:t>1. </a:t>
            </a:r>
            <a:r>
              <a:rPr lang="en-AU" b="1" u="sng" dirty="0"/>
              <a:t>B</a:t>
            </a:r>
            <a:r>
              <a:rPr lang="en-AU" dirty="0"/>
              <a:t>rackets First</a:t>
            </a:r>
          </a:p>
          <a:p>
            <a:endParaRPr lang="en-AU" dirty="0"/>
          </a:p>
          <a:p>
            <a:r>
              <a:rPr lang="en-AU" dirty="0"/>
              <a:t>2. </a:t>
            </a:r>
            <a:r>
              <a:rPr lang="en-AU" b="1" u="sng" dirty="0" err="1"/>
              <a:t>I</a:t>
            </a:r>
            <a:r>
              <a:rPr lang="en-AU" dirty="0" err="1"/>
              <a:t>ndicies</a:t>
            </a:r>
            <a:endParaRPr lang="en-AU" dirty="0"/>
          </a:p>
          <a:p>
            <a:endParaRPr lang="en-AU" dirty="0"/>
          </a:p>
          <a:p>
            <a:r>
              <a:rPr lang="en-AU" dirty="0"/>
              <a:t>3. </a:t>
            </a:r>
            <a:r>
              <a:rPr lang="en-AU" b="1" u="sng" dirty="0"/>
              <a:t>M</a:t>
            </a:r>
            <a:r>
              <a:rPr lang="en-AU" dirty="0"/>
              <a:t>ultiply and/or </a:t>
            </a:r>
            <a:r>
              <a:rPr lang="en-AU" b="1" u="sng" dirty="0"/>
              <a:t>D</a:t>
            </a:r>
            <a:r>
              <a:rPr lang="en-AU" dirty="0"/>
              <a:t>ivide </a:t>
            </a:r>
          </a:p>
          <a:p>
            <a:r>
              <a:rPr lang="en-AU" dirty="0"/>
              <a:t>                   (from left to right)</a:t>
            </a:r>
          </a:p>
          <a:p>
            <a:endParaRPr lang="en-AU" b="1" u="sng" dirty="0"/>
          </a:p>
          <a:p>
            <a:r>
              <a:rPr lang="en-AU" dirty="0"/>
              <a:t>4. </a:t>
            </a:r>
            <a:r>
              <a:rPr lang="en-AU" b="1" u="sng" dirty="0"/>
              <a:t>A</a:t>
            </a:r>
            <a:r>
              <a:rPr lang="en-AU" dirty="0"/>
              <a:t>dd or </a:t>
            </a:r>
            <a:r>
              <a:rPr lang="en-AU" b="1" u="sng" dirty="0"/>
              <a:t>S</a:t>
            </a:r>
            <a:r>
              <a:rPr lang="en-AU" dirty="0"/>
              <a:t>ubtract </a:t>
            </a:r>
          </a:p>
          <a:p>
            <a:r>
              <a:rPr lang="en-AU" dirty="0"/>
              <a:t>                    (from left to right)</a:t>
            </a:r>
          </a:p>
        </p:txBody>
      </p:sp>
      <p:sp>
        <p:nvSpPr>
          <p:cNvPr id="13" name="TextBox 12"/>
          <p:cNvSpPr txBox="1"/>
          <p:nvPr/>
        </p:nvSpPr>
        <p:spPr>
          <a:xfrm>
            <a:off x="591906" y="909832"/>
            <a:ext cx="2040751" cy="461665"/>
          </a:xfrm>
          <a:prstGeom prst="rect">
            <a:avLst/>
          </a:prstGeom>
          <a:noFill/>
        </p:spPr>
        <p:txBody>
          <a:bodyPr wrap="none" rtlCol="0">
            <a:spAutoFit/>
          </a:bodyPr>
          <a:lstStyle/>
          <a:p>
            <a:r>
              <a:rPr lang="en-AU" sz="2400" b="1" dirty="0"/>
              <a:t>Topic: BIMDAS</a:t>
            </a:r>
            <a:endParaRPr lang="en-AU" sz="2400" dirty="0"/>
          </a:p>
        </p:txBody>
      </p:sp>
      <p:sp>
        <p:nvSpPr>
          <p:cNvPr id="17" name="TextBox 16"/>
          <p:cNvSpPr txBox="1"/>
          <p:nvPr/>
        </p:nvSpPr>
        <p:spPr>
          <a:xfrm>
            <a:off x="68420" y="1952398"/>
            <a:ext cx="1543861" cy="923330"/>
          </a:xfrm>
          <a:prstGeom prst="rect">
            <a:avLst/>
          </a:prstGeom>
          <a:noFill/>
        </p:spPr>
        <p:txBody>
          <a:bodyPr wrap="square" rtlCol="0">
            <a:spAutoFit/>
          </a:bodyPr>
          <a:lstStyle/>
          <a:p>
            <a:r>
              <a:rPr lang="en-AU" dirty="0"/>
              <a:t>What are the rules of BIMDAS?</a:t>
            </a: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DC44FCED-33D1-4E3C-AC8B-1BC8E4FE9379}"/>
                  </a:ext>
                </a:extLst>
              </p:cNvPr>
              <p:cNvSpPr txBox="1"/>
              <p:nvPr/>
            </p:nvSpPr>
            <p:spPr>
              <a:xfrm>
                <a:off x="5754758" y="2139443"/>
                <a:ext cx="3132855" cy="3139321"/>
              </a:xfrm>
              <a:prstGeom prst="rect">
                <a:avLst/>
              </a:prstGeom>
              <a:noFill/>
              <a:ln>
                <a:solidFill>
                  <a:schemeClr val="accent2"/>
                </a:solidFill>
              </a:ln>
            </p:spPr>
            <p:txBody>
              <a:bodyPr wrap="square" rtlCol="0">
                <a:spAutoFit/>
              </a:bodyPr>
              <a:lstStyle/>
              <a:p>
                <a:r>
                  <a:rPr lang="en-AU" dirty="0"/>
                  <a:t>Let’s Try…</a:t>
                </a:r>
              </a:p>
              <a:p>
                <a:endParaRPr lang="en-AU" dirty="0"/>
              </a:p>
              <a:p>
                <a:r>
                  <a:rPr lang="en-AU" dirty="0"/>
                  <a:t>2 + </a:t>
                </a:r>
                <a14:m>
                  <m:oMath xmlns:m="http://schemas.openxmlformats.org/officeDocument/2006/math">
                    <m:r>
                      <a:rPr lang="en-AU" i="1">
                        <a:latin typeface="Cambria Math" panose="02040503050406030204" pitchFamily="18" charset="0"/>
                      </a:rPr>
                      <m:t>6 </m:t>
                    </m:r>
                    <m:r>
                      <a:rPr lang="en-AU" i="1">
                        <a:latin typeface="Cambria Math" panose="02040503050406030204" pitchFamily="18" charset="0"/>
                        <a:ea typeface="Cambria Math" panose="02040503050406030204" pitchFamily="18" charset="0"/>
                      </a:rPr>
                      <m:t>×</m:t>
                    </m:r>
                    <m:d>
                      <m:dPr>
                        <m:ctrlPr>
                          <a:rPr lang="en-AU" i="1">
                            <a:latin typeface="Cambria Math" panose="02040503050406030204" pitchFamily="18" charset="0"/>
                            <a:ea typeface="Cambria Math" panose="02040503050406030204" pitchFamily="18" charset="0"/>
                          </a:rPr>
                        </m:ctrlPr>
                      </m:dPr>
                      <m:e>
                        <m:r>
                          <a:rPr lang="en-AU" i="1">
                            <a:latin typeface="Cambria Math" panose="02040503050406030204" pitchFamily="18" charset="0"/>
                            <a:ea typeface="Cambria Math" panose="02040503050406030204" pitchFamily="18" charset="0"/>
                          </a:rPr>
                          <m:t>4+2</m:t>
                        </m:r>
                      </m:e>
                    </m:d>
                    <m:r>
                      <a:rPr lang="en-AU" i="1">
                        <a:latin typeface="Cambria Math" panose="02040503050406030204" pitchFamily="18" charset="0"/>
                        <a:ea typeface="Cambria Math" panose="02040503050406030204" pitchFamily="18" charset="0"/>
                      </a:rPr>
                      <m:t> ÷</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3</m:t>
                        </m:r>
                      </m:e>
                      <m:sup>
                        <m:r>
                          <a:rPr lang="en-AU" i="1">
                            <a:latin typeface="Cambria Math" panose="02040503050406030204" pitchFamily="18" charset="0"/>
                            <a:ea typeface="Cambria Math" panose="02040503050406030204" pitchFamily="18" charset="0"/>
                          </a:rPr>
                          <m:t>2</m:t>
                        </m:r>
                      </m:sup>
                    </m:sSup>
                    <m:r>
                      <a:rPr lang="en-AU" i="1">
                        <a:latin typeface="Cambria Math" panose="02040503050406030204" pitchFamily="18" charset="0"/>
                        <a:ea typeface="Cambria Math" panose="02040503050406030204" pitchFamily="18" charset="0"/>
                      </a:rPr>
                      <m:t>=</m:t>
                    </m:r>
                  </m:oMath>
                </a14:m>
                <a:endParaRPr lang="en-AU" dirty="0">
                  <a:ea typeface="Cambria Math" panose="02040503050406030204" pitchFamily="18" charset="0"/>
                </a:endParaRPr>
              </a:p>
              <a:p>
                <a:endParaRPr lang="en-AU" dirty="0"/>
              </a:p>
              <a:p>
                <a:r>
                  <a:rPr lang="en-AU" dirty="0"/>
                  <a:t>2 + </a:t>
                </a:r>
                <a14:m>
                  <m:oMath xmlns:m="http://schemas.openxmlformats.org/officeDocument/2006/math">
                    <m:r>
                      <a:rPr lang="en-AU" i="1">
                        <a:latin typeface="Cambria Math" panose="02040503050406030204" pitchFamily="18" charset="0"/>
                      </a:rPr>
                      <m:t>6 </m:t>
                    </m:r>
                    <m: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6</m:t>
                    </m:r>
                    <m:r>
                      <a:rPr lang="en-AU" i="1">
                        <a:latin typeface="Cambria Math" panose="02040503050406030204" pitchFamily="18" charset="0"/>
                        <a:ea typeface="Cambria Math" panose="02040503050406030204" pitchFamily="18" charset="0"/>
                      </a:rPr>
                      <m:t> ÷</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3</m:t>
                        </m:r>
                      </m:e>
                      <m:sup>
                        <m:r>
                          <a:rPr lang="en-AU" i="1">
                            <a:latin typeface="Cambria Math" panose="02040503050406030204" pitchFamily="18" charset="0"/>
                            <a:ea typeface="Cambria Math" panose="02040503050406030204" pitchFamily="18" charset="0"/>
                          </a:rPr>
                          <m:t>2</m:t>
                        </m:r>
                      </m:sup>
                    </m:sSup>
                    <m:r>
                      <a:rPr lang="en-AU" i="1">
                        <a:latin typeface="Cambria Math" panose="02040503050406030204" pitchFamily="18" charset="0"/>
                        <a:ea typeface="Cambria Math" panose="02040503050406030204" pitchFamily="18" charset="0"/>
                      </a:rPr>
                      <m:t>=</m:t>
                    </m:r>
                  </m:oMath>
                </a14:m>
                <a:endParaRPr lang="en-AU" dirty="0">
                  <a:ea typeface="Cambria Math" panose="02040503050406030204" pitchFamily="18" charset="0"/>
                </a:endParaRPr>
              </a:p>
              <a:p>
                <a:endParaRPr lang="en-AU" dirty="0"/>
              </a:p>
              <a:p>
                <a:r>
                  <a:rPr lang="en-AU" dirty="0"/>
                  <a:t>2 + </a:t>
                </a:r>
                <a14:m>
                  <m:oMath xmlns:m="http://schemas.openxmlformats.org/officeDocument/2006/math">
                    <m:r>
                      <a:rPr lang="en-AU" i="1">
                        <a:latin typeface="Cambria Math" panose="02040503050406030204" pitchFamily="18" charset="0"/>
                      </a:rPr>
                      <m:t>6 </m:t>
                    </m:r>
                    <m:r>
                      <a:rPr lang="en-AU" i="1">
                        <a:latin typeface="Cambria Math" panose="02040503050406030204" pitchFamily="18" charset="0"/>
                        <a:ea typeface="Cambria Math" panose="02040503050406030204" pitchFamily="18" charset="0"/>
                      </a:rPr>
                      <m:t>×6 ÷</m:t>
                    </m:r>
                    <m:r>
                      <a:rPr lang="en-AU" i="1">
                        <a:latin typeface="Cambria Math" panose="02040503050406030204" pitchFamily="18" charset="0"/>
                        <a:ea typeface="Cambria Math" panose="02040503050406030204" pitchFamily="18" charset="0"/>
                      </a:rPr>
                      <m:t>9</m:t>
                    </m:r>
                    <m:r>
                      <a:rPr lang="en-AU" i="1">
                        <a:latin typeface="Cambria Math" panose="02040503050406030204" pitchFamily="18" charset="0"/>
                        <a:ea typeface="Cambria Math" panose="02040503050406030204" pitchFamily="18" charset="0"/>
                      </a:rPr>
                      <m:t>=</m:t>
                    </m:r>
                  </m:oMath>
                </a14:m>
                <a:endParaRPr lang="en-AU" dirty="0">
                  <a:ea typeface="Cambria Math" panose="02040503050406030204" pitchFamily="18" charset="0"/>
                </a:endParaRPr>
              </a:p>
              <a:p>
                <a:endParaRPr lang="en-AU" dirty="0">
                  <a:ea typeface="Cambria Math" panose="02040503050406030204" pitchFamily="18" charset="0"/>
                </a:endParaRPr>
              </a:p>
              <a:p>
                <a:r>
                  <a:rPr lang="en-AU" dirty="0"/>
                  <a:t>2 + 4 =</a:t>
                </a:r>
              </a:p>
              <a:p>
                <a:endParaRPr lang="en-AU" dirty="0">
                  <a:ea typeface="Cambria Math" panose="02040503050406030204" pitchFamily="18" charset="0"/>
                </a:endParaRPr>
              </a:p>
              <a:p>
                <a:r>
                  <a:rPr lang="en-AU" dirty="0">
                    <a:ea typeface="Cambria Math" panose="02040503050406030204" pitchFamily="18" charset="0"/>
                  </a:rPr>
                  <a:t>6</a:t>
                </a:r>
              </a:p>
            </p:txBody>
          </p:sp>
        </mc:Choice>
        <mc:Fallback>
          <p:sp>
            <p:nvSpPr>
              <p:cNvPr id="2" name="TextBox 1">
                <a:extLst>
                  <a:ext uri="{FF2B5EF4-FFF2-40B4-BE49-F238E27FC236}">
                    <a16:creationId xmlns:a16="http://schemas.microsoft.com/office/drawing/2014/main" id="{DC44FCED-33D1-4E3C-AC8B-1BC8E4FE9379}"/>
                  </a:ext>
                </a:extLst>
              </p:cNvPr>
              <p:cNvSpPr txBox="1">
                <a:spLocks noRot="1" noChangeAspect="1" noMove="1" noResize="1" noEditPoints="1" noAdjustHandles="1" noChangeArrowheads="1" noChangeShapeType="1" noTextEdit="1"/>
              </p:cNvSpPr>
              <p:nvPr/>
            </p:nvSpPr>
            <p:spPr>
              <a:xfrm>
                <a:off x="5754758" y="2139443"/>
                <a:ext cx="3132855" cy="3139321"/>
              </a:xfrm>
              <a:prstGeom prst="rect">
                <a:avLst/>
              </a:prstGeom>
              <a:blipFill>
                <a:blip r:embed="rId2"/>
                <a:stretch>
                  <a:fillRect l="-1357" t="-967" b="-1934"/>
                </a:stretch>
              </a:blipFill>
              <a:ln>
                <a:solidFill>
                  <a:schemeClr val="accent2"/>
                </a:solidFill>
              </a:ln>
            </p:spPr>
            <p:txBody>
              <a:bodyPr/>
              <a:lstStyle/>
              <a:p>
                <a:r>
                  <a:rPr lang="en-AU">
                    <a:noFill/>
                  </a:rPr>
                  <a:t> </a:t>
                </a:r>
              </a:p>
            </p:txBody>
          </p:sp>
        </mc:Fallback>
      </mc:AlternateContent>
    </p:spTree>
    <p:extLst>
      <p:ext uri="{BB962C8B-B14F-4D97-AF65-F5344CB8AC3E}">
        <p14:creationId xmlns:p14="http://schemas.microsoft.com/office/powerpoint/2010/main" val="1635792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1403940"/>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865605"/>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07861" y="809704"/>
            <a:ext cx="484045" cy="646331"/>
          </a:xfrm>
          <a:prstGeom prst="rect">
            <a:avLst/>
          </a:prstGeom>
          <a:noFill/>
        </p:spPr>
        <p:txBody>
          <a:bodyPr wrap="square" rtlCol="0">
            <a:spAutoFit/>
          </a:bodyPr>
          <a:lstStyle/>
          <a:p>
            <a:r>
              <a:rPr lang="en-AU" sz="1200" dirty="0"/>
              <a:t>24</a:t>
            </a:r>
          </a:p>
          <a:p>
            <a:r>
              <a:rPr lang="en-AU" sz="1200" dirty="0"/>
              <a:t>7</a:t>
            </a:r>
          </a:p>
          <a:p>
            <a:r>
              <a:rPr lang="en-AU" sz="1200" dirty="0"/>
              <a:t>30</a:t>
            </a:r>
          </a:p>
        </p:txBody>
      </p:sp>
      <p:cxnSp>
        <p:nvCxnSpPr>
          <p:cNvPr id="9" name="Straight Connector 8"/>
          <p:cNvCxnSpPr>
            <a:cxnSpLocks/>
          </p:cNvCxnSpPr>
          <p:nvPr/>
        </p:nvCxnSpPr>
        <p:spPr>
          <a:xfrm flipH="1">
            <a:off x="1480398" y="1865605"/>
            <a:ext cx="533" cy="5173818"/>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164288" y="867196"/>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07860" y="1435799"/>
            <a:ext cx="8640604" cy="461665"/>
          </a:xfrm>
          <a:prstGeom prst="rect">
            <a:avLst/>
          </a:prstGeom>
          <a:noFill/>
        </p:spPr>
        <p:txBody>
          <a:bodyPr wrap="square" rtlCol="0">
            <a:spAutoFit/>
          </a:bodyPr>
          <a:lstStyle/>
          <a:p>
            <a:r>
              <a:rPr lang="en-AU" sz="2400" dirty="0"/>
              <a:t>EQ – How do we use BIMDAS? </a:t>
            </a:r>
          </a:p>
        </p:txBody>
      </p:sp>
      <p:sp>
        <p:nvSpPr>
          <p:cNvPr id="3" name="TextBox 2"/>
          <p:cNvSpPr txBox="1"/>
          <p:nvPr/>
        </p:nvSpPr>
        <p:spPr>
          <a:xfrm>
            <a:off x="1570698" y="1975730"/>
            <a:ext cx="6444208" cy="3139321"/>
          </a:xfrm>
          <a:prstGeom prst="rect">
            <a:avLst/>
          </a:prstGeom>
          <a:noFill/>
        </p:spPr>
        <p:txBody>
          <a:bodyPr wrap="square" rtlCol="0">
            <a:spAutoFit/>
          </a:bodyPr>
          <a:lstStyle/>
          <a:p>
            <a:r>
              <a:rPr lang="en-AU" u="sng" dirty="0"/>
              <a:t>Order of Operations / BIMDAS</a:t>
            </a:r>
          </a:p>
          <a:p>
            <a:endParaRPr lang="en-AU" dirty="0"/>
          </a:p>
          <a:p>
            <a:r>
              <a:rPr lang="en-AU" dirty="0"/>
              <a:t>1. </a:t>
            </a:r>
            <a:r>
              <a:rPr lang="en-AU" b="1" u="sng" dirty="0"/>
              <a:t>B</a:t>
            </a:r>
            <a:r>
              <a:rPr lang="en-AU" dirty="0"/>
              <a:t>rackets First</a:t>
            </a:r>
          </a:p>
          <a:p>
            <a:endParaRPr lang="en-AU" dirty="0"/>
          </a:p>
          <a:p>
            <a:r>
              <a:rPr lang="en-AU" dirty="0"/>
              <a:t>2. </a:t>
            </a:r>
            <a:r>
              <a:rPr lang="en-AU" b="1" u="sng" dirty="0" err="1"/>
              <a:t>I</a:t>
            </a:r>
            <a:r>
              <a:rPr lang="en-AU" dirty="0" err="1"/>
              <a:t>ndicies</a:t>
            </a:r>
            <a:endParaRPr lang="en-AU" dirty="0"/>
          </a:p>
          <a:p>
            <a:endParaRPr lang="en-AU" dirty="0"/>
          </a:p>
          <a:p>
            <a:r>
              <a:rPr lang="en-AU" dirty="0"/>
              <a:t>3. </a:t>
            </a:r>
            <a:r>
              <a:rPr lang="en-AU" b="1" u="sng" dirty="0"/>
              <a:t>M</a:t>
            </a:r>
            <a:r>
              <a:rPr lang="en-AU" dirty="0"/>
              <a:t>ultiply and/or </a:t>
            </a:r>
            <a:r>
              <a:rPr lang="en-AU" b="1" u="sng" dirty="0"/>
              <a:t>D</a:t>
            </a:r>
            <a:r>
              <a:rPr lang="en-AU" dirty="0"/>
              <a:t>ivide </a:t>
            </a:r>
          </a:p>
          <a:p>
            <a:r>
              <a:rPr lang="en-AU" dirty="0"/>
              <a:t>                   (from left to right)</a:t>
            </a:r>
          </a:p>
          <a:p>
            <a:endParaRPr lang="en-AU" b="1" u="sng" dirty="0"/>
          </a:p>
          <a:p>
            <a:r>
              <a:rPr lang="en-AU" dirty="0"/>
              <a:t>4. </a:t>
            </a:r>
            <a:r>
              <a:rPr lang="en-AU" b="1" u="sng" dirty="0"/>
              <a:t>A</a:t>
            </a:r>
            <a:r>
              <a:rPr lang="en-AU" dirty="0"/>
              <a:t>dd or </a:t>
            </a:r>
            <a:r>
              <a:rPr lang="en-AU" b="1" u="sng" dirty="0"/>
              <a:t>S</a:t>
            </a:r>
            <a:r>
              <a:rPr lang="en-AU" dirty="0"/>
              <a:t>ubtract </a:t>
            </a:r>
          </a:p>
          <a:p>
            <a:r>
              <a:rPr lang="en-AU" dirty="0"/>
              <a:t>                    (from left to right)</a:t>
            </a:r>
          </a:p>
        </p:txBody>
      </p:sp>
      <p:sp>
        <p:nvSpPr>
          <p:cNvPr id="13" name="TextBox 12"/>
          <p:cNvSpPr txBox="1"/>
          <p:nvPr/>
        </p:nvSpPr>
        <p:spPr>
          <a:xfrm>
            <a:off x="591906" y="909832"/>
            <a:ext cx="2040751" cy="461665"/>
          </a:xfrm>
          <a:prstGeom prst="rect">
            <a:avLst/>
          </a:prstGeom>
          <a:noFill/>
        </p:spPr>
        <p:txBody>
          <a:bodyPr wrap="none" rtlCol="0">
            <a:spAutoFit/>
          </a:bodyPr>
          <a:lstStyle/>
          <a:p>
            <a:r>
              <a:rPr lang="en-AU" sz="2400" b="1" dirty="0"/>
              <a:t>Topic: BIMDAS</a:t>
            </a:r>
            <a:endParaRPr lang="en-AU" sz="2400" dirty="0"/>
          </a:p>
        </p:txBody>
      </p:sp>
      <p:sp>
        <p:nvSpPr>
          <p:cNvPr id="17" name="TextBox 16"/>
          <p:cNvSpPr txBox="1"/>
          <p:nvPr/>
        </p:nvSpPr>
        <p:spPr>
          <a:xfrm>
            <a:off x="68420" y="1952398"/>
            <a:ext cx="1543861" cy="923330"/>
          </a:xfrm>
          <a:prstGeom prst="rect">
            <a:avLst/>
          </a:prstGeom>
          <a:noFill/>
        </p:spPr>
        <p:txBody>
          <a:bodyPr wrap="square" rtlCol="0">
            <a:spAutoFit/>
          </a:bodyPr>
          <a:lstStyle/>
          <a:p>
            <a:r>
              <a:rPr lang="en-AU" dirty="0"/>
              <a:t>What are the rules of BIMDAS?</a:t>
            </a: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DC44FCED-33D1-4E3C-AC8B-1BC8E4FE9379}"/>
                  </a:ext>
                </a:extLst>
              </p:cNvPr>
              <p:cNvSpPr txBox="1"/>
              <p:nvPr/>
            </p:nvSpPr>
            <p:spPr>
              <a:xfrm>
                <a:off x="5798256" y="1964182"/>
                <a:ext cx="3299791" cy="3210623"/>
              </a:xfrm>
              <a:prstGeom prst="rect">
                <a:avLst/>
              </a:prstGeom>
              <a:noFill/>
              <a:ln>
                <a:solidFill>
                  <a:schemeClr val="accent2"/>
                </a:solidFill>
              </a:ln>
            </p:spPr>
            <p:txBody>
              <a:bodyPr wrap="square" rtlCol="0">
                <a:spAutoFit/>
              </a:bodyPr>
              <a:lstStyle/>
              <a:p>
                <a:r>
                  <a:rPr lang="en-AU" dirty="0"/>
                  <a:t>Let’s Try…</a:t>
                </a:r>
              </a:p>
              <a:p>
                <a:endParaRPr lang="en-AU" dirty="0"/>
              </a:p>
              <a:p>
                <a:pPr algn="ctr"/>
                <a14:m>
                  <m:oMathPara xmlns:m="http://schemas.openxmlformats.org/officeDocument/2006/math">
                    <m:oMathParaPr>
                      <m:jc m:val="centerGroup"/>
                    </m:oMathParaPr>
                    <m:oMath xmlns:m="http://schemas.openxmlformats.org/officeDocument/2006/math">
                      <m:r>
                        <a:rPr lang="en-AU" i="1">
                          <a:latin typeface="Cambria Math" panose="02040503050406030204" pitchFamily="18" charset="0"/>
                        </a:rPr>
                        <m:t> </m:t>
                      </m:r>
                      <m:d>
                        <m:dPr>
                          <m:ctrlPr>
                            <a:rPr lang="en-AU" i="1">
                              <a:latin typeface="Cambria Math" panose="02040503050406030204" pitchFamily="18" charset="0"/>
                            </a:rPr>
                          </m:ctrlPr>
                        </m:dPr>
                        <m:e>
                          <m:sSup>
                            <m:sSupPr>
                              <m:ctrlPr>
                                <a:rPr lang="en-AU" i="1">
                                  <a:latin typeface="Cambria Math" panose="02040503050406030204" pitchFamily="18" charset="0"/>
                                </a:rPr>
                              </m:ctrlPr>
                            </m:sSupPr>
                            <m:e>
                              <m:r>
                                <a:rPr lang="en-AU" i="1">
                                  <a:latin typeface="Cambria Math" panose="02040503050406030204" pitchFamily="18" charset="0"/>
                                </a:rPr>
                                <m:t>2</m:t>
                              </m:r>
                            </m:e>
                            <m:sup>
                              <m:r>
                                <a:rPr lang="en-AU" i="1">
                                  <a:latin typeface="Cambria Math" panose="02040503050406030204" pitchFamily="18" charset="0"/>
                                </a:rPr>
                                <m:t>3</m:t>
                              </m:r>
                            </m:sup>
                          </m:sSup>
                          <m:r>
                            <a:rPr lang="en-AU" i="1">
                              <a:latin typeface="Cambria Math" panose="02040503050406030204" pitchFamily="18" charset="0"/>
                            </a:rPr>
                            <m:t> −</m:t>
                          </m:r>
                          <m:d>
                            <m:dPr>
                              <m:ctrlPr>
                                <a:rPr lang="en-AU" i="1">
                                  <a:latin typeface="Cambria Math" panose="02040503050406030204" pitchFamily="18" charset="0"/>
                                  <a:ea typeface="Cambria Math" panose="02040503050406030204" pitchFamily="18" charset="0"/>
                                </a:rPr>
                              </m:ctrlPr>
                            </m:dPr>
                            <m:e>
                              <m:r>
                                <a:rPr lang="en-AU" i="1">
                                  <a:latin typeface="Cambria Math" panose="02040503050406030204" pitchFamily="18" charset="0"/>
                                  <a:ea typeface="Cambria Math" panose="02040503050406030204" pitchFamily="18" charset="0"/>
                                </a:rPr>
                                <m:t>3−3+2</m:t>
                              </m:r>
                            </m:e>
                          </m:d>
                        </m:e>
                      </m:d>
                      <m:r>
                        <a:rPr lang="en-AU" i="1">
                          <a:latin typeface="Cambria Math" panose="02040503050406030204" pitchFamily="18" charset="0"/>
                          <a:ea typeface="Cambria Math" panose="02040503050406030204" pitchFamily="18" charset="0"/>
                        </a:rPr>
                        <m:t>÷3 ×4=</m:t>
                      </m:r>
                    </m:oMath>
                  </m:oMathPara>
                </a14:m>
                <a:endParaRPr lang="en-AU" dirty="0">
                  <a:ea typeface="Cambria Math" panose="02040503050406030204" pitchFamily="18" charset="0"/>
                </a:endParaRPr>
              </a:p>
              <a:p>
                <a:pPr algn="ctr"/>
                <a:endParaRPr lang="en-AU" dirty="0"/>
              </a:p>
              <a:p>
                <a:pPr algn="ctr"/>
                <a14:m>
                  <m:oMathPara xmlns:m="http://schemas.openxmlformats.org/officeDocument/2006/math">
                    <m:oMathParaPr>
                      <m:jc m:val="centerGroup"/>
                    </m:oMathParaPr>
                    <m:oMath xmlns:m="http://schemas.openxmlformats.org/officeDocument/2006/math">
                      <m:d>
                        <m:dPr>
                          <m:ctrlPr>
                            <a:rPr lang="en-AU" i="1">
                              <a:latin typeface="Cambria Math" panose="02040503050406030204" pitchFamily="18" charset="0"/>
                            </a:rPr>
                          </m:ctrlPr>
                        </m:dPr>
                        <m:e>
                          <m:sSup>
                            <m:sSupPr>
                              <m:ctrlPr>
                                <a:rPr lang="en-AU" i="1">
                                  <a:latin typeface="Cambria Math" panose="02040503050406030204" pitchFamily="18" charset="0"/>
                                </a:rPr>
                              </m:ctrlPr>
                            </m:sSupPr>
                            <m:e>
                              <m:r>
                                <a:rPr lang="en-AU" i="1">
                                  <a:latin typeface="Cambria Math" panose="02040503050406030204" pitchFamily="18" charset="0"/>
                                </a:rPr>
                                <m:t>2</m:t>
                              </m:r>
                            </m:e>
                            <m:sup>
                              <m:r>
                                <a:rPr lang="en-AU" i="1">
                                  <a:latin typeface="Cambria Math" panose="02040503050406030204" pitchFamily="18" charset="0"/>
                                </a:rPr>
                                <m:t>3</m:t>
                              </m:r>
                            </m:sup>
                          </m:sSup>
                          <m:r>
                            <a:rPr lang="en-AU" i="1">
                              <a:latin typeface="Cambria Math" panose="02040503050406030204" pitchFamily="18" charset="0"/>
                            </a:rPr>
                            <m:t> −</m:t>
                          </m:r>
                          <m:r>
                            <a:rPr lang="en-AU" i="1">
                              <a:latin typeface="Cambria Math" panose="02040503050406030204" pitchFamily="18" charset="0"/>
                              <a:ea typeface="Cambria Math" panose="02040503050406030204" pitchFamily="18" charset="0"/>
                            </a:rPr>
                            <m:t>2</m:t>
                          </m:r>
                        </m:e>
                      </m:d>
                      <m:r>
                        <a:rPr lang="en-AU" i="1">
                          <a:latin typeface="Cambria Math" panose="02040503050406030204" pitchFamily="18" charset="0"/>
                          <a:ea typeface="Cambria Math" panose="02040503050406030204" pitchFamily="18" charset="0"/>
                        </a:rPr>
                        <m:t>÷3 ×4=</m:t>
                      </m:r>
                    </m:oMath>
                  </m:oMathPara>
                </a14:m>
                <a:endParaRPr lang="en-AU" dirty="0">
                  <a:ea typeface="Cambria Math" panose="02040503050406030204" pitchFamily="18" charset="0"/>
                </a:endParaRPr>
              </a:p>
              <a:p>
                <a:pPr algn="ctr"/>
                <a:endParaRPr lang="en-AU" dirty="0"/>
              </a:p>
              <a:p>
                <a:pPr algn="ctr"/>
                <a14:m>
                  <m:oMathPara xmlns:m="http://schemas.openxmlformats.org/officeDocument/2006/math">
                    <m:oMathParaPr>
                      <m:jc m:val="centerGroup"/>
                    </m:oMathParaPr>
                    <m:oMath xmlns:m="http://schemas.openxmlformats.org/officeDocument/2006/math">
                      <m:d>
                        <m:dPr>
                          <m:ctrlPr>
                            <a:rPr lang="en-AU" i="1">
                              <a:latin typeface="Cambria Math" panose="02040503050406030204" pitchFamily="18" charset="0"/>
                            </a:rPr>
                          </m:ctrlPr>
                        </m:dPr>
                        <m:e>
                          <m:r>
                            <a:rPr lang="en-AU" i="1">
                              <a:latin typeface="Cambria Math" panose="02040503050406030204" pitchFamily="18" charset="0"/>
                            </a:rPr>
                            <m:t>8</m:t>
                          </m:r>
                          <m:r>
                            <a:rPr lang="en-AU" i="1">
                              <a:latin typeface="Cambria Math" panose="02040503050406030204" pitchFamily="18" charset="0"/>
                            </a:rPr>
                            <m:t> −</m:t>
                          </m:r>
                          <m:r>
                            <a:rPr lang="en-AU" i="1">
                              <a:latin typeface="Cambria Math" panose="02040503050406030204" pitchFamily="18" charset="0"/>
                              <a:ea typeface="Cambria Math" panose="02040503050406030204" pitchFamily="18" charset="0"/>
                            </a:rPr>
                            <m:t>2</m:t>
                          </m:r>
                        </m:e>
                      </m:d>
                      <m:r>
                        <a:rPr lang="en-AU" i="1">
                          <a:latin typeface="Cambria Math" panose="02040503050406030204" pitchFamily="18" charset="0"/>
                          <a:ea typeface="Cambria Math" panose="02040503050406030204" pitchFamily="18" charset="0"/>
                        </a:rPr>
                        <m:t>÷3 ×4=</m:t>
                      </m:r>
                    </m:oMath>
                  </m:oMathPara>
                </a14:m>
                <a:endParaRPr lang="en-AU" dirty="0">
                  <a:ea typeface="Cambria Math" panose="02040503050406030204" pitchFamily="18" charset="0"/>
                </a:endParaRPr>
              </a:p>
              <a:p>
                <a:pPr algn="ctr"/>
                <a:endParaRPr lang="en-AU" dirty="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AU" i="1">
                          <a:latin typeface="Cambria Math" panose="02040503050406030204" pitchFamily="18" charset="0"/>
                          <a:ea typeface="Cambria Math" panose="02040503050406030204" pitchFamily="18" charset="0"/>
                        </a:rPr>
                        <m:t>6</m:t>
                      </m:r>
                      <m:r>
                        <a:rPr lang="en-AU" i="1">
                          <a:latin typeface="Cambria Math" panose="02040503050406030204" pitchFamily="18" charset="0"/>
                          <a:ea typeface="Cambria Math" panose="02040503050406030204" pitchFamily="18" charset="0"/>
                        </a:rPr>
                        <m:t>÷3 ×4=</m:t>
                      </m:r>
                    </m:oMath>
                  </m:oMathPara>
                </a14:m>
                <a:endParaRPr lang="en-AU" dirty="0">
                  <a:ea typeface="Cambria Math" panose="02040503050406030204" pitchFamily="18" charset="0"/>
                </a:endParaRPr>
              </a:p>
              <a:p>
                <a:endParaRPr lang="en-AU" dirty="0">
                  <a:ea typeface="Cambria Math" panose="02040503050406030204" pitchFamily="18" charset="0"/>
                </a:endParaRPr>
              </a:p>
              <a:p>
                <a:pPr algn="ctr"/>
                <a:r>
                  <a:rPr lang="en-AU" dirty="0">
                    <a:ea typeface="Cambria Math" panose="02040503050406030204" pitchFamily="18" charset="0"/>
                  </a:rPr>
                  <a:t>8</a:t>
                </a:r>
              </a:p>
            </p:txBody>
          </p:sp>
        </mc:Choice>
        <mc:Fallback>
          <p:sp>
            <p:nvSpPr>
              <p:cNvPr id="2" name="TextBox 1">
                <a:extLst>
                  <a:ext uri="{FF2B5EF4-FFF2-40B4-BE49-F238E27FC236}">
                    <a16:creationId xmlns:a16="http://schemas.microsoft.com/office/drawing/2014/main" id="{DC44FCED-33D1-4E3C-AC8B-1BC8E4FE9379}"/>
                  </a:ext>
                </a:extLst>
              </p:cNvPr>
              <p:cNvSpPr txBox="1">
                <a:spLocks noRot="1" noChangeAspect="1" noMove="1" noResize="1" noEditPoints="1" noAdjustHandles="1" noChangeArrowheads="1" noChangeShapeType="1" noTextEdit="1"/>
              </p:cNvSpPr>
              <p:nvPr/>
            </p:nvSpPr>
            <p:spPr>
              <a:xfrm>
                <a:off x="5798256" y="1964182"/>
                <a:ext cx="3299791" cy="3210623"/>
              </a:xfrm>
              <a:prstGeom prst="rect">
                <a:avLst/>
              </a:prstGeom>
              <a:blipFill>
                <a:blip r:embed="rId2"/>
                <a:stretch>
                  <a:fillRect l="-1289" t="-756" b="-756"/>
                </a:stretch>
              </a:blipFill>
              <a:ln>
                <a:solidFill>
                  <a:schemeClr val="accent2"/>
                </a:solidFill>
              </a:ln>
            </p:spPr>
            <p:txBody>
              <a:bodyPr/>
              <a:lstStyle/>
              <a:p>
                <a:r>
                  <a:rPr lang="en-AU">
                    <a:noFill/>
                  </a:rPr>
                  <a:t> </a:t>
                </a:r>
              </a:p>
            </p:txBody>
          </p:sp>
        </mc:Fallback>
      </mc:AlternateContent>
      <p:sp>
        <p:nvSpPr>
          <p:cNvPr id="5" name="Arrow: Right 4">
            <a:extLst>
              <a:ext uri="{FF2B5EF4-FFF2-40B4-BE49-F238E27FC236}">
                <a16:creationId xmlns:a16="http://schemas.microsoft.com/office/drawing/2014/main" id="{80F0EAC3-CB97-4605-AC6F-751AD870F857}"/>
              </a:ext>
            </a:extLst>
          </p:cNvPr>
          <p:cNvSpPr/>
          <p:nvPr/>
        </p:nvSpPr>
        <p:spPr>
          <a:xfrm>
            <a:off x="3890618" y="2086328"/>
            <a:ext cx="1958009" cy="13355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Inside brackets first</a:t>
            </a:r>
          </a:p>
        </p:txBody>
      </p:sp>
    </p:spTree>
    <p:extLst>
      <p:ext uri="{BB962C8B-B14F-4D97-AF65-F5344CB8AC3E}">
        <p14:creationId xmlns:p14="http://schemas.microsoft.com/office/powerpoint/2010/main" val="2272367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4213" y="765175"/>
            <a:ext cx="7416800" cy="1470025"/>
          </a:xfrm>
        </p:spPr>
        <p:txBody>
          <a:bodyPr/>
          <a:lstStyle/>
          <a:p>
            <a:r>
              <a:rPr lang="en-GB">
                <a:latin typeface="Agency FB" pitchFamily="34" charset="0"/>
              </a:rPr>
              <a:t>Match each of these calculations with one that gives the same answer.</a:t>
            </a:r>
            <a:r>
              <a:rPr lang="en-GB" sz="4000"/>
              <a:t> </a:t>
            </a:r>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l="14568" t="55902" r="16780" b="12587"/>
          <a:stretch>
            <a:fillRect/>
          </a:stretch>
        </p:blipFill>
        <p:spPr bwMode="auto">
          <a:xfrm>
            <a:off x="755650" y="2852738"/>
            <a:ext cx="7559675" cy="2601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53" name="Text Box 5"/>
          <p:cNvSpPr txBox="1">
            <a:spLocks noChangeArrowheads="1"/>
          </p:cNvSpPr>
          <p:nvPr/>
        </p:nvSpPr>
        <p:spPr bwMode="auto">
          <a:xfrm>
            <a:off x="827088" y="5949950"/>
            <a:ext cx="7632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sz="2400">
                <a:solidFill>
                  <a:srgbClr val="FF0000"/>
                </a:solidFill>
              </a:rPr>
              <a:t>Hint:</a:t>
            </a:r>
            <a:r>
              <a:rPr lang="en-GB" sz="2400"/>
              <a:t> work all of them out and then match them up</a:t>
            </a:r>
          </a:p>
        </p:txBody>
      </p:sp>
      <p:sp>
        <p:nvSpPr>
          <p:cNvPr id="2" name="Footer Placeholder 1"/>
          <p:cNvSpPr>
            <a:spLocks noGrp="1"/>
          </p:cNvSpPr>
          <p:nvPr>
            <p:ph type="ftr" sz="quarter" idx="11"/>
          </p:nvPr>
        </p:nvSpPr>
        <p:spPr/>
        <p:txBody>
          <a:bodyPr/>
          <a:lstStyle/>
          <a:p>
            <a:r>
              <a:rPr lang="en-GB"/>
              <a:t>T Malik</a:t>
            </a:r>
          </a:p>
        </p:txBody>
      </p:sp>
    </p:spTree>
    <p:extLst>
      <p:ext uri="{BB962C8B-B14F-4D97-AF65-F5344CB8AC3E}">
        <p14:creationId xmlns:p14="http://schemas.microsoft.com/office/powerpoint/2010/main" val="7060652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457200" y="274638"/>
            <a:ext cx="7283450" cy="1143000"/>
          </a:xfrm>
        </p:spPr>
        <p:txBody>
          <a:bodyPr/>
          <a:lstStyle/>
          <a:p>
            <a:r>
              <a:rPr lang="en-GB">
                <a:solidFill>
                  <a:srgbClr val="FF0000"/>
                </a:solidFill>
                <a:latin typeface="Agency FB" pitchFamily="34" charset="0"/>
              </a:rPr>
              <a:t>Answers</a:t>
            </a:r>
          </a:p>
        </p:txBody>
      </p:sp>
      <p:sp>
        <p:nvSpPr>
          <p:cNvPr id="3075" name="Rectangle 3"/>
          <p:cNvSpPr>
            <a:spLocks noGrp="1" noChangeArrowheads="1"/>
          </p:cNvSpPr>
          <p:nvPr>
            <p:ph type="body" idx="1"/>
          </p:nvPr>
        </p:nvSpPr>
        <p:spPr>
          <a:xfrm>
            <a:off x="1692275" y="1773238"/>
            <a:ext cx="1738313" cy="4525962"/>
          </a:xfrm>
        </p:spPr>
        <p:txBody>
          <a:bodyPr/>
          <a:lstStyle/>
          <a:p>
            <a:pPr>
              <a:buFontTx/>
              <a:buNone/>
            </a:pPr>
            <a:r>
              <a:rPr lang="en-GB"/>
              <a:t>A = 10</a:t>
            </a:r>
          </a:p>
          <a:p>
            <a:pPr>
              <a:buFontTx/>
              <a:buNone/>
            </a:pPr>
            <a:endParaRPr lang="en-GB"/>
          </a:p>
          <a:p>
            <a:pPr>
              <a:buFontTx/>
              <a:buNone/>
            </a:pPr>
            <a:r>
              <a:rPr lang="en-GB"/>
              <a:t>B = 14</a:t>
            </a:r>
          </a:p>
          <a:p>
            <a:pPr>
              <a:buFontTx/>
              <a:buNone/>
            </a:pPr>
            <a:endParaRPr lang="en-GB"/>
          </a:p>
          <a:p>
            <a:pPr>
              <a:buFontTx/>
              <a:buNone/>
            </a:pPr>
            <a:r>
              <a:rPr lang="en-GB"/>
              <a:t>C = 3</a:t>
            </a:r>
          </a:p>
          <a:p>
            <a:pPr>
              <a:buFontTx/>
              <a:buNone/>
            </a:pPr>
            <a:endParaRPr lang="en-GB"/>
          </a:p>
          <a:p>
            <a:pPr>
              <a:buFontTx/>
              <a:buNone/>
            </a:pPr>
            <a:r>
              <a:rPr lang="en-GB"/>
              <a:t>D = 24</a:t>
            </a:r>
          </a:p>
        </p:txBody>
      </p:sp>
      <p:sp>
        <p:nvSpPr>
          <p:cNvPr id="3076" name="Text Box 4"/>
          <p:cNvSpPr txBox="1">
            <a:spLocks noChangeArrowheads="1"/>
          </p:cNvSpPr>
          <p:nvPr/>
        </p:nvSpPr>
        <p:spPr bwMode="auto">
          <a:xfrm>
            <a:off x="5076825" y="1773238"/>
            <a:ext cx="2232025" cy="4668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sz="3600"/>
              <a:t>1 = 3</a:t>
            </a:r>
          </a:p>
          <a:p>
            <a:endParaRPr lang="en-GB" sz="3600"/>
          </a:p>
          <a:p>
            <a:r>
              <a:rPr lang="en-GB" sz="3600"/>
              <a:t>2 = 24</a:t>
            </a:r>
          </a:p>
          <a:p>
            <a:endParaRPr lang="en-GB" sz="3600"/>
          </a:p>
          <a:p>
            <a:r>
              <a:rPr lang="en-GB" sz="3600"/>
              <a:t>3 = 14</a:t>
            </a:r>
          </a:p>
          <a:p>
            <a:endParaRPr lang="en-GB" sz="3600"/>
          </a:p>
          <a:p>
            <a:r>
              <a:rPr lang="en-GB" sz="3600"/>
              <a:t>4 = 10</a:t>
            </a:r>
          </a:p>
          <a:p>
            <a:pPr>
              <a:spcBef>
                <a:spcPct val="50000"/>
              </a:spcBef>
            </a:pPr>
            <a:endParaRPr lang="en-GB" sz="3200"/>
          </a:p>
        </p:txBody>
      </p:sp>
      <p:sp>
        <p:nvSpPr>
          <p:cNvPr id="3079" name="Line 7"/>
          <p:cNvSpPr>
            <a:spLocks noChangeShapeType="1"/>
          </p:cNvSpPr>
          <p:nvPr/>
        </p:nvSpPr>
        <p:spPr bwMode="auto">
          <a:xfrm>
            <a:off x="3059113" y="2205038"/>
            <a:ext cx="2160587" cy="302418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80" name="Line 8"/>
          <p:cNvSpPr>
            <a:spLocks noChangeShapeType="1"/>
          </p:cNvSpPr>
          <p:nvPr/>
        </p:nvSpPr>
        <p:spPr bwMode="auto">
          <a:xfrm>
            <a:off x="3059113" y="3284538"/>
            <a:ext cx="2017712" cy="10080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81" name="Line 9"/>
          <p:cNvSpPr>
            <a:spLocks noChangeShapeType="1"/>
          </p:cNvSpPr>
          <p:nvPr/>
        </p:nvSpPr>
        <p:spPr bwMode="auto">
          <a:xfrm flipV="1">
            <a:off x="2843213" y="2276475"/>
            <a:ext cx="2305050" cy="21605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82" name="Line 10"/>
          <p:cNvSpPr>
            <a:spLocks noChangeShapeType="1"/>
          </p:cNvSpPr>
          <p:nvPr/>
        </p:nvSpPr>
        <p:spPr bwMode="auto">
          <a:xfrm flipV="1">
            <a:off x="3059113" y="3357563"/>
            <a:ext cx="1944687" cy="2159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 name="Footer Placeholder 1"/>
          <p:cNvSpPr>
            <a:spLocks noGrp="1"/>
          </p:cNvSpPr>
          <p:nvPr>
            <p:ph type="ftr" sz="quarter" idx="11"/>
          </p:nvPr>
        </p:nvSpPr>
        <p:spPr/>
        <p:txBody>
          <a:bodyPr/>
          <a:lstStyle/>
          <a:p>
            <a:r>
              <a:rPr lang="en-GB"/>
              <a:t>T Malik</a:t>
            </a:r>
          </a:p>
        </p:txBody>
      </p:sp>
    </p:spTree>
    <p:extLst>
      <p:ext uri="{BB962C8B-B14F-4D97-AF65-F5344CB8AC3E}">
        <p14:creationId xmlns:p14="http://schemas.microsoft.com/office/powerpoint/2010/main" val="38021122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6600" dirty="0">
                <a:latin typeface="Comic Sans MS" pitchFamily="66" charset="0"/>
              </a:rPr>
              <a:t>Bidmas</a:t>
            </a:r>
            <a:endParaRPr lang="en-GB" sz="6000" dirty="0">
              <a:latin typeface="Comic Sans MS" pitchFamily="66" charset="0"/>
            </a:endParaRPr>
          </a:p>
        </p:txBody>
      </p:sp>
      <p:sp>
        <p:nvSpPr>
          <p:cNvPr id="31748" name="Rectangle 4"/>
          <p:cNvSpPr>
            <a:spLocks noChangeArrowheads="1"/>
          </p:cNvSpPr>
          <p:nvPr/>
        </p:nvSpPr>
        <p:spPr bwMode="auto">
          <a:xfrm>
            <a:off x="251520" y="1124744"/>
            <a:ext cx="2664296" cy="3139321"/>
          </a:xfrm>
          <a:prstGeom prst="rect">
            <a:avLst/>
          </a:prstGeom>
          <a:solidFill>
            <a:schemeClr val="accent3"/>
          </a:solidFill>
          <a:ln w="76200">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914400" marR="0" lvl="1" indent="-457200" algn="l" defTabSz="914400" rtl="0" eaLnBrk="1" fontAlgn="base" latinLnBrk="0" hangingPunct="1">
              <a:lnSpc>
                <a:spcPct val="100000"/>
              </a:lnSpc>
              <a:spcBef>
                <a:spcPct val="0"/>
              </a:spcBef>
              <a:spcAft>
                <a:spcPct val="0"/>
              </a:spcAft>
              <a:buClrTx/>
              <a:buSzTx/>
              <a:tabLst/>
            </a:pPr>
            <a:r>
              <a:rPr kumimoji="0" lang="en-GB" b="0" i="0" u="none" strike="noStrike" cap="none" normalizeH="0" baseline="0" dirty="0">
                <a:ln>
                  <a:noFill/>
                </a:ln>
                <a:solidFill>
                  <a:schemeClr val="tx1"/>
                </a:solidFill>
                <a:effectLst/>
                <a:latin typeface="Calibri" pitchFamily="34" charset="0"/>
                <a:ea typeface="Calibri" pitchFamily="34" charset="0"/>
                <a:cs typeface="Times New Roman" pitchFamily="18" charset="0"/>
              </a:rPr>
              <a:t>A)</a:t>
            </a:r>
          </a:p>
          <a:p>
            <a:pPr marL="914400" marR="0" lvl="1" indent="-457200" algn="l" defTabSz="914400" rtl="0" eaLnBrk="1" fontAlgn="base" latinLnBrk="0" hangingPunct="1">
              <a:lnSpc>
                <a:spcPct val="100000"/>
              </a:lnSpc>
              <a:spcBef>
                <a:spcPct val="0"/>
              </a:spcBef>
              <a:spcAft>
                <a:spcPct val="0"/>
              </a:spcAft>
              <a:buClrTx/>
              <a:buSzTx/>
              <a:buFont typeface="+mj-lt"/>
              <a:buAutoNum type="arabicPeriod"/>
              <a:tabLst/>
            </a:pPr>
            <a:r>
              <a:rPr kumimoji="0" lang="en-GB" b="0" i="0" u="none" strike="noStrike" cap="none" normalizeH="0" baseline="0" dirty="0">
                <a:ln>
                  <a:noFill/>
                </a:ln>
                <a:solidFill>
                  <a:schemeClr val="tx1"/>
                </a:solidFill>
                <a:effectLst/>
                <a:latin typeface="Calibri" pitchFamily="34" charset="0"/>
                <a:ea typeface="Calibri" pitchFamily="34" charset="0"/>
                <a:cs typeface="Times New Roman" pitchFamily="18" charset="0"/>
              </a:rPr>
              <a:t>(3 + 3 ) x 4</a:t>
            </a:r>
            <a:endParaRPr kumimoji="0" lang="en-GB" b="0" i="0" u="none" strike="noStrike" cap="none" normalizeH="0" baseline="0" dirty="0">
              <a:ln>
                <a:noFill/>
              </a:ln>
              <a:solidFill>
                <a:schemeClr val="tx1"/>
              </a:solidFill>
              <a:effectLst/>
              <a:latin typeface="Arial" pitchFamily="34" charset="0"/>
              <a:cs typeface="Arial" pitchFamily="34" charset="0"/>
            </a:endParaRPr>
          </a:p>
          <a:p>
            <a:pPr marL="914400" marR="0" lvl="1"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GB" b="0" i="0" u="none" strike="noStrike" cap="none" normalizeH="0" baseline="0" dirty="0">
                <a:ln>
                  <a:noFill/>
                </a:ln>
                <a:solidFill>
                  <a:schemeClr val="tx1"/>
                </a:solidFill>
                <a:effectLst/>
                <a:latin typeface="Calibri" pitchFamily="34" charset="0"/>
                <a:ea typeface="Calibri" pitchFamily="34" charset="0"/>
                <a:cs typeface="Times New Roman" pitchFamily="18" charset="0"/>
              </a:rPr>
              <a:t>4 x 2 – 5</a:t>
            </a:r>
            <a:endParaRPr kumimoji="0" lang="en-GB" b="0" i="0" u="none" strike="noStrike" cap="none" normalizeH="0" baseline="0" dirty="0">
              <a:ln>
                <a:noFill/>
              </a:ln>
              <a:solidFill>
                <a:schemeClr val="tx1"/>
              </a:solidFill>
              <a:effectLst/>
              <a:latin typeface="Arial" pitchFamily="34" charset="0"/>
              <a:cs typeface="Arial" pitchFamily="34" charset="0"/>
            </a:endParaRPr>
          </a:p>
          <a:p>
            <a:pPr marL="914400" marR="0" lvl="1"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GB" b="0" i="0" u="none" strike="noStrike" cap="none" normalizeH="0" baseline="0" dirty="0">
                <a:ln>
                  <a:noFill/>
                </a:ln>
                <a:solidFill>
                  <a:schemeClr val="tx1"/>
                </a:solidFill>
                <a:effectLst/>
                <a:latin typeface="Calibri" pitchFamily="34" charset="0"/>
                <a:ea typeface="Calibri" pitchFamily="34" charset="0"/>
                <a:cs typeface="Times New Roman" pitchFamily="18" charset="0"/>
              </a:rPr>
              <a:t>(5 + 7) ÷ 6</a:t>
            </a:r>
            <a:endParaRPr kumimoji="0" lang="en-GB" b="0" i="0" u="none" strike="noStrike" cap="none" normalizeH="0" baseline="0" dirty="0">
              <a:ln>
                <a:noFill/>
              </a:ln>
              <a:solidFill>
                <a:schemeClr val="tx1"/>
              </a:solidFill>
              <a:effectLst/>
              <a:latin typeface="Arial" pitchFamily="34" charset="0"/>
              <a:cs typeface="Arial" pitchFamily="34" charset="0"/>
            </a:endParaRPr>
          </a:p>
          <a:p>
            <a:pPr marL="914400" marR="0" lvl="1"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GB" b="0" i="0" u="none" strike="noStrike" cap="none" normalizeH="0" baseline="0" dirty="0">
                <a:ln>
                  <a:noFill/>
                </a:ln>
                <a:solidFill>
                  <a:schemeClr val="tx1"/>
                </a:solidFill>
                <a:effectLst/>
                <a:latin typeface="Calibri" pitchFamily="34" charset="0"/>
                <a:ea typeface="Calibri" pitchFamily="34" charset="0"/>
                <a:cs typeface="Times New Roman" pitchFamily="18" charset="0"/>
              </a:rPr>
              <a:t>5 x 3 + 5</a:t>
            </a:r>
            <a:endParaRPr kumimoji="0" lang="en-GB" b="0" i="0" u="none" strike="noStrike" cap="none" normalizeH="0" baseline="0" dirty="0">
              <a:ln>
                <a:noFill/>
              </a:ln>
              <a:solidFill>
                <a:schemeClr val="tx1"/>
              </a:solidFill>
              <a:effectLst/>
              <a:latin typeface="Arial" pitchFamily="34" charset="0"/>
              <a:cs typeface="Arial" pitchFamily="34" charset="0"/>
            </a:endParaRPr>
          </a:p>
          <a:p>
            <a:pPr marL="914400" marR="0" lvl="1"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GB" b="0" i="0" u="none" strike="noStrike" cap="none" normalizeH="0" baseline="0" dirty="0">
                <a:ln>
                  <a:noFill/>
                </a:ln>
                <a:solidFill>
                  <a:schemeClr val="tx1"/>
                </a:solidFill>
                <a:effectLst/>
                <a:latin typeface="Calibri" pitchFamily="34" charset="0"/>
                <a:ea typeface="Calibri" pitchFamily="34" charset="0"/>
                <a:cs typeface="Times New Roman" pitchFamily="18" charset="0"/>
              </a:rPr>
              <a:t>(9 – 4 ) + 5</a:t>
            </a:r>
            <a:endParaRPr kumimoji="0" lang="en-GB" b="0" i="0" u="none" strike="noStrike" cap="none" normalizeH="0" baseline="0" dirty="0">
              <a:ln>
                <a:noFill/>
              </a:ln>
              <a:solidFill>
                <a:schemeClr val="tx1"/>
              </a:solidFill>
              <a:effectLst/>
              <a:latin typeface="Arial" pitchFamily="34" charset="0"/>
              <a:cs typeface="Arial" pitchFamily="34" charset="0"/>
            </a:endParaRPr>
          </a:p>
          <a:p>
            <a:pPr marL="914400" marR="0" lvl="1"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GB" b="0" i="0" u="none" strike="noStrike" cap="none" normalizeH="0" baseline="0" dirty="0">
                <a:ln>
                  <a:noFill/>
                </a:ln>
                <a:solidFill>
                  <a:schemeClr val="tx1"/>
                </a:solidFill>
                <a:effectLst/>
                <a:latin typeface="Calibri" pitchFamily="34" charset="0"/>
                <a:ea typeface="Calibri" pitchFamily="34" charset="0"/>
                <a:cs typeface="Times New Roman" pitchFamily="18" charset="0"/>
              </a:rPr>
              <a:t>1 + 1 – 1</a:t>
            </a:r>
            <a:endParaRPr kumimoji="0" lang="en-GB" b="0" i="0" u="none" strike="noStrike" cap="none" normalizeH="0" baseline="0" dirty="0">
              <a:ln>
                <a:noFill/>
              </a:ln>
              <a:solidFill>
                <a:schemeClr val="tx1"/>
              </a:solidFill>
              <a:effectLst/>
              <a:latin typeface="Arial" pitchFamily="34" charset="0"/>
              <a:cs typeface="Arial" pitchFamily="34" charset="0"/>
            </a:endParaRPr>
          </a:p>
          <a:p>
            <a:pPr marL="914400" marR="0" lvl="1"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GB" b="0" i="0" u="none" strike="noStrike" cap="none" normalizeH="0" baseline="0" dirty="0">
                <a:ln>
                  <a:noFill/>
                </a:ln>
                <a:solidFill>
                  <a:schemeClr val="tx1"/>
                </a:solidFill>
                <a:effectLst/>
                <a:latin typeface="Calibri" pitchFamily="34" charset="0"/>
                <a:ea typeface="Calibri" pitchFamily="34" charset="0"/>
                <a:cs typeface="Times New Roman" pitchFamily="18" charset="0"/>
              </a:rPr>
              <a:t>2 x (15 – 2)</a:t>
            </a:r>
            <a:endParaRPr kumimoji="0" lang="en-GB" b="0" i="0" u="none" strike="noStrike" cap="none" normalizeH="0" baseline="0" dirty="0">
              <a:ln>
                <a:noFill/>
              </a:ln>
              <a:solidFill>
                <a:schemeClr val="tx1"/>
              </a:solidFill>
              <a:effectLst/>
              <a:latin typeface="Arial" pitchFamily="34" charset="0"/>
              <a:cs typeface="Arial" pitchFamily="34" charset="0"/>
            </a:endParaRPr>
          </a:p>
          <a:p>
            <a:pPr marL="914400" marR="0" lvl="1"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GB" b="0" i="0" u="none" strike="noStrike" cap="none" normalizeH="0" baseline="0" dirty="0">
                <a:ln>
                  <a:noFill/>
                </a:ln>
                <a:solidFill>
                  <a:schemeClr val="tx1"/>
                </a:solidFill>
                <a:effectLst/>
                <a:latin typeface="Calibri" pitchFamily="34" charset="0"/>
                <a:ea typeface="Calibri" pitchFamily="34" charset="0"/>
                <a:cs typeface="Times New Roman" pitchFamily="18" charset="0"/>
              </a:rPr>
              <a:t>(5 x 4 ) + 2</a:t>
            </a:r>
            <a:endParaRPr kumimoji="0" lang="en-GB" b="0" i="0" u="none" strike="noStrike" cap="none" normalizeH="0" baseline="0" dirty="0">
              <a:ln>
                <a:noFill/>
              </a:ln>
              <a:solidFill>
                <a:schemeClr val="tx1"/>
              </a:solidFill>
              <a:effectLst/>
              <a:latin typeface="Arial" pitchFamily="34" charset="0"/>
              <a:cs typeface="Arial" pitchFamily="34" charset="0"/>
            </a:endParaRPr>
          </a:p>
          <a:p>
            <a:pPr marL="914400" marR="0" lvl="1"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GB" b="0" i="0" u="none" strike="noStrike" cap="none" normalizeH="0" baseline="0" dirty="0">
                <a:ln>
                  <a:noFill/>
                </a:ln>
                <a:solidFill>
                  <a:schemeClr val="tx1"/>
                </a:solidFill>
                <a:effectLst/>
                <a:latin typeface="Calibri" pitchFamily="34" charset="0"/>
                <a:ea typeface="Calibri" pitchFamily="34" charset="0"/>
                <a:cs typeface="Times New Roman" pitchFamily="18" charset="0"/>
              </a:rPr>
              <a:t>(8 + 2 ) ÷ 10</a:t>
            </a:r>
            <a:endParaRPr kumimoji="0" lang="en-GB" b="0" i="0" u="none" strike="noStrike" cap="none" normalizeH="0" baseline="0" dirty="0">
              <a:ln>
                <a:noFill/>
              </a:ln>
              <a:solidFill>
                <a:schemeClr val="tx1"/>
              </a:solidFill>
              <a:effectLst/>
              <a:latin typeface="Arial" pitchFamily="34" charset="0"/>
              <a:cs typeface="Arial" pitchFamily="34" charset="0"/>
            </a:endParaRPr>
          </a:p>
          <a:p>
            <a:pPr marL="914400" marR="0" lvl="1"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GB" b="0" i="0" u="none" strike="noStrike" cap="none" normalizeH="0" baseline="0" dirty="0">
                <a:ln>
                  <a:noFill/>
                </a:ln>
                <a:solidFill>
                  <a:schemeClr val="tx1"/>
                </a:solidFill>
                <a:effectLst/>
                <a:latin typeface="Calibri" pitchFamily="34" charset="0"/>
                <a:ea typeface="Calibri" pitchFamily="34" charset="0"/>
                <a:cs typeface="Times New Roman" pitchFamily="18" charset="0"/>
              </a:rPr>
              <a:t>(21 x 1 ) – 2</a:t>
            </a:r>
          </a:p>
        </p:txBody>
      </p:sp>
      <p:sp>
        <p:nvSpPr>
          <p:cNvPr id="16" name="Rectangle 4"/>
          <p:cNvSpPr>
            <a:spLocks noChangeArrowheads="1"/>
          </p:cNvSpPr>
          <p:nvPr/>
        </p:nvSpPr>
        <p:spPr bwMode="auto">
          <a:xfrm>
            <a:off x="3419872" y="1556792"/>
            <a:ext cx="2808312" cy="2308324"/>
          </a:xfrm>
          <a:prstGeom prst="rect">
            <a:avLst/>
          </a:prstGeom>
          <a:solidFill>
            <a:srgbClr val="FFFF00"/>
          </a:solidFill>
          <a:ln w="76200">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457200" marR="0" lvl="1" indent="0" algn="l" defTabSz="914400" rtl="0" eaLnBrk="0" fontAlgn="base" latinLnBrk="0" hangingPunct="0">
              <a:lnSpc>
                <a:spcPct val="100000"/>
              </a:lnSpc>
              <a:spcBef>
                <a:spcPct val="0"/>
              </a:spcBef>
              <a:spcAft>
                <a:spcPct val="0"/>
              </a:spcAft>
              <a:buClrTx/>
              <a:buSzTx/>
              <a:tabLst/>
            </a:pPr>
            <a:r>
              <a:rPr kumimoji="0" lang="en-GB" b="0" i="0" u="none" strike="noStrike" cap="none" normalizeH="0" baseline="0" dirty="0">
                <a:ln>
                  <a:noFill/>
                </a:ln>
                <a:solidFill>
                  <a:schemeClr val="tx1"/>
                </a:solidFill>
                <a:effectLst/>
                <a:latin typeface="Arial" pitchFamily="34" charset="0"/>
                <a:cs typeface="Arial" pitchFamily="34" charset="0"/>
              </a:rPr>
              <a:t>B)</a:t>
            </a: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GB" b="0" i="0" u="none" strike="noStrike" cap="none" normalizeH="0" baseline="0" dirty="0">
                <a:ln>
                  <a:noFill/>
                </a:ln>
                <a:solidFill>
                  <a:schemeClr val="tx1"/>
                </a:solidFill>
                <a:effectLst/>
                <a:latin typeface="Calibri" pitchFamily="34" charset="0"/>
                <a:ea typeface="Calibri" pitchFamily="34" charset="0"/>
                <a:cs typeface="Times New Roman" pitchFamily="18" charset="0"/>
              </a:rPr>
              <a:t>(1 + 14) – (5 x 3 )</a:t>
            </a:r>
            <a:endParaRPr kumimoji="0" lang="en-GB" b="0" i="0" u="none" strike="noStrike" cap="none" normalizeH="0" baseline="0" dirty="0">
              <a:ln>
                <a:noFill/>
              </a:ln>
              <a:solidFill>
                <a:schemeClr val="tx1"/>
              </a:solidFill>
              <a:effectLst/>
              <a:latin typeface="Arial" pitchFamily="34" charset="0"/>
              <a:cs typeface="Arial" pitchFamily="34" charset="0"/>
            </a:endParaRP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GB" b="0" i="0" u="none" strike="noStrike" cap="none" normalizeH="0" baseline="0" dirty="0">
                <a:ln>
                  <a:noFill/>
                </a:ln>
                <a:solidFill>
                  <a:schemeClr val="tx1"/>
                </a:solidFill>
                <a:effectLst/>
                <a:latin typeface="Calibri" pitchFamily="34" charset="0"/>
                <a:ea typeface="Calibri" pitchFamily="34" charset="0"/>
                <a:cs typeface="Times New Roman" pitchFamily="18" charset="0"/>
              </a:rPr>
              <a:t>(10 + 6 ) ÷  (4 x 2)</a:t>
            </a:r>
            <a:endParaRPr kumimoji="0" lang="en-GB" b="0" i="0" u="none" strike="noStrike" cap="none" normalizeH="0" baseline="0" dirty="0">
              <a:ln>
                <a:noFill/>
              </a:ln>
              <a:solidFill>
                <a:schemeClr val="tx1"/>
              </a:solidFill>
              <a:effectLst/>
              <a:latin typeface="Arial" pitchFamily="34" charset="0"/>
              <a:cs typeface="Arial" pitchFamily="34" charset="0"/>
            </a:endParaRP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GB" b="0" i="0" u="none" strike="noStrike" cap="none" normalizeH="0" baseline="0" dirty="0">
                <a:ln>
                  <a:noFill/>
                </a:ln>
                <a:solidFill>
                  <a:schemeClr val="tx1"/>
                </a:solidFill>
                <a:effectLst/>
                <a:latin typeface="Calibri" pitchFamily="34" charset="0"/>
                <a:ea typeface="Calibri" pitchFamily="34" charset="0"/>
                <a:cs typeface="Times New Roman" pitchFamily="18" charset="0"/>
              </a:rPr>
              <a:t>(1 + 2 ) x (6 – 3)</a:t>
            </a:r>
            <a:endParaRPr kumimoji="0" lang="en-GB" b="0" i="0" u="none" strike="noStrike" cap="none" normalizeH="0" baseline="0" dirty="0">
              <a:ln>
                <a:noFill/>
              </a:ln>
              <a:solidFill>
                <a:schemeClr val="tx1"/>
              </a:solidFill>
              <a:effectLst/>
              <a:latin typeface="Arial" pitchFamily="34" charset="0"/>
              <a:cs typeface="Arial" pitchFamily="34" charset="0"/>
            </a:endParaRP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GB" b="0" i="0" u="none" strike="noStrike" cap="none" normalizeH="0" baseline="0" dirty="0">
                <a:ln>
                  <a:noFill/>
                </a:ln>
                <a:solidFill>
                  <a:schemeClr val="tx1"/>
                </a:solidFill>
                <a:effectLst/>
                <a:latin typeface="Calibri" pitchFamily="34" charset="0"/>
                <a:ea typeface="Calibri" pitchFamily="34" charset="0"/>
                <a:cs typeface="Times New Roman" pitchFamily="18" charset="0"/>
              </a:rPr>
              <a:t>(2 x 6 ) – (14 ÷ 2)</a:t>
            </a:r>
            <a:endParaRPr kumimoji="0" lang="en-GB" b="0" i="0" u="none" strike="noStrike" cap="none" normalizeH="0" baseline="0" dirty="0">
              <a:ln>
                <a:noFill/>
              </a:ln>
              <a:solidFill>
                <a:schemeClr val="tx1"/>
              </a:solidFill>
              <a:effectLst/>
              <a:latin typeface="Arial" pitchFamily="34" charset="0"/>
              <a:cs typeface="Arial" pitchFamily="34" charset="0"/>
            </a:endParaRP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GB" b="0" i="0" u="none" strike="noStrike" cap="none" normalizeH="0" baseline="0" dirty="0">
                <a:ln>
                  <a:noFill/>
                </a:ln>
                <a:solidFill>
                  <a:schemeClr val="tx1"/>
                </a:solidFill>
                <a:effectLst/>
                <a:latin typeface="Calibri" pitchFamily="34" charset="0"/>
                <a:ea typeface="Calibri" pitchFamily="34" charset="0"/>
                <a:cs typeface="Times New Roman" pitchFamily="18" charset="0"/>
              </a:rPr>
              <a:t>(7 x 2) ÷ ( 20 – 6)</a:t>
            </a:r>
            <a:endParaRPr kumimoji="0" lang="en-GB" b="0" i="0" u="none" strike="noStrike" cap="none" normalizeH="0" baseline="0" dirty="0">
              <a:ln>
                <a:noFill/>
              </a:ln>
              <a:solidFill>
                <a:schemeClr val="tx1"/>
              </a:solidFill>
              <a:effectLst/>
              <a:latin typeface="Arial" pitchFamily="34" charset="0"/>
              <a:cs typeface="Arial" pitchFamily="34" charset="0"/>
            </a:endParaRP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GB" b="0" i="0" u="none" strike="noStrike" cap="none" normalizeH="0" baseline="0" dirty="0">
                <a:ln>
                  <a:noFill/>
                </a:ln>
                <a:solidFill>
                  <a:schemeClr val="tx1"/>
                </a:solidFill>
                <a:effectLst/>
                <a:latin typeface="Calibri" pitchFamily="34" charset="0"/>
                <a:ea typeface="Calibri" pitchFamily="34" charset="0"/>
                <a:cs typeface="Times New Roman" pitchFamily="18" charset="0"/>
              </a:rPr>
              <a:t>(3 x 10) – (2 x 2)</a:t>
            </a:r>
            <a:endParaRPr kumimoji="0" lang="en-GB" b="0" i="0" u="none" strike="noStrike" cap="none" normalizeH="0" baseline="0" dirty="0">
              <a:ln>
                <a:noFill/>
              </a:ln>
              <a:solidFill>
                <a:schemeClr val="tx1"/>
              </a:solidFill>
              <a:effectLst/>
              <a:latin typeface="Arial" pitchFamily="34" charset="0"/>
              <a:cs typeface="Arial" pitchFamily="34" charset="0"/>
            </a:endParaRP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GB" b="0" i="0" u="none" strike="noStrike" cap="none" normalizeH="0" baseline="0" dirty="0">
                <a:ln>
                  <a:noFill/>
                </a:ln>
                <a:solidFill>
                  <a:schemeClr val="tx1"/>
                </a:solidFill>
                <a:effectLst/>
                <a:latin typeface="Calibri" pitchFamily="34" charset="0"/>
                <a:ea typeface="Calibri" pitchFamily="34" charset="0"/>
                <a:cs typeface="Times New Roman" pitchFamily="18" charset="0"/>
              </a:rPr>
              <a:t>(9 x 5) – ( 2 x 10)</a:t>
            </a:r>
            <a:endParaRPr kumimoji="0" lang="en-GB" b="0" i="0" u="none" strike="noStrike" cap="none" normalizeH="0" baseline="0" dirty="0">
              <a:ln>
                <a:noFill/>
              </a:ln>
              <a:solidFill>
                <a:schemeClr val="tx1"/>
              </a:solidFill>
              <a:effectLst/>
              <a:latin typeface="Arial" pitchFamily="34" charset="0"/>
              <a:cs typeface="Arial" pitchFamily="34" charset="0"/>
            </a:endParaRPr>
          </a:p>
        </p:txBody>
      </p:sp>
      <p:sp>
        <p:nvSpPr>
          <p:cNvPr id="31749" name="Rectangle 5"/>
          <p:cNvSpPr>
            <a:spLocks noChangeArrowheads="1"/>
          </p:cNvSpPr>
          <p:nvPr/>
        </p:nvSpPr>
        <p:spPr bwMode="auto">
          <a:xfrm>
            <a:off x="3491880" y="4149080"/>
            <a:ext cx="3059832" cy="2246769"/>
          </a:xfrm>
          <a:prstGeom prst="rect">
            <a:avLst/>
          </a:prstGeom>
          <a:solidFill>
            <a:srgbClr val="00B0F0"/>
          </a:solidFill>
          <a:ln w="76200">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1" fontAlgn="base" latinLnBrk="0" hangingPunct="1">
              <a:lnSpc>
                <a:spcPct val="100000"/>
              </a:lnSpc>
              <a:spcBef>
                <a:spcPct val="0"/>
              </a:spcBef>
              <a:spcAft>
                <a:spcPct val="0"/>
              </a:spcAft>
              <a:buClrTx/>
              <a:buSzTx/>
              <a:tabLst/>
            </a:pPr>
            <a:r>
              <a:rPr lang="en-GB" sz="2000" dirty="0">
                <a:latin typeface="Calibri" pitchFamily="34" charset="0"/>
                <a:cs typeface="Times New Roman" pitchFamily="18" charset="0"/>
              </a:rPr>
              <a:t>C)</a:t>
            </a:r>
            <a:endParaRPr kumimoji="0" lang="en-GB" sz="2000" b="0" i="0" u="none" strike="noStrike" cap="none" normalizeH="0" baseline="0" dirty="0">
              <a:ln>
                <a:noFill/>
              </a:ln>
              <a:solidFill>
                <a:schemeClr val="tx1"/>
              </a:solidFill>
              <a:effectLst/>
              <a:latin typeface="Arial" pitchFamily="34" charset="0"/>
              <a:cs typeface="Arial"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GB" sz="2000" b="0" i="0" u="none" strike="noStrike" cap="none" normalizeH="0" baseline="0" dirty="0">
                <a:ln>
                  <a:noFill/>
                </a:ln>
                <a:solidFill>
                  <a:schemeClr val="tx1"/>
                </a:solidFill>
                <a:effectLst/>
                <a:latin typeface="Calibri" pitchFamily="34" charset="0"/>
                <a:ea typeface="Calibri" pitchFamily="34" charset="0"/>
                <a:cs typeface="Times New Roman" pitchFamily="18" charset="0"/>
              </a:rPr>
              <a:t>(3 x 3 – 4 ) x (2 + 2)</a:t>
            </a:r>
            <a:endParaRPr kumimoji="0" lang="en-GB" sz="2000" b="0" i="0" u="none" strike="noStrike" cap="none" normalizeH="0" baseline="0" dirty="0">
              <a:ln>
                <a:noFill/>
              </a:ln>
              <a:solidFill>
                <a:schemeClr val="tx1"/>
              </a:solidFill>
              <a:effectLst/>
              <a:latin typeface="Arial" pitchFamily="34" charset="0"/>
              <a:cs typeface="Arial"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GB" sz="2000" b="0" i="0" u="none" strike="noStrike" cap="none" normalizeH="0" baseline="0" dirty="0">
                <a:ln>
                  <a:noFill/>
                </a:ln>
                <a:solidFill>
                  <a:schemeClr val="tx1"/>
                </a:solidFill>
                <a:effectLst/>
                <a:latin typeface="Calibri" pitchFamily="34" charset="0"/>
                <a:ea typeface="Calibri" pitchFamily="34" charset="0"/>
                <a:cs typeface="Times New Roman" pitchFamily="18" charset="0"/>
              </a:rPr>
              <a:t>2 x (13 – 4) – (23 ÷ 23)</a:t>
            </a:r>
            <a:endParaRPr kumimoji="0" lang="en-GB" sz="2000" b="0" i="0" u="none" strike="noStrike" cap="none" normalizeH="0" baseline="0" dirty="0">
              <a:ln>
                <a:noFill/>
              </a:ln>
              <a:solidFill>
                <a:schemeClr val="tx1"/>
              </a:solidFill>
              <a:effectLst/>
              <a:latin typeface="Arial" pitchFamily="34" charset="0"/>
              <a:cs typeface="Arial"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GB" sz="2000" b="0" i="0" u="none" strike="noStrike" cap="none" normalizeH="0" baseline="0" dirty="0">
                <a:ln>
                  <a:noFill/>
                </a:ln>
                <a:solidFill>
                  <a:schemeClr val="tx1"/>
                </a:solidFill>
                <a:effectLst/>
                <a:latin typeface="Calibri" pitchFamily="34" charset="0"/>
                <a:ea typeface="Calibri" pitchFamily="34" charset="0"/>
                <a:cs typeface="Times New Roman" pitchFamily="18" charset="0"/>
              </a:rPr>
              <a:t>3 x (1 + 4) – (5 x 2)</a:t>
            </a:r>
            <a:endParaRPr kumimoji="0" lang="en-GB" sz="2000" b="0" i="0" u="none" strike="noStrike" cap="none" normalizeH="0" baseline="0" dirty="0">
              <a:ln>
                <a:noFill/>
              </a:ln>
              <a:solidFill>
                <a:schemeClr val="tx1"/>
              </a:solidFill>
              <a:effectLst/>
              <a:latin typeface="Arial" pitchFamily="34" charset="0"/>
              <a:cs typeface="Arial"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GB" sz="2000" b="0" i="0" u="none" strike="noStrike" cap="none" normalizeH="0" baseline="0" dirty="0">
                <a:ln>
                  <a:noFill/>
                </a:ln>
                <a:solidFill>
                  <a:schemeClr val="tx1"/>
                </a:solidFill>
                <a:effectLst/>
                <a:latin typeface="Calibri" pitchFamily="34" charset="0"/>
                <a:ea typeface="Calibri" pitchFamily="34" charset="0"/>
                <a:cs typeface="Times New Roman" pitchFamily="18" charset="0"/>
              </a:rPr>
              <a:t>4 x (3 + 2) – ( 24 – 5)</a:t>
            </a:r>
            <a:endParaRPr kumimoji="0" lang="en-GB" sz="2000" b="0" i="0" u="none" strike="noStrike" cap="none" normalizeH="0" baseline="0" dirty="0">
              <a:ln>
                <a:noFill/>
              </a:ln>
              <a:solidFill>
                <a:schemeClr val="tx1"/>
              </a:solidFill>
              <a:effectLst/>
              <a:latin typeface="Arial" pitchFamily="34" charset="0"/>
              <a:cs typeface="Arial"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GB" sz="2000" b="0" i="0" u="none" strike="noStrike" cap="none" normalizeH="0" baseline="0" dirty="0">
                <a:ln>
                  <a:noFill/>
                </a:ln>
                <a:solidFill>
                  <a:schemeClr val="tx1"/>
                </a:solidFill>
                <a:effectLst/>
                <a:latin typeface="Calibri" pitchFamily="34" charset="0"/>
                <a:ea typeface="Calibri" pitchFamily="34" charset="0"/>
                <a:cs typeface="Times New Roman" pitchFamily="18" charset="0"/>
              </a:rPr>
              <a:t>7 x ( 4 ÷ 2 ) ÷ ( 3 x 5 -1 )</a:t>
            </a:r>
            <a:endParaRPr kumimoji="0" lang="en-GB" sz="2000" b="0" i="0" u="none" strike="noStrike" cap="none" normalizeH="0" baseline="0" dirty="0">
              <a:ln>
                <a:noFill/>
              </a:ln>
              <a:solidFill>
                <a:schemeClr val="tx1"/>
              </a:solidFill>
              <a:effectLst/>
              <a:latin typeface="Arial" pitchFamily="34" charset="0"/>
              <a:cs typeface="Arial"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GB" sz="2000" b="0" i="0" u="none" strike="noStrike" cap="none" normalizeH="0" baseline="0" dirty="0">
                <a:ln>
                  <a:noFill/>
                </a:ln>
                <a:solidFill>
                  <a:schemeClr val="tx1"/>
                </a:solidFill>
                <a:effectLst/>
                <a:latin typeface="Calibri" pitchFamily="34" charset="0"/>
                <a:ea typeface="Calibri" pitchFamily="34" charset="0"/>
                <a:cs typeface="Times New Roman" pitchFamily="18" charset="0"/>
              </a:rPr>
              <a:t>((9 + 7 x 3 ) ÷ 10) – 1</a:t>
            </a:r>
            <a:endParaRPr kumimoji="0" lang="en-GB" sz="2000" b="0" i="0" u="none" strike="noStrike" cap="none" normalizeH="0" baseline="0" dirty="0">
              <a:ln>
                <a:noFill/>
              </a:ln>
              <a:solidFill>
                <a:schemeClr val="tx1"/>
              </a:solidFill>
              <a:effectLst/>
              <a:latin typeface="Arial" pitchFamily="34" charset="0"/>
              <a:cs typeface="Arial" pitchFamily="34" charset="0"/>
            </a:endParaRPr>
          </a:p>
        </p:txBody>
      </p:sp>
      <p:sp>
        <p:nvSpPr>
          <p:cNvPr id="78849" name="Rectangle 1"/>
          <p:cNvSpPr>
            <a:spLocks noChangeArrowheads="1"/>
          </p:cNvSpPr>
          <p:nvPr/>
        </p:nvSpPr>
        <p:spPr bwMode="auto">
          <a:xfrm>
            <a:off x="7631832" y="-5417"/>
            <a:ext cx="1512168" cy="6863417"/>
          </a:xfrm>
          <a:prstGeom prst="rect">
            <a:avLst/>
          </a:prstGeom>
          <a:solidFill>
            <a:srgbClr val="FFC000"/>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228600" marR="0" lvl="0" indent="-228600" algn="l" defTabSz="914400" rtl="0" eaLnBrk="1" fontAlgn="base" latinLnBrk="0" hangingPunct="1">
              <a:lnSpc>
                <a:spcPct val="100000"/>
              </a:lnSpc>
              <a:spcBef>
                <a:spcPct val="0"/>
              </a:spcBef>
              <a:spcAft>
                <a:spcPct val="0"/>
              </a:spcAft>
              <a:buClrTx/>
              <a:buSzTx/>
              <a:buFont typeface="+mj-lt"/>
              <a:buAutoNum type="alphaUcPeriod"/>
              <a:tabLst/>
            </a:pPr>
            <a:r>
              <a:rPr kumimoji="0" lang="en-GB" sz="1600" b="1" i="0" u="sng" strike="noStrike" cap="none" normalizeH="0" baseline="0" dirty="0">
                <a:ln>
                  <a:noFill/>
                </a:ln>
                <a:solidFill>
                  <a:schemeClr val="tx1"/>
                </a:solidFill>
                <a:effectLst/>
                <a:latin typeface="Comic Sans MS" pitchFamily="66" charset="0"/>
                <a:ea typeface="Calibri" pitchFamily="34" charset="0"/>
                <a:cs typeface="Times New Roman" pitchFamily="18" charset="0"/>
              </a:rPr>
              <a:t>  </a:t>
            </a:r>
            <a:endParaRPr kumimoji="0" lang="en-GB" sz="1000" b="0" i="0" u="none" strike="noStrike" cap="none" normalizeH="0" baseline="0" dirty="0">
              <a:ln>
                <a:noFill/>
              </a:ln>
              <a:solidFill>
                <a:schemeClr val="tx1"/>
              </a:solidFill>
              <a:effectLst/>
              <a:latin typeface="Arial" pitchFamily="34" charset="0"/>
              <a:cs typeface="Arial" pitchFamily="34" charset="0"/>
            </a:endParaRPr>
          </a:p>
          <a:p>
            <a:pPr marL="800100" marR="0" lvl="1"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GB" sz="1600" b="1" i="0" u="sng" strike="noStrike" cap="none" normalizeH="0" baseline="0" dirty="0">
                <a:ln>
                  <a:noFill/>
                </a:ln>
                <a:solidFill>
                  <a:schemeClr val="tx1"/>
                </a:solidFill>
                <a:effectLst/>
                <a:latin typeface="Comic Sans MS" pitchFamily="66" charset="0"/>
                <a:ea typeface="Calibri" pitchFamily="34" charset="0"/>
                <a:cs typeface="Times New Roman" pitchFamily="18" charset="0"/>
              </a:rPr>
              <a:t>24</a:t>
            </a:r>
            <a:endParaRPr kumimoji="0" lang="en-GB" sz="1000" b="0" i="0" u="none" strike="noStrike" cap="none" normalizeH="0" baseline="0" dirty="0">
              <a:ln>
                <a:noFill/>
              </a:ln>
              <a:solidFill>
                <a:schemeClr val="tx1"/>
              </a:solidFill>
              <a:effectLst/>
              <a:latin typeface="Arial" pitchFamily="34" charset="0"/>
              <a:cs typeface="Arial" pitchFamily="34" charset="0"/>
            </a:endParaRPr>
          </a:p>
          <a:p>
            <a:pPr marL="800100" marR="0" lvl="1"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GB" sz="1600" b="1" i="0" u="sng" strike="noStrike" cap="none" normalizeH="0" baseline="0" dirty="0">
                <a:ln>
                  <a:noFill/>
                </a:ln>
                <a:solidFill>
                  <a:schemeClr val="tx1"/>
                </a:solidFill>
                <a:effectLst/>
                <a:latin typeface="Comic Sans MS" pitchFamily="66" charset="0"/>
                <a:ea typeface="Calibri" pitchFamily="34" charset="0"/>
                <a:cs typeface="Times New Roman" pitchFamily="18" charset="0"/>
              </a:rPr>
              <a:t>3</a:t>
            </a:r>
            <a:endParaRPr kumimoji="0" lang="en-GB" sz="1000" b="0" i="0" u="none" strike="noStrike" cap="none" normalizeH="0" baseline="0" dirty="0">
              <a:ln>
                <a:noFill/>
              </a:ln>
              <a:solidFill>
                <a:schemeClr val="tx1"/>
              </a:solidFill>
              <a:effectLst/>
              <a:latin typeface="Arial" pitchFamily="34" charset="0"/>
              <a:cs typeface="Arial" pitchFamily="34" charset="0"/>
            </a:endParaRPr>
          </a:p>
          <a:p>
            <a:pPr marL="800100" marR="0" lvl="1"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GB" sz="1600" b="1" i="0" u="sng" strike="noStrike" cap="none" normalizeH="0" baseline="0" dirty="0">
                <a:ln>
                  <a:noFill/>
                </a:ln>
                <a:solidFill>
                  <a:schemeClr val="tx1"/>
                </a:solidFill>
                <a:effectLst/>
                <a:latin typeface="Comic Sans MS" pitchFamily="66" charset="0"/>
                <a:ea typeface="Calibri" pitchFamily="34" charset="0"/>
                <a:cs typeface="Times New Roman" pitchFamily="18" charset="0"/>
              </a:rPr>
              <a:t>2</a:t>
            </a:r>
            <a:endParaRPr kumimoji="0" lang="en-GB" sz="1000" b="0" i="0" u="none" strike="noStrike" cap="none" normalizeH="0" baseline="0" dirty="0">
              <a:ln>
                <a:noFill/>
              </a:ln>
              <a:solidFill>
                <a:schemeClr val="tx1"/>
              </a:solidFill>
              <a:effectLst/>
              <a:latin typeface="Arial" pitchFamily="34" charset="0"/>
              <a:cs typeface="Arial" pitchFamily="34" charset="0"/>
            </a:endParaRPr>
          </a:p>
          <a:p>
            <a:pPr marL="800100" marR="0" lvl="1"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GB" sz="1600" b="1" i="0" u="sng" strike="noStrike" cap="none" normalizeH="0" baseline="0" dirty="0">
                <a:ln>
                  <a:noFill/>
                </a:ln>
                <a:solidFill>
                  <a:schemeClr val="tx1"/>
                </a:solidFill>
                <a:effectLst/>
                <a:latin typeface="Comic Sans MS" pitchFamily="66" charset="0"/>
                <a:ea typeface="Calibri" pitchFamily="34" charset="0"/>
                <a:cs typeface="Times New Roman" pitchFamily="18" charset="0"/>
              </a:rPr>
              <a:t>20</a:t>
            </a:r>
            <a:endParaRPr kumimoji="0" lang="en-GB" sz="1000" b="0" i="0" u="none" strike="noStrike" cap="none" normalizeH="0" baseline="0" dirty="0">
              <a:ln>
                <a:noFill/>
              </a:ln>
              <a:solidFill>
                <a:schemeClr val="tx1"/>
              </a:solidFill>
              <a:effectLst/>
              <a:latin typeface="Arial" pitchFamily="34" charset="0"/>
              <a:cs typeface="Arial" pitchFamily="34" charset="0"/>
            </a:endParaRPr>
          </a:p>
          <a:p>
            <a:pPr marL="800100" marR="0" lvl="1"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GB" sz="1600" b="1" i="0" u="sng" strike="noStrike" cap="none" normalizeH="0" baseline="0" dirty="0">
                <a:ln>
                  <a:noFill/>
                </a:ln>
                <a:solidFill>
                  <a:schemeClr val="tx1"/>
                </a:solidFill>
                <a:effectLst/>
                <a:latin typeface="Comic Sans MS" pitchFamily="66" charset="0"/>
                <a:ea typeface="Calibri" pitchFamily="34" charset="0"/>
                <a:cs typeface="Times New Roman" pitchFamily="18" charset="0"/>
              </a:rPr>
              <a:t>10</a:t>
            </a:r>
            <a:endParaRPr kumimoji="0" lang="en-GB" sz="1000" b="0" i="0" u="none" strike="noStrike" cap="none" normalizeH="0" baseline="0" dirty="0">
              <a:ln>
                <a:noFill/>
              </a:ln>
              <a:solidFill>
                <a:schemeClr val="tx1"/>
              </a:solidFill>
              <a:effectLst/>
              <a:latin typeface="Arial" pitchFamily="34" charset="0"/>
              <a:cs typeface="Arial" pitchFamily="34" charset="0"/>
            </a:endParaRPr>
          </a:p>
          <a:p>
            <a:pPr marL="800100" marR="0" lvl="1"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GB" sz="1600" b="1" i="0" u="sng" strike="noStrike" cap="none" normalizeH="0" baseline="0" dirty="0">
                <a:ln>
                  <a:noFill/>
                </a:ln>
                <a:solidFill>
                  <a:schemeClr val="tx1"/>
                </a:solidFill>
                <a:effectLst/>
                <a:latin typeface="Comic Sans MS" pitchFamily="66" charset="0"/>
                <a:ea typeface="Calibri" pitchFamily="34" charset="0"/>
                <a:cs typeface="Times New Roman" pitchFamily="18" charset="0"/>
              </a:rPr>
              <a:t>1</a:t>
            </a:r>
            <a:endParaRPr kumimoji="0" lang="en-GB" sz="1000" b="0" i="0" u="none" strike="noStrike" cap="none" normalizeH="0" baseline="0" dirty="0">
              <a:ln>
                <a:noFill/>
              </a:ln>
              <a:solidFill>
                <a:schemeClr val="tx1"/>
              </a:solidFill>
              <a:effectLst/>
              <a:latin typeface="Arial" pitchFamily="34" charset="0"/>
              <a:cs typeface="Arial" pitchFamily="34" charset="0"/>
            </a:endParaRPr>
          </a:p>
          <a:p>
            <a:pPr marL="800100" marR="0" lvl="1"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GB" sz="1600" b="1" i="0" u="sng" strike="noStrike" cap="none" normalizeH="0" baseline="0" dirty="0">
                <a:ln>
                  <a:noFill/>
                </a:ln>
                <a:solidFill>
                  <a:schemeClr val="tx1"/>
                </a:solidFill>
                <a:effectLst/>
                <a:latin typeface="Comic Sans MS" pitchFamily="66" charset="0"/>
                <a:ea typeface="Calibri" pitchFamily="34" charset="0"/>
                <a:cs typeface="Times New Roman" pitchFamily="18" charset="0"/>
              </a:rPr>
              <a:t>26</a:t>
            </a:r>
            <a:endParaRPr kumimoji="0" lang="en-GB" sz="1000" b="0" i="0" u="none" strike="noStrike" cap="none" normalizeH="0" baseline="0" dirty="0">
              <a:ln>
                <a:noFill/>
              </a:ln>
              <a:solidFill>
                <a:schemeClr val="tx1"/>
              </a:solidFill>
              <a:effectLst/>
              <a:latin typeface="Arial" pitchFamily="34" charset="0"/>
              <a:cs typeface="Arial" pitchFamily="34" charset="0"/>
            </a:endParaRPr>
          </a:p>
          <a:p>
            <a:pPr marL="800100" marR="0" lvl="1"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GB" sz="1600" b="1" i="0" u="sng" strike="noStrike" cap="none" normalizeH="0" baseline="0" dirty="0">
                <a:ln>
                  <a:noFill/>
                </a:ln>
                <a:solidFill>
                  <a:schemeClr val="tx1"/>
                </a:solidFill>
                <a:effectLst/>
                <a:latin typeface="Comic Sans MS" pitchFamily="66" charset="0"/>
                <a:ea typeface="Calibri" pitchFamily="34" charset="0"/>
                <a:cs typeface="Times New Roman" pitchFamily="18" charset="0"/>
              </a:rPr>
              <a:t>22</a:t>
            </a:r>
            <a:endParaRPr kumimoji="0" lang="en-GB" sz="1000" b="0" i="0" u="none" strike="noStrike" cap="none" normalizeH="0" baseline="0" dirty="0">
              <a:ln>
                <a:noFill/>
              </a:ln>
              <a:solidFill>
                <a:schemeClr val="tx1"/>
              </a:solidFill>
              <a:effectLst/>
              <a:latin typeface="Arial" pitchFamily="34" charset="0"/>
              <a:cs typeface="Arial" pitchFamily="34" charset="0"/>
            </a:endParaRPr>
          </a:p>
          <a:p>
            <a:pPr marL="800100" marR="0" lvl="1"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GB" sz="1600" b="1" i="0" u="sng" strike="noStrike" cap="none" normalizeH="0" baseline="0" dirty="0">
                <a:ln>
                  <a:noFill/>
                </a:ln>
                <a:solidFill>
                  <a:schemeClr val="tx1"/>
                </a:solidFill>
                <a:effectLst/>
                <a:latin typeface="Comic Sans MS" pitchFamily="66" charset="0"/>
                <a:ea typeface="Calibri" pitchFamily="34" charset="0"/>
                <a:cs typeface="Times New Roman" pitchFamily="18" charset="0"/>
              </a:rPr>
              <a:t>1</a:t>
            </a:r>
            <a:endParaRPr kumimoji="0" lang="en-GB" sz="1000" b="0" i="0" u="none" strike="noStrike" cap="none" normalizeH="0" baseline="0" dirty="0">
              <a:ln>
                <a:noFill/>
              </a:ln>
              <a:solidFill>
                <a:schemeClr val="tx1"/>
              </a:solidFill>
              <a:effectLst/>
              <a:latin typeface="Arial" pitchFamily="34" charset="0"/>
              <a:cs typeface="Arial" pitchFamily="34" charset="0"/>
            </a:endParaRPr>
          </a:p>
          <a:p>
            <a:pPr marL="800100" marR="0" lvl="1"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GB" sz="1600" b="1" i="0" u="sng" strike="noStrike" cap="none" normalizeH="0" baseline="0" dirty="0">
                <a:ln>
                  <a:noFill/>
                </a:ln>
                <a:solidFill>
                  <a:schemeClr val="tx1"/>
                </a:solidFill>
                <a:effectLst/>
                <a:latin typeface="Comic Sans MS" pitchFamily="66" charset="0"/>
                <a:ea typeface="Calibri" pitchFamily="34" charset="0"/>
                <a:cs typeface="Times New Roman" pitchFamily="18" charset="0"/>
              </a:rPr>
              <a:t>19</a:t>
            </a:r>
          </a:p>
          <a:p>
            <a:pPr marL="685800" marR="0" lvl="1" indent="-228600" algn="l" defTabSz="914400" rtl="0" eaLnBrk="0" fontAlgn="base" latinLnBrk="0" hangingPunct="0">
              <a:lnSpc>
                <a:spcPct val="100000"/>
              </a:lnSpc>
              <a:spcBef>
                <a:spcPct val="0"/>
              </a:spcBef>
              <a:spcAft>
                <a:spcPct val="0"/>
              </a:spcAft>
              <a:buClrTx/>
              <a:buSzTx/>
              <a:tabLst/>
            </a:pPr>
            <a:endParaRPr kumimoji="0" lang="en-GB" sz="1000" b="0" i="0" u="none" strike="noStrike" cap="none" normalizeH="0" baseline="0" dirty="0">
              <a:ln>
                <a:noFill/>
              </a:ln>
              <a:solidFill>
                <a:schemeClr val="tx1"/>
              </a:solidFill>
              <a:effectLst/>
              <a:latin typeface="Arial" pitchFamily="34" charset="0"/>
              <a:cs typeface="Arial" pitchFamily="34" charset="0"/>
            </a:endParaRPr>
          </a:p>
          <a:p>
            <a:pPr marL="228600" indent="-228600" eaLnBrk="0" fontAlgn="base" hangingPunct="0">
              <a:spcBef>
                <a:spcPct val="0"/>
              </a:spcBef>
              <a:spcAft>
                <a:spcPct val="0"/>
              </a:spcAft>
              <a:buFont typeface="+mj-lt"/>
              <a:buAutoNum type="alphaUcPeriod"/>
            </a:pPr>
            <a:r>
              <a:rPr lang="en-GB" sz="1600" b="1" u="sng" dirty="0">
                <a:latin typeface="Comic Sans MS" pitchFamily="66" charset="0"/>
                <a:ea typeface="Calibri" pitchFamily="34" charset="0"/>
                <a:cs typeface="Times New Roman" pitchFamily="18" charset="0"/>
              </a:rPr>
              <a:t>   </a:t>
            </a:r>
            <a:r>
              <a:rPr kumimoji="0" lang="en-GB" sz="1600" b="1" i="0" u="sng" strike="noStrike" cap="none" normalizeH="0" baseline="0" dirty="0">
                <a:ln>
                  <a:noFill/>
                </a:ln>
                <a:solidFill>
                  <a:schemeClr val="tx1"/>
                </a:solidFill>
                <a:effectLst/>
                <a:latin typeface="Comic Sans MS" pitchFamily="66" charset="0"/>
                <a:ea typeface="Calibri" pitchFamily="34" charset="0"/>
                <a:cs typeface="Times New Roman" pitchFamily="18" charset="0"/>
              </a:rPr>
              <a:t> </a:t>
            </a:r>
          </a:p>
          <a:p>
            <a:pPr marL="800100" lvl="1" indent="-342900" eaLnBrk="0" fontAlgn="base" hangingPunct="0">
              <a:spcBef>
                <a:spcPct val="0"/>
              </a:spcBef>
              <a:spcAft>
                <a:spcPct val="0"/>
              </a:spcAft>
              <a:buFont typeface="+mj-lt"/>
              <a:buAutoNum type="arabicParenR"/>
            </a:pPr>
            <a:r>
              <a:rPr kumimoji="0" lang="en-GB" sz="1600" b="1" i="0" u="sng" strike="noStrike" cap="none" normalizeH="0" baseline="0" dirty="0">
                <a:ln>
                  <a:noFill/>
                </a:ln>
                <a:solidFill>
                  <a:schemeClr val="tx1"/>
                </a:solidFill>
                <a:effectLst/>
                <a:latin typeface="Comic Sans MS" pitchFamily="66" charset="0"/>
                <a:cs typeface="Arial" pitchFamily="34" charset="0"/>
              </a:rPr>
              <a:t>0</a:t>
            </a:r>
          </a:p>
          <a:p>
            <a:pPr marL="800100" marR="0" lvl="1"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GB" sz="1600" b="1" i="0" u="sng" strike="noStrike" cap="none" normalizeH="0" baseline="0" dirty="0">
                <a:ln>
                  <a:noFill/>
                </a:ln>
                <a:solidFill>
                  <a:schemeClr val="tx1"/>
                </a:solidFill>
                <a:effectLst/>
                <a:latin typeface="Comic Sans MS" pitchFamily="66" charset="0"/>
                <a:ea typeface="Calibri" pitchFamily="34" charset="0"/>
                <a:cs typeface="Times New Roman" pitchFamily="18" charset="0"/>
              </a:rPr>
              <a:t>2</a:t>
            </a:r>
            <a:endParaRPr kumimoji="0" lang="en-GB" sz="1000" b="0" i="0" u="none" strike="noStrike" cap="none" normalizeH="0" baseline="0" dirty="0">
              <a:ln>
                <a:noFill/>
              </a:ln>
              <a:solidFill>
                <a:schemeClr val="tx1"/>
              </a:solidFill>
              <a:effectLst/>
              <a:latin typeface="Arial" pitchFamily="34" charset="0"/>
              <a:cs typeface="Arial" pitchFamily="34" charset="0"/>
            </a:endParaRPr>
          </a:p>
          <a:p>
            <a:pPr marL="800100" marR="0" lvl="1"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GB" sz="1600" b="1" i="0" u="sng" strike="noStrike" cap="none" normalizeH="0" baseline="0" dirty="0">
                <a:ln>
                  <a:noFill/>
                </a:ln>
                <a:solidFill>
                  <a:schemeClr val="tx1"/>
                </a:solidFill>
                <a:effectLst/>
                <a:latin typeface="Comic Sans MS" pitchFamily="66" charset="0"/>
                <a:ea typeface="Calibri" pitchFamily="34" charset="0"/>
                <a:cs typeface="Times New Roman" pitchFamily="18" charset="0"/>
              </a:rPr>
              <a:t>9</a:t>
            </a:r>
            <a:endParaRPr kumimoji="0" lang="en-GB" sz="1000" b="0" i="0" u="none" strike="noStrike" cap="none" normalizeH="0" baseline="0" dirty="0">
              <a:ln>
                <a:noFill/>
              </a:ln>
              <a:solidFill>
                <a:schemeClr val="tx1"/>
              </a:solidFill>
              <a:effectLst/>
              <a:latin typeface="Arial" pitchFamily="34" charset="0"/>
              <a:cs typeface="Arial" pitchFamily="34" charset="0"/>
            </a:endParaRPr>
          </a:p>
          <a:p>
            <a:pPr marL="800100" marR="0" lvl="1"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GB" sz="1600" b="1" i="0" u="sng" strike="noStrike" cap="none" normalizeH="0" baseline="0" dirty="0">
                <a:ln>
                  <a:noFill/>
                </a:ln>
                <a:solidFill>
                  <a:schemeClr val="tx1"/>
                </a:solidFill>
                <a:effectLst/>
                <a:latin typeface="Comic Sans MS" pitchFamily="66" charset="0"/>
                <a:ea typeface="Calibri" pitchFamily="34" charset="0"/>
                <a:cs typeface="Times New Roman" pitchFamily="18" charset="0"/>
              </a:rPr>
              <a:t>5</a:t>
            </a:r>
            <a:endParaRPr kumimoji="0" lang="en-GB" sz="1000" b="0" i="0" u="none" strike="noStrike" cap="none" normalizeH="0" baseline="0" dirty="0">
              <a:ln>
                <a:noFill/>
              </a:ln>
              <a:solidFill>
                <a:schemeClr val="tx1"/>
              </a:solidFill>
              <a:effectLst/>
              <a:latin typeface="Arial" pitchFamily="34" charset="0"/>
              <a:cs typeface="Arial" pitchFamily="34" charset="0"/>
            </a:endParaRPr>
          </a:p>
          <a:p>
            <a:pPr marL="800100" marR="0" lvl="1"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GB" sz="1600" b="1" i="0" u="sng" strike="noStrike" cap="none" normalizeH="0" baseline="0" dirty="0">
                <a:ln>
                  <a:noFill/>
                </a:ln>
                <a:solidFill>
                  <a:schemeClr val="tx1"/>
                </a:solidFill>
                <a:effectLst/>
                <a:latin typeface="Comic Sans MS" pitchFamily="66" charset="0"/>
                <a:ea typeface="Calibri" pitchFamily="34" charset="0"/>
                <a:cs typeface="Times New Roman" pitchFamily="18" charset="0"/>
              </a:rPr>
              <a:t>1</a:t>
            </a:r>
            <a:endParaRPr kumimoji="0" lang="en-GB" sz="1000" b="0" i="0" u="none" strike="noStrike" cap="none" normalizeH="0" baseline="0" dirty="0">
              <a:ln>
                <a:noFill/>
              </a:ln>
              <a:solidFill>
                <a:schemeClr val="tx1"/>
              </a:solidFill>
              <a:effectLst/>
              <a:latin typeface="Arial" pitchFamily="34" charset="0"/>
              <a:cs typeface="Arial" pitchFamily="34" charset="0"/>
            </a:endParaRPr>
          </a:p>
          <a:p>
            <a:pPr marL="800100" marR="0" lvl="1"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GB" sz="1600" b="1" i="0" u="sng" strike="noStrike" cap="none" normalizeH="0" baseline="0" dirty="0">
                <a:ln>
                  <a:noFill/>
                </a:ln>
                <a:solidFill>
                  <a:schemeClr val="tx1"/>
                </a:solidFill>
                <a:effectLst/>
                <a:latin typeface="Comic Sans MS" pitchFamily="66" charset="0"/>
                <a:ea typeface="Calibri" pitchFamily="34" charset="0"/>
                <a:cs typeface="Times New Roman" pitchFamily="18" charset="0"/>
              </a:rPr>
              <a:t>26</a:t>
            </a:r>
            <a:endParaRPr kumimoji="0" lang="en-GB" sz="1000" b="0" i="0" u="none" strike="noStrike" cap="none" normalizeH="0" baseline="0" dirty="0">
              <a:ln>
                <a:noFill/>
              </a:ln>
              <a:solidFill>
                <a:schemeClr val="tx1"/>
              </a:solidFill>
              <a:effectLst/>
              <a:latin typeface="Arial" pitchFamily="34" charset="0"/>
              <a:cs typeface="Arial" pitchFamily="34" charset="0"/>
            </a:endParaRPr>
          </a:p>
          <a:p>
            <a:pPr marL="800100" marR="0" lvl="1"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GB" sz="1600" b="1" i="0" u="sng" strike="noStrike" cap="none" normalizeH="0" baseline="0" dirty="0">
                <a:ln>
                  <a:noFill/>
                </a:ln>
                <a:solidFill>
                  <a:schemeClr val="tx1"/>
                </a:solidFill>
                <a:effectLst/>
                <a:latin typeface="Comic Sans MS" pitchFamily="66" charset="0"/>
                <a:ea typeface="Calibri" pitchFamily="34" charset="0"/>
                <a:cs typeface="Times New Roman" pitchFamily="18" charset="0"/>
              </a:rPr>
              <a:t>25</a:t>
            </a:r>
            <a:endParaRPr kumimoji="0" lang="en-GB" sz="1000" b="0" i="0" u="none" strike="noStrike" cap="none" normalizeH="0" baseline="0" dirty="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lphaUcPeriod"/>
              <a:tabLst/>
            </a:pPr>
            <a:r>
              <a:rPr lang="en-GB" sz="1600" b="1" u="sng" dirty="0">
                <a:latin typeface="Comic Sans MS" pitchFamily="66" charset="0"/>
                <a:cs typeface="Times New Roman" pitchFamily="18" charset="0"/>
              </a:rPr>
              <a:t>   </a:t>
            </a:r>
            <a:endParaRPr kumimoji="0" lang="en-GB" sz="1000" b="0" i="0" u="none" strike="noStrike" cap="none" normalizeH="0" baseline="0" dirty="0">
              <a:ln>
                <a:noFill/>
              </a:ln>
              <a:solidFill>
                <a:schemeClr val="tx1"/>
              </a:solidFill>
              <a:effectLst/>
              <a:latin typeface="Arial" pitchFamily="34" charset="0"/>
              <a:cs typeface="Arial" pitchFamily="34" charset="0"/>
            </a:endParaRPr>
          </a:p>
          <a:p>
            <a:pPr marL="800100" marR="0" lvl="1"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GB" sz="1600" b="1" i="0" u="sng" strike="noStrike" cap="none" normalizeH="0" baseline="0" dirty="0">
                <a:ln>
                  <a:noFill/>
                </a:ln>
                <a:solidFill>
                  <a:schemeClr val="tx1"/>
                </a:solidFill>
                <a:effectLst/>
                <a:latin typeface="Comic Sans MS" pitchFamily="66" charset="0"/>
                <a:ea typeface="Calibri" pitchFamily="34" charset="0"/>
                <a:cs typeface="Times New Roman" pitchFamily="18" charset="0"/>
              </a:rPr>
              <a:t>20</a:t>
            </a:r>
            <a:endParaRPr kumimoji="0" lang="en-GB" sz="1000" b="0" i="0" u="none" strike="noStrike" cap="none" normalizeH="0" baseline="0" dirty="0">
              <a:ln>
                <a:noFill/>
              </a:ln>
              <a:solidFill>
                <a:schemeClr val="tx1"/>
              </a:solidFill>
              <a:effectLst/>
              <a:latin typeface="Arial" pitchFamily="34" charset="0"/>
              <a:cs typeface="Arial" pitchFamily="34" charset="0"/>
            </a:endParaRPr>
          </a:p>
          <a:p>
            <a:pPr marL="800100" marR="0" lvl="1"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GB" sz="1600" b="1" i="0" u="sng" strike="noStrike" cap="none" normalizeH="0" baseline="0" dirty="0">
                <a:ln>
                  <a:noFill/>
                </a:ln>
                <a:solidFill>
                  <a:schemeClr val="tx1"/>
                </a:solidFill>
                <a:effectLst/>
                <a:latin typeface="Comic Sans MS" pitchFamily="66" charset="0"/>
                <a:ea typeface="Calibri" pitchFamily="34" charset="0"/>
                <a:cs typeface="Times New Roman" pitchFamily="18" charset="0"/>
              </a:rPr>
              <a:t>17</a:t>
            </a:r>
            <a:endParaRPr kumimoji="0" lang="en-GB" sz="1000" b="0" i="0" u="none" strike="noStrike" cap="none" normalizeH="0" baseline="0" dirty="0">
              <a:ln>
                <a:noFill/>
              </a:ln>
              <a:solidFill>
                <a:schemeClr val="tx1"/>
              </a:solidFill>
              <a:effectLst/>
              <a:latin typeface="Arial" pitchFamily="34" charset="0"/>
              <a:cs typeface="Arial" pitchFamily="34" charset="0"/>
            </a:endParaRPr>
          </a:p>
          <a:p>
            <a:pPr marL="800100" marR="0" lvl="1"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GB" sz="1600" b="1" i="0" u="sng" strike="noStrike" cap="none" normalizeH="0" baseline="0" dirty="0">
                <a:ln>
                  <a:noFill/>
                </a:ln>
                <a:solidFill>
                  <a:schemeClr val="tx1"/>
                </a:solidFill>
                <a:effectLst/>
                <a:latin typeface="Comic Sans MS" pitchFamily="66" charset="0"/>
                <a:ea typeface="Calibri" pitchFamily="34" charset="0"/>
                <a:cs typeface="Times New Roman" pitchFamily="18" charset="0"/>
              </a:rPr>
              <a:t>5</a:t>
            </a:r>
            <a:endParaRPr kumimoji="0" lang="en-GB" sz="1000" b="0" i="0" u="none" strike="noStrike" cap="none" normalizeH="0" baseline="0" dirty="0">
              <a:ln>
                <a:noFill/>
              </a:ln>
              <a:solidFill>
                <a:schemeClr val="tx1"/>
              </a:solidFill>
              <a:effectLst/>
              <a:latin typeface="Arial" pitchFamily="34" charset="0"/>
              <a:cs typeface="Arial" pitchFamily="34" charset="0"/>
            </a:endParaRPr>
          </a:p>
          <a:p>
            <a:pPr marL="800100" marR="0" lvl="1"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GB" sz="1600" b="1" i="0" u="sng" strike="noStrike" cap="none" normalizeH="0" baseline="0" dirty="0">
                <a:ln>
                  <a:noFill/>
                </a:ln>
                <a:solidFill>
                  <a:schemeClr val="tx1"/>
                </a:solidFill>
                <a:effectLst/>
                <a:latin typeface="Comic Sans MS" pitchFamily="66" charset="0"/>
                <a:ea typeface="Calibri" pitchFamily="34" charset="0"/>
                <a:cs typeface="Times New Roman" pitchFamily="18" charset="0"/>
              </a:rPr>
              <a:t>1</a:t>
            </a:r>
            <a:endParaRPr kumimoji="0" lang="en-GB" sz="1000" b="0" i="0" u="none" strike="noStrike" cap="none" normalizeH="0" baseline="0" dirty="0">
              <a:ln>
                <a:noFill/>
              </a:ln>
              <a:solidFill>
                <a:schemeClr val="tx1"/>
              </a:solidFill>
              <a:effectLst/>
              <a:latin typeface="Arial" pitchFamily="34" charset="0"/>
              <a:cs typeface="Arial" pitchFamily="34" charset="0"/>
            </a:endParaRPr>
          </a:p>
          <a:p>
            <a:pPr marL="800100" marR="0" lvl="1"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GB" sz="1600" b="1" i="0" u="sng" strike="noStrike" cap="none" normalizeH="0" baseline="0" dirty="0">
                <a:ln>
                  <a:noFill/>
                </a:ln>
                <a:solidFill>
                  <a:schemeClr val="tx1"/>
                </a:solidFill>
                <a:effectLst/>
                <a:latin typeface="Comic Sans MS" pitchFamily="66" charset="0"/>
                <a:ea typeface="Calibri" pitchFamily="34" charset="0"/>
                <a:cs typeface="Times New Roman" pitchFamily="18" charset="0"/>
              </a:rPr>
              <a:t>1</a:t>
            </a:r>
            <a:endParaRPr kumimoji="0" lang="en-GB" sz="1000" b="0" i="0" u="none" strike="noStrike" cap="none" normalizeH="0" baseline="0" dirty="0">
              <a:ln>
                <a:noFill/>
              </a:ln>
              <a:solidFill>
                <a:schemeClr val="tx1"/>
              </a:solidFill>
              <a:effectLst/>
              <a:latin typeface="Arial" pitchFamily="34" charset="0"/>
              <a:cs typeface="Arial" pitchFamily="34" charset="0"/>
            </a:endParaRPr>
          </a:p>
          <a:p>
            <a:pPr marL="800100" marR="0" lvl="1"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GB" sz="1600" b="1" i="0" u="sng" strike="noStrike" cap="none" normalizeH="0" baseline="0" dirty="0">
                <a:ln>
                  <a:noFill/>
                </a:ln>
                <a:solidFill>
                  <a:schemeClr val="tx1"/>
                </a:solidFill>
                <a:effectLst/>
                <a:latin typeface="Comic Sans MS" pitchFamily="66" charset="0"/>
                <a:ea typeface="Calibri" pitchFamily="34" charset="0"/>
                <a:cs typeface="Times New Roman" pitchFamily="18" charset="0"/>
              </a:rPr>
              <a:t>2</a:t>
            </a:r>
            <a:endParaRPr kumimoji="0" lang="en-GB" sz="2400" b="0" i="0" u="none" strike="noStrike" cap="none" normalizeH="0" baseline="0" dirty="0">
              <a:ln>
                <a:noFill/>
              </a:ln>
              <a:solidFill>
                <a:schemeClr val="tx1"/>
              </a:solidFill>
              <a:effectLst/>
              <a:latin typeface="Arial" pitchFamily="34" charset="0"/>
              <a:cs typeface="Arial" pitchFamily="34" charset="0"/>
            </a:endParaRPr>
          </a:p>
        </p:txBody>
      </p:sp>
      <p:sp>
        <p:nvSpPr>
          <p:cNvPr id="3" name="Footer Placeholder 2"/>
          <p:cNvSpPr>
            <a:spLocks noGrp="1"/>
          </p:cNvSpPr>
          <p:nvPr>
            <p:ph type="ftr" sz="quarter" idx="11"/>
          </p:nvPr>
        </p:nvSpPr>
        <p:spPr/>
        <p:txBody>
          <a:bodyPr/>
          <a:lstStyle/>
          <a:p>
            <a:r>
              <a:rPr lang="en-GB"/>
              <a:t>T Malik</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8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4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0410" t="6548" r="15238" b="71187"/>
          <a:stretch/>
        </p:blipFill>
        <p:spPr bwMode="auto">
          <a:xfrm>
            <a:off x="395536" y="1988840"/>
            <a:ext cx="8513982" cy="1803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Footer Placeholder 1"/>
          <p:cNvSpPr>
            <a:spLocks noGrp="1"/>
          </p:cNvSpPr>
          <p:nvPr>
            <p:ph type="ftr" sz="quarter" idx="11"/>
          </p:nvPr>
        </p:nvSpPr>
        <p:spPr/>
        <p:txBody>
          <a:bodyPr/>
          <a:lstStyle/>
          <a:p>
            <a:r>
              <a:rPr lang="en-GB"/>
              <a:t>T Malik</a:t>
            </a:r>
          </a:p>
        </p:txBody>
      </p:sp>
    </p:spTree>
    <p:extLst>
      <p:ext uri="{BB962C8B-B14F-4D97-AF65-F5344CB8AC3E}">
        <p14:creationId xmlns:p14="http://schemas.microsoft.com/office/powerpoint/2010/main" val="4572205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2987824" y="1600200"/>
            <a:ext cx="5698976" cy="4525963"/>
          </a:xfrm>
        </p:spPr>
        <p:txBody>
          <a:bodyPr>
            <a:normAutofit fontScale="85000" lnSpcReduction="20000"/>
          </a:bodyPr>
          <a:lstStyle/>
          <a:p>
            <a:pPr marL="0" indent="0">
              <a:buNone/>
            </a:pPr>
            <a:r>
              <a:rPr lang="en-GB" b="1" dirty="0"/>
              <a:t>	</a:t>
            </a:r>
          </a:p>
          <a:p>
            <a:pPr marL="0" indent="0">
              <a:buNone/>
            </a:pPr>
            <a:r>
              <a:rPr lang="en-GB" b="1" dirty="0"/>
              <a:t>a  </a:t>
            </a:r>
            <a:r>
              <a:rPr lang="en-GB" dirty="0"/>
              <a:t>2 + 3 × 6 = 20   </a:t>
            </a:r>
          </a:p>
          <a:p>
            <a:pPr marL="0" indent="0">
              <a:buNone/>
            </a:pPr>
            <a:r>
              <a:rPr lang="en-GB" b="1" dirty="0"/>
              <a:t>b</a:t>
            </a:r>
            <a:r>
              <a:rPr lang="en-GB" dirty="0"/>
              <a:t>  12 – 6 ÷ 3 = 10    </a:t>
            </a:r>
          </a:p>
          <a:p>
            <a:pPr marL="0" indent="0">
              <a:buNone/>
            </a:pPr>
            <a:r>
              <a:rPr lang="en-GB" b="1" dirty="0"/>
              <a:t>c</a:t>
            </a:r>
            <a:r>
              <a:rPr lang="en-GB" dirty="0"/>
              <a:t>  5 × 5 + 2 = 27  </a:t>
            </a:r>
          </a:p>
          <a:p>
            <a:pPr marL="0" indent="0">
              <a:buNone/>
            </a:pPr>
            <a:r>
              <a:rPr lang="en-GB" b="1" dirty="0"/>
              <a:t>d</a:t>
            </a:r>
            <a:r>
              <a:rPr lang="en-GB" dirty="0"/>
              <a:t>  12 ÷ 4 – 2 = 1   </a:t>
            </a:r>
          </a:p>
          <a:p>
            <a:pPr marL="0" indent="0">
              <a:buNone/>
            </a:pPr>
            <a:r>
              <a:rPr lang="en-GB" b="1" dirty="0"/>
              <a:t>e </a:t>
            </a:r>
            <a:r>
              <a:rPr lang="en-GB" dirty="0"/>
              <a:t> (2 + 3) × 6 = 30   </a:t>
            </a:r>
            <a:r>
              <a:rPr lang="en-GB" b="1" dirty="0"/>
              <a:t> </a:t>
            </a:r>
            <a:endParaRPr lang="en-GB" dirty="0"/>
          </a:p>
          <a:p>
            <a:pPr marL="0" indent="0">
              <a:buNone/>
            </a:pPr>
            <a:r>
              <a:rPr lang="en-GB" b="1" dirty="0"/>
              <a:t>f</a:t>
            </a:r>
            <a:r>
              <a:rPr lang="en-GB" dirty="0"/>
              <a:t>  (12 – 3) ÷ 3 = 3  </a:t>
            </a:r>
          </a:p>
          <a:p>
            <a:pPr marL="0" indent="0">
              <a:buNone/>
            </a:pPr>
            <a:r>
              <a:rPr lang="en-GB" b="1" dirty="0"/>
              <a:t>g </a:t>
            </a:r>
            <a:r>
              <a:rPr lang="en-GB" dirty="0"/>
              <a:t> 5 × (5 + 2) = 35   </a:t>
            </a:r>
            <a:r>
              <a:rPr lang="en-GB" b="1" dirty="0"/>
              <a:t> </a:t>
            </a:r>
            <a:endParaRPr lang="en-GB" dirty="0"/>
          </a:p>
          <a:p>
            <a:pPr marL="0" indent="0">
              <a:buNone/>
            </a:pPr>
            <a:r>
              <a:rPr lang="en-GB" b="1" dirty="0"/>
              <a:t>h </a:t>
            </a:r>
            <a:r>
              <a:rPr lang="en-GB" dirty="0"/>
              <a:t> 12 ÷ (4 – 2) = 6</a:t>
            </a:r>
          </a:p>
          <a:p>
            <a:pPr marL="0" indent="0">
              <a:buNone/>
            </a:pPr>
            <a:r>
              <a:rPr lang="en-GB" b="1" dirty="0"/>
              <a:t> </a:t>
            </a:r>
            <a:endParaRPr lang="en-GB" dirty="0"/>
          </a:p>
          <a:p>
            <a:pPr marL="0" indent="0">
              <a:buNone/>
            </a:pPr>
            <a:endParaRPr lang="en-GB" dirty="0"/>
          </a:p>
        </p:txBody>
      </p:sp>
      <p:sp>
        <p:nvSpPr>
          <p:cNvPr id="4" name="Footer Placeholder 3"/>
          <p:cNvSpPr>
            <a:spLocks noGrp="1"/>
          </p:cNvSpPr>
          <p:nvPr>
            <p:ph type="ftr" sz="quarter" idx="11"/>
          </p:nvPr>
        </p:nvSpPr>
        <p:spPr/>
        <p:txBody>
          <a:bodyPr/>
          <a:lstStyle/>
          <a:p>
            <a:r>
              <a:rPr lang="en-GB"/>
              <a:t>T Malik</a:t>
            </a:r>
          </a:p>
        </p:txBody>
      </p:sp>
    </p:spTree>
    <p:extLst>
      <p:ext uri="{BB962C8B-B14F-4D97-AF65-F5344CB8AC3E}">
        <p14:creationId xmlns:p14="http://schemas.microsoft.com/office/powerpoint/2010/main" val="2786336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0843" t="30706" r="16132" b="53770"/>
          <a:stretch/>
        </p:blipFill>
        <p:spPr bwMode="auto">
          <a:xfrm>
            <a:off x="214469" y="2961484"/>
            <a:ext cx="8678011" cy="110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Footer Placeholder 2"/>
          <p:cNvSpPr>
            <a:spLocks noGrp="1"/>
          </p:cNvSpPr>
          <p:nvPr>
            <p:ph type="ftr" sz="quarter" idx="11"/>
          </p:nvPr>
        </p:nvSpPr>
        <p:spPr/>
        <p:txBody>
          <a:bodyPr/>
          <a:lstStyle/>
          <a:p>
            <a:r>
              <a:rPr lang="en-GB"/>
              <a:t>T Malik</a:t>
            </a:r>
          </a:p>
        </p:txBody>
      </p:sp>
    </p:spTree>
    <p:extLst>
      <p:ext uri="{BB962C8B-B14F-4D97-AF65-F5344CB8AC3E}">
        <p14:creationId xmlns:p14="http://schemas.microsoft.com/office/powerpoint/2010/main" val="23004030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GB">
                <a:latin typeface="Comic Sans MS" pitchFamily="66" charset="0"/>
              </a:rPr>
              <a:t>What is the secret message?</a:t>
            </a:r>
            <a:endParaRPr lang="en-US">
              <a:latin typeface="Comic Sans MS" pitchFamily="66" charset="0"/>
            </a:endParaRPr>
          </a:p>
        </p:txBody>
      </p:sp>
      <p:graphicFrame>
        <p:nvGraphicFramePr>
          <p:cNvPr id="7171" name="Group 3"/>
          <p:cNvGraphicFramePr>
            <a:graphicFrameLocks noGrp="1"/>
          </p:cNvGraphicFramePr>
          <p:nvPr>
            <p:ph idx="1"/>
          </p:nvPr>
        </p:nvGraphicFramePr>
        <p:xfrm>
          <a:off x="250825" y="1341438"/>
          <a:ext cx="8713788" cy="5256213"/>
        </p:xfrm>
        <a:graphic>
          <a:graphicData uri="http://schemas.openxmlformats.org/drawingml/2006/table">
            <a:tbl>
              <a:tblPr/>
              <a:tblGrid>
                <a:gridCol w="2178050">
                  <a:extLst>
                    <a:ext uri="{9D8B030D-6E8A-4147-A177-3AD203B41FA5}">
                      <a16:colId xmlns:a16="http://schemas.microsoft.com/office/drawing/2014/main" val="20000"/>
                    </a:ext>
                  </a:extLst>
                </a:gridCol>
                <a:gridCol w="2179638">
                  <a:extLst>
                    <a:ext uri="{9D8B030D-6E8A-4147-A177-3AD203B41FA5}">
                      <a16:colId xmlns:a16="http://schemas.microsoft.com/office/drawing/2014/main" val="20001"/>
                    </a:ext>
                  </a:extLst>
                </a:gridCol>
                <a:gridCol w="2178050">
                  <a:extLst>
                    <a:ext uri="{9D8B030D-6E8A-4147-A177-3AD203B41FA5}">
                      <a16:colId xmlns:a16="http://schemas.microsoft.com/office/drawing/2014/main" val="20002"/>
                    </a:ext>
                  </a:extLst>
                </a:gridCol>
                <a:gridCol w="2178050">
                  <a:extLst>
                    <a:ext uri="{9D8B030D-6E8A-4147-A177-3AD203B41FA5}">
                      <a16:colId xmlns:a16="http://schemas.microsoft.com/office/drawing/2014/main" val="20003"/>
                    </a:ext>
                  </a:extLst>
                </a:gridCol>
              </a:tblGrid>
              <a:tr h="13144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1" i="0" u="none" strike="noStrike" cap="none" normalizeH="0" baseline="0">
                          <a:ln>
                            <a:noFill/>
                          </a:ln>
                          <a:solidFill>
                            <a:srgbClr val="0000FF"/>
                          </a:solidFill>
                          <a:effectLst>
                            <a:outerShdw blurRad="38100" dist="38100" dir="2700000" algn="tl">
                              <a:srgbClr val="C0C0C0"/>
                            </a:outerShdw>
                          </a:effectLst>
                          <a:latin typeface="Comic Sans MS" pitchFamily="66" charset="0"/>
                        </a:rPr>
                        <a:t>Start</a:t>
                      </a:r>
                      <a:r>
                        <a:rPr kumimoji="0" lang="en-GB" sz="3200" b="0" i="0" u="none" strike="noStrike" cap="none" normalizeH="0" baseline="0">
                          <a:ln>
                            <a:noFill/>
                          </a:ln>
                          <a:solidFill>
                            <a:schemeClr val="tx1"/>
                          </a:solidFill>
                          <a:effectLst>
                            <a:outerShdw blurRad="38100" dist="38100" dir="2700000" algn="tl">
                              <a:srgbClr val="C0C0C0"/>
                            </a:outerShdw>
                          </a:effectLst>
                          <a:latin typeface="Comic Sans MS" pitchFamily="66" charset="0"/>
                        </a:rPr>
                        <a:t>   </a:t>
                      </a:r>
                      <a:r>
                        <a:rPr kumimoji="0" lang="en-GB" sz="3200" b="1" i="0" u="none" strike="noStrike" cap="none" normalizeH="0" baseline="0">
                          <a:ln>
                            <a:noFill/>
                          </a:ln>
                          <a:solidFill>
                            <a:srgbClr val="FF0000"/>
                          </a:solidFill>
                          <a:effectLst>
                            <a:outerShdw blurRad="38100" dist="38100" dir="2700000" algn="tl">
                              <a:srgbClr val="C0C0C0"/>
                            </a:outerShdw>
                          </a:effectLst>
                          <a:latin typeface="Comic Sans MS" pitchFamily="66" charset="0"/>
                        </a:rPr>
                        <a:t>27</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0" i="0" u="none" strike="noStrike" cap="none" normalizeH="0" baseline="0">
                          <a:ln>
                            <a:noFill/>
                          </a:ln>
                          <a:solidFill>
                            <a:schemeClr val="tx1"/>
                          </a:solidFill>
                          <a:effectLst>
                            <a:outerShdw blurRad="38100" dist="38100" dir="2700000" algn="tl">
                              <a:srgbClr val="C0C0C0"/>
                            </a:outerShdw>
                          </a:effectLst>
                          <a:latin typeface="Comic Sans MS" pitchFamily="66" charset="0"/>
                        </a:rPr>
                        <a:t>2 + 2 x 4</a:t>
                      </a:r>
                      <a:endParaRPr kumimoji="0" lang="en-US" sz="3200" b="0" i="0" u="none" strike="noStrike" cap="none" normalizeH="0" baseline="0">
                        <a:ln>
                          <a:noFill/>
                        </a:ln>
                        <a:solidFill>
                          <a:schemeClr val="tx1"/>
                        </a:solidFill>
                        <a:effectLst>
                          <a:outerShdw blurRad="38100" dist="38100" dir="2700000" algn="tl">
                            <a:srgbClr val="C0C0C0"/>
                          </a:outerShdw>
                        </a:effectLst>
                        <a:latin typeface="Comic Sans MS" pitchFamily="66" charset="0"/>
                      </a:endParaRPr>
                    </a:p>
                  </a:txBody>
                  <a:tcPr marL="90000" marR="90000" marT="46800" marB="46800"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1" i="0" u="none" strike="noStrike" cap="none" normalizeH="0" baseline="0">
                          <a:ln>
                            <a:noFill/>
                          </a:ln>
                          <a:solidFill>
                            <a:srgbClr val="0000FF"/>
                          </a:solidFill>
                          <a:effectLst>
                            <a:outerShdw blurRad="38100" dist="38100" dir="2700000" algn="tl">
                              <a:srgbClr val="C0C0C0"/>
                            </a:outerShdw>
                          </a:effectLst>
                          <a:latin typeface="Comic Sans MS" pitchFamily="66" charset="0"/>
                        </a:rPr>
                        <a:t>T </a:t>
                      </a:r>
                      <a:r>
                        <a:rPr kumimoji="0" lang="en-GB" sz="3200" b="1" i="0" u="none" strike="noStrike" cap="none" normalizeH="0" baseline="0">
                          <a:ln>
                            <a:noFill/>
                          </a:ln>
                          <a:solidFill>
                            <a:schemeClr val="tx1"/>
                          </a:solidFill>
                          <a:effectLst>
                            <a:outerShdw blurRad="38100" dist="38100" dir="2700000" algn="tl">
                              <a:srgbClr val="C0C0C0"/>
                            </a:outerShdw>
                          </a:effectLst>
                          <a:latin typeface="Comic Sans MS" pitchFamily="66" charset="0"/>
                        </a:rPr>
                        <a:t>   </a:t>
                      </a:r>
                      <a:r>
                        <a:rPr kumimoji="0" lang="en-GB" sz="3200" b="0" i="0" u="none" strike="noStrike" cap="none" normalizeH="0" baseline="0">
                          <a:ln>
                            <a:noFill/>
                          </a:ln>
                          <a:solidFill>
                            <a:schemeClr val="tx1"/>
                          </a:solidFill>
                          <a:effectLst>
                            <a:outerShdw blurRad="38100" dist="38100" dir="2700000" algn="tl">
                              <a:srgbClr val="C0C0C0"/>
                            </a:outerShdw>
                          </a:effectLst>
                          <a:latin typeface="Comic Sans MS" pitchFamily="66" charset="0"/>
                        </a:rPr>
                        <a:t>    </a:t>
                      </a:r>
                      <a:r>
                        <a:rPr kumimoji="0" lang="en-GB" sz="3200" b="1" i="0" u="none" strike="noStrike" cap="none" normalizeH="0" baseline="0">
                          <a:ln>
                            <a:noFill/>
                          </a:ln>
                          <a:solidFill>
                            <a:srgbClr val="FF0000"/>
                          </a:solidFill>
                          <a:effectLst>
                            <a:outerShdw blurRad="38100" dist="38100" dir="2700000" algn="tl">
                              <a:srgbClr val="C0C0C0"/>
                            </a:outerShdw>
                          </a:effectLst>
                          <a:latin typeface="Comic Sans MS" pitchFamily="66" charset="0"/>
                        </a:rPr>
                        <a:t>10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0" i="0" u="none" strike="noStrike" cap="none" normalizeH="0" baseline="0">
                          <a:ln>
                            <a:noFill/>
                          </a:ln>
                          <a:solidFill>
                            <a:schemeClr val="tx1"/>
                          </a:solidFill>
                          <a:effectLst>
                            <a:outerShdw blurRad="38100" dist="38100" dir="2700000" algn="tl">
                              <a:srgbClr val="C0C0C0"/>
                            </a:outerShdw>
                          </a:effectLst>
                          <a:latin typeface="Comic Sans MS" pitchFamily="66" charset="0"/>
                        </a:rPr>
                        <a:t>8 – 3 x 2</a:t>
                      </a:r>
                      <a:endParaRPr kumimoji="0" lang="en-US" sz="3200" b="0" i="0" u="none" strike="noStrike" cap="none" normalizeH="0" baseline="0">
                        <a:ln>
                          <a:noFill/>
                        </a:ln>
                        <a:solidFill>
                          <a:schemeClr val="tx1"/>
                        </a:solidFill>
                        <a:effectLst>
                          <a:outerShdw blurRad="38100" dist="38100" dir="2700000" algn="tl">
                            <a:srgbClr val="C0C0C0"/>
                          </a:outerShdw>
                        </a:effectLst>
                        <a:latin typeface="Comic Sans MS" pitchFamily="66"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1" i="0" u="none" strike="noStrike" cap="none" normalizeH="0" baseline="0">
                          <a:ln>
                            <a:noFill/>
                          </a:ln>
                          <a:solidFill>
                            <a:srgbClr val="0000FF"/>
                          </a:solidFill>
                          <a:effectLst>
                            <a:outerShdw blurRad="38100" dist="38100" dir="2700000" algn="tl">
                              <a:srgbClr val="C0C0C0"/>
                            </a:outerShdw>
                          </a:effectLst>
                          <a:latin typeface="Comic Sans MS" pitchFamily="66" charset="0"/>
                        </a:rPr>
                        <a:t>T</a:t>
                      </a:r>
                      <a:r>
                        <a:rPr kumimoji="0" lang="en-GB" sz="3200" b="0" i="0" u="none" strike="noStrike" cap="none" normalizeH="0" baseline="0">
                          <a:ln>
                            <a:noFill/>
                          </a:ln>
                          <a:solidFill>
                            <a:schemeClr val="tx1"/>
                          </a:solidFill>
                          <a:effectLst>
                            <a:outerShdw blurRad="38100" dist="38100" dir="2700000" algn="tl">
                              <a:srgbClr val="C0C0C0"/>
                            </a:outerShdw>
                          </a:effectLst>
                          <a:latin typeface="Comic Sans MS" pitchFamily="66" charset="0"/>
                        </a:rPr>
                        <a:t>           </a:t>
                      </a:r>
                      <a:r>
                        <a:rPr kumimoji="0" lang="en-GB" sz="3200" b="1" i="0" u="none" strike="noStrike" cap="none" normalizeH="0" baseline="0">
                          <a:ln>
                            <a:noFill/>
                          </a:ln>
                          <a:solidFill>
                            <a:srgbClr val="FF0000"/>
                          </a:solidFill>
                          <a:effectLst>
                            <a:outerShdw blurRad="38100" dist="38100" dir="2700000" algn="tl">
                              <a:srgbClr val="C0C0C0"/>
                            </a:outerShdw>
                          </a:effectLst>
                          <a:latin typeface="Comic Sans MS" pitchFamily="66" charset="0"/>
                        </a:rPr>
                        <a:t>8</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0" i="0" u="none" strike="noStrike" cap="none" normalizeH="0" baseline="0">
                          <a:ln>
                            <a:noFill/>
                          </a:ln>
                          <a:solidFill>
                            <a:schemeClr val="tx1"/>
                          </a:solidFill>
                          <a:effectLst>
                            <a:outerShdw blurRad="38100" dist="38100" dir="2700000" algn="tl">
                              <a:srgbClr val="C0C0C0"/>
                            </a:outerShdw>
                          </a:effectLst>
                          <a:latin typeface="Comic Sans MS" pitchFamily="66" charset="0"/>
                        </a:rPr>
                        <a:t> 5x7+6x9 </a:t>
                      </a:r>
                      <a:endParaRPr kumimoji="0" lang="en-US" sz="3200" b="0" i="0" u="none" strike="noStrike" cap="none" normalizeH="0" baseline="0">
                        <a:ln>
                          <a:noFill/>
                        </a:ln>
                        <a:solidFill>
                          <a:schemeClr val="tx1"/>
                        </a:solidFill>
                        <a:effectLst>
                          <a:outerShdw blurRad="38100" dist="38100" dir="2700000" algn="tl">
                            <a:srgbClr val="C0C0C0"/>
                          </a:outerShdw>
                        </a:effectLst>
                        <a:latin typeface="Comic Sans MS" pitchFamily="66"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1" i="0" u="none" strike="noStrike" cap="none" normalizeH="0" baseline="0">
                          <a:ln>
                            <a:noFill/>
                          </a:ln>
                          <a:solidFill>
                            <a:srgbClr val="0000FF"/>
                          </a:solidFill>
                          <a:effectLst>
                            <a:outerShdw blurRad="38100" dist="38100" dir="2700000" algn="tl">
                              <a:srgbClr val="C0C0C0"/>
                            </a:outerShdw>
                          </a:effectLst>
                          <a:latin typeface="Comic Sans MS" pitchFamily="66" charset="0"/>
                        </a:rPr>
                        <a:t>O</a:t>
                      </a:r>
                      <a:r>
                        <a:rPr kumimoji="0" lang="en-GB" sz="3200" b="1" i="0" u="none" strike="noStrike" cap="none" normalizeH="0" baseline="0">
                          <a:ln>
                            <a:noFill/>
                          </a:ln>
                          <a:solidFill>
                            <a:schemeClr val="tx1"/>
                          </a:solidFill>
                          <a:effectLst>
                            <a:outerShdw blurRad="38100" dist="38100" dir="2700000" algn="tl">
                              <a:srgbClr val="C0C0C0"/>
                            </a:outerShdw>
                          </a:effectLst>
                          <a:latin typeface="Comic Sans MS" pitchFamily="66" charset="0"/>
                        </a:rPr>
                        <a:t>   </a:t>
                      </a:r>
                      <a:r>
                        <a:rPr kumimoji="0" lang="en-GB" sz="3200" b="0" i="0" u="none" strike="noStrike" cap="none" normalizeH="0" baseline="0">
                          <a:ln>
                            <a:noFill/>
                          </a:ln>
                          <a:solidFill>
                            <a:schemeClr val="tx1"/>
                          </a:solidFill>
                          <a:effectLst>
                            <a:outerShdw blurRad="38100" dist="38100" dir="2700000" algn="tl">
                              <a:srgbClr val="C0C0C0"/>
                            </a:outerShdw>
                          </a:effectLst>
                          <a:latin typeface="Comic Sans MS" pitchFamily="66" charset="0"/>
                        </a:rPr>
                        <a:t>    </a:t>
                      </a:r>
                      <a:r>
                        <a:rPr kumimoji="0" lang="en-GB" sz="3200" b="1" i="0" u="none" strike="noStrike" cap="none" normalizeH="0" baseline="0">
                          <a:ln>
                            <a:noFill/>
                          </a:ln>
                          <a:solidFill>
                            <a:srgbClr val="FF0000"/>
                          </a:solidFill>
                          <a:effectLst>
                            <a:outerShdw blurRad="38100" dist="38100" dir="2700000" algn="tl">
                              <a:srgbClr val="C0C0C0"/>
                            </a:outerShdw>
                          </a:effectLst>
                          <a:latin typeface="Comic Sans MS" pitchFamily="66" charset="0"/>
                        </a:rPr>
                        <a:t>12</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0" i="0" u="none" strike="noStrike" cap="none" normalizeH="0" baseline="0">
                          <a:ln>
                            <a:noFill/>
                          </a:ln>
                          <a:solidFill>
                            <a:schemeClr val="tx1"/>
                          </a:solidFill>
                          <a:effectLst>
                            <a:outerShdw blurRad="38100" dist="38100" dir="2700000" algn="tl">
                              <a:srgbClr val="C0C0C0"/>
                            </a:outerShdw>
                          </a:effectLst>
                          <a:latin typeface="Comic Sans MS" pitchFamily="66" charset="0"/>
                        </a:rPr>
                        <a:t>5 x 2 + 7</a:t>
                      </a:r>
                      <a:endParaRPr kumimoji="0" lang="en-US" sz="3200" b="0" i="0" u="none" strike="noStrike" cap="none" normalizeH="0" baseline="0">
                        <a:ln>
                          <a:noFill/>
                        </a:ln>
                        <a:solidFill>
                          <a:schemeClr val="tx1"/>
                        </a:solidFill>
                        <a:effectLst>
                          <a:outerShdw blurRad="38100" dist="38100" dir="2700000" algn="tl">
                            <a:srgbClr val="C0C0C0"/>
                          </a:outerShdw>
                        </a:effectLst>
                        <a:latin typeface="Comic Sans MS" pitchFamily="66" charset="0"/>
                      </a:endParaRPr>
                    </a:p>
                  </a:txBody>
                  <a:tcPr marL="90000" marR="90000" marT="46800" marB="46800"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144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1" i="0" u="none" strike="noStrike" cap="none" normalizeH="0" baseline="0">
                          <a:ln>
                            <a:noFill/>
                          </a:ln>
                          <a:solidFill>
                            <a:srgbClr val="0000FF"/>
                          </a:solidFill>
                          <a:effectLst>
                            <a:outerShdw blurRad="38100" dist="38100" dir="2700000" algn="tl">
                              <a:srgbClr val="C0C0C0"/>
                            </a:outerShdw>
                          </a:effectLst>
                          <a:latin typeface="Comic Sans MS" pitchFamily="66" charset="0"/>
                        </a:rPr>
                        <a:t>R</a:t>
                      </a:r>
                      <a:r>
                        <a:rPr kumimoji="0" lang="en-GB" sz="3200" b="1" i="0" u="none" strike="noStrike" cap="none" normalizeH="0" baseline="0">
                          <a:ln>
                            <a:noFill/>
                          </a:ln>
                          <a:solidFill>
                            <a:schemeClr val="tx1"/>
                          </a:solidFill>
                          <a:effectLst>
                            <a:outerShdw blurRad="38100" dist="38100" dir="2700000" algn="tl">
                              <a:srgbClr val="C0C0C0"/>
                            </a:outerShdw>
                          </a:effectLst>
                          <a:latin typeface="Comic Sans MS" pitchFamily="66" charset="0"/>
                        </a:rPr>
                        <a:t>        </a:t>
                      </a:r>
                      <a:r>
                        <a:rPr kumimoji="0" lang="en-GB" sz="3200" b="1" i="0" u="none" strike="noStrike" cap="none" normalizeH="0" baseline="0">
                          <a:ln>
                            <a:noFill/>
                          </a:ln>
                          <a:solidFill>
                            <a:srgbClr val="FF0000"/>
                          </a:solidFill>
                          <a:effectLst>
                            <a:outerShdw blurRad="38100" dist="38100" dir="2700000" algn="tl">
                              <a:srgbClr val="C0C0C0"/>
                            </a:outerShdw>
                          </a:effectLst>
                          <a:latin typeface="Comic Sans MS" pitchFamily="66" charset="0"/>
                        </a:rPr>
                        <a:t>7</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0" i="0" u="none" strike="noStrike" cap="none" normalizeH="0" baseline="0">
                          <a:ln>
                            <a:noFill/>
                          </a:ln>
                          <a:solidFill>
                            <a:schemeClr val="tx1"/>
                          </a:solidFill>
                          <a:effectLst>
                            <a:outerShdw blurRad="38100" dist="38100" dir="2700000" algn="tl">
                              <a:srgbClr val="C0C0C0"/>
                            </a:outerShdw>
                          </a:effectLst>
                          <a:latin typeface="Comic Sans MS" pitchFamily="66" charset="0"/>
                        </a:rPr>
                        <a:t>37 – 4 x 8</a:t>
                      </a:r>
                      <a:endParaRPr kumimoji="0" lang="en-US" sz="3200" b="0" i="0" u="none" strike="noStrike" cap="none" normalizeH="0" baseline="0">
                        <a:ln>
                          <a:noFill/>
                        </a:ln>
                        <a:solidFill>
                          <a:schemeClr val="tx1"/>
                        </a:solidFill>
                        <a:effectLst>
                          <a:outerShdw blurRad="38100" dist="38100" dir="2700000" algn="tl">
                            <a:srgbClr val="C0C0C0"/>
                          </a:outerShdw>
                        </a:effectLst>
                        <a:latin typeface="Comic Sans MS" pitchFamily="66" charset="0"/>
                      </a:endParaRPr>
                    </a:p>
                  </a:txBody>
                  <a:tcPr marL="90000" marR="90000" marT="46800" marB="46800"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1" i="0" u="none" strike="noStrike" cap="none" normalizeH="0" baseline="0">
                          <a:ln>
                            <a:noFill/>
                          </a:ln>
                          <a:solidFill>
                            <a:srgbClr val="0000FF"/>
                          </a:solidFill>
                          <a:effectLst>
                            <a:outerShdw blurRad="38100" dist="38100" dir="2700000" algn="tl">
                              <a:srgbClr val="C0C0C0"/>
                            </a:outerShdw>
                          </a:effectLst>
                          <a:latin typeface="Comic Sans MS" pitchFamily="66" charset="0"/>
                        </a:rPr>
                        <a:t>D</a:t>
                      </a:r>
                      <a:r>
                        <a:rPr kumimoji="0" lang="en-GB" sz="3200" b="1" i="0" u="none" strike="noStrike" cap="none" normalizeH="0" baseline="0">
                          <a:ln>
                            <a:noFill/>
                          </a:ln>
                          <a:solidFill>
                            <a:schemeClr val="tx1"/>
                          </a:solidFill>
                          <a:effectLst>
                            <a:outerShdw blurRad="38100" dist="38100" dir="2700000" algn="tl">
                              <a:srgbClr val="C0C0C0"/>
                            </a:outerShdw>
                          </a:effectLst>
                          <a:latin typeface="Comic Sans MS" pitchFamily="66" charset="0"/>
                        </a:rPr>
                        <a:t>      </a:t>
                      </a:r>
                      <a:r>
                        <a:rPr kumimoji="0" lang="en-GB" sz="3200" b="1" i="0" u="none" strike="noStrike" cap="none" normalizeH="0" baseline="0">
                          <a:ln>
                            <a:noFill/>
                          </a:ln>
                          <a:solidFill>
                            <a:srgbClr val="FF0000"/>
                          </a:solidFill>
                          <a:effectLst>
                            <a:outerShdw blurRad="38100" dist="38100" dir="2700000" algn="tl">
                              <a:srgbClr val="C0C0C0"/>
                            </a:outerShdw>
                          </a:effectLst>
                          <a:latin typeface="Comic Sans MS" pitchFamily="66" charset="0"/>
                        </a:rPr>
                        <a:t>26</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0" i="0" u="none" strike="noStrike" cap="none" normalizeH="0" baseline="0">
                          <a:ln>
                            <a:noFill/>
                          </a:ln>
                          <a:solidFill>
                            <a:schemeClr val="tx1"/>
                          </a:solidFill>
                          <a:effectLst>
                            <a:outerShdw blurRad="38100" dist="38100" dir="2700000" algn="tl">
                              <a:srgbClr val="C0C0C0"/>
                            </a:outerShdw>
                          </a:effectLst>
                          <a:latin typeface="Comic Sans MS" pitchFamily="66" charset="0"/>
                        </a:rPr>
                        <a:t>(5 – 2) x 5</a:t>
                      </a:r>
                      <a:endParaRPr kumimoji="0" lang="en-US" sz="3200" b="0" i="0" u="none" strike="noStrike" cap="none" normalizeH="0" baseline="0">
                        <a:ln>
                          <a:noFill/>
                        </a:ln>
                        <a:solidFill>
                          <a:schemeClr val="tx1"/>
                        </a:solidFill>
                        <a:effectLst>
                          <a:outerShdw blurRad="38100" dist="38100" dir="2700000" algn="tl">
                            <a:srgbClr val="C0C0C0"/>
                          </a:outerShdw>
                        </a:effectLst>
                        <a:latin typeface="Comic Sans MS" pitchFamily="66"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1" i="0" u="none" strike="noStrike" cap="none" normalizeH="0" baseline="0">
                          <a:ln>
                            <a:noFill/>
                          </a:ln>
                          <a:solidFill>
                            <a:srgbClr val="0000FF"/>
                          </a:solidFill>
                          <a:effectLst>
                            <a:outerShdw blurRad="38100" dist="38100" dir="2700000" algn="tl">
                              <a:srgbClr val="C0C0C0"/>
                            </a:outerShdw>
                          </a:effectLst>
                          <a:latin typeface="Comic Sans MS" pitchFamily="66" charset="0"/>
                        </a:rPr>
                        <a:t>E</a:t>
                      </a:r>
                      <a:r>
                        <a:rPr kumimoji="0" lang="en-GB" sz="3200" b="1" i="0" u="none" strike="noStrike" cap="none" normalizeH="0" baseline="0">
                          <a:ln>
                            <a:noFill/>
                          </a:ln>
                          <a:solidFill>
                            <a:schemeClr val="tx1"/>
                          </a:solidFill>
                          <a:effectLst>
                            <a:outerShdw blurRad="38100" dist="38100" dir="2700000" algn="tl">
                              <a:srgbClr val="C0C0C0"/>
                            </a:outerShdw>
                          </a:effectLst>
                          <a:latin typeface="Comic Sans MS" pitchFamily="66" charset="0"/>
                        </a:rPr>
                        <a:t>       </a:t>
                      </a:r>
                      <a:r>
                        <a:rPr kumimoji="0" lang="en-GB" sz="3200" b="1" i="0" u="none" strike="noStrike" cap="none" normalizeH="0" baseline="0">
                          <a:ln>
                            <a:noFill/>
                          </a:ln>
                          <a:solidFill>
                            <a:srgbClr val="FF0000"/>
                          </a:solidFill>
                          <a:effectLst>
                            <a:outerShdw blurRad="38100" dist="38100" dir="2700000" algn="tl">
                              <a:srgbClr val="C0C0C0"/>
                            </a:outerShdw>
                          </a:effectLst>
                          <a:latin typeface="Comic Sans MS" pitchFamily="66" charset="0"/>
                        </a:rPr>
                        <a:t>18</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0" i="0" u="none" strike="noStrike" cap="none" normalizeH="0" baseline="0">
                          <a:ln>
                            <a:noFill/>
                          </a:ln>
                          <a:solidFill>
                            <a:schemeClr val="tx1"/>
                          </a:solidFill>
                          <a:effectLst>
                            <a:outerShdw blurRad="38100" dist="38100" dir="2700000" algn="tl">
                              <a:srgbClr val="C0C0C0"/>
                            </a:outerShdw>
                          </a:effectLst>
                          <a:latin typeface="Comic Sans MS" pitchFamily="66" charset="0"/>
                        </a:rPr>
                        <a:t>6 x (9 – 7)</a:t>
                      </a:r>
                      <a:endParaRPr kumimoji="0" lang="en-US" sz="3200" b="0" i="0" u="none" strike="noStrike" cap="none" normalizeH="0" baseline="0">
                        <a:ln>
                          <a:noFill/>
                        </a:ln>
                        <a:solidFill>
                          <a:schemeClr val="tx1"/>
                        </a:solidFill>
                        <a:effectLst>
                          <a:outerShdw blurRad="38100" dist="38100" dir="2700000" algn="tl">
                            <a:srgbClr val="C0C0C0"/>
                          </a:outerShdw>
                        </a:effectLst>
                        <a:latin typeface="Comic Sans MS" pitchFamily="66"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1" i="0" u="none" strike="noStrike" cap="none" normalizeH="0" baseline="0">
                          <a:ln>
                            <a:noFill/>
                          </a:ln>
                          <a:solidFill>
                            <a:srgbClr val="0000FF"/>
                          </a:solidFill>
                          <a:effectLst>
                            <a:outerShdw blurRad="38100" dist="38100" dir="2700000" algn="tl">
                              <a:srgbClr val="C0C0C0"/>
                            </a:outerShdw>
                          </a:effectLst>
                          <a:latin typeface="Comic Sans MS" pitchFamily="66" charset="0"/>
                        </a:rPr>
                        <a:t>R</a:t>
                      </a:r>
                      <a:r>
                        <a:rPr kumimoji="0" lang="en-GB" sz="3200" b="1" i="0" u="none" strike="noStrike" cap="none" normalizeH="0" baseline="0">
                          <a:ln>
                            <a:noFill/>
                          </a:ln>
                          <a:solidFill>
                            <a:schemeClr val="tx1"/>
                          </a:solidFill>
                          <a:effectLst>
                            <a:outerShdw blurRad="38100" dist="38100" dir="2700000" algn="tl">
                              <a:srgbClr val="C0C0C0"/>
                            </a:outerShdw>
                          </a:effectLst>
                          <a:latin typeface="Comic Sans MS" pitchFamily="66" charset="0"/>
                        </a:rPr>
                        <a:t>       </a:t>
                      </a:r>
                      <a:r>
                        <a:rPr kumimoji="0" lang="en-GB" sz="3200" b="1" i="0" u="none" strike="noStrike" cap="none" normalizeH="0" baseline="0">
                          <a:ln>
                            <a:noFill/>
                          </a:ln>
                          <a:solidFill>
                            <a:srgbClr val="FF0000"/>
                          </a:solidFill>
                          <a:effectLst>
                            <a:outerShdw blurRad="38100" dist="38100" dir="2700000" algn="tl">
                              <a:srgbClr val="C0C0C0"/>
                            </a:outerShdw>
                          </a:effectLst>
                          <a:latin typeface="Comic Sans MS" pitchFamily="66" charset="0"/>
                        </a:rPr>
                        <a:t>60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0" i="0" u="none" strike="noStrike" cap="none" normalizeH="0" baseline="0">
                          <a:ln>
                            <a:noFill/>
                          </a:ln>
                          <a:solidFill>
                            <a:schemeClr val="tx1"/>
                          </a:solidFill>
                          <a:effectLst>
                            <a:outerShdw blurRad="38100" dist="38100" dir="2700000" algn="tl">
                              <a:srgbClr val="C0C0C0"/>
                            </a:outerShdw>
                          </a:effectLst>
                          <a:latin typeface="Comic Sans MS" pitchFamily="66" charset="0"/>
                        </a:rPr>
                        <a:t>7 x 8 - 9</a:t>
                      </a:r>
                      <a:endParaRPr kumimoji="0" lang="en-US" sz="3200" b="0" i="0" u="none" strike="noStrike" cap="none" normalizeH="0" baseline="0">
                        <a:ln>
                          <a:noFill/>
                        </a:ln>
                        <a:solidFill>
                          <a:schemeClr val="tx1"/>
                        </a:solidFill>
                        <a:effectLst>
                          <a:outerShdw blurRad="38100" dist="38100" dir="2700000" algn="tl">
                            <a:srgbClr val="C0C0C0"/>
                          </a:outerShdw>
                        </a:effectLst>
                        <a:latin typeface="Comic Sans MS" pitchFamily="66" charset="0"/>
                      </a:endParaRPr>
                    </a:p>
                  </a:txBody>
                  <a:tcPr marL="90000" marR="90000" marT="46800" marB="46800"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312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1" i="0" u="none" strike="noStrike" cap="none" normalizeH="0" baseline="0">
                          <a:ln>
                            <a:noFill/>
                          </a:ln>
                          <a:solidFill>
                            <a:srgbClr val="0000FF"/>
                          </a:solidFill>
                          <a:effectLst>
                            <a:outerShdw blurRad="38100" dist="38100" dir="2700000" algn="tl">
                              <a:srgbClr val="C0C0C0"/>
                            </a:outerShdw>
                          </a:effectLst>
                          <a:latin typeface="Comic Sans MS" pitchFamily="66" charset="0"/>
                        </a:rPr>
                        <a:t>H</a:t>
                      </a:r>
                      <a:r>
                        <a:rPr kumimoji="0" lang="en-GB" sz="3200" b="1" i="0" u="none" strike="noStrike" cap="none" normalizeH="0" baseline="0">
                          <a:ln>
                            <a:noFill/>
                          </a:ln>
                          <a:solidFill>
                            <a:schemeClr val="tx1"/>
                          </a:solidFill>
                          <a:effectLst>
                            <a:outerShdw blurRad="38100" dist="38100" dir="2700000" algn="tl">
                              <a:srgbClr val="C0C0C0"/>
                            </a:outerShdw>
                          </a:effectLst>
                          <a:latin typeface="Comic Sans MS" pitchFamily="66" charset="0"/>
                        </a:rPr>
                        <a:t>        </a:t>
                      </a:r>
                      <a:r>
                        <a:rPr kumimoji="0" lang="en-GB" sz="3200" b="1" i="0" u="none" strike="noStrike" cap="none" normalizeH="0" baseline="0">
                          <a:ln>
                            <a:noFill/>
                          </a:ln>
                          <a:solidFill>
                            <a:srgbClr val="FF0000"/>
                          </a:solidFill>
                          <a:effectLst>
                            <a:outerShdw blurRad="38100" dist="38100" dir="2700000" algn="tl">
                              <a:srgbClr val="C0C0C0"/>
                            </a:outerShdw>
                          </a:effectLst>
                          <a:latin typeface="Comic Sans MS" pitchFamily="66" charset="0"/>
                        </a:rPr>
                        <a:t>2</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0" i="0" u="none" strike="noStrike" cap="none" normalizeH="0" baseline="0">
                          <a:ln>
                            <a:noFill/>
                          </a:ln>
                          <a:solidFill>
                            <a:schemeClr val="tx1"/>
                          </a:solidFill>
                          <a:effectLst>
                            <a:outerShdw blurRad="38100" dist="38100" dir="2700000" algn="tl">
                              <a:srgbClr val="C0C0C0"/>
                            </a:outerShdw>
                          </a:effectLst>
                          <a:latin typeface="Comic Sans MS" pitchFamily="66" charset="0"/>
                        </a:rPr>
                        <a:t>2 x (4 + 5)</a:t>
                      </a:r>
                      <a:endParaRPr kumimoji="0" lang="en-US" sz="3200" b="0" i="0" u="none" strike="noStrike" cap="none" normalizeH="0" baseline="0">
                        <a:ln>
                          <a:noFill/>
                        </a:ln>
                        <a:solidFill>
                          <a:schemeClr val="tx1"/>
                        </a:solidFill>
                        <a:effectLst>
                          <a:outerShdw blurRad="38100" dist="38100" dir="2700000" algn="tl">
                            <a:srgbClr val="C0C0C0"/>
                          </a:outerShdw>
                        </a:effectLst>
                        <a:latin typeface="Comic Sans MS" pitchFamily="66" charset="0"/>
                      </a:endParaRPr>
                    </a:p>
                  </a:txBody>
                  <a:tcPr marL="90000" marR="90000" marT="46800" marB="46800"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1" i="0" u="none" strike="noStrike" cap="none" normalizeH="0" baseline="0">
                          <a:ln>
                            <a:noFill/>
                          </a:ln>
                          <a:solidFill>
                            <a:srgbClr val="0000FF"/>
                          </a:solidFill>
                          <a:effectLst>
                            <a:outerShdw blurRad="38100" dist="38100" dir="2700000" algn="tl">
                              <a:srgbClr val="C0C0C0"/>
                            </a:outerShdw>
                          </a:effectLst>
                          <a:latin typeface="Comic Sans MS" pitchFamily="66" charset="0"/>
                        </a:rPr>
                        <a:t>T</a:t>
                      </a:r>
                      <a:r>
                        <a:rPr kumimoji="0" lang="en-GB" sz="3200" b="1" i="0" u="none" strike="noStrike" cap="none" normalizeH="0" baseline="0">
                          <a:ln>
                            <a:noFill/>
                          </a:ln>
                          <a:solidFill>
                            <a:schemeClr val="tx1"/>
                          </a:solidFill>
                          <a:effectLst>
                            <a:outerShdw blurRad="38100" dist="38100" dir="2700000" algn="tl">
                              <a:srgbClr val="C0C0C0"/>
                            </a:outerShdw>
                          </a:effectLst>
                          <a:latin typeface="Comic Sans MS" pitchFamily="66" charset="0"/>
                        </a:rPr>
                        <a:t>        </a:t>
                      </a:r>
                      <a:r>
                        <a:rPr kumimoji="0" lang="en-GB" sz="3200" b="1" i="0" u="none" strike="noStrike" cap="none" normalizeH="0" baseline="0">
                          <a:ln>
                            <a:noFill/>
                          </a:ln>
                          <a:solidFill>
                            <a:srgbClr val="FF0000"/>
                          </a:solidFill>
                          <a:effectLst>
                            <a:outerShdw blurRad="38100" dist="38100" dir="2700000" algn="tl">
                              <a:srgbClr val="C0C0C0"/>
                            </a:outerShdw>
                          </a:effectLst>
                          <a:latin typeface="Comic Sans MS" pitchFamily="66" charset="0"/>
                        </a:rPr>
                        <a:t>6</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0" i="0" u="none" strike="noStrike" cap="none" normalizeH="0" baseline="0">
                          <a:ln>
                            <a:noFill/>
                          </a:ln>
                          <a:solidFill>
                            <a:schemeClr val="tx1"/>
                          </a:solidFill>
                          <a:effectLst>
                            <a:outerShdw blurRad="38100" dist="38100" dir="2700000" algn="tl">
                              <a:srgbClr val="C0C0C0"/>
                            </a:outerShdw>
                          </a:effectLst>
                          <a:latin typeface="Comic Sans MS" pitchFamily="66" charset="0"/>
                        </a:rPr>
                        <a:t>64</a:t>
                      </a:r>
                      <a:r>
                        <a:rPr kumimoji="0" lang="en-US" sz="3200" b="0" i="0" u="none" strike="noStrike" cap="none" normalizeH="0" baseline="0">
                          <a:ln>
                            <a:noFill/>
                          </a:ln>
                          <a:solidFill>
                            <a:schemeClr val="tx1"/>
                          </a:solidFill>
                          <a:effectLst>
                            <a:outerShdw blurRad="38100" dist="38100" dir="2700000" algn="tl">
                              <a:srgbClr val="C0C0C0"/>
                            </a:outerShdw>
                          </a:effectLst>
                          <a:latin typeface="Comic Sans MS" pitchFamily="66" charset="0"/>
                        </a:rPr>
                        <a:t>÷(5 + 3)</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1" i="0" u="none" strike="noStrike" cap="none" normalizeH="0" baseline="0">
                          <a:ln>
                            <a:noFill/>
                          </a:ln>
                          <a:solidFill>
                            <a:srgbClr val="0000FF"/>
                          </a:solidFill>
                          <a:effectLst>
                            <a:outerShdw blurRad="38100" dist="38100" dir="2700000" algn="tl">
                              <a:srgbClr val="C0C0C0"/>
                            </a:outerShdw>
                          </a:effectLst>
                          <a:latin typeface="Comic Sans MS" pitchFamily="66" charset="0"/>
                        </a:rPr>
                        <a:t>S</a:t>
                      </a:r>
                      <a:r>
                        <a:rPr kumimoji="0" lang="en-GB" sz="3200" b="1" i="0" u="none" strike="noStrike" cap="none" normalizeH="0" baseline="0">
                          <a:ln>
                            <a:noFill/>
                          </a:ln>
                          <a:solidFill>
                            <a:schemeClr val="tx1"/>
                          </a:solidFill>
                          <a:effectLst>
                            <a:outerShdw blurRad="38100" dist="38100" dir="2700000" algn="tl">
                              <a:srgbClr val="C0C0C0"/>
                            </a:outerShdw>
                          </a:effectLst>
                          <a:latin typeface="Comic Sans MS" pitchFamily="66" charset="0"/>
                        </a:rPr>
                        <a:t>      </a:t>
                      </a:r>
                      <a:r>
                        <a:rPr kumimoji="0" lang="en-GB" sz="3200" b="1" i="0" u="none" strike="noStrike" cap="none" normalizeH="0" baseline="0">
                          <a:ln>
                            <a:noFill/>
                          </a:ln>
                          <a:solidFill>
                            <a:srgbClr val="FF0000"/>
                          </a:solidFill>
                          <a:effectLst>
                            <a:outerShdw blurRad="38100" dist="38100" dir="2700000" algn="tl">
                              <a:srgbClr val="C0C0C0"/>
                            </a:outerShdw>
                          </a:effectLst>
                          <a:latin typeface="Comic Sans MS" pitchFamily="66" charset="0"/>
                        </a:rPr>
                        <a:t>47</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0" i="0" u="none" strike="noStrike" cap="none" normalizeH="0" baseline="0">
                          <a:ln>
                            <a:noFill/>
                          </a:ln>
                          <a:solidFill>
                            <a:schemeClr val="tx1"/>
                          </a:solidFill>
                          <a:effectLst>
                            <a:outerShdw blurRad="38100" dist="38100" dir="2700000" algn="tl">
                              <a:srgbClr val="C0C0C0"/>
                            </a:outerShdw>
                          </a:effectLst>
                          <a:latin typeface="Comic Sans MS" pitchFamily="66" charset="0"/>
                        </a:rPr>
                        <a:t>9 x (5 – 2)</a:t>
                      </a:r>
                      <a:endParaRPr kumimoji="0" lang="en-US" sz="3200" b="0" i="0" u="none" strike="noStrike" cap="none" normalizeH="0" baseline="0">
                        <a:ln>
                          <a:noFill/>
                        </a:ln>
                        <a:solidFill>
                          <a:schemeClr val="tx1"/>
                        </a:solidFill>
                        <a:effectLst>
                          <a:outerShdw blurRad="38100" dist="38100" dir="2700000" algn="tl">
                            <a:srgbClr val="C0C0C0"/>
                          </a:outerShdw>
                        </a:effectLst>
                        <a:latin typeface="Comic Sans MS" pitchFamily="66"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1" i="0" u="none" strike="noStrike" cap="none" normalizeH="0" baseline="0">
                          <a:ln>
                            <a:noFill/>
                          </a:ln>
                          <a:solidFill>
                            <a:srgbClr val="0000FF"/>
                          </a:solidFill>
                          <a:effectLst>
                            <a:outerShdw blurRad="38100" dist="38100" dir="2700000" algn="tl">
                              <a:srgbClr val="C0C0C0"/>
                            </a:outerShdw>
                          </a:effectLst>
                          <a:latin typeface="Comic Sans MS" pitchFamily="66" charset="0"/>
                        </a:rPr>
                        <a:t>M</a:t>
                      </a:r>
                      <a:r>
                        <a:rPr kumimoji="0" lang="en-GB" sz="3200" b="1" i="0" u="none" strike="noStrike" cap="none" normalizeH="0" baseline="0">
                          <a:ln>
                            <a:noFill/>
                          </a:ln>
                          <a:solidFill>
                            <a:schemeClr val="tx1"/>
                          </a:solidFill>
                          <a:effectLst>
                            <a:outerShdw blurRad="38100" dist="38100" dir="2700000" algn="tl">
                              <a:srgbClr val="C0C0C0"/>
                            </a:outerShdw>
                          </a:effectLst>
                          <a:latin typeface="Comic Sans MS" pitchFamily="66" charset="0"/>
                        </a:rPr>
                        <a:t>       </a:t>
                      </a:r>
                      <a:r>
                        <a:rPr kumimoji="0" lang="en-GB" sz="3200" b="1" i="0" u="none" strike="noStrike" cap="none" normalizeH="0" baseline="0">
                          <a:ln>
                            <a:noFill/>
                          </a:ln>
                          <a:solidFill>
                            <a:srgbClr val="FF0000"/>
                          </a:solidFill>
                          <a:effectLst>
                            <a:outerShdw blurRad="38100" dist="38100" dir="2700000" algn="tl">
                              <a:srgbClr val="C0C0C0"/>
                            </a:outerShdw>
                          </a:effectLst>
                          <a:latin typeface="Comic Sans MS" pitchFamily="66" charset="0"/>
                        </a:rPr>
                        <a:t>5</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0" i="0" u="none" strike="noStrike" cap="none" normalizeH="0" baseline="0">
                          <a:ln>
                            <a:noFill/>
                          </a:ln>
                          <a:solidFill>
                            <a:schemeClr val="tx1"/>
                          </a:solidFill>
                          <a:effectLst>
                            <a:outerShdw blurRad="38100" dist="38100" dir="2700000" algn="tl">
                              <a:srgbClr val="C0C0C0"/>
                            </a:outerShdw>
                          </a:effectLst>
                          <a:latin typeface="Comic Sans MS" pitchFamily="66" charset="0"/>
                        </a:rPr>
                        <a:t>(4 + 5) x 8</a:t>
                      </a:r>
                      <a:endParaRPr kumimoji="0" lang="en-US" sz="3200" b="0" i="0" u="none" strike="noStrike" cap="none" normalizeH="0" baseline="0">
                        <a:ln>
                          <a:noFill/>
                        </a:ln>
                        <a:solidFill>
                          <a:schemeClr val="tx1"/>
                        </a:solidFill>
                        <a:effectLst>
                          <a:outerShdw blurRad="38100" dist="38100" dir="2700000" algn="tl">
                            <a:srgbClr val="C0C0C0"/>
                          </a:outerShdw>
                        </a:effectLst>
                        <a:latin typeface="Comic Sans MS" pitchFamily="66" charset="0"/>
                      </a:endParaRPr>
                    </a:p>
                  </a:txBody>
                  <a:tcPr marL="90000" marR="90000" marT="46800" marB="46800"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3144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1" i="0" u="none" strike="noStrike" cap="none" normalizeH="0" baseline="0">
                          <a:ln>
                            <a:noFill/>
                          </a:ln>
                          <a:solidFill>
                            <a:srgbClr val="0000FF"/>
                          </a:solidFill>
                          <a:effectLst>
                            <a:outerShdw blurRad="38100" dist="38100" dir="2700000" algn="tl">
                              <a:srgbClr val="C0C0C0"/>
                            </a:outerShdw>
                          </a:effectLst>
                          <a:latin typeface="Comic Sans MS" pitchFamily="66" charset="0"/>
                        </a:rPr>
                        <a:t>A</a:t>
                      </a:r>
                      <a:r>
                        <a:rPr kumimoji="0" lang="en-GB" sz="3200" b="1" i="0" u="none" strike="noStrike" cap="none" normalizeH="0" baseline="0">
                          <a:ln>
                            <a:noFill/>
                          </a:ln>
                          <a:solidFill>
                            <a:schemeClr val="tx1"/>
                          </a:solidFill>
                          <a:effectLst>
                            <a:outerShdw blurRad="38100" dist="38100" dir="2700000" algn="tl">
                              <a:srgbClr val="C0C0C0"/>
                            </a:outerShdw>
                          </a:effectLst>
                          <a:latin typeface="Comic Sans MS" pitchFamily="66" charset="0"/>
                        </a:rPr>
                        <a:t>      </a:t>
                      </a:r>
                      <a:r>
                        <a:rPr kumimoji="0" lang="en-GB" sz="3200" b="1" i="0" u="none" strike="noStrike" cap="none" normalizeH="0" baseline="0">
                          <a:ln>
                            <a:noFill/>
                          </a:ln>
                          <a:solidFill>
                            <a:srgbClr val="FF0000"/>
                          </a:solidFill>
                          <a:effectLst>
                            <a:outerShdw blurRad="38100" dist="38100" dir="2700000" algn="tl">
                              <a:srgbClr val="C0C0C0"/>
                            </a:outerShdw>
                          </a:effectLst>
                          <a:latin typeface="Comic Sans MS" pitchFamily="66" charset="0"/>
                        </a:rPr>
                        <a:t>72</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0" i="0" u="none" strike="noStrike" cap="none" normalizeH="0" baseline="0">
                          <a:ln>
                            <a:noFill/>
                          </a:ln>
                          <a:solidFill>
                            <a:schemeClr val="tx1"/>
                          </a:solidFill>
                          <a:effectLst>
                            <a:outerShdw blurRad="38100" dist="38100" dir="2700000" algn="tl">
                              <a:srgbClr val="C0C0C0"/>
                            </a:outerShdw>
                          </a:effectLst>
                          <a:latin typeface="Comic Sans MS" pitchFamily="66" charset="0"/>
                        </a:rPr>
                        <a:t>48 </a:t>
                      </a:r>
                      <a:r>
                        <a:rPr kumimoji="0" lang="en-US" sz="3200" b="0" i="0" u="none" strike="noStrike" cap="none" normalizeH="0" baseline="0">
                          <a:ln>
                            <a:noFill/>
                          </a:ln>
                          <a:solidFill>
                            <a:schemeClr val="tx1"/>
                          </a:solidFill>
                          <a:effectLst>
                            <a:outerShdw blurRad="38100" dist="38100" dir="2700000" algn="tl">
                              <a:srgbClr val="C0C0C0"/>
                            </a:outerShdw>
                          </a:effectLst>
                          <a:latin typeface="Comic Sans MS" pitchFamily="66" charset="0"/>
                        </a:rPr>
                        <a:t>÷ (6+2)</a:t>
                      </a:r>
                    </a:p>
                  </a:txBody>
                  <a:tcPr marL="90000" marR="90000" marT="46800" marB="46800"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1" i="0" u="none" strike="noStrike" cap="none" normalizeH="0" baseline="0">
                          <a:ln>
                            <a:noFill/>
                          </a:ln>
                          <a:solidFill>
                            <a:srgbClr val="0000FF"/>
                          </a:solidFill>
                          <a:effectLst>
                            <a:outerShdw blurRad="38100" dist="38100" dir="2700000" algn="tl">
                              <a:srgbClr val="C0C0C0"/>
                            </a:outerShdw>
                          </a:effectLst>
                          <a:latin typeface="Comic Sans MS" pitchFamily="66" charset="0"/>
                        </a:rPr>
                        <a:t>E</a:t>
                      </a:r>
                      <a:r>
                        <a:rPr kumimoji="0" lang="en-GB" sz="3200" b="1" i="0" u="none" strike="noStrike" cap="none" normalizeH="0" baseline="0">
                          <a:ln>
                            <a:noFill/>
                          </a:ln>
                          <a:solidFill>
                            <a:schemeClr val="tx1"/>
                          </a:solidFill>
                          <a:effectLst>
                            <a:outerShdw blurRad="38100" dist="38100" dir="2700000" algn="tl">
                              <a:srgbClr val="C0C0C0"/>
                            </a:outerShdw>
                          </a:effectLst>
                          <a:latin typeface="Comic Sans MS" pitchFamily="66" charset="0"/>
                        </a:rPr>
                        <a:t>       </a:t>
                      </a:r>
                      <a:r>
                        <a:rPr kumimoji="0" lang="en-GB" sz="3200" b="1" i="0" u="none" strike="noStrike" cap="none" normalizeH="0" baseline="0">
                          <a:ln>
                            <a:noFill/>
                          </a:ln>
                          <a:solidFill>
                            <a:srgbClr val="FF0000"/>
                          </a:solidFill>
                          <a:effectLst>
                            <a:outerShdw blurRad="38100" dist="38100" dir="2700000" algn="tl">
                              <a:srgbClr val="C0C0C0"/>
                            </a:outerShdw>
                          </a:effectLst>
                          <a:latin typeface="Comic Sans MS" pitchFamily="66" charset="0"/>
                        </a:rPr>
                        <a:t>89</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0" i="0" u="none" strike="noStrike" cap="none" normalizeH="0" baseline="0">
                          <a:ln>
                            <a:noFill/>
                          </a:ln>
                          <a:solidFill>
                            <a:schemeClr val="tx1"/>
                          </a:solidFill>
                          <a:effectLst>
                            <a:outerShdw blurRad="38100" dist="38100" dir="2700000" algn="tl">
                              <a:srgbClr val="C0C0C0"/>
                            </a:outerShdw>
                          </a:effectLst>
                          <a:latin typeface="Comic Sans MS" pitchFamily="66" charset="0"/>
                        </a:rPr>
                        <a:t>4x(3+2)x3</a:t>
                      </a:r>
                      <a:endParaRPr kumimoji="0" lang="en-US" sz="3200" b="0" i="0" u="none" strike="noStrike" cap="none" normalizeH="0" baseline="0">
                        <a:ln>
                          <a:noFill/>
                        </a:ln>
                        <a:solidFill>
                          <a:schemeClr val="tx1"/>
                        </a:solidFill>
                        <a:effectLst>
                          <a:outerShdw blurRad="38100" dist="38100" dir="2700000" algn="tl">
                            <a:srgbClr val="C0C0C0"/>
                          </a:outerShdw>
                        </a:effectLst>
                        <a:latin typeface="Comic Sans MS" pitchFamily="66"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1" i="0" u="none" strike="noStrike" cap="none" normalizeH="0" baseline="0">
                          <a:ln>
                            <a:noFill/>
                          </a:ln>
                          <a:solidFill>
                            <a:srgbClr val="0000FF"/>
                          </a:solidFill>
                          <a:effectLst>
                            <a:outerShdw blurRad="38100" dist="38100" dir="2700000" algn="tl">
                              <a:srgbClr val="C0C0C0"/>
                            </a:outerShdw>
                          </a:effectLst>
                          <a:latin typeface="Comic Sans MS" pitchFamily="66" charset="0"/>
                        </a:rPr>
                        <a:t>R</a:t>
                      </a:r>
                      <a:r>
                        <a:rPr kumimoji="0" lang="en-GB" sz="3200" b="1" i="0" u="none" strike="noStrike" cap="none" normalizeH="0" baseline="0">
                          <a:ln>
                            <a:noFill/>
                          </a:ln>
                          <a:solidFill>
                            <a:schemeClr val="tx1"/>
                          </a:solidFill>
                          <a:effectLst>
                            <a:outerShdw blurRad="38100" dist="38100" dir="2700000" algn="tl">
                              <a:srgbClr val="C0C0C0"/>
                            </a:outerShdw>
                          </a:effectLst>
                          <a:latin typeface="Comic Sans MS" pitchFamily="66" charset="0"/>
                        </a:rPr>
                        <a:t>       </a:t>
                      </a:r>
                      <a:r>
                        <a:rPr kumimoji="0" lang="en-GB" sz="3200" b="1" i="0" u="none" strike="noStrike" cap="none" normalizeH="0" baseline="0">
                          <a:ln>
                            <a:noFill/>
                          </a:ln>
                          <a:solidFill>
                            <a:srgbClr val="FF0000"/>
                          </a:solidFill>
                          <a:effectLst>
                            <a:outerShdw blurRad="38100" dist="38100" dir="2700000" algn="tl">
                              <a:srgbClr val="C0C0C0"/>
                            </a:outerShdw>
                          </a:effectLst>
                          <a:latin typeface="Comic Sans MS" pitchFamily="66" charset="0"/>
                        </a:rPr>
                        <a:t>17</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0" i="0" u="none" strike="noStrike" cap="none" normalizeH="0" baseline="0">
                          <a:ln>
                            <a:noFill/>
                          </a:ln>
                          <a:solidFill>
                            <a:schemeClr val="tx1"/>
                          </a:solidFill>
                          <a:effectLst>
                            <a:outerShdw blurRad="38100" dist="38100" dir="2700000" algn="tl">
                              <a:srgbClr val="C0C0C0"/>
                            </a:outerShdw>
                          </a:effectLst>
                          <a:latin typeface="Comic Sans MS" pitchFamily="66" charset="0"/>
                        </a:rPr>
                        <a:t>3x4+2x7</a:t>
                      </a:r>
                      <a:endParaRPr kumimoji="0" lang="en-US" sz="3200" b="0" i="0" u="none" strike="noStrike" cap="none" normalizeH="0" baseline="0">
                        <a:ln>
                          <a:noFill/>
                        </a:ln>
                        <a:solidFill>
                          <a:schemeClr val="tx1"/>
                        </a:solidFill>
                        <a:effectLst>
                          <a:outerShdw blurRad="38100" dist="38100" dir="2700000" algn="tl">
                            <a:srgbClr val="C0C0C0"/>
                          </a:outerShdw>
                        </a:effectLst>
                        <a:latin typeface="Comic Sans MS" pitchFamily="66"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1" i="0" u="none" strike="noStrike" cap="none" normalizeH="0" baseline="0">
                          <a:ln>
                            <a:noFill/>
                          </a:ln>
                          <a:solidFill>
                            <a:srgbClr val="0000FF"/>
                          </a:solidFill>
                          <a:effectLst>
                            <a:outerShdw blurRad="38100" dist="38100" dir="2700000" algn="tl">
                              <a:srgbClr val="C0C0C0"/>
                            </a:outerShdw>
                          </a:effectLst>
                          <a:latin typeface="Comic Sans MS" pitchFamily="66" charset="0"/>
                        </a:rPr>
                        <a:t>E</a:t>
                      </a:r>
                      <a:r>
                        <a:rPr kumimoji="0" lang="en-GB" sz="3200" b="1" i="0" u="none" strike="noStrike" cap="none" normalizeH="0" baseline="0">
                          <a:ln>
                            <a:noFill/>
                          </a:ln>
                          <a:solidFill>
                            <a:schemeClr val="tx1"/>
                          </a:solidFill>
                          <a:effectLst>
                            <a:outerShdw blurRad="38100" dist="38100" dir="2700000" algn="tl">
                              <a:srgbClr val="C0C0C0"/>
                            </a:outerShdw>
                          </a:effectLst>
                          <a:latin typeface="Comic Sans MS" pitchFamily="66" charset="0"/>
                        </a:rPr>
                        <a:t>       </a:t>
                      </a:r>
                      <a:r>
                        <a:rPr kumimoji="0" lang="en-GB" sz="3200" b="1" i="0" u="none" strike="noStrike" cap="none" normalizeH="0" baseline="0">
                          <a:ln>
                            <a:noFill/>
                          </a:ln>
                          <a:solidFill>
                            <a:srgbClr val="FF0000"/>
                          </a:solidFill>
                          <a:effectLst>
                            <a:outerShdw blurRad="38100" dist="38100" dir="2700000" algn="tl">
                              <a:srgbClr val="C0C0C0"/>
                            </a:outerShdw>
                          </a:effectLst>
                          <a:latin typeface="Comic Sans MS" pitchFamily="66" charset="0"/>
                        </a:rPr>
                        <a:t>15</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GB" sz="3200" b="0" i="0" u="none" strike="noStrike" cap="none" normalizeH="0" baseline="0">
                          <a:ln>
                            <a:noFill/>
                          </a:ln>
                          <a:solidFill>
                            <a:schemeClr val="tx1"/>
                          </a:solidFill>
                          <a:effectLst>
                            <a:outerShdw blurRad="38100" dist="38100" dir="2700000" algn="tl">
                              <a:srgbClr val="C0C0C0"/>
                            </a:outerShdw>
                          </a:effectLst>
                          <a:latin typeface="Comic Sans MS" pitchFamily="66" charset="0"/>
                        </a:rPr>
                        <a:t>11x3-2x13</a:t>
                      </a:r>
                      <a:endParaRPr kumimoji="0" lang="en-US" sz="3200" b="0" i="0" u="none" strike="noStrike" cap="none" normalizeH="0" baseline="0">
                        <a:ln>
                          <a:noFill/>
                        </a:ln>
                        <a:solidFill>
                          <a:schemeClr val="tx1"/>
                        </a:solidFill>
                        <a:effectLst>
                          <a:outerShdw blurRad="38100" dist="38100" dir="2700000" algn="tl">
                            <a:srgbClr val="C0C0C0"/>
                          </a:outerShdw>
                        </a:effectLst>
                        <a:latin typeface="Comic Sans MS" pitchFamily="66" charset="0"/>
                      </a:endParaRPr>
                    </a:p>
                  </a:txBody>
                  <a:tcPr marL="90000" marR="90000" marT="46800" marB="46800"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 name="Footer Placeholder 1"/>
          <p:cNvSpPr>
            <a:spLocks noGrp="1"/>
          </p:cNvSpPr>
          <p:nvPr>
            <p:ph type="ftr" sz="quarter" idx="11"/>
          </p:nvPr>
        </p:nvSpPr>
        <p:spPr/>
        <p:txBody>
          <a:bodyPr/>
          <a:lstStyle/>
          <a:p>
            <a:pPr>
              <a:defRPr/>
            </a:pPr>
            <a:r>
              <a:rPr lang="en-GB"/>
              <a:t>T Malik</a:t>
            </a:r>
          </a:p>
        </p:txBody>
      </p:sp>
    </p:spTree>
    <p:extLst>
      <p:ext uri="{BB962C8B-B14F-4D97-AF65-F5344CB8AC3E}">
        <p14:creationId xmlns:p14="http://schemas.microsoft.com/office/powerpoint/2010/main" val="14907724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636912"/>
            <a:ext cx="8229600" cy="1143000"/>
          </a:xfrm>
        </p:spPr>
        <p:txBody>
          <a:bodyPr/>
          <a:lstStyle/>
          <a:p>
            <a:r>
              <a:rPr lang="en-GB" sz="800" dirty="0"/>
              <a:t>THEORDERMATTERS</a:t>
            </a:r>
          </a:p>
        </p:txBody>
      </p:sp>
      <p:sp>
        <p:nvSpPr>
          <p:cNvPr id="3" name="Footer Placeholder 2"/>
          <p:cNvSpPr>
            <a:spLocks noGrp="1"/>
          </p:cNvSpPr>
          <p:nvPr>
            <p:ph type="ftr" sz="quarter" idx="11"/>
          </p:nvPr>
        </p:nvSpPr>
        <p:spPr/>
        <p:txBody>
          <a:bodyPr/>
          <a:lstStyle/>
          <a:p>
            <a:pPr>
              <a:defRPr/>
            </a:pPr>
            <a:r>
              <a:rPr lang="en-GB"/>
              <a:t>T Malik</a:t>
            </a:r>
          </a:p>
        </p:txBody>
      </p:sp>
    </p:spTree>
    <p:extLst>
      <p:ext uri="{BB962C8B-B14F-4D97-AF65-F5344CB8AC3E}">
        <p14:creationId xmlns:p14="http://schemas.microsoft.com/office/powerpoint/2010/main" val="38586504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3707904" y="1600200"/>
            <a:ext cx="4978896" cy="4525963"/>
          </a:xfrm>
        </p:spPr>
        <p:txBody>
          <a:bodyPr>
            <a:normAutofit fontScale="92500" lnSpcReduction="20000"/>
          </a:bodyPr>
          <a:lstStyle/>
          <a:p>
            <a:pPr marL="0" indent="0">
              <a:buNone/>
            </a:pPr>
            <a:r>
              <a:rPr lang="en-GB" dirty="0"/>
              <a:t>	</a:t>
            </a:r>
          </a:p>
          <a:p>
            <a:pPr marL="0" indent="0">
              <a:buNone/>
            </a:pPr>
            <a:r>
              <a:rPr lang="en-GB" b="1" dirty="0"/>
              <a:t>a</a:t>
            </a:r>
            <a:r>
              <a:rPr lang="en-GB" dirty="0"/>
              <a:t>  10    </a:t>
            </a:r>
          </a:p>
          <a:p>
            <a:pPr marL="0" indent="0">
              <a:buNone/>
            </a:pPr>
            <a:r>
              <a:rPr lang="en-GB" b="1" dirty="0"/>
              <a:t>b</a:t>
            </a:r>
            <a:r>
              <a:rPr lang="en-GB" dirty="0"/>
              <a:t>  14   </a:t>
            </a:r>
          </a:p>
          <a:p>
            <a:pPr marL="0" indent="0">
              <a:buNone/>
            </a:pPr>
            <a:r>
              <a:rPr lang="en-GB" b="1" dirty="0"/>
              <a:t>c</a:t>
            </a:r>
            <a:r>
              <a:rPr lang="en-GB" dirty="0"/>
              <a:t>  14   </a:t>
            </a:r>
            <a:r>
              <a:rPr lang="en-GB" b="1" dirty="0"/>
              <a:t> </a:t>
            </a:r>
          </a:p>
          <a:p>
            <a:pPr marL="0" indent="0">
              <a:buNone/>
            </a:pPr>
            <a:r>
              <a:rPr lang="en-GB" b="1" dirty="0"/>
              <a:t>d</a:t>
            </a:r>
            <a:r>
              <a:rPr lang="en-GB" dirty="0"/>
              <a:t>  20    </a:t>
            </a:r>
          </a:p>
          <a:p>
            <a:pPr marL="0" indent="0">
              <a:buNone/>
            </a:pPr>
            <a:r>
              <a:rPr lang="en-GB" b="1" dirty="0"/>
              <a:t>e</a:t>
            </a:r>
            <a:r>
              <a:rPr lang="en-GB" dirty="0"/>
              <a:t>  12    </a:t>
            </a:r>
          </a:p>
          <a:p>
            <a:pPr marL="0" indent="0">
              <a:buNone/>
            </a:pPr>
            <a:r>
              <a:rPr lang="en-GB" b="1" dirty="0"/>
              <a:t>f</a:t>
            </a:r>
            <a:r>
              <a:rPr lang="en-GB" dirty="0"/>
              <a:t>  45   </a:t>
            </a:r>
            <a:r>
              <a:rPr lang="en-GB" b="1" dirty="0"/>
              <a:t> </a:t>
            </a:r>
          </a:p>
          <a:p>
            <a:pPr marL="0" indent="0">
              <a:buNone/>
            </a:pPr>
            <a:r>
              <a:rPr lang="en-GB" b="1" dirty="0"/>
              <a:t>g  </a:t>
            </a:r>
            <a:r>
              <a:rPr lang="en-GB" dirty="0"/>
              <a:t>2    </a:t>
            </a:r>
          </a:p>
          <a:p>
            <a:pPr marL="0" indent="0">
              <a:buNone/>
            </a:pPr>
            <a:r>
              <a:rPr lang="en-GB" b="1" dirty="0"/>
              <a:t>h</a:t>
            </a:r>
            <a:r>
              <a:rPr lang="en-GB" dirty="0"/>
              <a:t>  15 </a:t>
            </a:r>
          </a:p>
          <a:p>
            <a:endParaRPr lang="en-GB" dirty="0"/>
          </a:p>
        </p:txBody>
      </p:sp>
      <p:sp>
        <p:nvSpPr>
          <p:cNvPr id="4" name="Footer Placeholder 3"/>
          <p:cNvSpPr>
            <a:spLocks noGrp="1"/>
          </p:cNvSpPr>
          <p:nvPr>
            <p:ph type="ftr" sz="quarter" idx="11"/>
          </p:nvPr>
        </p:nvSpPr>
        <p:spPr/>
        <p:txBody>
          <a:bodyPr/>
          <a:lstStyle/>
          <a:p>
            <a:r>
              <a:rPr lang="en-GB"/>
              <a:t>T Malik</a:t>
            </a:r>
          </a:p>
        </p:txBody>
      </p:sp>
    </p:spTree>
    <p:extLst>
      <p:ext uri="{BB962C8B-B14F-4D97-AF65-F5344CB8AC3E}">
        <p14:creationId xmlns:p14="http://schemas.microsoft.com/office/powerpoint/2010/main" val="21232656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Missing Operations</a:t>
            </a: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1307" t="30754" r="29721" b="20040"/>
          <a:stretch/>
        </p:blipFill>
        <p:spPr bwMode="auto">
          <a:xfrm>
            <a:off x="1043608" y="1715864"/>
            <a:ext cx="7272808" cy="4108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Footer Placeholder 2"/>
          <p:cNvSpPr>
            <a:spLocks noGrp="1"/>
          </p:cNvSpPr>
          <p:nvPr>
            <p:ph type="ftr" sz="quarter" idx="11"/>
          </p:nvPr>
        </p:nvSpPr>
        <p:spPr/>
        <p:txBody>
          <a:bodyPr/>
          <a:lstStyle/>
          <a:p>
            <a:r>
              <a:rPr lang="en-GB"/>
              <a:t>T Malik</a:t>
            </a:r>
          </a:p>
        </p:txBody>
      </p:sp>
    </p:spTree>
    <p:extLst>
      <p:ext uri="{BB962C8B-B14F-4D97-AF65-F5344CB8AC3E}">
        <p14:creationId xmlns:p14="http://schemas.microsoft.com/office/powerpoint/2010/main" val="8064814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marL="0" indent="0" algn="ctr">
              <a:buNone/>
            </a:pPr>
            <a:r>
              <a:rPr lang="en-GB" sz="4800" dirty="0"/>
              <a:t>(30 - 31) x 20 = -20</a:t>
            </a:r>
          </a:p>
          <a:p>
            <a:pPr marL="0" indent="0" algn="ctr">
              <a:buNone/>
            </a:pPr>
            <a:r>
              <a:rPr lang="en-GB" sz="4800" dirty="0"/>
              <a:t>25 + (25 + 22) = 72</a:t>
            </a:r>
          </a:p>
          <a:p>
            <a:pPr marL="0" indent="0" algn="ctr">
              <a:buNone/>
            </a:pPr>
            <a:r>
              <a:rPr lang="en-GB" sz="4800" dirty="0"/>
              <a:t>(26 - 34) - 38 = -46</a:t>
            </a:r>
          </a:p>
          <a:p>
            <a:pPr marL="0" indent="0" algn="ctr">
              <a:buNone/>
            </a:pPr>
            <a:r>
              <a:rPr lang="en-GB" sz="4800" dirty="0"/>
              <a:t>(29 x 38) - (35 + 34) = 1033</a:t>
            </a:r>
          </a:p>
          <a:p>
            <a:pPr marL="0" indent="0">
              <a:buNone/>
            </a:pPr>
            <a:endParaRPr lang="en-GB" dirty="0"/>
          </a:p>
        </p:txBody>
      </p:sp>
      <p:sp>
        <p:nvSpPr>
          <p:cNvPr id="4" name="Footer Placeholder 3"/>
          <p:cNvSpPr>
            <a:spLocks noGrp="1"/>
          </p:cNvSpPr>
          <p:nvPr>
            <p:ph type="ftr" sz="quarter" idx="11"/>
          </p:nvPr>
        </p:nvSpPr>
        <p:spPr/>
        <p:txBody>
          <a:bodyPr/>
          <a:lstStyle/>
          <a:p>
            <a:r>
              <a:rPr lang="en-GB"/>
              <a:t>T Malik</a:t>
            </a:r>
          </a:p>
        </p:txBody>
      </p:sp>
    </p:spTree>
    <p:extLst>
      <p:ext uri="{BB962C8B-B14F-4D97-AF65-F5344CB8AC3E}">
        <p14:creationId xmlns:p14="http://schemas.microsoft.com/office/powerpoint/2010/main" val="29019336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Again</a:t>
            </a:r>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1418" t="30754" r="29722" b="21429"/>
          <a:stretch/>
        </p:blipFill>
        <p:spPr bwMode="auto">
          <a:xfrm>
            <a:off x="755576" y="1484784"/>
            <a:ext cx="7740352" cy="4258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Footer Placeholder 2"/>
          <p:cNvSpPr>
            <a:spLocks noGrp="1"/>
          </p:cNvSpPr>
          <p:nvPr>
            <p:ph type="ftr" sz="quarter" idx="11"/>
          </p:nvPr>
        </p:nvSpPr>
        <p:spPr/>
        <p:txBody>
          <a:bodyPr/>
          <a:lstStyle/>
          <a:p>
            <a:r>
              <a:rPr lang="en-GB"/>
              <a:t>T Malik</a:t>
            </a:r>
          </a:p>
        </p:txBody>
      </p:sp>
    </p:spTree>
    <p:extLst>
      <p:ext uri="{BB962C8B-B14F-4D97-AF65-F5344CB8AC3E}">
        <p14:creationId xmlns:p14="http://schemas.microsoft.com/office/powerpoint/2010/main" val="4562118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marL="0" indent="0" algn="ctr">
              <a:buNone/>
            </a:pPr>
            <a:r>
              <a:rPr lang="en-GB" sz="5400" dirty="0"/>
              <a:t>(31 x 25) - 26 = 749</a:t>
            </a:r>
          </a:p>
          <a:p>
            <a:pPr marL="0" indent="0" algn="ctr">
              <a:buNone/>
            </a:pPr>
            <a:r>
              <a:rPr lang="en-GB" sz="5400" dirty="0"/>
              <a:t>25 + (31 + 21) = 77</a:t>
            </a:r>
          </a:p>
          <a:p>
            <a:pPr marL="0" indent="0" algn="ctr">
              <a:buNone/>
            </a:pPr>
            <a:r>
              <a:rPr lang="en-GB" sz="5400" dirty="0"/>
              <a:t>(29 + 35) - 33 = 31</a:t>
            </a:r>
          </a:p>
          <a:p>
            <a:pPr marL="0" indent="0" algn="ctr">
              <a:buNone/>
            </a:pPr>
            <a:r>
              <a:rPr lang="en-GB" sz="5400" dirty="0"/>
              <a:t>(32 - 29) - (30 + 28) = -55</a:t>
            </a:r>
          </a:p>
          <a:p>
            <a:pPr marL="0" indent="0">
              <a:buNone/>
            </a:pPr>
            <a:endParaRPr lang="en-GB" dirty="0"/>
          </a:p>
        </p:txBody>
      </p:sp>
      <p:sp>
        <p:nvSpPr>
          <p:cNvPr id="4" name="Footer Placeholder 3"/>
          <p:cNvSpPr>
            <a:spLocks noGrp="1"/>
          </p:cNvSpPr>
          <p:nvPr>
            <p:ph type="ftr" sz="quarter" idx="11"/>
          </p:nvPr>
        </p:nvSpPr>
        <p:spPr/>
        <p:txBody>
          <a:bodyPr/>
          <a:lstStyle/>
          <a:p>
            <a:r>
              <a:rPr lang="en-GB"/>
              <a:t>T Malik</a:t>
            </a:r>
          </a:p>
        </p:txBody>
      </p:sp>
    </p:spTree>
    <p:extLst>
      <p:ext uri="{BB962C8B-B14F-4D97-AF65-F5344CB8AC3E}">
        <p14:creationId xmlns:p14="http://schemas.microsoft.com/office/powerpoint/2010/main" val="3925827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3528" y="620688"/>
            <a:ext cx="8640960" cy="584775"/>
          </a:xfrm>
          <a:prstGeom prst="rect">
            <a:avLst/>
          </a:prstGeom>
          <a:noFill/>
        </p:spPr>
        <p:txBody>
          <a:bodyPr wrap="square" rtlCol="0">
            <a:spAutoFit/>
          </a:bodyPr>
          <a:lstStyle/>
          <a:p>
            <a:pPr algn="ctr"/>
            <a:r>
              <a:rPr lang="en-GB" sz="3200" dirty="0"/>
              <a:t>Where do we need to put the brackets?</a:t>
            </a:r>
          </a:p>
        </p:txBody>
      </p:sp>
      <p:pic>
        <p:nvPicPr>
          <p:cNvPr id="1026" name="Picture 2"/>
          <p:cNvPicPr>
            <a:picLocks noChangeAspect="1" noChangeArrowheads="1"/>
          </p:cNvPicPr>
          <p:nvPr/>
        </p:nvPicPr>
        <p:blipFill>
          <a:blip r:embed="rId2" cstate="print"/>
          <a:srcRect l="11341" t="29531" r="78144" b="48813"/>
          <a:stretch>
            <a:fillRect/>
          </a:stretch>
        </p:blipFill>
        <p:spPr bwMode="auto">
          <a:xfrm>
            <a:off x="179512" y="1340768"/>
            <a:ext cx="2160240" cy="2501331"/>
          </a:xfrm>
          <a:prstGeom prst="rect">
            <a:avLst/>
          </a:prstGeom>
          <a:noFill/>
          <a:ln w="9525">
            <a:noFill/>
            <a:miter lim="800000"/>
            <a:headEnd/>
            <a:tailEnd/>
          </a:ln>
        </p:spPr>
      </p:pic>
      <p:sp>
        <p:nvSpPr>
          <p:cNvPr id="7" name="TextBox 6"/>
          <p:cNvSpPr txBox="1"/>
          <p:nvPr/>
        </p:nvSpPr>
        <p:spPr>
          <a:xfrm>
            <a:off x="323528" y="4077072"/>
            <a:ext cx="8640960" cy="584775"/>
          </a:xfrm>
          <a:prstGeom prst="rect">
            <a:avLst/>
          </a:prstGeom>
          <a:noFill/>
        </p:spPr>
        <p:txBody>
          <a:bodyPr wrap="square" rtlCol="0">
            <a:spAutoFit/>
          </a:bodyPr>
          <a:lstStyle/>
          <a:p>
            <a:pPr algn="ctr"/>
            <a:r>
              <a:rPr lang="en-GB" sz="3200" dirty="0"/>
              <a:t>Challenge Questions</a:t>
            </a:r>
          </a:p>
        </p:txBody>
      </p:sp>
      <p:pic>
        <p:nvPicPr>
          <p:cNvPr id="8" name="Picture 2"/>
          <p:cNvPicPr>
            <a:picLocks noChangeAspect="1" noChangeArrowheads="1"/>
          </p:cNvPicPr>
          <p:nvPr/>
        </p:nvPicPr>
        <p:blipFill>
          <a:blip r:embed="rId2" cstate="print"/>
          <a:srcRect l="11341" t="76051" r="76392" b="14598"/>
          <a:stretch>
            <a:fillRect/>
          </a:stretch>
        </p:blipFill>
        <p:spPr bwMode="auto">
          <a:xfrm>
            <a:off x="323528" y="5157192"/>
            <a:ext cx="2520280" cy="1080120"/>
          </a:xfrm>
          <a:prstGeom prst="rect">
            <a:avLst/>
          </a:prstGeom>
          <a:noFill/>
          <a:ln w="9525">
            <a:noFill/>
            <a:miter lim="800000"/>
            <a:headEnd/>
            <a:tailEnd/>
          </a:ln>
        </p:spPr>
      </p:pic>
      <p:pic>
        <p:nvPicPr>
          <p:cNvPr id="9" name="Picture 2"/>
          <p:cNvPicPr>
            <a:picLocks noChangeAspect="1" noChangeArrowheads="1"/>
          </p:cNvPicPr>
          <p:nvPr/>
        </p:nvPicPr>
        <p:blipFill>
          <a:blip r:embed="rId2" cstate="print"/>
          <a:srcRect l="27464" t="76051" r="61672" b="14599"/>
          <a:stretch>
            <a:fillRect/>
          </a:stretch>
        </p:blipFill>
        <p:spPr bwMode="auto">
          <a:xfrm>
            <a:off x="2915816" y="5157192"/>
            <a:ext cx="2232248" cy="1080120"/>
          </a:xfrm>
          <a:prstGeom prst="rect">
            <a:avLst/>
          </a:prstGeom>
          <a:noFill/>
          <a:ln w="9525">
            <a:noFill/>
            <a:miter lim="800000"/>
            <a:headEnd/>
            <a:tailEnd/>
          </a:ln>
        </p:spPr>
      </p:pic>
      <p:sp>
        <p:nvSpPr>
          <p:cNvPr id="3" name="Footer Placeholder 2"/>
          <p:cNvSpPr>
            <a:spLocks noGrp="1"/>
          </p:cNvSpPr>
          <p:nvPr>
            <p:ph type="ftr" sz="quarter" idx="11"/>
          </p:nvPr>
        </p:nvSpPr>
        <p:spPr/>
        <p:txBody>
          <a:bodyPr/>
          <a:lstStyle/>
          <a:p>
            <a:r>
              <a:rPr lang="en-GB"/>
              <a:t>T Malik</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loud 8"/>
          <p:cNvSpPr/>
          <p:nvPr/>
        </p:nvSpPr>
        <p:spPr>
          <a:xfrm>
            <a:off x="1785918" y="3643314"/>
            <a:ext cx="4643470" cy="2786082"/>
          </a:xfrm>
          <a:prstGeom prst="cloud">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GB" dirty="0"/>
              <a:t>Evaluate the following:</a:t>
            </a:r>
          </a:p>
          <a:p>
            <a:pPr marL="342900" indent="-342900" algn="ctr">
              <a:buAutoNum type="arabicParenR"/>
            </a:pPr>
            <a:r>
              <a:rPr lang="en-GB" dirty="0"/>
              <a:t>7</a:t>
            </a:r>
            <a:r>
              <a:rPr lang="en-GB" baseline="30000" dirty="0"/>
              <a:t>2</a:t>
            </a:r>
            <a:r>
              <a:rPr lang="en-GB" dirty="0"/>
              <a:t> + (4 – 9)</a:t>
            </a:r>
          </a:p>
          <a:p>
            <a:pPr marL="342900" indent="-342900" algn="ctr">
              <a:buFontTx/>
              <a:buAutoNum type="arabicParenR"/>
            </a:pPr>
            <a:r>
              <a:rPr lang="en-GB" dirty="0"/>
              <a:t>(9 ÷ 3) x 4</a:t>
            </a:r>
            <a:r>
              <a:rPr lang="en-GB" baseline="30000" dirty="0"/>
              <a:t>2</a:t>
            </a:r>
            <a:endParaRPr lang="en-GB" dirty="0"/>
          </a:p>
        </p:txBody>
      </p:sp>
      <p:sp>
        <p:nvSpPr>
          <p:cNvPr id="8" name="Cloud 7"/>
          <p:cNvSpPr/>
          <p:nvPr/>
        </p:nvSpPr>
        <p:spPr>
          <a:xfrm>
            <a:off x="4500530" y="928670"/>
            <a:ext cx="4643470" cy="2786082"/>
          </a:xfrm>
          <a:prstGeom prst="cloud">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GB" dirty="0"/>
              <a:t>Put the brackets in for the following to work:</a:t>
            </a:r>
          </a:p>
          <a:p>
            <a:pPr marL="342900" indent="-342900" algn="ctr">
              <a:buAutoNum type="arabicParenR"/>
            </a:pPr>
            <a:r>
              <a:rPr lang="en-GB" dirty="0"/>
              <a:t>36 ÷ 4 + 5 = 4</a:t>
            </a:r>
          </a:p>
          <a:p>
            <a:pPr marL="342900" indent="-342900" algn="ctr">
              <a:buAutoNum type="arabicParenR"/>
            </a:pPr>
            <a:r>
              <a:rPr lang="en-GB" dirty="0"/>
              <a:t>3 + 4 x 7 – 5 = 14</a:t>
            </a:r>
          </a:p>
        </p:txBody>
      </p:sp>
      <p:sp>
        <p:nvSpPr>
          <p:cNvPr id="7" name="Cloud 6"/>
          <p:cNvSpPr/>
          <p:nvPr/>
        </p:nvSpPr>
        <p:spPr>
          <a:xfrm>
            <a:off x="-32" y="285728"/>
            <a:ext cx="4643470" cy="2786082"/>
          </a:xfrm>
          <a:prstGeom prst="cloud">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GB" dirty="0"/>
              <a:t>Evaluate the following:</a:t>
            </a:r>
          </a:p>
          <a:p>
            <a:pPr marL="342900" indent="-342900" algn="ctr">
              <a:buAutoNum type="arabicParenR"/>
            </a:pPr>
            <a:r>
              <a:rPr lang="en-GB" dirty="0"/>
              <a:t>5 x 3 – 4</a:t>
            </a:r>
          </a:p>
          <a:p>
            <a:pPr marL="342900" indent="-342900" algn="ctr">
              <a:buFontTx/>
              <a:buAutoNum type="arabicParenR"/>
            </a:pPr>
            <a:r>
              <a:rPr lang="en-GB" dirty="0"/>
              <a:t>50 ÷ 5 x 3</a:t>
            </a:r>
          </a:p>
        </p:txBody>
      </p:sp>
      <p:pic>
        <p:nvPicPr>
          <p:cNvPr id="1029" name="Picture 5" descr="C:\Documents and Settings\freemah02\Local Settings\Temporary Internet Files\Content.IE5\C4948WN1\MC900364166[1].wmf"/>
          <p:cNvPicPr>
            <a:picLocks noChangeAspect="1" noChangeArrowheads="1"/>
          </p:cNvPicPr>
          <p:nvPr/>
        </p:nvPicPr>
        <p:blipFill>
          <a:blip r:embed="rId2" cstate="print"/>
          <a:srcRect/>
          <a:stretch>
            <a:fillRect/>
          </a:stretch>
        </p:blipFill>
        <p:spPr bwMode="auto">
          <a:xfrm>
            <a:off x="7286612" y="3571876"/>
            <a:ext cx="1857388" cy="3596449"/>
          </a:xfrm>
          <a:prstGeom prst="rect">
            <a:avLst/>
          </a:prstGeom>
          <a:noFill/>
        </p:spPr>
      </p:pic>
      <p:sp>
        <p:nvSpPr>
          <p:cNvPr id="2" name="Footer Placeholder 1"/>
          <p:cNvSpPr>
            <a:spLocks noGrp="1"/>
          </p:cNvSpPr>
          <p:nvPr>
            <p:ph type="ftr" sz="quarter" idx="11"/>
          </p:nvPr>
        </p:nvSpPr>
        <p:spPr/>
        <p:txBody>
          <a:bodyPr/>
          <a:lstStyle/>
          <a:p>
            <a:r>
              <a:rPr lang="en-GB"/>
              <a:t>T Malik</a:t>
            </a:r>
          </a:p>
        </p:txBody>
      </p:sp>
    </p:spTree>
    <p:extLst>
      <p:ext uri="{BB962C8B-B14F-4D97-AF65-F5344CB8AC3E}">
        <p14:creationId xmlns:p14="http://schemas.microsoft.com/office/powerpoint/2010/main" val="42548240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loud 8"/>
          <p:cNvSpPr/>
          <p:nvPr/>
        </p:nvSpPr>
        <p:spPr>
          <a:xfrm>
            <a:off x="1785918" y="3643314"/>
            <a:ext cx="4643470" cy="2786082"/>
          </a:xfrm>
          <a:prstGeom prst="cloud">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GB" dirty="0"/>
              <a:t>Evaluate the following:</a:t>
            </a:r>
          </a:p>
          <a:p>
            <a:pPr marL="342900" indent="-342900" algn="ctr">
              <a:buAutoNum type="arabicParenR"/>
            </a:pPr>
            <a:r>
              <a:rPr lang="en-GB" dirty="0"/>
              <a:t>7</a:t>
            </a:r>
            <a:r>
              <a:rPr lang="en-GB" baseline="30000" dirty="0"/>
              <a:t>2</a:t>
            </a:r>
            <a:r>
              <a:rPr lang="en-GB" dirty="0"/>
              <a:t> + (4 – 9) = 44</a:t>
            </a:r>
          </a:p>
          <a:p>
            <a:pPr marL="342900" indent="-342900" algn="ctr">
              <a:buFontTx/>
              <a:buAutoNum type="arabicParenR"/>
            </a:pPr>
            <a:r>
              <a:rPr lang="en-GB" dirty="0"/>
              <a:t>(9 ÷ 3) x 4</a:t>
            </a:r>
            <a:r>
              <a:rPr lang="en-GB" baseline="30000" dirty="0"/>
              <a:t>2</a:t>
            </a:r>
            <a:r>
              <a:rPr lang="en-GB" dirty="0"/>
              <a:t> = 48</a:t>
            </a:r>
          </a:p>
        </p:txBody>
      </p:sp>
      <p:sp>
        <p:nvSpPr>
          <p:cNvPr id="8" name="Cloud 7"/>
          <p:cNvSpPr/>
          <p:nvPr/>
        </p:nvSpPr>
        <p:spPr>
          <a:xfrm>
            <a:off x="4500530" y="928670"/>
            <a:ext cx="4643470" cy="2786082"/>
          </a:xfrm>
          <a:prstGeom prst="cloud">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GB" dirty="0"/>
              <a:t>Put the brackets in for the following to work:</a:t>
            </a:r>
          </a:p>
          <a:p>
            <a:pPr marL="342900" indent="-342900" algn="ctr">
              <a:buAutoNum type="arabicParenR"/>
            </a:pPr>
            <a:r>
              <a:rPr lang="en-GB" dirty="0"/>
              <a:t>36 ÷ (4 + 5) = 4</a:t>
            </a:r>
          </a:p>
          <a:p>
            <a:pPr marL="342900" indent="-342900" algn="ctr">
              <a:buAutoNum type="arabicParenR"/>
            </a:pPr>
            <a:r>
              <a:rPr lang="en-GB" dirty="0"/>
              <a:t>(3 + 4) x (7 – 5) = 14</a:t>
            </a:r>
          </a:p>
        </p:txBody>
      </p:sp>
      <p:sp>
        <p:nvSpPr>
          <p:cNvPr id="7" name="Cloud 6"/>
          <p:cNvSpPr/>
          <p:nvPr/>
        </p:nvSpPr>
        <p:spPr>
          <a:xfrm>
            <a:off x="-32" y="285728"/>
            <a:ext cx="4643470" cy="2786082"/>
          </a:xfrm>
          <a:prstGeom prst="cloud">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GB" dirty="0"/>
              <a:t>Evaluate the following:</a:t>
            </a:r>
          </a:p>
          <a:p>
            <a:pPr marL="342900" indent="-342900" algn="ctr">
              <a:buAutoNum type="arabicParenR"/>
            </a:pPr>
            <a:r>
              <a:rPr lang="en-GB" dirty="0"/>
              <a:t>5 x 3 – 4 = 11</a:t>
            </a:r>
          </a:p>
          <a:p>
            <a:pPr marL="342900" indent="-342900" algn="ctr">
              <a:buFontTx/>
              <a:buAutoNum type="arabicParenR"/>
            </a:pPr>
            <a:r>
              <a:rPr lang="en-GB" dirty="0"/>
              <a:t>50 ÷ 5 x 3 = 30</a:t>
            </a:r>
          </a:p>
        </p:txBody>
      </p:sp>
      <p:pic>
        <p:nvPicPr>
          <p:cNvPr id="1029" name="Picture 5" descr="C:\Documents and Settings\freemah02\Local Settings\Temporary Internet Files\Content.IE5\C4948WN1\MC900364166[1].wmf"/>
          <p:cNvPicPr>
            <a:picLocks noChangeAspect="1" noChangeArrowheads="1"/>
          </p:cNvPicPr>
          <p:nvPr/>
        </p:nvPicPr>
        <p:blipFill>
          <a:blip r:embed="rId2" cstate="print"/>
          <a:srcRect/>
          <a:stretch>
            <a:fillRect/>
          </a:stretch>
        </p:blipFill>
        <p:spPr bwMode="auto">
          <a:xfrm>
            <a:off x="7286612" y="3571876"/>
            <a:ext cx="1857388" cy="3596449"/>
          </a:xfrm>
          <a:prstGeom prst="rect">
            <a:avLst/>
          </a:prstGeom>
          <a:noFill/>
        </p:spPr>
      </p:pic>
      <p:sp>
        <p:nvSpPr>
          <p:cNvPr id="2" name="Footer Placeholder 1"/>
          <p:cNvSpPr>
            <a:spLocks noGrp="1"/>
          </p:cNvSpPr>
          <p:nvPr>
            <p:ph type="ftr" sz="quarter" idx="11"/>
          </p:nvPr>
        </p:nvSpPr>
        <p:spPr/>
        <p:txBody>
          <a:bodyPr/>
          <a:lstStyle/>
          <a:p>
            <a:r>
              <a:rPr lang="en-GB"/>
              <a:t>T Malik</a:t>
            </a:r>
          </a:p>
        </p:txBody>
      </p:sp>
    </p:spTree>
    <p:extLst>
      <p:ext uri="{BB962C8B-B14F-4D97-AF65-F5344CB8AC3E}">
        <p14:creationId xmlns:p14="http://schemas.microsoft.com/office/powerpoint/2010/main" val="38246200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1118</TotalTime>
  <Words>1356</Words>
  <Application>Microsoft Office PowerPoint</Application>
  <PresentationFormat>On-screen Show (4:3)</PresentationFormat>
  <Paragraphs>408</Paragraphs>
  <Slides>33</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Agency FB</vt:lpstr>
      <vt:lpstr>Aharoni</vt:lpstr>
      <vt:lpstr>Arial</vt:lpstr>
      <vt:lpstr>Arial Black</vt:lpstr>
      <vt:lpstr>Calibri</vt:lpstr>
      <vt:lpstr>Cambria Math</vt:lpstr>
      <vt:lpstr>Comic Sans MS</vt:lpstr>
      <vt:lpstr>Times New Roman</vt:lpstr>
      <vt:lpstr>Office Theme</vt:lpstr>
      <vt:lpstr>PowerPoint Presentation</vt:lpstr>
      <vt:lpstr>PowerPoint Presentation</vt:lpstr>
      <vt:lpstr>Think about this sum-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Match each of these calculations with one that gives the same answer. </vt:lpstr>
      <vt:lpstr>Answers</vt:lpstr>
      <vt:lpstr>Bidmas</vt:lpstr>
      <vt:lpstr>PowerPoint Presentation</vt:lpstr>
      <vt:lpstr>PowerPoint Presentation</vt:lpstr>
      <vt:lpstr>PowerPoint Presentation</vt:lpstr>
      <vt:lpstr>What is the secret message?</vt:lpstr>
      <vt:lpstr>THEORDERMATTERS</vt:lpstr>
      <vt:lpstr>PowerPoint Presentation</vt:lpstr>
      <vt:lpstr>Missing Operations</vt:lpstr>
      <vt:lpstr>PowerPoint Presentation</vt:lpstr>
      <vt:lpstr>Again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ben</dc:creator>
  <cp:lastModifiedBy>Sarah James</cp:lastModifiedBy>
  <cp:revision>27</cp:revision>
  <dcterms:created xsi:type="dcterms:W3CDTF">2012-01-30T19:27:33Z</dcterms:created>
  <dcterms:modified xsi:type="dcterms:W3CDTF">2018-07-19T13:04:54Z</dcterms:modified>
</cp:coreProperties>
</file>