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handoutMasterIdLst>
    <p:handoutMasterId r:id="rId7"/>
  </p:handout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clrMode="gray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0" y="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A300E-6104-5B45-AAE8-13F4036B97D7}" type="datetimeFigureOut">
              <a:rPr lang="en-US" smtClean="0"/>
              <a:t>7/22/2018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1400B-D3F2-F946-AF4E-C819F3CC1D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435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16133"/>
            <a:ext cx="3505200" cy="1734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6" y="2031357"/>
            <a:ext cx="3313355" cy="127662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6" y="3315810"/>
            <a:ext cx="3309803" cy="94547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137621"/>
            <a:ext cx="2133600" cy="563236"/>
          </a:xfrm>
        </p:spPr>
        <p:txBody>
          <a:bodyPr anchor="b"/>
          <a:lstStyle>
            <a:lvl1pPr algn="l">
              <a:defRPr sz="2400"/>
            </a:lvl1pPr>
          </a:lstStyle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4289975"/>
            <a:ext cx="2831592" cy="273844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4289975"/>
            <a:ext cx="643666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175622"/>
            <a:ext cx="6637468" cy="1021556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6" y="3200400"/>
            <a:ext cx="6637467" cy="114031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1735074"/>
            <a:ext cx="3419856" cy="2619756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1735073"/>
            <a:ext cx="3419856" cy="2619756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1737007"/>
            <a:ext cx="3057148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8" y="1737007"/>
            <a:ext cx="3055717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642395"/>
            <a:ext cx="3090440" cy="386305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1993076"/>
            <a:ext cx="3304572" cy="109736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3102746"/>
            <a:ext cx="3298784" cy="113842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1995678"/>
            <a:ext cx="3300984" cy="109728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9" y="520346"/>
            <a:ext cx="3359623" cy="4101084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1" y="3099816"/>
            <a:ext cx="3300573" cy="11396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772610"/>
            <a:ext cx="1484453" cy="3585258"/>
          </a:xfrm>
        </p:spPr>
        <p:txBody>
          <a:bodyPr vert="eaVert" anchor="ctr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772610"/>
            <a:ext cx="5423704" cy="358525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51435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250116"/>
            <a:ext cx="8229600" cy="46392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16133"/>
            <a:ext cx="3679116" cy="52443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770748"/>
            <a:ext cx="7024744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3" y="1742739"/>
            <a:ext cx="6777317" cy="263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16836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4389120"/>
            <a:ext cx="35021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/>
              <a:t>Adding fractions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739342"/>
              </p:ext>
            </p:extLst>
          </p:nvPr>
        </p:nvGraphicFramePr>
        <p:xfrm>
          <a:off x="5422900" y="3162300"/>
          <a:ext cx="127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127000" imgH="203200" progId="Equation.DSMT4">
                  <p:embed/>
                </p:oleObj>
              </mc:Choice>
              <mc:Fallback>
                <p:oleObj name="Equation" r:id="rId3" imgW="1270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22900" y="3162300"/>
                        <a:ext cx="127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196808" y="960073"/>
            <a:ext cx="4460252" cy="234571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1400" b="1" dirty="0">
                <a:solidFill>
                  <a:schemeClr val="tx1"/>
                </a:solidFill>
              </a:rPr>
              <a:t>In order to add or subtract things they must be of the same “type”.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r>
              <a:rPr lang="en-AU" sz="1400" b="1" dirty="0">
                <a:solidFill>
                  <a:schemeClr val="tx1"/>
                </a:solidFill>
              </a:rPr>
              <a:t>Fractions tell us their type by their …………..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r>
              <a:rPr lang="en-AU" sz="1400" b="1" dirty="0">
                <a:solidFill>
                  <a:schemeClr val="tx1"/>
                </a:solidFill>
              </a:rPr>
              <a:t>So in order to perform these operations we must make them the same type by using equivalent fractions: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Change mixed numbers to improper fractions (if needed)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Change fractions into same type (same denominator)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Operate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Simplify (if needed)</a:t>
            </a:r>
          </a:p>
        </p:txBody>
      </p:sp>
    </p:spTree>
    <p:extLst>
      <p:ext uri="{BB962C8B-B14F-4D97-AF65-F5344CB8AC3E}">
        <p14:creationId xmlns:p14="http://schemas.microsoft.com/office/powerpoint/2010/main" val="331701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7343"/>
          <a:stretch/>
        </p:blipFill>
        <p:spPr>
          <a:xfrm>
            <a:off x="483330" y="526947"/>
            <a:ext cx="8148296" cy="11105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43140" b="28637"/>
          <a:stretch/>
        </p:blipFill>
        <p:spPr>
          <a:xfrm>
            <a:off x="483330" y="2025910"/>
            <a:ext cx="8148296" cy="7347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74508"/>
          <a:stretch/>
        </p:blipFill>
        <p:spPr>
          <a:xfrm>
            <a:off x="483330" y="3390511"/>
            <a:ext cx="8148296" cy="66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2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59360"/>
          <a:stretch/>
        </p:blipFill>
        <p:spPr>
          <a:xfrm>
            <a:off x="483330" y="510129"/>
            <a:ext cx="8115381" cy="10434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40640" b="29923"/>
          <a:stretch/>
        </p:blipFill>
        <p:spPr>
          <a:xfrm>
            <a:off x="483330" y="2036406"/>
            <a:ext cx="8115381" cy="7557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72121"/>
          <a:stretch/>
        </p:blipFill>
        <p:spPr>
          <a:xfrm>
            <a:off x="483330" y="3359020"/>
            <a:ext cx="8115381" cy="71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0334"/>
          <a:stretch/>
        </p:blipFill>
        <p:spPr>
          <a:xfrm>
            <a:off x="505921" y="506029"/>
            <a:ext cx="8167006" cy="1194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59666"/>
          <a:stretch/>
        </p:blipFill>
        <p:spPr>
          <a:xfrm>
            <a:off x="505921" y="2507968"/>
            <a:ext cx="8167006" cy="8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0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8815"/>
          <a:stretch/>
        </p:blipFill>
        <p:spPr>
          <a:xfrm>
            <a:off x="483330" y="547939"/>
            <a:ext cx="8105057" cy="11840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61185"/>
          <a:stretch/>
        </p:blipFill>
        <p:spPr>
          <a:xfrm>
            <a:off x="483330" y="2487775"/>
            <a:ext cx="8105057" cy="75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84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321</TotalTime>
  <Words>70</Words>
  <Application>Microsoft Office PowerPoint</Application>
  <PresentationFormat>On-screen Show (16:9)</PresentationFormat>
  <Paragraphs>11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Century Gothic</vt:lpstr>
      <vt:lpstr>Wingdings 2</vt:lpstr>
      <vt:lpstr>Austin</vt:lpstr>
      <vt:lpstr>Equation</vt:lpstr>
      <vt:lpstr>Adding fractions</vt:lpstr>
      <vt:lpstr>PowerPoint Presentation</vt:lpstr>
      <vt:lpstr>PowerPoint Presentation</vt:lpstr>
      <vt:lpstr>PowerPoint Presentation</vt:lpstr>
      <vt:lpstr>PowerPoint Presentation</vt:lpstr>
    </vt:vector>
  </TitlesOfParts>
  <Company>DoE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fractions</dc:title>
  <dc:creator>Tamara Nurse</dc:creator>
  <cp:lastModifiedBy>Sarah James</cp:lastModifiedBy>
  <cp:revision>5</cp:revision>
  <cp:lastPrinted>2015-05-25T03:14:33Z</cp:lastPrinted>
  <dcterms:created xsi:type="dcterms:W3CDTF">2015-05-24T12:49:48Z</dcterms:created>
  <dcterms:modified xsi:type="dcterms:W3CDTF">2018-07-22T11:41:32Z</dcterms:modified>
</cp:coreProperties>
</file>