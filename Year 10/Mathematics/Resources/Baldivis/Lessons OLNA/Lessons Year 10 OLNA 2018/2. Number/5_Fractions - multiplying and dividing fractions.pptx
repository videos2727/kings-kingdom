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740" y="4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51435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16133"/>
            <a:ext cx="3679116" cy="470388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16133"/>
            <a:ext cx="3505200" cy="17346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6" y="2031357"/>
            <a:ext cx="3313355" cy="127662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AU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6" y="3315810"/>
            <a:ext cx="3309803" cy="94547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137621"/>
            <a:ext cx="2133600" cy="563236"/>
          </a:xfrm>
        </p:spPr>
        <p:txBody>
          <a:bodyPr anchor="b"/>
          <a:lstStyle>
            <a:lvl1pPr algn="l">
              <a:defRPr sz="2400"/>
            </a:lvl1pPr>
          </a:lstStyle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4566213"/>
            <a:ext cx="3505200" cy="61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4289975"/>
            <a:ext cx="2831592" cy="273844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4289975"/>
            <a:ext cx="643666" cy="27384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4566213"/>
            <a:ext cx="3505200" cy="61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175622"/>
            <a:ext cx="6637468" cy="1021556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AU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6" y="3200400"/>
            <a:ext cx="6637467" cy="1140310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1735074"/>
            <a:ext cx="3419856" cy="2619756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1735073"/>
            <a:ext cx="3419856" cy="2619756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1737007"/>
            <a:ext cx="3057148" cy="47982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231021"/>
            <a:ext cx="3419856" cy="21268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8" y="1737007"/>
            <a:ext cx="3055717" cy="47982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231021"/>
            <a:ext cx="3419856" cy="21268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51435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16133"/>
            <a:ext cx="3679116" cy="470388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16133"/>
            <a:ext cx="3505200" cy="4679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8" name="Rectangle 57"/>
          <p:cNvSpPr/>
          <p:nvPr/>
        </p:nvSpPr>
        <p:spPr>
          <a:xfrm>
            <a:off x="905572" y="451413"/>
            <a:ext cx="3562257" cy="423633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642395"/>
            <a:ext cx="3090440" cy="3863051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4566213"/>
            <a:ext cx="3505200" cy="61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4293627"/>
            <a:ext cx="3493664" cy="273844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1993076"/>
            <a:ext cx="3304572" cy="1097365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3102746"/>
            <a:ext cx="3298784" cy="113842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51435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16133"/>
            <a:ext cx="3679116" cy="470388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16133"/>
            <a:ext cx="3505200" cy="4679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2" y="451413"/>
            <a:ext cx="3562257" cy="4236334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4566213"/>
            <a:ext cx="3505200" cy="61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1995678"/>
            <a:ext cx="3300984" cy="109728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9" y="520346"/>
            <a:ext cx="3359623" cy="4101084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1" y="3099816"/>
            <a:ext cx="3300573" cy="113967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4293627"/>
            <a:ext cx="3493664" cy="273844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772610"/>
            <a:ext cx="1484453" cy="3585258"/>
          </a:xfrm>
        </p:spPr>
        <p:txBody>
          <a:bodyPr vert="eaVert" anchor="ctr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772610"/>
            <a:ext cx="5423704" cy="3585258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51435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250116"/>
            <a:ext cx="8229600" cy="463923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16133"/>
            <a:ext cx="3679116" cy="52443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16133"/>
            <a:ext cx="3505200" cy="4679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770748"/>
            <a:ext cx="7024744" cy="8572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AU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3" y="1742739"/>
            <a:ext cx="6777317" cy="26317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168369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4389120"/>
            <a:ext cx="350215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168369"/>
            <a:ext cx="133215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  <p:sldLayoutId id="2147483817" r:id="rId10"/>
    <p:sldLayoutId id="2147483818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b="1" dirty="0"/>
              <a:t>Multiplying fractions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96808" y="960073"/>
            <a:ext cx="3620280" cy="28038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1400" b="1" dirty="0">
                <a:solidFill>
                  <a:schemeClr val="tx1"/>
                </a:solidFill>
              </a:rPr>
              <a:t>In order to multiply fractions:</a:t>
            </a:r>
          </a:p>
          <a:p>
            <a:pPr marL="342900" indent="-342900">
              <a:buAutoNum type="arabicPeriod"/>
            </a:pPr>
            <a:endParaRPr lang="en-AU" sz="1400" b="1" dirty="0">
              <a:solidFill>
                <a:schemeClr val="tx1"/>
              </a:solidFill>
            </a:endParaRPr>
          </a:p>
          <a:p>
            <a:r>
              <a:rPr lang="en-AU" sz="1400" b="1" dirty="0">
                <a:solidFill>
                  <a:schemeClr val="tx1"/>
                </a:solidFill>
              </a:rPr>
              <a:t>1. Change mixed numbers into improper fractions</a:t>
            </a:r>
          </a:p>
          <a:p>
            <a:r>
              <a:rPr lang="en-AU" sz="1400" b="1" dirty="0">
                <a:solidFill>
                  <a:schemeClr val="tx1"/>
                </a:solidFill>
              </a:rPr>
              <a:t>2. Multiply the numerators</a:t>
            </a:r>
          </a:p>
          <a:p>
            <a:r>
              <a:rPr lang="en-AU" sz="1400" b="1" dirty="0">
                <a:solidFill>
                  <a:schemeClr val="tx1"/>
                </a:solidFill>
              </a:rPr>
              <a:t>3. Multiply the denominators</a:t>
            </a:r>
          </a:p>
          <a:p>
            <a:r>
              <a:rPr lang="en-AU" sz="1000" b="1" dirty="0">
                <a:solidFill>
                  <a:srgbClr val="FF0000"/>
                </a:solidFill>
              </a:rPr>
              <a:t>NOTE: The denominators do not need to be the same</a:t>
            </a:r>
          </a:p>
          <a:p>
            <a:r>
              <a:rPr lang="en-AU" sz="1400" b="1" dirty="0">
                <a:solidFill>
                  <a:schemeClr val="tx1"/>
                </a:solidFill>
              </a:rPr>
              <a:t>3. Simplify if needed</a:t>
            </a:r>
          </a:p>
          <a:p>
            <a:endParaRPr lang="en-AU" sz="1400" b="1" dirty="0">
              <a:solidFill>
                <a:schemeClr val="tx1"/>
              </a:solidFill>
            </a:endParaRPr>
          </a:p>
          <a:p>
            <a:r>
              <a:rPr lang="en-AU" sz="1400" b="1" dirty="0">
                <a:solidFill>
                  <a:schemeClr val="tx1"/>
                </a:solidFill>
              </a:rPr>
              <a:t>Remember the word “of” </a:t>
            </a:r>
          </a:p>
          <a:p>
            <a:r>
              <a:rPr lang="en-AU" sz="1400" b="1" dirty="0">
                <a:solidFill>
                  <a:schemeClr val="tx1"/>
                </a:solidFill>
              </a:rPr>
              <a:t>Remember what are whole numbers out of. </a:t>
            </a:r>
          </a:p>
          <a:p>
            <a:endParaRPr lang="en-AU" sz="1400" b="1" dirty="0">
              <a:solidFill>
                <a:schemeClr val="tx1"/>
              </a:solidFill>
            </a:endParaRPr>
          </a:p>
          <a:p>
            <a:endParaRPr lang="en-AU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011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19275" b="66408"/>
          <a:stretch/>
        </p:blipFill>
        <p:spPr>
          <a:xfrm>
            <a:off x="536896" y="502918"/>
            <a:ext cx="8049814" cy="115952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36326" r="19275" b="45278"/>
          <a:stretch/>
        </p:blipFill>
        <p:spPr>
          <a:xfrm>
            <a:off x="536896" y="1968500"/>
            <a:ext cx="8049814" cy="635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56868" r="19275" b="22590"/>
          <a:stretch/>
        </p:blipFill>
        <p:spPr>
          <a:xfrm>
            <a:off x="536896" y="2820458"/>
            <a:ext cx="8049814" cy="70908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t="80170" r="19275"/>
          <a:stretch/>
        </p:blipFill>
        <p:spPr>
          <a:xfrm>
            <a:off x="536896" y="3757083"/>
            <a:ext cx="8049814" cy="68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729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37859"/>
          <a:stretch/>
        </p:blipFill>
        <p:spPr>
          <a:xfrm>
            <a:off x="536895" y="581120"/>
            <a:ext cx="7960508" cy="121555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62141"/>
          <a:stretch/>
        </p:blipFill>
        <p:spPr>
          <a:xfrm>
            <a:off x="536895" y="2436871"/>
            <a:ext cx="7960508" cy="74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773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46" y="560282"/>
            <a:ext cx="8074081" cy="118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03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43774"/>
          <a:stretch/>
        </p:blipFill>
        <p:spPr>
          <a:xfrm>
            <a:off x="495596" y="547089"/>
            <a:ext cx="8022456" cy="11153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56226"/>
          <a:stretch/>
        </p:blipFill>
        <p:spPr>
          <a:xfrm>
            <a:off x="495596" y="2530783"/>
            <a:ext cx="8022456" cy="86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584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b="1" dirty="0"/>
              <a:t>Dividing fractions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96808" y="960073"/>
            <a:ext cx="4460252" cy="23457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1400" b="1" dirty="0">
                <a:solidFill>
                  <a:schemeClr val="tx1"/>
                </a:solidFill>
              </a:rPr>
              <a:t>The reciprocal of a fraction is………</a:t>
            </a:r>
          </a:p>
          <a:p>
            <a:endParaRPr lang="en-AU" sz="1400" b="1" dirty="0">
              <a:solidFill>
                <a:schemeClr val="tx1"/>
              </a:solidFill>
            </a:endParaRPr>
          </a:p>
          <a:p>
            <a:r>
              <a:rPr lang="en-AU" sz="1400" b="1" dirty="0">
                <a:solidFill>
                  <a:schemeClr val="tx1"/>
                </a:solidFill>
              </a:rPr>
              <a:t>To divide fractions</a:t>
            </a:r>
          </a:p>
          <a:p>
            <a:endParaRPr lang="en-AU" sz="1400" b="1" dirty="0">
              <a:solidFill>
                <a:schemeClr val="tx1"/>
              </a:solidFill>
            </a:endParaRPr>
          </a:p>
          <a:p>
            <a:endParaRPr lang="en-AU" sz="1400" b="1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AU" sz="1400" b="1" dirty="0">
                <a:solidFill>
                  <a:schemeClr val="tx1"/>
                </a:solidFill>
              </a:rPr>
              <a:t>Change mixed numbers to improper fractions (if needed)</a:t>
            </a:r>
          </a:p>
          <a:p>
            <a:pPr marL="342900" indent="-342900">
              <a:buAutoNum type="arabicPeriod"/>
            </a:pPr>
            <a:r>
              <a:rPr lang="en-AU" sz="1400" b="1" dirty="0">
                <a:solidFill>
                  <a:schemeClr val="tx1"/>
                </a:solidFill>
              </a:rPr>
              <a:t>Put whole numbers over 1 (if needed)</a:t>
            </a:r>
          </a:p>
          <a:p>
            <a:pPr marL="342900" indent="-342900">
              <a:buAutoNum type="arabicPeriod"/>
            </a:pPr>
            <a:r>
              <a:rPr lang="en-AU" sz="1400" b="1" dirty="0">
                <a:solidFill>
                  <a:schemeClr val="tx1"/>
                </a:solidFill>
              </a:rPr>
              <a:t>Find the reciprocal of the second fraction</a:t>
            </a:r>
          </a:p>
          <a:p>
            <a:pPr marL="342900" indent="-342900">
              <a:buAutoNum type="arabicPeriod"/>
            </a:pPr>
            <a:r>
              <a:rPr lang="en-AU" sz="1400" b="1">
                <a:solidFill>
                  <a:schemeClr val="tx1"/>
                </a:solidFill>
              </a:rPr>
              <a:t>Now multiply</a:t>
            </a:r>
            <a:endParaRPr lang="en-AU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71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41979"/>
          <a:stretch/>
        </p:blipFill>
        <p:spPr>
          <a:xfrm>
            <a:off x="578195" y="557415"/>
            <a:ext cx="7939858" cy="11360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58021"/>
          <a:stretch/>
        </p:blipFill>
        <p:spPr>
          <a:xfrm>
            <a:off x="578195" y="2515335"/>
            <a:ext cx="7939858" cy="82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064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41029"/>
          <a:stretch/>
        </p:blipFill>
        <p:spPr>
          <a:xfrm>
            <a:off x="495596" y="558132"/>
            <a:ext cx="8063756" cy="106300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58970"/>
          <a:stretch/>
        </p:blipFill>
        <p:spPr>
          <a:xfrm>
            <a:off x="495596" y="2591756"/>
            <a:ext cx="8063756" cy="739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234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43379"/>
          <a:stretch/>
        </p:blipFill>
        <p:spPr>
          <a:xfrm>
            <a:off x="567870" y="542576"/>
            <a:ext cx="7981157" cy="106823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60995"/>
          <a:stretch/>
        </p:blipFill>
        <p:spPr>
          <a:xfrm>
            <a:off x="567870" y="2762249"/>
            <a:ext cx="7981157" cy="73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421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45681"/>
          <a:stretch/>
        </p:blipFill>
        <p:spPr>
          <a:xfrm>
            <a:off x="567870" y="517697"/>
            <a:ext cx="7991482" cy="103805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59858"/>
          <a:stretch/>
        </p:blipFill>
        <p:spPr>
          <a:xfrm>
            <a:off x="483204" y="2529416"/>
            <a:ext cx="7991482" cy="76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6359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Austin.thmx</Template>
  <TotalTime>75</TotalTime>
  <Words>96</Words>
  <Application>Microsoft Office PowerPoint</Application>
  <PresentationFormat>On-screen Show (16:9)</PresentationFormat>
  <Paragraphs>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Wingdings 2</vt:lpstr>
      <vt:lpstr>Austin</vt:lpstr>
      <vt:lpstr>Multiplying fractions</vt:lpstr>
      <vt:lpstr>PowerPoint Presentation</vt:lpstr>
      <vt:lpstr>PowerPoint Presentation</vt:lpstr>
      <vt:lpstr>PowerPoint Presentation</vt:lpstr>
      <vt:lpstr>PowerPoint Presentation</vt:lpstr>
      <vt:lpstr>Dividing fractions</vt:lpstr>
      <vt:lpstr>PowerPoint Presentation</vt:lpstr>
      <vt:lpstr>PowerPoint Presentation</vt:lpstr>
      <vt:lpstr>PowerPoint Presentation</vt:lpstr>
      <vt:lpstr>PowerPoint Presentation</vt:lpstr>
    </vt:vector>
  </TitlesOfParts>
  <Company>DoE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Adding fractions</dc:title>
  <dc:creator>Tamara Nurse</dc:creator>
  <cp:lastModifiedBy>Sarah James</cp:lastModifiedBy>
  <cp:revision>8</cp:revision>
  <dcterms:created xsi:type="dcterms:W3CDTF">2015-05-24T12:49:48Z</dcterms:created>
  <dcterms:modified xsi:type="dcterms:W3CDTF">2018-07-22T11:42:55Z</dcterms:modified>
</cp:coreProperties>
</file>