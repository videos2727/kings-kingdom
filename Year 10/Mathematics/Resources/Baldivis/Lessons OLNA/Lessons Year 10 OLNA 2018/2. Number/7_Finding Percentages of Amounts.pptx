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9" r:id="rId8"/>
    <p:sldId id="264" r:id="rId9"/>
    <p:sldId id="268" r:id="rId10"/>
    <p:sldId id="270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8778F4-7C2B-4F4C-B9CC-87AED5FBA6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dKAX7Jp8w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Finding Percentages of Amounts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find 10%, 20% and 5% of amounts without a calculator?</a:t>
            </a:r>
          </a:p>
        </p:txBody>
      </p:sp>
    </p:spTree>
    <p:extLst>
      <p:ext uri="{BB962C8B-B14F-4D97-AF65-F5344CB8AC3E}">
        <p14:creationId xmlns:p14="http://schemas.microsoft.com/office/powerpoint/2010/main" val="5009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Percent means out of 100</a:t>
                </a:r>
              </a:p>
              <a:p>
                <a:r>
                  <a:rPr lang="en-AU" dirty="0"/>
                  <a:t>23%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 smtClean="0"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8%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Change -   15% </a:t>
                </a:r>
              </a:p>
              <a:p>
                <a:r>
                  <a:rPr lang="en-AU" dirty="0"/>
                  <a:t>                    25%</a:t>
                </a:r>
              </a:p>
              <a:p>
                <a:r>
                  <a:rPr lang="en-AU" dirty="0"/>
                  <a:t> 	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35" t="-19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</a:t>
            </a:r>
            <a:r>
              <a:rPr lang="en-AU" dirty="0" err="1"/>
              <a:t>percent</a:t>
            </a:r>
            <a:r>
              <a:rPr lang="en-A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345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 </a:t>
            </a:r>
            <a:r>
              <a:rPr lang="en-AU" dirty="0">
                <a:hlinkClick r:id="rId2"/>
              </a:rPr>
              <a:t>https://www.youtube.com/watch?v=-dKAX7Jp8wo</a:t>
            </a:r>
            <a:r>
              <a:rPr lang="en-AU" dirty="0"/>
              <a:t> </a:t>
            </a:r>
          </a:p>
          <a:p>
            <a:r>
              <a:rPr lang="en-AU" dirty="0"/>
              <a:t>Discounts- to save you MONEY!!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they good for? </a:t>
            </a:r>
          </a:p>
        </p:txBody>
      </p:sp>
    </p:spTree>
    <p:extLst>
      <p:ext uri="{BB962C8B-B14F-4D97-AF65-F5344CB8AC3E}">
        <p14:creationId xmlns:p14="http://schemas.microsoft.com/office/powerpoint/2010/main" val="1525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Finding percentages of amounts.</a:t>
            </a:r>
          </a:p>
          <a:p>
            <a:r>
              <a:rPr lang="en-AU" dirty="0"/>
              <a:t>We start with 10%</a:t>
            </a:r>
          </a:p>
          <a:p>
            <a:r>
              <a:rPr lang="en-AU" dirty="0"/>
              <a:t>10% of 100 is 10</a:t>
            </a:r>
          </a:p>
          <a:p>
            <a:r>
              <a:rPr lang="en-AU" dirty="0"/>
              <a:t>10% of 70 is 7 </a:t>
            </a:r>
          </a:p>
          <a:p>
            <a:r>
              <a:rPr lang="en-AU" dirty="0"/>
              <a:t>10% of 90 is 9</a:t>
            </a:r>
          </a:p>
          <a:p>
            <a:r>
              <a:rPr lang="en-AU" dirty="0"/>
              <a:t>10%of 200 is 20</a:t>
            </a:r>
          </a:p>
          <a:p>
            <a:r>
              <a:rPr lang="en-AU" dirty="0"/>
              <a:t>Lets go around the room with random questions.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skills do we need?</a:t>
            </a:r>
          </a:p>
        </p:txBody>
      </p:sp>
    </p:spTree>
    <p:extLst>
      <p:ext uri="{BB962C8B-B14F-4D97-AF65-F5344CB8AC3E}">
        <p14:creationId xmlns:p14="http://schemas.microsoft.com/office/powerpoint/2010/main" val="121713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Find 10% of the following: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time- 10mins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6E0112-FAFC-48CA-96E4-8FDB0623E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56084"/>
              </p:ext>
            </p:extLst>
          </p:nvPr>
        </p:nvGraphicFramePr>
        <p:xfrm>
          <a:off x="1259632" y="3429000"/>
          <a:ext cx="6096000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912048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7424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a) $45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f)  $920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85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b) $</a:t>
                      </a:r>
                      <a:r>
                        <a:rPr lang="en-AU" dirty="0"/>
                        <a:t>110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g) $879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2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c) $</a:t>
                      </a:r>
                      <a:r>
                        <a:rPr lang="en-AU" dirty="0"/>
                        <a:t>84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h) $1000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5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d) $</a:t>
                      </a:r>
                      <a:r>
                        <a:rPr lang="en-AU" dirty="0"/>
                        <a:t>55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r>
                        <a:rPr lang="en-US" dirty="0"/>
                        <a:t>) $1245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81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e) $</a:t>
                      </a:r>
                      <a:r>
                        <a:rPr lang="en-AU" dirty="0"/>
                        <a:t>340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j) $322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5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07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20% is double 10%</a:t>
            </a:r>
          </a:p>
          <a:p>
            <a:r>
              <a:rPr lang="en-AU" dirty="0"/>
              <a:t>Find 10% and double it.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 Find 20% of $70</a:t>
            </a:r>
          </a:p>
          <a:p>
            <a:pPr lvl="1"/>
            <a:r>
              <a:rPr lang="en-AU" dirty="0"/>
              <a:t>Find 10% of 70= ??</a:t>
            </a:r>
          </a:p>
          <a:p>
            <a:pPr lvl="1"/>
            <a:r>
              <a:rPr lang="en-AU" dirty="0"/>
              <a:t>Double your answer.</a:t>
            </a:r>
          </a:p>
          <a:p>
            <a:pPr lvl="1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about 20 %?</a:t>
            </a:r>
          </a:p>
        </p:txBody>
      </p:sp>
    </p:spTree>
    <p:extLst>
      <p:ext uri="{BB962C8B-B14F-4D97-AF65-F5344CB8AC3E}">
        <p14:creationId xmlns:p14="http://schemas.microsoft.com/office/powerpoint/2010/main" val="3971067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Find 20% of the following: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time- 7mins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6E0112-FAFC-48CA-96E4-8FDB0623E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72278"/>
              </p:ext>
            </p:extLst>
          </p:nvPr>
        </p:nvGraphicFramePr>
        <p:xfrm>
          <a:off x="1259632" y="3429000"/>
          <a:ext cx="6096000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912048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7424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a) $60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f)  $95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85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b) $</a:t>
                      </a:r>
                      <a:r>
                        <a:rPr lang="en-AU" dirty="0"/>
                        <a:t>50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g) $879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2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c) $</a:t>
                      </a:r>
                      <a:r>
                        <a:rPr lang="en-AU" dirty="0"/>
                        <a:t>120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5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d) $</a:t>
                      </a:r>
                      <a:r>
                        <a:rPr lang="en-AU" dirty="0"/>
                        <a:t>35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81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e) $</a:t>
                      </a:r>
                      <a:r>
                        <a:rPr lang="en-AU" dirty="0"/>
                        <a:t>230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5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22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5% is half 10%</a:t>
            </a:r>
          </a:p>
          <a:p>
            <a:r>
              <a:rPr lang="en-AU" dirty="0"/>
              <a:t>Find 10% and halve it.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 Find 5% of $80</a:t>
            </a:r>
          </a:p>
          <a:p>
            <a:pPr lvl="1"/>
            <a:r>
              <a:rPr lang="en-AU" dirty="0"/>
              <a:t>Find 10% of 80= ??</a:t>
            </a:r>
          </a:p>
          <a:p>
            <a:pPr lvl="1"/>
            <a:r>
              <a:rPr lang="en-AU" dirty="0"/>
              <a:t>Halve your answer.</a:t>
            </a:r>
          </a:p>
          <a:p>
            <a:pPr lvl="1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about 5 %?</a:t>
            </a:r>
          </a:p>
        </p:txBody>
      </p:sp>
    </p:spTree>
    <p:extLst>
      <p:ext uri="{BB962C8B-B14F-4D97-AF65-F5344CB8AC3E}">
        <p14:creationId xmlns:p14="http://schemas.microsoft.com/office/powerpoint/2010/main" val="1850673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Worksheet 8mins</a:t>
            </a:r>
          </a:p>
          <a:p>
            <a:r>
              <a:rPr lang="en-AU" dirty="0"/>
              <a:t>GO!!!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time</a:t>
            </a:r>
          </a:p>
        </p:txBody>
      </p:sp>
    </p:spTree>
    <p:extLst>
      <p:ext uri="{BB962C8B-B14F-4D97-AF65-F5344CB8AC3E}">
        <p14:creationId xmlns:p14="http://schemas.microsoft.com/office/powerpoint/2010/main" val="74118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Find 5% of the following: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time- 7mins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6E0112-FAFC-48CA-96E4-8FDB0623E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37886"/>
              </p:ext>
            </p:extLst>
          </p:nvPr>
        </p:nvGraphicFramePr>
        <p:xfrm>
          <a:off x="1259632" y="3429000"/>
          <a:ext cx="3048000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91204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a) $60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85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b) 80 bottles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2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c) </a:t>
                      </a:r>
                      <a:r>
                        <a:rPr lang="en-AU" dirty="0"/>
                        <a:t>110 lollies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5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d) $</a:t>
                      </a:r>
                      <a:r>
                        <a:rPr lang="en-AU" dirty="0"/>
                        <a:t>600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81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e) $</a:t>
                      </a:r>
                      <a:r>
                        <a:rPr lang="en-AU" dirty="0"/>
                        <a:t>28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5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76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make 15% we need to find…….% and 5% and then ………….them together.</a:t>
            </a:r>
          </a:p>
          <a:p>
            <a:r>
              <a:rPr lang="en-AU" dirty="0"/>
              <a:t>To Make 25% we need to find…………. and ………. Then ………….</a:t>
            </a:r>
          </a:p>
          <a:p>
            <a:r>
              <a:rPr lang="en-AU" dirty="0"/>
              <a:t>How do we make 30%?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Combining these….</a:t>
            </a:r>
          </a:p>
        </p:txBody>
      </p:sp>
    </p:spTree>
    <p:extLst>
      <p:ext uri="{BB962C8B-B14F-4D97-AF65-F5344CB8AC3E}">
        <p14:creationId xmlns:p14="http://schemas.microsoft.com/office/powerpoint/2010/main" val="124013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30% of $40</a:t>
            </a:r>
          </a:p>
          <a:p>
            <a:r>
              <a:rPr lang="en-US" dirty="0"/>
              <a:t>Find 25% of $220</a:t>
            </a:r>
          </a:p>
          <a:p>
            <a:r>
              <a:rPr lang="en-US" dirty="0"/>
              <a:t>Find 15% $65</a:t>
            </a:r>
          </a:p>
          <a:p>
            <a:r>
              <a:rPr lang="en-US" dirty="0"/>
              <a:t>Find 90% of $70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Practise- 5mins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1720" y="4941168"/>
            <a:ext cx="4647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AU" sz="5400" b="1" cap="none" spc="20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3">
                    <a:satMod val="200000"/>
                    <a:alpha val="50000"/>
                  </a:scheme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Good Job!!!!</a:t>
            </a:r>
          </a:p>
        </p:txBody>
      </p:sp>
    </p:spTree>
    <p:extLst>
      <p:ext uri="{BB962C8B-B14F-4D97-AF65-F5344CB8AC3E}">
        <p14:creationId xmlns:p14="http://schemas.microsoft.com/office/powerpoint/2010/main" val="1639075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241</TotalTime>
  <Words>385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Cambria Math</vt:lpstr>
      <vt:lpstr>Candara</vt:lpstr>
      <vt:lpstr>Symbol</vt:lpstr>
      <vt:lpstr>Waveform</vt:lpstr>
      <vt:lpstr>Finding Percentages of Amounts</vt:lpstr>
      <vt:lpstr>What is percent?</vt:lpstr>
      <vt:lpstr>What are they good for? </vt:lpstr>
      <vt:lpstr>What skills do we need?</vt:lpstr>
      <vt:lpstr>Practise time- 10mins</vt:lpstr>
      <vt:lpstr>What about 20 %?</vt:lpstr>
      <vt:lpstr>Practise time- 7mins</vt:lpstr>
      <vt:lpstr>What about 5 %?</vt:lpstr>
      <vt:lpstr>Practise time</vt:lpstr>
      <vt:lpstr>Practise time- 7mins</vt:lpstr>
      <vt:lpstr>Combining these….</vt:lpstr>
      <vt:lpstr>Practise- 5mins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Percentages of Amounts</dc:title>
  <dc:creator>MILLER Belinda</dc:creator>
  <cp:lastModifiedBy>JAMES Sarah [Baldivis Secondary College]</cp:lastModifiedBy>
  <cp:revision>10</cp:revision>
  <dcterms:created xsi:type="dcterms:W3CDTF">2017-08-02T00:04:31Z</dcterms:created>
  <dcterms:modified xsi:type="dcterms:W3CDTF">2018-06-18T12:26:15Z</dcterms:modified>
</cp:coreProperties>
</file>