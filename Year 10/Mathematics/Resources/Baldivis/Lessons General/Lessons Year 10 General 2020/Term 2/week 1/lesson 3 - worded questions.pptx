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3" r:id="rId2"/>
    <p:sldId id="26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56E61-494E-4840-99EA-E55E2D75009B}" type="datetimeFigureOut">
              <a:rPr lang="en-AU" smtClean="0"/>
              <a:t>6/04/2020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D3D3F-A819-44C3-AD91-8A2B8014CA1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2496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361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6/04/2020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5742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6/04/2020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4972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6/04/2020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168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6/04/2020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5927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6/04/2020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330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6/04/2020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7008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6/04/2020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142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6/04/2020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014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6/04/2020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2086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6/04/2020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861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6/04/2020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0776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ED939-D8F6-4B20-8F05-CE65450F8062}" type="datetimeFigureOut">
              <a:rPr lang="en-AU" smtClean="0"/>
              <a:t>6/04/2020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807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84655" y="1185627"/>
            <a:ext cx="8678" cy="5672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55036" y="151261"/>
            <a:ext cx="2023631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1755" marR="71755"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Topic:  </a:t>
            </a:r>
            <a:r>
              <a:rPr lang="en-AU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Pythagoras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767763"/>
              </p:ext>
            </p:extLst>
          </p:nvPr>
        </p:nvGraphicFramePr>
        <p:xfrm>
          <a:off x="93807" y="710805"/>
          <a:ext cx="12375284" cy="5039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75284">
                  <a:extLst>
                    <a:ext uri="{9D8B030D-6E8A-4147-A177-3AD203B41FA5}">
                      <a16:colId xmlns:a16="http://schemas.microsoft.com/office/drawing/2014/main" val="2931469201"/>
                    </a:ext>
                  </a:extLst>
                </a:gridCol>
              </a:tblGrid>
              <a:tr h="503942">
                <a:tc>
                  <a:txBody>
                    <a:bodyPr/>
                    <a:lstStyle/>
                    <a:p>
                      <a:pPr defTabSz="685595"/>
                      <a:r>
                        <a:rPr lang="en-AU" sz="2000" b="1" dirty="0" smtClean="0">
                          <a:solidFill>
                            <a:schemeClr val="tx1"/>
                          </a:solidFill>
                          <a:latin typeface="Kiwi School Handwriting" panose="00000500000000000000" pitchFamily="2" charset="0"/>
                        </a:rPr>
                        <a:t>EQ – How can we solve problems involving right-angled triangles</a:t>
                      </a:r>
                      <a:r>
                        <a:rPr lang="en-AU" sz="2000" dirty="0" smtClean="0">
                          <a:solidFill>
                            <a:schemeClr val="tx1"/>
                          </a:solidFill>
                        </a:rPr>
                        <a:t>?</a:t>
                      </a:r>
                      <a:r>
                        <a:rPr lang="en-AU" sz="2000" b="1" dirty="0" smtClean="0">
                          <a:solidFill>
                            <a:schemeClr val="tx1"/>
                          </a:solidFill>
                          <a:latin typeface="Kiwi School Handwriting" panose="00000500000000000000" pitchFamily="2" charset="0"/>
                        </a:rPr>
                        <a:t> </a:t>
                      </a:r>
                      <a:endParaRPr lang="en-AU" sz="2000" b="1" dirty="0">
                        <a:solidFill>
                          <a:schemeClr val="tx1"/>
                        </a:solidFill>
                        <a:latin typeface="Kiwi School Handwriting" panose="00000500000000000000" pitchFamily="2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64187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3847240" y="1284528"/>
            <a:ext cx="6197351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indent="-457200">
              <a:buAutoNum type="arabicPeriod"/>
            </a:pPr>
            <a:r>
              <a:rPr lang="en-AU" sz="2000" dirty="0"/>
              <a:t>Draw a diagram to help identify the right-angled triangles that may help solve the problem.</a:t>
            </a:r>
          </a:p>
          <a:p>
            <a:pPr marL="457200" indent="-457200">
              <a:buAutoNum type="arabicPeriod"/>
            </a:pPr>
            <a:r>
              <a:rPr lang="en-AU" sz="2000" dirty="0"/>
              <a:t>Label the sides with their lengths. Use a pronumeral if the length is not unknown.</a:t>
            </a:r>
          </a:p>
          <a:p>
            <a:pPr marL="457200" indent="-457200">
              <a:buAutoNum type="arabicPeriod"/>
            </a:pPr>
            <a:r>
              <a:rPr lang="en-AU" sz="2000" dirty="0"/>
              <a:t>Use Pythagoras’ Theorem to work out the unknown.</a:t>
            </a:r>
          </a:p>
          <a:p>
            <a:pPr marL="457200" indent="-457200">
              <a:buAutoNum type="arabicPeriod"/>
            </a:pPr>
            <a:r>
              <a:rPr lang="en-AU" sz="2000" dirty="0"/>
              <a:t>Solve the problem by making any further calculations and answering in words.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075E63-DA94-453C-B129-912863142F25}"/>
              </a:ext>
            </a:extLst>
          </p:cNvPr>
          <p:cNvSpPr txBox="1"/>
          <p:nvPr/>
        </p:nvSpPr>
        <p:spPr>
          <a:xfrm>
            <a:off x="2065706" y="1327776"/>
            <a:ext cx="19256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What are the steps?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56EF21B-09CC-4544-80D9-02CC838B60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41159" y="3675352"/>
            <a:ext cx="8573266" cy="294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392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CCAF87-727A-4E0A-A184-5E45F7E52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764" y="620688"/>
            <a:ext cx="8820472" cy="585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22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76</Words>
  <Application>Microsoft Office PowerPoint</Application>
  <PresentationFormat>Widescreen</PresentationFormat>
  <Paragraphs>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Kiwi School Handwriting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D'SOUZA Jillian [Baldivis Secondary College]</dc:creator>
  <cp:lastModifiedBy>D'SOUZA Jillian [Baldivis Secondary College]</cp:lastModifiedBy>
  <cp:revision>8</cp:revision>
  <dcterms:created xsi:type="dcterms:W3CDTF">2020-04-06T03:13:32Z</dcterms:created>
  <dcterms:modified xsi:type="dcterms:W3CDTF">2020-04-06T04:53:03Z</dcterms:modified>
</cp:coreProperties>
</file>