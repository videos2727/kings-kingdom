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315" r:id="rId2"/>
    <p:sldId id="303" r:id="rId3"/>
    <p:sldId id="316" r:id="rId4"/>
    <p:sldId id="317" r:id="rId5"/>
    <p:sldId id="318" r:id="rId6"/>
    <p:sldId id="319" r:id="rId7"/>
    <p:sldId id="320" r:id="rId8"/>
    <p:sldId id="292" r:id="rId9"/>
    <p:sldId id="291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889" autoAdjust="0"/>
    <p:restoredTop sz="92883" autoAdjust="0"/>
  </p:normalViewPr>
  <p:slideViewPr>
    <p:cSldViewPr>
      <p:cViewPr varScale="1">
        <p:scale>
          <a:sx n="67" d="100"/>
          <a:sy n="67" d="100"/>
        </p:scale>
        <p:origin x="1380" y="6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5AD73A-AE13-444E-A6A8-7967ABAB8119}" type="datetimeFigureOut">
              <a:rPr lang="en-AU" smtClean="0"/>
              <a:t>16/10/2020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16DE00-3598-450D-9FD4-B3F4D33F029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5940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16/10/2020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16/10/2020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16/10/2020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16/10/2020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16/10/2020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16/10/2020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16/10/2020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16/10/2020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16/10/2020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16/10/2020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16/10/2020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t>16/10/2020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784371" y="2771046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GB" b="1" dirty="0"/>
              <a:t>Topic: Bivariate Data</a:t>
            </a:r>
            <a:br>
              <a:rPr lang="en-GB" b="1" dirty="0"/>
            </a:br>
            <a:br>
              <a:rPr lang="en-GB" b="1" dirty="0"/>
            </a:br>
            <a:r>
              <a:rPr lang="en-GB" b="1" dirty="0"/>
              <a:t>EQ: What is Correlation?</a:t>
            </a:r>
          </a:p>
        </p:txBody>
      </p:sp>
    </p:spTree>
    <p:extLst>
      <p:ext uri="{BB962C8B-B14F-4D97-AF65-F5344CB8AC3E}">
        <p14:creationId xmlns:p14="http://schemas.microsoft.com/office/powerpoint/2010/main" val="13913279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29293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b="1" dirty="0"/>
              <a:t>Bivariate Data</a:t>
            </a:r>
            <a:br>
              <a:rPr lang="en-GB" sz="2800" b="1" dirty="0"/>
            </a:b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 </a:t>
            </a:r>
            <a:r>
              <a:rPr lang="en-GB" sz="2400" b="1" dirty="0"/>
              <a:t>EQ: What is correlation?</a:t>
            </a:r>
            <a:endParaRPr lang="en-AU" sz="2400" dirty="0"/>
          </a:p>
        </p:txBody>
      </p:sp>
      <p:sp>
        <p:nvSpPr>
          <p:cNvPr id="14" name="Rectangle 13"/>
          <p:cNvSpPr/>
          <p:nvPr/>
        </p:nvSpPr>
        <p:spPr>
          <a:xfrm>
            <a:off x="125601" y="2086157"/>
            <a:ext cx="235816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TimesNewRomanPSMT" charset="0"/>
              </a:rPr>
              <a:t>What is Correlation?  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09025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29293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b="1" dirty="0"/>
              <a:t>Bivariate Data</a:t>
            </a:r>
            <a:br>
              <a:rPr lang="en-GB" sz="2800" b="1" dirty="0"/>
            </a:b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 </a:t>
            </a:r>
            <a:r>
              <a:rPr lang="en-GB" sz="2400" b="1" dirty="0"/>
              <a:t>EQ: What is correlation?</a:t>
            </a:r>
            <a:endParaRPr lang="en-AU" sz="2400" dirty="0"/>
          </a:p>
        </p:txBody>
      </p:sp>
      <p:sp>
        <p:nvSpPr>
          <p:cNvPr id="14" name="Rectangle 13"/>
          <p:cNvSpPr/>
          <p:nvPr/>
        </p:nvSpPr>
        <p:spPr>
          <a:xfrm>
            <a:off x="125601" y="2086157"/>
            <a:ext cx="235816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TimesNewRomanPSMT" charset="0"/>
              </a:rPr>
              <a:t>What is Correlation?   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3095639" y="2132323"/>
            <a:ext cx="585044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A correlation indicates a relationship between two variables </a:t>
            </a:r>
          </a:p>
          <a:p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21971" y="2897312"/>
            <a:ext cx="25058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What are the types of relationships?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39067" y="519853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4426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29293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b="1" dirty="0"/>
              <a:t>Bivariate Data</a:t>
            </a:r>
            <a:br>
              <a:rPr lang="en-GB" sz="2800" b="1" dirty="0"/>
            </a:b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 </a:t>
            </a:r>
            <a:r>
              <a:rPr lang="en-GB" sz="2400" b="1" dirty="0"/>
              <a:t>EQ: What is correlation?</a:t>
            </a:r>
            <a:endParaRPr lang="en-AU" sz="2400" dirty="0"/>
          </a:p>
        </p:txBody>
      </p:sp>
      <p:sp>
        <p:nvSpPr>
          <p:cNvPr id="14" name="Rectangle 13"/>
          <p:cNvSpPr/>
          <p:nvPr/>
        </p:nvSpPr>
        <p:spPr>
          <a:xfrm>
            <a:off x="125601" y="2086157"/>
            <a:ext cx="235816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TimesNewRomanPSMT" charset="0"/>
              </a:rPr>
              <a:t>What is Correlation?   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3095639" y="2132323"/>
            <a:ext cx="585044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A correlation indicates a relationship between two variables </a:t>
            </a:r>
          </a:p>
          <a:p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21971" y="2897312"/>
            <a:ext cx="25058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What are the types </a:t>
            </a:r>
            <a:r>
              <a:rPr lang="en-US"/>
              <a:t>of relationships?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39067" y="519853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34653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29293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b="1" dirty="0"/>
              <a:t>Bivariate Data</a:t>
            </a:r>
            <a:br>
              <a:rPr lang="en-GB" sz="2800" b="1" dirty="0"/>
            </a:b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 </a:t>
            </a:r>
            <a:r>
              <a:rPr lang="en-GB" sz="2400" b="1" dirty="0"/>
              <a:t>EQ: What is correlation?</a:t>
            </a:r>
            <a:endParaRPr lang="en-AU" sz="2400" dirty="0"/>
          </a:p>
        </p:txBody>
      </p:sp>
      <p:sp>
        <p:nvSpPr>
          <p:cNvPr id="14" name="Rectangle 13"/>
          <p:cNvSpPr/>
          <p:nvPr/>
        </p:nvSpPr>
        <p:spPr>
          <a:xfrm>
            <a:off x="125601" y="2086157"/>
            <a:ext cx="235816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TimesNewRomanPSMT" charset="0"/>
              </a:rPr>
              <a:t>What is Correlation?   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3095639" y="2132323"/>
            <a:ext cx="585044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A correlation indicates a relationship between two variables </a:t>
            </a:r>
          </a:p>
          <a:p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21971" y="2897312"/>
            <a:ext cx="25058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What are the types </a:t>
            </a:r>
            <a:r>
              <a:rPr lang="en-US"/>
              <a:t>of relationships?</a:t>
            </a: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7865" y="2660438"/>
            <a:ext cx="5041900" cy="19685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3539067" y="519853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2694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616" y="404664"/>
            <a:ext cx="229293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b="1" dirty="0"/>
              <a:t>Bivariate Data</a:t>
            </a:r>
            <a:br>
              <a:rPr lang="en-GB" sz="2800" b="1" dirty="0"/>
            </a:b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 </a:t>
            </a:r>
            <a:r>
              <a:rPr lang="en-GB" sz="2400" b="1" dirty="0"/>
              <a:t>EQ: What is correlation?</a:t>
            </a:r>
            <a:endParaRPr lang="en-AU" sz="2400" dirty="0"/>
          </a:p>
        </p:txBody>
      </p:sp>
      <p:sp>
        <p:nvSpPr>
          <p:cNvPr id="14" name="Rectangle 13"/>
          <p:cNvSpPr/>
          <p:nvPr/>
        </p:nvSpPr>
        <p:spPr>
          <a:xfrm>
            <a:off x="125601" y="2086157"/>
            <a:ext cx="235816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TimesNewRomanPSMT" charset="0"/>
              </a:rPr>
              <a:t>   </a:t>
            </a:r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862" y="2164304"/>
            <a:ext cx="8736967" cy="3856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54553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616" y="404664"/>
            <a:ext cx="229293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b="1" dirty="0"/>
              <a:t>Bivariate Data</a:t>
            </a:r>
            <a:br>
              <a:rPr lang="en-GB" sz="2800" b="1" dirty="0"/>
            </a:b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 </a:t>
            </a:r>
            <a:r>
              <a:rPr lang="en-GB" sz="2400" b="1" dirty="0"/>
              <a:t>EQ: What is correlation?</a:t>
            </a:r>
            <a:endParaRPr lang="en-AU" sz="2400" dirty="0"/>
          </a:p>
        </p:txBody>
      </p:sp>
      <p:sp>
        <p:nvSpPr>
          <p:cNvPr id="14" name="Rectangle 13"/>
          <p:cNvSpPr/>
          <p:nvPr/>
        </p:nvSpPr>
        <p:spPr>
          <a:xfrm>
            <a:off x="125601" y="2086157"/>
            <a:ext cx="235816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TimesNewRomanPSMT" charset="0"/>
              </a:rPr>
              <a:t>   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535" y="2451100"/>
            <a:ext cx="8070402" cy="1942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24738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Notes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/>
              <a:t>24, 7 ,30</a:t>
            </a:r>
          </a:p>
          <a:p>
            <a:r>
              <a:rPr lang="en-AU" dirty="0"/>
              <a:t>Date</a:t>
            </a:r>
          </a:p>
          <a:p>
            <a:r>
              <a:rPr lang="en-AU" dirty="0"/>
              <a:t>Title</a:t>
            </a:r>
          </a:p>
          <a:p>
            <a:r>
              <a:rPr lang="en-AU" dirty="0"/>
              <a:t>Essential question</a:t>
            </a:r>
          </a:p>
          <a:p>
            <a:r>
              <a:rPr lang="en-AU" dirty="0"/>
              <a:t>Notes complete </a:t>
            </a:r>
          </a:p>
          <a:p>
            <a:r>
              <a:rPr lang="en-AU" dirty="0"/>
              <a:t>Notes complete with colour and diagrams</a:t>
            </a:r>
          </a:p>
          <a:p>
            <a:r>
              <a:rPr lang="en-AU" dirty="0"/>
              <a:t>Questions completed</a:t>
            </a:r>
          </a:p>
          <a:p>
            <a:r>
              <a:rPr lang="en-AU" dirty="0"/>
              <a:t>Contents page filed in</a:t>
            </a:r>
          </a:p>
          <a:p>
            <a:r>
              <a:rPr lang="en-AU" dirty="0"/>
              <a:t>Formula page filled in</a:t>
            </a:r>
          </a:p>
          <a:p>
            <a:pPr marL="0" indent="0">
              <a:buNone/>
            </a:pPr>
            <a:endParaRPr lang="en-AU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0699218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Homework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Review your notes and write a summary answering the essential question. </a:t>
            </a:r>
          </a:p>
        </p:txBody>
      </p:sp>
    </p:spTree>
    <p:extLst>
      <p:ext uri="{BB962C8B-B14F-4D97-AF65-F5344CB8AC3E}">
        <p14:creationId xmlns:p14="http://schemas.microsoft.com/office/powerpoint/2010/main" val="763422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1310</TotalTime>
  <Words>213</Words>
  <Application>Microsoft Office PowerPoint</Application>
  <PresentationFormat>On-screen Show (4:3)</PresentationFormat>
  <Paragraphs>67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TimesNewRomanPSMT</vt:lpstr>
      <vt:lpstr>Office Theme</vt:lpstr>
      <vt:lpstr>Topic: Bivariate Data  EQ: What is Correlation?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Notes Review</vt:lpstr>
      <vt:lpstr>Homework</vt:lpstr>
    </vt:vector>
  </TitlesOfParts>
  <Company>The Department of Education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DHUE Natasha [Baldivis Secondary College]</cp:lastModifiedBy>
  <cp:revision>76</cp:revision>
  <dcterms:created xsi:type="dcterms:W3CDTF">2014-05-14T02:58:57Z</dcterms:created>
  <dcterms:modified xsi:type="dcterms:W3CDTF">2020-10-16T00:14:44Z</dcterms:modified>
</cp:coreProperties>
</file>