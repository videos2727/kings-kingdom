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1"/>
  </p:notesMasterIdLst>
  <p:sldIdLst>
    <p:sldId id="257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-27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45</c:v>
                </c:pt>
                <c:pt idx="4">
                  <c:v>50</c:v>
                </c:pt>
                <c:pt idx="5">
                  <c:v>55</c:v>
                </c:pt>
                <c:pt idx="6">
                  <c:v>60</c:v>
                </c:pt>
                <c:pt idx="7">
                  <c:v>65</c:v>
                </c:pt>
                <c:pt idx="8">
                  <c:v>70</c:v>
                </c:pt>
                <c:pt idx="9">
                  <c:v>75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3.5</c:v>
                </c:pt>
                <c:pt idx="2">
                  <c:v>4</c:v>
                </c:pt>
                <c:pt idx="3">
                  <c:v>6.5</c:v>
                </c:pt>
                <c:pt idx="4">
                  <c:v>7</c:v>
                </c:pt>
                <c:pt idx="5">
                  <c:v>7.5</c:v>
                </c:pt>
                <c:pt idx="6">
                  <c:v>6</c:v>
                </c:pt>
                <c:pt idx="7">
                  <c:v>6.5</c:v>
                </c:pt>
                <c:pt idx="8">
                  <c:v>7</c:v>
                </c:pt>
                <c:pt idx="9">
                  <c:v>9.5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10-4307-9B2E-796C0E3D0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918736"/>
        <c:axId val="137685120"/>
      </c:scatterChart>
      <c:valAx>
        <c:axId val="127918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85120"/>
        <c:crosses val="autoZero"/>
        <c:crossBetween val="midCat"/>
      </c:valAx>
      <c:valAx>
        <c:axId val="13768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18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2E10D-F835-40BF-880E-26001FFEFFED}" type="datetimeFigureOut">
              <a:rPr lang="en-AU" smtClean="0"/>
              <a:t>11/10/2020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011D5-5AA7-4DA9-9B2C-B0FDF4726A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771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Drawing</a:t>
            </a:r>
            <a:r>
              <a:rPr lang="en-AU" baseline="0" dirty="0"/>
              <a:t> a scatterplot as a class.</a:t>
            </a:r>
          </a:p>
          <a:p>
            <a:r>
              <a:rPr lang="en-AU" baseline="0" dirty="0"/>
              <a:t>Draw up a set of axes on the whiteboard.</a:t>
            </a:r>
          </a:p>
          <a:p>
            <a:r>
              <a:rPr lang="en-AU" baseline="0" dirty="0"/>
              <a:t>Show students how to plot the point on their using yourself as an Example (or Mr Morgan Height and arm span both 200cm)</a:t>
            </a:r>
          </a:p>
          <a:p>
            <a:r>
              <a:rPr lang="en-AU" baseline="0" dirty="0"/>
              <a:t>When they measure their height and arm span they will then plot their data point on the scatterplot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011D5-5AA7-4DA9-9B2C-B0FDF4726AC6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72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logycorner.com/worksheets/analyzing_data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logycorner.com/worksheets/analyzing_data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logycorner.com/worksheets/analyzing_data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logycorner.com/worksheets/analyzing_data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2642" y="194482"/>
            <a:ext cx="6253317" cy="2347384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Topic- Scatter plots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8984" y="2541866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EQ- How is the relationship between two variables identified?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3767-A91A-4E81-9378-330392B9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scatter plots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611FF0-9896-4961-AAEB-79D9B1ED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234" y="2080471"/>
            <a:ext cx="5998128" cy="37886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 scatter plot displays the relationship between two variables on an X and Y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relationship is called the </a:t>
            </a:r>
            <a:r>
              <a:rPr lang="en-US" sz="2400" b="1" u="sng" dirty="0"/>
              <a:t>correlation.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Scatter plots may compare a </a:t>
            </a:r>
            <a:r>
              <a:rPr lang="en-AU" sz="2400" b="1" u="sng" dirty="0"/>
              <a:t>dependent</a:t>
            </a:r>
            <a:r>
              <a:rPr lang="en-AU" sz="2400" dirty="0"/>
              <a:t> and </a:t>
            </a:r>
            <a:r>
              <a:rPr lang="en-AU" sz="2400" b="1" u="sng" dirty="0"/>
              <a:t>independent</a:t>
            </a:r>
            <a:r>
              <a:rPr lang="en-AU" sz="2400" dirty="0"/>
              <a:t> variable.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Scatter plots can display a very large dataset.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15944DB8-9CD7-4A5A-941E-F184B98C6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40708" y="2225298"/>
            <a:ext cx="4880150" cy="218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7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96CF-7DC6-4D74-AA20-A80B69D8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(IV) and Dependent Variables (DV)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D50D6-9081-4884-B619-BFB099520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660" y="2057867"/>
            <a:ext cx="7836995" cy="3760891"/>
          </a:xfrm>
        </p:spPr>
        <p:txBody>
          <a:bodyPr/>
          <a:lstStyle/>
          <a:p>
            <a:r>
              <a:rPr lang="en-AU" dirty="0"/>
              <a:t>It can be tricky to remember which variable is which:</a:t>
            </a:r>
          </a:p>
          <a:p>
            <a:r>
              <a:rPr lang="en-US" dirty="0"/>
              <a:t>(Independent variable) causes a change in (Dependent Variable) and it isn't possible that (Dependent Variable) could cause a change in (Independent Variable).</a:t>
            </a:r>
            <a:endParaRPr lang="en-AU" dirty="0"/>
          </a:p>
          <a:p>
            <a:r>
              <a:rPr lang="en-AU" dirty="0"/>
              <a:t>Additionally:</a:t>
            </a:r>
          </a:p>
          <a:p>
            <a:r>
              <a:rPr lang="en-AU" dirty="0"/>
              <a:t>The independent variable is what is being changed.</a:t>
            </a:r>
          </a:p>
          <a:p>
            <a:r>
              <a:rPr lang="en-AU" dirty="0"/>
              <a:t>The dependent variable is what is being measured.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F69E7-7244-48C5-8C2A-EBBF941BD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61190" y="3299089"/>
            <a:ext cx="4880150" cy="21892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71A5AC-5C5B-467A-BBF8-5051546E43E3}"/>
              </a:ext>
            </a:extLst>
          </p:cNvPr>
          <p:cNvSpPr txBox="1"/>
          <p:nvPr/>
        </p:nvSpPr>
        <p:spPr>
          <a:xfrm rot="20594766">
            <a:off x="8657437" y="2056561"/>
            <a:ext cx="3212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Identify the independent and dependent variable in the scatterplots below.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83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E102-AE06-4CC9-A909-41D8A33D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scatter plots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8CCB3-0694-4A88-86C9-F7CA96310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942" y="2158535"/>
            <a:ext cx="5899138" cy="3760891"/>
          </a:xfrm>
        </p:spPr>
        <p:txBody>
          <a:bodyPr/>
          <a:lstStyle/>
          <a:p>
            <a:r>
              <a:rPr lang="en-US" dirty="0"/>
              <a:t>If the data being compared contains an independent variable, then that will go on the x-axis.</a:t>
            </a:r>
          </a:p>
          <a:p>
            <a:r>
              <a:rPr lang="en-US" b="1" dirty="0"/>
              <a:t>Independent variable = x-axis</a:t>
            </a:r>
          </a:p>
          <a:p>
            <a:r>
              <a:rPr lang="en-US" dirty="0"/>
              <a:t>Therefore… the dependent variable will be placed on the y-axis</a:t>
            </a:r>
          </a:p>
          <a:p>
            <a:r>
              <a:rPr lang="en-US" b="1" dirty="0"/>
              <a:t>Dependent variable = y-axis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9D1E6-3BBC-49CB-B0A1-9285A4B68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61572" y="2418593"/>
            <a:ext cx="5081440" cy="22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2CD7-C3CB-494F-92A5-7ACEE270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IV and DV of the following statements: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33CC0-66FE-4AEA-B59E-0140663ED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91423"/>
            <a:ext cx="10058400" cy="37608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 a study to determine whether how long a </a:t>
            </a:r>
            <a:r>
              <a:rPr lang="en-US" b="1" dirty="0"/>
              <a:t>student sleeps </a:t>
            </a:r>
            <a:r>
              <a:rPr lang="en-US" dirty="0"/>
              <a:t>affects </a:t>
            </a:r>
            <a:r>
              <a:rPr lang="en-US" b="1" dirty="0"/>
              <a:t>test scores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want to compare </a:t>
            </a:r>
            <a:r>
              <a:rPr lang="en-US" b="1" dirty="0"/>
              <a:t>brands of paper towels</a:t>
            </a:r>
            <a:r>
              <a:rPr lang="en-US" dirty="0"/>
              <a:t>, to see which holds the </a:t>
            </a:r>
            <a:r>
              <a:rPr lang="en-US" b="1" dirty="0"/>
              <a:t>most liquid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effect of </a:t>
            </a:r>
            <a:r>
              <a:rPr lang="en-US" b="1" dirty="0"/>
              <a:t>diet and regular soda </a:t>
            </a:r>
            <a:r>
              <a:rPr lang="en-US" dirty="0"/>
              <a:t>on </a:t>
            </a:r>
            <a:r>
              <a:rPr lang="en-US" b="1" dirty="0"/>
              <a:t>blood sugar levels</a:t>
            </a:r>
            <a:r>
              <a:rPr lang="en-US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does </a:t>
            </a:r>
            <a:r>
              <a:rPr lang="en-US" b="1" dirty="0"/>
              <a:t>phone use </a:t>
            </a:r>
            <a:r>
              <a:rPr lang="en-US" dirty="0"/>
              <a:t>before bedtime affect </a:t>
            </a:r>
            <a:r>
              <a:rPr lang="en-US" b="1" dirty="0"/>
              <a:t>sleep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2890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D28A-E01C-4415-B880-411A0531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LHS- Make a scatterplot of the following dataset.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59F2CBC-E9D3-43E0-BBBA-BFF4DE94A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510852"/>
              </p:ext>
            </p:extLst>
          </p:nvPr>
        </p:nvGraphicFramePr>
        <p:xfrm>
          <a:off x="971127" y="2074644"/>
          <a:ext cx="10058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2880472606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311699872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342054374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963523538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575174802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03823897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3083010503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3032878598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3265169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51589100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851024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53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939238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6CF82A1-012F-4D20-88FC-6C3B08BBB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950169"/>
              </p:ext>
            </p:extLst>
          </p:nvPr>
        </p:nvGraphicFramePr>
        <p:xfrm>
          <a:off x="530371" y="3295056"/>
          <a:ext cx="6197600" cy="270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0894177-4719-4D63-8078-B44ECE338CAF}"/>
              </a:ext>
            </a:extLst>
          </p:cNvPr>
          <p:cNvSpPr/>
          <p:nvPr/>
        </p:nvSpPr>
        <p:spPr>
          <a:xfrm>
            <a:off x="971127" y="3153608"/>
            <a:ext cx="5553512" cy="2459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EDE02-F2A9-4B53-9B45-0F8439E3A601}"/>
              </a:ext>
            </a:extLst>
          </p:cNvPr>
          <p:cNvSpPr txBox="1"/>
          <p:nvPr/>
        </p:nvSpPr>
        <p:spPr>
          <a:xfrm>
            <a:off x="8380602" y="3076022"/>
            <a:ext cx="22734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Hint- start from zero on both axes.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Identify the maximum number for each variable.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Decide what interval to increase by on each axis (e.g. 2s and 10s)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10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2121-9E72-4D1C-ACE3-43A4FD26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scatterplots to make predictions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81D6D9-BDCF-477C-83C9-EF3FFC9E1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0858" y="2425139"/>
            <a:ext cx="6858000" cy="3076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B04280-0A45-41CD-A05D-EDB2F8A88556}"/>
              </a:ext>
            </a:extLst>
          </p:cNvPr>
          <p:cNvSpPr txBox="1"/>
          <p:nvPr/>
        </p:nvSpPr>
        <p:spPr>
          <a:xfrm>
            <a:off x="7776595" y="1988912"/>
            <a:ext cx="38337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What is the correlation between temperature and the sales of items from a deli?</a:t>
            </a:r>
          </a:p>
          <a:p>
            <a:endParaRPr lang="en-US" dirty="0"/>
          </a:p>
          <a:p>
            <a:r>
              <a:rPr lang="en-US" dirty="0"/>
              <a:t>Ice-cream:</a:t>
            </a:r>
          </a:p>
          <a:p>
            <a:r>
              <a:rPr lang="en-US" dirty="0"/>
              <a:t>Burger:</a:t>
            </a:r>
          </a:p>
          <a:p>
            <a:r>
              <a:rPr lang="en-US" dirty="0"/>
              <a:t>Coffee:</a:t>
            </a:r>
          </a:p>
          <a:p>
            <a:endParaRPr lang="en-US" dirty="0"/>
          </a:p>
          <a:p>
            <a:r>
              <a:rPr lang="en-US" dirty="0"/>
              <a:t>2. What time of year would you expect each item to have the most sales?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3. If the business wanted to make more money, when should they increase the price of each item?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695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F93C-6872-458C-B2C4-0CB7F8CD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LHS- Dwyer 10 Textbook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E395-D62A-451D-A21A-C62282F05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120545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Read page 246.</a:t>
            </a:r>
          </a:p>
          <a:p>
            <a:pPr algn="ctr"/>
            <a:r>
              <a:rPr lang="en-US" sz="2400" b="1" dirty="0"/>
              <a:t>Complete questions on page 247.</a:t>
            </a:r>
          </a:p>
          <a:p>
            <a:pPr marL="0" indent="0" algn="ctr">
              <a:buNone/>
            </a:pP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85315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7B35-5588-43F3-A35C-4A8B48CE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Extension/Alternative Activity</a:t>
            </a:r>
            <a:endParaRPr lang="en-AU" dirty="0"/>
          </a:p>
        </p:txBody>
      </p:sp>
      <p:pic>
        <p:nvPicPr>
          <p:cNvPr id="4" name="Picture 2" descr="Image result for height and armspan">
            <a:extLst>
              <a:ext uri="{FF2B5EF4-FFF2-40B4-BE49-F238E27FC236}">
                <a16:creationId xmlns:a16="http://schemas.microsoft.com/office/drawing/2014/main" id="{ED72AC5B-9B89-4B2D-806F-16C8E3A79F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644" y="2196996"/>
            <a:ext cx="4023200" cy="360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C1B478-0A05-476A-B2FE-95C2D2B29AE6}"/>
              </a:ext>
            </a:extLst>
          </p:cNvPr>
          <p:cNvSpPr txBox="1">
            <a:spLocks/>
          </p:cNvSpPr>
          <p:nvPr/>
        </p:nvSpPr>
        <p:spPr>
          <a:xfrm>
            <a:off x="1219200" y="2567031"/>
            <a:ext cx="3310855" cy="14334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/>
              <a:t>Measure your height and arm span</a:t>
            </a:r>
          </a:p>
        </p:txBody>
      </p:sp>
    </p:spTree>
    <p:extLst>
      <p:ext uri="{BB962C8B-B14F-4D97-AF65-F5344CB8AC3E}">
        <p14:creationId xmlns:p14="http://schemas.microsoft.com/office/powerpoint/2010/main" val="360690905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{0F72183C-1359-4877-A841-42BB8AE552B9}tf56160789_win32</Template>
  <TotalTime>57</TotalTime>
  <Words>465</Words>
  <Application>Microsoft Office PowerPoint</Application>
  <PresentationFormat>Widescreen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Bookman Old Style</vt:lpstr>
      <vt:lpstr>Calibri</vt:lpstr>
      <vt:lpstr>Franklin Gothic Book</vt:lpstr>
      <vt:lpstr>Wingdings</vt:lpstr>
      <vt:lpstr>1_RetrospectVTI</vt:lpstr>
      <vt:lpstr>Topic- Scatter plots</vt:lpstr>
      <vt:lpstr>Introduction to scatter plots</vt:lpstr>
      <vt:lpstr>Independent (IV) and Dependent Variables (DV)</vt:lpstr>
      <vt:lpstr>Creating scatter plots</vt:lpstr>
      <vt:lpstr>Identify the IV and DV of the following statements:</vt:lpstr>
      <vt:lpstr>LHS- Make a scatterplot of the following dataset.</vt:lpstr>
      <vt:lpstr>Using scatterplots to make predictions</vt:lpstr>
      <vt:lpstr>LHS- Dwyer 10 Textbook</vt:lpstr>
      <vt:lpstr>Extension/Alternative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Topic- Scatter plots</dc:title>
  <dc:creator>PC</dc:creator>
  <cp:lastModifiedBy>PC</cp:lastModifiedBy>
  <cp:revision>7</cp:revision>
  <dcterms:created xsi:type="dcterms:W3CDTF">2020-10-11T12:37:20Z</dcterms:created>
  <dcterms:modified xsi:type="dcterms:W3CDTF">2020-10-11T13:34:41Z</dcterms:modified>
</cp:coreProperties>
</file>