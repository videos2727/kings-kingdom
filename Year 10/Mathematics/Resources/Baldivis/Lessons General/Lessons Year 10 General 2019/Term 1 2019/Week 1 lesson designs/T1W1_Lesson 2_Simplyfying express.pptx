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0" r:id="rId4"/>
    <p:sldId id="266" r:id="rId5"/>
    <p:sldId id="273" r:id="rId6"/>
    <p:sldId id="267" r:id="rId7"/>
    <p:sldId id="268" r:id="rId8"/>
    <p:sldId id="269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8D01B-BEA2-4E38-BCBD-2995755F7558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A4AAA-D1DF-4B3C-A493-9BF371CF74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467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08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54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36FA3-9B12-438C-A0DC-2B0F1EBB8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DCD0E-51DF-48AA-B3DE-C430DAF4E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6FD35-FDE8-4294-9762-CE48961E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A63A4-8165-4103-BF29-4573D9562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A234D-2797-4D32-AB60-0E14425F6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264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5EFE-26E5-4819-9A3D-EF690285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B19AC-B337-446C-9EB3-A4EEDCD35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E0F50-C1A2-4DDB-B4B4-0B4C9970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8FA3A-718C-41E0-8371-EFFA4AEA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02805-A1B3-48A8-9DBC-28D00426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142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648E9-E7EF-40D8-AC92-861322DF5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5421B-7A2B-408F-9D9F-29319A2F3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F8C00-B84D-4FE3-81BF-C86A39A9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0C50A-ACAE-4E3E-99D2-A185F6E1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012F2-DC09-4832-86C6-5523F361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707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8349-15FC-4752-80E8-D2C8BF3C3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184FD-5ADE-4CB4-AE04-81772B68C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5D4D1-5891-42FF-A662-D83D72612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0F37C-C681-4939-9EE8-8524E05CB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38F8C-3BFA-433A-ABAE-026E87933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654CC-E622-4047-9870-84A1F7A2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6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35E3-5EE1-41C1-9F6F-52CB847F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EDED2-C4DE-4936-969D-0F57693C8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9D7E8-737E-45AA-9F56-BCF0F407F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EB82F-A501-47D9-991E-B76CB4B70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129C7-E86A-4017-97A0-7E1F491B4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0308D4-9D89-4D25-AFF1-7CFB1EB9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02FAD7-16BC-43B2-B74A-3509BB47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AE545-7CB2-492E-A34A-F36D3599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8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4072-5159-4AA9-ADB6-936E4DB3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88131-55A9-48F5-BFA1-55682ED9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D54EB-E34F-4A4A-8456-67FC0A05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8E09E6-9777-45BD-96CE-7E46355B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786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4C9EF6-736A-4EE1-AADD-94B93DEE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12118-3E3B-4303-BF16-01B889296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7B30D-AF04-413B-AC1C-62E63324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856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74263-F6D9-42B6-A6FB-E990E64F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0BAD8-85D3-4E48-A2D3-602EDB010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ECFEB-1000-4D51-B142-976341ABE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8D6DC-0F8C-4D5D-B354-15AAD54BA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6AA5F-8504-4271-AB07-DA04DDA6F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F419C-9C0C-4D2A-BB47-DB1174BB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0695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2EAB2-B828-4157-9D4D-395E47A7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8B1B45-EA0F-49D6-89F0-78DDD4EAC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75D77-1DCA-4B22-94D5-BA82AB501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3F9FD-D166-472B-8C61-CCF7D9A4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B9913-CD95-48E9-9DE8-D9730E6B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AC224-FFBE-48A2-A552-FF35E3FF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453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34932-C6C9-464C-8F07-1C14FB37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EE320-D198-4992-95DA-82515D3D8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A3E13-A80C-413E-8161-184B573A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4E065-9839-4067-9354-F4F939F2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3DE95-6E33-427E-97EB-4DAA265D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322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203CA-9E3E-4013-9BB3-6A24A8000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6F240-58CF-4558-828F-31A8D3710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7D7D8-8394-4303-B821-7D704CB7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638A7-8D13-4F08-8A5B-F9901DA0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93607-8934-4004-9DC3-32D9D186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249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253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5684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BB7D8-6FC4-4074-B018-4DC0C7791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E67C2-C2A0-4D94-9E85-D818F95C8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76F5B-64C8-4120-A86F-5FFE94669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B6C4B-2915-4D88-AD36-CD3AB6E877D7}" type="datetimeFigureOut">
              <a:rPr lang="en-AU" smtClean="0"/>
              <a:t>2/02/2019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F49E1-AB52-4979-8298-9F03953C3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7B6E-63A1-4900-912B-C8D88612F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E0B71-3937-490C-A95F-E69BFDB96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396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2517" y="1495424"/>
            <a:ext cx="7766936" cy="783761"/>
          </a:xfrm>
        </p:spPr>
        <p:txBody>
          <a:bodyPr/>
          <a:lstStyle/>
          <a:p>
            <a:pPr algn="l"/>
            <a:r>
              <a:rPr lang="en-US" sz="3200" dirty="0"/>
              <a:t>Topic: Simplifying algebraic expressions</a:t>
            </a:r>
            <a:endParaRPr lang="en-AU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78792" y="2755434"/>
            <a:ext cx="5703358" cy="783762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EQ: What is a ‘like term’ and how do I collect them? </a:t>
            </a:r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Simplify expressions by collecting like terms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9471" y="185208"/>
            <a:ext cx="58756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Simplifying algebraic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is a “like term” and I do I collect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0003098-A961-4852-970B-9E906B2D7753}"/>
              </a:ext>
            </a:extLst>
          </p:cNvPr>
          <p:cNvSpPr/>
          <p:nvPr/>
        </p:nvSpPr>
        <p:spPr>
          <a:xfrm>
            <a:off x="2447156" y="1504175"/>
            <a:ext cx="93828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Like terms can be combined when they are added or subtracted to simplify the expression.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17323A-379A-4ACB-878D-7E5B296CD4BF}"/>
                  </a:ext>
                </a:extLst>
              </p:cNvPr>
              <p:cNvSpPr/>
              <p:nvPr/>
            </p:nvSpPr>
            <p:spPr>
              <a:xfrm>
                <a:off x="3048000" y="2551837"/>
                <a:ext cx="6096000" cy="175432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𝑦𝑥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+ 5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117323A-379A-4ACB-878D-7E5B296CD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551837"/>
                <a:ext cx="6096000" cy="1754326"/>
              </a:xfrm>
              <a:prstGeom prst="rect">
                <a:avLst/>
              </a:prstGeom>
              <a:blipFill>
                <a:blip r:embed="rId3"/>
                <a:stretch>
                  <a:fillRect l="-800" t="-2091" b="-41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LHS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D38E9-1D3B-495F-A743-AD8D39719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38" t="19381" r="43402" b="62676"/>
          <a:stretch/>
        </p:blipFill>
        <p:spPr>
          <a:xfrm>
            <a:off x="1529695" y="1960078"/>
            <a:ext cx="4703975" cy="2937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AA8C5-953B-4312-9B1F-5D20FC596215}"/>
              </a:ext>
            </a:extLst>
          </p:cNvPr>
          <p:cNvSpPr txBox="1"/>
          <p:nvPr/>
        </p:nvSpPr>
        <p:spPr>
          <a:xfrm>
            <a:off x="6979651" y="1359717"/>
            <a:ext cx="35067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2a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19c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3k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18o</a:t>
            </a:r>
          </a:p>
          <a:p>
            <a:pPr>
              <a:lnSpc>
                <a:spcPct val="150000"/>
              </a:lnSpc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-w</a:t>
            </a:r>
          </a:p>
          <a:p>
            <a:pPr>
              <a:lnSpc>
                <a:spcPct val="150000"/>
              </a:lnSpc>
            </a:pPr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410176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257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9471" y="185208"/>
            <a:ext cx="58756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Simplifying algebraic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EQ – What is a “like term” and I do I collect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8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32033-4EB2-43D5-8E91-BA571C47BE6A}"/>
              </a:ext>
            </a:extLst>
          </p:cNvPr>
          <p:cNvSpPr txBox="1"/>
          <p:nvPr/>
        </p:nvSpPr>
        <p:spPr>
          <a:xfrm>
            <a:off x="122548" y="2516957"/>
            <a:ext cx="2318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 add and subtract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/>
              <p:nvPr/>
            </p:nvSpPr>
            <p:spPr>
              <a:xfrm>
                <a:off x="2846894" y="2516957"/>
                <a:ext cx="8663234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can be combined when they are added or subtracted to simplify the expression.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</m:t>
                    </m:r>
                    <m:r>
                      <a:rPr lang="en-AU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+7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−2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+3</m:t>
                    </m:r>
                    <m:r>
                      <a:rPr lang="en-AU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b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U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AE1744-D473-4850-93F1-65E90EAE5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894" y="2516957"/>
                <a:ext cx="8663234" cy="3293209"/>
              </a:xfrm>
              <a:prstGeom prst="rect">
                <a:avLst/>
              </a:prstGeom>
              <a:blipFill>
                <a:blip r:embed="rId2"/>
                <a:stretch>
                  <a:fillRect l="-352" t="-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54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09CE9E-05BD-4AFF-B418-151A665111C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83625" y="721970"/>
                <a:ext cx="10396882" cy="1151965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+7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−2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+3</m:t>
                      </m:r>
                      <m:r>
                        <a:rPr lang="en-AU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b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09CE9E-05BD-4AFF-B418-151A66511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3625" y="721970"/>
                <a:ext cx="10396882" cy="115196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F81F1A9-D3EC-4389-9639-7F7560E569AA}"/>
              </a:ext>
            </a:extLst>
          </p:cNvPr>
          <p:cNvSpPr/>
          <p:nvPr/>
        </p:nvSpPr>
        <p:spPr>
          <a:xfrm>
            <a:off x="2413262" y="580106"/>
            <a:ext cx="1414021" cy="1293829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3C3BC7-0C66-4599-8AB4-DB1F040A45EB}"/>
              </a:ext>
            </a:extLst>
          </p:cNvPr>
          <p:cNvSpPr/>
          <p:nvPr/>
        </p:nvSpPr>
        <p:spPr>
          <a:xfrm>
            <a:off x="5459691" y="460169"/>
            <a:ext cx="1770668" cy="1490411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427727-A42D-4153-97A7-A0C9F6610C68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120273" y="1873935"/>
            <a:ext cx="857838" cy="8776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7FD753-D232-4A0F-893F-17655EC3EC3E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3978111" y="1950580"/>
            <a:ext cx="2366914" cy="8009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F31310A2-220C-43C9-B5DA-13BE39A190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684" y="2674890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F31310A2-220C-43C9-B5DA-13BE39A19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84" y="2674890"/>
                <a:ext cx="4883591" cy="11519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76ECB9C-5D7C-4045-ABA9-35E208386C85}"/>
              </a:ext>
            </a:extLst>
          </p:cNvPr>
          <p:cNvSpPr/>
          <p:nvPr/>
        </p:nvSpPr>
        <p:spPr>
          <a:xfrm>
            <a:off x="3799787" y="506075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FBA488-8920-4B65-9AFE-342BB06EE8A3}"/>
              </a:ext>
            </a:extLst>
          </p:cNvPr>
          <p:cNvSpPr/>
          <p:nvPr/>
        </p:nvSpPr>
        <p:spPr>
          <a:xfrm>
            <a:off x="7231930" y="506075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1E500E-48D8-4A3D-B6BD-060A731CE588}"/>
              </a:ext>
            </a:extLst>
          </p:cNvPr>
          <p:cNvCxnSpPr>
            <a:cxnSpLocks/>
          </p:cNvCxnSpPr>
          <p:nvPr/>
        </p:nvCxnSpPr>
        <p:spPr>
          <a:xfrm>
            <a:off x="4631705" y="2015799"/>
            <a:ext cx="2101995" cy="7816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347DC4-E607-4790-8971-8D42BEE1A5EC}"/>
              </a:ext>
            </a:extLst>
          </p:cNvPr>
          <p:cNvCxnSpPr>
            <a:cxnSpLocks/>
          </p:cNvCxnSpPr>
          <p:nvPr/>
        </p:nvCxnSpPr>
        <p:spPr>
          <a:xfrm flipH="1">
            <a:off x="6733700" y="1996486"/>
            <a:ext cx="1406737" cy="8316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AF546-84C4-4A48-B95E-90BA770A8133}"/>
              </a:ext>
            </a:extLst>
          </p:cNvPr>
          <p:cNvSpPr/>
          <p:nvPr/>
        </p:nvSpPr>
        <p:spPr>
          <a:xfrm>
            <a:off x="2413262" y="2751535"/>
            <a:ext cx="2748306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B670AF65-DD0D-4666-8ABD-558ADFD4DF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8913" y="3949299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2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                                                       </a:t>
                </a:r>
                <a14:m>
                  <m:oMath xmlns:m="http://schemas.openxmlformats.org/officeDocument/2006/math">
                    <m:r>
                      <a:rPr lang="en-AU" sz="2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AU" sz="135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B670AF65-DD0D-4666-8ABD-558ADFD4D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13" y="3949299"/>
                <a:ext cx="4582718" cy="11519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2CE74E37-64BD-4C0F-AD7E-CC9F8346C3CD}"/>
              </a:ext>
            </a:extLst>
          </p:cNvPr>
          <p:cNvSpPr/>
          <p:nvPr/>
        </p:nvSpPr>
        <p:spPr>
          <a:xfrm>
            <a:off x="5339656" y="2714226"/>
            <a:ext cx="3386128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779E96C-8238-4F5A-A782-C5F7BCF86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48275" y="2721801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AU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+3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F779E96C-8238-4F5A-A782-C5F7BCF86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275" y="2721801"/>
                <a:ext cx="4883591" cy="115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7808B9A0-BA5F-4841-8BC8-2D51480793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59666" y="4051827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3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AU" sz="16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+ 10</m:t>
                    </m:r>
                    <m:r>
                      <a:rPr lang="en-AU" sz="16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 xmlns="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7808B9A0-BA5F-4841-8BC8-2D5148079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666" y="4051827"/>
                <a:ext cx="4582718" cy="1151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02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9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0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1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4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5" grpId="0" uiExpand="1" build="allAtOnce"/>
      <p:bldP spid="26" grpId="0" animBg="1"/>
      <p:bldP spid="2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LHS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B9AF-E71A-4DCA-83D2-2F2A2C892B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BD52E-3415-4884-846E-4F307DE546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16" t="37706" r="56452" b="46336"/>
          <a:stretch/>
        </p:blipFill>
        <p:spPr>
          <a:xfrm>
            <a:off x="3667431" y="1591958"/>
            <a:ext cx="5827246" cy="24294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AA8C5-953B-4312-9B1F-5D20FC596215}"/>
                  </a:ext>
                </a:extLst>
              </p:cNvPr>
              <p:cNvSpPr txBox="1"/>
              <p:nvPr/>
            </p:nvSpPr>
            <p:spPr>
              <a:xfrm>
                <a:off x="9494677" y="1837765"/>
                <a:ext cx="3506771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𝟏𝟑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 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lang="en-AU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𝒈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𝟖</m:t>
                      </m:r>
                      <m:sSup>
                        <m:sSupPr>
                          <m:ctrlP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p>
                          <m:r>
                            <a:rPr lang="en-AU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AU" sz="2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𝟏𝟏</m:t>
                      </m:r>
                    </m:oMath>
                  </m:oMathPara>
                </a14:m>
                <a:endParaRPr lang="en-AU"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AU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	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AA8C5-953B-4312-9B1F-5D20FC596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677" y="1837765"/>
                <a:ext cx="3506771" cy="26314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85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6927" y="287685"/>
            <a:ext cx="7272473" cy="585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0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6838" y="1727472"/>
            <a:ext cx="9443702" cy="379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20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266</Words>
  <Application>Microsoft Office PowerPoint</Application>
  <PresentationFormat>Widescreen</PresentationFormat>
  <Paragraphs>65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Kiwi School Handwriting</vt:lpstr>
      <vt:lpstr>Office Theme</vt:lpstr>
      <vt:lpstr>Topic: Simplifying algebraic expressions</vt:lpstr>
      <vt:lpstr>Learning Intentions</vt:lpstr>
      <vt:lpstr>PowerPoint Presentation</vt:lpstr>
      <vt:lpstr>Practice: LHS</vt:lpstr>
      <vt:lpstr>PowerPoint Presentation</vt:lpstr>
      <vt:lpstr>Simplifying Expressions  </vt:lpstr>
      <vt:lpstr>3x+7y -2x +3y </vt:lpstr>
      <vt:lpstr>Practice: LHS</vt:lpstr>
      <vt:lpstr>Task</vt:lpstr>
      <vt:lpstr>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Simplifying algebraic expressions</dc:title>
  <dc:creator>Sarah James</dc:creator>
  <cp:lastModifiedBy>Sarah James</cp:lastModifiedBy>
  <cp:revision>1</cp:revision>
  <dcterms:created xsi:type="dcterms:W3CDTF">2019-02-02T13:41:51Z</dcterms:created>
  <dcterms:modified xsi:type="dcterms:W3CDTF">2019-02-02T13:49:24Z</dcterms:modified>
</cp:coreProperties>
</file>