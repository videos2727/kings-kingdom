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257" r:id="rId2"/>
    <p:sldId id="269" r:id="rId3"/>
    <p:sldId id="271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2-14T12:22:26.5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2012 8077</inkml:trace>
  <inkml:trace contextRef="#ctx0" brushRef="#br0" timeOffset="6454.095">1006 8288,'5'0,"5"0,6 0,5 0,8 0,7 0,8 0,4 0,-1 0,-4 0,0 5,1 1,-2 0,1-2,2 4,-3 0,2-1,-3 2,-4 1,1-3,3 3,-1-1,1-1,4-3,2 3,7 0,-1-2,-1 3,5 0,1-1,0 1,3 1,10-3,2-1,1 1,-2 1,0-1,-4-3,1-1,-3 3,1 1,-2-1,-2 3,0 0,0-2,-3-2,-2-1,-2 2,3 1,0-1,-1-2,0-1,2-1,0-1,9 3,0 2,3 0,-2-2,1-1,1-1,2-1,7-1,3 0,0 0,0 0,-1-1,4-3,-5-3,-2 2,-2-4,0-1,5 3,1 1,0-2,-1 0,4-3,5 0,0 2,3-2,-2 1,-3 3,6-8,0 0,-3 2,-3 3,4 3,1 4,-2-3,-5-1,7 2,0 1,6-3,0-1,0 2,1-3,2 0,-4 1,4 3,-3 1,0 2,1 2,1-1,-4 2,-1-1,-3 1,-4-1,-5 0,-2 0,1 0,1 0,-2 0,-1 0,-6 0,-2 0,-5 0,3 0,4 0,1 5,1 1,-3-1,7 0,3 3,-4 0,3-1,4-2,5-2,0-1,7-1,3-1,8 0,2-1,4 1,1 0,1-1,-5-3,0-2,-6 0,-4 1,-1-2,-1-1,-4 1,-5 2,-1 2,-3 1,-3-4,-3 0,2-4,1 0,2 1,5 3,5 2,7-3,4 0,6 1,0 2,5-8,-2-2,2 2,-2 3,-7 3,0 2,-7 2,3 1,-14 2,1-5,-8-2,-4 1,-8 1,-3 1,0 1,1 1,-8 1,-5-1,-4 2,-3 3,-1 3,-1-2,1 0,-5-1,-1-2,1-1,-4-1,-4 5,-4 0,-4 1,-3-2,-1-1,-1-1,0-1,-1 0,1-1,0-1,5 1,5 0,7 0,0 0,-3-1,-8 1</inkml:trace>
  <inkml:trace contextRef="#ctx0" brushRef="#br0" timeOffset="24217.937">424 8897,'0'4,"5"2,10 5,7 8,9 16,12 10,9 11,4 5,1 10,0 7,4 3,1-3,-6 3,-3-2,-3-7,1-2,-5-3,4 4,-3 0,-4 0,-1-1,-3-5,-3 4,-4 1,-3 1,4 2,-1-2,4 4,1 8,2 8,4 6,-1 9,1 1,3-1,-2-4,0-7,6 4,0-2,-1 5,2 4,8-4,5-5,0-1,-2-3,6 0,-3-2,-5-7,-2-5,1-2,1-1,-7-4,-2-6,-1-4,-5 0,-5 3,-1-5,2-3,-1-3,-3-1,6-1,-1-1,-2 1,1 0,2 1,-1-1,1 1,-2 4,-4 2,1 0,-2-6,-2-7,-2-7,-3-2,-1-1,-6 1,3-1,6 2,2 4,0 0,-6 1,-2-2,-2-4,0 1,1 3,5 4,-2-2,-2-3,0 0,5-1,1 5,1-5,-2 1,4-3,0 2,-5-1,-3 1,-2-1,0-2,4 1,3 4,4 3,2 0,-2 0,-2 3,-3-3,4-5,-5-3,-2 0,7 3,-2 0,3 2,-1 3,4-1,-1 1,-2 1,3-1,-2 0,3 1,3-1,0 0,-8-3,-5-4,1-4,-4 2,3-1,0-1,0-3,0-1,-1-1,4 8,1 7,-1 5,4-1,0 0,-2 7,-2-7,2-3,1 11,-2 3,2 2,1-1,-2-1,-3-1,-1 2,-1 1,-2-1,-1-1,0-2,0-2,1-4,-1-3,0 0,0-4,1-4,-5-4,-2-5,-4-1,0-7,-3-2,1 0,2 1,4 1,2 2,7 6,2-3,-3-1,-3-1,5 1,0 4,0-3,0 3,3 1,6 0,0-1,-2-1,-3-2,-2-4,-2-2,-3 0,-4 0,-3-2,-5-1,1 2,1 1,2 2,-1 2,0 0,1 2,3 4,6 1,3 1,-4-2,-2-5,-1-8,0-7,-4-4</inkml:trace>
  <inkml:trace contextRef="#ctx0" brushRef="#br0" timeOffset="28333.838">1 7468,'4'0,"7"-4,9-7,7-5,3-5,1 2,4-6,5-11,0-10,3-4,-2 0,-4 1,2-6,-2-2,-2-4,1-2,0-3,-3 0,-1 3,2-6,0 0,-2 2,4 4,4 4,-1 2,3-7,3-1,-1 1,0-2,2 2,6-7,0-1,-1 4,-4 4,-6 4,-1-1,-2 0,-4 7,-3 3,-2 6,-1 1,3 0,1-3,-1-1,0 3,2 4,2 0,-2 3,-2-2,3-2,0-4,4-2,4 2,-1-5,2 2,-2-4,1-6,-2 6,1 3,-2 2,2-5,-2-2,-3 8,1 3,-1 0,3-6,3-4,3-1,4 0,6-1,4-8,4-2,1-3,-1 5,2 4,-1 9,-3 3,-2 6,-3 5,-6-4,-2 0,-5 7,-1 0,-3 2,-4 1,-3 2,2 1,-1 1,4-4,4-1,0 0,1 2,-1-9,1-1,3 1,-3-1,2 1,1-2,3-2,2-4,-3 2,3 0,4-1,-4-3,-2 4,6-1,1-1,1-5,-4-4,-7 8,-2 3,-9 5,-4 4,-4 0,-2 1,0 3,0-3,5-5,3 6,-6-2,-1 2,4 1,-4 3,-1-4,0-4,0 0,1 1,0 8,-4 3,-1-2,1-1,5-4,4-2,-5 1,0-3,-2 5,1-1,1 1,0-4,5-4,6-5,-2 2,1-2,0-2,2-2,-4 3,-4 5,-2 5,-2-1,1 2,-1 6,0 0,1-5,4 0,3 0,-6 2,-6 2,-3 1,0-3,6-5,4-1,1 6,0 4,0 2,0 1,-6 1,-2-1,0 0,1 4,2 1,0-1,1-1,-3-1,2-1,3-2,1 5,0 0,-5 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2-14T12:22:15.2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6094 2876</inkml:trace>
  <inkml:trace contextRef="#ctx0" brushRef="#br0" timeOffset="21770.792">14878 8300,'-9'0,"-8"0,-5 0,-7 0,-9 0,-2 0,1 0,4 0,2 0,-2 0,-4 0,0 0,2 0,-1 0,-4 0,2 0,-3 0,-2 0,-2 0,-3 0,-2 0,0 0,-1 0,-1 0,-4 0,-1 0,0 0,-8 0,-1 0,-7 0,-1 0,1 0,-2 0,-1 0,-9 0,-4 0,-13-5,-12-1,-3 1,-5-4,-8-1,1 3,-1-4,-4 2,-1-8,-6-1,5 4,3-2,-3 3,0 3,10-1,0 2,7 1,-1 3,-4 2,2-3,0 0,3 0,-1-2,8-1,4 2,-1 1,4 3,8 1,2 1,4 1,9 0,5 1,8-1,1 0,0 0,-6 1,-9-1,-3 0,-9 0,-1 0,1 4,-4 2,2 0,3-1,-4-2,-3-1,3-1,4-1,-8 0,-5 0,-10 0,-3 0,-4-1,2 1,0 0,-7 0,-7 0,1 0,2-4,-4-2,0 0,6 1,11 2,5 1,8 1,0 1,5 0,3 0,0 0,4 0,5 5,4 1,9 0,3-1,-2 2,-2 1,-1-1,0-2,-9-2,-2-1,0-1,3-1,-6 0,0 0,2-1,-1 1,2 0,8 0,4 0,8 0,6 0,10 0,10 0,9 0,1 0,2 0,-2-5,-3-1,-5 0,-4 2,-7 1,-3 1,-5-4,-1 0,1 0,-2 1,-3 2,-4 2,-8 0,-7 0,-13 2,-6-1,0 0,-7 0,-4-4,1-2,-3-4,1-1,7 3,5 1,6-2,7 1,6 1,8 2,10 2,6-3,6-1,7 1,9 2,6 1,4 2,-1 0,-4 1,-5 0,0 0,2 0,4 0,3 1,2-1,2 0,1 0,1 0,-4 0,-6 4,-2 2,6 0</inkml:trace>
  <inkml:trace contextRef="#ctx0" brushRef="#br0" timeOffset="31230.551">16412 8855,'-4'0,"-11"0,-12 5,-5 1,-3 4,-3 5,0 5,-3 3,-4 2,-2 1,-7 6,-4 1,-9 9,-8 7,-3 3,-8 2,-2 5,-8 7,-2 0,-7 3,-7 8,-8-1,-1 6,-3-3,-3 3,8-3,5 3,-1 5,7 2,12-6,4 2,9-1,1 4,5 9,2-3,1-4,-2 1,5-6,-1-4,5-7,-2 7,-1-2,2-5,-2 3,4 1,2-2,-5 2,0-2,3 0,-1 4,-2 2,1-3,3 2,-1 1,3 0,2-4,2 1,3 2,-7 5,-7 1,-4-1,-4-1,3-2,5-6,-4-7,2 3,0 2,-6 6,1 4,5-5,-4 3,-2 0,-5 5,1-4,2-3,6-6,-4 6,-5 8,2 2,1 4,5-5,2-5,0 1,3-5,5-2,0-7,-3 4,2 1,2-2,-1 3,2-2,7-6,3-5,7-4,3-5,-2 3,4 0,-6 3,-3 5,2-1,5-1,0-4,4-2,-1-3,1-2,0 3,-4 2,6-1,-4-1,-5-2,2 4,-1 1,-2-5,3 5,-1 2,4-5,-1-3,-2-2,1-1,0 0,-2 1,2 0,-5 0,6-4,0-1,4-5,3-4,3 0,-1 3,-1 3,2-1,2-4,1-4,1-3,-4 2,0 4,0 5,1-1,6-3,7-3,3-4,-2-2,-6 2,-4 0,3 0,1 3,-1 4,0 1,0 2,3-2,1-2,0-4,2-3,1-3,3 0,-1-7,2-1,-1 0,-2 2,0 0,4 2,0 2,-4-5,2-1,-2 1,3-7,2-16,4-8</inkml:trace>
  <inkml:trace contextRef="#ctx0" brushRef="#br0" timeOffset="43515.083">14957 7585,'0'-4,"0"-11,0-7,0-5,-13-6,-10-11,-4-8,-8-3,-1-1,-5-1,1 1,3 5,-2 2,-3 1,6 4,4 5,3 4,7 4,2-2,5 1,5-4,-5-9,-4-6,-4-3,-2-2,-2-9,0-2,4 0,2-1,-5 2,-3-1,0-8,0-4,-9-3,-2-4,1-2,-1 5,1 3,2-2,0-1,0-1,-6-2,-1-2,3 6,4 4,-1-4,2-1,-2 5,-9-7,-4 1,-4 3,0 5,4 2,6 6,7 4,4 13,5 7,-3 1,0 4,1 0,2-3,-4 1,-1-1,1-3,2 2,1 4,-2 4,-2-1,2 1,1 2,6 2,-2-3,-5 1,-6 0,-1 7,1 7,-2 3,2-1,-2-2,-3-2,1 2,-1 1,-2-2,2-2,3-2,0 4,-2-4,-3 2,2 0,3-1,0 0,-3-6,2 2,8 2,5-1,-2 6,0 5,0 1,1-2,1 2,1-1,-5-2,0-4,0-2,-4 3,1 5,1 0,2 3,2-1,1-3,-3-3,0-3,-5-3,5 0,-1-6,-5-2,0 5,3 6,1-1,3 3,2 1,2-2,0-5,6-4,1 0,-5-5,-3 4,0 3,4-4,1-4,-4-1,-2-3,0 0,-1-1,2-4,0-2,0 2,1 0,-4-2,-1 3,0-1,1 0,1-3,-3-6,-5-3,0-1,1 0,3 6,2 12,3 8,6 5,2-2,-4-1,-2 1,3 0,1 1,1 1,-6 0,2 1,1-1,1 1,-1-1,0-3,-5-3,-2-3,0-1,1 1,1 8,2-2,0 6,1-4,-4 0,-1-5,0-6,1-5,2 1,5-3,2 4,1 3,-1 0,-1 6,-1 1,-1 4,-5 8,2 3,2-1,0 3,1 0,-5-2,-2-4,0-1,6-2,3 2,0 7,0-1,-5 4,2-1,1 2,5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1AA0-C126-42A3-85A2-40F7027F247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9B094-F057-442F-BA59-B9AE97D396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96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41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582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42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9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748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75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96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539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21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678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8005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674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6D60072-DCD5-4027-B544-4740991E191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36D3BB9-ED67-461A-840B-154CDEB82D85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1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customXml" Target="../ink/ink2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1892-0882-46CE-B526-71D69689F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530" y="1266825"/>
            <a:ext cx="10058400" cy="1829562"/>
          </a:xfrm>
        </p:spPr>
        <p:txBody>
          <a:bodyPr/>
          <a:lstStyle/>
          <a:p>
            <a:r>
              <a:rPr lang="en-US" dirty="0"/>
              <a:t>Index Laws Review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5EF31-3A9D-43B6-97EA-87C6179B5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93762"/>
          </a:xfrm>
        </p:spPr>
        <p:txBody>
          <a:bodyPr/>
          <a:lstStyle/>
          <a:p>
            <a:pPr algn="l"/>
            <a:r>
              <a:rPr lang="en-US" dirty="0"/>
              <a:t>EQ: How are index laws used with algebraic expressions</a:t>
            </a:r>
          </a:p>
          <a:p>
            <a:pPr algn="l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8958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135464" indent="0">
              <a:buNone/>
            </a:pPr>
            <a:r>
              <a:rPr lang="en-AU" sz="3600" dirty="0"/>
              <a:t>define and use the index laws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471D5B-85B2-4FFF-B3F3-D24243DF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 will need to draw or will be given the following placemat. This will go on your notes side of the Cornell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512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A8F02A-211B-4E06-A2B0-8A7DDE23BC01}"/>
              </a:ext>
            </a:extLst>
          </p:cNvPr>
          <p:cNvSpPr txBox="1"/>
          <p:nvPr/>
        </p:nvSpPr>
        <p:spPr>
          <a:xfrm>
            <a:off x="5410200" y="2847975"/>
            <a:ext cx="1371600" cy="369332"/>
          </a:xfrm>
          <a:prstGeom prst="rect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Index laws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C17E21-56F7-43F6-B373-99BC550DE1DB}"/>
                  </a:ext>
                </a:extLst>
              </p14:cNvPr>
              <p14:cNvContentPartPr/>
              <p14:nvPr/>
            </p14:nvContentPartPr>
            <p14:xfrm>
              <a:off x="6524355" y="102285"/>
              <a:ext cx="5635080" cy="6652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2C17E21-56F7-43F6-B373-99BC550DE1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5715" y="93645"/>
                <a:ext cx="5652720" cy="66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008282D-AD37-4518-80D8-DD1E16095BA7}"/>
                  </a:ext>
                </a:extLst>
              </p14:cNvPr>
              <p14:cNvContentPartPr/>
              <p14:nvPr/>
            </p14:nvContentPartPr>
            <p14:xfrm>
              <a:off x="6555" y="107685"/>
              <a:ext cx="5908680" cy="6692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008282D-AD37-4518-80D8-DD1E16095B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445" y="98685"/>
                <a:ext cx="5926320" cy="671004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85813A69-9AD8-4EE5-93A8-FD43B27E2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4" y="340994"/>
            <a:ext cx="2177928" cy="3905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CADD3A-35FF-4FA0-B0E1-32690409E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426" y="269875"/>
            <a:ext cx="2196789" cy="4616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14ACD0-D87A-4DDF-8ECB-4CD181C913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9302" y="269874"/>
            <a:ext cx="2376104" cy="46164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71983E-2C82-477E-BDD7-51627630E2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674" y="3217306"/>
            <a:ext cx="1249045" cy="4078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22C3DFD-C905-4C2F-9AD8-09EA7EAA66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7850" y="3474482"/>
            <a:ext cx="1123950" cy="3238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A6A032A-615C-432D-99CA-A09A87E77F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1" y="3366037"/>
            <a:ext cx="1493520" cy="86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80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5C6F53-1545-4CCF-98BB-4E3630C63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85" y="1609724"/>
            <a:ext cx="5693996" cy="43734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B5CEE0-E050-4645-A1FB-DBD363AED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79" y="720654"/>
            <a:ext cx="2177928" cy="390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1F821D-BF66-44DA-A7AA-520FA8D75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601" y="649535"/>
            <a:ext cx="2196789" cy="461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316E0A-178E-482D-B61A-E2C7E91C59DE}"/>
              </a:ext>
            </a:extLst>
          </p:cNvPr>
          <p:cNvSpPr txBox="1"/>
          <p:nvPr/>
        </p:nvSpPr>
        <p:spPr>
          <a:xfrm>
            <a:off x="440171" y="220146"/>
            <a:ext cx="621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notes- to guide creation of Index Laws placemat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4511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F63D7C-E07C-4CEB-A696-CC5DC8BC4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1276350"/>
            <a:ext cx="8896350" cy="4305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4A0D9C-F4EF-42FD-926C-127476A26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342" y="544194"/>
            <a:ext cx="2376104" cy="461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4581C6-1E37-4585-A071-EC2203E282E3}"/>
              </a:ext>
            </a:extLst>
          </p:cNvPr>
          <p:cNvSpPr txBox="1"/>
          <p:nvPr/>
        </p:nvSpPr>
        <p:spPr>
          <a:xfrm>
            <a:off x="440171" y="220146"/>
            <a:ext cx="621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notes- to guide creation of Index Laws placemat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073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103501-199D-482A-AEB0-913EBEA99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3" y="1276309"/>
            <a:ext cx="5912167" cy="26637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9A1EAE-9685-42E2-94BC-64A37AC11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51" y="724797"/>
            <a:ext cx="1249045" cy="4078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CE4804-B6DF-406B-B7D7-80DCC8C78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166" y="723115"/>
            <a:ext cx="1493520" cy="868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B29D7-2CA0-4252-B99D-ABF853629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0" y="723115"/>
            <a:ext cx="1333500" cy="438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CB8262-FDDA-45B7-AEC2-DF6733C9A651}"/>
              </a:ext>
            </a:extLst>
          </p:cNvPr>
          <p:cNvSpPr txBox="1"/>
          <p:nvPr/>
        </p:nvSpPr>
        <p:spPr>
          <a:xfrm>
            <a:off x="440171" y="220146"/>
            <a:ext cx="621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notes- to guide creation of Index Laws placemat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750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144FB4-E2C4-4D02-91F3-AC504C87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49" y="462323"/>
            <a:ext cx="5295779" cy="29666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856818-B404-4B3A-A387-34710DC4B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194" y="2809875"/>
            <a:ext cx="5583725" cy="34262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8A9349-B394-4035-9A29-A4C94C830F5D}"/>
              </a:ext>
            </a:extLst>
          </p:cNvPr>
          <p:cNvSpPr txBox="1"/>
          <p:nvPr/>
        </p:nvSpPr>
        <p:spPr>
          <a:xfrm>
            <a:off x="6278996" y="420171"/>
            <a:ext cx="621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notes- to guide creation of Index Laws placemat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113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D89FF-F7CE-42B2-862C-80447674483C}"/>
              </a:ext>
            </a:extLst>
          </p:cNvPr>
          <p:cNvSpPr txBox="1"/>
          <p:nvPr/>
        </p:nvSpPr>
        <p:spPr>
          <a:xfrm>
            <a:off x="3779520" y="2326640"/>
            <a:ext cx="494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 Reviewing index laws worksheet double sided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109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0FB7A-E93D-40AC-BC65-A24482FDBB28}"/>
              </a:ext>
            </a:extLst>
          </p:cNvPr>
          <p:cNvSpPr txBox="1"/>
          <p:nvPr/>
        </p:nvSpPr>
        <p:spPr>
          <a:xfrm>
            <a:off x="3190240" y="660400"/>
            <a:ext cx="573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Negative Indices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2B2B0-0A1C-4674-B065-02C0F10BA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546681"/>
            <a:ext cx="6558597" cy="2973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7C04A1-BEA7-4BD4-AB23-EF2247647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763529"/>
            <a:ext cx="6777672" cy="1833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F5B12B-F5EC-4038-81AF-EB9BF967149A}"/>
              </a:ext>
            </a:extLst>
          </p:cNvPr>
          <p:cNvSpPr txBox="1"/>
          <p:nvPr/>
        </p:nvSpPr>
        <p:spPr>
          <a:xfrm>
            <a:off x="6278996" y="420171"/>
            <a:ext cx="621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notes- to guide creation of Index Laws placemat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6840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039307-516E-4DE7-9897-DAE3774C4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42" y="1323975"/>
            <a:ext cx="7212019" cy="4890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317ADE-3AD9-47E0-8F03-FD7B723BC4E6}"/>
              </a:ext>
            </a:extLst>
          </p:cNvPr>
          <p:cNvSpPr txBox="1"/>
          <p:nvPr/>
        </p:nvSpPr>
        <p:spPr>
          <a:xfrm>
            <a:off x="6278996" y="420171"/>
            <a:ext cx="621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notes- to guide creation of Index Laws placemat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90F8E-BB50-4806-A3C6-E839A8A03F5D}"/>
              </a:ext>
            </a:extLst>
          </p:cNvPr>
          <p:cNvSpPr txBox="1"/>
          <p:nvPr/>
        </p:nvSpPr>
        <p:spPr>
          <a:xfrm>
            <a:off x="9093207" y="2552700"/>
            <a:ext cx="20986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have a negative above the line drop down and make positive (invert)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133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C5A90A-3D4B-4584-B08F-0006B3954A45}"/>
              </a:ext>
            </a:extLst>
          </p:cNvPr>
          <p:cNvSpPr/>
          <p:nvPr/>
        </p:nvSpPr>
        <p:spPr>
          <a:xfrm>
            <a:off x="1285875" y="2143126"/>
            <a:ext cx="78581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most practical situations, more than one index law is needed to simplify the expression.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430CE-C4DF-4A0C-AAF2-70513802DB4D}"/>
              </a:ext>
            </a:extLst>
          </p:cNvPr>
          <p:cNvSpPr txBox="1"/>
          <p:nvPr/>
        </p:nvSpPr>
        <p:spPr>
          <a:xfrm>
            <a:off x="2552700" y="1047750"/>
            <a:ext cx="659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Combining Index Laws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5327F-1E2E-40ED-9473-DD6D0587E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52" y="3009900"/>
            <a:ext cx="1162050" cy="695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16E8EA-0636-4130-B6C7-56CD336A2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815" y="3828277"/>
            <a:ext cx="3945622" cy="23064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F2F661-548F-4BEF-A19E-C0C7968371CA}"/>
              </a:ext>
            </a:extLst>
          </p:cNvPr>
          <p:cNvSpPr txBox="1"/>
          <p:nvPr/>
        </p:nvSpPr>
        <p:spPr>
          <a:xfrm>
            <a:off x="1411721" y="457975"/>
            <a:ext cx="6217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notes- Use this example for students to write this example into their Cornell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459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0430CE-C4DF-4A0C-AAF2-70513802DB4D}"/>
              </a:ext>
            </a:extLst>
          </p:cNvPr>
          <p:cNvSpPr txBox="1"/>
          <p:nvPr/>
        </p:nvSpPr>
        <p:spPr>
          <a:xfrm>
            <a:off x="2552700" y="1047750"/>
            <a:ext cx="659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Combining Index Laws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93C504-EFC0-4D42-83E6-8CEEA3B27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1814332"/>
            <a:ext cx="4728831" cy="23614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E97EC7-E31D-42EB-B1CC-CD16D9D02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65" y="4231238"/>
            <a:ext cx="3204166" cy="2106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CDD48B-6D64-4D8F-BDB0-ACEFBEB6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063" y="2080260"/>
            <a:ext cx="4828858" cy="3477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C618C1-F15C-4AC9-84B1-57AF85293F36}"/>
              </a:ext>
            </a:extLst>
          </p:cNvPr>
          <p:cNvSpPr txBox="1"/>
          <p:nvPr/>
        </p:nvSpPr>
        <p:spPr>
          <a:xfrm>
            <a:off x="1411721" y="457975"/>
            <a:ext cx="6217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notes- Use this example for students to write this example into their Cornell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24221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</TotalTime>
  <Words>184</Words>
  <Application>Microsoft Office PowerPoint</Application>
  <PresentationFormat>Widescreen</PresentationFormat>
  <Paragraphs>21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Kiwi School Handwriting</vt:lpstr>
      <vt:lpstr>Retrospect</vt:lpstr>
      <vt:lpstr>Index Laws Review</vt:lpstr>
      <vt:lpstr>Learning Intentions</vt:lpstr>
      <vt:lpstr>You will need to draw or will be given the following placemat. This will go on your notes side of the Cornell 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Laws Review</dc:title>
  <dc:creator>Sarah James</dc:creator>
  <cp:lastModifiedBy>Sarah James</cp:lastModifiedBy>
  <cp:revision>6</cp:revision>
  <dcterms:created xsi:type="dcterms:W3CDTF">2019-02-06T01:08:32Z</dcterms:created>
  <dcterms:modified xsi:type="dcterms:W3CDTF">2019-02-06T02:33:16Z</dcterms:modified>
</cp:coreProperties>
</file>