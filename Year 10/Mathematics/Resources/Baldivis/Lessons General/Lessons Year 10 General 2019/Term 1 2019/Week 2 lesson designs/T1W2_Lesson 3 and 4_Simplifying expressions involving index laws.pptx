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2"/>
  </p:notesMasterIdLst>
  <p:sldIdLst>
    <p:sldId id="257" r:id="rId2"/>
    <p:sldId id="269" r:id="rId3"/>
    <p:sldId id="260" r:id="rId4"/>
    <p:sldId id="270" r:id="rId5"/>
    <p:sldId id="271" r:id="rId6"/>
    <p:sldId id="272" r:id="rId7"/>
    <p:sldId id="273" r:id="rId8"/>
    <p:sldId id="274" r:id="rId9"/>
    <p:sldId id="275" r:id="rId10"/>
    <p:sldId id="27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0565" autoAdjust="0"/>
  </p:normalViewPr>
  <p:slideViewPr>
    <p:cSldViewPr snapToGrid="0">
      <p:cViewPr varScale="1">
        <p:scale>
          <a:sx n="47" d="100"/>
          <a:sy n="47" d="100"/>
        </p:scale>
        <p:origin x="14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A237F4-7C68-45F6-BF06-92FC425F73DD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087281-BFDC-44E7-BE74-AE94CF0B26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2302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524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answers will probably be about collecting like terms</a:t>
            </a:r>
          </a:p>
          <a:p>
            <a:r>
              <a:rPr lang="en-US" dirty="0"/>
              <a:t>Make a connection that this is when expressions have addition and subtraction.</a:t>
            </a:r>
          </a:p>
          <a:p>
            <a:r>
              <a:rPr lang="en-US" dirty="0"/>
              <a:t>What about expressions that have multiplying and dividing? Does the same rule (like terms) apply?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08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398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3367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67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5891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9631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98602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2693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EBDB9-E6B0-4B94-8462-ED26A5A34039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4B726-B7A9-46B9-94F2-2BFEECB8D70D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70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EBDB9-E6B0-4B94-8462-ED26A5A34039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4B726-B7A9-46B9-94F2-2BFEECB8D7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4408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EBDB9-E6B0-4B94-8462-ED26A5A34039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4B726-B7A9-46B9-94F2-2BFEECB8D70D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6640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EBDB9-E6B0-4B94-8462-ED26A5A34039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4B726-B7A9-46B9-94F2-2BFEECB8D7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291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EBDB9-E6B0-4B94-8462-ED26A5A34039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4B726-B7A9-46B9-94F2-2BFEECB8D7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5606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EBDB9-E6B0-4B94-8462-ED26A5A34039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4B726-B7A9-46B9-94F2-2BFEECB8D7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3759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EBDB9-E6B0-4B94-8462-ED26A5A34039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4B726-B7A9-46B9-94F2-2BFEECB8D7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8330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7AEBDB9-E6B0-4B94-8462-ED26A5A34039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854B726-B7A9-46B9-94F2-2BFEECB8D7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944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EBDB9-E6B0-4B94-8462-ED26A5A34039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4B726-B7A9-46B9-94F2-2BFEECB8D7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93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EBDB9-E6B0-4B94-8462-ED26A5A34039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4B726-B7A9-46B9-94F2-2BFEECB8D7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2778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EBDB9-E6B0-4B94-8462-ED26A5A34039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4B726-B7A9-46B9-94F2-2BFEECB8D7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0720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23678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7AEBDB9-E6B0-4B94-8462-ED26A5A34039}" type="datetimeFigureOut">
              <a:rPr lang="en-AU" smtClean="0"/>
              <a:t>6/02/2019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854B726-B7A9-46B9-94F2-2BFEECB8D70D}" type="slidenum">
              <a:rPr lang="en-AU" smtClean="0"/>
              <a:t>‹#›</a:t>
            </a:fld>
            <a:endParaRPr lang="en-A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801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11892-0882-46CE-B526-71D69689F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636820"/>
            <a:ext cx="10058400" cy="2619142"/>
          </a:xfrm>
        </p:spPr>
        <p:txBody>
          <a:bodyPr/>
          <a:lstStyle/>
          <a:p>
            <a:r>
              <a:rPr lang="en-US" dirty="0"/>
              <a:t>Simplifying expressions involving index laws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5EF31-3A9D-43B6-97EA-87C6179B5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93762"/>
          </a:xfrm>
        </p:spPr>
        <p:txBody>
          <a:bodyPr/>
          <a:lstStyle/>
          <a:p>
            <a:pPr algn="l"/>
            <a:r>
              <a:rPr lang="en-US" dirty="0"/>
              <a:t>EQ: How do you simplify expressions using the index laws</a:t>
            </a:r>
          </a:p>
          <a:p>
            <a:pPr algn="l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08958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97540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50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/>
              <a:t>Simplify expressions using the index laws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71236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Simplifying expressions using index laws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How do you simplify expressions using the index laws? </a:t>
            </a:r>
            <a:endParaRPr lang="en-US" sz="2400" dirty="0"/>
          </a:p>
          <a:p>
            <a:pPr defTabSz="914126"/>
            <a:endParaRPr lang="en-AU" sz="2399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3">
            <a:extLst>
              <a:ext uri="{FF2B5EF4-FFF2-40B4-BE49-F238E27FC236}">
                <a16:creationId xmlns:a16="http://schemas.microsoft.com/office/drawing/2014/main" id="{7BAD99F5-5119-4DD7-A0CF-0B8714E0D0B1}"/>
              </a:ext>
            </a:extLst>
          </p:cNvPr>
          <p:cNvSpPr txBox="1">
            <a:spLocks noChangeArrowheads="1"/>
          </p:cNvSpPr>
          <p:nvPr/>
        </p:nvSpPr>
        <p:spPr>
          <a:xfrm>
            <a:off x="2713310" y="1624950"/>
            <a:ext cx="6623050" cy="266130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Turn to shoulder partner: 30 sec to come up with a sentence/saying to remember how do you simplify expressions in algebra?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HINT: Turn back to the second lesson in your INB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This is where you can also use 1 min to add your last couple of lessons into your contents page. </a:t>
            </a:r>
            <a:r>
              <a:rPr lang="en-GB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ARE YOU GIVING YOUR 100%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en-US" dirty="0">
                <a:ea typeface="ＭＳ Ｐゴシック" panose="020B0600070205080204" pitchFamily="34" charset="-128"/>
              </a:rPr>
              <a:t>DISCUSSION AND PURPOSEFUL NOTETAKING- From the discussion write your definition of simplifying expressions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en-US" dirty="0">
                <a:ea typeface="ＭＳ Ｐゴシック" panose="020B0600070205080204" pitchFamily="34" charset="-128"/>
              </a:rPr>
              <a:t>GUESS WHAT!!!!!!!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en-US" dirty="0">
                <a:ea typeface="ＭＳ Ｐゴシック" panose="020B0600070205080204" pitchFamily="34" charset="-128"/>
              </a:rPr>
              <a:t>You can use index laws when simplifying expressions involving multiplication and division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altLang="en-US" dirty="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altLang="en-US" dirty="0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71236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Simplifying expressions using index laws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How do you simplify expressions using the index laws? </a:t>
            </a:r>
            <a:endParaRPr lang="en-US" sz="2400" dirty="0"/>
          </a:p>
          <a:p>
            <a:pPr defTabSz="914126"/>
            <a:endParaRPr lang="en-AU" sz="2399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13ADAB77-7771-4D8F-AB5A-ACA49F21E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328" y="1389901"/>
            <a:ext cx="6343650" cy="990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743349-7875-43E3-A14B-81C8570B2B6F}"/>
              </a:ext>
            </a:extLst>
          </p:cNvPr>
          <p:cNvSpPr txBox="1"/>
          <p:nvPr/>
        </p:nvSpPr>
        <p:spPr>
          <a:xfrm>
            <a:off x="2391770" y="2028720"/>
            <a:ext cx="9089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1- We have done similar one already. COLLECT LIKE TERMS</a:t>
            </a:r>
          </a:p>
          <a:p>
            <a:r>
              <a:rPr lang="en-US" dirty="0"/>
              <a:t>BUT WHAT ARE LIKE TERMS????</a:t>
            </a:r>
            <a:endParaRPr lang="en-AU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FE7CFC8-363F-4A99-8B58-B6733A04E8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133275"/>
              </p:ext>
            </p:extLst>
          </p:nvPr>
        </p:nvGraphicFramePr>
        <p:xfrm>
          <a:off x="2489079" y="2810804"/>
          <a:ext cx="8128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0584515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79603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AU" dirty="0" err="1">
                          <a:solidFill>
                            <a:schemeClr val="tx1"/>
                          </a:solidFill>
                        </a:rPr>
                        <a:t>xample</a:t>
                      </a:r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/Question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Hints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711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9887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57BCA04-4F09-47D2-AD81-0EC1D9319209}"/>
              </a:ext>
            </a:extLst>
          </p:cNvPr>
          <p:cNvSpPr txBox="1"/>
          <p:nvPr/>
        </p:nvSpPr>
        <p:spPr>
          <a:xfrm>
            <a:off x="2391770" y="1361811"/>
            <a:ext cx="9608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Rule up 2 column notes as you will be writing hints to yourself. You are also going to need a second piece of lined paper to glue into your notes side of Cornell notes.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GIVE YOUR 100%</a:t>
            </a:r>
            <a:endParaRPr lang="en-AU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785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1C88C8-56A7-4ECC-8D4F-DFDB4D647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525" y="942975"/>
            <a:ext cx="6838950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485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71236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Simplifying expressions using index laws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How do you simplify expressions using the index laws? </a:t>
            </a:r>
            <a:endParaRPr lang="en-US" sz="2400" dirty="0"/>
          </a:p>
          <a:p>
            <a:pPr defTabSz="914126"/>
            <a:endParaRPr lang="en-AU" sz="2399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3743349-7875-43E3-A14B-81C8570B2B6F}"/>
              </a:ext>
            </a:extLst>
          </p:cNvPr>
          <p:cNvSpPr txBox="1"/>
          <p:nvPr/>
        </p:nvSpPr>
        <p:spPr>
          <a:xfrm>
            <a:off x="2133927" y="1375556"/>
            <a:ext cx="9089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2- Now expressions involving </a:t>
            </a:r>
            <a:r>
              <a:rPr lang="en-US" b="1" dirty="0"/>
              <a:t>multiplying</a:t>
            </a:r>
            <a:r>
              <a:rPr lang="en-US" dirty="0"/>
              <a:t>. KEEP YOUR 2 COLUMN NOTES AND GET SPARE PAPER AND ORIGAMI IT ON YOUR NOTES PAGE</a:t>
            </a:r>
            <a:endParaRPr lang="en-AU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FE7CFC8-363F-4A99-8B58-B6733A04E8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743913"/>
              </p:ext>
            </p:extLst>
          </p:nvPr>
        </p:nvGraphicFramePr>
        <p:xfrm>
          <a:off x="2288480" y="2711475"/>
          <a:ext cx="8128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0584515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79603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AU" dirty="0" err="1">
                          <a:solidFill>
                            <a:schemeClr val="tx1"/>
                          </a:solidFill>
                        </a:rPr>
                        <a:t>xample</a:t>
                      </a:r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/Question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Hints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711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98870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7632EF9-F150-45DA-8347-BD61B8DF0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927" y="1355571"/>
            <a:ext cx="75057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006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AF7BC68-92F3-4502-804A-A8B27A20E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412" y="28575"/>
            <a:ext cx="5591175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771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71236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Simplifying expressions using index laws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How do you simplify expressions using the index laws? </a:t>
            </a:r>
            <a:endParaRPr lang="en-US" sz="2400" dirty="0"/>
          </a:p>
          <a:p>
            <a:pPr defTabSz="914126"/>
            <a:endParaRPr lang="en-AU" sz="2399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3743349-7875-43E3-A14B-81C8570B2B6F}"/>
              </a:ext>
            </a:extLst>
          </p:cNvPr>
          <p:cNvSpPr txBox="1"/>
          <p:nvPr/>
        </p:nvSpPr>
        <p:spPr>
          <a:xfrm>
            <a:off x="2133927" y="1375556"/>
            <a:ext cx="9089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2- Now expressions involving </a:t>
            </a:r>
            <a:r>
              <a:rPr lang="en-US" b="1" dirty="0"/>
              <a:t>dividing</a:t>
            </a:r>
            <a:r>
              <a:rPr lang="en-US" dirty="0"/>
              <a:t>. KEEP YOUR 2 COLUMN NOTES AND GET SPARE PAPER AND ORIGAMI IT ON YOUR NOTES PAGE</a:t>
            </a:r>
            <a:endParaRPr lang="en-AU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FE7CFC8-363F-4A99-8B58-B6733A04E834}"/>
              </a:ext>
            </a:extLst>
          </p:cNvPr>
          <p:cNvGraphicFramePr>
            <a:graphicFrameLocks noGrp="1"/>
          </p:cNvGraphicFramePr>
          <p:nvPr/>
        </p:nvGraphicFramePr>
        <p:xfrm>
          <a:off x="2288480" y="2711475"/>
          <a:ext cx="8128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0584515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79603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AU" dirty="0" err="1">
                          <a:solidFill>
                            <a:schemeClr val="tx1"/>
                          </a:solidFill>
                        </a:rPr>
                        <a:t>xample</a:t>
                      </a:r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/Question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Hints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711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988703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C1F51EE4-DF0A-4FA3-9CBE-25C9AA6FD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927" y="1375556"/>
            <a:ext cx="72675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47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6F85D7-147E-480D-B3DC-91ECDEF5F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325" y="1100137"/>
            <a:ext cx="699135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173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AAB93E-51F3-46A5-BB10-057F144C33B0}"/>
              </a:ext>
            </a:extLst>
          </p:cNvPr>
          <p:cNvSpPr txBox="1"/>
          <p:nvPr/>
        </p:nvSpPr>
        <p:spPr>
          <a:xfrm>
            <a:off x="2497540" y="1815152"/>
            <a:ext cx="764274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YOUR TURN: Grab the Nelson </a:t>
            </a:r>
            <a:r>
              <a:rPr lang="en-US" dirty="0" err="1"/>
              <a:t>Yr</a:t>
            </a:r>
            <a:r>
              <a:rPr lang="en-US" dirty="0"/>
              <a:t> </a:t>
            </a:r>
            <a:r>
              <a:rPr lang="en-US"/>
              <a:t>10 textbook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On your left hand side you will write Ex3.1 p85</a:t>
            </a:r>
          </a:p>
          <a:p>
            <a:pPr marL="342900" indent="-342900">
              <a:buAutoNum type="arabicPeriod"/>
            </a:pPr>
            <a:r>
              <a:rPr lang="en-US" dirty="0"/>
              <a:t>Complete Q4 m, </a:t>
            </a:r>
            <a:r>
              <a:rPr lang="en-US" dirty="0" err="1"/>
              <a:t>n,o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Complete Q5 d, I</a:t>
            </a:r>
          </a:p>
          <a:p>
            <a:pPr marL="342900" indent="-342900">
              <a:buAutoNum type="arabicPeriod"/>
            </a:pPr>
            <a:r>
              <a:rPr lang="en-US" dirty="0"/>
              <a:t>Complete Q6 a, b, c, m, n</a:t>
            </a:r>
          </a:p>
          <a:p>
            <a:pPr marL="342900" indent="-342900">
              <a:buAutoNum type="arabicPeriod"/>
            </a:pPr>
            <a:r>
              <a:rPr lang="en-US" dirty="0"/>
              <a:t>Complete Q10b, c, g, h, m, n</a:t>
            </a:r>
          </a:p>
          <a:p>
            <a:pPr marL="342900" indent="-342900">
              <a:buAutoNum type="arabicPeriod"/>
            </a:pPr>
            <a:r>
              <a:rPr lang="en-US" dirty="0"/>
              <a:t>Complete Q14 e, </a:t>
            </a:r>
            <a:r>
              <a:rPr lang="en-US" dirty="0" err="1"/>
              <a:t>g,I</a:t>
            </a:r>
            <a:r>
              <a:rPr lang="en-US" dirty="0"/>
              <a:t>, n, p, q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Complete Q16 a, b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Complete Q19 a, b ( B grade questions)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607185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58</TotalTime>
  <Words>454</Words>
  <Application>Microsoft Office PowerPoint</Application>
  <PresentationFormat>Widescreen</PresentationFormat>
  <Paragraphs>116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Kiwi School Handwriting</vt:lpstr>
      <vt:lpstr>Retrospect</vt:lpstr>
      <vt:lpstr>Simplifying expressions involving index laws</vt:lpstr>
      <vt:lpstr>Learning Intentions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Simplifying expressions involving index laws</dc:title>
  <dc:creator>Sarah James</dc:creator>
  <cp:lastModifiedBy>Sarah James</cp:lastModifiedBy>
  <cp:revision>7</cp:revision>
  <dcterms:created xsi:type="dcterms:W3CDTF">2019-02-06T01:29:19Z</dcterms:created>
  <dcterms:modified xsi:type="dcterms:W3CDTF">2019-02-06T02:34:12Z</dcterms:modified>
</cp:coreProperties>
</file>