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7" r:id="rId5"/>
    <p:sldId id="265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339C-DAFA-4D72-A682-857D079FBAF3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344FE-2678-4888-8179-2D1A18EA78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630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7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1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JIGSAW Activity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Students in groups of 4 </a:t>
            </a:r>
          </a:p>
          <a:p>
            <a:pPr marL="0" indent="0">
              <a:buFontTx/>
              <a:buNone/>
            </a:pPr>
            <a:r>
              <a:rPr lang="en-US" dirty="0"/>
              <a:t>12mins</a:t>
            </a:r>
          </a:p>
          <a:p>
            <a:pPr marL="171450" indent="-171450">
              <a:buFontTx/>
              <a:buChar char="-"/>
            </a:pPr>
            <a:r>
              <a:rPr lang="en-US" dirty="0"/>
              <a:t>1 student will complete Q1, 2 for the addition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subtraction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multiplication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division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come back into their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12mins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-Each student has 3 mins to tell their group what they came up with for Q 2 and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 in their groups students are to discuss Q 4 and write a summary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Then ask the students what operations involving mixed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41D79-CBCF-4018-BCA4-14B08B938F6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1947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JIGSAW Activity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Students in groups of 4 </a:t>
            </a:r>
          </a:p>
          <a:p>
            <a:pPr marL="0" indent="0">
              <a:buFontTx/>
              <a:buNone/>
            </a:pPr>
            <a:r>
              <a:rPr lang="en-US" dirty="0"/>
              <a:t>12mins</a:t>
            </a:r>
          </a:p>
          <a:p>
            <a:pPr marL="171450" indent="-171450">
              <a:buFontTx/>
              <a:buChar char="-"/>
            </a:pPr>
            <a:r>
              <a:rPr lang="en-US" dirty="0"/>
              <a:t>1 student will complete Q1, 2 for the addition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subtraction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multiplication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division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come back into their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12mins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-Each student has 3 mins to tell their group what they came up with for Q 2 and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 in their groups students are to discuss Q 4 and write a summary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Then ask the students what operations involving mixed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41D79-CBCF-4018-BCA4-14B08B938F6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078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84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10B2F4-13B3-472F-9C24-063912BA975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363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23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1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FECE-9C61-47C8-A428-E8020ECB5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E3058-A922-440F-9789-0FB554B95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82B29-6162-4C07-BBD3-C051F690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580F5-27BB-4FD8-895E-4D58B66E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A60C-5EF7-45D7-99E0-D0274744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230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74EE-74B7-4FB8-B9EB-23600576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C236-2A33-4077-8B73-302E73A6F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A9A8-95BD-47B7-9926-27A8C062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7953B-966A-4270-88F8-75D1A740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C4EC4-740F-436C-93C1-4423DC6C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01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051D-246C-44D8-8BA5-80FF7D5B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93EC7-4108-48B3-B125-82BA59F6D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1FA1-7F41-4CD3-9065-52A8421D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C5B9D-F10F-44A2-8C17-73FA105B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E967D-80C0-4877-860F-B2CB72A3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59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C5C1-CEF2-49C7-9A4E-A903169D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C386-40C9-44AE-B923-83D516A09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EDA1B-9ED7-473E-AFB9-E73E2AB86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55FE8-FF49-4613-A53C-F93D3B52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BA77A-FD2F-4CB5-81E0-08D4DEBA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2573-5D20-4E38-9668-E649B4AD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85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8CF6-D003-4EC9-8A93-437FB9AE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6B281-973B-414C-A245-706D45EBE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B64AA-DD64-4FB2-8C5F-419BDA37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43E09-FBA3-46F3-92FB-DDBFBCE3E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5F01C0-A766-4E0B-B771-2F334987B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FF9BA-8043-4603-91D1-E15D6A7C7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85607-0040-411C-B847-EC3B4046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01BF3-7AE2-43CC-8DD5-54132712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52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B28A-33FE-43C6-806B-887A849D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22E01-8125-4281-8F7F-A127173F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FBAB9-1349-4F6E-8ABB-1C029A59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24FFA-F842-4F42-88DF-7B41550B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9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DBA55-4488-446E-BE84-A8200902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D9649-29FB-4FEE-9965-FF75E2F4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F661B-271B-4F8D-A400-3B298D01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32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77BB-256E-42EC-B9A8-90D9670B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5EC6D-4C4C-4B44-9D11-D7A894B3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0C0B9-B74E-4E1B-84F1-CEB1420B6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8C0C4-3F7E-409A-936C-ACEE8EFF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B6E65-FFDC-4E44-B440-25538457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112D-37A8-4277-9735-72982BE6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634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01FE-7116-4B6B-BA8F-8CD58517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CB7BB-EA46-4D89-8E0F-253B27A8C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642EE-F0D8-4AFA-BAA3-2FAE470E8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DAC8-6FE9-4400-975D-D504A213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00625-BDC1-4A42-A2FC-C41F9EC1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4045F-CA83-4F84-AD13-AC312C23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776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65BB-5C7B-4ECC-AA60-764BDDFE8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40E6-328D-4BD4-9513-24D11153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0BE0C-270D-4526-981C-EA7F95FF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4B554-8143-4573-A74C-D0C403AF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347D-47D4-40C3-96F3-25B85FC8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41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C0CE7-9A6A-4BAC-94E1-8203ED753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88203-0767-49AF-8556-2E96D3634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A5A9F-849F-456B-AB15-41330894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A4F07-6EBA-48E1-9DAD-0714DB9D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21022-84E6-4334-A4FB-61DAB2AB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80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45E0C9-24A3-4AAA-B9C9-0DB7B851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E82B-A798-431A-9935-08057482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ECFAE-21CB-41B9-A786-05CE23E37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14D5-07B0-4A93-B97E-DD00659A62DC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D7C5-C48D-4469-B699-3713E42DB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BAAC4-6E51-40F8-80B4-9291A43B0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DF53D-E80C-49D9-B4F3-CA11CAB760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2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3752165"/>
            <a:ext cx="9652164" cy="1261011"/>
          </a:xfrm>
        </p:spPr>
        <p:txBody>
          <a:bodyPr>
            <a:normAutofit fontScale="850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2495551" y="3105834"/>
            <a:ext cx="7267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Define algebraic fractions</a:t>
            </a:r>
          </a:p>
          <a:p>
            <a:r>
              <a:rPr lang="en-US" sz="2400" dirty="0"/>
              <a:t>Add and subtract algebraic fractions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8856" y="1483777"/>
            <a:ext cx="8651359" cy="2615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Algebraic fractions are fractions that involve algebraic expressions, rather than only numbers.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The algebraic part may be in the denominator or numerator.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REMEMBER: Algebraic fractions are added, subtracted, multiplied and divided in the same way as ordinary fractions.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2B4515-1276-4ABB-B8DB-1EF802BD6915}"/>
              </a:ext>
            </a:extLst>
          </p:cNvPr>
          <p:cNvSpPr txBox="1"/>
          <p:nvPr/>
        </p:nvSpPr>
        <p:spPr>
          <a:xfrm>
            <a:off x="2409825" y="4099750"/>
            <a:ext cx="764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JIGSAW ACTIVITY (Groups of 4) on how to + - × and ÷ fractions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9C56A-DA70-4C84-A8CA-ED60F737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6" y="1"/>
            <a:ext cx="10780183" cy="692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0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238A2-19E2-46C0-88CA-F6B4ADED1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2" y="94827"/>
            <a:ext cx="7819228" cy="3334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85BEF-404B-4C2A-9404-2124CA377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056" y="3523827"/>
            <a:ext cx="7819228" cy="33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C179A0-3A64-42B8-B2E5-9B8CC8B1DCD5}"/>
              </a:ext>
            </a:extLst>
          </p:cNvPr>
          <p:cNvSpPr txBox="1"/>
          <p:nvPr/>
        </p:nvSpPr>
        <p:spPr>
          <a:xfrm>
            <a:off x="2047876" y="1738377"/>
            <a:ext cx="809624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Adding and subtracting algebraic fractions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adding and subtracting fractions, you must use a common denominator.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should use the lowest common denominator (LCD).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672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4E56-8251-472F-927C-69C3C18160A5}"/>
              </a:ext>
            </a:extLst>
          </p:cNvPr>
          <p:cNvSpPr txBox="1"/>
          <p:nvPr/>
        </p:nvSpPr>
        <p:spPr>
          <a:xfrm>
            <a:off x="1099595" y="1967696"/>
            <a:ext cx="510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</a:t>
            </a:r>
          </a:p>
          <a:p>
            <a:r>
              <a:rPr lang="en-US" dirty="0"/>
              <a:t>Example 18ab-20 p103-104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B58AC-5425-4760-AE1F-CB1C40786B1A}"/>
              </a:ext>
            </a:extLst>
          </p:cNvPr>
          <p:cNvSpPr txBox="1"/>
          <p:nvPr/>
        </p:nvSpPr>
        <p:spPr>
          <a:xfrm>
            <a:off x="3595437" y="5651742"/>
            <a:ext cx="500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S Reference Sans Serif" panose="020B0604030504040204" pitchFamily="34" charset="0"/>
              </a:rPr>
              <a:t>Remember “PEOPLE MATTER” and the 100% rule</a:t>
            </a:r>
            <a:endParaRPr lang="en-AU" b="1" dirty="0">
              <a:solidFill>
                <a:schemeClr val="accent6">
                  <a:lumMod val="60000"/>
                  <a:lumOff val="40000"/>
                </a:schemeClr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CA35A-0CD4-4410-885F-51D5282A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437699" cy="213291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algebraic fractions add/subtract </a:t>
            </a:r>
          </a:p>
          <a:p>
            <a:pPr lvl="1"/>
            <a:r>
              <a:rPr lang="en-US" dirty="0"/>
              <a:t>differentiated practice worksheets with space for answers. </a:t>
            </a:r>
          </a:p>
          <a:p>
            <a:pPr lvl="1"/>
            <a:r>
              <a:rPr lang="en-US" dirty="0"/>
              <a:t>You will get another lesson to work independently on this.</a:t>
            </a:r>
          </a:p>
          <a:p>
            <a:r>
              <a:rPr lang="en-US" dirty="0"/>
              <a:t>solutions included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412</Words>
  <Application>Microsoft Office PowerPoint</Application>
  <PresentationFormat>Widescreen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DJB Fancy Nancy</vt:lpstr>
      <vt:lpstr>Kiwi School Handwriting</vt:lpstr>
      <vt:lpstr>MS Reference Sans Serif</vt:lpstr>
      <vt:lpstr>Office Theme</vt:lpstr>
      <vt:lpstr>Algebraic Fractions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Fractions</dc:title>
  <dc:creator>Sarah James</dc:creator>
  <cp:lastModifiedBy>Sarah James</cp:lastModifiedBy>
  <cp:revision>1</cp:revision>
  <dcterms:created xsi:type="dcterms:W3CDTF">2019-02-12T02:02:27Z</dcterms:created>
  <dcterms:modified xsi:type="dcterms:W3CDTF">2019-02-12T02:04:02Z</dcterms:modified>
</cp:coreProperties>
</file>