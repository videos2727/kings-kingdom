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3" r:id="rId5"/>
    <p:sldId id="266" r:id="rId6"/>
    <p:sldId id="264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77A21-EB4F-435C-8CEB-3A7B1C09F38F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6529F-D4E9-4A53-83AD-99178F1CA6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88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8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02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25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90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0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6504-18C1-44A2-B495-120A303E5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38360-AD1D-44BB-A7E8-D44F0050C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1CE8E-AEDF-4B9E-9BB3-96B1E0E18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7BF9B-B80D-4C3B-921A-85991AFB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3B0AA-B627-4C9C-AB8A-F5EDBC9C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86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6798-0865-4847-82E8-A5145CD3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82391-A337-471A-B4EF-0469F0231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54085-F334-43E5-A73C-FC7FCB8F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C8CD-C556-40B6-99FE-4BE5D5DB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72819-E65D-4902-813E-B0E60FD3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47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3D3C-B3D6-4C58-BFC6-C81AC11C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A2FE8-3962-4B0F-926C-02163F902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933EC-CA3E-4E13-9038-EE722877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4E67A-B0EF-48B2-8286-C1C417A8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9DA66-DC6D-49E5-9E6F-50ADCA03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65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EB21-B0AA-471A-BD26-FA4FB898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2FC3-0003-4EFE-8A1D-5C973CBF2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84411-FD75-4805-8E69-D2233B0FB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24E88-B331-4764-B772-E8FB0D39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250CD-5E0C-4D18-9D70-F6050946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2978E-9CD6-42F8-853C-01186F77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61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0FEC-9259-4E87-A1E3-D13F857F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433AB-12D0-4E6C-9AC3-E0337330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B73FE-E986-4EFE-9204-F09856A55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E1C45-7FEB-4724-8331-B7E777B3F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CCF7D-9F06-4E51-B07E-F0F3F7421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84489-1E89-4D28-A0AB-41CA7880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4BDD0-9328-4749-8656-BF4F8B86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04840-51A1-42E6-88CB-79FE0B19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17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E2AB-DC1A-4EFA-B4DA-11FBF545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89D82-D479-4B46-856A-5D468925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0542A-6EAD-4788-B56C-B1783DC3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75A2E-DDD8-4EC4-B787-3DFC6538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090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E628E-1B86-49EE-BF26-8B8F1C16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27E76-C44D-427B-9051-A996DF36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EC977-950B-4A01-9FC5-7FF07389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04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9331-9A0D-4AFE-AC06-76A597D7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6818D-9A58-4600-B30D-EEB865936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E2BE8-A1E6-45AD-9419-ED62062B9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BDA68-05B6-40B8-BC39-92805476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F8067-5A90-4F50-9D92-1F449B70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43B99-BF22-48FE-B903-2B1F7B54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355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6432-4799-403B-A1CB-02473A1A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3B4A9-C7ED-4589-9256-B590B580B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738E5-5A90-401E-9DF3-FB402CE59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C7DA2-7728-4881-B879-E363B346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58008-C683-4391-80F1-7A4E32D5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6458C-63EC-4DA7-BF1D-64F39CAF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61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C157-E46C-4B65-B3F0-1C1FABFE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37CE0-FACD-42B0-9116-8932035D0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C47BE-FDF1-4C7F-9BC7-8AA038B7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9AC0-AE36-42F5-9872-9E1DE605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98C54-5A49-4B93-BDDF-CC8858F3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824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A8E0A-1122-4726-B399-8ABBCA7AF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84E1B-A472-4F2F-B332-6C7556E09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A112-7297-4E53-9598-691CB69A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316B3-8B58-4A57-B581-F4FB2659B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68A8B-A5F2-4AAC-91B7-99092AAB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620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DB73E-7854-49B7-A9D8-BA6BAB5C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EE8F9-666F-401C-B43F-55F38C1DA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044E9-6900-4590-8FF8-46493E7F9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EBF86-7F01-43DC-A2AA-5902B23F318B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2CD0-2659-442F-BA67-16E9C3BE0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261DA-1F8F-4E56-9734-ABD9E377C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06367-F099-49DC-8839-7730DC7C4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30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3752165"/>
            <a:ext cx="9652164" cy="1261011"/>
          </a:xfrm>
        </p:spPr>
        <p:txBody>
          <a:bodyPr>
            <a:normAutofit fontScale="85000" lnSpcReduction="20000"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2495551" y="3105834"/>
            <a:ext cx="7267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multiply and divide algebraic fractions?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multiply and divide algebraic fractions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multiply and divide algebraic fractions?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8856" y="1483777"/>
            <a:ext cx="8651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Remember that when you multiply fractions, you multiply the numerators and multiply the denominators.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D2019AF-0198-4DB0-BB03-57B33CC5B232}"/>
              </a:ext>
            </a:extLst>
          </p:cNvPr>
          <p:cNvSpPr/>
          <p:nvPr/>
        </p:nvSpPr>
        <p:spPr>
          <a:xfrm>
            <a:off x="2371724" y="2376776"/>
            <a:ext cx="86513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Remember that to divide by a fraction, you multiply by its reciprocal.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A4E56-8251-472F-927C-69C3C18160A5}"/>
              </a:ext>
            </a:extLst>
          </p:cNvPr>
          <p:cNvSpPr txBox="1"/>
          <p:nvPr/>
        </p:nvSpPr>
        <p:spPr>
          <a:xfrm>
            <a:off x="1099595" y="1967696"/>
            <a:ext cx="510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Nelson WA </a:t>
            </a:r>
            <a:r>
              <a:rPr lang="en-US" dirty="0" err="1"/>
              <a:t>Maths</a:t>
            </a:r>
            <a:r>
              <a:rPr lang="en-US" dirty="0"/>
              <a:t> 10</a:t>
            </a:r>
          </a:p>
          <a:p>
            <a:r>
              <a:rPr lang="en-US" dirty="0"/>
              <a:t>Example 18 cd, 21-23 p103-106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91EE3-9D06-466D-8BE3-AEA7C0B9F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3" y="2749157"/>
            <a:ext cx="7734293" cy="4108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2A1584-E102-47C8-9E91-FBDB8610ADEC}"/>
              </a:ext>
            </a:extLst>
          </p:cNvPr>
          <p:cNvSpPr txBox="1"/>
          <p:nvPr/>
        </p:nvSpPr>
        <p:spPr>
          <a:xfrm>
            <a:off x="10048875" y="3752850"/>
            <a:ext cx="179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 only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CBCB5A-57B0-4394-B873-1519F103A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42" y="1072832"/>
            <a:ext cx="5350828" cy="3263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24D5A9-807B-44B2-9B75-36AE59E66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42" y="4464615"/>
            <a:ext cx="5254308" cy="1814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65DAFB-F073-4AA7-8A22-F56040F4D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070" y="524511"/>
            <a:ext cx="5244161" cy="3812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6728D8-E501-4808-B24B-5FE0C3C98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464615"/>
            <a:ext cx="4823231" cy="225754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500823A-931A-4101-A0A6-1CEF640F5C3B}"/>
              </a:ext>
            </a:extLst>
          </p:cNvPr>
          <p:cNvSpPr txBox="1">
            <a:spLocks/>
          </p:cNvSpPr>
          <p:nvPr/>
        </p:nvSpPr>
        <p:spPr>
          <a:xfrm>
            <a:off x="2999656" y="404664"/>
            <a:ext cx="3350344" cy="540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16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Teacher notes white board only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69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CA35A-0CD4-4410-885F-51D5282A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8258175" cy="16033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algebraic fractions multiply/divide</a:t>
            </a:r>
          </a:p>
          <a:p>
            <a:pPr lvl="1"/>
            <a:r>
              <a:rPr lang="en-US" dirty="0"/>
              <a:t>Write a selection on the board as worksheet to big to print</a:t>
            </a:r>
          </a:p>
          <a:p>
            <a:pPr lvl="2"/>
            <a:r>
              <a:rPr lang="en-US" dirty="0"/>
              <a:t>differentiated practice worksheets with space for answers</a:t>
            </a:r>
          </a:p>
          <a:p>
            <a:pPr lvl="2"/>
            <a:r>
              <a:rPr lang="en-US" dirty="0"/>
              <a:t>Another lesson on this worksheet for independent practice</a:t>
            </a:r>
          </a:p>
          <a:p>
            <a:pPr lvl="1"/>
            <a:r>
              <a:rPr lang="en-US" dirty="0"/>
              <a:t>solutions included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82792-D036-4FA8-BF73-79499D866397}"/>
              </a:ext>
            </a:extLst>
          </p:cNvPr>
          <p:cNvSpPr txBox="1"/>
          <p:nvPr/>
        </p:nvSpPr>
        <p:spPr>
          <a:xfrm>
            <a:off x="3138237" y="5527917"/>
            <a:ext cx="500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S Reference Sans Serif" panose="020B0604030504040204" pitchFamily="34" charset="0"/>
              </a:rPr>
              <a:t>Remember “PEOPLE MATTER” and the 100% rule</a:t>
            </a:r>
            <a:endParaRPr lang="en-AU" b="1" dirty="0">
              <a:solidFill>
                <a:schemeClr val="accent6">
                  <a:lumMod val="60000"/>
                  <a:lumOff val="40000"/>
                </a:schemeClr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0EC9A8-EFD8-4605-A9D2-27CBDC4C70CB}"/>
              </a:ext>
            </a:extLst>
          </p:cNvPr>
          <p:cNvSpPr txBox="1">
            <a:spLocks/>
          </p:cNvSpPr>
          <p:nvPr/>
        </p:nvSpPr>
        <p:spPr>
          <a:xfrm>
            <a:off x="914399" y="3429000"/>
            <a:ext cx="8258175" cy="160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Problem Solving</a:t>
            </a:r>
          </a:p>
          <a:p>
            <a:pPr lvl="1"/>
            <a:r>
              <a:rPr lang="en-US" dirty="0"/>
              <a:t>Nelson WA </a:t>
            </a:r>
            <a:r>
              <a:rPr lang="en-US" dirty="0" err="1"/>
              <a:t>Maths</a:t>
            </a:r>
            <a:r>
              <a:rPr lang="en-US" dirty="0"/>
              <a:t> 10 p108 Q7 and Q9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158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DJB Fancy Nancy</vt:lpstr>
      <vt:lpstr>Kiwi School Handwriting</vt:lpstr>
      <vt:lpstr>MS Reference Sans Serif</vt:lpstr>
      <vt:lpstr>Office Theme</vt:lpstr>
      <vt:lpstr>Algebraic Fractions</vt:lpstr>
      <vt:lpstr>Learning Intentions</vt:lpstr>
      <vt:lpstr>PowerPoint Presentation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3</cp:revision>
  <cp:lastPrinted>2019-02-12T02:28:38Z</cp:lastPrinted>
  <dcterms:created xsi:type="dcterms:W3CDTF">2019-02-12T02:22:18Z</dcterms:created>
  <dcterms:modified xsi:type="dcterms:W3CDTF">2019-02-12T02:53:07Z</dcterms:modified>
</cp:coreProperties>
</file>