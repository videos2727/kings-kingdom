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8" r:id="rId2"/>
    <p:sldId id="257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50FB2B-EE77-4AEA-8C18-F35984F18614}" v="61" dt="2019-03-20T11:41:58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D350FB2B-EE77-4AEA-8C18-F35984F18614}"/>
    <pc:docChg chg="custSel addSld delSld modSld">
      <pc:chgData name="Sarah James" userId="e5e3e68366f0feb3" providerId="LiveId" clId="{D350FB2B-EE77-4AEA-8C18-F35984F18614}" dt="2019-03-20T11:42:14.789" v="123" actId="14100"/>
      <pc:docMkLst>
        <pc:docMk/>
      </pc:docMkLst>
      <pc:sldChg chg="modSp">
        <pc:chgData name="Sarah James" userId="e5e3e68366f0feb3" providerId="LiveId" clId="{D350FB2B-EE77-4AEA-8C18-F35984F18614}" dt="2019-03-20T11:38:15.704" v="67" actId="27636"/>
        <pc:sldMkLst>
          <pc:docMk/>
          <pc:sldMk cId="373087071" sldId="269"/>
        </pc:sldMkLst>
        <pc:spChg chg="mod">
          <ac:chgData name="Sarah James" userId="e5e3e68366f0feb3" providerId="LiveId" clId="{D350FB2B-EE77-4AEA-8C18-F35984F18614}" dt="2019-03-20T11:38:15.704" v="67" actId="27636"/>
          <ac:spMkLst>
            <pc:docMk/>
            <pc:sldMk cId="373087071" sldId="269"/>
            <ac:spMk id="3" creationId="{86DBD705-42F8-413C-BB65-BD805DAB207A}"/>
          </ac:spMkLst>
        </pc:spChg>
      </pc:sldChg>
      <pc:sldChg chg="delSp modSp">
        <pc:chgData name="Sarah James" userId="e5e3e68366f0feb3" providerId="LiveId" clId="{D350FB2B-EE77-4AEA-8C18-F35984F18614}" dt="2019-03-20T11:40:31.922" v="91"/>
        <pc:sldMkLst>
          <pc:docMk/>
          <pc:sldMk cId="3476330373" sldId="270"/>
        </pc:sldMkLst>
        <pc:spChg chg="mod">
          <ac:chgData name="Sarah James" userId="e5e3e68366f0feb3" providerId="LiveId" clId="{D350FB2B-EE77-4AEA-8C18-F35984F18614}" dt="2019-03-20T11:38:52.684" v="90"/>
          <ac:spMkLst>
            <pc:docMk/>
            <pc:sldMk cId="3476330373" sldId="270"/>
            <ac:spMk id="3" creationId="{86DBD705-42F8-413C-BB65-BD805DAB207A}"/>
          </ac:spMkLst>
        </pc:spChg>
        <pc:picChg chg="del">
          <ac:chgData name="Sarah James" userId="e5e3e68366f0feb3" providerId="LiveId" clId="{D350FB2B-EE77-4AEA-8C18-F35984F18614}" dt="2019-03-20T11:40:31.922" v="91"/>
          <ac:picMkLst>
            <pc:docMk/>
            <pc:sldMk cId="3476330373" sldId="270"/>
            <ac:picMk id="4" creationId="{1CD73799-D2BA-4CED-886B-818F1C5046AE}"/>
          </ac:picMkLst>
        </pc:picChg>
      </pc:sldChg>
      <pc:sldChg chg="addSp delSp modSp add del">
        <pc:chgData name="Sarah James" userId="e5e3e68366f0feb3" providerId="LiveId" clId="{D350FB2B-EE77-4AEA-8C18-F35984F18614}" dt="2019-03-20T11:38:19.711" v="68" actId="2696"/>
        <pc:sldMkLst>
          <pc:docMk/>
          <pc:sldMk cId="425755740" sldId="271"/>
        </pc:sldMkLst>
        <pc:spChg chg="mod">
          <ac:chgData name="Sarah James" userId="e5e3e68366f0feb3" providerId="LiveId" clId="{D350FB2B-EE77-4AEA-8C18-F35984F18614}" dt="2019-03-20T11:36:17.794" v="20" actId="20577"/>
          <ac:spMkLst>
            <pc:docMk/>
            <pc:sldMk cId="425755740" sldId="271"/>
            <ac:spMk id="2" creationId="{ED5819C1-35C8-466F-AF47-1EE6BDE9B451}"/>
          </ac:spMkLst>
        </pc:spChg>
        <pc:spChg chg="add del mod">
          <ac:chgData name="Sarah James" userId="e5e3e68366f0feb3" providerId="LiveId" clId="{D350FB2B-EE77-4AEA-8C18-F35984F18614}" dt="2019-03-20T11:37:57.858" v="65" actId="20577"/>
          <ac:spMkLst>
            <pc:docMk/>
            <pc:sldMk cId="425755740" sldId="271"/>
            <ac:spMk id="3" creationId="{790FA9F1-C152-4EF0-A1DF-700F484952F0}"/>
          </ac:spMkLst>
        </pc:spChg>
        <pc:spChg chg="add del">
          <ac:chgData name="Sarah James" userId="e5e3e68366f0feb3" providerId="LiveId" clId="{D350FB2B-EE77-4AEA-8C18-F35984F18614}" dt="2019-03-20T11:36:07.708" v="2"/>
          <ac:spMkLst>
            <pc:docMk/>
            <pc:sldMk cId="425755740" sldId="271"/>
            <ac:spMk id="5" creationId="{67CBDEC0-79EF-4B64-9B42-43CEED65E736}"/>
          </ac:spMkLst>
        </pc:spChg>
        <pc:spChg chg="add del">
          <ac:chgData name="Sarah James" userId="e5e3e68366f0feb3" providerId="LiveId" clId="{D350FB2B-EE77-4AEA-8C18-F35984F18614}" dt="2019-03-20T11:36:07.708" v="2"/>
          <ac:spMkLst>
            <pc:docMk/>
            <pc:sldMk cId="425755740" sldId="271"/>
            <ac:spMk id="7" creationId="{0CA70277-10D3-456F-B1E2-D74F37F2703D}"/>
          </ac:spMkLst>
        </pc:spChg>
        <pc:graphicFrameChg chg="add del mod">
          <ac:chgData name="Sarah James" userId="e5e3e68366f0feb3" providerId="LiveId" clId="{D350FB2B-EE77-4AEA-8C18-F35984F18614}" dt="2019-03-20T11:36:07.708" v="2"/>
          <ac:graphicFrameMkLst>
            <pc:docMk/>
            <pc:sldMk cId="425755740" sldId="271"/>
            <ac:graphicFrameMk id="4" creationId="{012D101A-EB5D-48E1-B3DB-F61DECF20D7F}"/>
          </ac:graphicFrameMkLst>
        </pc:graphicFrameChg>
        <pc:cxnChg chg="add del">
          <ac:chgData name="Sarah James" userId="e5e3e68366f0feb3" providerId="LiveId" clId="{D350FB2B-EE77-4AEA-8C18-F35984F18614}" dt="2019-03-20T11:36:07.708" v="2"/>
          <ac:cxnSpMkLst>
            <pc:docMk/>
            <pc:sldMk cId="425755740" sldId="271"/>
            <ac:cxnSpMk id="6" creationId="{494DD40A-2C7D-42B0-8749-3810F5D6FB98}"/>
          </ac:cxnSpMkLst>
        </pc:cxnChg>
      </pc:sldChg>
      <pc:sldChg chg="addSp delSp modSp add">
        <pc:chgData name="Sarah James" userId="e5e3e68366f0feb3" providerId="LiveId" clId="{D350FB2B-EE77-4AEA-8C18-F35984F18614}" dt="2019-03-20T11:42:14.789" v="123" actId="14100"/>
        <pc:sldMkLst>
          <pc:docMk/>
          <pc:sldMk cId="2602377674" sldId="271"/>
        </pc:sldMkLst>
        <pc:spChg chg="del mod">
          <ac:chgData name="Sarah James" userId="e5e3e68366f0feb3" providerId="LiveId" clId="{D350FB2B-EE77-4AEA-8C18-F35984F18614}" dt="2019-03-20T11:41:18.482" v="105" actId="478"/>
          <ac:spMkLst>
            <pc:docMk/>
            <pc:sldMk cId="2602377674" sldId="271"/>
            <ac:spMk id="2" creationId="{3F399F08-344F-457E-B500-2EB20B615D6F}"/>
          </ac:spMkLst>
        </pc:spChg>
        <pc:spChg chg="del mod">
          <ac:chgData name="Sarah James" userId="e5e3e68366f0feb3" providerId="LiveId" clId="{D350FB2B-EE77-4AEA-8C18-F35984F18614}" dt="2019-03-20T11:40:43.141" v="95" actId="478"/>
          <ac:spMkLst>
            <pc:docMk/>
            <pc:sldMk cId="2602377674" sldId="271"/>
            <ac:spMk id="3" creationId="{86DBD705-42F8-413C-BB65-BD805DAB207A}"/>
          </ac:spMkLst>
        </pc:spChg>
        <pc:spChg chg="add del mod">
          <ac:chgData name="Sarah James" userId="e5e3e68366f0feb3" providerId="LiveId" clId="{D350FB2B-EE77-4AEA-8C18-F35984F18614}" dt="2019-03-20T11:40:53.454" v="96"/>
          <ac:spMkLst>
            <pc:docMk/>
            <pc:sldMk cId="2602377674" sldId="271"/>
            <ac:spMk id="5" creationId="{975EACAF-0637-4D20-9165-BE757C254A6F}"/>
          </ac:spMkLst>
        </pc:spChg>
        <pc:spChg chg="add mod">
          <ac:chgData name="Sarah James" userId="e5e3e68366f0feb3" providerId="LiveId" clId="{D350FB2B-EE77-4AEA-8C18-F35984F18614}" dt="2019-03-20T11:42:14.789" v="123" actId="14100"/>
          <ac:spMkLst>
            <pc:docMk/>
            <pc:sldMk cId="2602377674" sldId="271"/>
            <ac:spMk id="9" creationId="{A869A01D-B639-41B2-AE19-2C95286222E4}"/>
          </ac:spMkLst>
        </pc:spChg>
        <pc:picChg chg="add mod">
          <ac:chgData name="Sarah James" userId="e5e3e68366f0feb3" providerId="LiveId" clId="{D350FB2B-EE77-4AEA-8C18-F35984F18614}" dt="2019-03-20T11:41:27.473" v="108" actId="14100"/>
          <ac:picMkLst>
            <pc:docMk/>
            <pc:sldMk cId="2602377674" sldId="271"/>
            <ac:picMk id="6" creationId="{9064F3C9-87E1-40FA-B6C4-7C41BD485330}"/>
          </ac:picMkLst>
        </pc:picChg>
        <pc:picChg chg="add">
          <ac:chgData name="Sarah James" userId="e5e3e68366f0feb3" providerId="LiveId" clId="{D350FB2B-EE77-4AEA-8C18-F35984F18614}" dt="2019-03-20T11:41:15.504" v="104"/>
          <ac:picMkLst>
            <pc:docMk/>
            <pc:sldMk cId="2602377674" sldId="271"/>
            <ac:picMk id="7" creationId="{06CF8C8E-E3DD-40DA-A228-A84C4E6D2A14}"/>
          </ac:picMkLst>
        </pc:picChg>
        <pc:picChg chg="add mod">
          <ac:chgData name="Sarah James" userId="e5e3e68366f0feb3" providerId="LiveId" clId="{D350FB2B-EE77-4AEA-8C18-F35984F18614}" dt="2019-03-20T11:41:24.201" v="107" actId="1076"/>
          <ac:picMkLst>
            <pc:docMk/>
            <pc:sldMk cId="2602377674" sldId="271"/>
            <ac:picMk id="8" creationId="{6418546B-B29F-4178-A1C4-E6F8AD93428A}"/>
          </ac:picMkLst>
        </pc:picChg>
      </pc:sldChg>
      <pc:sldChg chg="add del">
        <pc:chgData name="Sarah James" userId="e5e3e68366f0feb3" providerId="LiveId" clId="{D350FB2B-EE77-4AEA-8C18-F35984F18614}" dt="2019-03-20T11:41:51.838" v="110" actId="2696"/>
        <pc:sldMkLst>
          <pc:docMk/>
          <pc:sldMk cId="3129309885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7BBF2-BB1E-4A4E-B0A6-E5BE78DBD562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9E494-A80F-4E61-85AB-00B8022B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171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55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824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62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078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5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193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5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541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0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352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92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0B3982-DB0E-4FD9-9B7B-22CEC5594ECA}" type="datetimeFigureOut">
              <a:rPr lang="en-AU" smtClean="0"/>
              <a:t>20/03/2019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4F634FA-274C-4FBE-9F2F-552104EA6B2E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50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3740" y="2409825"/>
            <a:ext cx="8848725" cy="1752600"/>
          </a:xfrm>
        </p:spPr>
        <p:txBody>
          <a:bodyPr>
            <a:normAutofit/>
          </a:bodyPr>
          <a:lstStyle/>
          <a:p>
            <a:pPr algn="l"/>
            <a:r>
              <a:rPr lang="en-AU" b="1" dirty="0">
                <a:solidFill>
                  <a:schemeClr val="tx1"/>
                </a:solidFill>
              </a:rPr>
              <a:t>Topic: Total Surface area</a:t>
            </a:r>
          </a:p>
          <a:p>
            <a:r>
              <a:rPr lang="en-AU" b="1" dirty="0">
                <a:solidFill>
                  <a:schemeClr val="tx1"/>
                </a:solidFill>
              </a:rPr>
              <a:t>Eq: How is calculating the </a:t>
            </a:r>
            <a:r>
              <a:rPr lang="en-AU" b="1" dirty="0" err="1">
                <a:solidFill>
                  <a:schemeClr val="tx1"/>
                </a:solidFill>
              </a:rPr>
              <a:t>tsa</a:t>
            </a:r>
            <a:r>
              <a:rPr lang="en-AU" b="1" dirty="0">
                <a:solidFill>
                  <a:schemeClr val="tx1"/>
                </a:solidFill>
              </a:rPr>
              <a:t> of an object useful in real life?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to:</a:t>
            </a:r>
          </a:p>
          <a:p>
            <a:pPr marL="0" indent="0">
              <a:buNone/>
            </a:pPr>
            <a:r>
              <a:rPr lang="en-AU" dirty="0"/>
              <a:t>- Solve problems involving finding the TSA of real life objects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9F08-344F-457E-B500-2EB20B61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BD705-42F8-413C-BB65-BD805DAB20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Comic Sans MS" pitchFamily="66" charset="0"/>
                  </a:rPr>
                  <a:t>You are going to use your knowledge of surface area to work out if the piece of </a:t>
                </a:r>
                <a:br>
                  <a:rPr lang="en-GB" dirty="0">
                    <a:latin typeface="Comic Sans MS" pitchFamily="66" charset="0"/>
                  </a:rPr>
                </a:br>
                <a:r>
                  <a:rPr lang="en-GB" dirty="0">
                    <a:latin typeface="Comic Sans MS" pitchFamily="66" charset="0"/>
                  </a:rPr>
                  <a:t>wrapping paper cut for each gift is enough to wrap the present.</a:t>
                </a:r>
              </a:p>
              <a:p>
                <a:endParaRPr lang="en-GB" dirty="0">
                  <a:latin typeface="Comic Sans MS" pitchFamily="66" charset="0"/>
                </a:endParaRPr>
              </a:p>
              <a:p>
                <a:r>
                  <a:rPr lang="en-GB" dirty="0">
                    <a:latin typeface="Comic Sans MS" pitchFamily="66" charset="0"/>
                  </a:rPr>
                  <a:t>Write your workings down in your interactive notebook NOT on the handout. </a:t>
                </a:r>
              </a:p>
              <a:p>
                <a:endParaRPr lang="en-GB" dirty="0">
                  <a:latin typeface="Comic Sans MS" pitchFamily="66" charset="0"/>
                </a:endParaRPr>
              </a:p>
              <a:p>
                <a:r>
                  <a:rPr lang="en-GB" dirty="0">
                    <a:latin typeface="Comic Sans MS" pitchFamily="66" charset="0"/>
                  </a:rPr>
                  <a:t>The handout is for you to </a:t>
                </a:r>
                <a:r>
                  <a:rPr lang="en-GB" dirty="0" err="1">
                    <a:latin typeface="Comic Sans MS" pitchFamily="66" charset="0"/>
                  </a:rPr>
                  <a:t>utlise</a:t>
                </a:r>
                <a:r>
                  <a:rPr lang="en-GB" dirty="0">
                    <a:latin typeface="Comic Sans MS" pitchFamily="66" charset="0"/>
                  </a:rPr>
                  <a:t> the images of the objects to calculate the faces easily.</a:t>
                </a:r>
              </a:p>
              <a:p>
                <a:r>
                  <a:rPr lang="en-GB" b="1" dirty="0"/>
                  <a:t>Extension Questions Hint: surface area of a sphere =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𝝅</m:t>
                    </m:r>
                    <m:sSup>
                      <m:sSupPr>
                        <m:ctrlPr>
                          <a:rPr lang="en-A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</a:p>
              <a:p>
                <a:endParaRPr lang="en-GB" dirty="0">
                  <a:latin typeface="Comic Sans MS" pitchFamily="66" charset="0"/>
                </a:endParaRPr>
              </a:p>
              <a:p>
                <a:r>
                  <a:rPr lang="en-GB" sz="2800" dirty="0">
                    <a:latin typeface="Comic Sans MS" pitchFamily="66" charset="0"/>
                  </a:rPr>
                  <a:t>You have 25 minutes.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BD705-42F8-413C-BB65-BD805DAB2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1" t="-2424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87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9F08-344F-457E-B500-2EB20B61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D705-42F8-413C-BB65-BD805DAB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>
                <a:latin typeface="Comic Sans MS" pitchFamily="66" charset="0"/>
              </a:rPr>
              <a:t>Haribo = </a:t>
            </a:r>
            <a:r>
              <a:rPr lang="en-GB" b="1" dirty="0">
                <a:latin typeface="Comic Sans MS" pitchFamily="66" charset="0"/>
              </a:rPr>
              <a:t>650cm</a:t>
            </a:r>
            <a:r>
              <a:rPr lang="en-GB" b="1" baseline="30000" dirty="0">
                <a:latin typeface="Comic Sans MS" pitchFamily="66" charset="0"/>
              </a:rPr>
              <a:t>2</a:t>
            </a:r>
            <a:r>
              <a:rPr lang="en-GB" dirty="0">
                <a:latin typeface="Comic Sans MS" pitchFamily="66" charset="0"/>
              </a:rPr>
              <a:t>  - fits</a:t>
            </a:r>
          </a:p>
          <a:p>
            <a:endParaRPr lang="en-GB" dirty="0">
              <a:latin typeface="Comic Sans MS" pitchFamily="66" charset="0"/>
            </a:endParaRPr>
          </a:p>
          <a:p>
            <a:r>
              <a:rPr lang="en-GB" dirty="0">
                <a:latin typeface="Comic Sans MS" pitchFamily="66" charset="0"/>
              </a:rPr>
              <a:t>Trebor = </a:t>
            </a:r>
            <a:r>
              <a:rPr lang="en-GB" b="1" dirty="0">
                <a:latin typeface="Comic Sans MS" pitchFamily="66" charset="0"/>
              </a:rPr>
              <a:t>150.80cm</a:t>
            </a:r>
            <a:r>
              <a:rPr lang="en-GB" b="1" baseline="30000" dirty="0">
                <a:latin typeface="Comic Sans MS" pitchFamily="66" charset="0"/>
              </a:rPr>
              <a:t>2 </a:t>
            </a:r>
            <a:r>
              <a:rPr lang="en-GB" dirty="0">
                <a:latin typeface="Comic Sans MS" pitchFamily="66" charset="0"/>
              </a:rPr>
              <a:t>– does not fit</a:t>
            </a:r>
            <a:endParaRPr lang="en-GB" b="1" baseline="30000" dirty="0">
              <a:latin typeface="Comic Sans MS" pitchFamily="66" charset="0"/>
            </a:endParaRPr>
          </a:p>
          <a:p>
            <a:endParaRPr lang="en-GB" baseline="30000" dirty="0">
              <a:latin typeface="Comic Sans MS" pitchFamily="66" charset="0"/>
            </a:endParaRPr>
          </a:p>
          <a:p>
            <a:r>
              <a:rPr lang="en-GB" dirty="0">
                <a:latin typeface="Comic Sans MS" pitchFamily="66" charset="0"/>
              </a:rPr>
              <a:t>Chocolate Orange = </a:t>
            </a:r>
            <a:r>
              <a:rPr lang="en-GB" b="1" dirty="0">
                <a:latin typeface="Comic Sans MS" pitchFamily="66" charset="0"/>
              </a:rPr>
              <a:t>201.06cm</a:t>
            </a:r>
            <a:r>
              <a:rPr lang="en-GB" b="1" baseline="30000" dirty="0">
                <a:latin typeface="Comic Sans MS" pitchFamily="66" charset="0"/>
              </a:rPr>
              <a:t>2</a:t>
            </a:r>
            <a:r>
              <a:rPr lang="en-GB" baseline="30000" dirty="0">
                <a:latin typeface="Comic Sans MS" pitchFamily="66" charset="0"/>
              </a:rPr>
              <a:t> </a:t>
            </a:r>
            <a:r>
              <a:rPr lang="en-GB" dirty="0">
                <a:latin typeface="Comic Sans MS" pitchFamily="66" charset="0"/>
              </a:rPr>
              <a:t>- does not fit</a:t>
            </a:r>
            <a:endParaRPr lang="en-GB" b="1" baseline="30000" dirty="0">
              <a:latin typeface="Comic Sans MS" pitchFamily="66" charset="0"/>
            </a:endParaRPr>
          </a:p>
          <a:p>
            <a:endParaRPr lang="en-GB" dirty="0">
              <a:latin typeface="Comic Sans MS" pitchFamily="66" charset="0"/>
            </a:endParaRPr>
          </a:p>
          <a:p>
            <a:r>
              <a:rPr lang="en-GB" dirty="0">
                <a:latin typeface="Comic Sans MS" pitchFamily="66" charset="0"/>
              </a:rPr>
              <a:t>PS4 = </a:t>
            </a:r>
            <a:r>
              <a:rPr lang="en-GB" b="1" dirty="0">
                <a:latin typeface="Comic Sans MS" pitchFamily="66" charset="0"/>
              </a:rPr>
              <a:t>4392cm</a:t>
            </a:r>
            <a:r>
              <a:rPr lang="en-GB" b="1" baseline="30000" dirty="0">
                <a:latin typeface="Comic Sans MS" pitchFamily="66" charset="0"/>
              </a:rPr>
              <a:t>2 </a:t>
            </a:r>
            <a:r>
              <a:rPr lang="en-GB" dirty="0">
                <a:latin typeface="Comic Sans MS" pitchFamily="66" charset="0"/>
              </a:rPr>
              <a:t>– fits</a:t>
            </a:r>
          </a:p>
          <a:p>
            <a:endParaRPr lang="en-GB" b="1" baseline="30000" dirty="0">
              <a:latin typeface="Comic Sans MS" pitchFamily="66" charset="0"/>
            </a:endParaRPr>
          </a:p>
          <a:p>
            <a:endParaRPr lang="en-GB" baseline="30000" dirty="0">
              <a:latin typeface="Comic Sans MS" pitchFamily="66" charset="0"/>
            </a:endParaRPr>
          </a:p>
          <a:p>
            <a:r>
              <a:rPr lang="en-GB" dirty="0">
                <a:latin typeface="Comic Sans MS" pitchFamily="66" charset="0"/>
              </a:rPr>
              <a:t>Toblerone = </a:t>
            </a:r>
            <a:r>
              <a:rPr lang="en-GB" b="1" dirty="0">
                <a:latin typeface="Comic Sans MS" pitchFamily="66" charset="0"/>
              </a:rPr>
              <a:t>504cm</a:t>
            </a:r>
            <a:r>
              <a:rPr lang="en-GB" b="1" baseline="30000" dirty="0">
                <a:latin typeface="Comic Sans MS" pitchFamily="66" charset="0"/>
              </a:rPr>
              <a:t>2 </a:t>
            </a:r>
            <a:r>
              <a:rPr lang="en-GB" dirty="0">
                <a:latin typeface="Comic Sans MS" pitchFamily="66" charset="0"/>
              </a:rPr>
              <a:t>- fits</a:t>
            </a:r>
          </a:p>
          <a:p>
            <a:endParaRPr lang="en-GB" dirty="0">
              <a:latin typeface="Comic Sans MS" pitchFamily="66" charset="0"/>
            </a:endParaRPr>
          </a:p>
          <a:p>
            <a:r>
              <a:rPr lang="en-GB" dirty="0">
                <a:latin typeface="Comic Sans MS" pitchFamily="66" charset="0"/>
              </a:rPr>
              <a:t>iPad = </a:t>
            </a:r>
            <a:r>
              <a:rPr lang="en-GB" b="1" dirty="0">
                <a:latin typeface="Comic Sans MS" pitchFamily="66" charset="0"/>
              </a:rPr>
              <a:t>2318cm</a:t>
            </a:r>
            <a:r>
              <a:rPr lang="en-GB" b="1" baseline="30000" dirty="0">
                <a:latin typeface="Comic Sans MS" pitchFamily="66" charset="0"/>
              </a:rPr>
              <a:t>2 </a:t>
            </a:r>
            <a:r>
              <a:rPr lang="en-GB" b="1" dirty="0">
                <a:latin typeface="Comic Sans MS" pitchFamily="66" charset="0"/>
              </a:rPr>
              <a:t> </a:t>
            </a:r>
            <a:r>
              <a:rPr lang="en-GB" dirty="0">
                <a:latin typeface="Comic Sans MS" pitchFamily="66" charset="0"/>
              </a:rPr>
              <a:t>- does not fit</a:t>
            </a:r>
            <a:endParaRPr lang="en-GB" b="1" baseline="30000" dirty="0">
              <a:latin typeface="Comic Sans MS" pitchFamily="66" charset="0"/>
            </a:endParaRPr>
          </a:p>
          <a:p>
            <a:endParaRPr lang="en-GB" dirty="0">
              <a:latin typeface="Comic Sans MS" pitchFamily="66" charset="0"/>
            </a:endParaRPr>
          </a:p>
          <a:p>
            <a:r>
              <a:rPr lang="en-GB" dirty="0">
                <a:latin typeface="Comic Sans MS" pitchFamily="66" charset="0"/>
              </a:rPr>
              <a:t>Football = </a:t>
            </a:r>
            <a:r>
              <a:rPr lang="en-GB" b="1" dirty="0">
                <a:latin typeface="Comic Sans MS" pitchFamily="66" charset="0"/>
              </a:rPr>
              <a:t>1520.53cm</a:t>
            </a:r>
            <a:r>
              <a:rPr lang="en-GB" b="1" baseline="30000" dirty="0">
                <a:latin typeface="Comic Sans MS" pitchFamily="66" charset="0"/>
              </a:rPr>
              <a:t>2 </a:t>
            </a:r>
            <a:r>
              <a:rPr lang="en-GB" dirty="0">
                <a:latin typeface="Comic Sans MS" pitchFamily="66" charset="0"/>
              </a:rPr>
              <a:t> - fits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633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CF8C8E-E3DD-40DA-A228-A84C4E6D2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3238500"/>
            <a:ext cx="7800975" cy="381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64F3C9-87E1-40FA-B6C4-7C41BD485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8571" y="1846263"/>
            <a:ext cx="7800975" cy="43787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18546B-B29F-4178-A1C4-E6F8AD93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92" y="1287780"/>
            <a:ext cx="7800975" cy="38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69A01D-B639-41B2-AE19-2C95286222E4}"/>
              </a:ext>
            </a:extLst>
          </p:cNvPr>
          <p:cNvSpPr txBox="1"/>
          <p:nvPr/>
        </p:nvSpPr>
        <p:spPr>
          <a:xfrm>
            <a:off x="995680" y="406400"/>
            <a:ext cx="3322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EXIT PASS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6023776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</TotalTime>
  <Words>111</Words>
  <Application>Microsoft Office PowerPoint</Application>
  <PresentationFormat>Widescreen</PresentationFormat>
  <Paragraphs>33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Comic Sans MS</vt:lpstr>
      <vt:lpstr>Retrospect</vt:lpstr>
      <vt:lpstr>PowerPoint Presentation</vt:lpstr>
      <vt:lpstr>Lesson objective</vt:lpstr>
      <vt:lpstr>TASK</vt:lpstr>
      <vt:lpstr>Answers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</dc:title>
  <dc:creator>Sarah James</dc:creator>
  <cp:lastModifiedBy>Sarah James</cp:lastModifiedBy>
  <cp:revision>3</cp:revision>
  <dcterms:created xsi:type="dcterms:W3CDTF">2019-03-20T11:12:46Z</dcterms:created>
  <dcterms:modified xsi:type="dcterms:W3CDTF">2019-03-20T11:42:22Z</dcterms:modified>
</cp:coreProperties>
</file>