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0" r:id="rId2"/>
    <p:sldId id="259" r:id="rId3"/>
    <p:sldId id="258" r:id="rId4"/>
    <p:sldId id="335" r:id="rId5"/>
    <p:sldId id="338" r:id="rId6"/>
    <p:sldId id="339" r:id="rId7"/>
    <p:sldId id="340" r:id="rId8"/>
    <p:sldId id="341" r:id="rId9"/>
    <p:sldId id="342" r:id="rId10"/>
    <p:sldId id="334" r:id="rId11"/>
    <p:sldId id="337" r:id="rId12"/>
    <p:sldId id="343" r:id="rId13"/>
    <p:sldId id="344" r:id="rId14"/>
    <p:sldId id="292" r:id="rId15"/>
    <p:sldId id="29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6" autoAdjust="0"/>
    <p:restoredTop sz="89165" autoAdjust="0"/>
  </p:normalViewPr>
  <p:slideViewPr>
    <p:cSldViewPr>
      <p:cViewPr>
        <p:scale>
          <a:sx n="75" d="100"/>
          <a:sy n="75" d="100"/>
        </p:scale>
        <p:origin x="1216" y="4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16/6/17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16/6/17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16/6/17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16/6/17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16/6/17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16/6/17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16/6/17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16/6/17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16/6/17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16/6/17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16/6/17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16/6/17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16/6/17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4869160"/>
            <a:ext cx="6400800" cy="1752600"/>
          </a:xfrm>
        </p:spPr>
        <p:txBody>
          <a:bodyPr>
            <a:normAutofit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smtClean="0"/>
              <a:t>Teacher</a:t>
            </a:r>
            <a:endParaRPr lang="en-AU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2290" name="Picture 2" descr="voca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772816"/>
            <a:ext cx="3810000" cy="1800225"/>
          </a:xfrm>
          <a:prstGeom prst="rect">
            <a:avLst/>
          </a:prstGeom>
          <a:noFill/>
        </p:spPr>
      </p:pic>
      <p:pic>
        <p:nvPicPr>
          <p:cNvPr id="12292" name="Picture 4" descr="http://gremathninja.com/wp-content/uploads/3a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3573016"/>
            <a:ext cx="3810000" cy="26860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533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Rearranging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the key rules to rearranging equations?</a:t>
            </a:r>
            <a:endParaRPr lang="en-AU" sz="2400" dirty="0"/>
          </a:p>
        </p:txBody>
      </p:sp>
      <p:sp>
        <p:nvSpPr>
          <p:cNvPr id="15" name="Rectangle 14"/>
          <p:cNvSpPr/>
          <p:nvPr/>
        </p:nvSpPr>
        <p:spPr>
          <a:xfrm>
            <a:off x="2987824" y="1700808"/>
            <a:ext cx="61561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AU" dirty="0" smtClean="0"/>
          </a:p>
          <a:p>
            <a:r>
              <a:rPr lang="en-AU" dirty="0" smtClean="0"/>
              <a:t> Making a parameter the subject of an equation is carried out by simply applying the rules of arithmetic. </a:t>
            </a:r>
            <a:endParaRPr lang="en-AU" dirty="0"/>
          </a:p>
        </p:txBody>
      </p:sp>
      <p:sp>
        <p:nvSpPr>
          <p:cNvPr id="16" name="Rectangle 15"/>
          <p:cNvSpPr/>
          <p:nvPr/>
        </p:nvSpPr>
        <p:spPr>
          <a:xfrm>
            <a:off x="2987824" y="2348880"/>
            <a:ext cx="61561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AU" dirty="0" smtClean="0"/>
          </a:p>
          <a:p>
            <a:r>
              <a:rPr lang="en-AU" dirty="0" smtClean="0">
                <a:solidFill>
                  <a:srgbClr val="0070C0"/>
                </a:solidFill>
              </a:rPr>
              <a:t> “To keep both sides of an equation equal what ever you do to one side you </a:t>
            </a:r>
            <a:r>
              <a:rPr lang="en-AU" dirty="0" smtClean="0">
                <a:solidFill>
                  <a:srgbClr val="FF0000"/>
                </a:solidFill>
              </a:rPr>
              <a:t>MUST</a:t>
            </a:r>
            <a:r>
              <a:rPr lang="en-AU" dirty="0" smtClean="0"/>
              <a:t> </a:t>
            </a:r>
            <a:r>
              <a:rPr lang="en-AU" dirty="0" smtClean="0">
                <a:solidFill>
                  <a:srgbClr val="0070C0"/>
                </a:solidFill>
              </a:rPr>
              <a:t>do to the other whether it is addition , subtraction, multiplication or division. " 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60032" y="3501008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AND</a:t>
            </a:r>
            <a:endParaRPr lang="en-AU" dirty="0"/>
          </a:p>
        </p:txBody>
      </p:sp>
      <p:sp>
        <p:nvSpPr>
          <p:cNvPr id="18" name="Rectangle 17"/>
          <p:cNvSpPr/>
          <p:nvPr/>
        </p:nvSpPr>
        <p:spPr>
          <a:xfrm>
            <a:off x="2915816" y="3501008"/>
            <a:ext cx="622818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AU" dirty="0" smtClean="0"/>
          </a:p>
          <a:p>
            <a:r>
              <a:rPr lang="en-AU" dirty="0" smtClean="0"/>
              <a:t> </a:t>
            </a:r>
            <a:r>
              <a:rPr lang="en-AU" dirty="0" smtClean="0">
                <a:solidFill>
                  <a:srgbClr val="0070C0"/>
                </a:solidFill>
              </a:rPr>
              <a:t>“If you are multiplying or dividing you must do it to </a:t>
            </a:r>
            <a:r>
              <a:rPr lang="en-AU" dirty="0" smtClean="0">
                <a:solidFill>
                  <a:srgbClr val="FF0000"/>
                </a:solidFill>
              </a:rPr>
              <a:t>EVERY TERM </a:t>
            </a:r>
            <a:r>
              <a:rPr lang="en-AU" dirty="0" smtClean="0">
                <a:solidFill>
                  <a:srgbClr val="0070C0"/>
                </a:solidFill>
              </a:rPr>
              <a:t>in the equation not just some terms.” </a:t>
            </a:r>
            <a:endParaRPr lang="en-A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533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Rearranging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the key rules to rearranging equations?</a:t>
            </a:r>
            <a:endParaRPr lang="en-AU" sz="2400" dirty="0"/>
          </a:p>
        </p:txBody>
      </p:sp>
      <p:sp>
        <p:nvSpPr>
          <p:cNvPr id="15" name="Rectangle 14"/>
          <p:cNvSpPr/>
          <p:nvPr/>
        </p:nvSpPr>
        <p:spPr>
          <a:xfrm>
            <a:off x="2987824" y="1700808"/>
            <a:ext cx="61561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AU" dirty="0" smtClean="0"/>
          </a:p>
          <a:p>
            <a:r>
              <a:rPr lang="en-AU" dirty="0" smtClean="0"/>
              <a:t> Making a parameter the subject of an equation is carried out by simply applying the rules of arithmetic. </a:t>
            </a:r>
            <a:endParaRPr lang="en-AU" dirty="0"/>
          </a:p>
        </p:txBody>
      </p:sp>
      <p:sp>
        <p:nvSpPr>
          <p:cNvPr id="16" name="Rectangle 15"/>
          <p:cNvSpPr/>
          <p:nvPr/>
        </p:nvSpPr>
        <p:spPr>
          <a:xfrm>
            <a:off x="2987824" y="2348880"/>
            <a:ext cx="61561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AU" dirty="0" smtClean="0"/>
          </a:p>
          <a:p>
            <a:r>
              <a:rPr lang="en-AU" dirty="0" smtClean="0">
                <a:solidFill>
                  <a:srgbClr val="0070C0"/>
                </a:solidFill>
              </a:rPr>
              <a:t> “To keep both sides of an equation equal what ever you do to one side you </a:t>
            </a:r>
            <a:r>
              <a:rPr lang="en-AU" dirty="0" smtClean="0">
                <a:solidFill>
                  <a:srgbClr val="FF0000"/>
                </a:solidFill>
              </a:rPr>
              <a:t>MUST</a:t>
            </a:r>
            <a:r>
              <a:rPr lang="en-AU" dirty="0" smtClean="0"/>
              <a:t> </a:t>
            </a:r>
            <a:r>
              <a:rPr lang="en-AU" dirty="0" smtClean="0">
                <a:solidFill>
                  <a:srgbClr val="0070C0"/>
                </a:solidFill>
              </a:rPr>
              <a:t>do to the other whether it is addition , subtraction, multiplication or division. " 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60032" y="3501008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AND</a:t>
            </a:r>
            <a:endParaRPr lang="en-AU" dirty="0"/>
          </a:p>
        </p:txBody>
      </p:sp>
      <p:sp>
        <p:nvSpPr>
          <p:cNvPr id="18" name="Rectangle 17"/>
          <p:cNvSpPr/>
          <p:nvPr/>
        </p:nvSpPr>
        <p:spPr>
          <a:xfrm>
            <a:off x="2915816" y="3501008"/>
            <a:ext cx="622818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AU" dirty="0" smtClean="0"/>
          </a:p>
          <a:p>
            <a:r>
              <a:rPr lang="en-AU" dirty="0" smtClean="0"/>
              <a:t> </a:t>
            </a:r>
            <a:r>
              <a:rPr lang="en-AU" dirty="0" smtClean="0">
                <a:solidFill>
                  <a:srgbClr val="0070C0"/>
                </a:solidFill>
              </a:rPr>
              <a:t>“If you are multiplying or dividing you must do it to </a:t>
            </a:r>
            <a:r>
              <a:rPr lang="en-AU" dirty="0" smtClean="0">
                <a:solidFill>
                  <a:srgbClr val="FF0000"/>
                </a:solidFill>
              </a:rPr>
              <a:t>EVERY TERM </a:t>
            </a:r>
            <a:r>
              <a:rPr lang="en-AU" dirty="0" smtClean="0">
                <a:solidFill>
                  <a:srgbClr val="0070C0"/>
                </a:solidFill>
              </a:rPr>
              <a:t>in the equation not just some terms.” </a:t>
            </a:r>
            <a:endParaRPr lang="en-AU" dirty="0">
              <a:solidFill>
                <a:srgbClr val="0070C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5" y="4437112"/>
            <a:ext cx="4176464" cy="22734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533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Rearranging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the key rules to rearranging equations?</a:t>
            </a:r>
            <a:endParaRPr lang="en-AU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1988840"/>
            <a:ext cx="4896544" cy="2436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533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Rearranging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the key rules to rearranging equations?</a:t>
            </a:r>
            <a:endParaRPr lang="en-AU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1988840"/>
            <a:ext cx="3960440" cy="1970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59832" y="3573016"/>
            <a:ext cx="4176464" cy="3290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533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Rearranging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the key rules to rearranging equations?</a:t>
            </a:r>
            <a:endParaRPr lang="en-AU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2060848"/>
            <a:ext cx="4931862" cy="4241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533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Rearranging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the key rules to rearranging equations?</a:t>
            </a:r>
            <a:endParaRPr lang="en-AU" sz="2400" dirty="0"/>
          </a:p>
        </p:txBody>
      </p:sp>
      <p:sp>
        <p:nvSpPr>
          <p:cNvPr id="13" name="Rectangle 12"/>
          <p:cNvSpPr/>
          <p:nvPr/>
        </p:nvSpPr>
        <p:spPr>
          <a:xfrm>
            <a:off x="2987824" y="1988840"/>
            <a:ext cx="32334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smtClean="0"/>
              <a:t>square or square root both sides</a:t>
            </a:r>
            <a:endParaRPr lang="en-A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3848" y="2420888"/>
            <a:ext cx="203835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196752"/>
            <a:ext cx="74676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714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1143000"/>
          </a:xfrm>
        </p:spPr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196752"/>
            <a:ext cx="8172400" cy="52821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6034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1143000"/>
          </a:xfrm>
        </p:spPr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052736"/>
            <a:ext cx="7345075" cy="499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6034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1143000"/>
          </a:xfrm>
        </p:spPr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268760"/>
            <a:ext cx="8192219" cy="4592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6034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1553</TotalTime>
  <Words>343</Words>
  <Application>Microsoft Macintosh PowerPoint</Application>
  <PresentationFormat>On-screen Show (4:3)</PresentationFormat>
  <Paragraphs>93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Calibri</vt:lpstr>
      <vt:lpstr>Arial</vt:lpstr>
      <vt:lpstr>Office Theme</vt:lpstr>
      <vt:lpstr>My Algebra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Answers</vt:lpstr>
      <vt:lpstr>Answers</vt:lpstr>
      <vt:lpstr>Answers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Kath Farmer</cp:lastModifiedBy>
  <cp:revision>113</cp:revision>
  <dcterms:created xsi:type="dcterms:W3CDTF">2014-05-14T02:58:57Z</dcterms:created>
  <dcterms:modified xsi:type="dcterms:W3CDTF">2017-06-16T03:28:08Z</dcterms:modified>
</cp:coreProperties>
</file>