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264" r:id="rId3"/>
    <p:sldId id="257" r:id="rId4"/>
    <p:sldId id="258" r:id="rId5"/>
    <p:sldId id="270" r:id="rId6"/>
    <p:sldId id="260" r:id="rId7"/>
    <p:sldId id="268" r:id="rId8"/>
    <p:sldId id="271" r:id="rId9"/>
    <p:sldId id="267" r:id="rId10"/>
    <p:sldId id="262" r:id="rId11"/>
    <p:sldId id="272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43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738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8203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859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Do balance of calculations on the board;</a:t>
            </a:r>
            <a:r>
              <a:rPr lang="en-AU" baseline="0" dirty="0"/>
              <a:t> Ends 2(8x6) = 96; rectangle (8+6+8+6)x3=84;SA=96+84=180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2325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kahoot.it/#/?quizId=1f524270-1eeb-403d-91c9-4f011db3391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Mental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err="1"/>
              <a:t>Kahoot</a:t>
            </a:r>
            <a:endParaRPr lang="en-AU" dirty="0"/>
          </a:p>
          <a:p>
            <a:pPr marL="0" indent="0">
              <a:buNone/>
            </a:pPr>
            <a:r>
              <a:rPr lang="en-AU" dirty="0">
                <a:hlinkClick r:id="rId3"/>
              </a:rPr>
              <a:t>https://play.kahoot.it/#/?quizId=1f524270-1eeb-403d-91c9-4f011db3391d</a:t>
            </a:r>
            <a:endParaRPr lang="en-AU" dirty="0"/>
          </a:p>
          <a:p>
            <a:pPr marL="0" indent="0">
              <a:buNone/>
            </a:pPr>
            <a:endParaRPr lang="en-AU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You will know you are successful in achieving the objective by…</a:t>
            </a:r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527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Surface Area of Rectangle &amp; Triangle Prisms</a:t>
            </a:r>
          </a:p>
          <a:p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work out surface area of a rectangular prism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28292" y="2210959"/>
            <a:ext cx="57606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Surface Area –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Example</a:t>
            </a:r>
          </a:p>
          <a:p>
            <a:endParaRPr lang="en-AU" dirty="0"/>
          </a:p>
          <a:p>
            <a:r>
              <a:rPr lang="en-AU" dirty="0"/>
              <a:t>                                                         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This rectangular prism has 6 sides, top, bottom, left, right front and back. By working out the area of each of these faces then adding them together you get the surface area of this prism.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3228292" y="2675192"/>
            <a:ext cx="525658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The Surface Area of a solid is the total area of each face of the solid.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302" y="3956363"/>
            <a:ext cx="194310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60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1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 of Rectangle &amp; Triangle Prisms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you work out surface area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204864"/>
            <a:ext cx="583264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shape net. A shape net is a flattened out view of a three dimensional shape.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From this view there are 2 ends and the other 4 rectangles form 1 large rectangle. The surface area can be found by finding the area of the two ends and add to that the area of the large rectangle.</a:t>
            </a:r>
          </a:p>
          <a:p>
            <a:r>
              <a:rPr lang="en-AU" dirty="0"/>
              <a:t>Ends = 2(6x5) = 2x30=60</a:t>
            </a:r>
          </a:p>
          <a:p>
            <a:r>
              <a:rPr lang="en-AU" dirty="0"/>
              <a:t>Large rectangle = (6+5+6+5)x11 = 22x11 = 242</a:t>
            </a:r>
          </a:p>
          <a:p>
            <a:r>
              <a:rPr lang="en-AU" dirty="0"/>
              <a:t>Surface Area = 60 + 242 = 302 cm</a:t>
            </a:r>
            <a:r>
              <a:rPr lang="en-AU" baseline="30000" dirty="0"/>
              <a:t>2</a:t>
            </a:r>
            <a:r>
              <a:rPr lang="en-AU" dirty="0"/>
              <a:t>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2924946"/>
            <a:ext cx="2258568" cy="189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1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 of Rectangle &amp; Triangle Prisms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work out the area of a triangular prism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3584" y="2160605"/>
            <a:ext cx="58326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With a triangular prism there are 2 triangles and three rectangles. With the picture above there are 2 rectangles the same size and the third one is different. Find the area of all 5 faces then add them together.</a:t>
            </a:r>
          </a:p>
          <a:p>
            <a:endParaRPr lang="en-AU" dirty="0"/>
          </a:p>
          <a:p>
            <a:r>
              <a:rPr lang="en-AU" dirty="0"/>
              <a:t>2 triangles = 4x6/2 = 24 cm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2rectangles = 2(7x12) = 168 cm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1 rectangle = 4x12 = 48 cm</a:t>
            </a:r>
            <a:r>
              <a:rPr lang="en-AU" baseline="30000" dirty="0"/>
              <a:t>2</a:t>
            </a:r>
            <a:endParaRPr lang="en-AU" dirty="0"/>
          </a:p>
          <a:p>
            <a:endParaRPr lang="en-AU" dirty="0"/>
          </a:p>
          <a:p>
            <a:r>
              <a:rPr lang="en-AU" dirty="0"/>
              <a:t>Surface area = 24+168+48 = 240 cm</a:t>
            </a:r>
            <a:r>
              <a:rPr lang="en-AU" baseline="30000" dirty="0"/>
              <a:t>2</a:t>
            </a:r>
            <a:endParaRPr lang="en-AU" dirty="0"/>
          </a:p>
          <a:p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395" y="2116844"/>
            <a:ext cx="2620137" cy="147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7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651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Surface Area of Rectangle &amp; Triangle Prisms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work out the area of a triangular prism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49005" y="2168611"/>
            <a:ext cx="57606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Using the shape net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There are 2 triangles and 1 large rectangle.</a:t>
            </a:r>
          </a:p>
          <a:p>
            <a:r>
              <a:rPr lang="en-AU" dirty="0"/>
              <a:t>2 triangle = 2(1/2 x 6x4) = 24 cm</a:t>
            </a:r>
            <a:r>
              <a:rPr lang="en-AU" baseline="30000" dirty="0"/>
              <a:t>2</a:t>
            </a:r>
            <a:endParaRPr lang="en-AU" dirty="0"/>
          </a:p>
          <a:p>
            <a:r>
              <a:rPr lang="en-AU" dirty="0"/>
              <a:t>1Rectangle = (7+7+4)x12 = 216 cm</a:t>
            </a:r>
            <a:r>
              <a:rPr lang="en-AU" baseline="30000" dirty="0"/>
              <a:t>2</a:t>
            </a:r>
            <a:endParaRPr lang="en-AU" dirty="0"/>
          </a:p>
          <a:p>
            <a:endParaRPr lang="en-AU" dirty="0"/>
          </a:p>
          <a:p>
            <a:r>
              <a:rPr lang="en-AU" dirty="0"/>
              <a:t>Surface area = 24 + 216 = 240 cm</a:t>
            </a:r>
            <a:r>
              <a:rPr lang="en-AU" baseline="30000" dirty="0"/>
              <a:t>2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0" r="10471" b="25613"/>
          <a:stretch/>
        </p:blipFill>
        <p:spPr>
          <a:xfrm>
            <a:off x="3148269" y="2548607"/>
            <a:ext cx="2448272" cy="197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26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1600" y="1484784"/>
            <a:ext cx="784887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surface area of a rectangular prism with w=8cm, l=6cm, h=3cm</a:t>
            </a:r>
          </a:p>
          <a:p>
            <a:endParaRPr lang="en-AU" dirty="0"/>
          </a:p>
          <a:p>
            <a:r>
              <a:rPr lang="en-AU" i="1" dirty="0"/>
              <a:t>Draw shape net.</a:t>
            </a:r>
          </a:p>
          <a:p>
            <a:endParaRPr lang="en-AU" i="1" dirty="0"/>
          </a:p>
          <a:p>
            <a:endParaRPr lang="en-AU" i="1" dirty="0"/>
          </a:p>
          <a:p>
            <a:endParaRPr lang="en-AU" i="1" dirty="0"/>
          </a:p>
          <a:p>
            <a:endParaRPr lang="en-AU" i="1" dirty="0"/>
          </a:p>
          <a:p>
            <a:endParaRPr lang="en-AU" i="1" dirty="0"/>
          </a:p>
          <a:p>
            <a:endParaRPr lang="en-AU" i="1" dirty="0"/>
          </a:p>
          <a:p>
            <a:endParaRPr lang="en-AU" i="1" dirty="0"/>
          </a:p>
          <a:p>
            <a:r>
              <a:rPr lang="en-AU" i="1" dirty="0"/>
              <a:t>2 ends =</a:t>
            </a:r>
          </a:p>
          <a:p>
            <a:endParaRPr lang="en-AU" i="1" dirty="0"/>
          </a:p>
          <a:p>
            <a:endParaRPr lang="en-AU" i="1" dirty="0"/>
          </a:p>
          <a:p>
            <a:r>
              <a:rPr lang="en-AU" i="1" dirty="0"/>
              <a:t>1 rectangle =</a:t>
            </a:r>
          </a:p>
          <a:p>
            <a:endParaRPr lang="en-AU" i="1" dirty="0"/>
          </a:p>
          <a:p>
            <a:endParaRPr lang="en-AU" i="1" dirty="0"/>
          </a:p>
          <a:p>
            <a:r>
              <a:rPr lang="en-AU" i="1" dirty="0"/>
              <a:t>Surface area = </a:t>
            </a:r>
          </a:p>
          <a:p>
            <a:endParaRPr lang="en-AU" i="1" dirty="0"/>
          </a:p>
          <a:p>
            <a:endParaRPr lang="en-AU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492896"/>
            <a:ext cx="1783080" cy="149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669635"/>
              </p:ext>
            </p:extLst>
          </p:nvPr>
        </p:nvGraphicFramePr>
        <p:xfrm>
          <a:off x="2411760" y="1196752"/>
          <a:ext cx="5688632" cy="6557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4" imgW="5829300" imgH="7543800" progId="AcroExch.Document.7">
                  <p:embed/>
                </p:oleObj>
              </mc:Choice>
              <mc:Fallback>
                <p:oleObj name="Acrobat Document" r:id="rId4" imgW="5829300" imgH="754380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1760" y="1196752"/>
                        <a:ext cx="5688632" cy="6557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268064"/>
              </p:ext>
            </p:extLst>
          </p:nvPr>
        </p:nvGraphicFramePr>
        <p:xfrm>
          <a:off x="2627784" y="1124744"/>
          <a:ext cx="4989785" cy="6457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Acrobat Document" r:id="rId4" imgW="5829300" imgH="7543800" progId="AcroExch.Document.7">
                  <p:embed/>
                </p:oleObj>
              </mc:Choice>
              <mc:Fallback>
                <p:oleObj name="Acrobat Document" r:id="rId4" imgW="5829300" imgH="754380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27784" y="1124744"/>
                        <a:ext cx="4989785" cy="6457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977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Thumbs up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483</Words>
  <Application>Microsoft Office PowerPoint</Application>
  <PresentationFormat>On-screen Show (4:3)</PresentationFormat>
  <Paragraphs>144</Paragraphs>
  <Slides>12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Office Theme</vt:lpstr>
      <vt:lpstr>Adobe Acrobat Document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Natasha</cp:lastModifiedBy>
  <cp:revision>16</cp:revision>
  <dcterms:created xsi:type="dcterms:W3CDTF">2016-10-20T03:14:06Z</dcterms:created>
  <dcterms:modified xsi:type="dcterms:W3CDTF">2017-03-22T16:23:56Z</dcterms:modified>
</cp:coreProperties>
</file>