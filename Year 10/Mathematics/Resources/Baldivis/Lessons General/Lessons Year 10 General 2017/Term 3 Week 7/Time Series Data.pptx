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15" r:id="rId2"/>
    <p:sldId id="317" r:id="rId3"/>
    <p:sldId id="318" r:id="rId4"/>
    <p:sldId id="319" r:id="rId5"/>
    <p:sldId id="303" r:id="rId6"/>
    <p:sldId id="322" r:id="rId7"/>
    <p:sldId id="324" r:id="rId8"/>
    <p:sldId id="320" r:id="rId9"/>
    <p:sldId id="321" r:id="rId10"/>
    <p:sldId id="292" r:id="rId11"/>
    <p:sldId id="29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89" autoAdjust="0"/>
    <p:restoredTop sz="92883" autoAdjust="0"/>
  </p:normalViewPr>
  <p:slideViewPr>
    <p:cSldViewPr>
      <p:cViewPr varScale="1">
        <p:scale>
          <a:sx n="67" d="100"/>
          <a:sy n="67" d="100"/>
        </p:scale>
        <p:origin x="138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25/08/2017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25/08/2017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25/08/2017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25/08/2017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25/08/2017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25/08/2017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25/08/2017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25/08/2017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25/08/2017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84371" y="277104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Topic: Data</a:t>
            </a:r>
            <a:br>
              <a:rPr lang="en-GB" b="1" dirty="0"/>
            </a:br>
            <a:br>
              <a:rPr lang="en-GB" b="1" dirty="0"/>
            </a:br>
            <a:r>
              <a:rPr lang="en-GB" b="1" dirty="0"/>
              <a:t>EQ: What does ‘Time Series’ mean?</a:t>
            </a:r>
          </a:p>
        </p:txBody>
      </p:sp>
    </p:spTree>
    <p:extLst>
      <p:ext uri="{BB962C8B-B14F-4D97-AF65-F5344CB8AC3E}">
        <p14:creationId xmlns:p14="http://schemas.microsoft.com/office/powerpoint/2010/main" val="1391327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7600" b="1" u="sng" dirty="0"/>
              <a:t>Learning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ctr">
              <a:buNone/>
            </a:pPr>
            <a:r>
              <a:rPr lang="en-GB" sz="7600" dirty="0"/>
              <a:t> To use previous knowledge of bivariate data and line of best fit to find cycles, trends or patterns in data.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65939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7600" b="1" u="sng" dirty="0"/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sz="6000" dirty="0"/>
              <a:t>I can identify a pattern in data.</a:t>
            </a:r>
          </a:p>
          <a:p>
            <a:r>
              <a:rPr lang="en-GB" sz="6000" dirty="0"/>
              <a:t>I can identify a cycle or trend in data.</a:t>
            </a:r>
          </a:p>
          <a:p>
            <a:r>
              <a:rPr lang="en-GB" sz="6000" dirty="0"/>
              <a:t>I can reason and predict a future value based on what I have identified.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6215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Quickwrite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What do you remember about extrapolation and interpolation?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	2 minutes</a:t>
            </a:r>
          </a:p>
          <a:p>
            <a:endParaRPr lang="en-AU" dirty="0"/>
          </a:p>
          <a:p>
            <a:pPr marL="0" indent="0" algn="ctr">
              <a:buNone/>
            </a:pPr>
            <a:endParaRPr lang="en-AU" dirty="0"/>
          </a:p>
        </p:txBody>
      </p:sp>
      <p:pic>
        <p:nvPicPr>
          <p:cNvPr id="4" name="Picture 3" descr="Thinking cap on. A quick illustration below, borrowing Wired's Tired ..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2276872"/>
            <a:ext cx="3627487" cy="42012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3888737"/>
            <a:ext cx="3194581" cy="223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709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1808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Topic:  Data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 </a:t>
            </a:r>
            <a:r>
              <a:rPr lang="en-GB" sz="2400" b="1" dirty="0"/>
              <a:t>EQ: What does ‘Time Series’ mean?</a:t>
            </a:r>
            <a:endParaRPr lang="en-AU" sz="2400" dirty="0"/>
          </a:p>
        </p:txBody>
      </p:sp>
      <p:sp>
        <p:nvSpPr>
          <p:cNvPr id="14" name="Rectangle 13"/>
          <p:cNvSpPr/>
          <p:nvPr/>
        </p:nvSpPr>
        <p:spPr>
          <a:xfrm>
            <a:off x="48071" y="1971708"/>
            <a:ext cx="277446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 help your revision…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What should your question be?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And again…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And again…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F77F5-F521-4F2C-A69B-9B08B743A1BB}"/>
              </a:ext>
            </a:extLst>
          </p:cNvPr>
          <p:cNvSpPr txBox="1"/>
          <p:nvPr/>
        </p:nvSpPr>
        <p:spPr>
          <a:xfrm>
            <a:off x="3033705" y="1947657"/>
            <a:ext cx="626453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An ordered series of values of a variable taken at equally spaced time intervals</a:t>
            </a:r>
          </a:p>
          <a:p>
            <a:endParaRPr lang="en-AU" dirty="0"/>
          </a:p>
          <a:p>
            <a:r>
              <a:rPr lang="en-AU" dirty="0" err="1"/>
              <a:t>Forcasts</a:t>
            </a:r>
            <a:r>
              <a:rPr lang="en-AU" dirty="0"/>
              <a:t> possible outcomes using historical data, patterns or trends. </a:t>
            </a:r>
            <a:r>
              <a:rPr lang="en-AU" i="1" u="sng" dirty="0">
                <a:solidFill>
                  <a:srgbClr val="FF0000"/>
                </a:solidFill>
              </a:rPr>
              <a:t>EXTRAPOLATION </a:t>
            </a:r>
            <a:r>
              <a:rPr lang="en-AU" dirty="0"/>
              <a:t>so is not always totally accurate.</a:t>
            </a:r>
          </a:p>
          <a:p>
            <a:endParaRPr lang="en-AU" i="1" u="sng" dirty="0">
              <a:solidFill>
                <a:srgbClr val="FF0000"/>
              </a:solidFill>
            </a:endParaRPr>
          </a:p>
          <a:p>
            <a:r>
              <a:rPr lang="en-AU" dirty="0"/>
              <a:t>Trend analysis, cyclical fluctuations and seasonal data analysis.</a:t>
            </a:r>
          </a:p>
          <a:p>
            <a:r>
              <a:rPr lang="en-AU" b="1" u="sng" dirty="0">
                <a:solidFill>
                  <a:schemeClr val="accent6">
                    <a:lumMod val="75000"/>
                  </a:schemeClr>
                </a:solidFill>
              </a:rPr>
              <a:t>*really important ATAR students so commit this to memory!!!!</a:t>
            </a:r>
          </a:p>
          <a:p>
            <a:endParaRPr lang="en-AU" b="1" u="sng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AU" b="1" u="sng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1808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/>
              <a:t>Topic:  Data</a:t>
            </a:r>
            <a:br>
              <a:rPr lang="en-GB" sz="2800" b="1" dirty="0"/>
            </a:b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 </a:t>
            </a:r>
            <a:r>
              <a:rPr lang="en-GB" sz="2400" b="1" dirty="0"/>
              <a:t>EQ: What does ‘Time Series’ mean?</a:t>
            </a:r>
            <a:endParaRPr lang="en-AU" sz="2400" dirty="0"/>
          </a:p>
        </p:txBody>
      </p:sp>
      <p:sp>
        <p:nvSpPr>
          <p:cNvPr id="14" name="Rectangle 13"/>
          <p:cNvSpPr/>
          <p:nvPr/>
        </p:nvSpPr>
        <p:spPr>
          <a:xfrm>
            <a:off x="48071" y="1971708"/>
            <a:ext cx="277446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To help your revision…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What should your question be?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F77F5-F521-4F2C-A69B-9B08B743A1BB}"/>
              </a:ext>
            </a:extLst>
          </p:cNvPr>
          <p:cNvSpPr txBox="1"/>
          <p:nvPr/>
        </p:nvSpPr>
        <p:spPr>
          <a:xfrm>
            <a:off x="3033705" y="1947657"/>
            <a:ext cx="6264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b="1" u="sng" dirty="0">
              <a:solidFill>
                <a:schemeClr val="accent6">
                  <a:lumMod val="75000"/>
                </a:schemeClr>
              </a:solidFill>
            </a:endParaRPr>
          </a:p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BA331C-F5AA-4C64-AE41-EA9D3F091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328" y="1962443"/>
            <a:ext cx="5104040" cy="43322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8ABF7F-2F70-4EFE-8A8C-5038976A7FD3}"/>
              </a:ext>
            </a:extLst>
          </p:cNvPr>
          <p:cNvSpPr txBox="1"/>
          <p:nvPr/>
        </p:nvSpPr>
        <p:spPr>
          <a:xfrm>
            <a:off x="3498328" y="6318788"/>
            <a:ext cx="23333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Overall positive trend.           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542C53B-95E2-45D5-82F1-1C712922069E}"/>
              </a:ext>
            </a:extLst>
          </p:cNvPr>
          <p:cNvSpPr/>
          <p:nvPr/>
        </p:nvSpPr>
        <p:spPr>
          <a:xfrm>
            <a:off x="6145492" y="3696606"/>
            <a:ext cx="360040" cy="151216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92B0DEF-2D49-4CF9-BD03-DEA760B59196}"/>
              </a:ext>
            </a:extLst>
          </p:cNvPr>
          <p:cNvSpPr/>
          <p:nvPr/>
        </p:nvSpPr>
        <p:spPr>
          <a:xfrm>
            <a:off x="6505532" y="3389237"/>
            <a:ext cx="360040" cy="151216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FFF10A0-DE74-457C-90C3-963E9E901766}"/>
              </a:ext>
            </a:extLst>
          </p:cNvPr>
          <p:cNvSpPr/>
          <p:nvPr/>
        </p:nvSpPr>
        <p:spPr>
          <a:xfrm>
            <a:off x="6865572" y="3185966"/>
            <a:ext cx="360040" cy="151216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C7B8426-AE72-4E6C-8D76-4EDC5E1CF602}"/>
              </a:ext>
            </a:extLst>
          </p:cNvPr>
          <p:cNvSpPr/>
          <p:nvPr/>
        </p:nvSpPr>
        <p:spPr>
          <a:xfrm>
            <a:off x="6040745" y="6330546"/>
            <a:ext cx="180020" cy="3638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FF5BE2-E345-4B37-9159-613FCBE40607}"/>
              </a:ext>
            </a:extLst>
          </p:cNvPr>
          <p:cNvSpPr txBox="1"/>
          <p:nvPr/>
        </p:nvSpPr>
        <p:spPr>
          <a:xfrm>
            <a:off x="5831633" y="6318788"/>
            <a:ext cx="27468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      Each of these is a cycle</a:t>
            </a:r>
          </a:p>
        </p:txBody>
      </p:sp>
    </p:spTree>
    <p:extLst>
      <p:ext uri="{BB962C8B-B14F-4D97-AF65-F5344CB8AC3E}">
        <p14:creationId xmlns:p14="http://schemas.microsoft.com/office/powerpoint/2010/main" val="616926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7" grpId="0" animBg="1"/>
      <p:bldP spid="26" grpId="0" animBg="1"/>
      <p:bldP spid="2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010346"/>
          </a:xfrm>
        </p:spPr>
        <p:txBody>
          <a:bodyPr/>
          <a:lstStyle/>
          <a:p>
            <a:r>
              <a:rPr lang="en-AU" dirty="0"/>
              <a:t>Task</a:t>
            </a: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755576" y="1772816"/>
            <a:ext cx="7776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Complete the questions from pages 250 and 251 in the Dwyer textbook.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492896"/>
            <a:ext cx="5422891" cy="3451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598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7600" b="1" u="sng" dirty="0"/>
              <a:t>Learning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ctr">
              <a:buNone/>
            </a:pPr>
            <a:r>
              <a:rPr lang="en-GB" sz="7600" dirty="0"/>
              <a:t> To use previous knowledge of bivariate data and line of best fit to find cycles, trends or patterns in data.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6674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7600" b="1" u="sng" dirty="0"/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sz="6000" dirty="0"/>
              <a:t>I can identify a pattern in data.</a:t>
            </a:r>
          </a:p>
          <a:p>
            <a:r>
              <a:rPr lang="en-GB" sz="6000" dirty="0"/>
              <a:t>I can identify a cycle or trend in data.</a:t>
            </a:r>
          </a:p>
          <a:p>
            <a:r>
              <a:rPr lang="en-GB" sz="6000" dirty="0"/>
              <a:t>I can reason and predict a future value based on what I have identified.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0618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page filled 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1420</TotalTime>
  <Words>318</Words>
  <Application>Microsoft Office PowerPoint</Application>
  <PresentationFormat>On-screen Show (4:3)</PresentationFormat>
  <Paragraphs>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Topic: Data  EQ: What does ‘Time Series’ mean?</vt:lpstr>
      <vt:lpstr>Learning Objective</vt:lpstr>
      <vt:lpstr>Success Criteria</vt:lpstr>
      <vt:lpstr>Quickwrite</vt:lpstr>
      <vt:lpstr>PowerPoint Presentation</vt:lpstr>
      <vt:lpstr>PowerPoint Presentation</vt:lpstr>
      <vt:lpstr>Task  </vt:lpstr>
      <vt:lpstr>Learning Objective</vt:lpstr>
      <vt:lpstr>Success Criteria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KEEN Stephanie [Baldivis Secondary College]</cp:lastModifiedBy>
  <cp:revision>86</cp:revision>
  <dcterms:created xsi:type="dcterms:W3CDTF">2014-05-14T02:58:57Z</dcterms:created>
  <dcterms:modified xsi:type="dcterms:W3CDTF">2017-08-25T01:00:54Z</dcterms:modified>
</cp:coreProperties>
</file>