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9" r:id="rId2"/>
    <p:sldId id="258" r:id="rId3"/>
    <p:sldId id="303" r:id="rId4"/>
    <p:sldId id="304" r:id="rId5"/>
    <p:sldId id="305" r:id="rId6"/>
    <p:sldId id="306" r:id="rId7"/>
    <p:sldId id="307" r:id="rId8"/>
    <p:sldId id="308" r:id="rId9"/>
    <p:sldId id="309" r:id="rId10"/>
    <p:sldId id="310" r:id="rId11"/>
    <p:sldId id="311" r:id="rId12"/>
    <p:sldId id="312" r:id="rId13"/>
    <p:sldId id="313" r:id="rId14"/>
    <p:sldId id="314" r:id="rId15"/>
    <p:sldId id="315" r:id="rId16"/>
    <p:sldId id="316" r:id="rId17"/>
    <p:sldId id="317" r:id="rId18"/>
    <p:sldId id="318" r:id="rId19"/>
    <p:sldId id="319" r:id="rId20"/>
    <p:sldId id="320" r:id="rId21"/>
    <p:sldId id="321" r:id="rId22"/>
    <p:sldId id="292" r:id="rId23"/>
    <p:sldId id="291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80" autoAdjust="0"/>
    <p:restoredTop sz="89165" autoAdjust="0"/>
  </p:normalViewPr>
  <p:slideViewPr>
    <p:cSldViewPr>
      <p:cViewPr>
        <p:scale>
          <a:sx n="75" d="100"/>
          <a:sy n="75" d="100"/>
        </p:scale>
        <p:origin x="1256" y="5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5/09/2016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5/09/2016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5/09/2016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5/09/2016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5/09/2016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5/09/2016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5/09/2016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5/09/2016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5/09/2016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5/09/2016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5/09/2016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5/09/2016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5/09/2016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82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Sorting Data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some simple way to sort and display data</a:t>
            </a:r>
            <a:r>
              <a:rPr lang="en-AU" sz="2400" dirty="0" smtClean="0"/>
              <a:t>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82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Sorting Data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some simple way to sort and display data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187453" y="2112330"/>
            <a:ext cx="2436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What is Statistical Data?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854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82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Sorting Data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some simple way to sort and display data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187453" y="2112330"/>
            <a:ext cx="2436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What is Statistical Data?</a:t>
            </a:r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997718" y="2092510"/>
            <a:ext cx="60256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Statistical data</a:t>
            </a:r>
            <a:r>
              <a:rPr lang="en-US" dirty="0"/>
              <a:t> </a:t>
            </a:r>
            <a:r>
              <a:rPr lang="en-US" dirty="0" smtClean="0"/>
              <a:t>is information </a:t>
            </a:r>
            <a:r>
              <a:rPr lang="en-US" dirty="0"/>
              <a:t>gathered by observation, survey or measurement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366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82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Sorting Data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some simple way to sort and display data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93471" y="2930169"/>
            <a:ext cx="2710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What </a:t>
            </a:r>
            <a:r>
              <a:rPr lang="en-US" dirty="0" smtClean="0"/>
              <a:t>is a frequency Table?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87453" y="2112330"/>
            <a:ext cx="2436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What is Statistical Data?</a:t>
            </a:r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997718" y="2092510"/>
            <a:ext cx="60256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Statistical data</a:t>
            </a:r>
            <a:r>
              <a:rPr lang="en-US" dirty="0"/>
              <a:t> </a:t>
            </a:r>
            <a:r>
              <a:rPr lang="en-US" dirty="0" smtClean="0"/>
              <a:t>is information </a:t>
            </a:r>
            <a:r>
              <a:rPr lang="en-US" dirty="0"/>
              <a:t>gathered by observation, survey or measurement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548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82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Sorting Data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some simple way to sort and display data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93471" y="2930169"/>
            <a:ext cx="2710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What </a:t>
            </a:r>
            <a:r>
              <a:rPr lang="en-US" dirty="0" smtClean="0"/>
              <a:t>is a frequency Table?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87453" y="2112330"/>
            <a:ext cx="2436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What is Statistical Data?</a:t>
            </a:r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997718" y="2092510"/>
            <a:ext cx="60256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Statistical data</a:t>
            </a:r>
            <a:r>
              <a:rPr lang="en-US" dirty="0"/>
              <a:t> </a:t>
            </a:r>
            <a:r>
              <a:rPr lang="en-US" dirty="0" smtClean="0"/>
              <a:t>is information </a:t>
            </a:r>
            <a:r>
              <a:rPr lang="en-US" dirty="0"/>
              <a:t>gathered by observation, survey or measurement </a:t>
            </a:r>
            <a:endParaRPr lang="en-US" dirty="0"/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022628" y="2870959"/>
            <a:ext cx="60007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 table showing all possible scores in one column and the frequency of each score in another column </a:t>
            </a:r>
            <a:endParaRPr lang="en-US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54943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82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Sorting Data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some simple way to sort and display data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93471" y="2930169"/>
            <a:ext cx="2710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What </a:t>
            </a:r>
            <a:r>
              <a:rPr lang="en-US" dirty="0" smtClean="0"/>
              <a:t>is a frequency Table?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87453" y="2112330"/>
            <a:ext cx="2436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What is Statistical Data?</a:t>
            </a:r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997718" y="2092510"/>
            <a:ext cx="60256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Statistical data</a:t>
            </a:r>
            <a:r>
              <a:rPr lang="en-US" dirty="0"/>
              <a:t> </a:t>
            </a:r>
            <a:r>
              <a:rPr lang="en-US" dirty="0" smtClean="0"/>
              <a:t>is information </a:t>
            </a:r>
            <a:r>
              <a:rPr lang="en-US" dirty="0"/>
              <a:t>gathered by observation, survey or measurement </a:t>
            </a:r>
            <a:endParaRPr lang="en-US" dirty="0"/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022628" y="2870959"/>
            <a:ext cx="60007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 table showing all possible scores in one column and the frequency of each score in another column </a:t>
            </a:r>
            <a:endParaRPr lang="en-US">
              <a:effectLst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97718" y="3459498"/>
            <a:ext cx="597298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frequency table </a:t>
            </a:r>
            <a:r>
              <a:rPr lang="en-US" dirty="0"/>
              <a:t>displays data by showing the number of values within a set of categories or class intervals. </a:t>
            </a:r>
            <a:endParaRPr lang="en-US" dirty="0" smtClean="0"/>
          </a:p>
          <a:p>
            <a:endParaRPr lang="en-US" sz="800" dirty="0"/>
          </a:p>
          <a:p>
            <a:r>
              <a:rPr lang="en-US" dirty="0" smtClean="0"/>
              <a:t>It </a:t>
            </a:r>
            <a:r>
              <a:rPr lang="en-US" dirty="0"/>
              <a:t>may include a tally column to help count the data.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67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82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Sorting Data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some simple way to sort and display data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93471" y="2930169"/>
            <a:ext cx="2710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What </a:t>
            </a:r>
            <a:r>
              <a:rPr lang="en-US" dirty="0" smtClean="0"/>
              <a:t>is a frequency Table?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87453" y="2112330"/>
            <a:ext cx="2436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What is Statistical Data?</a:t>
            </a:r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997718" y="2092510"/>
            <a:ext cx="60256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Statistical data</a:t>
            </a:r>
            <a:r>
              <a:rPr lang="en-US" dirty="0"/>
              <a:t> </a:t>
            </a:r>
            <a:r>
              <a:rPr lang="en-US" dirty="0" smtClean="0"/>
              <a:t>is information </a:t>
            </a:r>
            <a:r>
              <a:rPr lang="en-US" dirty="0"/>
              <a:t>gathered by observation, survey or measurement </a:t>
            </a:r>
            <a:endParaRPr lang="en-US" dirty="0"/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022628" y="2870959"/>
            <a:ext cx="60007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 table showing all possible scores in one column and the frequency of each score in another column </a:t>
            </a:r>
            <a:endParaRPr lang="en-US">
              <a:effectLst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67"/>
          <a:stretch/>
        </p:blipFill>
        <p:spPr>
          <a:xfrm>
            <a:off x="3693157" y="4581128"/>
            <a:ext cx="3771831" cy="20019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997718" y="3459498"/>
            <a:ext cx="597298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frequency table </a:t>
            </a:r>
            <a:r>
              <a:rPr lang="en-US" dirty="0"/>
              <a:t>displays data by showing the number of values within a set of categories or class intervals. </a:t>
            </a:r>
            <a:endParaRPr lang="en-US" dirty="0" smtClean="0"/>
          </a:p>
          <a:p>
            <a:endParaRPr lang="en-US" sz="800" dirty="0"/>
          </a:p>
          <a:p>
            <a:r>
              <a:rPr lang="en-US" dirty="0" smtClean="0"/>
              <a:t>It </a:t>
            </a:r>
            <a:r>
              <a:rPr lang="en-US" dirty="0"/>
              <a:t>may include a tally column to help count the data.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32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82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Sorting Data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some simple way to sort and display data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172268" y="2010546"/>
            <a:ext cx="2571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a Column Graph?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441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82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Sorting Data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some simple way to sort and display data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172268" y="2010546"/>
            <a:ext cx="2571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a Column Graph?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43472" y="2006839"/>
            <a:ext cx="59798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mtClean="0"/>
              <a:t>A Column </a:t>
            </a:r>
            <a:r>
              <a:rPr lang="en-US" b="1" dirty="0"/>
              <a:t>graph </a:t>
            </a:r>
            <a:r>
              <a:rPr lang="en-US" dirty="0" smtClean="0"/>
              <a:t>is a </a:t>
            </a:r>
            <a:r>
              <a:rPr lang="en-US" dirty="0"/>
              <a:t>graphical representation of a </a:t>
            </a:r>
            <a:r>
              <a:rPr lang="en-US" dirty="0" smtClean="0"/>
              <a:t>single set </a:t>
            </a:r>
            <a:r>
              <a:rPr lang="en-US" dirty="0"/>
              <a:t>of </a:t>
            </a:r>
            <a:r>
              <a:rPr lang="en-US" dirty="0" smtClean="0"/>
              <a:t>categorical or </a:t>
            </a:r>
            <a:r>
              <a:rPr lang="en-US" dirty="0"/>
              <a:t>discrete data, where columns are used to show the frequency of scores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426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82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Sorting Data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some simple way to sort and display data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172268" y="2010546"/>
            <a:ext cx="2571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a Column Graph?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43472" y="2006839"/>
            <a:ext cx="59798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mtClean="0"/>
              <a:t>A Column </a:t>
            </a:r>
            <a:r>
              <a:rPr lang="en-US" b="1" dirty="0"/>
              <a:t>graph </a:t>
            </a:r>
            <a:r>
              <a:rPr lang="en-US" dirty="0" smtClean="0"/>
              <a:t>is a </a:t>
            </a:r>
            <a:r>
              <a:rPr lang="en-US" dirty="0"/>
              <a:t>graphical representation of a </a:t>
            </a:r>
            <a:r>
              <a:rPr lang="en-US" dirty="0" smtClean="0"/>
              <a:t>single set </a:t>
            </a:r>
            <a:r>
              <a:rPr lang="en-US" dirty="0"/>
              <a:t>of </a:t>
            </a:r>
            <a:r>
              <a:rPr lang="en-US" dirty="0" smtClean="0"/>
              <a:t>categorical or </a:t>
            </a:r>
            <a:r>
              <a:rPr lang="en-US" dirty="0"/>
              <a:t>discrete data, where columns are used to show the frequency of scores 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43"/>
          <a:stretch/>
        </p:blipFill>
        <p:spPr>
          <a:xfrm>
            <a:off x="3751457" y="3110706"/>
            <a:ext cx="4229100" cy="337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600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82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Sorting Data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some simple way to sort and display data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172268" y="2010546"/>
            <a:ext cx="2177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a Histogram?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093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82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Sorting Data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some simple way to sort and display data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172268" y="2010546"/>
            <a:ext cx="2177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a Histogram?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997489" y="2010133"/>
            <a:ext cx="61279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A Histogram </a:t>
            </a:r>
            <a:r>
              <a:rPr lang="en-US" dirty="0" smtClean="0"/>
              <a:t>is a </a:t>
            </a:r>
            <a:r>
              <a:rPr lang="en-US" dirty="0"/>
              <a:t>special type of column graph with no gaps between the columns; it can represent class intervals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670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82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Sorting Data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some simple way to sort and display data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172268" y="2010546"/>
            <a:ext cx="2177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a Histogram?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997489" y="2010133"/>
            <a:ext cx="61279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A Histogram </a:t>
            </a:r>
            <a:r>
              <a:rPr lang="en-US" dirty="0" smtClean="0"/>
              <a:t>is a </a:t>
            </a:r>
            <a:r>
              <a:rPr lang="en-US" dirty="0"/>
              <a:t>special type of column graph with no gaps between the columns; it can represent class intervals 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997488" y="2852936"/>
            <a:ext cx="55349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Histograms </a:t>
            </a:r>
            <a:r>
              <a:rPr lang="en-US" dirty="0"/>
              <a:t>can be used for grouped discrete or continuous numerical data. The frequency of particular class intervals is recorded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657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82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Sorting Data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some simple way to sort and display data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172268" y="2010546"/>
            <a:ext cx="2177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a Histogram?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997489" y="2010133"/>
            <a:ext cx="61279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A Histogram </a:t>
            </a:r>
            <a:r>
              <a:rPr lang="en-US" dirty="0" smtClean="0"/>
              <a:t>is a </a:t>
            </a:r>
            <a:r>
              <a:rPr lang="en-US" dirty="0"/>
              <a:t>special type of column graph with no gaps between the columns; it can represent class intervals 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997488" y="2852936"/>
            <a:ext cx="55349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Histograms </a:t>
            </a:r>
            <a:r>
              <a:rPr lang="en-US" dirty="0"/>
              <a:t>can be used for grouped discrete or continuous numerical data. The frequency of particular class intervals is recorded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997488" y="3858092"/>
            <a:ext cx="55349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interval 10– (below) includes all numbers from 10 (including 10) to less than 20.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310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82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Sorting Data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some simple way to sort and display data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172268" y="2010546"/>
            <a:ext cx="2177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a Histogram?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997489" y="2010133"/>
            <a:ext cx="61279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A Histogram </a:t>
            </a:r>
            <a:r>
              <a:rPr lang="en-US" dirty="0" smtClean="0"/>
              <a:t>is a </a:t>
            </a:r>
            <a:r>
              <a:rPr lang="en-US" dirty="0"/>
              <a:t>special type of column graph with no gaps between the columns; it can represent class intervals 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997488" y="2852936"/>
            <a:ext cx="55349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Histograms </a:t>
            </a:r>
            <a:r>
              <a:rPr lang="en-US" dirty="0"/>
              <a:t>can be used for grouped discrete or continuous numerical data. The frequency of particular class intervals is recorded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997488" y="3858092"/>
            <a:ext cx="55349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interval 10– (below) includes all numbers from 10 (including 10) to less than 20. </a:t>
            </a:r>
          </a:p>
          <a:p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4" y="4590105"/>
            <a:ext cx="2952328" cy="2030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875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82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Sorting Data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some simple way to sort and display data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172268" y="2010546"/>
            <a:ext cx="2527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a </a:t>
            </a:r>
            <a:r>
              <a:rPr lang="en-US" smtClean="0"/>
              <a:t>Percentage Frequency?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928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82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Sorting Data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some simple way to sort and display data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172268" y="2010546"/>
            <a:ext cx="2527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a </a:t>
            </a:r>
            <a:r>
              <a:rPr lang="en-US" smtClean="0"/>
              <a:t>Percentage Frequency?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3063730" y="2059684"/>
            <a:ext cx="56847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percentage frequency is calculated as </a:t>
            </a:r>
          </a:p>
          <a:p>
            <a:r>
              <a:rPr lang="en-US" dirty="0"/>
              <a:t>%Frequency = </a:t>
            </a:r>
            <a:r>
              <a:rPr lang="en-US" u="sng" dirty="0"/>
              <a:t>Frequency </a:t>
            </a:r>
            <a:r>
              <a:rPr lang="en-US" dirty="0"/>
              <a:t> × 100%. </a:t>
            </a:r>
          </a:p>
          <a:p>
            <a:r>
              <a:rPr lang="en-US" dirty="0"/>
              <a:t>                               Total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210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82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Sorting Data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some simple way to sort and display data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172268" y="2010546"/>
            <a:ext cx="2527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a </a:t>
            </a:r>
            <a:r>
              <a:rPr lang="en-US" smtClean="0"/>
              <a:t>Percentage Frequency?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3063730" y="2059684"/>
            <a:ext cx="56847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percentage frequency is calculated as </a:t>
            </a:r>
          </a:p>
          <a:p>
            <a:r>
              <a:rPr lang="en-US" dirty="0"/>
              <a:t>%Frequency = </a:t>
            </a:r>
            <a:r>
              <a:rPr lang="en-US" u="sng" dirty="0"/>
              <a:t>Frequency </a:t>
            </a:r>
            <a:r>
              <a:rPr lang="en-US" dirty="0"/>
              <a:t> × 100%. </a:t>
            </a:r>
          </a:p>
          <a:p>
            <a:r>
              <a:rPr lang="en-US" dirty="0"/>
              <a:t>                               Total </a:t>
            </a:r>
          </a:p>
          <a:p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295" y="3413319"/>
            <a:ext cx="8326636" cy="2922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682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82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Sorting Data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some simple way to sort and display data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618" y="2500704"/>
            <a:ext cx="8654763" cy="203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454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1372</TotalTime>
  <Words>1002</Words>
  <Application>Microsoft Macintosh PowerPoint</Application>
  <PresentationFormat>On-screen Show (4:3)</PresentationFormat>
  <Paragraphs>212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15.0025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Kath Farmer</cp:lastModifiedBy>
  <cp:revision>88</cp:revision>
  <dcterms:created xsi:type="dcterms:W3CDTF">2014-05-14T02:58:57Z</dcterms:created>
  <dcterms:modified xsi:type="dcterms:W3CDTF">2016-09-05T08:23:39Z</dcterms:modified>
</cp:coreProperties>
</file>