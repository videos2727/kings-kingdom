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8" r:id="rId2"/>
    <p:sldId id="267" r:id="rId3"/>
    <p:sldId id="271" r:id="rId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5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44BC-84CB-41CB-BB41-4826AF364A89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38DE6-6F4D-4071-BA70-1F898EB74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818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CD8D4-6FA0-4E90-B1E8-405E42BA0A4D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1B484-1097-42C4-8DC0-8E7C213092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766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Find the handout attached with it. </a:t>
            </a:r>
          </a:p>
          <a:p>
            <a:r>
              <a:rPr lang="en-AU" dirty="0"/>
              <a:t>It is a group problem </a:t>
            </a:r>
            <a:r>
              <a:rPr lang="en-AU"/>
              <a:t>(groups of 3) </a:t>
            </a:r>
            <a:r>
              <a:rPr lang="en-AU" dirty="0"/>
              <a:t>solving activity,</a:t>
            </a:r>
            <a:r>
              <a:rPr lang="en-AU" baseline="0" dirty="0"/>
              <a:t> which will take a </a:t>
            </a:r>
            <a:r>
              <a:rPr lang="en-AU" baseline="0"/>
              <a:t>whole lesson.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1B484-1097-42C4-8DC0-8E7C213092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000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11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5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094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569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73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38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730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4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99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96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66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6B843-5891-4FE7-AF92-757DAD4E5083}" type="datetimeFigureOut">
              <a:rPr lang="en-GB" smtClean="0"/>
              <a:t>24/04/2017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00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Meet Floppy and Jasmine</a:t>
            </a:r>
          </a:p>
        </p:txBody>
      </p:sp>
      <p:pic>
        <p:nvPicPr>
          <p:cNvPr id="4098" name="Picture 2" descr="https://encrypted-tbn3.google.com/images?q=tbn:ANd9GcRznrpbMfE5Lu4tUWS9Xa3e1yG4eJ3xIJz0NWPz_ossS97Kq5n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340768"/>
            <a:ext cx="3456384" cy="5017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83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Catherine Starr\AppData\Local\Microsoft\Windows\Temporary Internet Files\Content.IE5\S5LTU13Z\MP900314408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5414245"/>
            <a:ext cx="1684784" cy="1451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Catherine Starr\AppData\Local\Microsoft\Windows\Temporary Internet Files\Content.IE5\S5LTU13Z\MP910221094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744" y="5366436"/>
            <a:ext cx="2239322" cy="149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179512" y="85653"/>
            <a:ext cx="8748464" cy="532859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568330" y="487791"/>
            <a:ext cx="79928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You have just been employed at your local pet shop, and your first customer is your maths teacher.</a:t>
            </a:r>
          </a:p>
          <a:p>
            <a:r>
              <a:rPr lang="en-GB" dirty="0"/>
              <a:t>I need a rabbit hutch – simple.</a:t>
            </a:r>
          </a:p>
          <a:p>
            <a:r>
              <a:rPr lang="en-GB" dirty="0"/>
              <a:t>I do however, have specific requirements.</a:t>
            </a:r>
          </a:p>
          <a:p>
            <a:pPr marL="514350" indent="-514350">
              <a:buAutoNum type="arabicParenR"/>
            </a:pPr>
            <a:r>
              <a:rPr lang="en-GB" dirty="0"/>
              <a:t>My rabbits Floppy and Jasmine like lots of room to hop around in – at least 120m³</a:t>
            </a:r>
          </a:p>
          <a:p>
            <a:pPr marL="514350" indent="-514350">
              <a:buAutoNum type="arabicParenR"/>
            </a:pPr>
            <a:r>
              <a:rPr lang="en-GB" dirty="0"/>
              <a:t>Obviously the more room the better but my garden is very small so I can only fit a hutch which is 160m³ or less</a:t>
            </a:r>
          </a:p>
          <a:p>
            <a:pPr marL="514350" indent="-514350">
              <a:buAutoNum type="arabicParenR"/>
            </a:pPr>
            <a:r>
              <a:rPr lang="en-GB" dirty="0"/>
              <a:t>I would prefer something that looks exciting and not just a boring cuboid shaped one; if the hutch is cuboid shaped – I want it to have something attached to it to make it look nicer.</a:t>
            </a:r>
          </a:p>
          <a:p>
            <a:pPr marL="514350" indent="-514350">
              <a:buAutoNum type="arabicParenR"/>
            </a:pPr>
            <a:r>
              <a:rPr lang="en-GB" dirty="0"/>
              <a:t>I can afford to spend up to £105, but that includes the hutch and the accessories for it. I need to also buy sawdust, a food bowl and a water bottle. </a:t>
            </a:r>
          </a:p>
          <a:p>
            <a:endParaRPr lang="en-GB" dirty="0"/>
          </a:p>
          <a:p>
            <a:r>
              <a:rPr lang="en-GB" dirty="0"/>
              <a:t>You can work with another colleague, providing they share their desk with you at work. However, that means you have to split the commission.</a:t>
            </a:r>
          </a:p>
        </p:txBody>
      </p:sp>
    </p:spTree>
    <p:extLst>
      <p:ext uri="{BB962C8B-B14F-4D97-AF65-F5344CB8AC3E}">
        <p14:creationId xmlns:p14="http://schemas.microsoft.com/office/powerpoint/2010/main" val="383768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338" name="Picture 2" descr="C:\Users\Catherine Starr\Documents\Scan00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620"/>
            <a:ext cx="9144000" cy="664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64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3071</TotalTime>
  <Words>211</Words>
  <Application>Microsoft Office PowerPoint</Application>
  <PresentationFormat>On-screen Show (4:3)</PresentationFormat>
  <Paragraphs>13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Meet Floppy and Jasmine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of Prisms</dc:title>
  <dc:creator>Catherine Starr</dc:creator>
  <cp:lastModifiedBy>Saad Parekh</cp:lastModifiedBy>
  <cp:revision>22</cp:revision>
  <cp:lastPrinted>2016-09-06T04:09:36Z</cp:lastPrinted>
  <dcterms:created xsi:type="dcterms:W3CDTF">2012-05-06T11:32:52Z</dcterms:created>
  <dcterms:modified xsi:type="dcterms:W3CDTF">2017-04-24T08:15:54Z</dcterms:modified>
</cp:coreProperties>
</file>