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72" r:id="rId2"/>
    <p:sldId id="256" r:id="rId3"/>
    <p:sldId id="257" r:id="rId4"/>
    <p:sldId id="271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454" autoAdjust="0"/>
  </p:normalViewPr>
  <p:slideViewPr>
    <p:cSldViewPr>
      <p:cViewPr varScale="1">
        <p:scale>
          <a:sx n="60" d="100"/>
          <a:sy n="60" d="100"/>
        </p:scale>
        <p:origin x="1056" y="6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4/24/2017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4/24/2017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SET – Ask</a:t>
            </a:r>
            <a:r>
              <a:rPr lang="en-AU" baseline="0" dirty="0"/>
              <a:t> students what they learnt last period (using popcorn strategy)? - </a:t>
            </a:r>
            <a:r>
              <a:rPr lang="en-AU" baseline="0" dirty="0" err="1"/>
              <a:t>i.e</a:t>
            </a:r>
            <a:r>
              <a:rPr lang="en-AU" baseline="0" dirty="0"/>
              <a:t> Measuring volume and formula for the volume of a prism</a:t>
            </a:r>
          </a:p>
          <a:p>
            <a:endParaRPr lang="en-AU" baseline="0" dirty="0"/>
          </a:p>
          <a:p>
            <a:r>
              <a:rPr lang="en-AU" baseline="0" dirty="0"/>
              <a:t>Ask student if they can solve the problem from last class now?</a:t>
            </a:r>
          </a:p>
          <a:p>
            <a:endParaRPr lang="en-AU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aseline="0" dirty="0"/>
              <a:t>Scenario – ‘</a:t>
            </a:r>
            <a:r>
              <a:rPr lang="en-AU" dirty="0"/>
              <a:t>I am moving houses next week.</a:t>
            </a:r>
            <a:r>
              <a:rPr lang="en-AU" baseline="0" dirty="0"/>
              <a:t> One of my friends have offered to help by lending her the truck. I have packed my goods in cubic packing boxes with side length of 2.5 ft. If the Truck has the dimensions as given, how many boxes can I fit in the Truck?’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aseline="0" dirty="0"/>
              <a:t>Solution – I can put in 54 boxes [3*3*6 or (7.5*15*7.5/2.5^3)]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2A70B-78F2-4DCF-B53B-C990D2FAFB8A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68959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lesson</a:t>
            </a:r>
            <a:r>
              <a:rPr lang="en-AU" baseline="0" dirty="0"/>
              <a:t> will focus on guided/</a:t>
            </a:r>
            <a:r>
              <a:rPr lang="en-AU" dirty="0"/>
              <a:t>independent</a:t>
            </a:r>
            <a:r>
              <a:rPr lang="en-AU" baseline="0" dirty="0"/>
              <a:t> practice to practice the skills developed in the last lesson.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95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Find the Handout</a:t>
            </a:r>
            <a:r>
              <a:rPr lang="en-AU" baseline="0" dirty="0"/>
              <a:t> in </a:t>
            </a:r>
            <a:r>
              <a:rPr lang="en-AU" baseline="0"/>
              <a:t>the folder.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Moving Houses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390" y="1772816"/>
            <a:ext cx="8670022" cy="4518046"/>
          </a:xfrm>
        </p:spPr>
      </p:pic>
    </p:spTree>
    <p:extLst>
      <p:ext uri="{BB962C8B-B14F-4D97-AF65-F5344CB8AC3E}">
        <p14:creationId xmlns:p14="http://schemas.microsoft.com/office/powerpoint/2010/main" val="156394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Volume - 2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Parekh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3"/>
          <p:cNvSpPr txBox="1">
            <a:spLocks/>
          </p:cNvSpPr>
          <p:nvPr/>
        </p:nvSpPr>
        <p:spPr>
          <a:xfrm>
            <a:off x="909836" y="1905000"/>
            <a:ext cx="4824536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Students will be able,</a:t>
            </a:r>
          </a:p>
          <a:p>
            <a:r>
              <a:rPr lang="en-US" dirty="0"/>
              <a:t>Recall formula for calculating volume of prism </a:t>
            </a:r>
          </a:p>
          <a:p>
            <a:r>
              <a:rPr lang="en-AU" dirty="0"/>
              <a:t>Using the formula find the volume of prisms. 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6454452" y="1905000"/>
            <a:ext cx="4680520" cy="426720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3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18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/>
              <a:t>You will</a:t>
            </a:r>
          </a:p>
          <a:p>
            <a:r>
              <a:rPr lang="en-AU" dirty="0"/>
              <a:t>Complete the three handouts.</a:t>
            </a:r>
          </a:p>
        </p:txBody>
      </p:sp>
      <p:sp>
        <p:nvSpPr>
          <p:cNvPr id="6" name="Title 12"/>
          <p:cNvSpPr txBox="1">
            <a:spLocks/>
          </p:cNvSpPr>
          <p:nvPr/>
        </p:nvSpPr>
        <p:spPr>
          <a:xfrm>
            <a:off x="6454452" y="274638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Success Criteria</a:t>
            </a:r>
          </a:p>
        </p:txBody>
      </p:sp>
      <p:sp>
        <p:nvSpPr>
          <p:cNvPr id="7" name="Title 12"/>
          <p:cNvSpPr txBox="1">
            <a:spLocks/>
          </p:cNvSpPr>
          <p:nvPr/>
        </p:nvSpPr>
        <p:spPr>
          <a:xfrm>
            <a:off x="909836" y="274638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Learning Intention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Guided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Math Antics Worksheets.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96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79</TotalTime>
  <Words>184</Words>
  <Application>Microsoft Office PowerPoint</Application>
  <PresentationFormat>Custom</PresentationFormat>
  <Paragraphs>24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Consolas</vt:lpstr>
      <vt:lpstr>Corbel</vt:lpstr>
      <vt:lpstr>Chalkboard 16x9</vt:lpstr>
      <vt:lpstr>Moving Houses</vt:lpstr>
      <vt:lpstr>Volume - 2</vt:lpstr>
      <vt:lpstr>PowerPoint Presentation</vt:lpstr>
      <vt:lpstr>Guided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</dc:title>
  <dc:creator>Saad Parekh</dc:creator>
  <cp:lastModifiedBy>Saad Parekh</cp:lastModifiedBy>
  <cp:revision>8</cp:revision>
  <dcterms:created xsi:type="dcterms:W3CDTF">2017-04-24T06:42:56Z</dcterms:created>
  <dcterms:modified xsi:type="dcterms:W3CDTF">2017-04-24T08:23:55Z</dcterms:modified>
</cp:coreProperties>
</file>