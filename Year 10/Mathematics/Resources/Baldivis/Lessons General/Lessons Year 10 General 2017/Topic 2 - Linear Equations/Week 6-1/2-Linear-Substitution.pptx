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8" r:id="rId2"/>
    <p:sldId id="263" r:id="rId3"/>
    <p:sldId id="257" r:id="rId4"/>
    <p:sldId id="272" r:id="rId5"/>
    <p:sldId id="258" r:id="rId6"/>
    <p:sldId id="264" r:id="rId7"/>
    <p:sldId id="269" r:id="rId8"/>
    <p:sldId id="267" r:id="rId9"/>
    <p:sldId id="262" r:id="rId10"/>
    <p:sldId id="270" r:id="rId11"/>
    <p:sldId id="271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08"/>
  </p:normalViewPr>
  <p:slideViewPr>
    <p:cSldViewPr>
      <p:cViewPr varScale="1">
        <p:scale>
          <a:sx n="75" d="100"/>
          <a:sy n="75" d="100"/>
        </p:scale>
        <p:origin x="160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265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796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10/3/17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thplayground.com/functionmachine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tif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Substitution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3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3 x OLNA practise problem (obtained from OLNA practise tests found on Connect)</a:t>
            </a:r>
          </a:p>
          <a:p>
            <a:endParaRPr lang="en-AU" dirty="0" smtClean="0"/>
          </a:p>
          <a:p>
            <a:r>
              <a:rPr lang="en-AU" dirty="0" smtClean="0"/>
              <a:t>Work through solutions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Substitute a value into an algebraic equation.</a:t>
            </a:r>
          </a:p>
          <a:p>
            <a:pPr>
              <a:buFontTx/>
              <a:buChar char="-"/>
            </a:pPr>
            <a:r>
              <a:rPr lang="en-AU" dirty="0" smtClean="0"/>
              <a:t>Plot the coordinate points created by substitution.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Machine Game;  Interactive whiteboard. Work as a whole class.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www.mathplayground.com/functionmachine.html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7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233055" y="3048000"/>
            <a:ext cx="507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Create a straight line graph on the coordinate plane.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 Substitute in algebra?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61778" y="2123898"/>
            <a:ext cx="2174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substitution?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86546" y="2258291"/>
            <a:ext cx="58368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Substitution is when you replace the variable (pronumeral) (letter) in an expression or equation with a number or numbers.</a:t>
            </a:r>
          </a:p>
          <a:p>
            <a:endParaRPr lang="en-US" dirty="0"/>
          </a:p>
          <a:p>
            <a:r>
              <a:rPr lang="en-US" dirty="0" err="1" smtClean="0"/>
              <a:t>Eg</a:t>
            </a:r>
            <a:r>
              <a:rPr lang="en-US" dirty="0" smtClean="0"/>
              <a:t>. 4 + x =?</a:t>
            </a:r>
          </a:p>
          <a:p>
            <a:r>
              <a:rPr lang="en-US" dirty="0" smtClean="0"/>
              <a:t>If x = 3 </a:t>
            </a:r>
          </a:p>
          <a:p>
            <a:r>
              <a:rPr lang="en-US" dirty="0" smtClean="0"/>
              <a:t>I can substitute the x for the value 3</a:t>
            </a:r>
          </a:p>
          <a:p>
            <a:r>
              <a:rPr lang="en-US" dirty="0" smtClean="0"/>
              <a:t>Therefore 4 + 3 = 7</a:t>
            </a:r>
          </a:p>
          <a:p>
            <a:endParaRPr lang="en-US" dirty="0"/>
          </a:p>
          <a:p>
            <a:r>
              <a:rPr lang="en-US" dirty="0" smtClean="0"/>
              <a:t>Remember: Two expressions are called equivalent if they always give the same result.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 Substitute in algebra?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3391040" y="2077236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Quite often you can substitute and x value into the equation and the results produces the y value of an ordered pair. These coordinates could then be plotted on a </a:t>
            </a:r>
            <a:r>
              <a:rPr lang="en-US" dirty="0" smtClean="0"/>
              <a:t>Cartesian </a:t>
            </a:r>
            <a:r>
              <a:rPr lang="en-US" dirty="0"/>
              <a:t>plane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Eg</a:t>
            </a:r>
            <a:r>
              <a:rPr lang="en-US" dirty="0"/>
              <a:t>. y</a:t>
            </a:r>
            <a:r>
              <a:rPr lang="en-US" dirty="0" smtClean="0"/>
              <a:t> = 2x </a:t>
            </a:r>
            <a:r>
              <a:rPr lang="en-US" dirty="0"/>
              <a:t>+ </a:t>
            </a:r>
            <a:r>
              <a:rPr lang="en-US" dirty="0" smtClean="0"/>
              <a:t>1</a:t>
            </a:r>
            <a:endParaRPr lang="en-US" dirty="0"/>
          </a:p>
          <a:p>
            <a:r>
              <a:rPr lang="en-US" dirty="0" smtClean="0"/>
              <a:t>	     For </a:t>
            </a:r>
            <a:r>
              <a:rPr lang="en-US" dirty="0">
                <a:solidFill>
                  <a:srgbClr val="FF0000"/>
                </a:solidFill>
              </a:rPr>
              <a:t>x=3</a:t>
            </a:r>
          </a:p>
          <a:p>
            <a:r>
              <a:rPr lang="en-US" dirty="0" smtClean="0"/>
              <a:t>	     substitute </a:t>
            </a:r>
            <a:r>
              <a:rPr lang="en-US" dirty="0"/>
              <a:t>the x for the value </a:t>
            </a:r>
            <a:r>
              <a:rPr lang="en-US" dirty="0">
                <a:solidFill>
                  <a:srgbClr val="FF0000"/>
                </a:solidFill>
              </a:rPr>
              <a:t>3</a:t>
            </a:r>
            <a:endParaRPr lang="en-US" dirty="0"/>
          </a:p>
          <a:p>
            <a:r>
              <a:rPr lang="en-US" dirty="0" smtClean="0"/>
              <a:t>         y </a:t>
            </a:r>
            <a:r>
              <a:rPr lang="en-US" dirty="0"/>
              <a:t>= 2 x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dirty="0"/>
              <a:t> + 1</a:t>
            </a:r>
          </a:p>
          <a:p>
            <a:r>
              <a:rPr lang="en-US" dirty="0" smtClean="0"/>
              <a:t>                      Therefore </a:t>
            </a:r>
            <a:r>
              <a:rPr lang="en-US" dirty="0"/>
              <a:t>y = </a:t>
            </a:r>
            <a:r>
              <a:rPr lang="en-US" dirty="0" smtClean="0"/>
              <a:t>7</a:t>
            </a:r>
          </a:p>
          <a:p>
            <a:endParaRPr lang="en-US" dirty="0"/>
          </a:p>
          <a:p>
            <a:r>
              <a:rPr lang="en-US" dirty="0"/>
              <a:t>The ordered pair created would be (3,7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This point could then be plotted on a plane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5" y="2123898"/>
            <a:ext cx="2508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can I create an ordered pair using substitution?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76" y="4077072"/>
            <a:ext cx="2395009" cy="2377096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763688" y="4473116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907704" y="4518835"/>
            <a:ext cx="1482445" cy="1070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1331640" y="1628800"/>
            <a:ext cx="146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Exercise  18A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Straight line graph foldable booklet. Make sure this booklet is printed front to back to ensure it folds correctly.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941127" y="19257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complete Exercise 18A.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31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Rectangle 2"/>
          <p:cNvSpPr/>
          <p:nvPr/>
        </p:nvSpPr>
        <p:spPr>
          <a:xfrm>
            <a:off x="1187624" y="1628800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Success On target observation</a:t>
            </a:r>
          </a:p>
        </p:txBody>
      </p:sp>
    </p:spTree>
    <p:extLst>
      <p:ext uri="{BB962C8B-B14F-4D97-AF65-F5344CB8AC3E}">
        <p14:creationId xmlns:p14="http://schemas.microsoft.com/office/powerpoint/2010/main" val="1378356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Quick write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335</Words>
  <Application>Microsoft Macintosh PowerPoint</Application>
  <PresentationFormat>On-screen Show (4:3)</PresentationFormat>
  <Paragraphs>81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Arial</vt:lpstr>
      <vt:lpstr>Office Theme</vt:lpstr>
      <vt:lpstr>Yr 10 Week 6</vt:lpstr>
      <vt:lpstr>Mental set</vt:lpstr>
      <vt:lpstr>Lesson objective</vt:lpstr>
      <vt:lpstr>Hook</vt:lpstr>
      <vt:lpstr>Success Criteria</vt:lpstr>
      <vt:lpstr>PowerPoint Presentation</vt:lpstr>
      <vt:lpstr>PowerPoint Presentation</vt:lpstr>
      <vt:lpstr>PowerPoint Presentation</vt:lpstr>
      <vt:lpstr>Activity</vt:lpstr>
      <vt:lpstr>Homework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13</cp:revision>
  <dcterms:created xsi:type="dcterms:W3CDTF">2016-10-20T03:14:06Z</dcterms:created>
  <dcterms:modified xsi:type="dcterms:W3CDTF">2017-03-10T03:21:53Z</dcterms:modified>
</cp:coreProperties>
</file>