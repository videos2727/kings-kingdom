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68" r:id="rId2"/>
    <p:sldId id="272" r:id="rId3"/>
    <p:sldId id="257" r:id="rId4"/>
    <p:sldId id="258" r:id="rId5"/>
    <p:sldId id="269" r:id="rId6"/>
    <p:sldId id="273" r:id="rId7"/>
    <p:sldId id="275" r:id="rId8"/>
    <p:sldId id="276" r:id="rId9"/>
    <p:sldId id="277" r:id="rId10"/>
    <p:sldId id="278" r:id="rId11"/>
    <p:sldId id="283" r:id="rId12"/>
    <p:sldId id="279" r:id="rId13"/>
    <p:sldId id="284" r:id="rId14"/>
    <p:sldId id="281" r:id="rId15"/>
    <p:sldId id="285" r:id="rId16"/>
    <p:sldId id="262" r:id="rId17"/>
    <p:sldId id="271" r:id="rId18"/>
    <p:sldId id="265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36"/>
    <p:restoredTop sz="94708"/>
  </p:normalViewPr>
  <p:slideViewPr>
    <p:cSldViewPr>
      <p:cViewPr varScale="1">
        <p:scale>
          <a:sx n="84" d="100"/>
          <a:sy n="84" d="100"/>
        </p:scale>
        <p:origin x="102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10/3/17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52658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2831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91297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69307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77795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77867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96818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03886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7271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94731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9198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Independent practice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Check</a:t>
            </a:r>
            <a:r>
              <a:rPr lang="en-AU" baseline="0" dirty="0" smtClean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97969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10/3/17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10/3/17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10/3/17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10/3/17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10/3/17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10/3/17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10/3/17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10/3/17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10/3/17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10/3/17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10/3/17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10/3/17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youtube.com/watch?v=0-GHNJegZpQ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Yr</a:t>
            </a:r>
            <a:r>
              <a:rPr lang="en-US" dirty="0" smtClean="0"/>
              <a:t> 10 Week 7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6000" dirty="0" smtClean="0"/>
              <a:t>Algebra</a:t>
            </a:r>
          </a:p>
          <a:p>
            <a:pPr marL="0" indent="0" algn="ctr">
              <a:buNone/>
            </a:pPr>
            <a:r>
              <a:rPr lang="en-US" dirty="0" smtClean="0"/>
              <a:t>Gradient Intercept Form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smtClean="0"/>
              <a:t>K. Farmer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438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Hook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Watch the following </a:t>
            </a:r>
            <a:r>
              <a:rPr lang="en-US" dirty="0" smtClean="0"/>
              <a:t>“</a:t>
            </a:r>
            <a:r>
              <a:rPr lang="en-US" dirty="0" err="1" smtClean="0"/>
              <a:t>Maths</a:t>
            </a:r>
            <a:r>
              <a:rPr lang="en-US" dirty="0" smtClean="0"/>
              <a:t> </a:t>
            </a:r>
            <a:r>
              <a:rPr lang="en-US" dirty="0" err="1" smtClean="0"/>
              <a:t>Dude”short</a:t>
            </a:r>
            <a:r>
              <a:rPr lang="en-US" dirty="0" smtClean="0"/>
              <a:t> </a:t>
            </a:r>
            <a:r>
              <a:rPr lang="en-US" dirty="0" smtClean="0"/>
              <a:t>video. </a:t>
            </a:r>
          </a:p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www.youtube.com/watch?v=0-GHNJegZpQ</a:t>
            </a:r>
            <a:endParaRPr lang="en-US" dirty="0" smtClean="0"/>
          </a:p>
          <a:p>
            <a:r>
              <a:rPr lang="en-US" dirty="0" smtClean="0"/>
              <a:t> 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351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Lesson objective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By the end of this lesson you will be able to;</a:t>
            </a:r>
          </a:p>
          <a:p>
            <a:r>
              <a:rPr lang="en-AU" dirty="0" smtClean="0"/>
              <a:t>Identify the gradient </a:t>
            </a:r>
            <a:r>
              <a:rPr lang="en-AU" dirty="0" smtClean="0"/>
              <a:t>and y intercept from </a:t>
            </a:r>
            <a:r>
              <a:rPr lang="en-AU" dirty="0" smtClean="0"/>
              <a:t>a linear function.</a:t>
            </a:r>
          </a:p>
          <a:p>
            <a:r>
              <a:rPr lang="en-AU" dirty="0" smtClean="0"/>
              <a:t>Sketch a linear graph from a linear expression in the gradient intercept form.</a:t>
            </a: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Success Criteria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You will know you are successful in achieving the objective by…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9397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274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Algebra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represent a line in the Gradient Intercept form</a:t>
            </a:r>
            <a:endParaRPr lang="en-AU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26" y="2095147"/>
            <a:ext cx="8768547" cy="288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561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274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Algebra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represent a line in the Gradient Intercept form</a:t>
            </a:r>
            <a:endParaRPr lang="en-AU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04900"/>
            <a:ext cx="9144000" cy="4626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130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274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Algebra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represent a line in the Gradient Intercept form</a:t>
            </a:r>
            <a:endParaRPr lang="en-AU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050" y="2260751"/>
            <a:ext cx="808990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420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274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Algebra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represent a line in the Gradient Intercept form</a:t>
            </a:r>
            <a:endParaRPr lang="en-AU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336" y="2411334"/>
            <a:ext cx="8204200" cy="334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006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274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Algebra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represent a line in the Gradient Intercept form</a:t>
            </a:r>
            <a:endParaRPr lang="en-AU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2286000"/>
            <a:ext cx="79883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584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274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Algebra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represent a line in the Gradient Intercept form</a:t>
            </a:r>
            <a:endParaRPr lang="en-AU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50" y="2190624"/>
            <a:ext cx="87503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772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274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Algebra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represent a line in the Gradient Intercept form</a:t>
            </a:r>
            <a:endParaRPr lang="en-AU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50" y="2190624"/>
            <a:ext cx="8750300" cy="13716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39" y="3570216"/>
            <a:ext cx="8039100" cy="226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374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274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Algebra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represent a line in the Gradient Intercept form</a:t>
            </a:r>
            <a:endParaRPr lang="en-AU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64" y="2061767"/>
            <a:ext cx="9093200" cy="14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72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274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Algebra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represent a line in the Gradient Intercept form</a:t>
            </a:r>
            <a:endParaRPr lang="en-AU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64" y="2061767"/>
            <a:ext cx="9093200" cy="14224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8520" y="3356992"/>
            <a:ext cx="8521700" cy="27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83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274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Algebra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represent a line in the Gradient Intercept form</a:t>
            </a:r>
            <a:endParaRPr lang="en-AU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575" y="2261618"/>
            <a:ext cx="8242300" cy="154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381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274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Algebra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represent a line in the Gradient Intercept form</a:t>
            </a:r>
            <a:endParaRPr lang="en-AU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575" y="2308564"/>
            <a:ext cx="8242300" cy="1549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9561" y="3591663"/>
            <a:ext cx="9144000" cy="3096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998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Guided Activity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Gradient intercept form</a:t>
            </a:r>
            <a:r>
              <a:rPr lang="en-AU" dirty="0" smtClean="0"/>
              <a:t> foldable. </a:t>
            </a:r>
          </a:p>
          <a:p>
            <a:r>
              <a:rPr lang="en-AU" dirty="0" smtClean="0"/>
              <a:t>Make </a:t>
            </a:r>
            <a:r>
              <a:rPr lang="en-AU" dirty="0" smtClean="0"/>
              <a:t>sure this booklet is printed front to back to ensure it folds correctly</a:t>
            </a:r>
            <a:r>
              <a:rPr lang="en-AU" dirty="0" smtClean="0"/>
              <a:t>.</a:t>
            </a:r>
          </a:p>
          <a:p>
            <a:r>
              <a:rPr lang="en-AU" dirty="0" smtClean="0"/>
              <a:t>Work through booklet.  Solutions can be projected on the IWB.</a:t>
            </a:r>
          </a:p>
          <a:p>
            <a:r>
              <a:rPr lang="en-AU" dirty="0" smtClean="0"/>
              <a:t>Glue this in the LHS of INB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6941127" y="19257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 smtClean="0"/>
              <a:t>Check for understanding</a:t>
            </a:r>
            <a:endParaRPr lang="en-AU" sz="4000" dirty="0"/>
          </a:p>
        </p:txBody>
      </p:sp>
      <p:sp>
        <p:nvSpPr>
          <p:cNvPr id="3" name="Rectangle 2"/>
          <p:cNvSpPr/>
          <p:nvPr/>
        </p:nvSpPr>
        <p:spPr>
          <a:xfrm>
            <a:off x="1187624" y="1628800"/>
            <a:ext cx="51845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/>
              <a:t>Success On target observation</a:t>
            </a:r>
          </a:p>
        </p:txBody>
      </p:sp>
    </p:spTree>
    <p:extLst>
      <p:ext uri="{BB962C8B-B14F-4D97-AF65-F5344CB8AC3E}">
        <p14:creationId xmlns:p14="http://schemas.microsoft.com/office/powerpoint/2010/main" val="13783563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Closure activity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Quick write</a:t>
            </a:r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4446</TotalTime>
  <Words>437</Words>
  <Application>Microsoft Macintosh PowerPoint</Application>
  <PresentationFormat>On-screen Show (4:3)</PresentationFormat>
  <Paragraphs>133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Calibri</vt:lpstr>
      <vt:lpstr>Arial</vt:lpstr>
      <vt:lpstr>Office Theme</vt:lpstr>
      <vt:lpstr>Yr 10 Week 7</vt:lpstr>
      <vt:lpstr>Hook</vt:lpstr>
      <vt:lpstr>Lesson objective</vt:lpstr>
      <vt:lpstr>Success Criteria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Activity</vt:lpstr>
      <vt:lpstr>PowerPoint Presentation</vt:lpstr>
      <vt:lpstr>Closure activity</vt:lpstr>
    </vt:vector>
  </TitlesOfParts>
  <Company>The Department of Education</Company>
  <LinksUpToDate>false</LinksUpToDate>
  <SharedDoc>false</SharedDoc>
  <HyperlinksChanged>false</HyperlinksChanged>
  <AppVersion>15.0031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Kath Farmer</cp:lastModifiedBy>
  <cp:revision>22</cp:revision>
  <dcterms:created xsi:type="dcterms:W3CDTF">2016-10-20T03:14:06Z</dcterms:created>
  <dcterms:modified xsi:type="dcterms:W3CDTF">2017-03-13T02:59:39Z</dcterms:modified>
</cp:coreProperties>
</file>