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8" r:id="rId2"/>
    <p:sldId id="272" r:id="rId3"/>
    <p:sldId id="257" r:id="rId4"/>
    <p:sldId id="269" r:id="rId5"/>
    <p:sldId id="273" r:id="rId6"/>
    <p:sldId id="275" r:id="rId7"/>
    <p:sldId id="279"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36"/>
    <p:restoredTop sz="94708"/>
  </p:normalViewPr>
  <p:slideViewPr>
    <p:cSldViewPr>
      <p:cViewPr varScale="1">
        <p:scale>
          <a:sx n="68" d="100"/>
          <a:sy n="68" d="100"/>
        </p:scale>
        <p:origin x="162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4AA477-598F-4CCF-8F1A-33D43F97EEB0}" type="datetimeFigureOut">
              <a:rPr lang="en-AU" smtClean="0"/>
              <a:t>14/03/2017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1AD3D9-0B11-4189-8D45-47537C1CF889}" type="slidenum">
              <a:rPr lang="en-AU" smtClean="0"/>
              <a:t>‹#›</a:t>
            </a:fld>
            <a:endParaRPr lang="en-AU"/>
          </a:p>
        </p:txBody>
      </p:sp>
    </p:spTree>
    <p:extLst>
      <p:ext uri="{BB962C8B-B14F-4D97-AF65-F5344CB8AC3E}">
        <p14:creationId xmlns:p14="http://schemas.microsoft.com/office/powerpoint/2010/main" val="336072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 </a:t>
            </a:r>
          </a:p>
        </p:txBody>
      </p:sp>
      <p:sp>
        <p:nvSpPr>
          <p:cNvPr id="4" name="Slide Number Placeholder 3"/>
          <p:cNvSpPr>
            <a:spLocks noGrp="1"/>
          </p:cNvSpPr>
          <p:nvPr>
            <p:ph type="sldNum" sz="quarter" idx="10"/>
          </p:nvPr>
        </p:nvSpPr>
        <p:spPr/>
        <p:txBody>
          <a:bodyPr/>
          <a:lstStyle/>
          <a:p>
            <a:fld id="{A91AD3D9-0B11-4189-8D45-47537C1CF889}" type="slidenum">
              <a:rPr lang="en-AU" smtClean="0"/>
              <a:t>3</a:t>
            </a:fld>
            <a:endParaRPr lang="en-AU"/>
          </a:p>
        </p:txBody>
      </p:sp>
    </p:spTree>
    <p:extLst>
      <p:ext uri="{BB962C8B-B14F-4D97-AF65-F5344CB8AC3E}">
        <p14:creationId xmlns:p14="http://schemas.microsoft.com/office/powerpoint/2010/main" val="3063427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4</a:t>
            </a:fld>
            <a:endParaRPr lang="en-AU"/>
          </a:p>
        </p:txBody>
      </p:sp>
    </p:spTree>
    <p:extLst>
      <p:ext uri="{BB962C8B-B14F-4D97-AF65-F5344CB8AC3E}">
        <p14:creationId xmlns:p14="http://schemas.microsoft.com/office/powerpoint/2010/main" val="1485265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5</a:t>
            </a:fld>
            <a:endParaRPr lang="en-AU"/>
          </a:p>
        </p:txBody>
      </p:sp>
    </p:spTree>
    <p:extLst>
      <p:ext uri="{BB962C8B-B14F-4D97-AF65-F5344CB8AC3E}">
        <p14:creationId xmlns:p14="http://schemas.microsoft.com/office/powerpoint/2010/main" val="2112831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6</a:t>
            </a:fld>
            <a:endParaRPr lang="en-AU"/>
          </a:p>
        </p:txBody>
      </p:sp>
    </p:spTree>
    <p:extLst>
      <p:ext uri="{BB962C8B-B14F-4D97-AF65-F5344CB8AC3E}">
        <p14:creationId xmlns:p14="http://schemas.microsoft.com/office/powerpoint/2010/main" val="1689129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7</a:t>
            </a:fld>
            <a:endParaRPr lang="en-AU"/>
          </a:p>
        </p:txBody>
      </p:sp>
    </p:spTree>
    <p:extLst>
      <p:ext uri="{BB962C8B-B14F-4D97-AF65-F5344CB8AC3E}">
        <p14:creationId xmlns:p14="http://schemas.microsoft.com/office/powerpoint/2010/main" val="1590388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14/03/2017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973629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14/03/2017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448002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14/03/2017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647504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F971031-8C33-4876-9169-26F597F7E7C1}" type="datetimeFigureOut">
              <a:rPr lang="en-AU" smtClean="0"/>
              <a:t>14/03/2017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550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AF971031-8C33-4876-9169-26F597F7E7C1}" type="datetimeFigureOut">
              <a:rPr lang="en-AU" smtClean="0"/>
              <a:t>14/03/2017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2132040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AF971031-8C33-4876-9169-26F597F7E7C1}" type="datetimeFigureOut">
              <a:rPr lang="en-AU" smtClean="0"/>
              <a:t>14/03/2017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17742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71031-8C33-4876-9169-26F597F7E7C1}" type="datetimeFigureOut">
              <a:rPr lang="en-AU" smtClean="0"/>
              <a:t>14/03/2017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053289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14/03/2017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909211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14/03/2017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143380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14/03/2017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379636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14/03/2017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99283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71031-8C33-4876-9169-26F597F7E7C1}" type="datetimeFigureOut">
              <a:rPr lang="en-AU" smtClean="0"/>
              <a:t>14/03/2017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B1127-360E-4A81-8847-9F94642454F8}" type="slidenum">
              <a:rPr lang="en-AU" smtClean="0"/>
              <a:t>‹#›</a:t>
            </a:fld>
            <a:endParaRPr lang="en-AU"/>
          </a:p>
        </p:txBody>
      </p:sp>
    </p:spTree>
    <p:extLst>
      <p:ext uri="{BB962C8B-B14F-4D97-AF65-F5344CB8AC3E}">
        <p14:creationId xmlns:p14="http://schemas.microsoft.com/office/powerpoint/2010/main" val="85598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cuNpXve18Pc"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Yr</a:t>
            </a:r>
            <a:r>
              <a:rPr lang="en-US" dirty="0"/>
              <a:t> 10 Week 7</a:t>
            </a:r>
          </a:p>
        </p:txBody>
      </p:sp>
      <p:sp>
        <p:nvSpPr>
          <p:cNvPr id="3" name="Content Placeholder 2"/>
          <p:cNvSpPr>
            <a:spLocks noGrp="1"/>
          </p:cNvSpPr>
          <p:nvPr>
            <p:ph idx="1"/>
          </p:nvPr>
        </p:nvSpPr>
        <p:spPr/>
        <p:txBody>
          <a:bodyPr/>
          <a:lstStyle/>
          <a:p>
            <a:pPr marL="0" indent="0" algn="ctr">
              <a:buNone/>
            </a:pPr>
            <a:r>
              <a:rPr lang="en-US" sz="6000" dirty="0"/>
              <a:t>Algebra</a:t>
            </a:r>
          </a:p>
          <a:p>
            <a:pPr marL="0" indent="0" algn="ctr">
              <a:buNone/>
            </a:pPr>
            <a:r>
              <a:rPr lang="en-US" dirty="0"/>
              <a:t>Simultaneous Equations</a:t>
            </a:r>
          </a:p>
          <a:p>
            <a:pPr marL="0" indent="0" algn="ctr">
              <a:buNone/>
            </a:pPr>
            <a:endParaRPr lang="en-US" dirty="0"/>
          </a:p>
          <a:p>
            <a:pPr marL="0" indent="0" algn="ctr">
              <a:buNone/>
            </a:pPr>
            <a:endParaRPr lang="en-US" dirty="0"/>
          </a:p>
          <a:p>
            <a:pPr marL="0" indent="0" algn="ctr">
              <a:buNone/>
            </a:pPr>
            <a:r>
              <a:rPr lang="en-US" dirty="0" err="1"/>
              <a:t>M.Craig</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3284984"/>
            <a:ext cx="2830476" cy="3578094"/>
          </a:xfrm>
          <a:prstGeom prst="rect">
            <a:avLst/>
          </a:prstGeom>
        </p:spPr>
      </p:pic>
    </p:spTree>
    <p:extLst>
      <p:ext uri="{BB962C8B-B14F-4D97-AF65-F5344CB8AC3E}">
        <p14:creationId xmlns:p14="http://schemas.microsoft.com/office/powerpoint/2010/main" val="2022438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Hook</a:t>
            </a:r>
            <a:br>
              <a:rPr lang="en-US" dirty="0"/>
            </a:br>
            <a:r>
              <a:rPr lang="en-US" dirty="0"/>
              <a:t>Algebra Aerobics</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 Use your arms to create linear lines and have the students say if its positive, negative, x, -x , 2x and so on.</a:t>
            </a:r>
          </a:p>
          <a:p>
            <a:endParaRPr lang="en-US" dirty="0"/>
          </a:p>
        </p:txBody>
      </p:sp>
    </p:spTree>
    <p:extLst>
      <p:ext uri="{BB962C8B-B14F-4D97-AF65-F5344CB8AC3E}">
        <p14:creationId xmlns:p14="http://schemas.microsoft.com/office/powerpoint/2010/main" val="1545351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Lesson objective</a:t>
            </a:r>
          </a:p>
        </p:txBody>
      </p:sp>
      <p:sp>
        <p:nvSpPr>
          <p:cNvPr id="3" name="Content Placeholder 2"/>
          <p:cNvSpPr>
            <a:spLocks noGrp="1"/>
          </p:cNvSpPr>
          <p:nvPr>
            <p:ph idx="1"/>
          </p:nvPr>
        </p:nvSpPr>
        <p:spPr/>
        <p:txBody>
          <a:bodyPr/>
          <a:lstStyle/>
          <a:p>
            <a:pPr marL="0" indent="0">
              <a:buNone/>
            </a:pPr>
            <a:r>
              <a:rPr lang="en-AU" dirty="0"/>
              <a:t>By the end of this lesson you will be able to</a:t>
            </a:r>
          </a:p>
          <a:p>
            <a:r>
              <a:rPr lang="en-AU" dirty="0"/>
              <a:t>Identify the point of Interception.</a:t>
            </a:r>
          </a:p>
          <a:p>
            <a:r>
              <a:rPr lang="en-AU" dirty="0"/>
              <a:t>Place coordination's back into equations</a:t>
            </a:r>
          </a:p>
        </p:txBody>
      </p:sp>
    </p:spTree>
    <p:extLst>
      <p:ext uri="{BB962C8B-B14F-4D97-AF65-F5344CB8AC3E}">
        <p14:creationId xmlns:p14="http://schemas.microsoft.com/office/powerpoint/2010/main" val="116797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74533" cy="523220"/>
          </a:xfrm>
          <a:prstGeom prst="rect">
            <a:avLst/>
          </a:prstGeom>
          <a:noFill/>
        </p:spPr>
        <p:txBody>
          <a:bodyPr wrap="none" rtlCol="0">
            <a:spAutoFit/>
          </a:bodyPr>
          <a:lstStyle/>
          <a:p>
            <a:r>
              <a:rPr lang="en-AU" sz="2800" dirty="0"/>
              <a:t>Linear Algebra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57728" y="1106198"/>
            <a:ext cx="8620422" cy="3046988"/>
          </a:xfrm>
          <a:prstGeom prst="rect">
            <a:avLst/>
          </a:prstGeom>
          <a:noFill/>
        </p:spPr>
        <p:txBody>
          <a:bodyPr wrap="square" rtlCol="0">
            <a:spAutoFit/>
          </a:bodyPr>
          <a:lstStyle/>
          <a:p>
            <a:r>
              <a:rPr lang="en-AU" sz="2400" dirty="0"/>
              <a:t>EQ – How do I find the point of interception of the two lines?</a:t>
            </a:r>
          </a:p>
          <a:p>
            <a:endParaRPr lang="en-AU" sz="2400" dirty="0"/>
          </a:p>
          <a:p>
            <a:endParaRPr lang="en-AU" sz="2400" dirty="0"/>
          </a:p>
          <a:p>
            <a:r>
              <a:rPr lang="en-AU" sz="2400" dirty="0"/>
              <a:t>What are Simultaneous equations? Simultaneous equations are equations involving two or more unknown quantities.</a:t>
            </a:r>
          </a:p>
          <a:p>
            <a:endParaRPr lang="en-AU" sz="2400" dirty="0"/>
          </a:p>
          <a:p>
            <a:endParaRPr lang="en-AU" sz="2400" dirty="0"/>
          </a:p>
          <a:p>
            <a:endParaRPr lang="en-AU" sz="2400" dirty="0"/>
          </a:p>
        </p:txBody>
      </p:sp>
      <p:pic>
        <p:nvPicPr>
          <p:cNvPr id="13" name="Picture 12"/>
          <p:cNvPicPr/>
          <p:nvPr/>
        </p:nvPicPr>
        <p:blipFill rotWithShape="1">
          <a:blip r:embed="rId3"/>
          <a:srcRect t="21576" r="86040" b="63941"/>
          <a:stretch/>
        </p:blipFill>
        <p:spPr bwMode="auto">
          <a:xfrm>
            <a:off x="381503" y="3474001"/>
            <a:ext cx="3424386" cy="14574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5561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74533" cy="523220"/>
          </a:xfrm>
          <a:prstGeom prst="rect">
            <a:avLst/>
          </a:prstGeom>
          <a:noFill/>
        </p:spPr>
        <p:txBody>
          <a:bodyPr wrap="none" rtlCol="0">
            <a:spAutoFit/>
          </a:bodyPr>
          <a:lstStyle/>
          <a:p>
            <a:r>
              <a:rPr lang="en-AU" sz="2800" dirty="0"/>
              <a:t>Linear Algebra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1062023"/>
            <a:ext cx="8620422" cy="6370975"/>
          </a:xfrm>
          <a:prstGeom prst="rect">
            <a:avLst/>
          </a:prstGeom>
          <a:noFill/>
        </p:spPr>
        <p:txBody>
          <a:bodyPr wrap="square" rtlCol="0">
            <a:spAutoFit/>
          </a:bodyPr>
          <a:lstStyle/>
          <a:p>
            <a:r>
              <a:rPr lang="en-AU" sz="2400" dirty="0"/>
              <a:t>EQ – </a:t>
            </a:r>
            <a:r>
              <a:rPr lang="en-AU" sz="2400" dirty="0"/>
              <a:t>How do I find the point of interception of the two lines?</a:t>
            </a:r>
          </a:p>
          <a:p>
            <a:endParaRPr lang="en-AU" sz="2400" dirty="0"/>
          </a:p>
          <a:p>
            <a:r>
              <a:rPr lang="en-AU" sz="2400" dirty="0"/>
              <a:t>Start by plotting the equations on a Cartesian plane. Once both lines have been drawn, look for the point of interception (where the lines cross). The coordinates are the answer to the problem. The first number is ALWAYS x and the second is ALWAYS y. Below the coordinates are (1,4). </a:t>
            </a:r>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p:txBody>
      </p:sp>
      <p:pic>
        <p:nvPicPr>
          <p:cNvPr id="13" name="Picture 12"/>
          <p:cNvPicPr/>
          <p:nvPr/>
        </p:nvPicPr>
        <p:blipFill rotWithShape="1">
          <a:blip r:embed="rId3"/>
          <a:srcRect t="9754" r="26198" b="5715"/>
          <a:stretch/>
        </p:blipFill>
        <p:spPr bwMode="auto">
          <a:xfrm>
            <a:off x="899592" y="3789040"/>
            <a:ext cx="6696744" cy="289854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06130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74533" cy="523220"/>
          </a:xfrm>
          <a:prstGeom prst="rect">
            <a:avLst/>
          </a:prstGeom>
          <a:noFill/>
        </p:spPr>
        <p:txBody>
          <a:bodyPr wrap="none" rtlCol="0">
            <a:spAutoFit/>
          </a:bodyPr>
          <a:lstStyle/>
          <a:p>
            <a:r>
              <a:rPr lang="en-AU" sz="2800" dirty="0"/>
              <a:t>Linear Algebra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mc:AlternateContent xmlns:mc="http://schemas.openxmlformats.org/markup-compatibility/2006">
        <mc:Choice xmlns:a14="http://schemas.microsoft.com/office/drawing/2010/main" Requires="a14">
          <p:sp>
            <p:nvSpPr>
              <p:cNvPr id="12" name="TextBox 11"/>
              <p:cNvSpPr txBox="1"/>
              <p:nvPr/>
            </p:nvSpPr>
            <p:spPr>
              <a:xfrm>
                <a:off x="119514" y="1063436"/>
                <a:ext cx="8620422" cy="10802957"/>
              </a:xfrm>
              <a:prstGeom prst="rect">
                <a:avLst/>
              </a:prstGeom>
              <a:noFill/>
            </p:spPr>
            <p:txBody>
              <a:bodyPr wrap="square" rtlCol="0">
                <a:spAutoFit/>
              </a:bodyPr>
              <a:lstStyle/>
              <a:p>
                <a:r>
                  <a:rPr lang="en-AU" sz="2400" dirty="0"/>
                  <a:t>EQ – How do I represent a line in the Gradient Intercept form</a:t>
                </a:r>
              </a:p>
              <a:p>
                <a:endParaRPr lang="en-AU" sz="2400" dirty="0"/>
              </a:p>
              <a:p>
                <a:endParaRPr lang="en-AU" sz="2400" dirty="0"/>
              </a:p>
              <a:p>
                <a:r>
                  <a:rPr lang="en-AU" sz="2400" dirty="0"/>
                  <a:t>Once you have drawn the line and found the point of interception its time to put those coordinates back into your equations. Take the equations underneath for example that had an interception point of (1,4) Place the 1 where the x is and the 4 where the y is.</a:t>
                </a:r>
              </a:p>
              <a:p>
                <a:endParaRPr lang="en-AU" sz="2400" dirty="0"/>
              </a:p>
              <a:p>
                <a:r>
                  <a:rPr lang="en-AU" sz="2400" dirty="0"/>
                  <a:t>                                                  4=3 </a:t>
                </a:r>
                <a14:m>
                  <m:oMath xmlns:m="http://schemas.openxmlformats.org/officeDocument/2006/math">
                    <m:r>
                      <a:rPr lang="en-AU" sz="2400" i="1">
                        <a:latin typeface="Cambria Math" panose="02040503050406030204" pitchFamily="18" charset="0"/>
                        <a:ea typeface="Cambria Math" panose="02040503050406030204" pitchFamily="18" charset="0"/>
                      </a:rPr>
                      <m:t>× </m:t>
                    </m:r>
                  </m:oMath>
                </a14:m>
                <a:r>
                  <a:rPr lang="en-AU" sz="2400" dirty="0"/>
                  <a:t> 1 +1 =4</a:t>
                </a:r>
              </a:p>
              <a:p>
                <a:endParaRPr lang="en-AU" sz="2400" dirty="0"/>
              </a:p>
              <a:p>
                <a:r>
                  <a:rPr lang="en-AU" sz="2400" dirty="0"/>
                  <a:t>                                                  4=-2</a:t>
                </a:r>
                <a:r>
                  <a:rPr lang="en-AU" sz="2400" dirty="0">
                    <a:ea typeface="Cambria Math" panose="02040503050406030204" pitchFamily="18" charset="0"/>
                  </a:rPr>
                  <a:t> </a:t>
                </a:r>
                <a14:m>
                  <m:oMath xmlns:m="http://schemas.openxmlformats.org/officeDocument/2006/math">
                    <m:r>
                      <a:rPr lang="en-AU" sz="2400" i="1">
                        <a:latin typeface="Cambria Math" panose="02040503050406030204" pitchFamily="18" charset="0"/>
                        <a:ea typeface="Cambria Math" panose="02040503050406030204" pitchFamily="18" charset="0"/>
                      </a:rPr>
                      <m:t>×</m:t>
                    </m:r>
                  </m:oMath>
                </a14:m>
                <a:r>
                  <a:rPr lang="en-AU" sz="2400" dirty="0"/>
                  <a:t> 1 +6 = 4</a:t>
                </a:r>
              </a:p>
              <a:p>
                <a:endParaRPr lang="en-AU" sz="2400" dirty="0"/>
              </a:p>
              <a:p>
                <a:r>
                  <a:rPr lang="en-AU" sz="2400" dirty="0"/>
                  <a:t>They are the same. Yay</a:t>
                </a:r>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p:txBody>
          </p:sp>
        </mc:Choice>
        <mc:Fallback>
          <p:sp>
            <p:nvSpPr>
              <p:cNvPr id="12" name="TextBox 11"/>
              <p:cNvSpPr txBox="1">
                <a:spLocks noRot="1" noChangeAspect="1" noMove="1" noResize="1" noEditPoints="1" noAdjustHandles="1" noChangeArrowheads="1" noChangeShapeType="1" noTextEdit="1"/>
              </p:cNvSpPr>
              <p:nvPr/>
            </p:nvSpPr>
            <p:spPr>
              <a:xfrm>
                <a:off x="119514" y="1063436"/>
                <a:ext cx="8620422" cy="10802957"/>
              </a:xfrm>
              <a:prstGeom prst="rect">
                <a:avLst/>
              </a:prstGeom>
              <a:blipFill>
                <a:blip r:embed="rId3"/>
                <a:stretch>
                  <a:fillRect l="-1132" t="-451" r="-1344"/>
                </a:stretch>
              </a:blipFill>
            </p:spPr>
            <p:txBody>
              <a:bodyPr/>
              <a:lstStyle/>
              <a:p>
                <a:r>
                  <a:rPr lang="en-AU">
                    <a:noFill/>
                  </a:rPr>
                  <a:t> </a:t>
                </a:r>
              </a:p>
            </p:txBody>
          </p:sp>
        </mc:Fallback>
      </mc:AlternateContent>
      <p:pic>
        <p:nvPicPr>
          <p:cNvPr id="13" name="Picture 12"/>
          <p:cNvPicPr/>
          <p:nvPr/>
        </p:nvPicPr>
        <p:blipFill rotWithShape="1">
          <a:blip r:embed="rId4"/>
          <a:srcRect t="21576" r="86040" b="63941"/>
          <a:stretch/>
        </p:blipFill>
        <p:spPr bwMode="auto">
          <a:xfrm>
            <a:off x="251520" y="3861048"/>
            <a:ext cx="2462305" cy="1457499"/>
          </a:xfrm>
          <a:prstGeom prst="rect">
            <a:avLst/>
          </a:prstGeom>
          <a:ln>
            <a:noFill/>
          </a:ln>
          <a:extLst>
            <a:ext uri="{53640926-AAD7-44D8-BBD7-CCE9431645EC}">
              <a14:shadowObscured xmlns:a14="http://schemas.microsoft.com/office/drawing/2010/main"/>
            </a:ext>
          </a:ex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24079" y="5708418"/>
            <a:ext cx="1763688" cy="993627"/>
          </a:xfrm>
          <a:prstGeom prst="rect">
            <a:avLst/>
          </a:prstGeom>
        </p:spPr>
      </p:pic>
    </p:spTree>
    <p:extLst>
      <p:ext uri="{BB962C8B-B14F-4D97-AF65-F5344CB8AC3E}">
        <p14:creationId xmlns:p14="http://schemas.microsoft.com/office/powerpoint/2010/main" val="1126420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3194024" y="149731"/>
            <a:ext cx="2274533" cy="523220"/>
          </a:xfrm>
          <a:prstGeom prst="rect">
            <a:avLst/>
          </a:prstGeom>
          <a:noFill/>
        </p:spPr>
        <p:txBody>
          <a:bodyPr wrap="none" rtlCol="0">
            <a:spAutoFit/>
          </a:bodyPr>
          <a:lstStyle/>
          <a:p>
            <a:r>
              <a:rPr lang="en-AU" sz="2800" dirty="0"/>
              <a:t>Linear Algebra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3" name="Rectangle 2"/>
          <p:cNvSpPr/>
          <p:nvPr/>
        </p:nvSpPr>
        <p:spPr>
          <a:xfrm>
            <a:off x="399839" y="2060848"/>
            <a:ext cx="7862905" cy="2523768"/>
          </a:xfrm>
          <a:prstGeom prst="rect">
            <a:avLst/>
          </a:prstGeom>
        </p:spPr>
        <p:txBody>
          <a:bodyPr wrap="square">
            <a:spAutoFit/>
          </a:bodyPr>
          <a:lstStyle/>
          <a:p>
            <a:r>
              <a:rPr lang="en-AU" sz="3200" b="1" dirty="0"/>
              <a:t>Solving Systems by Graphing – Extra support</a:t>
            </a:r>
          </a:p>
          <a:p>
            <a:r>
              <a:rPr lang="en-AU" b="1" dirty="0">
                <a:hlinkClick r:id="rId3"/>
              </a:rPr>
              <a:t>https://www.youtube.com/watch?v=cuNpXve18Pc</a:t>
            </a:r>
            <a:endParaRPr lang="en-AU" b="1" dirty="0"/>
          </a:p>
          <a:p>
            <a:endParaRPr lang="en-AU" b="1" dirty="0"/>
          </a:p>
          <a:p>
            <a:endParaRPr lang="en-AU" b="1" dirty="0"/>
          </a:p>
          <a:p>
            <a:endParaRPr lang="en-AU" b="1" dirty="0"/>
          </a:p>
          <a:p>
            <a:endParaRPr lang="en-AU" b="1" dirty="0"/>
          </a:p>
          <a:p>
            <a:endParaRPr lang="en-AU" b="1" dirty="0"/>
          </a:p>
          <a:p>
            <a:r>
              <a:rPr lang="en-AU" b="1" dirty="0"/>
              <a:t> </a:t>
            </a:r>
            <a:endParaRPr lang="en-AU" dirty="0"/>
          </a:p>
        </p:txBody>
      </p:sp>
    </p:spTree>
    <p:extLst>
      <p:ext uri="{BB962C8B-B14F-4D97-AF65-F5344CB8AC3E}">
        <p14:creationId xmlns:p14="http://schemas.microsoft.com/office/powerpoint/2010/main" val="314672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4698</TotalTime>
  <Words>325</Words>
  <Application>Microsoft Office PowerPoint</Application>
  <PresentationFormat>On-screen Show (4:3)</PresentationFormat>
  <Paragraphs>93</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 Math</vt:lpstr>
      <vt:lpstr>Office Theme</vt:lpstr>
      <vt:lpstr>Yr 10 Week 7</vt:lpstr>
      <vt:lpstr>Hook Algebra Aerobics </vt:lpstr>
      <vt:lpstr>Lesson objective</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set</dc:title>
  <dc:creator>MORGAN Adam</dc:creator>
  <cp:lastModifiedBy>e4081860</cp:lastModifiedBy>
  <cp:revision>34</cp:revision>
  <dcterms:created xsi:type="dcterms:W3CDTF">2016-10-20T03:14:06Z</dcterms:created>
  <dcterms:modified xsi:type="dcterms:W3CDTF">2017-03-14T08:36:35Z</dcterms:modified>
</cp:coreProperties>
</file>