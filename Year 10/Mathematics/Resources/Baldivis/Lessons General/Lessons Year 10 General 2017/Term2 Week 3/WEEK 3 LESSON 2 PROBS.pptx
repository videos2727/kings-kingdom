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63" r:id="rId3"/>
    <p:sldId id="264" r:id="rId4"/>
    <p:sldId id="257" r:id="rId5"/>
    <p:sldId id="258" r:id="rId6"/>
    <p:sldId id="260" r:id="rId7"/>
    <p:sldId id="266" r:id="rId8"/>
    <p:sldId id="262" r:id="rId9"/>
    <p:sldId id="267" r:id="rId10"/>
    <p:sldId id="268" r:id="rId11"/>
    <p:sldId id="265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Lets get ready Year 10’s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Bag to the front </a:t>
            </a:r>
          </a:p>
          <a:p>
            <a:r>
              <a:rPr lang="en-AU" dirty="0"/>
              <a:t>Equipment out (pencil, book, calculator, ruler)</a:t>
            </a:r>
          </a:p>
          <a:p>
            <a:r>
              <a:rPr lang="en-AU" dirty="0"/>
              <a:t>Sitting in your assigned seat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712" y="3320052"/>
            <a:ext cx="3101504" cy="326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7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Mental set</a:t>
            </a:r>
            <a:br>
              <a:rPr lang="en-AU" dirty="0"/>
            </a:br>
            <a:r>
              <a:rPr lang="en-AU" dirty="0"/>
              <a:t>On the left hand side please!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n-AU" dirty="0"/>
              <a:t> 6x13 =</a:t>
            </a:r>
          </a:p>
          <a:p>
            <a:pPr marL="0" indent="0">
              <a:buNone/>
            </a:pPr>
            <a:r>
              <a:rPr lang="en-AU" dirty="0"/>
              <a:t>2.    53+68 =</a:t>
            </a:r>
          </a:p>
          <a:p>
            <a:pPr marL="0" indent="0">
              <a:buNone/>
            </a:pPr>
            <a:r>
              <a:rPr lang="en-AU" dirty="0"/>
              <a:t>3.    61-47= </a:t>
            </a:r>
          </a:p>
          <a:p>
            <a:pPr marL="0" indent="0">
              <a:buNone/>
            </a:pPr>
            <a:r>
              <a:rPr lang="en-AU" dirty="0"/>
              <a:t>4.    31-53=</a:t>
            </a:r>
          </a:p>
          <a:p>
            <a:pPr marL="0" indent="0">
              <a:buNone/>
            </a:pPr>
            <a:r>
              <a:rPr lang="en-AU" dirty="0"/>
              <a:t>5.    4cm x 3cm x 5cm =</a:t>
            </a:r>
          </a:p>
          <a:p>
            <a:pPr marL="0" indent="0">
              <a:buNone/>
            </a:pPr>
            <a:r>
              <a:rPr lang="en-AU" dirty="0"/>
              <a:t>6.    6m x 2m x 200cm =</a:t>
            </a:r>
          </a:p>
          <a:p>
            <a:pPr marL="0" indent="0">
              <a:buNone/>
            </a:pPr>
            <a:r>
              <a:rPr lang="en-AU" dirty="0"/>
              <a:t>7.    100cm x 3000mm x 2m =</a:t>
            </a:r>
          </a:p>
          <a:p>
            <a:pPr marL="0" indent="0">
              <a:buNone/>
            </a:pPr>
            <a:r>
              <a:rPr lang="en-AU" dirty="0"/>
              <a:t>8.     0.5 x 2m x 3m x 8m =</a:t>
            </a:r>
          </a:p>
          <a:p>
            <a:pPr marL="514350" indent="-514350">
              <a:buAutoNum type="arabicPeriod" startAt="9"/>
            </a:pPr>
            <a:r>
              <a:rPr lang="en-AU" dirty="0"/>
              <a:t>What is the probability that Mr Morgan is taller then 6 foot? </a:t>
            </a:r>
          </a:p>
          <a:p>
            <a:pPr marL="0" indent="0">
              <a:buNone/>
            </a:pPr>
            <a:r>
              <a:rPr lang="en-AU" dirty="0"/>
              <a:t>10.   What is the Probability of the Geelong Cats winning the Premiership?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562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I calculate probability of a single event?  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Calculate the probability of a single event.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Class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Left hand side….</a:t>
            </a:r>
          </a:p>
          <a:p>
            <a:pPr marL="0" indent="0">
              <a:buNone/>
            </a:pPr>
            <a:r>
              <a:rPr lang="en-AU" dirty="0"/>
              <a:t>As a class create a list of words/ phases that relate to the probability of something happening/ not happening? Here are a few to get you started.</a:t>
            </a:r>
          </a:p>
          <a:p>
            <a:pPr marL="0" indent="0">
              <a:buNone/>
            </a:pPr>
            <a:r>
              <a:rPr lang="en-AU" dirty="0"/>
              <a:t>Buckley's chance</a:t>
            </a:r>
          </a:p>
          <a:p>
            <a:pPr marL="0" indent="0">
              <a:buNone/>
            </a:pPr>
            <a:r>
              <a:rPr lang="en-AU" dirty="0"/>
              <a:t>Dead set certain</a:t>
            </a:r>
          </a:p>
          <a:p>
            <a:pPr marL="0" indent="0">
              <a:buNone/>
            </a:pPr>
            <a:r>
              <a:rPr lang="en-AU" dirty="0"/>
              <a:t>Possible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16632"/>
            <a:ext cx="1741736" cy="19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59420" y="195900"/>
            <a:ext cx="437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800" dirty="0"/>
              <a:t>Probability of a single event?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33" y="1088452"/>
            <a:ext cx="7358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probability of a single event?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503" y="2098039"/>
            <a:ext cx="237626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Probability Formula</a:t>
            </a:r>
          </a:p>
          <a:p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What is probability</a:t>
            </a:r>
          </a:p>
          <a:p>
            <a:endParaRPr lang="en-AU" sz="1600" dirty="0"/>
          </a:p>
          <a:p>
            <a:endParaRPr lang="en-AU" sz="1600" dirty="0"/>
          </a:p>
          <a:p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What is theoretical       </a:t>
            </a:r>
          </a:p>
          <a:p>
            <a:r>
              <a:rPr lang="en-AU" sz="1600" dirty="0"/>
              <a:t>Probability?</a:t>
            </a:r>
          </a:p>
          <a:p>
            <a:endParaRPr lang="en-AU" sz="1600" dirty="0"/>
          </a:p>
          <a:p>
            <a:r>
              <a:rPr lang="en-AU" sz="1600" dirty="0"/>
              <a:t>What is Experimental</a:t>
            </a:r>
          </a:p>
          <a:p>
            <a:r>
              <a:rPr lang="en-AU" sz="1600" dirty="0"/>
              <a:t>Probability?</a:t>
            </a:r>
          </a:p>
          <a:p>
            <a:endParaRPr lang="en-AU" sz="1600" dirty="0"/>
          </a:p>
          <a:p>
            <a:endParaRPr lang="en-AU" dirty="0"/>
          </a:p>
          <a:p>
            <a:r>
              <a:rPr lang="en-AU" dirty="0"/>
              <a:t>The difference between theoretical and experimental?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5878" y="2129582"/>
            <a:ext cx="482453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Probability = </a:t>
            </a:r>
            <a:r>
              <a:rPr lang="en-AU" sz="1600" u="sng" dirty="0"/>
              <a:t>Number of possible outcomes</a:t>
            </a:r>
          </a:p>
          <a:p>
            <a:r>
              <a:rPr lang="en-AU" sz="1600" dirty="0"/>
              <a:t>                           Total number of outcomes</a:t>
            </a:r>
          </a:p>
          <a:p>
            <a:endParaRPr lang="en-AU" sz="1600" dirty="0"/>
          </a:p>
          <a:p>
            <a:r>
              <a:rPr lang="en-AU" sz="1600" dirty="0"/>
              <a:t>How likely something is to happen/not happen.</a:t>
            </a:r>
          </a:p>
          <a:p>
            <a:r>
              <a:rPr lang="en-AU" sz="1600" dirty="0"/>
              <a:t>Many events can't be predicted with total certainty. The best we can say is how likely they are to happen.</a:t>
            </a:r>
          </a:p>
          <a:p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Theoretical probability is the probability of an event when all outcomes are equally likely.</a:t>
            </a:r>
          </a:p>
          <a:p>
            <a:endParaRPr lang="en-AU" sz="1600" b="1" dirty="0"/>
          </a:p>
          <a:p>
            <a:r>
              <a:rPr lang="en-AU" sz="1600" dirty="0"/>
              <a:t>Experimental probability is the ratio of the number of times an event occurs to the total number of trials or times the activity is performed.</a:t>
            </a:r>
          </a:p>
          <a:p>
            <a:endParaRPr lang="en-AU" sz="1600" dirty="0"/>
          </a:p>
          <a:p>
            <a:r>
              <a:rPr lang="en-AU" dirty="0"/>
              <a:t>Experimental probability is the probability determined in practice. Theoretical probability is the probability that should happen by the book.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374" y="1268760"/>
            <a:ext cx="626599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Probability = </a:t>
            </a:r>
            <a:r>
              <a:rPr lang="en-AU" u="sng" dirty="0"/>
              <a:t>Number of possible outcomes</a:t>
            </a:r>
          </a:p>
          <a:p>
            <a:r>
              <a:rPr lang="en-AU" dirty="0"/>
              <a:t>                           Total number of outcomes</a:t>
            </a:r>
          </a:p>
          <a:p>
            <a:pPr marL="342900" indent="-342900">
              <a:buAutoNum type="arabicPeriod"/>
            </a:pP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What is the probability of someone rolling a even number on a six sided die?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What is the probability of someone rolling a 5 on a six sided die?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What is the probability of flipping a coin and getting a tail?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Explain if your answers would change if you did experimental probability?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400" dirty="0"/>
              <a:t>Mrs Miller offers Mr Morgan her bag of skittles. In this bag are the following skittles 6 green , 5 yellow, 3 red, 8 purple and 4 orange. </a:t>
            </a:r>
          </a:p>
          <a:p>
            <a:r>
              <a:rPr lang="en-AU" sz="2400" dirty="0"/>
              <a:t>What is the probability Mr Morgan picks a red skittle?</a:t>
            </a:r>
          </a:p>
          <a:p>
            <a:endParaRPr lang="en-AU" sz="2400" dirty="0"/>
          </a:p>
          <a:p>
            <a:r>
              <a:rPr lang="en-AU" sz="2400" dirty="0"/>
              <a:t>Probability of picking a green or purple skittle?</a:t>
            </a:r>
          </a:p>
          <a:p>
            <a:endParaRPr lang="en-AU" sz="2400" dirty="0"/>
          </a:p>
          <a:p>
            <a:r>
              <a:rPr lang="en-AU" sz="2400" dirty="0"/>
              <a:t>Probability of </a:t>
            </a:r>
            <a:r>
              <a:rPr lang="en-AU" sz="2400" b="1" dirty="0"/>
              <a:t>not</a:t>
            </a:r>
            <a:r>
              <a:rPr lang="en-AU" sz="2400" dirty="0"/>
              <a:t> picking a yellow skittle?</a:t>
            </a:r>
          </a:p>
          <a:p>
            <a:endParaRPr lang="en-AU" sz="2400" dirty="0"/>
          </a:p>
          <a:p>
            <a:r>
              <a:rPr lang="en-AU" sz="2400" dirty="0"/>
              <a:t>Probability of picking anything but an orange skittle?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Practise Time </a:t>
            </a:r>
            <a:br>
              <a:rPr lang="en-AU" dirty="0"/>
            </a:br>
            <a:r>
              <a:rPr lang="en-AU" dirty="0"/>
              <a:t>Lets see what you can do.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31100" t="14427" r="31888" b="37394"/>
          <a:stretch/>
        </p:blipFill>
        <p:spPr>
          <a:xfrm>
            <a:off x="-16450" y="764704"/>
            <a:ext cx="9160450" cy="609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22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1215" t="32452" r="32110" b="24591"/>
          <a:stretch/>
        </p:blipFill>
        <p:spPr>
          <a:xfrm>
            <a:off x="0" y="0"/>
            <a:ext cx="9144000" cy="674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08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Thumbs up, down or sideways Checking for Competency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Thumbs up – I got it, this makes sense. I'm the bomb.com.</a:t>
            </a:r>
          </a:p>
          <a:p>
            <a:pPr marL="0" indent="0">
              <a:buNone/>
            </a:pPr>
            <a:r>
              <a:rPr lang="en-AU" dirty="0"/>
              <a:t>Thumbs sideways –I need a little more practise before I'm ‘</a:t>
            </a:r>
            <a:r>
              <a:rPr lang="en-AU" dirty="0" err="1"/>
              <a:t>rockin</a:t>
            </a:r>
            <a:r>
              <a:rPr lang="en-AU" dirty="0"/>
              <a:t>’ this.</a:t>
            </a:r>
          </a:p>
          <a:p>
            <a:pPr marL="0" indent="0">
              <a:buNone/>
            </a:pPr>
            <a:r>
              <a:rPr lang="en-AU" dirty="0"/>
              <a:t> Thumbs down – I still don’t quite understand probability I need a little more help.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Tutoring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497" y="1628800"/>
            <a:ext cx="8229600" cy="5229200"/>
          </a:xfrm>
        </p:spPr>
        <p:txBody>
          <a:bodyPr/>
          <a:lstStyle/>
          <a:p>
            <a:pPr algn="ctr"/>
            <a:r>
              <a:rPr lang="en-AU" dirty="0"/>
              <a:t>Every Thursday afterschool be there or be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2204864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46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Thankyou and have a Wonderful Day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628800"/>
            <a:ext cx="6768752" cy="3744416"/>
          </a:xfrm>
        </p:spPr>
      </p:pic>
      <p:sp>
        <p:nvSpPr>
          <p:cNvPr id="6" name="TextBox 5"/>
          <p:cNvSpPr txBox="1"/>
          <p:nvPr/>
        </p:nvSpPr>
        <p:spPr>
          <a:xfrm>
            <a:off x="2123728" y="5661248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Trivia Question – Name that movie? </a:t>
            </a:r>
          </a:p>
        </p:txBody>
      </p:sp>
    </p:spTree>
    <p:extLst>
      <p:ext uri="{BB962C8B-B14F-4D97-AF65-F5344CB8AC3E}">
        <p14:creationId xmlns:p14="http://schemas.microsoft.com/office/powerpoint/2010/main" val="3975275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581</Words>
  <Application>Microsoft Office PowerPoint</Application>
  <PresentationFormat>On-screen Show (4:3)</PresentationFormat>
  <Paragraphs>112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Lets get ready Year 10’s</vt:lpstr>
      <vt:lpstr>Mental set On the left hand side please!</vt:lpstr>
      <vt:lpstr>PowerPoint Presentation</vt:lpstr>
      <vt:lpstr>Lesson objective</vt:lpstr>
      <vt:lpstr>Class </vt:lpstr>
      <vt:lpstr>PowerPoint Presentation</vt:lpstr>
      <vt:lpstr>PowerPoint Presentation</vt:lpstr>
      <vt:lpstr>Activity</vt:lpstr>
      <vt:lpstr>Practise Time  Lets see what you can do.</vt:lpstr>
      <vt:lpstr>PowerPoint Presentation</vt:lpstr>
      <vt:lpstr>Thumbs up, down or sideways Checking for Competency</vt:lpstr>
      <vt:lpstr>Tutoring </vt:lpstr>
      <vt:lpstr>Thankyou and have a Wonderful Day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e4081860</cp:lastModifiedBy>
  <cp:revision>23</cp:revision>
  <dcterms:created xsi:type="dcterms:W3CDTF">2016-10-20T03:14:06Z</dcterms:created>
  <dcterms:modified xsi:type="dcterms:W3CDTF">2017-05-07T12:34:05Z</dcterms:modified>
</cp:coreProperties>
</file>