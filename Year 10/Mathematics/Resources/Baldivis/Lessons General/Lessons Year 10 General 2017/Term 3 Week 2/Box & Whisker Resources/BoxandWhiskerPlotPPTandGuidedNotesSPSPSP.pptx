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6" r:id="rId1"/>
    <p:sldMasterId id="2147483948" r:id="rId2"/>
  </p:sldMasterIdLst>
  <p:notesMasterIdLst>
    <p:notesMasterId r:id="rId27"/>
  </p:notesMasterIdLst>
  <p:handoutMasterIdLst>
    <p:handoutMasterId r:id="rId28"/>
  </p:handoutMasterIdLst>
  <p:sldIdLst>
    <p:sldId id="580" r:id="rId3"/>
    <p:sldId id="581" r:id="rId4"/>
    <p:sldId id="571" r:id="rId5"/>
    <p:sldId id="572" r:id="rId6"/>
    <p:sldId id="573" r:id="rId7"/>
    <p:sldId id="574" r:id="rId8"/>
    <p:sldId id="460" r:id="rId9"/>
    <p:sldId id="462" r:id="rId10"/>
    <p:sldId id="552" r:id="rId11"/>
    <p:sldId id="553" r:id="rId12"/>
    <p:sldId id="554" r:id="rId13"/>
    <p:sldId id="555" r:id="rId14"/>
    <p:sldId id="565" r:id="rId15"/>
    <p:sldId id="566" r:id="rId16"/>
    <p:sldId id="556" r:id="rId17"/>
    <p:sldId id="557" r:id="rId18"/>
    <p:sldId id="558" r:id="rId19"/>
    <p:sldId id="559" r:id="rId20"/>
    <p:sldId id="560" r:id="rId21"/>
    <p:sldId id="568" r:id="rId22"/>
    <p:sldId id="578" r:id="rId23"/>
    <p:sldId id="569" r:id="rId24"/>
    <p:sldId id="576" r:id="rId25"/>
    <p:sldId id="577" r:id="rId26"/>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956" autoAdjust="0"/>
    <p:restoredTop sz="85066" autoAdjust="0"/>
  </p:normalViewPr>
  <p:slideViewPr>
    <p:cSldViewPr>
      <p:cViewPr>
        <p:scale>
          <a:sx n="70" d="100"/>
          <a:sy n="70" d="100"/>
        </p:scale>
        <p:origin x="-1854" y="-2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B723BEC1-156B-4011-BD41-1CA1CB739F83}" type="datetimeFigureOut">
              <a:rPr lang="en-US" smtClean="0"/>
              <a:pPr/>
              <a:t>11/3/2014</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0E85D183-82C5-4128-B2ED-7BF01359798E}" type="slidenum">
              <a:rPr lang="en-US" smtClean="0"/>
              <a:pPr/>
              <a:t>‹#›</a:t>
            </a:fld>
            <a:endParaRPr lang="en-US"/>
          </a:p>
        </p:txBody>
      </p:sp>
    </p:spTree>
    <p:extLst>
      <p:ext uri="{BB962C8B-B14F-4D97-AF65-F5344CB8AC3E}">
        <p14:creationId xmlns:p14="http://schemas.microsoft.com/office/powerpoint/2010/main" val="15764277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pPr>
              <a:defRPr/>
            </a:pPr>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pPr>
              <a:defRPr/>
            </a:pPr>
            <a:fld id="{370EB049-F5F3-4796-B5F1-BCD8A39B5C43}" type="datetimeFigureOut">
              <a:rPr lang="en-US"/>
              <a:pPr>
                <a:defRPr/>
              </a:pPr>
              <a:t>11/3/2014</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US" noProof="0" smtClean="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pPr>
              <a:defRPr/>
            </a:pPr>
            <a:fld id="{879444B8-9358-4954-8654-60680C6A5293}" type="slidenum">
              <a:rPr lang="en-US"/>
              <a:pPr>
                <a:defRPr/>
              </a:pPr>
              <a:t>‹#›</a:t>
            </a:fld>
            <a:endParaRPr lang="en-US"/>
          </a:p>
        </p:txBody>
      </p:sp>
    </p:spTree>
    <p:extLst>
      <p:ext uri="{BB962C8B-B14F-4D97-AF65-F5344CB8AC3E}">
        <p14:creationId xmlns:p14="http://schemas.microsoft.com/office/powerpoint/2010/main" val="35486176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guided notes</a:t>
            </a:r>
            <a:r>
              <a:rPr lang="en-US" baseline="0" dirty="0" smtClean="0"/>
              <a:t> to go with PPT, page 1</a:t>
            </a:r>
            <a:endParaRPr lang="en-US" dirty="0"/>
          </a:p>
        </p:txBody>
      </p:sp>
      <p:sp>
        <p:nvSpPr>
          <p:cNvPr id="4" name="Slide Number Placeholder 3"/>
          <p:cNvSpPr>
            <a:spLocks noGrp="1"/>
          </p:cNvSpPr>
          <p:nvPr>
            <p:ph type="sldNum" sz="quarter" idx="10"/>
          </p:nvPr>
        </p:nvSpPr>
        <p:spPr/>
        <p:txBody>
          <a:bodyPr/>
          <a:lstStyle/>
          <a:p>
            <a:pPr>
              <a:defRPr/>
            </a:pPr>
            <a:fld id="{879444B8-9358-4954-8654-60680C6A5293}" type="slidenum">
              <a:rPr lang="en-US" smtClean="0"/>
              <a:pPr>
                <a:defRPr/>
              </a:pPr>
              <a:t>3</a:t>
            </a:fld>
            <a:endParaRPr lang="en-US"/>
          </a:p>
        </p:txBody>
      </p:sp>
    </p:spTree>
    <p:extLst>
      <p:ext uri="{BB962C8B-B14F-4D97-AF65-F5344CB8AC3E}">
        <p14:creationId xmlns:p14="http://schemas.microsoft.com/office/powerpoint/2010/main" val="24929833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guided notes to go with PPT, page 2</a:t>
            </a:r>
            <a:endParaRPr lang="en-US" dirty="0"/>
          </a:p>
        </p:txBody>
      </p:sp>
      <p:sp>
        <p:nvSpPr>
          <p:cNvPr id="4" name="Slide Number Placeholder 3"/>
          <p:cNvSpPr>
            <a:spLocks noGrp="1"/>
          </p:cNvSpPr>
          <p:nvPr>
            <p:ph type="sldNum" sz="quarter" idx="10"/>
          </p:nvPr>
        </p:nvSpPr>
        <p:spPr/>
        <p:txBody>
          <a:bodyPr/>
          <a:lstStyle/>
          <a:p>
            <a:pPr>
              <a:defRPr/>
            </a:pPr>
            <a:fld id="{879444B8-9358-4954-8654-60680C6A5293}" type="slidenum">
              <a:rPr lang="en-US" smtClean="0"/>
              <a:pPr>
                <a:defRPr/>
              </a:pPr>
              <a:t>4</a:t>
            </a:fld>
            <a:endParaRPr lang="en-US"/>
          </a:p>
        </p:txBody>
      </p:sp>
    </p:spTree>
    <p:extLst>
      <p:ext uri="{BB962C8B-B14F-4D97-AF65-F5344CB8AC3E}">
        <p14:creationId xmlns:p14="http://schemas.microsoft.com/office/powerpoint/2010/main" val="771038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answer key page 1</a:t>
            </a:r>
            <a:endParaRPr lang="en-US" dirty="0"/>
          </a:p>
        </p:txBody>
      </p:sp>
      <p:sp>
        <p:nvSpPr>
          <p:cNvPr id="4" name="Slide Number Placeholder 3"/>
          <p:cNvSpPr>
            <a:spLocks noGrp="1"/>
          </p:cNvSpPr>
          <p:nvPr>
            <p:ph type="sldNum" sz="quarter" idx="10"/>
          </p:nvPr>
        </p:nvSpPr>
        <p:spPr/>
        <p:txBody>
          <a:bodyPr/>
          <a:lstStyle/>
          <a:p>
            <a:pPr>
              <a:defRPr/>
            </a:pPr>
            <a:fld id="{879444B8-9358-4954-8654-60680C6A5293}" type="slidenum">
              <a:rPr lang="en-US" smtClean="0"/>
              <a:pPr>
                <a:defRPr/>
              </a:pPr>
              <a:t>5</a:t>
            </a:fld>
            <a:endParaRPr lang="en-US"/>
          </a:p>
        </p:txBody>
      </p:sp>
    </p:spTree>
    <p:extLst>
      <p:ext uri="{BB962C8B-B14F-4D97-AF65-F5344CB8AC3E}">
        <p14:creationId xmlns:p14="http://schemas.microsoft.com/office/powerpoint/2010/main" val="31729254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answer</a:t>
            </a:r>
            <a:r>
              <a:rPr lang="en-US" baseline="0" dirty="0" smtClean="0"/>
              <a:t> key page 2</a:t>
            </a:r>
            <a:endParaRPr lang="en-US" dirty="0"/>
          </a:p>
        </p:txBody>
      </p:sp>
      <p:sp>
        <p:nvSpPr>
          <p:cNvPr id="4" name="Slide Number Placeholder 3"/>
          <p:cNvSpPr>
            <a:spLocks noGrp="1"/>
          </p:cNvSpPr>
          <p:nvPr>
            <p:ph type="sldNum" sz="quarter" idx="10"/>
          </p:nvPr>
        </p:nvSpPr>
        <p:spPr/>
        <p:txBody>
          <a:bodyPr/>
          <a:lstStyle/>
          <a:p>
            <a:pPr>
              <a:defRPr/>
            </a:pPr>
            <a:fld id="{879444B8-9358-4954-8654-60680C6A5293}" type="slidenum">
              <a:rPr lang="en-US" smtClean="0"/>
              <a:pPr>
                <a:defRPr/>
              </a:pPr>
              <a:t>6</a:t>
            </a:fld>
            <a:endParaRPr lang="en-US"/>
          </a:p>
        </p:txBody>
      </p:sp>
    </p:spTree>
    <p:extLst>
      <p:ext uri="{BB962C8B-B14F-4D97-AF65-F5344CB8AC3E}">
        <p14:creationId xmlns:p14="http://schemas.microsoft.com/office/powerpoint/2010/main" val="29427252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Note: If you have an even number of values, so the first median was the average of the two middle values, then you include the middle values in your sub-median computations. If you have an odd number of values, so the first median was an actual data point, then you do not include that value in your sub-median computations. That is, to find the sub-medians, you're only looking at the values that haven't yet been used.</a:t>
            </a:r>
            <a:endParaRPr lang="en-US" dirty="0"/>
          </a:p>
        </p:txBody>
      </p:sp>
      <p:sp>
        <p:nvSpPr>
          <p:cNvPr id="4" name="Slide Number Placeholder 3"/>
          <p:cNvSpPr>
            <a:spLocks noGrp="1"/>
          </p:cNvSpPr>
          <p:nvPr>
            <p:ph type="sldNum" sz="quarter" idx="10"/>
          </p:nvPr>
        </p:nvSpPr>
        <p:spPr/>
        <p:txBody>
          <a:bodyPr/>
          <a:lstStyle/>
          <a:p>
            <a:pPr>
              <a:defRPr/>
            </a:pPr>
            <a:fld id="{879444B8-9358-4954-8654-60680C6A5293}" type="slidenum">
              <a:rPr lang="en-US" smtClean="0"/>
              <a:pPr>
                <a:defRPr/>
              </a:pPr>
              <a:t>12</a:t>
            </a:fld>
            <a:endParaRPr lang="en-US"/>
          </a:p>
        </p:txBody>
      </p:sp>
    </p:spTree>
    <p:extLst>
      <p:ext uri="{BB962C8B-B14F-4D97-AF65-F5344CB8AC3E}">
        <p14:creationId xmlns:p14="http://schemas.microsoft.com/office/powerpoint/2010/main" val="1407502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Note: If you have an even number of values, so the first median was the average of the two middle values, then you include the middle values in your sub-median computations. If you have an odd number of values, so the first median was an actual data point, then you do not include that value in your sub-median computations. </a:t>
            </a:r>
            <a:r>
              <a:rPr lang="en-US" sz="1200" kern="1200" smtClean="0">
                <a:solidFill>
                  <a:schemeClr val="tx1"/>
                </a:solidFill>
                <a:latin typeface="+mn-lt"/>
                <a:ea typeface="+mn-ea"/>
                <a:cs typeface="+mn-cs"/>
              </a:rPr>
              <a:t>That is, to find the sub-medians, you're only looking at the values that haven't yet been used.</a:t>
            </a:r>
            <a:endParaRPr lang="en-US"/>
          </a:p>
        </p:txBody>
      </p:sp>
      <p:sp>
        <p:nvSpPr>
          <p:cNvPr id="4" name="Slide Number Placeholder 3"/>
          <p:cNvSpPr>
            <a:spLocks noGrp="1"/>
          </p:cNvSpPr>
          <p:nvPr>
            <p:ph type="sldNum" sz="quarter" idx="10"/>
          </p:nvPr>
        </p:nvSpPr>
        <p:spPr/>
        <p:txBody>
          <a:bodyPr/>
          <a:lstStyle/>
          <a:p>
            <a:pPr>
              <a:defRPr/>
            </a:pPr>
            <a:fld id="{879444B8-9358-4954-8654-60680C6A5293}" type="slidenum">
              <a:rPr lang="en-US" smtClean="0"/>
              <a:pPr>
                <a:defRPr/>
              </a:pPr>
              <a:t>13</a:t>
            </a:fld>
            <a:endParaRPr lang="en-US"/>
          </a:p>
        </p:txBody>
      </p:sp>
    </p:spTree>
    <p:extLst>
      <p:ext uri="{BB962C8B-B14F-4D97-AF65-F5344CB8AC3E}">
        <p14:creationId xmlns:p14="http://schemas.microsoft.com/office/powerpoint/2010/main" val="1407502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latin typeface="+mn-lt"/>
                <a:ea typeface="+mn-ea"/>
                <a:cs typeface="+mn-cs"/>
              </a:rPr>
              <a:t>Note: If you have an even number of values, so the first median was the average of the two middle values, then you include the middle values in your sub-median computations. If you have an odd number of values, so the first median was an actual data point, then you do not include that value in your sub-median computations. That is, to find the sub-medians, you're only looking at the values that haven't yet been used.</a:t>
            </a:r>
            <a:endParaRPr lang="en-US" dirty="0"/>
          </a:p>
        </p:txBody>
      </p:sp>
      <p:sp>
        <p:nvSpPr>
          <p:cNvPr id="4" name="Slide Number Placeholder 3"/>
          <p:cNvSpPr>
            <a:spLocks noGrp="1"/>
          </p:cNvSpPr>
          <p:nvPr>
            <p:ph type="sldNum" sz="quarter" idx="10"/>
          </p:nvPr>
        </p:nvSpPr>
        <p:spPr/>
        <p:txBody>
          <a:bodyPr/>
          <a:lstStyle/>
          <a:p>
            <a:pPr>
              <a:defRPr/>
            </a:pPr>
            <a:fld id="{879444B8-9358-4954-8654-60680C6A5293}" type="slidenum">
              <a:rPr lang="en-US" smtClean="0"/>
              <a:pPr>
                <a:defRPr/>
              </a:pPr>
              <a:t>14</a:t>
            </a:fld>
            <a:endParaRPr lang="en-US"/>
          </a:p>
        </p:txBody>
      </p:sp>
    </p:spTree>
    <p:extLst>
      <p:ext uri="{BB962C8B-B14F-4D97-AF65-F5344CB8AC3E}">
        <p14:creationId xmlns:p14="http://schemas.microsoft.com/office/powerpoint/2010/main" val="14075024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879444B8-9358-4954-8654-60680C6A5293}" type="slidenum">
              <a:rPr lang="en-US" smtClean="0"/>
              <a:pPr>
                <a:defRPr/>
              </a:pPr>
              <a:t>15</a:t>
            </a:fld>
            <a:endParaRPr lang="en-US"/>
          </a:p>
        </p:txBody>
      </p:sp>
    </p:spTree>
    <p:extLst>
      <p:ext uri="{BB962C8B-B14F-4D97-AF65-F5344CB8AC3E}">
        <p14:creationId xmlns:p14="http://schemas.microsoft.com/office/powerpoint/2010/main" val="41637966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6041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defTabSz="455613" eaLnBrk="0" fontAlgn="base" hangingPunct="0">
              <a:spcBef>
                <a:spcPct val="30000"/>
              </a:spcBef>
              <a:spcAft>
                <a:spcPct val="0"/>
              </a:spcAft>
              <a:defRPr sz="1200">
                <a:solidFill>
                  <a:schemeClr val="tx1"/>
                </a:solidFill>
                <a:latin typeface="Calibri" pitchFamily="34" charset="0"/>
              </a:defRPr>
            </a:lvl6pPr>
            <a:lvl7pPr marL="2971800" indent="-228600" defTabSz="455613" eaLnBrk="0" fontAlgn="base" hangingPunct="0">
              <a:spcBef>
                <a:spcPct val="30000"/>
              </a:spcBef>
              <a:spcAft>
                <a:spcPct val="0"/>
              </a:spcAft>
              <a:defRPr sz="1200">
                <a:solidFill>
                  <a:schemeClr val="tx1"/>
                </a:solidFill>
                <a:latin typeface="Calibri" pitchFamily="34" charset="0"/>
              </a:defRPr>
            </a:lvl7pPr>
            <a:lvl8pPr marL="3429000" indent="-228600" defTabSz="455613" eaLnBrk="0" fontAlgn="base" hangingPunct="0">
              <a:spcBef>
                <a:spcPct val="30000"/>
              </a:spcBef>
              <a:spcAft>
                <a:spcPct val="0"/>
              </a:spcAft>
              <a:defRPr sz="1200">
                <a:solidFill>
                  <a:schemeClr val="tx1"/>
                </a:solidFill>
                <a:latin typeface="Calibri" pitchFamily="34" charset="0"/>
              </a:defRPr>
            </a:lvl8pPr>
            <a:lvl9pPr marL="3886200" indent="-228600" defTabSz="455613" eaLnBrk="0" fontAlgn="base" hangingPunct="0">
              <a:spcBef>
                <a:spcPct val="30000"/>
              </a:spcBef>
              <a:spcAft>
                <a:spcPct val="0"/>
              </a:spcAft>
              <a:defRPr sz="1200">
                <a:solidFill>
                  <a:schemeClr val="tx1"/>
                </a:solidFill>
                <a:latin typeface="Calibri" pitchFamily="34" charset="0"/>
              </a:defRPr>
            </a:lvl9pPr>
          </a:lstStyle>
          <a:p>
            <a:pPr defTabSz="455613" eaLnBrk="1" hangingPunct="1">
              <a:spcBef>
                <a:spcPct val="0"/>
              </a:spcBef>
            </a:pPr>
            <a:fld id="{F5383088-F3BF-43FB-876E-22D21CB9147F}" type="slidenum">
              <a:rPr lang="en-US" altLang="en-US" smtClean="0">
                <a:latin typeface="Arial" pitchFamily="34" charset="0"/>
              </a:rPr>
              <a:pPr defTabSz="455613" eaLnBrk="1" hangingPunct="1">
                <a:spcBef>
                  <a:spcPct val="0"/>
                </a:spcBef>
              </a:pPr>
              <a:t>23</a:t>
            </a:fld>
            <a:endParaRPr lang="en-US" altLang="en-US" smtClean="0">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7010400" y="2052960"/>
            <a:ext cx="1981200" cy="1828800"/>
          </a:xfrm>
        </p:spPr>
        <p:txBody>
          <a:bodyPr anchor="ctr">
            <a:normAutofit/>
          </a:bodyPr>
          <a:lstStyle>
            <a:lvl1pPr marL="0" indent="0" algn="l">
              <a:buNone/>
              <a:defRPr sz="19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0" name="Date Placeholder 9"/>
          <p:cNvSpPr>
            <a:spLocks noGrp="1"/>
          </p:cNvSpPr>
          <p:nvPr>
            <p:ph type="dt" sz="half" idx="10"/>
          </p:nvPr>
        </p:nvSpPr>
        <p:spPr/>
        <p:txBody>
          <a:bodyPr/>
          <a:lstStyle>
            <a:lvl1pPr>
              <a:defRPr>
                <a:solidFill>
                  <a:schemeClr val="bg2"/>
                </a:solidFill>
              </a:defRPr>
            </a:lvl1pPr>
          </a:lstStyle>
          <a:p>
            <a:pPr>
              <a:defRPr/>
            </a:pPr>
            <a:fld id="{A23896A8-2FD5-4FA3-91E2-EABF550EB667}" type="datetimeFigureOut">
              <a:rPr lang="en-US" smtClean="0"/>
              <a:pPr>
                <a:defRPr/>
              </a:pPr>
              <a:t>11/3/2014</a:t>
            </a:fld>
            <a:endParaRPr lang="en-US"/>
          </a:p>
        </p:txBody>
      </p:sp>
      <p:sp>
        <p:nvSpPr>
          <p:cNvPr id="11" name="Slide Number Placeholder 10"/>
          <p:cNvSpPr>
            <a:spLocks noGrp="1"/>
          </p:cNvSpPr>
          <p:nvPr>
            <p:ph type="sldNum" sz="quarter" idx="11"/>
          </p:nvPr>
        </p:nvSpPr>
        <p:spPr/>
        <p:txBody>
          <a:bodyPr/>
          <a:lstStyle>
            <a:lvl1pPr>
              <a:defRPr>
                <a:solidFill>
                  <a:srgbClr val="FFFFFF"/>
                </a:solidFill>
              </a:defRPr>
            </a:lvl1pPr>
          </a:lstStyle>
          <a:p>
            <a:pPr>
              <a:defRPr/>
            </a:pPr>
            <a:fld id="{6CEF70B8-384E-40F9-812A-97893C85FA17}" type="slidenum">
              <a:rPr lang="en-US" smtClean="0"/>
              <a:pPr>
                <a:defRPr/>
              </a:pPr>
              <a:t>‹#›</a:t>
            </a:fld>
            <a:endParaRPr lang="en-US"/>
          </a:p>
        </p:txBody>
      </p:sp>
      <p:sp>
        <p:nvSpPr>
          <p:cNvPr id="12" name="Footer Placeholder 11"/>
          <p:cNvSpPr>
            <a:spLocks noGrp="1"/>
          </p:cNvSpPr>
          <p:nvPr>
            <p:ph type="ftr" sz="quarter" idx="12"/>
          </p:nvPr>
        </p:nvSpPr>
        <p:spPr/>
        <p:txBody>
          <a:bodyPr/>
          <a:lstStyle>
            <a:lvl1pPr>
              <a:defRPr>
                <a:solidFill>
                  <a:schemeClr val="bg2"/>
                </a:solidFill>
              </a:defRPr>
            </a:lvl1pPr>
          </a:lstStyle>
          <a:p>
            <a:pPr>
              <a:defRPr/>
            </a:pPr>
            <a:endParaRPr lang="en-US"/>
          </a:p>
        </p:txBody>
      </p:sp>
      <p:sp>
        <p:nvSpPr>
          <p:cNvPr id="13" name="Title 12"/>
          <p:cNvSpPr>
            <a:spLocks noGrp="1"/>
          </p:cNvSpPr>
          <p:nvPr>
            <p:ph type="title"/>
          </p:nvPr>
        </p:nvSpPr>
        <p:spPr>
          <a:xfrm>
            <a:off x="457200" y="2052960"/>
            <a:ext cx="6324600" cy="1828800"/>
          </a:xfrm>
        </p:spPr>
        <p:txBody>
          <a:bodyPr/>
          <a:lstStyle>
            <a:lvl1pPr algn="r">
              <a:defRPr sz="4200" spc="150" baseline="0"/>
            </a:lvl1pPr>
          </a:lstStyle>
          <a:p>
            <a:r>
              <a:rPr lang="en-US" smtClean="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0BCF2832-3FDF-4558-BBCC-86E3C5EF94C6}" type="datetimeFigureOut">
              <a:rPr lang="en-US" smtClean="0"/>
              <a:pPr>
                <a:defRPr/>
              </a:pPr>
              <a:t>11/3/2014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9588B27-6A67-4756-8983-5D49967445B3}" type="slidenum">
              <a:rPr lang="en-US" smtClean="0"/>
              <a:pPr>
                <a:defRPr/>
              </a:pPr>
              <a:t>‹#›</a:t>
            </a:fld>
            <a:endParaRPr lang="en-US"/>
          </a:p>
        </p:txBody>
      </p:sp>
      <p:sp>
        <p:nvSpPr>
          <p:cNvPr id="7" name="Title 6"/>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7010400" y="152399"/>
            <a:ext cx="1981200"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400" y="153923"/>
            <a:ext cx="6705600" cy="6553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idx="1"/>
          </p:nvPr>
        </p:nvSpPr>
        <p:spPr>
          <a:xfrm>
            <a:off x="7162799" y="2892277"/>
            <a:ext cx="1600201" cy="1645920"/>
          </a:xfrm>
        </p:spPr>
        <p:txBody>
          <a:bodyPr anchor="ctr"/>
          <a:lstStyle>
            <a:lvl1pPr marL="0" indent="0">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 name="Date Placeholder 8"/>
          <p:cNvSpPr>
            <a:spLocks noGrp="1"/>
          </p:cNvSpPr>
          <p:nvPr>
            <p:ph type="dt" sz="half" idx="10"/>
          </p:nvPr>
        </p:nvSpPr>
        <p:spPr/>
        <p:txBody>
          <a:bodyPr/>
          <a:lstStyle>
            <a:lvl1pPr>
              <a:defRPr>
                <a:solidFill>
                  <a:srgbClr val="FFFFFF"/>
                </a:solidFill>
              </a:defRPr>
            </a:lvl1pPr>
          </a:lstStyle>
          <a:p>
            <a:pPr>
              <a:defRPr/>
            </a:pPr>
            <a:fld id="{79AFDE7D-8D4E-4388-802E-AE71770BA8BD}" type="datetimeFigureOut">
              <a:rPr lang="en-US" smtClean="0"/>
              <a:pPr>
                <a:defRPr/>
              </a:pPr>
              <a:t>11/3/2014</a:t>
            </a:fld>
            <a:endParaRPr lang="en-US"/>
          </a:p>
        </p:txBody>
      </p:sp>
      <p:sp>
        <p:nvSpPr>
          <p:cNvPr id="10" name="Slide Number Placeholder 9"/>
          <p:cNvSpPr>
            <a:spLocks noGrp="1"/>
          </p:cNvSpPr>
          <p:nvPr>
            <p:ph type="sldNum" sz="quarter" idx="11"/>
          </p:nvPr>
        </p:nvSpPr>
        <p:spPr/>
        <p:txBody>
          <a:bodyPr/>
          <a:lstStyle>
            <a:lvl1pPr>
              <a:defRPr>
                <a:solidFill>
                  <a:schemeClr val="bg2"/>
                </a:solidFill>
              </a:defRPr>
            </a:lvl1pPr>
          </a:lstStyle>
          <a:p>
            <a:pPr>
              <a:defRPr/>
            </a:pPr>
            <a:fld id="{9AFFDF13-73C9-4477-83A0-72DD4F6B11A2}" type="slidenum">
              <a:rPr lang="en-US" smtClean="0"/>
              <a:pPr>
                <a:defRPr/>
              </a:pPr>
              <a:t>‹#›</a:t>
            </a:fld>
            <a:endParaRPr lang="en-US"/>
          </a:p>
        </p:txBody>
      </p:sp>
      <p:sp>
        <p:nvSpPr>
          <p:cNvPr id="11" name="Footer Placeholder 10"/>
          <p:cNvSpPr>
            <a:spLocks noGrp="1"/>
          </p:cNvSpPr>
          <p:nvPr>
            <p:ph type="ftr" sz="quarter" idx="12"/>
          </p:nvPr>
        </p:nvSpPr>
        <p:spPr/>
        <p:txBody>
          <a:bodyPr/>
          <a:lstStyle>
            <a:lvl1pPr>
              <a:defRPr>
                <a:solidFill>
                  <a:srgbClr val="FFFFFF"/>
                </a:solidFill>
              </a:defRPr>
            </a:lvl1pPr>
          </a:lstStyle>
          <a:p>
            <a:pPr>
              <a:defRPr/>
            </a:pPr>
            <a:endParaRPr lang="en-US"/>
          </a:p>
        </p:txBody>
      </p:sp>
      <p:sp>
        <p:nvSpPr>
          <p:cNvPr id="12" name="Title 11"/>
          <p:cNvSpPr>
            <a:spLocks noGrp="1"/>
          </p:cNvSpPr>
          <p:nvPr>
            <p:ph type="title"/>
          </p:nvPr>
        </p:nvSpPr>
        <p:spPr>
          <a:xfrm>
            <a:off x="381000" y="2892277"/>
            <a:ext cx="6324600" cy="1645920"/>
          </a:xfrm>
        </p:spPr>
        <p:txBody>
          <a:bodyPr/>
          <a:lstStyle>
            <a:lvl1pPr algn="r">
              <a:defRPr sz="4200" spc="150" baseline="0"/>
            </a:lvl1pPr>
          </a:lstStyle>
          <a:p>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719072"/>
            <a:ext cx="4038600" cy="440740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pPr>
              <a:defRPr/>
            </a:pPr>
            <a:fld id="{0ECC4D71-F1F1-42EA-842D-61B0F21454FF}" type="datetimeFigureOut">
              <a:rPr lang="en-US" smtClean="0"/>
              <a:pPr>
                <a:defRPr/>
              </a:pPr>
              <a:t>11/3/2014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5C72034A-81A1-4AA9-91B8-BE4750920DAF}" type="slidenum">
              <a:rPr lang="en-US" smtClean="0"/>
              <a:pPr>
                <a:defRPr/>
              </a:pPr>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722438"/>
            <a:ext cx="4040188"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438399"/>
            <a:ext cx="4040188"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722438"/>
            <a:ext cx="4041775" cy="639762"/>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438399"/>
            <a:ext cx="4041775" cy="36877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pPr>
              <a:defRPr/>
            </a:pPr>
            <a:fld id="{5A719740-B408-42D1-8B4E-A1A91CAC571B}" type="datetimeFigureOut">
              <a:rPr lang="en-US" smtClean="0"/>
              <a:pPr>
                <a:defRPr/>
              </a:pPr>
              <a:t>11/3/2014</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5E9D7C80-6BA3-4343-BD2E-5EA1E6368E3F}" type="slidenum">
              <a:rPr lang="en-US" smtClean="0"/>
              <a:pPr>
                <a:defRPr/>
              </a:pPr>
              <a:t>‹#›</a:t>
            </a:fld>
            <a:endParaRPr lang="en-US"/>
          </a:p>
        </p:txBody>
      </p:sp>
      <p:sp>
        <p:nvSpPr>
          <p:cNvPr id="10" name="Title 9"/>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fld id="{69E8299F-1FC2-4C62-8954-F781AE10D3B2}" type="datetimeFigureOut">
              <a:rPr lang="en-US" smtClean="0"/>
              <a:pPr>
                <a:defRPr/>
              </a:pPr>
              <a:t>11/3/2014</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196E5FB7-D78D-49B4-8D0A-39E56825D6D0}" type="slidenum">
              <a:rPr lang="en-US" smtClean="0"/>
              <a:pPr>
                <a:defRPr/>
              </a:pPr>
              <a:t>‹#›</a:t>
            </a:fld>
            <a:endParaRPr lang="en-US"/>
          </a:p>
        </p:txBody>
      </p:sp>
      <p:sp>
        <p:nvSpPr>
          <p:cNvPr id="6" name="Title 5"/>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52400" y="150919"/>
            <a:ext cx="8831802"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p:cNvSpPr>
            <a:spLocks noGrp="1"/>
          </p:cNvSpPr>
          <p:nvPr>
            <p:ph type="dt" sz="half" idx="10"/>
          </p:nvPr>
        </p:nvSpPr>
        <p:spPr/>
        <p:txBody>
          <a:bodyPr/>
          <a:lstStyle/>
          <a:p>
            <a:pPr>
              <a:defRPr/>
            </a:pPr>
            <a:fld id="{68963B58-22E0-48D4-99E5-C988B144ECC1}" type="datetimeFigureOut">
              <a:rPr lang="en-US" smtClean="0"/>
              <a:pPr>
                <a:defRPr/>
              </a:pPr>
              <a:t>11/3/2014</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0B316427-134C-4466-925F-3E18182E7910}"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2"/>
      </p:bgRef>
    </p:bg>
    <p:spTree>
      <p:nvGrpSpPr>
        <p:cNvPr id="1" name=""/>
        <p:cNvGrpSpPr/>
        <p:nvPr/>
      </p:nvGrpSpPr>
      <p:grpSpPr>
        <a:xfrm>
          <a:off x="0" y="0"/>
          <a:ext cx="0" cy="0"/>
          <a:chOff x="0" y="0"/>
          <a:chExt cx="0" cy="0"/>
        </a:xfrm>
      </p:grpSpPr>
      <p:sp>
        <p:nvSpPr>
          <p:cNvPr id="10" name="Rectangle 9"/>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50876"/>
            <a:ext cx="1981200" cy="65562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152400" y="152400"/>
            <a:ext cx="6705600" cy="6553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609600" y="304800"/>
            <a:ext cx="58674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7159752" y="2130552"/>
            <a:ext cx="1673352" cy="2816352"/>
          </a:xfrm>
        </p:spPr>
        <p:txBody>
          <a:bodyPr tIns="0"/>
          <a:lstStyle>
            <a:lvl1pPr marL="0" indent="0">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2A8E3F7F-65BB-42BF-A273-11631A0D5E1E}" type="datetimeFigureOut">
              <a:rPr lang="en-US" smtClean="0"/>
              <a:pPr>
                <a:defRPr/>
              </a:pPr>
              <a:t>11/3/2014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a:ln>
            <a:noFill/>
          </a:ln>
        </p:spPr>
        <p:txBody>
          <a:bodyPr/>
          <a:lstStyle>
            <a:lvl1pPr>
              <a:defRPr>
                <a:solidFill>
                  <a:srgbClr val="FFFFFF"/>
                </a:solidFill>
              </a:defRPr>
            </a:lvl1pPr>
          </a:lstStyle>
          <a:p>
            <a:pPr>
              <a:defRPr/>
            </a:pPr>
            <a:fld id="{70FEAFF6-476E-490F-B877-2E925008979F}" type="slidenum">
              <a:rPr lang="en-US" smtClean="0"/>
              <a:pPr>
                <a:defRPr/>
              </a:pPr>
              <a:t>‹#›</a:t>
            </a:fld>
            <a:endParaRPr lang="en-US"/>
          </a:p>
        </p:txBody>
      </p:sp>
      <p:sp>
        <p:nvSpPr>
          <p:cNvPr id="11" name="Title 10"/>
          <p:cNvSpPr>
            <a:spLocks noGrp="1"/>
          </p:cNvSpPr>
          <p:nvPr>
            <p:ph type="title"/>
          </p:nvPr>
        </p:nvSpPr>
        <p:spPr>
          <a:xfrm>
            <a:off x="7159752" y="457200"/>
            <a:ext cx="1675660" cy="1673352"/>
          </a:xfrm>
        </p:spPr>
        <p:txBody>
          <a:bodyPr anchor="b"/>
          <a:lstStyle>
            <a:lvl1pPr algn="l">
              <a:defRPr sz="2000" spc="150" baseline="0"/>
            </a:lvl1pPr>
          </a:lstStyle>
          <a:p>
            <a:r>
              <a:rPr lang="en-US" smtClean="0"/>
              <a:t>Click to edit Master title style</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p:cNvSpPr/>
          <p:nvPr/>
        </p:nvSpPr>
        <p:spPr>
          <a:xfrm>
            <a:off x="7010400" y="150876"/>
            <a:ext cx="1981200" cy="655624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152400" y="152400"/>
            <a:ext cx="6705600" cy="6553200"/>
          </a:xfrm>
        </p:spPr>
        <p:txBody>
          <a:bodyPr anchor="ct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162800" y="2133600"/>
            <a:ext cx="1676400" cy="2971800"/>
          </a:xfrm>
        </p:spPr>
        <p:txBody>
          <a:bodyPr tIns="0"/>
          <a:lstStyle>
            <a:lvl1pPr marL="0" indent="0">
              <a:buNone/>
              <a:defRPr sz="14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3E3B73E9-6548-487D-87F6-A98638D88181}" type="datetimeFigureOut">
              <a:rPr lang="en-US" smtClean="0"/>
              <a:pPr>
                <a:defRPr/>
              </a:pPr>
              <a:t>11/3/2014</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8B06C8C3-D614-47DB-9C80-1D535F664AFF}" type="slidenum">
              <a:rPr lang="en-US" smtClean="0"/>
              <a:pPr>
                <a:defRPr/>
              </a:pPr>
              <a:t>‹#›</a:t>
            </a:fld>
            <a:endParaRPr lang="en-US"/>
          </a:p>
        </p:txBody>
      </p:sp>
      <p:sp>
        <p:nvSpPr>
          <p:cNvPr id="10" name="Title 9"/>
          <p:cNvSpPr>
            <a:spLocks noGrp="1"/>
          </p:cNvSpPr>
          <p:nvPr>
            <p:ph type="title"/>
          </p:nvPr>
        </p:nvSpPr>
        <p:spPr>
          <a:xfrm>
            <a:off x="7162800" y="460248"/>
            <a:ext cx="1676400" cy="1673352"/>
          </a:xfrm>
        </p:spPr>
        <p:txBody>
          <a:bodyPr anchor="b"/>
          <a:lstStyle>
            <a:lvl1pPr algn="l">
              <a:defRPr sz="2000" spc="150" baseline="0">
                <a:solidFill>
                  <a:schemeClr val="tx2"/>
                </a:solidFill>
              </a:defRPr>
            </a:lvl1pPr>
          </a:lstStyle>
          <a:p>
            <a:r>
              <a:rPr lang="en-US" smtClean="0"/>
              <a:t>Click to edit Master title style</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0EFF6919-6DD6-412C-BB00-6AF73E8EDF60}" type="datetimeFigureOut">
              <a:rPr lang="en-US" smtClean="0"/>
              <a:pPr>
                <a:defRPr/>
              </a:pPr>
              <a:t>11/3/2014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788A522-1FED-4AAA-A769-9FCD5DD33E06}"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52400" y="147319"/>
            <a:ext cx="6705600" cy="655624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7010400" y="147319"/>
            <a:ext cx="1956046" cy="655624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p:nvPr>
        </p:nvSpPr>
        <p:spPr>
          <a:xfrm>
            <a:off x="7162800" y="274638"/>
            <a:ext cx="1676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pPr>
              <a:defRPr/>
            </a:pPr>
            <a:fld id="{F66F7D54-B8C5-4214-9C43-954A1A32F77B}" type="datetimeFigureOut">
              <a:rPr lang="en-US" smtClean="0"/>
              <a:pPr>
                <a:defRPr/>
              </a:pPr>
              <a:t>11/3/2014</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lvl1pPr>
              <a:defRPr>
                <a:solidFill>
                  <a:schemeClr val="bg2"/>
                </a:solidFill>
              </a:defRPr>
            </a:lvl1pPr>
          </a:lstStyle>
          <a:p>
            <a:pPr>
              <a:defRPr/>
            </a:pPr>
            <a:fld id="{45736C94-F5FB-4B1D-9C5D-1923E0EDDF34}" type="slidenum">
              <a:rPr lang="en-US" smtClean="0"/>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A23896A8-2FD5-4FA3-91E2-EABF550EB667}" type="datetimeFigureOut">
              <a:rPr lang="en-US">
                <a:solidFill>
                  <a:prstClr val="black">
                    <a:tint val="75000"/>
                  </a:prstClr>
                </a:solidFill>
              </a:rPr>
              <a:pPr>
                <a:defRPr/>
              </a:pPr>
              <a:t>11/3/2014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6CEF70B8-384E-40F9-812A-97893C85FA17}"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2878954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BCF2832-3FDF-4558-BBCC-86E3C5EF94C6}" type="datetimeFigureOut">
              <a:rPr lang="en-US">
                <a:solidFill>
                  <a:prstClr val="black">
                    <a:tint val="75000"/>
                  </a:prstClr>
                </a:solidFill>
              </a:rPr>
              <a:pPr>
                <a:defRPr/>
              </a:pPr>
              <a:t>11/3/2014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79588B27-6A67-4756-8983-5D49967445B3}"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512318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79AFDE7D-8D4E-4388-802E-AE71770BA8BD}" type="datetimeFigureOut">
              <a:rPr lang="en-US">
                <a:solidFill>
                  <a:prstClr val="black">
                    <a:tint val="75000"/>
                  </a:prstClr>
                </a:solidFill>
              </a:rPr>
              <a:pPr>
                <a:defRPr/>
              </a:pPr>
              <a:t>11/3/2014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9AFFDF13-73C9-4477-83A0-72DD4F6B11A2}"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9302109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0ECC4D71-F1F1-42EA-842D-61B0F21454FF}" type="datetimeFigureOut">
              <a:rPr lang="en-US">
                <a:solidFill>
                  <a:prstClr val="black">
                    <a:tint val="75000"/>
                  </a:prstClr>
                </a:solidFill>
              </a:rPr>
              <a:pPr>
                <a:defRPr/>
              </a:pPr>
              <a:t>11/3/2014</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5C72034A-81A1-4AA9-91B8-BE4750920DAF}"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7026742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5A719740-B408-42D1-8B4E-A1A91CAC571B}" type="datetimeFigureOut">
              <a:rPr lang="en-US">
                <a:solidFill>
                  <a:prstClr val="black">
                    <a:tint val="75000"/>
                  </a:prstClr>
                </a:solidFill>
              </a:rPr>
              <a:pPr>
                <a:defRPr/>
              </a:pPr>
              <a:t>11/3/2014</a:t>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5E9D7C80-6BA3-4343-BD2E-5EA1E6368E3F}"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5351059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9E8299F-1FC2-4C62-8954-F781AE10D3B2}" type="datetimeFigureOut">
              <a:rPr lang="en-US">
                <a:solidFill>
                  <a:prstClr val="black">
                    <a:tint val="75000"/>
                  </a:prstClr>
                </a:solidFill>
              </a:rPr>
              <a:pPr>
                <a:defRPr/>
              </a:pPr>
              <a:t>11/3/2014</a:t>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196E5FB7-D78D-49B4-8D0A-39E56825D6D0}"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8366917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8963B58-22E0-48D4-99E5-C988B144ECC1}" type="datetimeFigureOut">
              <a:rPr lang="en-US">
                <a:solidFill>
                  <a:prstClr val="black">
                    <a:tint val="75000"/>
                  </a:prstClr>
                </a:solidFill>
              </a:rPr>
              <a:pPr>
                <a:defRPr/>
              </a:pPr>
              <a:t>11/3/2014</a:t>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0B316427-134C-4466-925F-3E18182E7910}"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775681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2A8E3F7F-65BB-42BF-A273-11631A0D5E1E}" type="datetimeFigureOut">
              <a:rPr lang="en-US">
                <a:solidFill>
                  <a:prstClr val="black">
                    <a:tint val="75000"/>
                  </a:prstClr>
                </a:solidFill>
              </a:rPr>
              <a:pPr>
                <a:defRPr/>
              </a:pPr>
              <a:t>11/3/2014</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70FEAFF6-476E-490F-B877-2E925008979F}"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1043125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3E3B73E9-6548-487D-87F6-A98638D88181}" type="datetimeFigureOut">
              <a:rPr lang="en-US">
                <a:solidFill>
                  <a:prstClr val="black">
                    <a:tint val="75000"/>
                  </a:prstClr>
                </a:solidFill>
              </a:rPr>
              <a:pPr>
                <a:defRPr/>
              </a:pPr>
              <a:t>11/3/2014</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8B06C8C3-D614-47DB-9C80-1D535F664AFF}"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1221132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EFF6919-6DD6-412C-BB00-6AF73E8EDF60}" type="datetimeFigureOut">
              <a:rPr lang="en-US">
                <a:solidFill>
                  <a:prstClr val="black">
                    <a:tint val="75000"/>
                  </a:prstClr>
                </a:solidFill>
              </a:rPr>
              <a:pPr>
                <a:defRPr/>
              </a:pPr>
              <a:t>11/3/2014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9788A522-1FED-4AAA-A769-9FCD5DD33E0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6592763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F66F7D54-B8C5-4214-9C43-954A1A32F77B}" type="datetimeFigureOut">
              <a:rPr lang="en-US">
                <a:solidFill>
                  <a:prstClr val="black">
                    <a:tint val="75000"/>
                  </a:prstClr>
                </a:solidFill>
              </a:rPr>
              <a:pPr>
                <a:defRPr/>
              </a:pPr>
              <a:t>11/3/2014</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45736C94-F5FB-4B1D-9C5D-1923E0EDDF34}"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942849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152400" y="1634971"/>
            <a:ext cx="8831802" cy="504547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52399" y="152400"/>
            <a:ext cx="8814047" cy="13464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381000" y="355847"/>
            <a:ext cx="8381260" cy="105439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380999" y="1719071"/>
            <a:ext cx="8407893" cy="440740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70888" y="6356350"/>
            <a:ext cx="2133600" cy="274320"/>
          </a:xfrm>
          <a:prstGeom prst="rect">
            <a:avLst/>
          </a:prstGeom>
        </p:spPr>
        <p:txBody>
          <a:bodyPr vert="horz" lIns="91440" tIns="45720" rIns="91440" bIns="45720" rtlCol="0" anchor="ctr"/>
          <a:lstStyle>
            <a:lvl1pPr algn="l">
              <a:defRPr sz="1100">
                <a:solidFill>
                  <a:schemeClr val="tx2"/>
                </a:solidFill>
              </a:defRPr>
            </a:lvl1pPr>
          </a:lstStyle>
          <a:p>
            <a:pPr>
              <a:defRPr/>
            </a:pPr>
            <a:fld id="{0F24A636-09E5-48BD-87D4-406F1EF085ED}" type="datetimeFigureOut">
              <a:rPr lang="en-US" smtClean="0"/>
              <a:pPr>
                <a:defRPr/>
              </a:pPr>
              <a:t>11/3/2014</a:t>
            </a:fld>
            <a:endParaRPr lang="en-US"/>
          </a:p>
        </p:txBody>
      </p:sp>
      <p:sp>
        <p:nvSpPr>
          <p:cNvPr id="5" name="Footer Placeholder 4"/>
          <p:cNvSpPr>
            <a:spLocks noGrp="1"/>
          </p:cNvSpPr>
          <p:nvPr>
            <p:ph type="ftr" sz="quarter" idx="3"/>
          </p:nvPr>
        </p:nvSpPr>
        <p:spPr>
          <a:xfrm>
            <a:off x="3048000" y="6356350"/>
            <a:ext cx="3352800" cy="274320"/>
          </a:xfrm>
          <a:prstGeom prst="rect">
            <a:avLst/>
          </a:prstGeom>
        </p:spPr>
        <p:txBody>
          <a:bodyPr vert="horz" lIns="91440" tIns="45720" rIns="91440" bIns="45720" rtlCol="0" anchor="ctr"/>
          <a:lstStyle>
            <a:lvl1pPr algn="ctr">
              <a:defRPr sz="1100">
                <a:solidFill>
                  <a:schemeClr val="tx2"/>
                </a:solidFill>
              </a:defRPr>
            </a:lvl1pPr>
          </a:lstStyle>
          <a:p>
            <a:pPr>
              <a:defRPr/>
            </a:pPr>
            <a:endParaRPr lang="en-US"/>
          </a:p>
        </p:txBody>
      </p:sp>
      <p:sp>
        <p:nvSpPr>
          <p:cNvPr id="6" name="Slide Number Placeholder 5"/>
          <p:cNvSpPr>
            <a:spLocks noGrp="1"/>
          </p:cNvSpPr>
          <p:nvPr>
            <p:ph type="sldNum" sz="quarter" idx="4"/>
          </p:nvPr>
        </p:nvSpPr>
        <p:spPr>
          <a:xfrm>
            <a:off x="8234680" y="6355080"/>
            <a:ext cx="582966" cy="274320"/>
          </a:xfrm>
          <a:prstGeom prst="rect">
            <a:avLst/>
          </a:prstGeom>
          <a:ln w="19050">
            <a:noFill/>
          </a:ln>
        </p:spPr>
        <p:txBody>
          <a:bodyPr vert="horz" lIns="91440" tIns="45720" rIns="91440" bIns="45720" rtlCol="0" anchor="ctr"/>
          <a:lstStyle>
            <a:lvl1pPr algn="ctr">
              <a:defRPr sz="1100">
                <a:solidFill>
                  <a:schemeClr val="tx2"/>
                </a:solidFill>
              </a:defRPr>
            </a:lvl1pPr>
          </a:lstStyle>
          <a:p>
            <a:pPr>
              <a:defRPr/>
            </a:pPr>
            <a:fld id="{3816C74A-CF75-465D-B308-BA12BD278AF6}"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xStyles>
    <p:titleStyle>
      <a:lvl1pPr algn="ctr" defTabSz="914400" rtl="0" eaLnBrk="1" latinLnBrk="0" hangingPunct="1">
        <a:spcBef>
          <a:spcPct val="0"/>
        </a:spcBef>
        <a:buNone/>
        <a:defRPr sz="3200" kern="1200" cap="all" spc="200" baseline="0">
          <a:ln>
            <a:noFill/>
          </a:ln>
          <a:solidFill>
            <a:schemeClr val="bg1"/>
          </a:solidFill>
          <a:effectLst/>
          <a:latin typeface="+mj-lt"/>
          <a:ea typeface="+mj-ea"/>
          <a:cs typeface="+mj-cs"/>
        </a:defRPr>
      </a:lvl1pPr>
    </p:titleStyle>
    <p:bodyStyle>
      <a:lvl1pPr marL="274320" indent="-228600" algn="l" defTabSz="914400" rtl="0" eaLnBrk="1" latinLnBrk="0" hangingPunct="1">
        <a:spcBef>
          <a:spcPct val="20000"/>
        </a:spcBef>
        <a:buClr>
          <a:schemeClr val="accent1"/>
        </a:buClr>
        <a:buFont typeface="Wingdings 2" pitchFamily="18" charset="2"/>
        <a:buChar char=""/>
        <a:defRPr sz="2000" kern="1200" spc="150" baseline="0">
          <a:solidFill>
            <a:schemeClr val="tx2"/>
          </a:solidFill>
          <a:latin typeface="+mn-lt"/>
          <a:ea typeface="+mn-ea"/>
          <a:cs typeface="+mn-cs"/>
        </a:defRPr>
      </a:lvl1pPr>
      <a:lvl2pPr marL="548640" indent="-182880" algn="l" defTabSz="914400" rtl="0" eaLnBrk="1" latinLnBrk="0" hangingPunct="1">
        <a:spcBef>
          <a:spcPct val="20000"/>
        </a:spcBef>
        <a:buClr>
          <a:schemeClr val="accent2"/>
        </a:buClr>
        <a:buFont typeface="Wingdings" pitchFamily="2" charset="2"/>
        <a:buChar char="§"/>
        <a:defRPr sz="1800" kern="1200" spc="100" baseline="0">
          <a:solidFill>
            <a:schemeClr val="tx2"/>
          </a:solidFill>
          <a:latin typeface="+mn-lt"/>
          <a:ea typeface="+mn-ea"/>
          <a:cs typeface="+mn-cs"/>
        </a:defRPr>
      </a:lvl2pPr>
      <a:lvl3pPr marL="822960" indent="-182880" algn="l" defTabSz="914400" rtl="0" eaLnBrk="1" latinLnBrk="0" hangingPunct="1">
        <a:spcBef>
          <a:spcPct val="20000"/>
        </a:spcBef>
        <a:buClr>
          <a:schemeClr val="accent3"/>
        </a:buClr>
        <a:buFont typeface="Wingdings" pitchFamily="2" charset="2"/>
        <a:buChar char="§"/>
        <a:defRPr sz="1600" kern="1200" spc="100" baseline="0">
          <a:solidFill>
            <a:schemeClr val="tx2"/>
          </a:solidFill>
          <a:latin typeface="+mn-lt"/>
          <a:ea typeface="+mn-ea"/>
          <a:cs typeface="+mn-cs"/>
        </a:defRPr>
      </a:lvl3pPr>
      <a:lvl4pPr marL="1097280" indent="-182880" algn="l" defTabSz="914400" rtl="0" eaLnBrk="1" latinLnBrk="0" hangingPunct="1">
        <a:spcBef>
          <a:spcPct val="20000"/>
        </a:spcBef>
        <a:buClr>
          <a:schemeClr val="accent4"/>
        </a:buClr>
        <a:buFont typeface="Wingdings" pitchFamily="2" charset="2"/>
        <a:buChar char="§"/>
        <a:defRPr sz="1400" kern="1200">
          <a:solidFill>
            <a:schemeClr val="tx2"/>
          </a:solidFill>
          <a:latin typeface="+mn-lt"/>
          <a:ea typeface="+mn-ea"/>
          <a:cs typeface="+mn-cs"/>
        </a:defRPr>
      </a:lvl4pPr>
      <a:lvl5pPr marL="1280160" indent="-182880" algn="l" defTabSz="914400" rtl="0" eaLnBrk="1" latinLnBrk="0" hangingPunct="1">
        <a:spcBef>
          <a:spcPct val="20000"/>
        </a:spcBef>
        <a:buClr>
          <a:schemeClr val="accent6"/>
        </a:buClr>
        <a:buFont typeface="Wingdings" pitchFamily="2" charset="2"/>
        <a:buChar char="§"/>
        <a:defRPr sz="1300" kern="1200" spc="100" baseline="0">
          <a:solidFill>
            <a:schemeClr val="tx2"/>
          </a:solidFill>
          <a:latin typeface="+mn-lt"/>
          <a:ea typeface="+mn-ea"/>
          <a:cs typeface="+mn-cs"/>
        </a:defRPr>
      </a:lvl5pPr>
      <a:lvl6pPr marL="1554480" indent="-182880" algn="l" defTabSz="914400" rtl="0" eaLnBrk="1" latinLnBrk="0" hangingPunct="1">
        <a:spcBef>
          <a:spcPct val="20000"/>
        </a:spcBef>
        <a:buClr>
          <a:schemeClr val="accent1"/>
        </a:buClr>
        <a:buFont typeface="Wingdings" pitchFamily="2" charset="2"/>
        <a:buChar char="§"/>
        <a:defRPr sz="1200" kern="1200">
          <a:solidFill>
            <a:schemeClr val="tx2"/>
          </a:solidFill>
          <a:latin typeface="+mn-lt"/>
          <a:ea typeface="+mn-ea"/>
          <a:cs typeface="+mn-cs"/>
        </a:defRPr>
      </a:lvl6pPr>
      <a:lvl7pPr marL="1828800" indent="-182880" algn="l" defTabSz="914400" rtl="0" eaLnBrk="1" latinLnBrk="0" hangingPunct="1">
        <a:spcBef>
          <a:spcPct val="20000"/>
        </a:spcBef>
        <a:buClr>
          <a:schemeClr val="accent2"/>
        </a:buClr>
        <a:buFont typeface="Wingdings" pitchFamily="2" charset="2"/>
        <a:buChar char="§"/>
        <a:defRPr sz="1200" kern="1200">
          <a:solidFill>
            <a:schemeClr val="tx2"/>
          </a:solidFill>
          <a:latin typeface="+mn-lt"/>
          <a:ea typeface="+mn-ea"/>
          <a:cs typeface="+mn-cs"/>
        </a:defRPr>
      </a:lvl7pPr>
      <a:lvl8pPr marL="2103120" indent="-182880" algn="l" defTabSz="914400" rtl="0" eaLnBrk="1" latinLnBrk="0" hangingPunct="1">
        <a:spcBef>
          <a:spcPct val="20000"/>
        </a:spcBef>
        <a:buClr>
          <a:schemeClr val="accent3"/>
        </a:buClr>
        <a:buFont typeface="Wingdings" pitchFamily="2" charset="2"/>
        <a:buChar char="§"/>
        <a:defRPr sz="1200" kern="1200">
          <a:solidFill>
            <a:schemeClr val="tx2"/>
          </a:solidFill>
          <a:latin typeface="+mn-lt"/>
          <a:ea typeface="+mn-ea"/>
          <a:cs typeface="+mn-cs"/>
        </a:defRPr>
      </a:lvl8pPr>
      <a:lvl9pPr marL="2377440" indent="-182880" algn="l" defTabSz="914400" rtl="0" eaLnBrk="1" latinLnBrk="0" hangingPunct="1">
        <a:spcBef>
          <a:spcPct val="20000"/>
        </a:spcBef>
        <a:buClr>
          <a:schemeClr val="accent5"/>
        </a:buClr>
        <a:buFont typeface="Wingdings" pitchFamily="2" charset="2"/>
        <a:buChar char="§"/>
        <a:defRPr sz="12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0F24A636-09E5-48BD-87D4-406F1EF085ED}" type="datetimeFigureOut">
              <a:rPr lang="en-US">
                <a:solidFill>
                  <a:prstClr val="black">
                    <a:tint val="75000"/>
                  </a:prstClr>
                </a:solidFill>
              </a:rPr>
              <a:pPr>
                <a:defRPr/>
              </a:pPr>
              <a:t>11/3/2014</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3816C74A-CF75-465D-B308-BA12BD278AF6}" type="slidenum">
              <a:rPr lang="en-US">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272769101"/>
      </p:ext>
    </p:extLst>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 id="2147483958" r:id="rId10"/>
    <p:sldLayoutId id="21474839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www.teacherspayteachers.com/Store/Fun-For-Learning" TargetMode="Externa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hyperlink" Target="http://www.mrsfultzstor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0944"/>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7283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Teacher Notes</a:t>
            </a:r>
            <a:endParaRPr lang="en-US" dirty="0"/>
          </a:p>
        </p:txBody>
      </p:sp>
      <p:sp>
        <p:nvSpPr>
          <p:cNvPr id="3" name="Content Placeholder 2"/>
          <p:cNvSpPr>
            <a:spLocks noGrp="1"/>
          </p:cNvSpPr>
          <p:nvPr>
            <p:ph idx="1"/>
          </p:nvPr>
        </p:nvSpPr>
        <p:spPr/>
        <p:txBody>
          <a:bodyPr/>
          <a:lstStyle/>
          <a:p>
            <a:pPr marL="0" indent="0">
              <a:buNone/>
            </a:pPr>
            <a:r>
              <a:rPr lang="en-US" dirty="0" smtClean="0"/>
              <a:t>This product is a PPT showing the step by step directions for creating a box and whisker plot.  Also included are guided notes allowing students to take notes as they go.</a:t>
            </a:r>
          </a:p>
          <a:p>
            <a:pPr marL="0" indent="0">
              <a:buNone/>
            </a:pPr>
            <a:endParaRPr lang="en-US" dirty="0"/>
          </a:p>
          <a:p>
            <a:pPr marL="0" indent="0">
              <a:buNone/>
            </a:pPr>
            <a:r>
              <a:rPr lang="en-US" dirty="0" smtClean="0"/>
              <a:t>There are two sample problems for kids to try on their own, followed by step by step directions to check their work. One they will do while filling out the worksheet, and one can be completed as a bell ringer the next day.</a:t>
            </a:r>
            <a:endParaRPr lang="en-US" dirty="0"/>
          </a:p>
        </p:txBody>
      </p:sp>
    </p:spTree>
    <p:extLst>
      <p:ext uri="{BB962C8B-B14F-4D97-AF65-F5344CB8AC3E}">
        <p14:creationId xmlns:p14="http://schemas.microsoft.com/office/powerpoint/2010/main" val="21135522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143000" y="-1142999"/>
            <a:ext cx="6858000" cy="91439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5269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143000" y="-1143002"/>
            <a:ext cx="6857999" cy="91440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6939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1143000" y="-1143002"/>
            <a:ext cx="6857999" cy="91440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302545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10" name="Picture 1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6200000">
            <a:off x="1143001" y="-1143000"/>
            <a:ext cx="6858001" cy="9143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77704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0"/>
            <a:ext cx="9144000" cy="11972508"/>
          </a:xfrm>
          <a:prstGeom prst="rect">
            <a:avLst/>
          </a:prstGeom>
          <a:noFill/>
        </p:spPr>
        <p:txBody>
          <a:bodyPr wrap="square" rtlCol="0">
            <a:spAutoFit/>
          </a:bodyPr>
          <a:lstStyle/>
          <a:p>
            <a:pPr algn="ctr"/>
            <a:endParaRPr lang="en-US" sz="4000" dirty="0" smtClean="0">
              <a:solidFill>
                <a:schemeClr val="bg1"/>
              </a:solidFill>
            </a:endParaRPr>
          </a:p>
          <a:p>
            <a:pPr algn="ctr"/>
            <a:r>
              <a:rPr lang="en-US" sz="4000" b="1" dirty="0" smtClean="0">
                <a:solidFill>
                  <a:schemeClr val="bg1"/>
                </a:solidFill>
              </a:rPr>
              <a:t>BOX &amp; WHISKER PLOT</a:t>
            </a:r>
          </a:p>
          <a:p>
            <a:pPr algn="ctr"/>
            <a:endParaRPr lang="en-US" sz="2000" dirty="0" smtClean="0"/>
          </a:p>
          <a:p>
            <a:r>
              <a:rPr lang="en-US" sz="4000" dirty="0" smtClean="0">
                <a:latin typeface="Batang" panose="02030600000101010101" pitchFamily="18" charset="-127"/>
                <a:ea typeface="Batang" panose="02030600000101010101" pitchFamily="18" charset="-127"/>
                <a:cs typeface="Aharoni" panose="02010803020104030203" pitchFamily="2" charset="-79"/>
              </a:rPr>
              <a:t>Definition: </a:t>
            </a:r>
          </a:p>
          <a:p>
            <a:r>
              <a:rPr lang="en-US" sz="4000" dirty="0" smtClean="0">
                <a:latin typeface="Aharoni" panose="02010803020104030203" pitchFamily="2" charset="-79"/>
                <a:cs typeface="Aharoni" panose="02010803020104030203" pitchFamily="2" charset="-79"/>
              </a:rPr>
              <a:t>A </a:t>
            </a:r>
            <a:r>
              <a:rPr lang="en-US" sz="4000" b="1" u="sng" dirty="0" smtClean="0">
                <a:solidFill>
                  <a:srgbClr val="FF0000"/>
                </a:solidFill>
                <a:latin typeface="Aharoni" panose="02010803020104030203" pitchFamily="2" charset="-79"/>
                <a:cs typeface="Aharoni" panose="02010803020104030203" pitchFamily="2" charset="-79"/>
              </a:rPr>
              <a:t>box-and-whisker plot</a:t>
            </a:r>
            <a:r>
              <a:rPr lang="en-US" sz="4000" b="1" u="sng" dirty="0" smtClean="0">
                <a:latin typeface="Aharoni" panose="02010803020104030203" pitchFamily="2" charset="-79"/>
                <a:cs typeface="Aharoni" panose="02010803020104030203" pitchFamily="2" charset="-79"/>
              </a:rPr>
              <a:t> </a:t>
            </a:r>
            <a:r>
              <a:rPr lang="en-US" sz="4000" dirty="0" smtClean="0">
                <a:latin typeface="Aharoni" panose="02010803020104030203" pitchFamily="2" charset="-79"/>
                <a:cs typeface="Aharoni" panose="02010803020104030203" pitchFamily="2" charset="-79"/>
              </a:rPr>
              <a:t>is a diagram that shows the </a:t>
            </a:r>
            <a:r>
              <a:rPr lang="en-US" sz="4000" b="1" u="sng" dirty="0" smtClean="0">
                <a:solidFill>
                  <a:srgbClr val="FF0000"/>
                </a:solidFill>
                <a:latin typeface="Aharoni" panose="02010803020104030203" pitchFamily="2" charset="-79"/>
                <a:cs typeface="Aharoni" panose="02010803020104030203" pitchFamily="2" charset="-79"/>
              </a:rPr>
              <a:t>distribution</a:t>
            </a:r>
            <a:r>
              <a:rPr lang="en-US" sz="4000" dirty="0" smtClean="0">
                <a:latin typeface="Aharoni" panose="02010803020104030203" pitchFamily="2" charset="-79"/>
                <a:cs typeface="Aharoni" panose="02010803020104030203" pitchFamily="2" charset="-79"/>
              </a:rPr>
              <a:t> of a set of data along a </a:t>
            </a:r>
            <a:r>
              <a:rPr lang="en-US" sz="4000" b="1" u="sng" dirty="0" smtClean="0">
                <a:solidFill>
                  <a:srgbClr val="FF0000"/>
                </a:solidFill>
                <a:latin typeface="Aharoni" panose="02010803020104030203" pitchFamily="2" charset="-79"/>
                <a:cs typeface="Aharoni" panose="02010803020104030203" pitchFamily="2" charset="-79"/>
              </a:rPr>
              <a:t>number line</a:t>
            </a:r>
            <a:r>
              <a:rPr lang="en-US" sz="4000" dirty="0" smtClean="0">
                <a:latin typeface="Aharoni" panose="02010803020104030203" pitchFamily="2" charset="-79"/>
                <a:cs typeface="Aharoni" panose="02010803020104030203" pitchFamily="2" charset="-79"/>
              </a:rPr>
              <a:t>. The data is divided into </a:t>
            </a:r>
            <a:r>
              <a:rPr lang="en-US" sz="4000" dirty="0" smtClean="0">
                <a:solidFill>
                  <a:srgbClr val="FF0000"/>
                </a:solidFill>
                <a:latin typeface="Aharoni" panose="02010803020104030203" pitchFamily="2" charset="-79"/>
                <a:cs typeface="Aharoni" panose="02010803020104030203" pitchFamily="2" charset="-79"/>
              </a:rPr>
              <a:t>4 parts </a:t>
            </a:r>
            <a:r>
              <a:rPr lang="en-US" sz="4000" dirty="0" smtClean="0">
                <a:latin typeface="Aharoni" panose="02010803020104030203" pitchFamily="2" charset="-79"/>
                <a:cs typeface="Aharoni" panose="02010803020104030203" pitchFamily="2" charset="-79"/>
              </a:rPr>
              <a:t>called </a:t>
            </a:r>
            <a:r>
              <a:rPr lang="en-US" sz="4000" b="1" u="sng" dirty="0" smtClean="0">
                <a:solidFill>
                  <a:srgbClr val="FF0000"/>
                </a:solidFill>
                <a:latin typeface="Aharoni" panose="02010803020104030203" pitchFamily="2" charset="-79"/>
                <a:cs typeface="Aharoni" panose="02010803020104030203" pitchFamily="2" charset="-79"/>
              </a:rPr>
              <a:t>quartiles</a:t>
            </a:r>
            <a:r>
              <a:rPr lang="en-US" sz="4000" dirty="0" smtClean="0">
                <a:latin typeface="Aharoni" panose="02010803020104030203" pitchFamily="2" charset="-79"/>
                <a:cs typeface="Aharoni" panose="02010803020104030203" pitchFamily="2" charset="-79"/>
              </a:rPr>
              <a:t>. Each quartile represents </a:t>
            </a:r>
            <a:r>
              <a:rPr lang="en-US" sz="4000" b="1" u="sng" dirty="0" smtClean="0">
                <a:solidFill>
                  <a:srgbClr val="FF0000"/>
                </a:solidFill>
                <a:latin typeface="Aharoni" panose="02010803020104030203" pitchFamily="2" charset="-79"/>
                <a:cs typeface="Aharoni" panose="02010803020104030203" pitchFamily="2" charset="-79"/>
              </a:rPr>
              <a:t>25%</a:t>
            </a:r>
            <a:r>
              <a:rPr lang="en-US" sz="4000" b="1" dirty="0" smtClean="0">
                <a:solidFill>
                  <a:srgbClr val="FF0000"/>
                </a:solidFill>
                <a:latin typeface="Aharoni" panose="02010803020104030203" pitchFamily="2" charset="-79"/>
                <a:cs typeface="Aharoni" panose="02010803020104030203" pitchFamily="2" charset="-79"/>
              </a:rPr>
              <a:t> </a:t>
            </a:r>
            <a:r>
              <a:rPr lang="en-US" sz="4000" dirty="0" smtClean="0">
                <a:latin typeface="Aharoni" panose="02010803020104030203" pitchFamily="2" charset="-79"/>
                <a:cs typeface="Aharoni" panose="02010803020104030203" pitchFamily="2" charset="-79"/>
              </a:rPr>
              <a:t>of the data.</a:t>
            </a:r>
          </a:p>
          <a:p>
            <a:pPr algn="ctr"/>
            <a:endParaRPr lang="en-US" sz="2800" dirty="0" smtClean="0"/>
          </a:p>
          <a:p>
            <a:pPr algn="ctr"/>
            <a:endParaRPr lang="en-US" sz="2800" dirty="0" smtClean="0"/>
          </a:p>
          <a:p>
            <a:pPr algn="ctr"/>
            <a:endParaRPr lang="en-US" sz="2800" dirty="0" smtClean="0"/>
          </a:p>
          <a:p>
            <a:pPr algn="ctr"/>
            <a:endParaRPr lang="en-US" sz="2800" dirty="0" smtClean="0"/>
          </a:p>
          <a:p>
            <a:pPr algn="ctr"/>
            <a:endParaRPr lang="en-US" sz="2800" dirty="0" smtClean="0"/>
          </a:p>
          <a:p>
            <a:pPr algn="ctr"/>
            <a:endParaRPr lang="en-US" sz="2800" dirty="0" smtClean="0"/>
          </a:p>
          <a:p>
            <a:pPr algn="ctr"/>
            <a:endParaRPr lang="en-US" sz="2800" dirty="0" smtClean="0"/>
          </a:p>
          <a:p>
            <a:pPr algn="ctr"/>
            <a:endParaRPr lang="en-US" sz="2800" dirty="0" smtClean="0"/>
          </a:p>
          <a:p>
            <a:pPr algn="ctr"/>
            <a:endParaRPr lang="en-US" sz="2800" dirty="0" smtClean="0"/>
          </a:p>
          <a:p>
            <a:pPr algn="ctr"/>
            <a:endParaRPr lang="en-US" sz="2800" dirty="0" smtClean="0"/>
          </a:p>
          <a:p>
            <a:pPr algn="ctr"/>
            <a:endParaRPr lang="en-US" sz="2800" dirty="0" smtClean="0"/>
          </a:p>
          <a:p>
            <a:pPr algn="ctr"/>
            <a:endParaRPr lang="en-US" sz="2800" dirty="0" smtClean="0"/>
          </a:p>
          <a:p>
            <a:pPr algn="ctr"/>
            <a:endParaRPr lang="en-US" sz="2800" dirty="0" smtClean="0"/>
          </a:p>
          <a:p>
            <a:pPr marL="514350" indent="-514350" algn="ctr"/>
            <a:endParaRPr 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0"/>
            <a:ext cx="9144000" cy="7971413"/>
          </a:xfrm>
          <a:prstGeom prst="rect">
            <a:avLst/>
          </a:prstGeom>
          <a:noFill/>
        </p:spPr>
        <p:txBody>
          <a:bodyPr wrap="square" rtlCol="0">
            <a:spAutoFit/>
          </a:bodyPr>
          <a:lstStyle/>
          <a:p>
            <a:pPr algn="ctr"/>
            <a:endParaRPr lang="en-US" sz="4000" b="1" dirty="0" smtClean="0">
              <a:solidFill>
                <a:schemeClr val="bg1"/>
              </a:solidFill>
            </a:endParaRPr>
          </a:p>
          <a:p>
            <a:pPr algn="ctr"/>
            <a:r>
              <a:rPr lang="en-US" sz="4000" b="1" dirty="0" smtClean="0">
                <a:solidFill>
                  <a:schemeClr val="bg1"/>
                </a:solidFill>
              </a:rPr>
              <a:t>NEW VOCABULARY</a:t>
            </a:r>
          </a:p>
          <a:p>
            <a:pPr algn="ctr"/>
            <a:endParaRPr lang="en-US" sz="4000" dirty="0" smtClean="0"/>
          </a:p>
          <a:p>
            <a:pPr algn="ctr"/>
            <a:endParaRPr lang="en-US" sz="2800" dirty="0" smtClean="0"/>
          </a:p>
          <a:p>
            <a:pPr algn="ctr"/>
            <a:endParaRPr lang="en-US" sz="2800" dirty="0" smtClean="0"/>
          </a:p>
          <a:p>
            <a:pPr algn="ctr"/>
            <a:endParaRPr lang="en-US" sz="2800" dirty="0" smtClean="0"/>
          </a:p>
          <a:p>
            <a:pPr algn="ctr"/>
            <a:endParaRPr lang="en-US" sz="2800" dirty="0" smtClean="0"/>
          </a:p>
          <a:p>
            <a:pPr algn="ctr"/>
            <a:endParaRPr lang="en-US" sz="2800" dirty="0" smtClean="0"/>
          </a:p>
          <a:p>
            <a:pPr algn="ctr"/>
            <a:endParaRPr lang="en-US" sz="2800" dirty="0" smtClean="0"/>
          </a:p>
          <a:p>
            <a:pPr algn="ctr"/>
            <a:endParaRPr lang="en-US" sz="2800" dirty="0" smtClean="0"/>
          </a:p>
          <a:p>
            <a:pPr algn="ctr"/>
            <a:endParaRPr lang="en-US" sz="2800" dirty="0" smtClean="0"/>
          </a:p>
          <a:p>
            <a:pPr algn="ctr"/>
            <a:endParaRPr lang="en-US" sz="2800" dirty="0" smtClean="0"/>
          </a:p>
          <a:p>
            <a:pPr algn="ctr"/>
            <a:endParaRPr lang="en-US" sz="2800" dirty="0" smtClean="0"/>
          </a:p>
          <a:p>
            <a:pPr algn="ctr"/>
            <a:endParaRPr lang="en-US" sz="2800" dirty="0" smtClean="0"/>
          </a:p>
          <a:p>
            <a:pPr algn="ctr"/>
            <a:endParaRPr lang="en-US" sz="2800" dirty="0" smtClean="0"/>
          </a:p>
          <a:p>
            <a:pPr algn="ctr"/>
            <a:endParaRPr lang="en-US" sz="2800" dirty="0" smtClean="0"/>
          </a:p>
          <a:p>
            <a:pPr marL="514350" indent="-514350" algn="ctr"/>
            <a:endParaRPr lang="en-US" sz="2800" dirty="0"/>
          </a:p>
        </p:txBody>
      </p:sp>
      <p:sp>
        <p:nvSpPr>
          <p:cNvPr id="3" name="Rectangle 2"/>
          <p:cNvSpPr/>
          <p:nvPr/>
        </p:nvSpPr>
        <p:spPr>
          <a:xfrm>
            <a:off x="228600" y="1600200"/>
            <a:ext cx="8915400" cy="4832092"/>
          </a:xfrm>
          <a:prstGeom prst="rect">
            <a:avLst/>
          </a:prstGeom>
        </p:spPr>
        <p:txBody>
          <a:bodyPr wrap="square">
            <a:spAutoFit/>
          </a:bodyPr>
          <a:lstStyle/>
          <a:p>
            <a:pPr>
              <a:buClr>
                <a:srgbClr val="FF0000"/>
              </a:buClr>
              <a:buSzPct val="110000"/>
              <a:buFont typeface="Arial" pitchFamily="34" charset="0"/>
              <a:buChar char="•"/>
            </a:pPr>
            <a:r>
              <a:rPr lang="en-US" sz="2800" b="1" dirty="0" smtClean="0">
                <a:solidFill>
                  <a:srgbClr val="FF0000"/>
                </a:solidFill>
              </a:rPr>
              <a:t>    </a:t>
            </a:r>
            <a:r>
              <a:rPr lang="en-US" sz="2800" b="1" u="sng" dirty="0" smtClean="0">
                <a:solidFill>
                  <a:srgbClr val="FF0000"/>
                </a:solidFill>
              </a:rPr>
              <a:t>Median</a:t>
            </a:r>
            <a:r>
              <a:rPr lang="en-US" sz="2800" b="1" dirty="0" smtClean="0">
                <a:solidFill>
                  <a:srgbClr val="FF0000"/>
                </a:solidFill>
              </a:rPr>
              <a:t> = the middle of the data</a:t>
            </a:r>
          </a:p>
          <a:p>
            <a:pPr>
              <a:buClr>
                <a:srgbClr val="FF0000"/>
              </a:buClr>
              <a:buSzPct val="110000"/>
              <a:buFont typeface="Arial" pitchFamily="34" charset="0"/>
              <a:buChar char="•"/>
            </a:pPr>
            <a:endParaRPr lang="en-US" sz="2800" b="1" dirty="0" smtClean="0">
              <a:solidFill>
                <a:srgbClr val="FF0000"/>
              </a:solidFill>
            </a:endParaRPr>
          </a:p>
          <a:p>
            <a:pPr>
              <a:buClr>
                <a:srgbClr val="FF0000"/>
              </a:buClr>
              <a:buSzPct val="110000"/>
              <a:buFont typeface="Arial" pitchFamily="34" charset="0"/>
              <a:buChar char="•"/>
            </a:pPr>
            <a:r>
              <a:rPr lang="en-US" sz="2800" b="1" dirty="0" smtClean="0">
                <a:solidFill>
                  <a:srgbClr val="FF0000"/>
                </a:solidFill>
              </a:rPr>
              <a:t>    </a:t>
            </a:r>
            <a:r>
              <a:rPr lang="en-US" sz="2800" b="1" u="sng" dirty="0" smtClean="0">
                <a:solidFill>
                  <a:srgbClr val="FF0000"/>
                </a:solidFill>
              </a:rPr>
              <a:t>Lower Quartile </a:t>
            </a:r>
            <a:r>
              <a:rPr lang="en-US" sz="2800" b="1" dirty="0" smtClean="0">
                <a:solidFill>
                  <a:srgbClr val="FF0000"/>
                </a:solidFill>
              </a:rPr>
              <a:t>= the middle of the </a:t>
            </a:r>
          </a:p>
          <a:p>
            <a:pPr>
              <a:buClr>
                <a:srgbClr val="FF0000"/>
              </a:buClr>
              <a:buSzPct val="110000"/>
            </a:pPr>
            <a:r>
              <a:rPr lang="en-US" sz="2800" b="1" dirty="0" smtClean="0">
                <a:solidFill>
                  <a:srgbClr val="FF0000"/>
                </a:solidFill>
              </a:rPr>
              <a:t>                                 lower half of data</a:t>
            </a:r>
          </a:p>
          <a:p>
            <a:pPr>
              <a:buClr>
                <a:srgbClr val="FF0000"/>
              </a:buClr>
              <a:buSzPct val="110000"/>
              <a:buFont typeface="Arial" pitchFamily="34" charset="0"/>
              <a:buChar char="•"/>
            </a:pPr>
            <a:endParaRPr lang="en-US" sz="2800" b="1" dirty="0" smtClean="0">
              <a:solidFill>
                <a:srgbClr val="FF0000"/>
              </a:solidFill>
            </a:endParaRPr>
          </a:p>
          <a:p>
            <a:pPr>
              <a:buClr>
                <a:srgbClr val="FF0000"/>
              </a:buClr>
              <a:buSzPct val="110000"/>
              <a:buFont typeface="Arial" pitchFamily="34" charset="0"/>
              <a:buChar char="•"/>
            </a:pPr>
            <a:r>
              <a:rPr lang="en-US" sz="2800" b="1" dirty="0" smtClean="0">
                <a:solidFill>
                  <a:srgbClr val="FF0000"/>
                </a:solidFill>
              </a:rPr>
              <a:t>    </a:t>
            </a:r>
            <a:r>
              <a:rPr lang="en-US" sz="2800" b="1" u="sng" dirty="0" smtClean="0">
                <a:solidFill>
                  <a:srgbClr val="FF0000"/>
                </a:solidFill>
              </a:rPr>
              <a:t>Upper Quartile </a:t>
            </a:r>
            <a:r>
              <a:rPr lang="en-US" sz="2800" b="1" dirty="0" smtClean="0">
                <a:solidFill>
                  <a:srgbClr val="FF0000"/>
                </a:solidFill>
              </a:rPr>
              <a:t>= the middle of the</a:t>
            </a:r>
          </a:p>
          <a:p>
            <a:pPr>
              <a:buClr>
                <a:srgbClr val="FF0000"/>
              </a:buClr>
              <a:buSzPct val="110000"/>
            </a:pPr>
            <a:r>
              <a:rPr lang="en-US" sz="2800" b="1" dirty="0" smtClean="0">
                <a:solidFill>
                  <a:srgbClr val="FF0000"/>
                </a:solidFill>
              </a:rPr>
              <a:t>                                 upper half of data</a:t>
            </a:r>
          </a:p>
          <a:p>
            <a:pPr>
              <a:buClr>
                <a:srgbClr val="FF0000"/>
              </a:buClr>
              <a:buSzPct val="110000"/>
              <a:buFont typeface="Arial" pitchFamily="34" charset="0"/>
              <a:buChar char="•"/>
            </a:pPr>
            <a:endParaRPr lang="en-US" sz="2800" b="1" dirty="0" smtClean="0">
              <a:solidFill>
                <a:srgbClr val="FF0000"/>
              </a:solidFill>
            </a:endParaRPr>
          </a:p>
          <a:p>
            <a:pPr>
              <a:buClr>
                <a:srgbClr val="FF0000"/>
              </a:buClr>
              <a:buSzPct val="110000"/>
              <a:buFont typeface="Arial" pitchFamily="34" charset="0"/>
              <a:buChar char="•"/>
            </a:pPr>
            <a:r>
              <a:rPr lang="en-US" sz="2800" b="1" dirty="0" smtClean="0">
                <a:solidFill>
                  <a:srgbClr val="FF0000"/>
                </a:solidFill>
              </a:rPr>
              <a:t>    </a:t>
            </a:r>
            <a:r>
              <a:rPr lang="en-US" sz="2800" b="1" u="sng" dirty="0" smtClean="0">
                <a:solidFill>
                  <a:srgbClr val="FF0000"/>
                </a:solidFill>
              </a:rPr>
              <a:t>Lower Extreme </a:t>
            </a:r>
            <a:r>
              <a:rPr lang="en-US" sz="2800" b="1" dirty="0" smtClean="0">
                <a:solidFill>
                  <a:srgbClr val="FF0000"/>
                </a:solidFill>
              </a:rPr>
              <a:t>= lowest number</a:t>
            </a:r>
          </a:p>
          <a:p>
            <a:pPr>
              <a:buClr>
                <a:srgbClr val="FF0000"/>
              </a:buClr>
              <a:buSzPct val="110000"/>
              <a:buFont typeface="Arial" pitchFamily="34" charset="0"/>
              <a:buChar char="•"/>
            </a:pPr>
            <a:endParaRPr lang="en-US" sz="2800" b="1" dirty="0" smtClean="0">
              <a:solidFill>
                <a:srgbClr val="FF0000"/>
              </a:solidFill>
            </a:endParaRPr>
          </a:p>
          <a:p>
            <a:pPr>
              <a:buClr>
                <a:srgbClr val="FF0000"/>
              </a:buClr>
              <a:buSzPct val="110000"/>
              <a:buFont typeface="Arial" pitchFamily="34" charset="0"/>
              <a:buChar char="•"/>
            </a:pPr>
            <a:r>
              <a:rPr lang="en-US" sz="2800" b="1" dirty="0" smtClean="0">
                <a:solidFill>
                  <a:srgbClr val="FF0000"/>
                </a:solidFill>
              </a:rPr>
              <a:t>    </a:t>
            </a:r>
            <a:r>
              <a:rPr lang="en-US" sz="2800" b="1" u="sng" dirty="0" smtClean="0">
                <a:solidFill>
                  <a:srgbClr val="FF0000"/>
                </a:solidFill>
              </a:rPr>
              <a:t>Upper Extreme </a:t>
            </a:r>
            <a:r>
              <a:rPr lang="en-US" sz="2800" b="1" dirty="0" smtClean="0">
                <a:solidFill>
                  <a:srgbClr val="FF0000"/>
                </a:solidFill>
              </a:rPr>
              <a:t>= highest number</a:t>
            </a:r>
            <a:endParaRPr lang="en-US" sz="2800" b="1" dirty="0">
              <a:solidFill>
                <a:srgbClr val="FF0000"/>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3"/>
          <p:cNvSpPr>
            <a:spLocks noGrp="1" noChangeArrowheads="1"/>
          </p:cNvSpPr>
          <p:nvPr>
            <p:ph idx="1"/>
          </p:nvPr>
        </p:nvSpPr>
        <p:spPr>
          <a:xfrm>
            <a:off x="457200" y="1752600"/>
            <a:ext cx="8229600" cy="4525963"/>
          </a:xfrm>
        </p:spPr>
        <p:txBody>
          <a:bodyPr>
            <a:normAutofit lnSpcReduction="10000"/>
          </a:bodyPr>
          <a:lstStyle/>
          <a:p>
            <a:pPr>
              <a:lnSpc>
                <a:spcPct val="80000"/>
              </a:lnSpc>
            </a:pPr>
            <a:r>
              <a:rPr lang="en-US" altLang="en-US" sz="2800" b="1" dirty="0"/>
              <a:t>A box-and-whisker plot can be useful for handling many data values. </a:t>
            </a:r>
            <a:endParaRPr lang="en-US" altLang="en-US" sz="2800" b="1" dirty="0" smtClean="0"/>
          </a:p>
          <a:p>
            <a:pPr marL="0" indent="0">
              <a:lnSpc>
                <a:spcPct val="80000"/>
              </a:lnSpc>
              <a:buNone/>
            </a:pPr>
            <a:endParaRPr lang="en-US" altLang="en-US" sz="2800" b="1" dirty="0"/>
          </a:p>
          <a:p>
            <a:pPr>
              <a:lnSpc>
                <a:spcPct val="80000"/>
              </a:lnSpc>
            </a:pPr>
            <a:r>
              <a:rPr lang="en-US" altLang="en-US" sz="2800" b="1" dirty="0"/>
              <a:t>They allow people to explore data and to draw informal conclusions when two or more variables are present. </a:t>
            </a:r>
            <a:endParaRPr lang="en-US" altLang="en-US" sz="2800" b="1" dirty="0" smtClean="0"/>
          </a:p>
          <a:p>
            <a:pPr marL="0" indent="0">
              <a:lnSpc>
                <a:spcPct val="80000"/>
              </a:lnSpc>
              <a:buNone/>
            </a:pPr>
            <a:endParaRPr lang="en-US" altLang="en-US" sz="2800" b="1" dirty="0"/>
          </a:p>
          <a:p>
            <a:pPr>
              <a:lnSpc>
                <a:spcPct val="80000"/>
              </a:lnSpc>
            </a:pPr>
            <a:r>
              <a:rPr lang="en-US" altLang="en-US" sz="2800" b="1" dirty="0"/>
              <a:t>It shows only certain statistics rather than all the data. </a:t>
            </a:r>
            <a:endParaRPr lang="en-US" altLang="en-US" sz="2800" b="1" dirty="0" smtClean="0"/>
          </a:p>
          <a:p>
            <a:pPr marL="0" indent="0">
              <a:lnSpc>
                <a:spcPct val="80000"/>
              </a:lnSpc>
              <a:buNone/>
            </a:pPr>
            <a:endParaRPr lang="en-US" altLang="en-US" sz="2800" b="1" dirty="0"/>
          </a:p>
          <a:p>
            <a:pPr>
              <a:lnSpc>
                <a:spcPct val="80000"/>
              </a:lnSpc>
            </a:pPr>
            <a:r>
              <a:rPr lang="en-US" altLang="en-US" sz="2800" b="1" dirty="0"/>
              <a:t>Box and whisker plots consists of the median, the quartiles, and the smallest and greatest values in the distribution. </a:t>
            </a:r>
          </a:p>
          <a:p>
            <a:pPr>
              <a:lnSpc>
                <a:spcPct val="80000"/>
              </a:lnSpc>
              <a:buFontTx/>
              <a:buNone/>
            </a:pPr>
            <a:endParaRPr lang="en-US" altLang="en-US" sz="2800" dirty="0"/>
          </a:p>
        </p:txBody>
      </p:sp>
      <p:sp>
        <p:nvSpPr>
          <p:cNvPr id="14338" name="Rectangle 2"/>
          <p:cNvSpPr>
            <a:spLocks noGrp="1" noChangeArrowheads="1"/>
          </p:cNvSpPr>
          <p:nvPr>
            <p:ph type="title"/>
          </p:nvPr>
        </p:nvSpPr>
        <p:spPr/>
        <p:txBody>
          <a:bodyPr/>
          <a:lstStyle/>
          <a:p>
            <a:r>
              <a:rPr lang="en-US" altLang="en-US" b="1" dirty="0"/>
              <a:t>Introduction</a:t>
            </a:r>
          </a:p>
        </p:txBody>
      </p:sp>
    </p:spTree>
    <p:extLst>
      <p:ext uri="{BB962C8B-B14F-4D97-AF65-F5344CB8AC3E}">
        <p14:creationId xmlns:p14="http://schemas.microsoft.com/office/powerpoint/2010/main" val="1431628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33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33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33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Grp="1" noChangeArrowheads="1"/>
          </p:cNvSpPr>
          <p:nvPr>
            <p:ph idx="1"/>
          </p:nvPr>
        </p:nvSpPr>
        <p:spPr>
          <a:xfrm>
            <a:off x="0" y="1600200"/>
            <a:ext cx="9525000" cy="2895600"/>
          </a:xfrm>
        </p:spPr>
        <p:txBody>
          <a:bodyPr>
            <a:normAutofit/>
          </a:bodyPr>
          <a:lstStyle/>
          <a:p>
            <a:pPr marL="0" indent="0">
              <a:lnSpc>
                <a:spcPct val="80000"/>
              </a:lnSpc>
              <a:buNone/>
            </a:pPr>
            <a:r>
              <a:rPr lang="en-US" altLang="en-US" sz="4000" b="1" u="sng" dirty="0" smtClean="0">
                <a:solidFill>
                  <a:srgbClr val="C00000"/>
                </a:solidFill>
              </a:rPr>
              <a:t>Step 1: Order Data</a:t>
            </a:r>
            <a:endParaRPr lang="en-US" altLang="en-US" sz="4000" b="1" u="sng" dirty="0">
              <a:solidFill>
                <a:srgbClr val="C00000"/>
              </a:solidFill>
            </a:endParaRPr>
          </a:p>
          <a:p>
            <a:pPr marL="0" indent="0">
              <a:lnSpc>
                <a:spcPct val="80000"/>
              </a:lnSpc>
              <a:buNone/>
            </a:pPr>
            <a:r>
              <a:rPr lang="en-US" altLang="en-US" sz="2400" b="1" dirty="0" smtClean="0">
                <a:latin typeface="Arial" panose="020B0604020202020204" pitchFamily="34" charset="0"/>
                <a:cs typeface="Arial" panose="020B0604020202020204" pitchFamily="34" charset="0"/>
              </a:rPr>
              <a:t>Put </a:t>
            </a:r>
            <a:r>
              <a:rPr lang="en-US" altLang="en-US" sz="2400" b="1" dirty="0">
                <a:latin typeface="Arial" panose="020B0604020202020204" pitchFamily="34" charset="0"/>
                <a:cs typeface="Arial" panose="020B0604020202020204" pitchFamily="34" charset="0"/>
              </a:rPr>
              <a:t>your </a:t>
            </a:r>
            <a:r>
              <a:rPr lang="en-US" altLang="en-US" sz="2400" b="1" dirty="0" smtClean="0">
                <a:latin typeface="Arial" panose="020B0604020202020204" pitchFamily="34" charset="0"/>
                <a:cs typeface="Arial" panose="020B0604020202020204" pitchFamily="34" charset="0"/>
              </a:rPr>
              <a:t>data </a:t>
            </a:r>
            <a:r>
              <a:rPr lang="en-US" altLang="en-US" sz="2400" b="1" dirty="0">
                <a:latin typeface="Arial" panose="020B0604020202020204" pitchFamily="34" charset="0"/>
                <a:cs typeface="Arial" panose="020B0604020202020204" pitchFamily="34" charset="0"/>
              </a:rPr>
              <a:t>in increasing numerical </a:t>
            </a:r>
            <a:r>
              <a:rPr lang="en-US" altLang="en-US" sz="2400" b="1" dirty="0" smtClean="0">
                <a:latin typeface="Arial" panose="020B0604020202020204" pitchFamily="34" charset="0"/>
                <a:cs typeface="Arial" panose="020B0604020202020204" pitchFamily="34" charset="0"/>
              </a:rPr>
              <a:t>order.</a:t>
            </a:r>
            <a:r>
              <a:rPr lang="en-US" altLang="en-US" sz="2400" b="1" dirty="0">
                <a:latin typeface="Arial" panose="020B0604020202020204" pitchFamily="34" charset="0"/>
                <a:cs typeface="Arial" panose="020B0604020202020204" pitchFamily="34" charset="0"/>
              </a:rPr>
              <a:t/>
            </a:r>
            <a:br>
              <a:rPr lang="en-US" altLang="en-US" sz="2400" b="1" dirty="0">
                <a:latin typeface="Arial" panose="020B0604020202020204" pitchFamily="34" charset="0"/>
                <a:cs typeface="Arial" panose="020B0604020202020204" pitchFamily="34" charset="0"/>
              </a:rPr>
            </a:br>
            <a:r>
              <a:rPr lang="en-US" altLang="en-US" sz="2400" b="1" dirty="0">
                <a:latin typeface="Arial" panose="020B0604020202020204" pitchFamily="34" charset="0"/>
                <a:cs typeface="Arial" panose="020B0604020202020204" pitchFamily="34" charset="0"/>
              </a:rPr>
              <a:t> </a:t>
            </a:r>
            <a:br>
              <a:rPr lang="en-US" altLang="en-US" sz="2400" b="1" dirty="0">
                <a:latin typeface="Arial" panose="020B0604020202020204" pitchFamily="34" charset="0"/>
                <a:cs typeface="Arial" panose="020B0604020202020204" pitchFamily="34" charset="0"/>
              </a:rPr>
            </a:br>
            <a:r>
              <a:rPr lang="en-US" altLang="en-US" sz="2400" b="1" dirty="0">
                <a:latin typeface="Arial" panose="020B0604020202020204" pitchFamily="34" charset="0"/>
                <a:cs typeface="Arial" panose="020B0604020202020204" pitchFamily="34" charset="0"/>
              </a:rPr>
              <a:t/>
            </a:r>
            <a:br>
              <a:rPr lang="en-US" altLang="en-US" sz="2400" b="1" dirty="0">
                <a:latin typeface="Arial" panose="020B0604020202020204" pitchFamily="34" charset="0"/>
                <a:cs typeface="Arial" panose="020B0604020202020204" pitchFamily="34" charset="0"/>
              </a:rPr>
            </a:br>
            <a:r>
              <a:rPr lang="en-US" altLang="en-US" sz="2400" b="1" dirty="0">
                <a:latin typeface="Arial" panose="020B0604020202020204" pitchFamily="34" charset="0"/>
                <a:cs typeface="Arial" panose="020B0604020202020204" pitchFamily="34" charset="0"/>
              </a:rPr>
              <a:t>Example:</a:t>
            </a:r>
            <a:br>
              <a:rPr lang="en-US" altLang="en-US" sz="2400" b="1" dirty="0">
                <a:latin typeface="Arial" panose="020B0604020202020204" pitchFamily="34" charset="0"/>
                <a:cs typeface="Arial" panose="020B0604020202020204" pitchFamily="34" charset="0"/>
              </a:rPr>
            </a:br>
            <a:r>
              <a:rPr lang="en-US" altLang="en-US" sz="2400" b="1" dirty="0">
                <a:latin typeface="Arial" panose="020B0604020202020204" pitchFamily="34" charset="0"/>
                <a:cs typeface="Arial" panose="020B0604020202020204" pitchFamily="34" charset="0"/>
              </a:rPr>
              <a:t/>
            </a:r>
            <a:br>
              <a:rPr lang="en-US" altLang="en-US" sz="2400" b="1" dirty="0">
                <a:latin typeface="Arial" panose="020B0604020202020204" pitchFamily="34" charset="0"/>
                <a:cs typeface="Arial" panose="020B0604020202020204" pitchFamily="34" charset="0"/>
              </a:rPr>
            </a:br>
            <a:r>
              <a:rPr lang="en-US" altLang="en-US" sz="2400" b="1" dirty="0">
                <a:latin typeface="Arial" panose="020B0604020202020204" pitchFamily="34" charset="0"/>
                <a:cs typeface="Arial" panose="020B0604020202020204" pitchFamily="34" charset="0"/>
              </a:rPr>
              <a:t>100, 27, 34, 54, 59, 18, 52, 61, 78, 68, 82, 87, 85, 93, </a:t>
            </a:r>
            <a:r>
              <a:rPr lang="en-US" altLang="en-US" sz="2400" b="1" dirty="0" smtClean="0">
                <a:latin typeface="Arial" panose="020B0604020202020204" pitchFamily="34" charset="0"/>
                <a:cs typeface="Arial" panose="020B0604020202020204" pitchFamily="34" charset="0"/>
              </a:rPr>
              <a:t>91 </a:t>
            </a:r>
            <a:r>
              <a:rPr lang="en-US" altLang="en-US" sz="2400" b="1" dirty="0"/>
              <a:t/>
            </a:r>
            <a:br>
              <a:rPr lang="en-US" altLang="en-US" sz="2400" b="1" dirty="0"/>
            </a:br>
            <a:r>
              <a:rPr lang="en-US" altLang="en-US" sz="2400" b="1" dirty="0"/>
              <a:t/>
            </a:r>
            <a:br>
              <a:rPr lang="en-US" altLang="en-US" sz="2400" b="1" dirty="0"/>
            </a:br>
            <a:endParaRPr lang="en-US" altLang="en-US" sz="1600" dirty="0"/>
          </a:p>
        </p:txBody>
      </p:sp>
      <p:sp>
        <p:nvSpPr>
          <p:cNvPr id="15362" name="Rectangle 2"/>
          <p:cNvSpPr>
            <a:spLocks noGrp="1" noChangeArrowheads="1"/>
          </p:cNvSpPr>
          <p:nvPr>
            <p:ph type="title"/>
          </p:nvPr>
        </p:nvSpPr>
        <p:spPr>
          <a:xfrm>
            <a:off x="0" y="274638"/>
            <a:ext cx="9144000" cy="1143000"/>
          </a:xfrm>
        </p:spPr>
        <p:txBody>
          <a:bodyPr>
            <a:normAutofit/>
          </a:bodyPr>
          <a:lstStyle/>
          <a:p>
            <a:r>
              <a:rPr lang="en-US" altLang="en-US" dirty="0"/>
              <a:t>How to make a </a:t>
            </a:r>
            <a:r>
              <a:rPr lang="en-US" altLang="en-US" dirty="0" smtClean="0"/>
              <a:t>Box </a:t>
            </a:r>
            <a:r>
              <a:rPr lang="en-US" altLang="en-US" dirty="0"/>
              <a:t>and Whisker Plot</a:t>
            </a:r>
          </a:p>
        </p:txBody>
      </p:sp>
      <p:sp>
        <p:nvSpPr>
          <p:cNvPr id="2" name="Rectangle 1"/>
          <p:cNvSpPr/>
          <p:nvPr/>
        </p:nvSpPr>
        <p:spPr>
          <a:xfrm>
            <a:off x="19050" y="4724400"/>
            <a:ext cx="9144000" cy="1027974"/>
          </a:xfrm>
          <a:prstGeom prst="rect">
            <a:avLst/>
          </a:prstGeom>
        </p:spPr>
        <p:txBody>
          <a:bodyPr wrap="square">
            <a:spAutoFit/>
          </a:bodyPr>
          <a:lstStyle/>
          <a:p>
            <a:pPr>
              <a:lnSpc>
                <a:spcPct val="80000"/>
              </a:lnSpc>
            </a:pPr>
            <a:r>
              <a:rPr lang="en-US" altLang="en-US" sz="2400" b="1" dirty="0" smtClean="0"/>
              <a:t>In order from least to greatest….</a:t>
            </a:r>
            <a:r>
              <a:rPr lang="en-US" altLang="en-US" sz="2400" b="1" dirty="0"/>
              <a:t/>
            </a:r>
            <a:br>
              <a:rPr lang="en-US" altLang="en-US" sz="2400" b="1" dirty="0"/>
            </a:br>
            <a:r>
              <a:rPr lang="en-US" altLang="en-US" sz="2400" b="1" dirty="0"/>
              <a:t/>
            </a:r>
            <a:br>
              <a:rPr lang="en-US" altLang="en-US" sz="2400" b="1" dirty="0"/>
            </a:br>
            <a:r>
              <a:rPr lang="en-US" altLang="en-US" sz="2800" b="1" dirty="0"/>
              <a:t>18, 27, 34, 52, 54, 59, 61, 68, 78, 82, 85, 87, 91, 93, 100</a:t>
            </a:r>
          </a:p>
        </p:txBody>
      </p:sp>
    </p:spTree>
    <p:extLst>
      <p:ext uri="{BB962C8B-B14F-4D97-AF65-F5344CB8AC3E}">
        <p14:creationId xmlns:p14="http://schemas.microsoft.com/office/powerpoint/2010/main" val="4252065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idx="1"/>
          </p:nvPr>
        </p:nvSpPr>
        <p:spPr>
          <a:xfrm>
            <a:off x="38100" y="2309018"/>
            <a:ext cx="8686800" cy="4525963"/>
          </a:xfrm>
        </p:spPr>
        <p:txBody>
          <a:bodyPr>
            <a:normAutofit/>
          </a:bodyPr>
          <a:lstStyle/>
          <a:p>
            <a:pPr marL="0" indent="0">
              <a:buNone/>
            </a:pPr>
            <a:r>
              <a:rPr lang="en-US" altLang="en-US" sz="2800" b="1" dirty="0"/>
              <a:t/>
            </a:r>
            <a:br>
              <a:rPr lang="en-US" altLang="en-US" sz="2800" b="1" dirty="0"/>
            </a:br>
            <a:r>
              <a:rPr lang="en-US" altLang="en-US" sz="2800" dirty="0"/>
              <a:t/>
            </a:r>
            <a:br>
              <a:rPr lang="en-US" altLang="en-US" sz="2800" dirty="0"/>
            </a:br>
            <a:endParaRPr lang="en-US" altLang="en-US" sz="2800" dirty="0"/>
          </a:p>
          <a:p>
            <a:pPr marL="0" indent="0" algn="ctr">
              <a:buNone/>
            </a:pPr>
            <a:endParaRPr lang="en-US" altLang="en-US" sz="2200" dirty="0" smtClean="0"/>
          </a:p>
          <a:p>
            <a:pPr marL="0" indent="0" algn="ctr">
              <a:buNone/>
            </a:pPr>
            <a:r>
              <a:rPr lang="en-US" altLang="en-US" sz="2200" dirty="0"/>
              <a:t/>
            </a:r>
            <a:br>
              <a:rPr lang="en-US" altLang="en-US" sz="2200" dirty="0"/>
            </a:br>
            <a:r>
              <a:rPr lang="en-US" altLang="en-US" sz="2200" b="1" dirty="0"/>
              <a:t>18, 27, 34, 52, 54, 59, 61, 68, 78, 82, 85, 87, 91, 93, </a:t>
            </a:r>
            <a:r>
              <a:rPr lang="en-US" altLang="en-US" sz="2200" b="1" dirty="0" smtClean="0"/>
              <a:t>100</a:t>
            </a:r>
            <a:endParaRPr lang="en-US" altLang="en-US" sz="2200" b="1" dirty="0"/>
          </a:p>
          <a:p>
            <a:pPr marL="0" indent="0">
              <a:buNone/>
            </a:pPr>
            <a:endParaRPr lang="en-US" altLang="en-US" sz="2800" b="1" dirty="0"/>
          </a:p>
          <a:p>
            <a:pPr marL="609600" indent="-609600">
              <a:buFontTx/>
              <a:buNone/>
            </a:pPr>
            <a:r>
              <a:rPr lang="en-US" altLang="en-US" sz="2800" b="1" dirty="0">
                <a:solidFill>
                  <a:schemeClr val="folHlink"/>
                </a:solidFill>
              </a:rPr>
              <a:t/>
            </a:r>
            <a:br>
              <a:rPr lang="en-US" altLang="en-US" sz="2800" b="1" dirty="0">
                <a:solidFill>
                  <a:schemeClr val="folHlink"/>
                </a:solidFill>
              </a:rPr>
            </a:br>
            <a:endParaRPr lang="en-US" altLang="en-US" sz="2800" dirty="0">
              <a:solidFill>
                <a:srgbClr val="C00000"/>
              </a:solidFill>
            </a:endParaRPr>
          </a:p>
        </p:txBody>
      </p:sp>
      <p:sp>
        <p:nvSpPr>
          <p:cNvPr id="19458" name="Rectangle 2"/>
          <p:cNvSpPr>
            <a:spLocks noGrp="1" noChangeArrowheads="1"/>
          </p:cNvSpPr>
          <p:nvPr>
            <p:ph type="title"/>
          </p:nvPr>
        </p:nvSpPr>
        <p:spPr>
          <a:xfrm>
            <a:off x="0" y="1447800"/>
            <a:ext cx="8229600" cy="838200"/>
          </a:xfrm>
        </p:spPr>
        <p:txBody>
          <a:bodyPr/>
          <a:lstStyle/>
          <a:p>
            <a:pPr algn="l"/>
            <a:r>
              <a:rPr lang="en-US" altLang="en-US" sz="4000" b="1" u="sng" dirty="0">
                <a:solidFill>
                  <a:srgbClr val="C00000"/>
                </a:solidFill>
              </a:rPr>
              <a:t>Step 2 </a:t>
            </a:r>
            <a:r>
              <a:rPr lang="en-US" altLang="en-US" sz="4000" b="1" u="sng" dirty="0" smtClean="0">
                <a:solidFill>
                  <a:srgbClr val="C00000"/>
                </a:solidFill>
              </a:rPr>
              <a:t>– Find the Median</a:t>
            </a:r>
            <a:endParaRPr lang="en-US" altLang="en-US" sz="4000" b="1" u="sng" dirty="0">
              <a:solidFill>
                <a:srgbClr val="C00000"/>
              </a:solidFill>
            </a:endParaRPr>
          </a:p>
        </p:txBody>
      </p:sp>
      <p:sp>
        <p:nvSpPr>
          <p:cNvPr id="19460" name="Oval 4"/>
          <p:cNvSpPr>
            <a:spLocks noChangeArrowheads="1"/>
          </p:cNvSpPr>
          <p:nvPr/>
        </p:nvSpPr>
        <p:spPr bwMode="auto">
          <a:xfrm>
            <a:off x="4019550" y="4286250"/>
            <a:ext cx="609600" cy="609600"/>
          </a:xfrm>
          <a:prstGeom prst="ellipse">
            <a:avLst/>
          </a:prstGeom>
          <a:noFill/>
          <a:ln w="5715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a:solidFill>
                <a:schemeClr val="tx2"/>
              </a:solidFill>
            </a:endParaRPr>
          </a:p>
        </p:txBody>
      </p:sp>
      <p:sp>
        <p:nvSpPr>
          <p:cNvPr id="5" name="Rectangle 2"/>
          <p:cNvSpPr txBox="1">
            <a:spLocks noChangeArrowheads="1"/>
          </p:cNvSpPr>
          <p:nvPr/>
        </p:nvSpPr>
        <p:spPr bwMode="auto">
          <a:xfrm>
            <a:off x="247650" y="400050"/>
            <a:ext cx="843915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altLang="en-US" dirty="0" smtClean="0">
                <a:solidFill>
                  <a:schemeClr val="bg1"/>
                </a:solidFill>
              </a:rPr>
              <a:t>How to make a Box &amp;Whisker Plot</a:t>
            </a:r>
            <a:endParaRPr lang="en-US" altLang="en-US" dirty="0">
              <a:solidFill>
                <a:schemeClr val="bg1"/>
              </a:solidFill>
            </a:endParaRPr>
          </a:p>
        </p:txBody>
      </p:sp>
      <p:sp>
        <p:nvSpPr>
          <p:cNvPr id="2" name="Rectangle 1"/>
          <p:cNvSpPr/>
          <p:nvPr/>
        </p:nvSpPr>
        <p:spPr>
          <a:xfrm>
            <a:off x="247650" y="2644169"/>
            <a:ext cx="8667750" cy="461665"/>
          </a:xfrm>
          <a:prstGeom prst="rect">
            <a:avLst/>
          </a:prstGeom>
        </p:spPr>
        <p:txBody>
          <a:bodyPr wrap="square">
            <a:spAutoFit/>
          </a:bodyPr>
          <a:lstStyle/>
          <a:p>
            <a:r>
              <a:rPr lang="en-US" altLang="en-US" sz="2400" b="1" i="1" dirty="0" smtClean="0">
                <a:solidFill>
                  <a:schemeClr val="tx2"/>
                </a:solidFill>
              </a:rPr>
              <a:t>*The median </a:t>
            </a:r>
            <a:r>
              <a:rPr lang="en-US" altLang="en-US" sz="2400" b="1" i="1" dirty="0">
                <a:solidFill>
                  <a:schemeClr val="tx2"/>
                </a:solidFill>
              </a:rPr>
              <a:t>is the </a:t>
            </a:r>
            <a:r>
              <a:rPr lang="en-US" altLang="en-US" sz="2400" b="1" i="1" dirty="0" smtClean="0">
                <a:solidFill>
                  <a:schemeClr val="tx2"/>
                </a:solidFill>
              </a:rPr>
              <a:t>number in </a:t>
            </a:r>
            <a:r>
              <a:rPr lang="en-US" altLang="en-US" sz="2400" b="1" i="1" dirty="0">
                <a:solidFill>
                  <a:schemeClr val="tx2"/>
                </a:solidFill>
              </a:rPr>
              <a:t>the </a:t>
            </a:r>
            <a:r>
              <a:rPr lang="en-US" altLang="en-US" sz="2400" b="1" i="1" dirty="0" smtClean="0">
                <a:solidFill>
                  <a:schemeClr val="tx2"/>
                </a:solidFill>
              </a:rPr>
              <a:t>middle of the data*</a:t>
            </a:r>
            <a:endParaRPr lang="en-US" sz="2400" b="1" i="1" dirty="0"/>
          </a:p>
        </p:txBody>
      </p:sp>
    </p:spTree>
    <p:extLst>
      <p:ext uri="{BB962C8B-B14F-4D97-AF65-F5344CB8AC3E}">
        <p14:creationId xmlns:p14="http://schemas.microsoft.com/office/powerpoint/2010/main" val="260257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46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 grpId="0"/>
      <p:bldP spid="1946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0" y="2286000"/>
            <a:ext cx="9144000" cy="4830763"/>
          </a:xfrm>
        </p:spPr>
        <p:txBody>
          <a:bodyPr>
            <a:normAutofit/>
          </a:bodyPr>
          <a:lstStyle/>
          <a:p>
            <a:pPr marL="0" indent="0">
              <a:lnSpc>
                <a:spcPct val="90000"/>
              </a:lnSpc>
              <a:buNone/>
            </a:pPr>
            <a:r>
              <a:rPr lang="en-US" altLang="en-US" sz="2800" dirty="0" smtClean="0"/>
              <a:t>	Third, </a:t>
            </a:r>
            <a:r>
              <a:rPr lang="en-US" altLang="en-US" sz="2800" dirty="0"/>
              <a:t>we </a:t>
            </a:r>
            <a:r>
              <a:rPr lang="en-US" altLang="en-US" sz="2800" dirty="0" smtClean="0"/>
              <a:t>only look at the data </a:t>
            </a:r>
            <a:r>
              <a:rPr lang="en-US" altLang="en-US" sz="2800" dirty="0"/>
              <a:t>to the left of </a:t>
            </a:r>
            <a:r>
              <a:rPr lang="en-US" altLang="en-US" sz="2800" dirty="0" smtClean="0"/>
              <a:t>	the median</a:t>
            </a:r>
          </a:p>
          <a:p>
            <a:pPr marL="0" indent="0">
              <a:lnSpc>
                <a:spcPct val="90000"/>
              </a:lnSpc>
              <a:buNone/>
            </a:pPr>
            <a:r>
              <a:rPr lang="en-US" altLang="en-US" dirty="0"/>
              <a:t/>
            </a:r>
            <a:br>
              <a:rPr lang="en-US" altLang="en-US" dirty="0"/>
            </a:br>
            <a:endParaRPr lang="en-US" altLang="en-US" dirty="0"/>
          </a:p>
          <a:p>
            <a:pPr marL="609600" indent="-609600" algn="ctr">
              <a:lnSpc>
                <a:spcPct val="90000"/>
              </a:lnSpc>
              <a:buFontTx/>
              <a:buNone/>
            </a:pPr>
            <a:r>
              <a:rPr lang="en-US" altLang="en-US" sz="2400" b="1" dirty="0"/>
              <a:t>18, 27, 34, 52, 54, 59, 61, 68, 78, 82, 85, 87, 91, 93, 100.</a:t>
            </a:r>
          </a:p>
          <a:p>
            <a:pPr marL="609600" indent="-609600">
              <a:lnSpc>
                <a:spcPct val="90000"/>
              </a:lnSpc>
              <a:buFontTx/>
              <a:buNone/>
            </a:pPr>
            <a:r>
              <a:rPr lang="en-US" altLang="en-US" sz="2400" b="1" dirty="0"/>
              <a:t>	</a:t>
            </a:r>
          </a:p>
          <a:p>
            <a:pPr marL="609600" indent="-609600">
              <a:lnSpc>
                <a:spcPct val="90000"/>
              </a:lnSpc>
              <a:buFontTx/>
              <a:buNone/>
            </a:pPr>
            <a:r>
              <a:rPr lang="en-US" altLang="en-US" sz="2400" b="1" dirty="0"/>
              <a:t>	</a:t>
            </a:r>
            <a:endParaRPr lang="en-US" altLang="en-US" sz="2400" b="1" dirty="0" smtClean="0"/>
          </a:p>
          <a:p>
            <a:pPr marL="609600" indent="-609600">
              <a:lnSpc>
                <a:spcPct val="90000"/>
              </a:lnSpc>
              <a:buFontTx/>
              <a:buNone/>
            </a:pPr>
            <a:r>
              <a:rPr lang="en-US" altLang="en-US" sz="2400" b="1" dirty="0"/>
              <a:t>	</a:t>
            </a:r>
            <a:r>
              <a:rPr lang="en-US" altLang="en-US" sz="2800" dirty="0" smtClean="0"/>
              <a:t>We </a:t>
            </a:r>
            <a:r>
              <a:rPr lang="en-US" altLang="en-US" sz="2800" dirty="0"/>
              <a:t>find the median of those numbers</a:t>
            </a:r>
            <a:br>
              <a:rPr lang="en-US" altLang="en-US" sz="2800" dirty="0"/>
            </a:br>
            <a:r>
              <a:rPr lang="en-US" altLang="en-US" sz="1400" b="1" dirty="0"/>
              <a:t> </a:t>
            </a:r>
            <a:br>
              <a:rPr lang="en-US" altLang="en-US" sz="1400" b="1" dirty="0"/>
            </a:br>
            <a:endParaRPr lang="en-US" altLang="en-US" sz="1400" b="1" dirty="0"/>
          </a:p>
          <a:p>
            <a:pPr marL="609600" indent="-609600" algn="ctr">
              <a:lnSpc>
                <a:spcPct val="90000"/>
              </a:lnSpc>
              <a:buFontTx/>
              <a:buNone/>
            </a:pPr>
            <a:r>
              <a:rPr lang="en-US" altLang="en-US" sz="3600" b="1" dirty="0"/>
              <a:t>18, 27, 34, 52, 54, 59, 61</a:t>
            </a:r>
          </a:p>
          <a:p>
            <a:pPr marL="609600" indent="-609600" algn="ctr">
              <a:lnSpc>
                <a:spcPct val="90000"/>
              </a:lnSpc>
              <a:buFontTx/>
              <a:buNone/>
            </a:pPr>
            <a:endParaRPr lang="en-US" altLang="en-US" sz="1400" b="1" dirty="0"/>
          </a:p>
        </p:txBody>
      </p:sp>
      <p:sp>
        <p:nvSpPr>
          <p:cNvPr id="16386" name="Rectangle 2"/>
          <p:cNvSpPr>
            <a:spLocks noGrp="1" noChangeArrowheads="1"/>
          </p:cNvSpPr>
          <p:nvPr>
            <p:ph type="title"/>
          </p:nvPr>
        </p:nvSpPr>
        <p:spPr>
          <a:xfrm>
            <a:off x="76200" y="1371600"/>
            <a:ext cx="8229600" cy="1143000"/>
          </a:xfrm>
        </p:spPr>
        <p:txBody>
          <a:bodyPr/>
          <a:lstStyle/>
          <a:p>
            <a:pPr algn="l"/>
            <a:r>
              <a:rPr lang="en-US" altLang="en-US" sz="4000" b="1" u="sng" dirty="0">
                <a:solidFill>
                  <a:srgbClr val="C00000"/>
                </a:solidFill>
              </a:rPr>
              <a:t>Step 3 – Lower Quartile</a:t>
            </a:r>
          </a:p>
        </p:txBody>
      </p:sp>
      <p:sp>
        <p:nvSpPr>
          <p:cNvPr id="16389" name="Oval 5"/>
          <p:cNvSpPr>
            <a:spLocks noChangeArrowheads="1"/>
          </p:cNvSpPr>
          <p:nvPr/>
        </p:nvSpPr>
        <p:spPr bwMode="auto">
          <a:xfrm>
            <a:off x="4162425" y="3571875"/>
            <a:ext cx="609600" cy="704850"/>
          </a:xfrm>
          <a:prstGeom prst="ellipse">
            <a:avLst/>
          </a:prstGeom>
          <a:noFill/>
          <a:ln w="5715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90" name="Oval 6"/>
          <p:cNvSpPr>
            <a:spLocks noChangeArrowheads="1"/>
          </p:cNvSpPr>
          <p:nvPr/>
        </p:nvSpPr>
        <p:spPr bwMode="auto">
          <a:xfrm>
            <a:off x="-28575" y="3400425"/>
            <a:ext cx="4191000" cy="11049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91" name="Line 7"/>
          <p:cNvSpPr>
            <a:spLocks noChangeShapeType="1"/>
          </p:cNvSpPr>
          <p:nvPr/>
        </p:nvSpPr>
        <p:spPr bwMode="auto">
          <a:xfrm flipH="1">
            <a:off x="247650" y="4276725"/>
            <a:ext cx="379095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3" name="Oval 9"/>
          <p:cNvSpPr>
            <a:spLocks noChangeArrowheads="1"/>
          </p:cNvSpPr>
          <p:nvPr/>
        </p:nvSpPr>
        <p:spPr bwMode="auto">
          <a:xfrm>
            <a:off x="4219575" y="5772150"/>
            <a:ext cx="762000" cy="742950"/>
          </a:xfrm>
          <a:prstGeom prst="ellipse">
            <a:avLst/>
          </a:prstGeom>
          <a:noFill/>
          <a:ln w="57150">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Rectangle 2"/>
          <p:cNvSpPr txBox="1">
            <a:spLocks noChangeArrowheads="1"/>
          </p:cNvSpPr>
          <p:nvPr/>
        </p:nvSpPr>
        <p:spPr bwMode="auto">
          <a:xfrm>
            <a:off x="247650" y="400050"/>
            <a:ext cx="843915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altLang="en-US" dirty="0" smtClean="0">
                <a:solidFill>
                  <a:schemeClr val="bg1"/>
                </a:solidFill>
              </a:rPr>
              <a:t>How to make a Box &amp;Whisker Plot</a:t>
            </a:r>
            <a:endParaRPr lang="en-US" altLang="en-US" dirty="0">
              <a:solidFill>
                <a:schemeClr val="bg1"/>
              </a:solidFill>
            </a:endParaRPr>
          </a:p>
        </p:txBody>
      </p:sp>
    </p:spTree>
    <p:extLst>
      <p:ext uri="{BB962C8B-B14F-4D97-AF65-F5344CB8AC3E}">
        <p14:creationId xmlns:p14="http://schemas.microsoft.com/office/powerpoint/2010/main" val="2615194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39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38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3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0" grpId="0" animBg="1"/>
      <p:bldP spid="1639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190500" y="2209800"/>
            <a:ext cx="8610600" cy="4830763"/>
          </a:xfrm>
        </p:spPr>
        <p:txBody>
          <a:bodyPr/>
          <a:lstStyle/>
          <a:p>
            <a:pPr marL="0" indent="0">
              <a:lnSpc>
                <a:spcPct val="90000"/>
              </a:lnSpc>
              <a:buNone/>
            </a:pPr>
            <a:r>
              <a:rPr lang="en-US" altLang="en-US" sz="2800" dirty="0" smtClean="0"/>
              <a:t>Third, </a:t>
            </a:r>
            <a:r>
              <a:rPr lang="en-US" altLang="en-US" sz="2800" dirty="0"/>
              <a:t>we </a:t>
            </a:r>
            <a:r>
              <a:rPr lang="en-US" altLang="en-US" sz="2800" dirty="0" smtClean="0"/>
              <a:t>only look at the data to the left of the </a:t>
            </a:r>
            <a:r>
              <a:rPr lang="en-US" altLang="en-US" sz="2800" dirty="0"/>
              <a:t>median</a:t>
            </a:r>
            <a:r>
              <a:rPr lang="en-US" altLang="en-US" dirty="0"/>
              <a:t/>
            </a:r>
            <a:br>
              <a:rPr lang="en-US" altLang="en-US" dirty="0"/>
            </a:br>
            <a:endParaRPr lang="en-US" altLang="en-US" dirty="0"/>
          </a:p>
          <a:p>
            <a:pPr marL="609600" indent="-609600" algn="ctr">
              <a:lnSpc>
                <a:spcPct val="90000"/>
              </a:lnSpc>
              <a:buFontTx/>
              <a:buNone/>
            </a:pPr>
            <a:r>
              <a:rPr lang="en-US" altLang="en-US" b="1" dirty="0"/>
              <a:t>18, 27, 34, 52, 54, 59, 61, 68, 78, 82, 85, 87, 91, 93, 100.</a:t>
            </a:r>
          </a:p>
          <a:p>
            <a:pPr marL="609600" indent="-609600">
              <a:lnSpc>
                <a:spcPct val="90000"/>
              </a:lnSpc>
              <a:buFontTx/>
              <a:buNone/>
            </a:pPr>
            <a:r>
              <a:rPr lang="en-US" altLang="en-US" sz="2400" b="1" dirty="0"/>
              <a:t>	</a:t>
            </a:r>
          </a:p>
          <a:p>
            <a:pPr marL="609600" indent="-609600">
              <a:lnSpc>
                <a:spcPct val="90000"/>
              </a:lnSpc>
              <a:buFontTx/>
              <a:buNone/>
            </a:pPr>
            <a:r>
              <a:rPr lang="en-US" altLang="en-US" sz="2400" b="1" dirty="0"/>
              <a:t>	</a:t>
            </a:r>
            <a:r>
              <a:rPr lang="en-US" altLang="en-US" sz="2800" dirty="0"/>
              <a:t>We find the median of those numbers</a:t>
            </a:r>
            <a:br>
              <a:rPr lang="en-US" altLang="en-US" sz="2800" dirty="0"/>
            </a:br>
            <a:r>
              <a:rPr lang="en-US" altLang="en-US" sz="1400" b="1" dirty="0"/>
              <a:t> </a:t>
            </a:r>
            <a:br>
              <a:rPr lang="en-US" altLang="en-US" sz="1400" b="1" dirty="0"/>
            </a:br>
            <a:endParaRPr lang="en-US" altLang="en-US" sz="1400" b="1" dirty="0"/>
          </a:p>
          <a:p>
            <a:pPr marL="609600" indent="-609600" algn="ctr">
              <a:lnSpc>
                <a:spcPct val="90000"/>
              </a:lnSpc>
              <a:buFontTx/>
              <a:buNone/>
            </a:pPr>
            <a:r>
              <a:rPr lang="en-US" altLang="en-US" sz="3600" b="1" dirty="0"/>
              <a:t>18, 27, 34, 52, 54, 59, 61</a:t>
            </a:r>
          </a:p>
          <a:p>
            <a:pPr marL="609600" indent="-609600" algn="ctr">
              <a:lnSpc>
                <a:spcPct val="90000"/>
              </a:lnSpc>
              <a:buFontTx/>
              <a:buNone/>
            </a:pPr>
            <a:endParaRPr lang="en-US" altLang="en-US" sz="1400" b="1" dirty="0"/>
          </a:p>
        </p:txBody>
      </p:sp>
      <p:sp>
        <p:nvSpPr>
          <p:cNvPr id="16386" name="Rectangle 2"/>
          <p:cNvSpPr>
            <a:spLocks noGrp="1" noChangeArrowheads="1"/>
          </p:cNvSpPr>
          <p:nvPr>
            <p:ph type="title"/>
          </p:nvPr>
        </p:nvSpPr>
        <p:spPr>
          <a:xfrm>
            <a:off x="76200" y="1295400"/>
            <a:ext cx="8229600" cy="1143000"/>
          </a:xfrm>
        </p:spPr>
        <p:txBody>
          <a:bodyPr/>
          <a:lstStyle/>
          <a:p>
            <a:pPr algn="l"/>
            <a:r>
              <a:rPr lang="en-US" altLang="en-US" sz="4000" b="1" u="sng" dirty="0">
                <a:solidFill>
                  <a:srgbClr val="C00000"/>
                </a:solidFill>
              </a:rPr>
              <a:t>Step 3 – </a:t>
            </a:r>
            <a:r>
              <a:rPr lang="en-US" altLang="en-US" sz="4000" b="1" u="sng" dirty="0" smtClean="0">
                <a:solidFill>
                  <a:srgbClr val="C00000"/>
                </a:solidFill>
              </a:rPr>
              <a:t>Lower </a:t>
            </a:r>
            <a:r>
              <a:rPr lang="en-US" altLang="en-US" sz="4000" b="1" u="sng" dirty="0">
                <a:solidFill>
                  <a:srgbClr val="C00000"/>
                </a:solidFill>
              </a:rPr>
              <a:t>Quartile</a:t>
            </a:r>
          </a:p>
        </p:txBody>
      </p:sp>
      <p:sp>
        <p:nvSpPr>
          <p:cNvPr id="16389" name="Oval 5"/>
          <p:cNvSpPr>
            <a:spLocks noChangeArrowheads="1"/>
          </p:cNvSpPr>
          <p:nvPr/>
        </p:nvSpPr>
        <p:spPr bwMode="auto">
          <a:xfrm>
            <a:off x="4076700" y="3149382"/>
            <a:ext cx="609600" cy="704850"/>
          </a:xfrm>
          <a:prstGeom prst="ellipse">
            <a:avLst/>
          </a:prstGeom>
          <a:noFill/>
          <a:ln w="5715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90" name="Oval 6"/>
          <p:cNvSpPr>
            <a:spLocks noChangeArrowheads="1"/>
          </p:cNvSpPr>
          <p:nvPr/>
        </p:nvSpPr>
        <p:spPr bwMode="auto">
          <a:xfrm>
            <a:off x="400050" y="3044607"/>
            <a:ext cx="3733800" cy="9144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91" name="Line 7"/>
          <p:cNvSpPr>
            <a:spLocks noChangeShapeType="1"/>
          </p:cNvSpPr>
          <p:nvPr/>
        </p:nvSpPr>
        <p:spPr bwMode="auto">
          <a:xfrm flipH="1">
            <a:off x="457200" y="3657600"/>
            <a:ext cx="3733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3" name="Oval 9"/>
          <p:cNvSpPr>
            <a:spLocks noChangeArrowheads="1"/>
          </p:cNvSpPr>
          <p:nvPr/>
        </p:nvSpPr>
        <p:spPr bwMode="auto">
          <a:xfrm>
            <a:off x="4114800" y="4876800"/>
            <a:ext cx="762000" cy="742950"/>
          </a:xfrm>
          <a:prstGeom prst="ellipse">
            <a:avLst/>
          </a:prstGeom>
          <a:noFill/>
          <a:ln w="57150">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4" name="Straight Arrow Connector 3"/>
          <p:cNvCxnSpPr/>
          <p:nvPr/>
        </p:nvCxnSpPr>
        <p:spPr>
          <a:xfrm flipH="1">
            <a:off x="4743450" y="2863305"/>
            <a:ext cx="1905000" cy="39391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Rectangle 2"/>
          <p:cNvSpPr txBox="1">
            <a:spLocks noChangeArrowheads="1"/>
          </p:cNvSpPr>
          <p:nvPr/>
        </p:nvSpPr>
        <p:spPr bwMode="auto">
          <a:xfrm>
            <a:off x="276225" y="285750"/>
            <a:ext cx="843915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altLang="en-US" dirty="0" smtClean="0">
                <a:solidFill>
                  <a:schemeClr val="bg1"/>
                </a:solidFill>
              </a:rPr>
              <a:t>How to make a Box &amp;Whisker Plot</a:t>
            </a:r>
            <a:endParaRPr lang="en-US" altLang="en-US" dirty="0">
              <a:solidFill>
                <a:schemeClr val="bg1"/>
              </a:solidFill>
            </a:endParaRPr>
          </a:p>
        </p:txBody>
      </p:sp>
      <p:sp>
        <p:nvSpPr>
          <p:cNvPr id="2" name="TextBox 1"/>
          <p:cNvSpPr txBox="1"/>
          <p:nvPr/>
        </p:nvSpPr>
        <p:spPr>
          <a:xfrm>
            <a:off x="5181600" y="425559"/>
            <a:ext cx="3962400" cy="1815882"/>
          </a:xfrm>
          <a:prstGeom prst="rect">
            <a:avLst/>
          </a:prstGeom>
          <a:solidFill>
            <a:schemeClr val="bg1"/>
          </a:solidFill>
          <a:ln w="28575">
            <a:solidFill>
              <a:srgbClr val="FF0000"/>
            </a:solidFill>
          </a:ln>
        </p:spPr>
        <p:txBody>
          <a:bodyPr wrap="square" rtlCol="0">
            <a:spAutoFit/>
          </a:bodyPr>
          <a:lstStyle/>
          <a:p>
            <a:r>
              <a:rPr lang="en-US" sz="2800" dirty="0" smtClean="0">
                <a:solidFill>
                  <a:srgbClr val="FF0000"/>
                </a:solidFill>
              </a:rPr>
              <a:t>Do </a:t>
            </a:r>
            <a:r>
              <a:rPr lang="en-US" sz="2800" b="1" dirty="0" smtClean="0">
                <a:solidFill>
                  <a:srgbClr val="FF0000"/>
                </a:solidFill>
              </a:rPr>
              <a:t>not</a:t>
            </a:r>
            <a:r>
              <a:rPr lang="en-US" sz="2800" dirty="0" smtClean="0">
                <a:solidFill>
                  <a:srgbClr val="FF0000"/>
                </a:solidFill>
              </a:rPr>
              <a:t> include the median as a data point while finding the </a:t>
            </a:r>
            <a:r>
              <a:rPr lang="en-US" sz="2800" b="1" u="sng" dirty="0" smtClean="0">
                <a:solidFill>
                  <a:srgbClr val="FF0000"/>
                </a:solidFill>
              </a:rPr>
              <a:t>Lower Quartile</a:t>
            </a:r>
            <a:endParaRPr lang="en-US" sz="2800" b="1" u="sng" dirty="0">
              <a:solidFill>
                <a:srgbClr val="FF0000"/>
              </a:solidFill>
            </a:endParaRPr>
          </a:p>
        </p:txBody>
      </p:sp>
    </p:spTree>
    <p:extLst>
      <p:ext uri="{BB962C8B-B14F-4D97-AF65-F5344CB8AC3E}">
        <p14:creationId xmlns:p14="http://schemas.microsoft.com/office/powerpoint/2010/main" val="755415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219075" y="2505075"/>
            <a:ext cx="8743950" cy="4830763"/>
          </a:xfrm>
        </p:spPr>
        <p:txBody>
          <a:bodyPr>
            <a:normAutofit/>
          </a:bodyPr>
          <a:lstStyle/>
          <a:p>
            <a:pPr marL="0" indent="0">
              <a:lnSpc>
                <a:spcPct val="90000"/>
              </a:lnSpc>
              <a:buNone/>
            </a:pPr>
            <a:r>
              <a:rPr lang="en-US" altLang="en-US" b="1" dirty="0">
                <a:solidFill>
                  <a:schemeClr val="tx2"/>
                </a:solidFill>
                <a:latin typeface="Aharoni" panose="02010803020104030203" pitchFamily="2" charset="-79"/>
                <a:cs typeface="Aharoni" panose="02010803020104030203" pitchFamily="2" charset="-79"/>
              </a:rPr>
              <a:t>Median = (52 + 54) / 2= 53</a:t>
            </a:r>
            <a:r>
              <a:rPr lang="en-US" altLang="en-US" dirty="0"/>
              <a:t/>
            </a:r>
            <a:br>
              <a:rPr lang="en-US" altLang="en-US" dirty="0"/>
            </a:br>
            <a:endParaRPr lang="en-US" altLang="en-US" dirty="0"/>
          </a:p>
          <a:p>
            <a:pPr marL="609600" indent="-609600" algn="ctr">
              <a:lnSpc>
                <a:spcPct val="90000"/>
              </a:lnSpc>
              <a:buFontTx/>
              <a:buNone/>
            </a:pPr>
            <a:r>
              <a:rPr lang="en-US" altLang="en-US" sz="2800" b="1" dirty="0"/>
              <a:t>18, </a:t>
            </a:r>
            <a:r>
              <a:rPr lang="en-US" altLang="en-US" sz="2800" b="1" dirty="0" smtClean="0"/>
              <a:t> 27,  </a:t>
            </a:r>
            <a:r>
              <a:rPr lang="en-US" altLang="en-US" sz="2800" b="1" dirty="0"/>
              <a:t>34</a:t>
            </a:r>
            <a:r>
              <a:rPr lang="en-US" altLang="en-US" sz="2800" b="1" dirty="0" smtClean="0"/>
              <a:t>,  </a:t>
            </a:r>
            <a:r>
              <a:rPr lang="en-US" altLang="en-US" sz="2800" b="1" dirty="0"/>
              <a:t>52, </a:t>
            </a:r>
            <a:r>
              <a:rPr lang="en-US" altLang="en-US" sz="2800" b="1" dirty="0" smtClean="0"/>
              <a:t>   54</a:t>
            </a:r>
            <a:r>
              <a:rPr lang="en-US" altLang="en-US" sz="2800" b="1" dirty="0"/>
              <a:t>, </a:t>
            </a:r>
            <a:r>
              <a:rPr lang="en-US" altLang="en-US" sz="2800" b="1" dirty="0" smtClean="0"/>
              <a:t>  59</a:t>
            </a:r>
            <a:r>
              <a:rPr lang="en-US" altLang="en-US" sz="2800" b="1" dirty="0"/>
              <a:t>, </a:t>
            </a:r>
            <a:r>
              <a:rPr lang="en-US" altLang="en-US" sz="2800" b="1" dirty="0" smtClean="0"/>
              <a:t> 61</a:t>
            </a:r>
            <a:r>
              <a:rPr lang="en-US" altLang="en-US" sz="2800" b="1" dirty="0"/>
              <a:t>, </a:t>
            </a:r>
            <a:r>
              <a:rPr lang="en-US" altLang="en-US" sz="2800" b="1" dirty="0" smtClean="0"/>
              <a:t> 68</a:t>
            </a:r>
            <a:r>
              <a:rPr lang="en-US" altLang="en-US" sz="2400" b="1" dirty="0"/>
              <a:t>	</a:t>
            </a:r>
          </a:p>
          <a:p>
            <a:pPr marL="609600" indent="-609600">
              <a:lnSpc>
                <a:spcPct val="90000"/>
              </a:lnSpc>
              <a:buFontTx/>
              <a:buNone/>
            </a:pPr>
            <a:r>
              <a:rPr lang="en-US" altLang="en-US" sz="4000" b="1" dirty="0">
                <a:solidFill>
                  <a:schemeClr val="tx2"/>
                </a:solidFill>
                <a:latin typeface="Aharoni" panose="02010803020104030203" pitchFamily="2" charset="-79"/>
                <a:cs typeface="Aharoni" panose="02010803020104030203" pitchFamily="2" charset="-79"/>
              </a:rPr>
              <a:t>	</a:t>
            </a:r>
            <a:endParaRPr lang="en-US" altLang="en-US" sz="4000" b="1" dirty="0" smtClean="0">
              <a:solidFill>
                <a:schemeClr val="tx2"/>
              </a:solidFill>
              <a:latin typeface="Aharoni" panose="02010803020104030203" pitchFamily="2" charset="-79"/>
              <a:cs typeface="Aharoni" panose="02010803020104030203" pitchFamily="2" charset="-79"/>
            </a:endParaRPr>
          </a:p>
          <a:p>
            <a:pPr marL="609600" indent="-609600">
              <a:lnSpc>
                <a:spcPct val="90000"/>
              </a:lnSpc>
              <a:buFontTx/>
              <a:buNone/>
            </a:pPr>
            <a:r>
              <a:rPr lang="en-US" altLang="en-US" sz="2800" dirty="0" smtClean="0"/>
              <a:t>We </a:t>
            </a:r>
            <a:r>
              <a:rPr lang="en-US" altLang="en-US" sz="2800" dirty="0"/>
              <a:t>find the median of those </a:t>
            </a:r>
            <a:endParaRPr lang="en-US" altLang="en-US" sz="2800" dirty="0" smtClean="0"/>
          </a:p>
          <a:p>
            <a:pPr marL="609600" indent="-609600">
              <a:lnSpc>
                <a:spcPct val="90000"/>
              </a:lnSpc>
              <a:buFontTx/>
              <a:buNone/>
            </a:pPr>
            <a:r>
              <a:rPr lang="en-US" altLang="en-US" sz="2800" dirty="0" smtClean="0"/>
              <a:t>numbers</a:t>
            </a:r>
            <a:r>
              <a:rPr lang="en-US" altLang="en-US" sz="2800" dirty="0"/>
              <a:t/>
            </a:r>
            <a:br>
              <a:rPr lang="en-US" altLang="en-US" sz="2800" dirty="0"/>
            </a:br>
            <a:r>
              <a:rPr lang="en-US" altLang="en-US" sz="1400" b="1" dirty="0"/>
              <a:t> </a:t>
            </a:r>
          </a:p>
          <a:p>
            <a:pPr marL="609600" indent="-609600">
              <a:lnSpc>
                <a:spcPct val="90000"/>
              </a:lnSpc>
              <a:buFontTx/>
              <a:buNone/>
            </a:pPr>
            <a:r>
              <a:rPr lang="en-US" altLang="en-US" sz="3600" b="1" dirty="0" smtClean="0"/>
              <a:t>18,    </a:t>
            </a:r>
            <a:r>
              <a:rPr lang="en-US" altLang="en-US" sz="3600" b="1" dirty="0"/>
              <a:t>27</a:t>
            </a:r>
            <a:r>
              <a:rPr lang="en-US" altLang="en-US" sz="3600" b="1" dirty="0" smtClean="0"/>
              <a:t>,    </a:t>
            </a:r>
            <a:r>
              <a:rPr lang="en-US" altLang="en-US" sz="3600" b="1" dirty="0"/>
              <a:t>34</a:t>
            </a:r>
            <a:r>
              <a:rPr lang="en-US" altLang="en-US" sz="3600" b="1" dirty="0" smtClean="0"/>
              <a:t>,    </a:t>
            </a:r>
            <a:r>
              <a:rPr lang="en-US" altLang="en-US" sz="3600" b="1" dirty="0"/>
              <a:t>52, </a:t>
            </a:r>
            <a:endParaRPr lang="en-US" altLang="en-US" sz="1400" b="1" dirty="0"/>
          </a:p>
          <a:p>
            <a:pPr marL="609600" indent="-609600">
              <a:lnSpc>
                <a:spcPct val="90000"/>
              </a:lnSpc>
              <a:buFontTx/>
              <a:buNone/>
            </a:pPr>
            <a:endParaRPr lang="en-US" altLang="en-US" sz="3600" dirty="0">
              <a:solidFill>
                <a:schemeClr val="folHlink"/>
              </a:solidFill>
            </a:endParaRPr>
          </a:p>
        </p:txBody>
      </p:sp>
      <p:sp>
        <p:nvSpPr>
          <p:cNvPr id="16386" name="Rectangle 2"/>
          <p:cNvSpPr>
            <a:spLocks noGrp="1" noChangeArrowheads="1"/>
          </p:cNvSpPr>
          <p:nvPr>
            <p:ph type="title"/>
          </p:nvPr>
        </p:nvSpPr>
        <p:spPr>
          <a:xfrm>
            <a:off x="247650" y="1333500"/>
            <a:ext cx="8229600" cy="1143000"/>
          </a:xfrm>
        </p:spPr>
        <p:txBody>
          <a:bodyPr/>
          <a:lstStyle/>
          <a:p>
            <a:pPr algn="l"/>
            <a:r>
              <a:rPr lang="en-US" altLang="en-US" sz="4000" b="1" u="sng" dirty="0">
                <a:solidFill>
                  <a:srgbClr val="C00000"/>
                </a:solidFill>
              </a:rPr>
              <a:t>Step 3 – Lower Quartile</a:t>
            </a:r>
          </a:p>
        </p:txBody>
      </p:sp>
      <p:sp>
        <p:nvSpPr>
          <p:cNvPr id="16389" name="Oval 5"/>
          <p:cNvSpPr>
            <a:spLocks noChangeArrowheads="1"/>
          </p:cNvSpPr>
          <p:nvPr/>
        </p:nvSpPr>
        <p:spPr bwMode="auto">
          <a:xfrm>
            <a:off x="4276725" y="3019425"/>
            <a:ext cx="457200" cy="704850"/>
          </a:xfrm>
          <a:prstGeom prst="ellipse">
            <a:avLst/>
          </a:prstGeom>
          <a:noFill/>
          <a:ln w="5715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90" name="Oval 6"/>
          <p:cNvSpPr>
            <a:spLocks noChangeArrowheads="1"/>
          </p:cNvSpPr>
          <p:nvPr/>
        </p:nvSpPr>
        <p:spPr bwMode="auto">
          <a:xfrm>
            <a:off x="1219199" y="2981325"/>
            <a:ext cx="3076575" cy="91440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93" name="Oval 9"/>
          <p:cNvSpPr>
            <a:spLocks noChangeArrowheads="1"/>
          </p:cNvSpPr>
          <p:nvPr/>
        </p:nvSpPr>
        <p:spPr bwMode="auto">
          <a:xfrm>
            <a:off x="2271710" y="5429547"/>
            <a:ext cx="485775" cy="555724"/>
          </a:xfrm>
          <a:prstGeom prst="ellipse">
            <a:avLst/>
          </a:prstGeom>
          <a:noFill/>
          <a:ln w="57150">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4" name="Straight Arrow Connector 3"/>
          <p:cNvCxnSpPr/>
          <p:nvPr/>
        </p:nvCxnSpPr>
        <p:spPr>
          <a:xfrm flipH="1">
            <a:off x="4505325" y="3054459"/>
            <a:ext cx="1857375" cy="237508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 name="TextBox 2"/>
          <p:cNvSpPr txBox="1"/>
          <p:nvPr/>
        </p:nvSpPr>
        <p:spPr>
          <a:xfrm>
            <a:off x="266700" y="5865197"/>
            <a:ext cx="6705600" cy="707886"/>
          </a:xfrm>
          <a:prstGeom prst="rect">
            <a:avLst/>
          </a:prstGeom>
          <a:noFill/>
        </p:spPr>
        <p:txBody>
          <a:bodyPr wrap="square" rtlCol="0">
            <a:spAutoFit/>
          </a:bodyPr>
          <a:lstStyle/>
          <a:p>
            <a:r>
              <a:rPr lang="en-US" sz="2800" b="1" u="sng" dirty="0" smtClean="0">
                <a:solidFill>
                  <a:srgbClr val="00B050"/>
                </a:solidFill>
              </a:rPr>
              <a:t>Lower Quartile </a:t>
            </a:r>
            <a:r>
              <a:rPr lang="en-US" sz="2800" b="1" dirty="0" smtClean="0">
                <a:solidFill>
                  <a:srgbClr val="00B050"/>
                </a:solidFill>
              </a:rPr>
              <a:t>= (27 +34) / 2  =</a:t>
            </a:r>
            <a:r>
              <a:rPr lang="en-US" sz="4000" b="1" dirty="0" smtClean="0">
                <a:solidFill>
                  <a:srgbClr val="00B050"/>
                </a:solidFill>
              </a:rPr>
              <a:t> 30.5</a:t>
            </a:r>
            <a:endParaRPr lang="en-US" sz="4000" b="1" dirty="0">
              <a:solidFill>
                <a:srgbClr val="00B050"/>
              </a:solidFill>
            </a:endParaRPr>
          </a:p>
        </p:txBody>
      </p:sp>
      <p:cxnSp>
        <p:nvCxnSpPr>
          <p:cNvPr id="12" name="Straight Arrow Connector 11"/>
          <p:cNvCxnSpPr/>
          <p:nvPr/>
        </p:nvCxnSpPr>
        <p:spPr>
          <a:xfrm flipH="1">
            <a:off x="3962400" y="2375117"/>
            <a:ext cx="771526" cy="671871"/>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2"/>
          <p:cNvSpPr txBox="1">
            <a:spLocks noChangeArrowheads="1"/>
          </p:cNvSpPr>
          <p:nvPr/>
        </p:nvSpPr>
        <p:spPr bwMode="auto">
          <a:xfrm>
            <a:off x="285750" y="495300"/>
            <a:ext cx="843915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altLang="en-US" dirty="0" smtClean="0">
                <a:solidFill>
                  <a:schemeClr val="bg1"/>
                </a:solidFill>
              </a:rPr>
              <a:t>How to make a Box &amp;Whisker Plot</a:t>
            </a:r>
            <a:endParaRPr lang="en-US" altLang="en-US" dirty="0">
              <a:solidFill>
                <a:schemeClr val="bg1"/>
              </a:solidFill>
            </a:endParaRPr>
          </a:p>
        </p:txBody>
      </p:sp>
      <p:sp>
        <p:nvSpPr>
          <p:cNvPr id="2" name="TextBox 1"/>
          <p:cNvSpPr txBox="1"/>
          <p:nvPr/>
        </p:nvSpPr>
        <p:spPr>
          <a:xfrm>
            <a:off x="4733925" y="0"/>
            <a:ext cx="4324350" cy="3046988"/>
          </a:xfrm>
          <a:prstGeom prst="rect">
            <a:avLst/>
          </a:prstGeom>
          <a:solidFill>
            <a:schemeClr val="bg1"/>
          </a:solidFill>
          <a:ln w="28575">
            <a:solidFill>
              <a:srgbClr val="FF0000"/>
            </a:solidFill>
          </a:ln>
        </p:spPr>
        <p:txBody>
          <a:bodyPr wrap="square" rtlCol="0">
            <a:spAutoFit/>
          </a:bodyPr>
          <a:lstStyle/>
          <a:p>
            <a:r>
              <a:rPr lang="en-US" sz="2400" dirty="0" smtClean="0">
                <a:solidFill>
                  <a:srgbClr val="FF0000"/>
                </a:solidFill>
              </a:rPr>
              <a:t>If you have an even number of data points.  Meaning that your first median (53 in this case) was the average of the two middle values, </a:t>
            </a:r>
            <a:r>
              <a:rPr lang="en-US" sz="2400" b="1" dirty="0" smtClean="0">
                <a:solidFill>
                  <a:srgbClr val="FF0000"/>
                </a:solidFill>
              </a:rPr>
              <a:t>then you do</a:t>
            </a:r>
            <a:r>
              <a:rPr lang="en-US" sz="2400" dirty="0" smtClean="0">
                <a:solidFill>
                  <a:srgbClr val="FF0000"/>
                </a:solidFill>
              </a:rPr>
              <a:t> include those numbers (52 and 54) while finding your </a:t>
            </a:r>
            <a:r>
              <a:rPr lang="en-US" sz="2400" b="1" dirty="0" smtClean="0">
                <a:solidFill>
                  <a:srgbClr val="FF0000"/>
                </a:solidFill>
              </a:rPr>
              <a:t>Lower and Upper Quartile</a:t>
            </a:r>
            <a:endParaRPr lang="en-US" sz="2400" b="1" u="sng" dirty="0">
              <a:solidFill>
                <a:srgbClr val="FF0000"/>
              </a:solidFill>
            </a:endParaRPr>
          </a:p>
        </p:txBody>
      </p:sp>
      <p:sp>
        <p:nvSpPr>
          <p:cNvPr id="10" name="TextBox 9"/>
          <p:cNvSpPr txBox="1"/>
          <p:nvPr/>
        </p:nvSpPr>
        <p:spPr>
          <a:xfrm>
            <a:off x="6629400" y="3926205"/>
            <a:ext cx="2247900" cy="1938992"/>
          </a:xfrm>
          <a:prstGeom prst="rect">
            <a:avLst/>
          </a:prstGeom>
          <a:solidFill>
            <a:schemeClr val="tx1"/>
          </a:solidFill>
          <a:ln>
            <a:solidFill>
              <a:srgbClr val="C00000"/>
            </a:solidFill>
          </a:ln>
        </p:spPr>
        <p:txBody>
          <a:bodyPr wrap="square" rtlCol="0">
            <a:spAutoFit/>
          </a:bodyPr>
          <a:lstStyle/>
          <a:p>
            <a:r>
              <a:rPr lang="en-US" sz="2400" b="1" dirty="0" smtClean="0">
                <a:solidFill>
                  <a:schemeClr val="bg1"/>
                </a:solidFill>
              </a:rPr>
              <a:t>Different data on this slide for modeling purposes only</a:t>
            </a:r>
            <a:endParaRPr lang="en-US" sz="2400" b="1" dirty="0">
              <a:solidFill>
                <a:schemeClr val="bg1"/>
              </a:solidFill>
            </a:endParaRPr>
          </a:p>
        </p:txBody>
      </p:sp>
    </p:spTree>
    <p:extLst>
      <p:ext uri="{BB962C8B-B14F-4D97-AF65-F5344CB8AC3E}">
        <p14:creationId xmlns:p14="http://schemas.microsoft.com/office/powerpoint/2010/main" val="2300351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39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38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387">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387">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39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9" grpId="0" animBg="1"/>
      <p:bldP spid="16390" grpId="0" animBg="1"/>
      <p:bldP spid="16393" grpId="0" animBg="1"/>
      <p:bldP spid="3" grpId="0"/>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3"/>
          <p:cNvSpPr>
            <a:spLocks noGrp="1" noChangeArrowheads="1"/>
          </p:cNvSpPr>
          <p:nvPr>
            <p:ph idx="1"/>
          </p:nvPr>
        </p:nvSpPr>
        <p:spPr>
          <a:xfrm>
            <a:off x="0" y="2286000"/>
            <a:ext cx="9144000" cy="5257800"/>
          </a:xfrm>
        </p:spPr>
        <p:txBody>
          <a:bodyPr>
            <a:normAutofit/>
          </a:bodyPr>
          <a:lstStyle/>
          <a:p>
            <a:pPr marL="0" indent="0">
              <a:lnSpc>
                <a:spcPct val="90000"/>
              </a:lnSpc>
              <a:buNone/>
            </a:pPr>
            <a:r>
              <a:rPr lang="en-US" altLang="en-US" sz="2800" dirty="0"/>
              <a:t>Next, we </a:t>
            </a:r>
            <a:r>
              <a:rPr lang="en-US" altLang="en-US" sz="2800" dirty="0" smtClean="0"/>
              <a:t>only look at the data to the right of the median</a:t>
            </a:r>
            <a:r>
              <a:rPr lang="en-US" altLang="en-US" dirty="0"/>
              <a:t/>
            </a:r>
            <a:br>
              <a:rPr lang="en-US" altLang="en-US" dirty="0"/>
            </a:br>
            <a:endParaRPr lang="en-US" altLang="en-US" dirty="0"/>
          </a:p>
          <a:p>
            <a:pPr marL="609600" indent="-609600" algn="ctr">
              <a:lnSpc>
                <a:spcPct val="90000"/>
              </a:lnSpc>
              <a:buFontTx/>
              <a:buNone/>
            </a:pPr>
            <a:r>
              <a:rPr lang="en-US" altLang="en-US" sz="2400" b="1" dirty="0"/>
              <a:t>18, 27, 34, 52, 54, 59, 61, 68, 78, 82, 85, 87, 91, 93, 100.</a:t>
            </a:r>
          </a:p>
          <a:p>
            <a:pPr marL="609600" indent="-609600">
              <a:lnSpc>
                <a:spcPct val="90000"/>
              </a:lnSpc>
              <a:buFontTx/>
              <a:buNone/>
            </a:pPr>
            <a:r>
              <a:rPr lang="en-US" altLang="en-US" sz="2400" b="1" dirty="0"/>
              <a:t>	</a:t>
            </a:r>
          </a:p>
          <a:p>
            <a:pPr marL="609600" indent="-609600">
              <a:lnSpc>
                <a:spcPct val="90000"/>
              </a:lnSpc>
              <a:buFontTx/>
              <a:buNone/>
            </a:pPr>
            <a:r>
              <a:rPr lang="en-US" altLang="en-US" sz="2400" b="1" dirty="0"/>
              <a:t>	</a:t>
            </a:r>
            <a:endParaRPr lang="en-US" altLang="en-US" sz="2400" b="1" dirty="0" smtClean="0"/>
          </a:p>
          <a:p>
            <a:pPr marL="609600" indent="-609600">
              <a:lnSpc>
                <a:spcPct val="90000"/>
              </a:lnSpc>
              <a:buFontTx/>
              <a:buNone/>
            </a:pPr>
            <a:r>
              <a:rPr lang="en-US" altLang="en-US" sz="2800" dirty="0" smtClean="0"/>
              <a:t>We </a:t>
            </a:r>
            <a:r>
              <a:rPr lang="en-US" altLang="en-US" sz="2800" dirty="0"/>
              <a:t>find the median of those </a:t>
            </a:r>
            <a:r>
              <a:rPr lang="en-US" altLang="en-US" sz="2800" dirty="0" smtClean="0"/>
              <a:t>numbers</a:t>
            </a:r>
            <a:r>
              <a:rPr lang="en-US" altLang="en-US" sz="1400" b="1" dirty="0" smtClean="0"/>
              <a:t> </a:t>
            </a:r>
            <a:r>
              <a:rPr lang="en-US" altLang="en-US" sz="1400" b="1" dirty="0"/>
              <a:t/>
            </a:r>
            <a:br>
              <a:rPr lang="en-US" altLang="en-US" sz="1400" b="1" dirty="0"/>
            </a:br>
            <a:endParaRPr lang="en-US" altLang="en-US" sz="3600" b="1" dirty="0"/>
          </a:p>
          <a:p>
            <a:pPr marL="609600" indent="-609600" algn="ctr">
              <a:lnSpc>
                <a:spcPct val="90000"/>
              </a:lnSpc>
              <a:buFontTx/>
              <a:buNone/>
            </a:pPr>
            <a:r>
              <a:rPr lang="en-US" altLang="en-US" sz="3600" b="1" dirty="0"/>
              <a:t>78, 82, 85, 87, 91, 93, 100.</a:t>
            </a:r>
          </a:p>
          <a:p>
            <a:pPr marL="609600" indent="-609600">
              <a:lnSpc>
                <a:spcPct val="90000"/>
              </a:lnSpc>
              <a:buFontTx/>
              <a:buNone/>
            </a:pPr>
            <a:endParaRPr lang="en-US" altLang="en-US" sz="2000" dirty="0" smtClean="0">
              <a:solidFill>
                <a:schemeClr val="folHlink"/>
              </a:solidFill>
            </a:endParaRPr>
          </a:p>
          <a:p>
            <a:pPr marL="609600" indent="-609600">
              <a:lnSpc>
                <a:spcPct val="90000"/>
              </a:lnSpc>
            </a:pPr>
            <a:endParaRPr lang="en-US" altLang="en-US" dirty="0"/>
          </a:p>
        </p:txBody>
      </p:sp>
      <p:sp>
        <p:nvSpPr>
          <p:cNvPr id="17410" name="Rectangle 2"/>
          <p:cNvSpPr>
            <a:spLocks noGrp="1" noChangeArrowheads="1"/>
          </p:cNvSpPr>
          <p:nvPr>
            <p:ph type="title"/>
          </p:nvPr>
        </p:nvSpPr>
        <p:spPr>
          <a:xfrm>
            <a:off x="152400" y="1447800"/>
            <a:ext cx="8229600" cy="1143000"/>
          </a:xfrm>
        </p:spPr>
        <p:txBody>
          <a:bodyPr/>
          <a:lstStyle/>
          <a:p>
            <a:pPr algn="l"/>
            <a:r>
              <a:rPr lang="en-US" altLang="en-US" sz="4000" b="1" u="sng" dirty="0">
                <a:solidFill>
                  <a:srgbClr val="C00000"/>
                </a:solidFill>
              </a:rPr>
              <a:t>Step 4 – Upper Quartile</a:t>
            </a:r>
          </a:p>
        </p:txBody>
      </p:sp>
      <p:sp>
        <p:nvSpPr>
          <p:cNvPr id="17412" name="Oval 4"/>
          <p:cNvSpPr>
            <a:spLocks noChangeArrowheads="1"/>
          </p:cNvSpPr>
          <p:nvPr/>
        </p:nvSpPr>
        <p:spPr bwMode="auto">
          <a:xfrm>
            <a:off x="4724400" y="3143250"/>
            <a:ext cx="4419600" cy="819150"/>
          </a:xfrm>
          <a:prstGeom prst="ellipse">
            <a:avLst/>
          </a:prstGeom>
          <a:noFill/>
          <a:ln w="3810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14" name="Line 6"/>
          <p:cNvSpPr>
            <a:spLocks noChangeShapeType="1"/>
          </p:cNvSpPr>
          <p:nvPr/>
        </p:nvSpPr>
        <p:spPr bwMode="auto">
          <a:xfrm>
            <a:off x="4791074" y="3810000"/>
            <a:ext cx="4048125"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415" name="Oval 7"/>
          <p:cNvSpPr>
            <a:spLocks noChangeArrowheads="1"/>
          </p:cNvSpPr>
          <p:nvPr/>
        </p:nvSpPr>
        <p:spPr bwMode="auto">
          <a:xfrm>
            <a:off x="3962400" y="5562600"/>
            <a:ext cx="762000" cy="609600"/>
          </a:xfrm>
          <a:prstGeom prst="ellipse">
            <a:avLst/>
          </a:prstGeom>
          <a:noFill/>
          <a:ln w="57150">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 name="Rectangle 2"/>
          <p:cNvSpPr txBox="1">
            <a:spLocks noChangeArrowheads="1"/>
          </p:cNvSpPr>
          <p:nvPr/>
        </p:nvSpPr>
        <p:spPr bwMode="auto">
          <a:xfrm>
            <a:off x="247650" y="419100"/>
            <a:ext cx="843915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altLang="en-US" dirty="0" smtClean="0">
                <a:solidFill>
                  <a:schemeClr val="bg1"/>
                </a:solidFill>
              </a:rPr>
              <a:t>How to make a Box &amp;Whisker Plot</a:t>
            </a:r>
            <a:endParaRPr lang="en-US" altLang="en-US" dirty="0">
              <a:solidFill>
                <a:schemeClr val="bg1"/>
              </a:solidFill>
            </a:endParaRPr>
          </a:p>
        </p:txBody>
      </p:sp>
      <p:sp>
        <p:nvSpPr>
          <p:cNvPr id="10" name="Oval 7"/>
          <p:cNvSpPr>
            <a:spLocks noChangeArrowheads="1"/>
          </p:cNvSpPr>
          <p:nvPr/>
        </p:nvSpPr>
        <p:spPr bwMode="auto">
          <a:xfrm>
            <a:off x="4133850" y="3248025"/>
            <a:ext cx="590550" cy="609600"/>
          </a:xfrm>
          <a:prstGeom prst="ellipse">
            <a:avLst/>
          </a:prstGeom>
          <a:noFill/>
          <a:ln w="57150">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4486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4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41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41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41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4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0" y="2667000"/>
            <a:ext cx="9144000" cy="4525963"/>
          </a:xfrm>
        </p:spPr>
        <p:txBody>
          <a:bodyPr/>
          <a:lstStyle/>
          <a:p>
            <a:pPr marL="0" indent="0">
              <a:lnSpc>
                <a:spcPct val="80000"/>
              </a:lnSpc>
              <a:buNone/>
            </a:pPr>
            <a:r>
              <a:rPr lang="en-US" altLang="en-US" sz="2400" dirty="0" smtClean="0"/>
              <a:t>    Circle your </a:t>
            </a:r>
            <a:r>
              <a:rPr lang="en-US" altLang="en-US" sz="2400" dirty="0"/>
              <a:t>lowest and highest </a:t>
            </a:r>
            <a:r>
              <a:rPr lang="en-US" altLang="en-US" sz="2400" dirty="0" smtClean="0"/>
              <a:t>data points</a:t>
            </a:r>
            <a:endParaRPr lang="en-US" altLang="en-US" sz="2400" dirty="0"/>
          </a:p>
          <a:p>
            <a:pPr marL="381000" indent="-381000">
              <a:lnSpc>
                <a:spcPct val="80000"/>
              </a:lnSpc>
              <a:buFontTx/>
              <a:buAutoNum type="arabicPeriod" startAt="5"/>
            </a:pPr>
            <a:endParaRPr lang="en-US" altLang="en-US" sz="2400" dirty="0"/>
          </a:p>
          <a:p>
            <a:pPr marL="381000" indent="-381000">
              <a:lnSpc>
                <a:spcPct val="80000"/>
              </a:lnSpc>
              <a:buFontTx/>
              <a:buNone/>
            </a:pPr>
            <a:endParaRPr lang="en-US" altLang="en-US" sz="2400" dirty="0"/>
          </a:p>
          <a:p>
            <a:pPr marL="381000" indent="-381000" algn="ctr">
              <a:lnSpc>
                <a:spcPct val="80000"/>
              </a:lnSpc>
              <a:buFontTx/>
              <a:buNone/>
            </a:pPr>
            <a:r>
              <a:rPr lang="en-US" altLang="en-US" sz="2400" b="1" dirty="0"/>
              <a:t>18, 27, 34, 52, 54, 59, 61, 68, 78, 82, 85, 87, 91, 93, </a:t>
            </a:r>
            <a:r>
              <a:rPr lang="en-US" altLang="en-US" sz="2400" b="1" dirty="0" smtClean="0"/>
              <a:t>100</a:t>
            </a:r>
            <a:endParaRPr lang="en-US" altLang="en-US" sz="2400" b="1" dirty="0"/>
          </a:p>
          <a:p>
            <a:pPr marL="381000" indent="-381000">
              <a:lnSpc>
                <a:spcPct val="80000"/>
              </a:lnSpc>
              <a:buFontTx/>
              <a:buNone/>
            </a:pPr>
            <a:endParaRPr lang="en-US" altLang="en-US" sz="1400" dirty="0"/>
          </a:p>
          <a:p>
            <a:pPr marL="381000" indent="-381000">
              <a:lnSpc>
                <a:spcPct val="80000"/>
              </a:lnSpc>
              <a:buFontTx/>
              <a:buNone/>
            </a:pPr>
            <a:endParaRPr lang="en-US" altLang="en-US" sz="2000" dirty="0"/>
          </a:p>
          <a:p>
            <a:pPr marL="381000" indent="-381000">
              <a:lnSpc>
                <a:spcPct val="80000"/>
              </a:lnSpc>
              <a:buFontTx/>
              <a:buNone/>
            </a:pPr>
            <a:endParaRPr lang="en-US" altLang="en-US" sz="2000" dirty="0"/>
          </a:p>
          <a:p>
            <a:pPr marL="381000" indent="-381000">
              <a:lnSpc>
                <a:spcPct val="80000"/>
              </a:lnSpc>
              <a:buFontTx/>
              <a:buNone/>
            </a:pPr>
            <a:r>
              <a:rPr lang="en-US" altLang="en-US" sz="2000" dirty="0"/>
              <a:t> </a:t>
            </a:r>
          </a:p>
        </p:txBody>
      </p:sp>
      <p:sp>
        <p:nvSpPr>
          <p:cNvPr id="18434" name="Rectangle 2"/>
          <p:cNvSpPr>
            <a:spLocks noGrp="1" noChangeArrowheads="1"/>
          </p:cNvSpPr>
          <p:nvPr>
            <p:ph type="title"/>
          </p:nvPr>
        </p:nvSpPr>
        <p:spPr>
          <a:xfrm>
            <a:off x="76200" y="1409700"/>
            <a:ext cx="8229600" cy="1143000"/>
          </a:xfrm>
        </p:spPr>
        <p:txBody>
          <a:bodyPr>
            <a:normAutofit/>
          </a:bodyPr>
          <a:lstStyle/>
          <a:p>
            <a:pPr algn="l"/>
            <a:r>
              <a:rPr lang="en-US" altLang="en-US" sz="3600" b="1" u="sng" dirty="0">
                <a:solidFill>
                  <a:srgbClr val="C00000"/>
                </a:solidFill>
              </a:rPr>
              <a:t>Step 5 – Highest/Lowest Values</a:t>
            </a:r>
          </a:p>
        </p:txBody>
      </p:sp>
      <p:sp>
        <p:nvSpPr>
          <p:cNvPr id="18436" name="Oval 4"/>
          <p:cNvSpPr>
            <a:spLocks noChangeArrowheads="1"/>
          </p:cNvSpPr>
          <p:nvPr/>
        </p:nvSpPr>
        <p:spPr bwMode="auto">
          <a:xfrm>
            <a:off x="19050" y="3581400"/>
            <a:ext cx="685800" cy="647700"/>
          </a:xfrm>
          <a:prstGeom prst="ellipse">
            <a:avLst/>
          </a:prstGeom>
          <a:noFill/>
          <a:ln w="5715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37" name="Oval 5"/>
          <p:cNvSpPr>
            <a:spLocks noChangeArrowheads="1"/>
          </p:cNvSpPr>
          <p:nvPr/>
        </p:nvSpPr>
        <p:spPr bwMode="auto">
          <a:xfrm>
            <a:off x="8305800" y="3619500"/>
            <a:ext cx="781050" cy="609600"/>
          </a:xfrm>
          <a:prstGeom prst="ellipse">
            <a:avLst/>
          </a:prstGeom>
          <a:noFill/>
          <a:ln w="57150">
            <a:solidFill>
              <a:srgbClr val="C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Rectangle 2"/>
          <p:cNvSpPr txBox="1">
            <a:spLocks noChangeArrowheads="1"/>
          </p:cNvSpPr>
          <p:nvPr/>
        </p:nvSpPr>
        <p:spPr bwMode="auto">
          <a:xfrm>
            <a:off x="361950" y="381000"/>
            <a:ext cx="843915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altLang="en-US" dirty="0" smtClean="0">
                <a:solidFill>
                  <a:schemeClr val="bg1"/>
                </a:solidFill>
              </a:rPr>
              <a:t>How to make a Box &amp;Whisker Plot</a:t>
            </a:r>
            <a:endParaRPr lang="en-US" altLang="en-US" dirty="0">
              <a:solidFill>
                <a:schemeClr val="bg1"/>
              </a:solidFill>
            </a:endParaRPr>
          </a:p>
        </p:txBody>
      </p:sp>
    </p:spTree>
    <p:extLst>
      <p:ext uri="{BB962C8B-B14F-4D97-AF65-F5344CB8AC3E}">
        <p14:creationId xmlns:p14="http://schemas.microsoft.com/office/powerpoint/2010/main" val="2779764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nimBg="1"/>
      <p:bldP spid="1843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a:xfrm>
            <a:off x="38100" y="1828800"/>
            <a:ext cx="9144000" cy="4525963"/>
          </a:xfrm>
        </p:spPr>
        <p:txBody>
          <a:bodyPr/>
          <a:lstStyle/>
          <a:p>
            <a:pPr marL="609600" indent="-609600">
              <a:buFontTx/>
              <a:buNone/>
            </a:pPr>
            <a:endParaRPr lang="en-US" altLang="en-US" dirty="0" smtClean="0"/>
          </a:p>
          <a:p>
            <a:pPr marL="609600" indent="-609600">
              <a:buFontTx/>
              <a:buNone/>
            </a:pPr>
            <a:endParaRPr lang="en-US" altLang="en-US" dirty="0"/>
          </a:p>
          <a:p>
            <a:pPr marL="609600" indent="-609600" algn="ctr">
              <a:buFontTx/>
              <a:buNone/>
            </a:pPr>
            <a:r>
              <a:rPr lang="en-US" altLang="en-US" sz="2400" dirty="0"/>
              <a:t>18, 27, 34, 52, 54, 59, 61, 68, 78, 82, 85, 87, 91, 93, 100.</a:t>
            </a:r>
          </a:p>
          <a:p>
            <a:pPr marL="609600" indent="-609600" algn="ctr">
              <a:buFontTx/>
              <a:buNone/>
            </a:pPr>
            <a:endParaRPr lang="en-US" altLang="en-US" sz="2000" dirty="0"/>
          </a:p>
          <a:p>
            <a:pPr marL="609600" indent="-609600">
              <a:buFontTx/>
              <a:buNone/>
            </a:pPr>
            <a:r>
              <a:rPr lang="en-US" altLang="en-US" sz="2800" dirty="0" smtClean="0"/>
              <a:t>	Plot </a:t>
            </a:r>
            <a:r>
              <a:rPr lang="en-US" altLang="en-US" sz="2800" dirty="0"/>
              <a:t>the lowest value, lower quartile, median, </a:t>
            </a:r>
            <a:r>
              <a:rPr lang="en-US" altLang="en-US" sz="2800" dirty="0" smtClean="0"/>
              <a:t>upper quartile</a:t>
            </a:r>
            <a:r>
              <a:rPr lang="en-US" altLang="en-US" sz="2800" dirty="0"/>
              <a:t>, and the highest value  on a number line. </a:t>
            </a:r>
          </a:p>
          <a:p>
            <a:pPr marL="609600" indent="-609600"/>
            <a:endParaRPr lang="en-US" altLang="en-US" dirty="0"/>
          </a:p>
        </p:txBody>
      </p:sp>
      <p:sp>
        <p:nvSpPr>
          <p:cNvPr id="20482" name="Rectangle 2"/>
          <p:cNvSpPr>
            <a:spLocks noGrp="1" noChangeArrowheads="1"/>
          </p:cNvSpPr>
          <p:nvPr>
            <p:ph type="title"/>
          </p:nvPr>
        </p:nvSpPr>
        <p:spPr>
          <a:xfrm>
            <a:off x="0" y="1390650"/>
            <a:ext cx="8229600" cy="1143000"/>
          </a:xfrm>
        </p:spPr>
        <p:txBody>
          <a:bodyPr/>
          <a:lstStyle/>
          <a:p>
            <a:pPr algn="l"/>
            <a:r>
              <a:rPr lang="en-US" altLang="en-US" sz="4000" b="1" u="sng" dirty="0">
                <a:solidFill>
                  <a:srgbClr val="C00000"/>
                </a:solidFill>
              </a:rPr>
              <a:t>Step 6 </a:t>
            </a:r>
            <a:r>
              <a:rPr lang="en-US" altLang="en-US" sz="4000" b="1" u="sng" dirty="0" smtClean="0">
                <a:solidFill>
                  <a:srgbClr val="C00000"/>
                </a:solidFill>
              </a:rPr>
              <a:t>– Drawing Graph</a:t>
            </a:r>
            <a:endParaRPr lang="en-US" altLang="en-US" sz="4000" b="1" u="sng" dirty="0">
              <a:solidFill>
                <a:srgbClr val="C00000"/>
              </a:solidFill>
            </a:endParaRPr>
          </a:p>
        </p:txBody>
      </p:sp>
      <p:sp>
        <p:nvSpPr>
          <p:cNvPr id="20484" name="Oval 4"/>
          <p:cNvSpPr>
            <a:spLocks noChangeArrowheads="1"/>
          </p:cNvSpPr>
          <p:nvPr/>
        </p:nvSpPr>
        <p:spPr bwMode="auto">
          <a:xfrm>
            <a:off x="57150" y="2571750"/>
            <a:ext cx="609600" cy="685800"/>
          </a:xfrm>
          <a:prstGeom prst="ellipse">
            <a:avLst/>
          </a:prstGeom>
          <a:noFill/>
          <a:ln w="57150">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5" name="Oval 5"/>
          <p:cNvSpPr>
            <a:spLocks noChangeArrowheads="1"/>
          </p:cNvSpPr>
          <p:nvPr/>
        </p:nvSpPr>
        <p:spPr bwMode="auto">
          <a:xfrm>
            <a:off x="8305800" y="2552700"/>
            <a:ext cx="838200" cy="723900"/>
          </a:xfrm>
          <a:prstGeom prst="ellipse">
            <a:avLst/>
          </a:prstGeom>
          <a:noFill/>
          <a:ln w="57150">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6" name="Oval 6"/>
          <p:cNvSpPr>
            <a:spLocks noChangeArrowheads="1"/>
          </p:cNvSpPr>
          <p:nvPr/>
        </p:nvSpPr>
        <p:spPr bwMode="auto">
          <a:xfrm>
            <a:off x="1790700" y="2552700"/>
            <a:ext cx="628650" cy="704850"/>
          </a:xfrm>
          <a:prstGeom prst="ellipse">
            <a:avLst/>
          </a:prstGeom>
          <a:noFill/>
          <a:ln w="57150">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7" name="Oval 7"/>
          <p:cNvSpPr>
            <a:spLocks noChangeArrowheads="1"/>
          </p:cNvSpPr>
          <p:nvPr/>
        </p:nvSpPr>
        <p:spPr bwMode="auto">
          <a:xfrm>
            <a:off x="6572250" y="2533650"/>
            <a:ext cx="609600" cy="647700"/>
          </a:xfrm>
          <a:prstGeom prst="ellipse">
            <a:avLst/>
          </a:prstGeom>
          <a:noFill/>
          <a:ln w="57150">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8" name="Oval 8"/>
          <p:cNvSpPr>
            <a:spLocks noChangeArrowheads="1"/>
          </p:cNvSpPr>
          <p:nvPr/>
        </p:nvSpPr>
        <p:spPr bwMode="auto">
          <a:xfrm>
            <a:off x="4233862" y="2552700"/>
            <a:ext cx="600075" cy="685800"/>
          </a:xfrm>
          <a:prstGeom prst="ellipse">
            <a:avLst/>
          </a:prstGeom>
          <a:noFill/>
          <a:ln w="5715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20489"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4724401"/>
            <a:ext cx="8001000" cy="2057399"/>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2"/>
          <p:cNvSpPr txBox="1">
            <a:spLocks noChangeArrowheads="1"/>
          </p:cNvSpPr>
          <p:nvPr/>
        </p:nvSpPr>
        <p:spPr bwMode="auto">
          <a:xfrm>
            <a:off x="314324" y="381000"/>
            <a:ext cx="843915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altLang="en-US" dirty="0" smtClean="0">
                <a:solidFill>
                  <a:schemeClr val="bg1"/>
                </a:solidFill>
              </a:rPr>
              <a:t>How to make a Box &amp;Whisker Plot</a:t>
            </a:r>
            <a:endParaRPr lang="en-US" altLang="en-US" dirty="0">
              <a:solidFill>
                <a:schemeClr val="bg1"/>
              </a:solidFill>
            </a:endParaRPr>
          </a:p>
        </p:txBody>
      </p:sp>
    </p:spTree>
    <p:extLst>
      <p:ext uri="{BB962C8B-B14F-4D97-AF65-F5344CB8AC3E}">
        <p14:creationId xmlns:p14="http://schemas.microsoft.com/office/powerpoint/2010/main" val="4067008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48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48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48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48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4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4" grpId="0" animBg="1"/>
      <p:bldP spid="20485" grpId="0" animBg="1"/>
      <p:bldP spid="20486" grpId="0" animBg="1"/>
      <p:bldP spid="20487" grpId="0" animBg="1"/>
      <p:bldP spid="2048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755" y="1523999"/>
            <a:ext cx="9128495" cy="3124201"/>
          </a:xfrm>
          <a:prstGeom prst="rect">
            <a:avLst/>
          </a:prstGeom>
          <a:noFill/>
          <a:extLst>
            <a:ext uri="{909E8E84-426E-40DD-AFC4-6F175D3DCCD1}">
              <a14:hiddenFill xmlns:a14="http://schemas.microsoft.com/office/drawing/2010/main">
                <a:solidFill>
                  <a:srgbClr val="FFFFFF"/>
                </a:solidFill>
              </a14:hiddenFill>
            </a:ext>
          </a:extLst>
        </p:spPr>
      </p:pic>
      <p:sp>
        <p:nvSpPr>
          <p:cNvPr id="21507" name="Rectangle 3"/>
          <p:cNvSpPr>
            <a:spLocks noGrp="1" noChangeArrowheads="1"/>
          </p:cNvSpPr>
          <p:nvPr>
            <p:ph idx="1"/>
          </p:nvPr>
        </p:nvSpPr>
        <p:spPr>
          <a:xfrm>
            <a:off x="110755" y="4953000"/>
            <a:ext cx="8915400" cy="1066800"/>
          </a:xfrm>
        </p:spPr>
        <p:txBody>
          <a:bodyPr>
            <a:normAutofit/>
          </a:bodyPr>
          <a:lstStyle/>
          <a:p>
            <a:pPr>
              <a:lnSpc>
                <a:spcPct val="80000"/>
              </a:lnSpc>
              <a:buFontTx/>
              <a:buNone/>
            </a:pPr>
            <a:r>
              <a:rPr lang="en-US" altLang="en-US" dirty="0" smtClean="0"/>
              <a:t>Put </a:t>
            </a:r>
            <a:r>
              <a:rPr lang="en-US" altLang="en-US" dirty="0"/>
              <a:t>a line through the Lower Quartile, Median, and Upper Quartile.</a:t>
            </a:r>
          </a:p>
          <a:p>
            <a:pPr>
              <a:lnSpc>
                <a:spcPct val="80000"/>
              </a:lnSpc>
              <a:buFontTx/>
              <a:buNone/>
            </a:pPr>
            <a:endParaRPr lang="en-US" altLang="en-US" dirty="0" smtClean="0"/>
          </a:p>
          <a:p>
            <a:pPr>
              <a:lnSpc>
                <a:spcPct val="80000"/>
              </a:lnSpc>
              <a:buFontTx/>
              <a:buNone/>
            </a:pPr>
            <a:r>
              <a:rPr lang="en-US" altLang="en-US" dirty="0" smtClean="0"/>
              <a:t>Then </a:t>
            </a:r>
            <a:r>
              <a:rPr lang="en-US" altLang="en-US" dirty="0"/>
              <a:t>Put a box around those lines</a:t>
            </a:r>
          </a:p>
          <a:p>
            <a:pPr>
              <a:lnSpc>
                <a:spcPct val="80000"/>
              </a:lnSpc>
              <a:buFontTx/>
              <a:buNone/>
            </a:pPr>
            <a:endParaRPr lang="en-US" altLang="en-US" sz="2400" dirty="0"/>
          </a:p>
          <a:p>
            <a:pPr>
              <a:lnSpc>
                <a:spcPct val="80000"/>
              </a:lnSpc>
              <a:buFontTx/>
              <a:buNone/>
            </a:pPr>
            <a:endParaRPr lang="en-US" altLang="en-US" sz="2400" dirty="0"/>
          </a:p>
        </p:txBody>
      </p:sp>
      <p:sp>
        <p:nvSpPr>
          <p:cNvPr id="2" name="Rectangle 1"/>
          <p:cNvSpPr/>
          <p:nvPr/>
        </p:nvSpPr>
        <p:spPr>
          <a:xfrm>
            <a:off x="4533900" y="2971801"/>
            <a:ext cx="2781300" cy="5334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p:cNvSpPr/>
          <p:nvPr/>
        </p:nvSpPr>
        <p:spPr>
          <a:xfrm>
            <a:off x="17277" y="6183665"/>
            <a:ext cx="9033245" cy="480131"/>
          </a:xfrm>
          <a:prstGeom prst="rect">
            <a:avLst/>
          </a:prstGeom>
        </p:spPr>
        <p:txBody>
          <a:bodyPr wrap="square">
            <a:spAutoFit/>
          </a:bodyPr>
          <a:lstStyle/>
          <a:p>
            <a:pPr>
              <a:lnSpc>
                <a:spcPct val="90000"/>
              </a:lnSpc>
              <a:buFontTx/>
              <a:buNone/>
            </a:pPr>
            <a:r>
              <a:rPr lang="en-US" altLang="en-US" sz="2800" dirty="0"/>
              <a:t>Lastly draw a line from your extreme values to the box</a:t>
            </a:r>
          </a:p>
        </p:txBody>
      </p:sp>
      <p:cxnSp>
        <p:nvCxnSpPr>
          <p:cNvPr id="5" name="Straight Connector 4"/>
          <p:cNvCxnSpPr>
            <a:endCxn id="2" idx="1"/>
          </p:cNvCxnSpPr>
          <p:nvPr/>
        </p:nvCxnSpPr>
        <p:spPr>
          <a:xfrm>
            <a:off x="1828800" y="3238501"/>
            <a:ext cx="27051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7315200" y="3219452"/>
            <a:ext cx="9144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3" name="Rectangle 2"/>
          <p:cNvSpPr txBox="1">
            <a:spLocks noChangeArrowheads="1"/>
          </p:cNvSpPr>
          <p:nvPr/>
        </p:nvSpPr>
        <p:spPr bwMode="auto">
          <a:xfrm>
            <a:off x="247650" y="400050"/>
            <a:ext cx="843915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altLang="en-US" dirty="0" smtClean="0">
                <a:solidFill>
                  <a:schemeClr val="bg1"/>
                </a:solidFill>
              </a:rPr>
              <a:t>How to make a Box &amp;Whisker Plot</a:t>
            </a:r>
            <a:endParaRPr lang="en-US" altLang="en-US" dirty="0">
              <a:solidFill>
                <a:schemeClr val="bg1"/>
              </a:solidFill>
            </a:endParaRPr>
          </a:p>
        </p:txBody>
      </p:sp>
    </p:spTree>
    <p:extLst>
      <p:ext uri="{BB962C8B-B14F-4D97-AF65-F5344CB8AC3E}">
        <p14:creationId xmlns:p14="http://schemas.microsoft.com/office/powerpoint/2010/main" val="3117221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5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5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304800" y="209550"/>
            <a:ext cx="8686800" cy="4495800"/>
          </a:xfrm>
        </p:spPr>
        <p:txBody>
          <a:bodyPr>
            <a:normAutofit/>
          </a:bodyPr>
          <a:lstStyle/>
          <a:p>
            <a:pPr>
              <a:lnSpc>
                <a:spcPct val="90000"/>
              </a:lnSpc>
              <a:buFontTx/>
              <a:buNone/>
            </a:pPr>
            <a:r>
              <a:rPr lang="en-US" altLang="en-US" dirty="0" smtClean="0"/>
              <a:t>There </a:t>
            </a:r>
            <a:r>
              <a:rPr lang="en-US" altLang="en-US" dirty="0"/>
              <a:t>is your Box and Whisker Plot</a:t>
            </a:r>
          </a:p>
          <a:p>
            <a:pPr>
              <a:lnSpc>
                <a:spcPct val="90000"/>
              </a:lnSpc>
              <a:buFontTx/>
              <a:buNone/>
            </a:pPr>
            <a:endParaRPr lang="en-US" altLang="en-US" dirty="0"/>
          </a:p>
          <a:p>
            <a:pPr>
              <a:lnSpc>
                <a:spcPct val="90000"/>
              </a:lnSpc>
              <a:buFontTx/>
              <a:buNone/>
            </a:pPr>
            <a:endParaRPr lang="en-US" altLang="en-US" dirty="0">
              <a:solidFill>
                <a:schemeClr val="folHlink"/>
              </a:solidFill>
            </a:endParaRPr>
          </a:p>
          <a:p>
            <a:pPr>
              <a:lnSpc>
                <a:spcPct val="90000"/>
              </a:lnSpc>
              <a:buFontTx/>
              <a:buNone/>
            </a:pPr>
            <a:r>
              <a:rPr lang="en-US" altLang="en-US" dirty="0">
                <a:solidFill>
                  <a:schemeClr val="folHlink"/>
                </a:solidFill>
              </a:rPr>
              <a:t>		</a:t>
            </a:r>
          </a:p>
          <a:p>
            <a:pPr>
              <a:lnSpc>
                <a:spcPct val="90000"/>
              </a:lnSpc>
              <a:buFontTx/>
              <a:buNone/>
            </a:pPr>
            <a:r>
              <a:rPr lang="en-US" altLang="en-US" dirty="0">
                <a:solidFill>
                  <a:schemeClr val="folHlink"/>
                </a:solidFill>
              </a:rPr>
              <a:t>		  </a:t>
            </a:r>
            <a:endParaRPr lang="en-US" altLang="en-US" dirty="0" smtClean="0">
              <a:solidFill>
                <a:schemeClr val="folHlink"/>
              </a:solidFill>
            </a:endParaRPr>
          </a:p>
          <a:p>
            <a:pPr>
              <a:lnSpc>
                <a:spcPct val="90000"/>
              </a:lnSpc>
              <a:buFontTx/>
              <a:buNone/>
            </a:pPr>
            <a:endParaRPr lang="en-US" altLang="en-US" sz="2000" dirty="0">
              <a:solidFill>
                <a:schemeClr val="folHlink"/>
              </a:solidFill>
            </a:endParaRPr>
          </a:p>
          <a:p>
            <a:pPr>
              <a:lnSpc>
                <a:spcPct val="90000"/>
              </a:lnSpc>
              <a:buFontTx/>
              <a:buNone/>
            </a:pPr>
            <a:endParaRPr lang="en-US" altLang="en-US" sz="2000" dirty="0" smtClean="0">
              <a:solidFill>
                <a:schemeClr val="folHlink"/>
              </a:solidFill>
            </a:endParaRPr>
          </a:p>
          <a:p>
            <a:pPr>
              <a:lnSpc>
                <a:spcPct val="90000"/>
              </a:lnSpc>
              <a:buFontTx/>
              <a:buNone/>
            </a:pPr>
            <a:endParaRPr lang="en-US" altLang="en-US" sz="2000" dirty="0">
              <a:solidFill>
                <a:schemeClr val="folHlink"/>
              </a:solidFill>
            </a:endParaRPr>
          </a:p>
          <a:p>
            <a:pPr>
              <a:lnSpc>
                <a:spcPct val="90000"/>
              </a:lnSpc>
              <a:buFontTx/>
              <a:buNone/>
            </a:pPr>
            <a:endParaRPr lang="en-US" altLang="en-US" sz="2000" dirty="0" smtClean="0">
              <a:solidFill>
                <a:schemeClr val="folHlink"/>
              </a:solidFill>
            </a:endParaRPr>
          </a:p>
          <a:p>
            <a:pPr>
              <a:lnSpc>
                <a:spcPct val="90000"/>
              </a:lnSpc>
              <a:buFontTx/>
              <a:buNone/>
            </a:pPr>
            <a:endParaRPr lang="en-US" altLang="en-US" sz="2000" dirty="0">
              <a:solidFill>
                <a:schemeClr val="folHlink"/>
              </a:solidFill>
            </a:endParaRPr>
          </a:p>
          <a:p>
            <a:pPr algn="r">
              <a:lnSpc>
                <a:spcPct val="90000"/>
              </a:lnSpc>
              <a:buFontTx/>
              <a:buNone/>
            </a:pPr>
            <a:endParaRPr lang="en-US" altLang="en-US" dirty="0" smtClean="0">
              <a:solidFill>
                <a:schemeClr val="folHlink"/>
              </a:solidFill>
            </a:endParaRPr>
          </a:p>
          <a:p>
            <a:pPr algn="r">
              <a:lnSpc>
                <a:spcPct val="90000"/>
              </a:lnSpc>
              <a:buFontTx/>
              <a:buNone/>
            </a:pPr>
            <a:r>
              <a:rPr lang="en-US" altLang="en-US" dirty="0" smtClean="0">
                <a:solidFill>
                  <a:schemeClr val="folHlink"/>
                </a:solidFill>
              </a:rPr>
              <a:t>Q</a:t>
            </a:r>
            <a:r>
              <a:rPr lang="en-US" altLang="en-US" dirty="0">
                <a:solidFill>
                  <a:schemeClr val="folHlink"/>
                </a:solidFill>
              </a:rPr>
              <a:t>: Can you guess where </a:t>
            </a:r>
            <a:endParaRPr lang="en-US" altLang="en-US" dirty="0" smtClean="0">
              <a:solidFill>
                <a:schemeClr val="folHlink"/>
              </a:solidFill>
            </a:endParaRPr>
          </a:p>
          <a:p>
            <a:pPr algn="r">
              <a:lnSpc>
                <a:spcPct val="90000"/>
              </a:lnSpc>
              <a:buFontTx/>
              <a:buNone/>
            </a:pPr>
            <a:r>
              <a:rPr lang="en-US" altLang="en-US" dirty="0" smtClean="0">
                <a:solidFill>
                  <a:schemeClr val="folHlink"/>
                </a:solidFill>
              </a:rPr>
              <a:t>the </a:t>
            </a:r>
            <a:r>
              <a:rPr lang="en-US" altLang="en-US" dirty="0">
                <a:solidFill>
                  <a:schemeClr val="folHlink"/>
                </a:solidFill>
              </a:rPr>
              <a:t>graph gets it’s name?</a:t>
            </a:r>
          </a:p>
          <a:p>
            <a:pPr>
              <a:lnSpc>
                <a:spcPct val="90000"/>
              </a:lnSpc>
              <a:buFontTx/>
              <a:buNone/>
            </a:pPr>
            <a:endParaRPr lang="en-US" altLang="en-US" sz="2000" dirty="0"/>
          </a:p>
          <a:p>
            <a:pPr>
              <a:lnSpc>
                <a:spcPct val="90000"/>
              </a:lnSpc>
              <a:buFontTx/>
              <a:buNone/>
            </a:pPr>
            <a:endParaRPr lang="en-US" altLang="en-US" dirty="0"/>
          </a:p>
          <a:p>
            <a:pPr>
              <a:lnSpc>
                <a:spcPct val="90000"/>
              </a:lnSpc>
            </a:pPr>
            <a:endParaRPr lang="en-US" altLang="en-US" dirty="0"/>
          </a:p>
        </p:txBody>
      </p:sp>
      <p:pic>
        <p:nvPicPr>
          <p:cNvPr id="22533" name="Picture 5" descr="th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650" y="1870312"/>
            <a:ext cx="8602367" cy="239688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323850" y="4305300"/>
            <a:ext cx="3429000" cy="2492990"/>
          </a:xfrm>
          <a:prstGeom prst="rect">
            <a:avLst/>
          </a:prstGeom>
          <a:noFill/>
        </p:spPr>
        <p:txBody>
          <a:bodyPr wrap="square" rtlCol="0">
            <a:spAutoFit/>
          </a:bodyPr>
          <a:lstStyle/>
          <a:p>
            <a:r>
              <a:rPr lang="en-US" sz="3600" b="1" u="sng" dirty="0" smtClean="0">
                <a:solidFill>
                  <a:srgbClr val="002060"/>
                </a:solidFill>
                <a:latin typeface="Angsana New" panose="02020603050405020304" pitchFamily="18" charset="-34"/>
                <a:cs typeface="Angsana New" panose="02020603050405020304" pitchFamily="18" charset="-34"/>
              </a:rPr>
              <a:t>5 Number Summary</a:t>
            </a:r>
          </a:p>
          <a:p>
            <a:r>
              <a:rPr lang="en-US" sz="2400" b="1" dirty="0" smtClean="0">
                <a:solidFill>
                  <a:srgbClr val="0070C0"/>
                </a:solidFill>
                <a:latin typeface="Arial Rounded MT Bold" panose="020F0704030504030204" pitchFamily="34" charset="0"/>
                <a:cs typeface="Aharoni" panose="02010803020104030203" pitchFamily="2" charset="-79"/>
              </a:rPr>
              <a:t>Lower Extreme=18</a:t>
            </a:r>
          </a:p>
          <a:p>
            <a:r>
              <a:rPr lang="en-US" sz="2400" b="1" dirty="0" smtClean="0">
                <a:solidFill>
                  <a:srgbClr val="0070C0"/>
                </a:solidFill>
                <a:latin typeface="Arial Rounded MT Bold" panose="020F0704030504030204" pitchFamily="34" charset="0"/>
                <a:cs typeface="Aharoni" panose="02010803020104030203" pitchFamily="2" charset="-79"/>
              </a:rPr>
              <a:t>Lower Quartile =52</a:t>
            </a:r>
          </a:p>
          <a:p>
            <a:r>
              <a:rPr lang="en-US" sz="2400" b="1" dirty="0" smtClean="0">
                <a:solidFill>
                  <a:srgbClr val="0070C0"/>
                </a:solidFill>
                <a:latin typeface="Arial Rounded MT Bold" panose="020F0704030504030204" pitchFamily="34" charset="0"/>
                <a:cs typeface="Aharoni" panose="02010803020104030203" pitchFamily="2" charset="-79"/>
              </a:rPr>
              <a:t>Median= 68</a:t>
            </a:r>
          </a:p>
          <a:p>
            <a:r>
              <a:rPr lang="en-US" sz="2400" b="1" dirty="0" smtClean="0">
                <a:solidFill>
                  <a:srgbClr val="0070C0"/>
                </a:solidFill>
                <a:latin typeface="Arial Rounded MT Bold" panose="020F0704030504030204" pitchFamily="34" charset="0"/>
                <a:cs typeface="Aharoni" panose="02010803020104030203" pitchFamily="2" charset="-79"/>
              </a:rPr>
              <a:t>Upper Quartile= 87</a:t>
            </a:r>
          </a:p>
          <a:p>
            <a:r>
              <a:rPr lang="en-US" sz="2400" b="1" dirty="0" smtClean="0">
                <a:solidFill>
                  <a:srgbClr val="0070C0"/>
                </a:solidFill>
                <a:latin typeface="Arial Rounded MT Bold" panose="020F0704030504030204" pitchFamily="34" charset="0"/>
                <a:cs typeface="Aharoni" panose="02010803020104030203" pitchFamily="2" charset="-79"/>
              </a:rPr>
              <a:t>Upper Extreme= 100</a:t>
            </a:r>
            <a:endParaRPr lang="en-US" sz="2400" b="1" dirty="0">
              <a:solidFill>
                <a:srgbClr val="0070C0"/>
              </a:solidFill>
              <a:latin typeface="Arial Rounded MT Bold" panose="020F0704030504030204" pitchFamily="34" charset="0"/>
              <a:cs typeface="Aharoni" panose="02010803020104030203" pitchFamily="2" charset="-79"/>
            </a:endParaRPr>
          </a:p>
        </p:txBody>
      </p:sp>
      <p:sp>
        <p:nvSpPr>
          <p:cNvPr id="6" name="Rectangle 2"/>
          <p:cNvSpPr txBox="1">
            <a:spLocks noChangeArrowheads="1"/>
          </p:cNvSpPr>
          <p:nvPr/>
        </p:nvSpPr>
        <p:spPr bwMode="auto">
          <a:xfrm>
            <a:off x="247650" y="270112"/>
            <a:ext cx="843915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altLang="en-US" dirty="0" smtClean="0">
                <a:solidFill>
                  <a:schemeClr val="bg1"/>
                </a:solidFill>
              </a:rPr>
              <a:t>How to make a Box &amp;Whisker Plot</a:t>
            </a:r>
            <a:endParaRPr lang="en-US" altLang="en-US" dirty="0">
              <a:solidFill>
                <a:schemeClr val="bg1"/>
              </a:solidFill>
            </a:endParaRPr>
          </a:p>
        </p:txBody>
      </p:sp>
    </p:spTree>
    <p:extLst>
      <p:ext uri="{BB962C8B-B14F-4D97-AF65-F5344CB8AC3E}">
        <p14:creationId xmlns:p14="http://schemas.microsoft.com/office/powerpoint/2010/main" val="533162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22531">
                                            <p:txEl>
                                              <p:pRg st="11" end="11"/>
                                            </p:txEl>
                                          </p:spTgt>
                                        </p:tgtEl>
                                        <p:attrNameLst>
                                          <p:attrName>style.visibility</p:attrName>
                                        </p:attrNameLst>
                                      </p:cBhvr>
                                      <p:to>
                                        <p:strVal val="visible"/>
                                      </p:to>
                                    </p:set>
                                    <p:animEffect transition="in" filter="fade">
                                      <p:cBhvr>
                                        <p:cTn id="7" dur="2000"/>
                                        <p:tgtEl>
                                          <p:spTgt spid="22531">
                                            <p:txEl>
                                              <p:pRg st="11" end="11"/>
                                            </p:txEl>
                                          </p:spTgt>
                                        </p:tgtEl>
                                      </p:cBhvr>
                                    </p:animEffect>
                                    <p:anim calcmode="lin" valueType="num">
                                      <p:cBhvr>
                                        <p:cTn id="8" dur="2000" fill="hold"/>
                                        <p:tgtEl>
                                          <p:spTgt spid="22531">
                                            <p:txEl>
                                              <p:pRg st="11" end="11"/>
                                            </p:txEl>
                                          </p:spTgt>
                                        </p:tgtEl>
                                        <p:attrNameLst>
                                          <p:attrName>ppt_w</p:attrName>
                                        </p:attrNameLst>
                                      </p:cBhvr>
                                      <p:tavLst>
                                        <p:tav tm="0" fmla="#ppt_w*sin(2.5*pi*$)">
                                          <p:val>
                                            <p:fltVal val="0"/>
                                          </p:val>
                                        </p:tav>
                                        <p:tav tm="100000">
                                          <p:val>
                                            <p:fltVal val="1"/>
                                          </p:val>
                                        </p:tav>
                                      </p:tavLst>
                                    </p:anim>
                                    <p:anim calcmode="lin" valueType="num">
                                      <p:cBhvr>
                                        <p:cTn id="9" dur="2000" fill="hold"/>
                                        <p:tgtEl>
                                          <p:spTgt spid="22531">
                                            <p:txEl>
                                              <p:pRg st="11" end="11"/>
                                            </p:txEl>
                                          </p:spTgt>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nodeType="clickEffect">
                                  <p:stCondLst>
                                    <p:cond delay="0"/>
                                  </p:stCondLst>
                                  <p:childTnLst>
                                    <p:set>
                                      <p:cBhvr>
                                        <p:cTn id="13" dur="1" fill="hold">
                                          <p:stCondLst>
                                            <p:cond delay="0"/>
                                          </p:stCondLst>
                                        </p:cTn>
                                        <p:tgtEl>
                                          <p:spTgt spid="22531">
                                            <p:txEl>
                                              <p:pRg st="12" end="12"/>
                                            </p:txEl>
                                          </p:spTgt>
                                        </p:tgtEl>
                                        <p:attrNameLst>
                                          <p:attrName>style.visibility</p:attrName>
                                        </p:attrNameLst>
                                      </p:cBhvr>
                                      <p:to>
                                        <p:strVal val="visible"/>
                                      </p:to>
                                    </p:set>
                                    <p:animEffect transition="in" filter="fade">
                                      <p:cBhvr>
                                        <p:cTn id="14" dur="2000"/>
                                        <p:tgtEl>
                                          <p:spTgt spid="22531">
                                            <p:txEl>
                                              <p:pRg st="12" end="12"/>
                                            </p:txEl>
                                          </p:spTgt>
                                        </p:tgtEl>
                                      </p:cBhvr>
                                    </p:animEffect>
                                    <p:anim calcmode="lin" valueType="num">
                                      <p:cBhvr>
                                        <p:cTn id="15" dur="2000" fill="hold"/>
                                        <p:tgtEl>
                                          <p:spTgt spid="22531">
                                            <p:txEl>
                                              <p:pRg st="12" end="12"/>
                                            </p:txEl>
                                          </p:spTgt>
                                        </p:tgtEl>
                                        <p:attrNameLst>
                                          <p:attrName>ppt_w</p:attrName>
                                        </p:attrNameLst>
                                      </p:cBhvr>
                                      <p:tavLst>
                                        <p:tav tm="0" fmla="#ppt_w*sin(2.5*pi*$)">
                                          <p:val>
                                            <p:fltVal val="0"/>
                                          </p:val>
                                        </p:tav>
                                        <p:tav tm="100000">
                                          <p:val>
                                            <p:fltVal val="1"/>
                                          </p:val>
                                        </p:tav>
                                      </p:tavLst>
                                    </p:anim>
                                    <p:anim calcmode="lin" valueType="num">
                                      <p:cBhvr>
                                        <p:cTn id="16" dur="2000" fill="hold"/>
                                        <p:tgtEl>
                                          <p:spTgt spid="22531">
                                            <p:txEl>
                                              <p:pRg st="12" end="1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a:xfrm>
            <a:off x="304800" y="209550"/>
            <a:ext cx="8686800" cy="3143250"/>
          </a:xfrm>
        </p:spPr>
        <p:txBody>
          <a:bodyPr/>
          <a:lstStyle/>
          <a:p>
            <a:pPr>
              <a:lnSpc>
                <a:spcPct val="90000"/>
              </a:lnSpc>
              <a:buFontTx/>
              <a:buNone/>
            </a:pPr>
            <a:endParaRPr lang="en-US" altLang="en-US" dirty="0"/>
          </a:p>
          <a:p>
            <a:pPr>
              <a:lnSpc>
                <a:spcPct val="90000"/>
              </a:lnSpc>
              <a:buFontTx/>
              <a:buNone/>
            </a:pPr>
            <a:endParaRPr lang="en-US" altLang="en-US" dirty="0">
              <a:solidFill>
                <a:schemeClr val="folHlink"/>
              </a:solidFill>
            </a:endParaRPr>
          </a:p>
          <a:p>
            <a:pPr>
              <a:lnSpc>
                <a:spcPct val="90000"/>
              </a:lnSpc>
              <a:buFontTx/>
              <a:buNone/>
            </a:pPr>
            <a:r>
              <a:rPr lang="en-US" altLang="en-US" dirty="0">
                <a:solidFill>
                  <a:schemeClr val="folHlink"/>
                </a:solidFill>
              </a:rPr>
              <a:t>		</a:t>
            </a:r>
          </a:p>
          <a:p>
            <a:pPr>
              <a:lnSpc>
                <a:spcPct val="90000"/>
              </a:lnSpc>
              <a:buFontTx/>
              <a:buNone/>
            </a:pPr>
            <a:r>
              <a:rPr lang="en-US" altLang="en-US" dirty="0">
                <a:solidFill>
                  <a:schemeClr val="folHlink"/>
                </a:solidFill>
              </a:rPr>
              <a:t>		  </a:t>
            </a:r>
            <a:endParaRPr lang="en-US" altLang="en-US" dirty="0" smtClean="0">
              <a:solidFill>
                <a:schemeClr val="folHlink"/>
              </a:solidFill>
            </a:endParaRPr>
          </a:p>
          <a:p>
            <a:pPr>
              <a:lnSpc>
                <a:spcPct val="90000"/>
              </a:lnSpc>
              <a:buFontTx/>
              <a:buNone/>
            </a:pPr>
            <a:endParaRPr lang="en-US" altLang="en-US" sz="2000" dirty="0">
              <a:solidFill>
                <a:schemeClr val="folHlink"/>
              </a:solidFill>
            </a:endParaRPr>
          </a:p>
          <a:p>
            <a:pPr>
              <a:lnSpc>
                <a:spcPct val="90000"/>
              </a:lnSpc>
              <a:buFontTx/>
              <a:buNone/>
            </a:pPr>
            <a:endParaRPr lang="en-US" altLang="en-US" sz="2000" dirty="0" smtClean="0">
              <a:solidFill>
                <a:schemeClr val="folHlink"/>
              </a:solidFill>
            </a:endParaRPr>
          </a:p>
          <a:p>
            <a:pPr>
              <a:lnSpc>
                <a:spcPct val="90000"/>
              </a:lnSpc>
              <a:buFontTx/>
              <a:buNone/>
            </a:pPr>
            <a:endParaRPr lang="en-US" altLang="en-US" sz="2000" dirty="0">
              <a:solidFill>
                <a:schemeClr val="folHlink"/>
              </a:solidFill>
            </a:endParaRPr>
          </a:p>
          <a:p>
            <a:pPr>
              <a:lnSpc>
                <a:spcPct val="90000"/>
              </a:lnSpc>
              <a:buFontTx/>
              <a:buNone/>
            </a:pPr>
            <a:endParaRPr lang="en-US" altLang="en-US" sz="2000" dirty="0" smtClean="0">
              <a:solidFill>
                <a:schemeClr val="folHlink"/>
              </a:solidFill>
            </a:endParaRPr>
          </a:p>
          <a:p>
            <a:pPr>
              <a:lnSpc>
                <a:spcPct val="90000"/>
              </a:lnSpc>
              <a:buFontTx/>
              <a:buNone/>
            </a:pPr>
            <a:endParaRPr lang="en-US" altLang="en-US" sz="2000" dirty="0">
              <a:solidFill>
                <a:schemeClr val="folHlink"/>
              </a:solidFill>
            </a:endParaRPr>
          </a:p>
          <a:p>
            <a:pPr>
              <a:lnSpc>
                <a:spcPct val="90000"/>
              </a:lnSpc>
              <a:buFontTx/>
              <a:buNone/>
            </a:pPr>
            <a:endParaRPr lang="en-US" altLang="en-US" sz="2000" dirty="0"/>
          </a:p>
          <a:p>
            <a:pPr>
              <a:lnSpc>
                <a:spcPct val="90000"/>
              </a:lnSpc>
              <a:buFontTx/>
              <a:buNone/>
            </a:pPr>
            <a:endParaRPr lang="en-US" altLang="en-US" dirty="0"/>
          </a:p>
          <a:p>
            <a:pPr>
              <a:lnSpc>
                <a:spcPct val="90000"/>
              </a:lnSpc>
            </a:pPr>
            <a:endParaRPr lang="en-US" altLang="en-US" dirty="0"/>
          </a:p>
        </p:txBody>
      </p:sp>
      <p:sp>
        <p:nvSpPr>
          <p:cNvPr id="5" name="Rectangle 2"/>
          <p:cNvSpPr>
            <a:spLocks noGrp="1" noChangeArrowheads="1"/>
          </p:cNvSpPr>
          <p:nvPr>
            <p:ph type="title"/>
          </p:nvPr>
        </p:nvSpPr>
        <p:spPr>
          <a:xfrm>
            <a:off x="295275" y="1828800"/>
            <a:ext cx="8629650" cy="1676400"/>
          </a:xfrm>
        </p:spPr>
        <p:txBody>
          <a:bodyPr>
            <a:normAutofit/>
          </a:bodyPr>
          <a:lstStyle/>
          <a:p>
            <a:pPr algn="l" eaLnBrk="1" hangingPunct="1"/>
            <a:r>
              <a:rPr lang="en-US" b="1" u="sng" dirty="0" smtClean="0">
                <a:solidFill>
                  <a:srgbClr val="FF0000"/>
                </a:solidFill>
              </a:rPr>
              <a:t>Interquartile range</a:t>
            </a:r>
            <a:r>
              <a:rPr lang="en-US" dirty="0" smtClean="0"/>
              <a:t>= the difference between the upper quartile and the lower quartile</a:t>
            </a:r>
          </a:p>
        </p:txBody>
      </p:sp>
      <p:pic>
        <p:nvPicPr>
          <p:cNvPr id="22533" name="Picture 5" descr="th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680758"/>
            <a:ext cx="5334000" cy="191145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5715000" y="3680758"/>
            <a:ext cx="3429000" cy="1938992"/>
          </a:xfrm>
          <a:prstGeom prst="rect">
            <a:avLst/>
          </a:prstGeom>
          <a:noFill/>
        </p:spPr>
        <p:txBody>
          <a:bodyPr wrap="square" rtlCol="0">
            <a:spAutoFit/>
          </a:bodyPr>
          <a:lstStyle/>
          <a:p>
            <a:r>
              <a:rPr lang="en-US" sz="2400" b="1" dirty="0" smtClean="0">
                <a:solidFill>
                  <a:srgbClr val="0070C0"/>
                </a:solidFill>
                <a:latin typeface="Arial Rounded MT Bold" panose="020F0704030504030204" pitchFamily="34" charset="0"/>
                <a:cs typeface="Aharoni" panose="02010803020104030203" pitchFamily="2" charset="-79"/>
              </a:rPr>
              <a:t>Lower Extreme=18</a:t>
            </a:r>
          </a:p>
          <a:p>
            <a:r>
              <a:rPr lang="en-US" sz="2400" b="1" dirty="0" smtClean="0">
                <a:solidFill>
                  <a:srgbClr val="0070C0"/>
                </a:solidFill>
                <a:latin typeface="Arial Rounded MT Bold" panose="020F0704030504030204" pitchFamily="34" charset="0"/>
                <a:cs typeface="Aharoni" panose="02010803020104030203" pitchFamily="2" charset="-79"/>
              </a:rPr>
              <a:t>Lower Quartile =52</a:t>
            </a:r>
          </a:p>
          <a:p>
            <a:r>
              <a:rPr lang="en-US" sz="2400" b="1" dirty="0" smtClean="0">
                <a:solidFill>
                  <a:srgbClr val="0070C0"/>
                </a:solidFill>
                <a:latin typeface="Arial Rounded MT Bold" panose="020F0704030504030204" pitchFamily="34" charset="0"/>
                <a:cs typeface="Aharoni" panose="02010803020104030203" pitchFamily="2" charset="-79"/>
              </a:rPr>
              <a:t>Median= 68</a:t>
            </a:r>
          </a:p>
          <a:p>
            <a:r>
              <a:rPr lang="en-US" sz="2400" b="1" dirty="0" smtClean="0">
                <a:solidFill>
                  <a:srgbClr val="0070C0"/>
                </a:solidFill>
                <a:latin typeface="Arial Rounded MT Bold" panose="020F0704030504030204" pitchFamily="34" charset="0"/>
                <a:cs typeface="Aharoni" panose="02010803020104030203" pitchFamily="2" charset="-79"/>
              </a:rPr>
              <a:t>Upper Quartile= 87</a:t>
            </a:r>
          </a:p>
          <a:p>
            <a:r>
              <a:rPr lang="en-US" sz="2400" b="1" dirty="0" smtClean="0">
                <a:solidFill>
                  <a:srgbClr val="0070C0"/>
                </a:solidFill>
                <a:latin typeface="Arial Rounded MT Bold" panose="020F0704030504030204" pitchFamily="34" charset="0"/>
                <a:cs typeface="Aharoni" panose="02010803020104030203" pitchFamily="2" charset="-79"/>
              </a:rPr>
              <a:t>Upper Extreme= 100</a:t>
            </a:r>
            <a:endParaRPr lang="en-US" sz="2400" b="1" dirty="0">
              <a:solidFill>
                <a:srgbClr val="0070C0"/>
              </a:solidFill>
              <a:latin typeface="Arial Rounded MT Bold" panose="020F0704030504030204" pitchFamily="34" charset="0"/>
              <a:cs typeface="Aharoni" panose="02010803020104030203" pitchFamily="2" charset="-79"/>
            </a:endParaRPr>
          </a:p>
        </p:txBody>
      </p:sp>
      <p:sp>
        <p:nvSpPr>
          <p:cNvPr id="3" name="TextBox 2"/>
          <p:cNvSpPr txBox="1"/>
          <p:nvPr/>
        </p:nvSpPr>
        <p:spPr>
          <a:xfrm>
            <a:off x="2286000" y="5638800"/>
            <a:ext cx="4648200" cy="923330"/>
          </a:xfrm>
          <a:prstGeom prst="rect">
            <a:avLst/>
          </a:prstGeom>
          <a:noFill/>
        </p:spPr>
        <p:txBody>
          <a:bodyPr wrap="square" rtlCol="0">
            <a:spAutoFit/>
          </a:bodyPr>
          <a:lstStyle/>
          <a:p>
            <a:r>
              <a:rPr lang="en-US" sz="5400" dirty="0" smtClean="0">
                <a:solidFill>
                  <a:srgbClr val="FF0000"/>
                </a:solidFill>
                <a:latin typeface="Aharoni" panose="02010803020104030203" pitchFamily="2" charset="-79"/>
                <a:cs typeface="Aharoni" panose="02010803020104030203" pitchFamily="2" charset="-79"/>
              </a:rPr>
              <a:t>87– 52 = 35= IR</a:t>
            </a:r>
            <a:endParaRPr lang="en-US" sz="5400" dirty="0">
              <a:solidFill>
                <a:srgbClr val="FF0000"/>
              </a:solidFill>
              <a:latin typeface="Aharoni" panose="02010803020104030203" pitchFamily="2" charset="-79"/>
              <a:cs typeface="Aharoni" panose="02010803020104030203" pitchFamily="2" charset="-79"/>
            </a:endParaRPr>
          </a:p>
        </p:txBody>
      </p:sp>
      <p:sp>
        <p:nvSpPr>
          <p:cNvPr id="7" name="Rectangle 2"/>
          <p:cNvSpPr txBox="1">
            <a:spLocks noChangeArrowheads="1"/>
          </p:cNvSpPr>
          <p:nvPr/>
        </p:nvSpPr>
        <p:spPr bwMode="auto">
          <a:xfrm>
            <a:off x="247650" y="400050"/>
            <a:ext cx="843915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a:lstStyle>
          <a:p>
            <a:pPr algn="l"/>
            <a:r>
              <a:rPr lang="en-US" altLang="en-US" dirty="0" smtClean="0">
                <a:solidFill>
                  <a:schemeClr val="bg1"/>
                </a:solidFill>
              </a:rPr>
              <a:t>How to make a Box &amp;Whisker Plot</a:t>
            </a:r>
            <a:endParaRPr lang="en-US" altLang="en-US" dirty="0">
              <a:solidFill>
                <a:schemeClr val="bg1"/>
              </a:solidFill>
            </a:endParaRPr>
          </a:p>
        </p:txBody>
      </p:sp>
    </p:spTree>
    <p:extLst>
      <p:ext uri="{BB962C8B-B14F-4D97-AF65-F5344CB8AC3E}">
        <p14:creationId xmlns:p14="http://schemas.microsoft.com/office/powerpoint/2010/main" val="927361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2533"/>
                                        </p:tgtEl>
                                        <p:attrNameLst>
                                          <p:attrName>style.visibility</p:attrName>
                                        </p:attrNameLst>
                                      </p:cBhvr>
                                      <p:to>
                                        <p:strVal val="visible"/>
                                      </p:to>
                                    </p:set>
                                    <p:anim calcmode="lin" valueType="num">
                                      <p:cBhvr additive="base">
                                        <p:cTn id="12" dur="500" fill="hold"/>
                                        <p:tgtEl>
                                          <p:spTgt spid="22533"/>
                                        </p:tgtEl>
                                        <p:attrNameLst>
                                          <p:attrName>ppt_x</p:attrName>
                                        </p:attrNameLst>
                                      </p:cBhvr>
                                      <p:tavLst>
                                        <p:tav tm="0">
                                          <p:val>
                                            <p:strVal val="#ppt_x"/>
                                          </p:val>
                                        </p:tav>
                                        <p:tav tm="100000">
                                          <p:val>
                                            <p:strVal val="#ppt_x"/>
                                          </p:val>
                                        </p:tav>
                                      </p:tavLst>
                                    </p:anim>
                                    <p:anim calcmode="lin" valueType="num">
                                      <p:cBhvr additive="base">
                                        <p:cTn id="13" dur="500" fill="hold"/>
                                        <p:tgtEl>
                                          <p:spTgt spid="2253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31"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p:cTn id="18" dur="1000" fill="hold"/>
                                        <p:tgtEl>
                                          <p:spTgt spid="2"/>
                                        </p:tgtEl>
                                        <p:attrNameLst>
                                          <p:attrName>ppt_w</p:attrName>
                                        </p:attrNameLst>
                                      </p:cBhvr>
                                      <p:tavLst>
                                        <p:tav tm="0">
                                          <p:val>
                                            <p:fltVal val="0"/>
                                          </p:val>
                                        </p:tav>
                                        <p:tav tm="100000">
                                          <p:val>
                                            <p:strVal val="#ppt_w"/>
                                          </p:val>
                                        </p:tav>
                                      </p:tavLst>
                                    </p:anim>
                                    <p:anim calcmode="lin" valueType="num">
                                      <p:cBhvr>
                                        <p:cTn id="19" dur="1000" fill="hold"/>
                                        <p:tgtEl>
                                          <p:spTgt spid="2"/>
                                        </p:tgtEl>
                                        <p:attrNameLst>
                                          <p:attrName>ppt_h</p:attrName>
                                        </p:attrNameLst>
                                      </p:cBhvr>
                                      <p:tavLst>
                                        <p:tav tm="0">
                                          <p:val>
                                            <p:fltVal val="0"/>
                                          </p:val>
                                        </p:tav>
                                        <p:tav tm="100000">
                                          <p:val>
                                            <p:strVal val="#ppt_h"/>
                                          </p:val>
                                        </p:tav>
                                      </p:tavLst>
                                    </p:anim>
                                    <p:anim calcmode="lin" valueType="num">
                                      <p:cBhvr>
                                        <p:cTn id="20" dur="1000" fill="hold"/>
                                        <p:tgtEl>
                                          <p:spTgt spid="2"/>
                                        </p:tgtEl>
                                        <p:attrNameLst>
                                          <p:attrName>style.rotation</p:attrName>
                                        </p:attrNameLst>
                                      </p:cBhvr>
                                      <p:tavLst>
                                        <p:tav tm="0">
                                          <p:val>
                                            <p:fltVal val="90"/>
                                          </p:val>
                                        </p:tav>
                                        <p:tav tm="100000">
                                          <p:val>
                                            <p:fltVal val="0"/>
                                          </p:val>
                                        </p:tav>
                                      </p:tavLst>
                                    </p:anim>
                                    <p:animEffect transition="in" filter="fade">
                                      <p:cBhvr>
                                        <p:cTn id="21" dur="10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500" fill="hold"/>
                                        <p:tgtEl>
                                          <p:spTgt spid="3"/>
                                        </p:tgtEl>
                                        <p:attrNameLst>
                                          <p:attrName>ppt_w</p:attrName>
                                        </p:attrNameLst>
                                      </p:cBhvr>
                                      <p:tavLst>
                                        <p:tav tm="0">
                                          <p:val>
                                            <p:fltVal val="0"/>
                                          </p:val>
                                        </p:tav>
                                        <p:tav tm="100000">
                                          <p:val>
                                            <p:strVal val="#ppt_w"/>
                                          </p:val>
                                        </p:tav>
                                      </p:tavLst>
                                    </p:anim>
                                    <p:anim calcmode="lin" valueType="num">
                                      <p:cBhvr>
                                        <p:cTn id="27" dur="500" fill="hold"/>
                                        <p:tgtEl>
                                          <p:spTgt spid="3"/>
                                        </p:tgtEl>
                                        <p:attrNameLst>
                                          <p:attrName>ppt_h</p:attrName>
                                        </p:attrNameLst>
                                      </p:cBhvr>
                                      <p:tavLst>
                                        <p:tav tm="0">
                                          <p:val>
                                            <p:fltVal val="0"/>
                                          </p:val>
                                        </p:tav>
                                        <p:tav tm="100000">
                                          <p:val>
                                            <p:strVal val="#ppt_h"/>
                                          </p:val>
                                        </p:tav>
                                      </p:tavLst>
                                    </p:anim>
                                    <p:animEffect transition="in" filter="fade">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2" grpId="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endParaRPr lang="en-US"/>
          </a:p>
        </p:txBody>
      </p:sp>
      <p:sp>
        <p:nvSpPr>
          <p:cNvPr id="3" name="Title 2"/>
          <p:cNvSpPr>
            <a:spLocks noGrp="1"/>
          </p:cNvSpPr>
          <p:nvPr>
            <p:ph type="title"/>
          </p:nvPr>
        </p:nvSpPr>
        <p:spPr/>
        <p:txBody>
          <a:bodyPr/>
          <a:lstStyle/>
          <a:p>
            <a:r>
              <a:rPr lang="en-US" dirty="0" smtClean="0"/>
              <a:t>Try one more!</a:t>
            </a:r>
            <a:endParaRPr lang="en-US" dirty="0"/>
          </a:p>
        </p:txBody>
      </p:sp>
    </p:spTree>
    <p:extLst>
      <p:ext uri="{BB962C8B-B14F-4D97-AF65-F5344CB8AC3E}">
        <p14:creationId xmlns:p14="http://schemas.microsoft.com/office/powerpoint/2010/main" val="93119575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381000" y="-228600"/>
            <a:ext cx="8229600" cy="1143000"/>
          </a:xfrm>
        </p:spPr>
        <p:txBody>
          <a:bodyPr/>
          <a:lstStyle/>
          <a:p>
            <a:r>
              <a:rPr lang="en-US" altLang="en-US">
                <a:solidFill>
                  <a:srgbClr val="FF3300"/>
                </a:solidFill>
              </a:rPr>
              <a:t>Making a Box-and-Whisker Plot</a:t>
            </a:r>
          </a:p>
        </p:txBody>
      </p:sp>
      <p:sp>
        <p:nvSpPr>
          <p:cNvPr id="5123" name="Text Box 4"/>
          <p:cNvSpPr txBox="1">
            <a:spLocks noChangeArrowheads="1"/>
          </p:cNvSpPr>
          <p:nvPr/>
        </p:nvSpPr>
        <p:spPr bwMode="auto">
          <a:xfrm>
            <a:off x="2133600" y="609600"/>
            <a:ext cx="5410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lgn="ctr">
              <a:spcBef>
                <a:spcPct val="50000"/>
              </a:spcBef>
            </a:pPr>
            <a:r>
              <a:rPr lang="en-US" altLang="en-US" sz="3200" b="1" u="sng">
                <a:solidFill>
                  <a:srgbClr val="C0504D"/>
                </a:solidFill>
              </a:rPr>
              <a:t>Roller Coaster Heights (ft.)</a:t>
            </a:r>
          </a:p>
        </p:txBody>
      </p:sp>
      <p:sp>
        <p:nvSpPr>
          <p:cNvPr id="6149" name="Text Box 5"/>
          <p:cNvSpPr txBox="1">
            <a:spLocks noChangeArrowheads="1"/>
          </p:cNvSpPr>
          <p:nvPr/>
        </p:nvSpPr>
        <p:spPr bwMode="auto">
          <a:xfrm>
            <a:off x="0" y="182880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2800">
                <a:solidFill>
                  <a:prstClr val="black"/>
                </a:solidFill>
              </a:rPr>
              <a:t>35	42	 44	 60	60	70	76	78	81	100</a:t>
            </a:r>
          </a:p>
        </p:txBody>
      </p:sp>
      <p:sp>
        <p:nvSpPr>
          <p:cNvPr id="6150" name="Text Box 6"/>
          <p:cNvSpPr txBox="1">
            <a:spLocks noChangeArrowheads="1"/>
          </p:cNvSpPr>
          <p:nvPr/>
        </p:nvSpPr>
        <p:spPr bwMode="auto">
          <a:xfrm>
            <a:off x="2286000" y="2316163"/>
            <a:ext cx="1752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2800">
                <a:solidFill>
                  <a:prstClr val="black"/>
                </a:solidFill>
              </a:rPr>
              <a:t>Median =</a:t>
            </a:r>
            <a:endParaRPr lang="en-US" altLang="en-US" sz="2800" b="1">
              <a:solidFill>
                <a:srgbClr val="C0504D"/>
              </a:solidFill>
            </a:endParaRPr>
          </a:p>
        </p:txBody>
      </p:sp>
      <p:sp>
        <p:nvSpPr>
          <p:cNvPr id="6151" name="Line 7"/>
          <p:cNvSpPr>
            <a:spLocks noChangeShapeType="1"/>
          </p:cNvSpPr>
          <p:nvPr/>
        </p:nvSpPr>
        <p:spPr bwMode="auto">
          <a:xfrm>
            <a:off x="4343400" y="2743200"/>
            <a:ext cx="0" cy="990600"/>
          </a:xfrm>
          <a:prstGeom prst="line">
            <a:avLst/>
          </a:prstGeom>
          <a:noFill/>
          <a:ln w="571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prstClr val="black"/>
              </a:solidFill>
            </a:endParaRPr>
          </a:p>
        </p:txBody>
      </p:sp>
      <p:sp>
        <p:nvSpPr>
          <p:cNvPr id="6153" name="AutoShape 9"/>
          <p:cNvSpPr>
            <a:spLocks/>
          </p:cNvSpPr>
          <p:nvPr/>
        </p:nvSpPr>
        <p:spPr bwMode="auto">
          <a:xfrm rot="-5400000">
            <a:off x="1920081" y="1508919"/>
            <a:ext cx="503238" cy="4191000"/>
          </a:xfrm>
          <a:prstGeom prst="rightBrace">
            <a:avLst>
              <a:gd name="adj1" fmla="val 69401"/>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endParaRPr lang="en-US" altLang="en-US">
              <a:solidFill>
                <a:prstClr val="black"/>
              </a:solidFill>
              <a:latin typeface="Freestyle Script" pitchFamily="66" charset="0"/>
            </a:endParaRPr>
          </a:p>
        </p:txBody>
      </p:sp>
      <p:sp>
        <p:nvSpPr>
          <p:cNvPr id="6154" name="AutoShape 10"/>
          <p:cNvSpPr>
            <a:spLocks/>
          </p:cNvSpPr>
          <p:nvPr/>
        </p:nvSpPr>
        <p:spPr bwMode="auto">
          <a:xfrm rot="-5400000">
            <a:off x="6377781" y="1318419"/>
            <a:ext cx="655638" cy="4419600"/>
          </a:xfrm>
          <a:prstGeom prst="rightBrace">
            <a:avLst>
              <a:gd name="adj1" fmla="val 56174"/>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endParaRPr lang="en-US" altLang="en-US">
              <a:solidFill>
                <a:prstClr val="black"/>
              </a:solidFill>
              <a:latin typeface="Freestyle Script" pitchFamily="66" charset="0"/>
            </a:endParaRPr>
          </a:p>
        </p:txBody>
      </p:sp>
      <p:sp>
        <p:nvSpPr>
          <p:cNvPr id="6155" name="Text Box 11"/>
          <p:cNvSpPr txBox="1">
            <a:spLocks noChangeArrowheads="1"/>
          </p:cNvSpPr>
          <p:nvPr/>
        </p:nvSpPr>
        <p:spPr bwMode="auto">
          <a:xfrm>
            <a:off x="1371600" y="2849563"/>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2400">
                <a:solidFill>
                  <a:prstClr val="black"/>
                </a:solidFill>
              </a:rPr>
              <a:t>Lower half</a:t>
            </a:r>
          </a:p>
        </p:txBody>
      </p:sp>
      <p:sp>
        <p:nvSpPr>
          <p:cNvPr id="6156" name="Text Box 12"/>
          <p:cNvSpPr txBox="1">
            <a:spLocks noChangeArrowheads="1"/>
          </p:cNvSpPr>
          <p:nvPr/>
        </p:nvSpPr>
        <p:spPr bwMode="auto">
          <a:xfrm>
            <a:off x="5715000" y="2849563"/>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2400">
                <a:solidFill>
                  <a:prstClr val="black"/>
                </a:solidFill>
              </a:rPr>
              <a:t>Upper half</a:t>
            </a:r>
          </a:p>
        </p:txBody>
      </p:sp>
      <p:sp>
        <p:nvSpPr>
          <p:cNvPr id="6157" name="Text Box 13"/>
          <p:cNvSpPr txBox="1">
            <a:spLocks noChangeArrowheads="1"/>
          </p:cNvSpPr>
          <p:nvPr/>
        </p:nvSpPr>
        <p:spPr bwMode="auto">
          <a:xfrm>
            <a:off x="0" y="373380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2800">
                <a:solidFill>
                  <a:prstClr val="black"/>
                </a:solidFill>
              </a:rPr>
              <a:t>35	42     44	 60	60	70	76	78	81	100</a:t>
            </a:r>
          </a:p>
        </p:txBody>
      </p:sp>
      <p:sp>
        <p:nvSpPr>
          <p:cNvPr id="6158" name="Text Box 14"/>
          <p:cNvSpPr txBox="1">
            <a:spLocks noChangeArrowheads="1"/>
          </p:cNvSpPr>
          <p:nvPr/>
        </p:nvSpPr>
        <p:spPr bwMode="auto">
          <a:xfrm>
            <a:off x="1066800" y="441960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2400">
                <a:solidFill>
                  <a:prstClr val="black"/>
                </a:solidFill>
              </a:rPr>
              <a:t>Lower Quartile</a:t>
            </a:r>
          </a:p>
        </p:txBody>
      </p:sp>
      <p:sp>
        <p:nvSpPr>
          <p:cNvPr id="6159" name="Line 15"/>
          <p:cNvSpPr>
            <a:spLocks noChangeShapeType="1"/>
          </p:cNvSpPr>
          <p:nvPr/>
        </p:nvSpPr>
        <p:spPr bwMode="auto">
          <a:xfrm flipV="1">
            <a:off x="2133600" y="4191000"/>
            <a:ext cx="0" cy="3048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prstClr val="black"/>
              </a:solidFill>
            </a:endParaRPr>
          </a:p>
        </p:txBody>
      </p:sp>
      <p:sp>
        <p:nvSpPr>
          <p:cNvPr id="6160" name="Text Box 16"/>
          <p:cNvSpPr txBox="1">
            <a:spLocks noChangeArrowheads="1"/>
          </p:cNvSpPr>
          <p:nvPr/>
        </p:nvSpPr>
        <p:spPr bwMode="auto">
          <a:xfrm>
            <a:off x="5715000" y="4343400"/>
            <a:ext cx="2209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2400">
                <a:solidFill>
                  <a:prstClr val="black"/>
                </a:solidFill>
              </a:rPr>
              <a:t>Upper Quartile</a:t>
            </a:r>
          </a:p>
        </p:txBody>
      </p:sp>
      <p:sp>
        <p:nvSpPr>
          <p:cNvPr id="6161" name="Line 17"/>
          <p:cNvSpPr>
            <a:spLocks noChangeShapeType="1"/>
          </p:cNvSpPr>
          <p:nvPr/>
        </p:nvSpPr>
        <p:spPr bwMode="auto">
          <a:xfrm flipV="1">
            <a:off x="6705600" y="4114800"/>
            <a:ext cx="0" cy="3048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prstClr val="black"/>
              </a:solidFill>
            </a:endParaRPr>
          </a:p>
        </p:txBody>
      </p:sp>
      <p:sp>
        <p:nvSpPr>
          <p:cNvPr id="6162" name="Line 18"/>
          <p:cNvSpPr>
            <a:spLocks noChangeShapeType="1"/>
          </p:cNvSpPr>
          <p:nvPr/>
        </p:nvSpPr>
        <p:spPr bwMode="auto">
          <a:xfrm>
            <a:off x="76200" y="5029200"/>
            <a:ext cx="8915400" cy="0"/>
          </a:xfrm>
          <a:prstGeom prst="line">
            <a:avLst/>
          </a:prstGeom>
          <a:noFill/>
          <a:ln w="7620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solidFill>
                <a:prstClr val="black"/>
              </a:solidFill>
            </a:endParaRPr>
          </a:p>
        </p:txBody>
      </p:sp>
      <p:sp>
        <p:nvSpPr>
          <p:cNvPr id="6163" name="Line 19"/>
          <p:cNvSpPr>
            <a:spLocks noChangeShapeType="1"/>
          </p:cNvSpPr>
          <p:nvPr/>
        </p:nvSpPr>
        <p:spPr bwMode="auto">
          <a:xfrm>
            <a:off x="685800" y="4800600"/>
            <a:ext cx="0" cy="4572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prstClr val="black"/>
              </a:solidFill>
            </a:endParaRPr>
          </a:p>
        </p:txBody>
      </p:sp>
      <p:sp>
        <p:nvSpPr>
          <p:cNvPr id="6164" name="Line 20"/>
          <p:cNvSpPr>
            <a:spLocks noChangeShapeType="1"/>
          </p:cNvSpPr>
          <p:nvPr/>
        </p:nvSpPr>
        <p:spPr bwMode="auto">
          <a:xfrm>
            <a:off x="1752600" y="4800600"/>
            <a:ext cx="0" cy="4572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prstClr val="black"/>
              </a:solidFill>
            </a:endParaRPr>
          </a:p>
        </p:txBody>
      </p:sp>
      <p:sp>
        <p:nvSpPr>
          <p:cNvPr id="6165" name="Line 21"/>
          <p:cNvSpPr>
            <a:spLocks noChangeShapeType="1"/>
          </p:cNvSpPr>
          <p:nvPr/>
        </p:nvSpPr>
        <p:spPr bwMode="auto">
          <a:xfrm>
            <a:off x="2667000" y="4800600"/>
            <a:ext cx="0" cy="4572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prstClr val="black"/>
              </a:solidFill>
            </a:endParaRPr>
          </a:p>
        </p:txBody>
      </p:sp>
      <p:sp>
        <p:nvSpPr>
          <p:cNvPr id="6166" name="Line 22"/>
          <p:cNvSpPr>
            <a:spLocks noChangeShapeType="1"/>
          </p:cNvSpPr>
          <p:nvPr/>
        </p:nvSpPr>
        <p:spPr bwMode="auto">
          <a:xfrm>
            <a:off x="3657600" y="4800600"/>
            <a:ext cx="0" cy="4572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prstClr val="black"/>
              </a:solidFill>
            </a:endParaRPr>
          </a:p>
        </p:txBody>
      </p:sp>
      <p:sp>
        <p:nvSpPr>
          <p:cNvPr id="6167" name="Line 23"/>
          <p:cNvSpPr>
            <a:spLocks noChangeShapeType="1"/>
          </p:cNvSpPr>
          <p:nvPr/>
        </p:nvSpPr>
        <p:spPr bwMode="auto">
          <a:xfrm>
            <a:off x="4495800" y="4800600"/>
            <a:ext cx="0" cy="4572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prstClr val="black"/>
              </a:solidFill>
            </a:endParaRPr>
          </a:p>
        </p:txBody>
      </p:sp>
      <p:sp>
        <p:nvSpPr>
          <p:cNvPr id="6168" name="Line 24"/>
          <p:cNvSpPr>
            <a:spLocks noChangeShapeType="1"/>
          </p:cNvSpPr>
          <p:nvPr/>
        </p:nvSpPr>
        <p:spPr bwMode="auto">
          <a:xfrm>
            <a:off x="5410200" y="4800600"/>
            <a:ext cx="0" cy="4572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prstClr val="black"/>
              </a:solidFill>
            </a:endParaRPr>
          </a:p>
        </p:txBody>
      </p:sp>
      <p:sp>
        <p:nvSpPr>
          <p:cNvPr id="6169" name="Text Box 25"/>
          <p:cNvSpPr txBox="1">
            <a:spLocks noChangeArrowheads="1"/>
          </p:cNvSpPr>
          <p:nvPr/>
        </p:nvSpPr>
        <p:spPr bwMode="auto">
          <a:xfrm>
            <a:off x="457200" y="5181600"/>
            <a:ext cx="914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3200">
                <a:solidFill>
                  <a:prstClr val="black"/>
                </a:solidFill>
              </a:rPr>
              <a:t>30</a:t>
            </a:r>
          </a:p>
        </p:txBody>
      </p:sp>
      <p:sp>
        <p:nvSpPr>
          <p:cNvPr id="6170" name="Text Box 26"/>
          <p:cNvSpPr txBox="1">
            <a:spLocks noChangeArrowheads="1"/>
          </p:cNvSpPr>
          <p:nvPr/>
        </p:nvSpPr>
        <p:spPr bwMode="auto">
          <a:xfrm>
            <a:off x="1371600" y="5181600"/>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3200">
                <a:solidFill>
                  <a:prstClr val="black"/>
                </a:solidFill>
              </a:rPr>
              <a:t>40</a:t>
            </a:r>
          </a:p>
        </p:txBody>
      </p:sp>
      <p:sp>
        <p:nvSpPr>
          <p:cNvPr id="6171" name="Text Box 27"/>
          <p:cNvSpPr txBox="1">
            <a:spLocks noChangeArrowheads="1"/>
          </p:cNvSpPr>
          <p:nvPr/>
        </p:nvSpPr>
        <p:spPr bwMode="auto">
          <a:xfrm>
            <a:off x="2362200" y="5181600"/>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3200">
                <a:solidFill>
                  <a:prstClr val="black"/>
                </a:solidFill>
              </a:rPr>
              <a:t>50</a:t>
            </a:r>
          </a:p>
        </p:txBody>
      </p:sp>
      <p:sp>
        <p:nvSpPr>
          <p:cNvPr id="6172" name="Text Box 28"/>
          <p:cNvSpPr txBox="1">
            <a:spLocks noChangeArrowheads="1"/>
          </p:cNvSpPr>
          <p:nvPr/>
        </p:nvSpPr>
        <p:spPr bwMode="auto">
          <a:xfrm>
            <a:off x="3352800" y="5181600"/>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3200">
                <a:solidFill>
                  <a:prstClr val="black"/>
                </a:solidFill>
              </a:rPr>
              <a:t>60</a:t>
            </a:r>
          </a:p>
        </p:txBody>
      </p:sp>
      <p:sp>
        <p:nvSpPr>
          <p:cNvPr id="6173" name="Text Box 29"/>
          <p:cNvSpPr txBox="1">
            <a:spLocks noChangeArrowheads="1"/>
          </p:cNvSpPr>
          <p:nvPr/>
        </p:nvSpPr>
        <p:spPr bwMode="auto">
          <a:xfrm>
            <a:off x="4191000" y="5181600"/>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3200">
                <a:solidFill>
                  <a:prstClr val="black"/>
                </a:solidFill>
              </a:rPr>
              <a:t>70</a:t>
            </a:r>
          </a:p>
        </p:txBody>
      </p:sp>
      <p:sp>
        <p:nvSpPr>
          <p:cNvPr id="6174" name="Text Box 30"/>
          <p:cNvSpPr txBox="1">
            <a:spLocks noChangeArrowheads="1"/>
          </p:cNvSpPr>
          <p:nvPr/>
        </p:nvSpPr>
        <p:spPr bwMode="auto">
          <a:xfrm>
            <a:off x="5105400" y="5181600"/>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3200">
                <a:solidFill>
                  <a:prstClr val="black"/>
                </a:solidFill>
              </a:rPr>
              <a:t>80</a:t>
            </a:r>
          </a:p>
        </p:txBody>
      </p:sp>
      <p:sp>
        <p:nvSpPr>
          <p:cNvPr id="6175" name="Line 31"/>
          <p:cNvSpPr>
            <a:spLocks noChangeShapeType="1"/>
          </p:cNvSpPr>
          <p:nvPr/>
        </p:nvSpPr>
        <p:spPr bwMode="auto">
          <a:xfrm>
            <a:off x="6324600" y="4800600"/>
            <a:ext cx="0" cy="4572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prstClr val="black"/>
              </a:solidFill>
            </a:endParaRPr>
          </a:p>
        </p:txBody>
      </p:sp>
      <p:sp>
        <p:nvSpPr>
          <p:cNvPr id="6176" name="Line 32"/>
          <p:cNvSpPr>
            <a:spLocks noChangeShapeType="1"/>
          </p:cNvSpPr>
          <p:nvPr/>
        </p:nvSpPr>
        <p:spPr bwMode="auto">
          <a:xfrm>
            <a:off x="7467600" y="4800600"/>
            <a:ext cx="0" cy="4572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prstClr val="black"/>
              </a:solidFill>
            </a:endParaRPr>
          </a:p>
        </p:txBody>
      </p:sp>
      <p:sp>
        <p:nvSpPr>
          <p:cNvPr id="6177" name="Line 33"/>
          <p:cNvSpPr>
            <a:spLocks noChangeShapeType="1"/>
          </p:cNvSpPr>
          <p:nvPr/>
        </p:nvSpPr>
        <p:spPr bwMode="auto">
          <a:xfrm>
            <a:off x="8458200" y="4800600"/>
            <a:ext cx="0" cy="4572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solidFill>
                <a:prstClr val="black"/>
              </a:solidFill>
            </a:endParaRPr>
          </a:p>
        </p:txBody>
      </p:sp>
      <p:sp>
        <p:nvSpPr>
          <p:cNvPr id="6178" name="Text Box 34"/>
          <p:cNvSpPr txBox="1">
            <a:spLocks noChangeArrowheads="1"/>
          </p:cNvSpPr>
          <p:nvPr/>
        </p:nvSpPr>
        <p:spPr bwMode="auto">
          <a:xfrm>
            <a:off x="5943600" y="5181600"/>
            <a:ext cx="762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3200">
                <a:solidFill>
                  <a:prstClr val="black"/>
                </a:solidFill>
              </a:rPr>
              <a:t>90</a:t>
            </a:r>
          </a:p>
        </p:txBody>
      </p:sp>
      <p:sp>
        <p:nvSpPr>
          <p:cNvPr id="6179" name="Text Box 35"/>
          <p:cNvSpPr txBox="1">
            <a:spLocks noChangeArrowheads="1"/>
          </p:cNvSpPr>
          <p:nvPr/>
        </p:nvSpPr>
        <p:spPr bwMode="auto">
          <a:xfrm>
            <a:off x="6858000" y="5181600"/>
            <a:ext cx="106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3200">
                <a:solidFill>
                  <a:prstClr val="black"/>
                </a:solidFill>
              </a:rPr>
              <a:t>100</a:t>
            </a:r>
          </a:p>
        </p:txBody>
      </p:sp>
      <p:sp>
        <p:nvSpPr>
          <p:cNvPr id="6180" name="Text Box 36"/>
          <p:cNvSpPr txBox="1">
            <a:spLocks noChangeArrowheads="1"/>
          </p:cNvSpPr>
          <p:nvPr/>
        </p:nvSpPr>
        <p:spPr bwMode="auto">
          <a:xfrm>
            <a:off x="8153400" y="5181600"/>
            <a:ext cx="1066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3200">
                <a:solidFill>
                  <a:prstClr val="black"/>
                </a:solidFill>
              </a:rPr>
              <a:t>110</a:t>
            </a:r>
          </a:p>
        </p:txBody>
      </p:sp>
      <p:sp>
        <p:nvSpPr>
          <p:cNvPr id="6191" name="Rectangle 47"/>
          <p:cNvSpPr>
            <a:spLocks noChangeArrowheads="1"/>
          </p:cNvSpPr>
          <p:nvPr/>
        </p:nvSpPr>
        <p:spPr bwMode="auto">
          <a:xfrm>
            <a:off x="2133600" y="5745163"/>
            <a:ext cx="3200400" cy="503237"/>
          </a:xfrm>
          <a:prstGeom prst="rect">
            <a:avLst/>
          </a:prstGeom>
          <a:solidFill>
            <a:srgbClr val="33CC33"/>
          </a:solidFill>
          <a:ln w="9525">
            <a:solidFill>
              <a:schemeClr val="accent2"/>
            </a:solidFill>
            <a:miter lim="800000"/>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endParaRPr lang="en-US" altLang="en-US">
              <a:solidFill>
                <a:prstClr val="black"/>
              </a:solidFill>
              <a:latin typeface="Freestyle Script" pitchFamily="66" charset="0"/>
            </a:endParaRPr>
          </a:p>
        </p:txBody>
      </p:sp>
      <p:sp>
        <p:nvSpPr>
          <p:cNvPr id="6192" name="Line 48"/>
          <p:cNvSpPr>
            <a:spLocks noChangeShapeType="1"/>
          </p:cNvSpPr>
          <p:nvPr/>
        </p:nvSpPr>
        <p:spPr bwMode="auto">
          <a:xfrm>
            <a:off x="4038600" y="5737225"/>
            <a:ext cx="0" cy="511175"/>
          </a:xfrm>
          <a:prstGeom prst="line">
            <a:avLst/>
          </a:prstGeom>
          <a:noFill/>
          <a:ln w="57150">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a:solidFill>
                <a:prstClr val="black"/>
              </a:solidFill>
            </a:endParaRPr>
          </a:p>
        </p:txBody>
      </p:sp>
      <p:sp>
        <p:nvSpPr>
          <p:cNvPr id="6193" name="Oval 49"/>
          <p:cNvSpPr>
            <a:spLocks noChangeArrowheads="1"/>
          </p:cNvSpPr>
          <p:nvPr/>
        </p:nvSpPr>
        <p:spPr bwMode="auto">
          <a:xfrm>
            <a:off x="3932238" y="5867400"/>
            <a:ext cx="182562" cy="182563"/>
          </a:xfrm>
          <a:prstGeom prst="ellipse">
            <a:avLst/>
          </a:prstGeom>
          <a:solidFill>
            <a:schemeClr val="accent2"/>
          </a:solidFill>
          <a:ln w="9525">
            <a:solidFill>
              <a:schemeClr val="accent2"/>
            </a:solidFill>
            <a:round/>
            <a:headEnd/>
            <a:tailEnd/>
          </a:ln>
        </p:spPr>
        <p:txBody>
          <a:bodyPr wrap="none" anchor="ct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endParaRPr lang="en-US" altLang="en-US">
              <a:solidFill>
                <a:prstClr val="black"/>
              </a:solidFill>
              <a:latin typeface="Freestyle Script" pitchFamily="66" charset="0"/>
            </a:endParaRPr>
          </a:p>
        </p:txBody>
      </p:sp>
      <p:sp>
        <p:nvSpPr>
          <p:cNvPr id="6194" name="Line 50"/>
          <p:cNvSpPr>
            <a:spLocks noChangeShapeType="1"/>
          </p:cNvSpPr>
          <p:nvPr/>
        </p:nvSpPr>
        <p:spPr bwMode="auto">
          <a:xfrm>
            <a:off x="1219200" y="6019800"/>
            <a:ext cx="914400" cy="0"/>
          </a:xfrm>
          <a:prstGeom prst="line">
            <a:avLst/>
          </a:prstGeom>
          <a:noFill/>
          <a:ln w="57150">
            <a:solidFill>
              <a:schemeClr val="accent2"/>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solidFill>
                <a:prstClr val="black"/>
              </a:solidFill>
            </a:endParaRPr>
          </a:p>
        </p:txBody>
      </p:sp>
      <p:sp>
        <p:nvSpPr>
          <p:cNvPr id="6195" name="Line 51"/>
          <p:cNvSpPr>
            <a:spLocks noChangeShapeType="1"/>
          </p:cNvSpPr>
          <p:nvPr/>
        </p:nvSpPr>
        <p:spPr bwMode="auto">
          <a:xfrm>
            <a:off x="5334000" y="6019800"/>
            <a:ext cx="2133600" cy="0"/>
          </a:xfrm>
          <a:prstGeom prst="line">
            <a:avLst/>
          </a:prstGeom>
          <a:noFill/>
          <a:ln w="57150">
            <a:solidFill>
              <a:schemeClr val="accent2"/>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en-US">
              <a:solidFill>
                <a:prstClr val="black"/>
              </a:solidFill>
            </a:endParaRPr>
          </a:p>
        </p:txBody>
      </p:sp>
      <p:sp>
        <p:nvSpPr>
          <p:cNvPr id="6196" name="Text Box 52"/>
          <p:cNvSpPr txBox="1">
            <a:spLocks noChangeArrowheads="1"/>
          </p:cNvSpPr>
          <p:nvPr/>
        </p:nvSpPr>
        <p:spPr bwMode="auto">
          <a:xfrm>
            <a:off x="914400" y="6278563"/>
            <a:ext cx="990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3200">
                <a:solidFill>
                  <a:srgbClr val="33CC33"/>
                </a:solidFill>
              </a:rPr>
              <a:t>35</a:t>
            </a:r>
          </a:p>
        </p:txBody>
      </p:sp>
      <p:sp>
        <p:nvSpPr>
          <p:cNvPr id="6197" name="Text Box 53"/>
          <p:cNvSpPr txBox="1">
            <a:spLocks noChangeArrowheads="1"/>
          </p:cNvSpPr>
          <p:nvPr/>
        </p:nvSpPr>
        <p:spPr bwMode="auto">
          <a:xfrm>
            <a:off x="1828800" y="6278563"/>
            <a:ext cx="685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3200">
                <a:solidFill>
                  <a:srgbClr val="FF3300"/>
                </a:solidFill>
              </a:rPr>
              <a:t>44</a:t>
            </a:r>
          </a:p>
        </p:txBody>
      </p:sp>
      <p:sp>
        <p:nvSpPr>
          <p:cNvPr id="6198" name="Text Box 54"/>
          <p:cNvSpPr txBox="1">
            <a:spLocks noChangeArrowheads="1"/>
          </p:cNvSpPr>
          <p:nvPr/>
        </p:nvSpPr>
        <p:spPr bwMode="auto">
          <a:xfrm>
            <a:off x="3581400" y="6278563"/>
            <a:ext cx="990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3200">
                <a:solidFill>
                  <a:srgbClr val="C0504D"/>
                </a:solidFill>
              </a:rPr>
              <a:t> 65</a:t>
            </a:r>
          </a:p>
        </p:txBody>
      </p:sp>
      <p:sp>
        <p:nvSpPr>
          <p:cNvPr id="6199" name="Text Box 55"/>
          <p:cNvSpPr txBox="1">
            <a:spLocks noChangeArrowheads="1"/>
          </p:cNvSpPr>
          <p:nvPr/>
        </p:nvSpPr>
        <p:spPr bwMode="auto">
          <a:xfrm>
            <a:off x="4953000" y="6278563"/>
            <a:ext cx="7620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3200">
                <a:solidFill>
                  <a:srgbClr val="FF3300"/>
                </a:solidFill>
              </a:rPr>
              <a:t>78</a:t>
            </a:r>
          </a:p>
        </p:txBody>
      </p:sp>
      <p:sp>
        <p:nvSpPr>
          <p:cNvPr id="6200" name="Text Box 56"/>
          <p:cNvSpPr txBox="1">
            <a:spLocks noChangeArrowheads="1"/>
          </p:cNvSpPr>
          <p:nvPr/>
        </p:nvSpPr>
        <p:spPr bwMode="auto">
          <a:xfrm>
            <a:off x="7086600" y="6248400"/>
            <a:ext cx="990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3200">
                <a:solidFill>
                  <a:srgbClr val="33CC33"/>
                </a:solidFill>
              </a:rPr>
              <a:t>100</a:t>
            </a:r>
          </a:p>
        </p:txBody>
      </p:sp>
      <p:sp>
        <p:nvSpPr>
          <p:cNvPr id="6201" name="Text Box 57"/>
          <p:cNvSpPr txBox="1">
            <a:spLocks noChangeArrowheads="1"/>
          </p:cNvSpPr>
          <p:nvPr/>
        </p:nvSpPr>
        <p:spPr bwMode="auto">
          <a:xfrm>
            <a:off x="228600" y="2667000"/>
            <a:ext cx="146526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2400">
                <a:solidFill>
                  <a:srgbClr val="FF3300"/>
                </a:solidFill>
              </a:rPr>
              <a:t>Lower     Extreme</a:t>
            </a:r>
          </a:p>
        </p:txBody>
      </p:sp>
      <p:sp>
        <p:nvSpPr>
          <p:cNvPr id="6202" name="Text Box 58"/>
          <p:cNvSpPr txBox="1">
            <a:spLocks noChangeArrowheads="1"/>
          </p:cNvSpPr>
          <p:nvPr/>
        </p:nvSpPr>
        <p:spPr bwMode="auto">
          <a:xfrm>
            <a:off x="7707313" y="2667000"/>
            <a:ext cx="143668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2400">
                <a:solidFill>
                  <a:srgbClr val="FF3300"/>
                </a:solidFill>
              </a:rPr>
              <a:t>Upper     Extreme</a:t>
            </a:r>
          </a:p>
        </p:txBody>
      </p:sp>
      <p:sp>
        <p:nvSpPr>
          <p:cNvPr id="6203" name="Line 59"/>
          <p:cNvSpPr>
            <a:spLocks noChangeShapeType="1"/>
          </p:cNvSpPr>
          <p:nvPr/>
        </p:nvSpPr>
        <p:spPr bwMode="auto">
          <a:xfrm flipH="1">
            <a:off x="304800" y="3505200"/>
            <a:ext cx="533400" cy="3048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prstClr val="black"/>
              </a:solidFill>
            </a:endParaRPr>
          </a:p>
        </p:txBody>
      </p:sp>
      <p:sp>
        <p:nvSpPr>
          <p:cNvPr id="6204" name="Line 60"/>
          <p:cNvSpPr>
            <a:spLocks noChangeShapeType="1"/>
          </p:cNvSpPr>
          <p:nvPr/>
        </p:nvSpPr>
        <p:spPr bwMode="auto">
          <a:xfrm>
            <a:off x="8458200" y="3429000"/>
            <a:ext cx="304800" cy="3810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solidFill>
                <a:prstClr val="black"/>
              </a:solidFill>
            </a:endParaRPr>
          </a:p>
        </p:txBody>
      </p:sp>
      <p:sp>
        <p:nvSpPr>
          <p:cNvPr id="2" name="Text Box 5"/>
          <p:cNvSpPr txBox="1">
            <a:spLocks noChangeArrowheads="1"/>
          </p:cNvSpPr>
          <p:nvPr/>
        </p:nvSpPr>
        <p:spPr bwMode="auto">
          <a:xfrm>
            <a:off x="0" y="1143000"/>
            <a:ext cx="914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fontAlgn="base">
              <a:spcBef>
                <a:spcPct val="0"/>
              </a:spcBef>
              <a:spcAft>
                <a:spcPct val="0"/>
              </a:spcAft>
              <a:defRPr>
                <a:solidFill>
                  <a:schemeClr val="tx1"/>
                </a:solidFill>
                <a:latin typeface="Arial" charset="0"/>
              </a:defRPr>
            </a:lvl6pPr>
            <a:lvl7pPr marL="2971800" indent="-228600" fontAlgn="base">
              <a:spcBef>
                <a:spcPct val="0"/>
              </a:spcBef>
              <a:spcAft>
                <a:spcPct val="0"/>
              </a:spcAft>
              <a:defRPr>
                <a:solidFill>
                  <a:schemeClr val="tx1"/>
                </a:solidFill>
                <a:latin typeface="Arial" charset="0"/>
              </a:defRPr>
            </a:lvl7pPr>
            <a:lvl8pPr marL="3429000" indent="-228600" fontAlgn="base">
              <a:spcBef>
                <a:spcPct val="0"/>
              </a:spcBef>
              <a:spcAft>
                <a:spcPct val="0"/>
              </a:spcAft>
              <a:defRPr>
                <a:solidFill>
                  <a:schemeClr val="tx1"/>
                </a:solidFill>
                <a:latin typeface="Arial" charset="0"/>
              </a:defRPr>
            </a:lvl8pPr>
            <a:lvl9pPr marL="3886200" indent="-228600" fontAlgn="base">
              <a:spcBef>
                <a:spcPct val="0"/>
              </a:spcBef>
              <a:spcAft>
                <a:spcPct val="0"/>
              </a:spcAft>
              <a:defRPr>
                <a:solidFill>
                  <a:schemeClr val="tx1"/>
                </a:solidFill>
                <a:latin typeface="Arial" charset="0"/>
              </a:defRPr>
            </a:lvl9pPr>
          </a:lstStyle>
          <a:p>
            <a:pPr>
              <a:spcBef>
                <a:spcPct val="50000"/>
              </a:spcBef>
            </a:pPr>
            <a:r>
              <a:rPr lang="en-US" altLang="en-US" sz="2800">
                <a:solidFill>
                  <a:srgbClr val="FF3300"/>
                </a:solidFill>
              </a:rPr>
              <a:t>60	42	100	 81	78	70	60	76	44	35</a:t>
            </a:r>
          </a:p>
        </p:txBody>
      </p:sp>
      <p:sp>
        <p:nvSpPr>
          <p:cNvPr id="5170" name="Text Box 50"/>
          <p:cNvSpPr txBox="1">
            <a:spLocks noChangeArrowheads="1"/>
          </p:cNvSpPr>
          <p:nvPr/>
        </p:nvSpPr>
        <p:spPr bwMode="auto">
          <a:xfrm>
            <a:off x="2667000" y="1524000"/>
            <a:ext cx="4038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solidFill>
                  <a:prstClr val="black"/>
                </a:solidFill>
                <a:latin typeface="Freestyle Script" pitchFamily="66" charset="0"/>
              </a:rPr>
              <a:t>Put in order from least to greatest.</a:t>
            </a:r>
          </a:p>
        </p:txBody>
      </p:sp>
      <p:sp>
        <p:nvSpPr>
          <p:cNvPr id="5171" name="Rectangle 51"/>
          <p:cNvSpPr>
            <a:spLocks noChangeArrowheads="1"/>
          </p:cNvSpPr>
          <p:nvPr/>
        </p:nvSpPr>
        <p:spPr bwMode="auto">
          <a:xfrm>
            <a:off x="3733800" y="2286000"/>
            <a:ext cx="22113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solidFill>
                  <a:prstClr val="black"/>
                </a:solidFill>
              </a:rPr>
              <a:t>(60 + 70) </a:t>
            </a:r>
            <a:r>
              <a:rPr lang="en-US" altLang="en-US" sz="2800">
                <a:solidFill>
                  <a:prstClr val="black"/>
                </a:solidFill>
                <a:cs typeface="Arial" charset="0"/>
              </a:rPr>
              <a:t>÷ 2</a:t>
            </a:r>
          </a:p>
        </p:txBody>
      </p:sp>
      <p:sp>
        <p:nvSpPr>
          <p:cNvPr id="5172" name="Rectangle 52"/>
          <p:cNvSpPr>
            <a:spLocks noChangeArrowheads="1"/>
          </p:cNvSpPr>
          <p:nvPr/>
        </p:nvSpPr>
        <p:spPr bwMode="auto">
          <a:xfrm>
            <a:off x="5867400" y="2286000"/>
            <a:ext cx="8874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solidFill>
                  <a:prstClr val="black"/>
                </a:solidFill>
              </a:rPr>
              <a:t>= </a:t>
            </a:r>
            <a:r>
              <a:rPr lang="en-US" altLang="en-US" sz="2800" b="1">
                <a:solidFill>
                  <a:srgbClr val="C0504D"/>
                </a:solidFill>
              </a:rPr>
              <a:t>65</a:t>
            </a:r>
          </a:p>
        </p:txBody>
      </p:sp>
    </p:spTree>
    <p:extLst>
      <p:ext uri="{BB962C8B-B14F-4D97-AF65-F5344CB8AC3E}">
        <p14:creationId xmlns:p14="http://schemas.microsoft.com/office/powerpoint/2010/main" val="29812406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70"/>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iterate type="wd">
                                    <p:tmAbs val="1000"/>
                                  </p:iterate>
                                  <p:childTnLst>
                                    <p:set>
                                      <p:cBhvr>
                                        <p:cTn id="14" dur="1" fill="hold">
                                          <p:stCondLst>
                                            <p:cond delay="0"/>
                                          </p:stCondLst>
                                        </p:cTn>
                                        <p:tgtEl>
                                          <p:spTgt spid="614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9" presetClass="entr" presetSubtype="0" fill="hold" grpId="0" nodeType="clickEffect">
                                  <p:stCondLst>
                                    <p:cond delay="0"/>
                                  </p:stCondLst>
                                  <p:childTnLst>
                                    <p:set>
                                      <p:cBhvr>
                                        <p:cTn id="18" dur="1" fill="hold">
                                          <p:stCondLst>
                                            <p:cond delay="0"/>
                                          </p:stCondLst>
                                        </p:cTn>
                                        <p:tgtEl>
                                          <p:spTgt spid="6150"/>
                                        </p:tgtEl>
                                        <p:attrNameLst>
                                          <p:attrName>style.visibility</p:attrName>
                                        </p:attrNameLst>
                                      </p:cBhvr>
                                      <p:to>
                                        <p:strVal val="visible"/>
                                      </p:to>
                                    </p:set>
                                    <p:animEffect transition="in" filter="dissolve">
                                      <p:cBhvr>
                                        <p:cTn id="19" dur="500"/>
                                        <p:tgtEl>
                                          <p:spTgt spid="615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5171"/>
                                        </p:tgtEl>
                                        <p:attrNameLst>
                                          <p:attrName>style.visibility</p:attrName>
                                        </p:attrNameLst>
                                      </p:cBhvr>
                                      <p:to>
                                        <p:strVal val="visible"/>
                                      </p:to>
                                    </p:se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5172"/>
                                        </p:tgtEl>
                                        <p:attrNameLst>
                                          <p:attrName>style.visibility</p:attrName>
                                        </p:attrNameLst>
                                      </p:cBhvr>
                                      <p:to>
                                        <p:strVal val="visible"/>
                                      </p:to>
                                    </p:se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6151"/>
                                        </p:tgtEl>
                                        <p:attrNameLst>
                                          <p:attrName>style.visibility</p:attrName>
                                        </p:attrNameLst>
                                      </p:cBhvr>
                                      <p:to>
                                        <p:strVal val="visible"/>
                                      </p:to>
                                    </p:set>
                                    <p:animEffect transition="in" filter="dissolve">
                                      <p:cBhvr>
                                        <p:cTn id="32" dur="500"/>
                                        <p:tgtEl>
                                          <p:spTgt spid="615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1" presetClass="entr" presetSubtype="0" fill="hold" grpId="0" nodeType="clickEffect">
                                  <p:stCondLst>
                                    <p:cond delay="0"/>
                                  </p:stCondLst>
                                  <p:childTnLst>
                                    <p:set>
                                      <p:cBhvr>
                                        <p:cTn id="36" dur="1" fill="hold">
                                          <p:stCondLst>
                                            <p:cond delay="0"/>
                                          </p:stCondLst>
                                        </p:cTn>
                                        <p:tgtEl>
                                          <p:spTgt spid="6157"/>
                                        </p:tgtEl>
                                        <p:attrNameLst>
                                          <p:attrName>style.visibility</p:attrName>
                                        </p:attrNameLst>
                                      </p:cBhvr>
                                      <p:to>
                                        <p:strVal val="visible"/>
                                      </p:to>
                                    </p:set>
                                    <p:animEffect transition="in" filter="fade">
                                      <p:cBhvr>
                                        <p:cTn id="37" dur="770" decel="100000"/>
                                        <p:tgtEl>
                                          <p:spTgt spid="6157"/>
                                        </p:tgtEl>
                                      </p:cBhvr>
                                    </p:animEffect>
                                    <p:animScale>
                                      <p:cBhvr>
                                        <p:cTn id="38" dur="770" decel="100000"/>
                                        <p:tgtEl>
                                          <p:spTgt spid="6157"/>
                                        </p:tgtEl>
                                      </p:cBhvr>
                                      <p:from x="10000" y="10000"/>
                                      <p:to x="200000" y="450000"/>
                                    </p:animScale>
                                    <p:animScale>
                                      <p:cBhvr>
                                        <p:cTn id="39" dur="1230" accel="100000" fill="hold">
                                          <p:stCondLst>
                                            <p:cond delay="770"/>
                                          </p:stCondLst>
                                        </p:cTn>
                                        <p:tgtEl>
                                          <p:spTgt spid="6157"/>
                                        </p:tgtEl>
                                      </p:cBhvr>
                                      <p:from x="200000" y="450000"/>
                                      <p:to x="100000" y="100000"/>
                                    </p:animScale>
                                    <p:set>
                                      <p:cBhvr>
                                        <p:cTn id="40" dur="770" fill="hold"/>
                                        <p:tgtEl>
                                          <p:spTgt spid="6157"/>
                                        </p:tgtEl>
                                        <p:attrNameLst>
                                          <p:attrName>ppt_x</p:attrName>
                                        </p:attrNameLst>
                                      </p:cBhvr>
                                      <p:to>
                                        <p:strVal val="(0.5)"/>
                                      </p:to>
                                    </p:set>
                                    <p:anim from="(0.5)" to="(#ppt_x)" calcmode="lin" valueType="num">
                                      <p:cBhvr>
                                        <p:cTn id="41" dur="1230" accel="100000" fill="hold">
                                          <p:stCondLst>
                                            <p:cond delay="770"/>
                                          </p:stCondLst>
                                        </p:cTn>
                                        <p:tgtEl>
                                          <p:spTgt spid="6157"/>
                                        </p:tgtEl>
                                        <p:attrNameLst>
                                          <p:attrName>ppt_x</p:attrName>
                                        </p:attrNameLst>
                                      </p:cBhvr>
                                    </p:anim>
                                    <p:set>
                                      <p:cBhvr>
                                        <p:cTn id="42" dur="770" fill="hold"/>
                                        <p:tgtEl>
                                          <p:spTgt spid="6157"/>
                                        </p:tgtEl>
                                        <p:attrNameLst>
                                          <p:attrName>ppt_y</p:attrName>
                                        </p:attrNameLst>
                                      </p:cBhvr>
                                      <p:to>
                                        <p:strVal val="(#ppt_y+0.4)"/>
                                      </p:to>
                                    </p:set>
                                    <p:anim from="(#ppt_y+0.4)" to="(#ppt_y)" calcmode="lin" valueType="num">
                                      <p:cBhvr>
                                        <p:cTn id="43" dur="1230" accel="100000" fill="hold">
                                          <p:stCondLst>
                                            <p:cond delay="770"/>
                                          </p:stCondLst>
                                        </p:cTn>
                                        <p:tgtEl>
                                          <p:spTgt spid="6157"/>
                                        </p:tgtEl>
                                        <p:attrNameLst>
                                          <p:attrName>ppt_y</p:attrName>
                                        </p:attrNameLst>
                                      </p:cBhvr>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30" presetClass="entr" presetSubtype="0" fill="hold" grpId="0" nodeType="clickEffect">
                                  <p:stCondLst>
                                    <p:cond delay="0"/>
                                  </p:stCondLst>
                                  <p:childTnLst>
                                    <p:set>
                                      <p:cBhvr>
                                        <p:cTn id="47" dur="1" fill="hold">
                                          <p:stCondLst>
                                            <p:cond delay="0"/>
                                          </p:stCondLst>
                                        </p:cTn>
                                        <p:tgtEl>
                                          <p:spTgt spid="6153"/>
                                        </p:tgtEl>
                                        <p:attrNameLst>
                                          <p:attrName>style.visibility</p:attrName>
                                        </p:attrNameLst>
                                      </p:cBhvr>
                                      <p:to>
                                        <p:strVal val="visible"/>
                                      </p:to>
                                    </p:set>
                                    <p:animEffect transition="in" filter="fade">
                                      <p:cBhvr>
                                        <p:cTn id="48" dur="800" decel="100000"/>
                                        <p:tgtEl>
                                          <p:spTgt spid="6153"/>
                                        </p:tgtEl>
                                      </p:cBhvr>
                                    </p:animEffect>
                                    <p:anim calcmode="lin" valueType="num">
                                      <p:cBhvr>
                                        <p:cTn id="49" dur="800" decel="100000" fill="hold"/>
                                        <p:tgtEl>
                                          <p:spTgt spid="6153"/>
                                        </p:tgtEl>
                                        <p:attrNameLst>
                                          <p:attrName>style.rotation</p:attrName>
                                        </p:attrNameLst>
                                      </p:cBhvr>
                                      <p:tavLst>
                                        <p:tav tm="0">
                                          <p:val>
                                            <p:fltVal val="-90"/>
                                          </p:val>
                                        </p:tav>
                                        <p:tav tm="100000">
                                          <p:val>
                                            <p:fltVal val="0"/>
                                          </p:val>
                                        </p:tav>
                                      </p:tavLst>
                                    </p:anim>
                                    <p:anim calcmode="lin" valueType="num">
                                      <p:cBhvr>
                                        <p:cTn id="50" dur="800" decel="100000" fill="hold"/>
                                        <p:tgtEl>
                                          <p:spTgt spid="6153"/>
                                        </p:tgtEl>
                                        <p:attrNameLst>
                                          <p:attrName>ppt_x</p:attrName>
                                        </p:attrNameLst>
                                      </p:cBhvr>
                                      <p:tavLst>
                                        <p:tav tm="0">
                                          <p:val>
                                            <p:strVal val="#ppt_x+0.4"/>
                                          </p:val>
                                        </p:tav>
                                        <p:tav tm="100000">
                                          <p:val>
                                            <p:strVal val="#ppt_x-0.05"/>
                                          </p:val>
                                        </p:tav>
                                      </p:tavLst>
                                    </p:anim>
                                    <p:anim calcmode="lin" valueType="num">
                                      <p:cBhvr>
                                        <p:cTn id="51" dur="800" decel="100000" fill="hold"/>
                                        <p:tgtEl>
                                          <p:spTgt spid="6153"/>
                                        </p:tgtEl>
                                        <p:attrNameLst>
                                          <p:attrName>ppt_y</p:attrName>
                                        </p:attrNameLst>
                                      </p:cBhvr>
                                      <p:tavLst>
                                        <p:tav tm="0">
                                          <p:val>
                                            <p:strVal val="#ppt_y-0.4"/>
                                          </p:val>
                                        </p:tav>
                                        <p:tav tm="100000">
                                          <p:val>
                                            <p:strVal val="#ppt_y+0.1"/>
                                          </p:val>
                                        </p:tav>
                                      </p:tavLst>
                                    </p:anim>
                                    <p:anim calcmode="lin" valueType="num">
                                      <p:cBhvr>
                                        <p:cTn id="52" dur="200" accel="100000" fill="hold">
                                          <p:stCondLst>
                                            <p:cond delay="800"/>
                                          </p:stCondLst>
                                        </p:cTn>
                                        <p:tgtEl>
                                          <p:spTgt spid="6153"/>
                                        </p:tgtEl>
                                        <p:attrNameLst>
                                          <p:attrName>ppt_x</p:attrName>
                                        </p:attrNameLst>
                                      </p:cBhvr>
                                      <p:tavLst>
                                        <p:tav tm="0">
                                          <p:val>
                                            <p:strVal val="#ppt_x-0.05"/>
                                          </p:val>
                                        </p:tav>
                                        <p:tav tm="100000">
                                          <p:val>
                                            <p:strVal val="#ppt_x"/>
                                          </p:val>
                                        </p:tav>
                                      </p:tavLst>
                                    </p:anim>
                                    <p:anim calcmode="lin" valueType="num">
                                      <p:cBhvr>
                                        <p:cTn id="53" dur="200" accel="100000" fill="hold">
                                          <p:stCondLst>
                                            <p:cond delay="800"/>
                                          </p:stCondLst>
                                        </p:cTn>
                                        <p:tgtEl>
                                          <p:spTgt spid="6153"/>
                                        </p:tgtEl>
                                        <p:attrNameLst>
                                          <p:attrName>ppt_y</p:attrName>
                                        </p:attrNameLst>
                                      </p:cBhvr>
                                      <p:tavLst>
                                        <p:tav tm="0">
                                          <p:val>
                                            <p:strVal val="#ppt_y+0.1"/>
                                          </p:val>
                                        </p:tav>
                                        <p:tav tm="100000">
                                          <p:val>
                                            <p:strVal val="#ppt_y"/>
                                          </p:val>
                                        </p:tav>
                                      </p:tavLst>
                                    </p:anim>
                                  </p:childTnLst>
                                </p:cTn>
                              </p:par>
                              <p:par>
                                <p:cTn id="54" presetID="30" presetClass="entr" presetSubtype="0" fill="hold" grpId="0" nodeType="withEffect">
                                  <p:stCondLst>
                                    <p:cond delay="0"/>
                                  </p:stCondLst>
                                  <p:childTnLst>
                                    <p:set>
                                      <p:cBhvr>
                                        <p:cTn id="55" dur="1" fill="hold">
                                          <p:stCondLst>
                                            <p:cond delay="0"/>
                                          </p:stCondLst>
                                        </p:cTn>
                                        <p:tgtEl>
                                          <p:spTgt spid="6154"/>
                                        </p:tgtEl>
                                        <p:attrNameLst>
                                          <p:attrName>style.visibility</p:attrName>
                                        </p:attrNameLst>
                                      </p:cBhvr>
                                      <p:to>
                                        <p:strVal val="visible"/>
                                      </p:to>
                                    </p:set>
                                    <p:animEffect transition="in" filter="fade">
                                      <p:cBhvr>
                                        <p:cTn id="56" dur="800" decel="100000"/>
                                        <p:tgtEl>
                                          <p:spTgt spid="6154"/>
                                        </p:tgtEl>
                                      </p:cBhvr>
                                    </p:animEffect>
                                    <p:anim calcmode="lin" valueType="num">
                                      <p:cBhvr>
                                        <p:cTn id="57" dur="800" decel="100000" fill="hold"/>
                                        <p:tgtEl>
                                          <p:spTgt spid="6154"/>
                                        </p:tgtEl>
                                        <p:attrNameLst>
                                          <p:attrName>style.rotation</p:attrName>
                                        </p:attrNameLst>
                                      </p:cBhvr>
                                      <p:tavLst>
                                        <p:tav tm="0">
                                          <p:val>
                                            <p:fltVal val="-90"/>
                                          </p:val>
                                        </p:tav>
                                        <p:tav tm="100000">
                                          <p:val>
                                            <p:fltVal val="0"/>
                                          </p:val>
                                        </p:tav>
                                      </p:tavLst>
                                    </p:anim>
                                    <p:anim calcmode="lin" valueType="num">
                                      <p:cBhvr>
                                        <p:cTn id="58" dur="800" decel="100000" fill="hold"/>
                                        <p:tgtEl>
                                          <p:spTgt spid="6154"/>
                                        </p:tgtEl>
                                        <p:attrNameLst>
                                          <p:attrName>ppt_x</p:attrName>
                                        </p:attrNameLst>
                                      </p:cBhvr>
                                      <p:tavLst>
                                        <p:tav tm="0">
                                          <p:val>
                                            <p:strVal val="#ppt_x+0.4"/>
                                          </p:val>
                                        </p:tav>
                                        <p:tav tm="100000">
                                          <p:val>
                                            <p:strVal val="#ppt_x-0.05"/>
                                          </p:val>
                                        </p:tav>
                                      </p:tavLst>
                                    </p:anim>
                                    <p:anim calcmode="lin" valueType="num">
                                      <p:cBhvr>
                                        <p:cTn id="59" dur="800" decel="100000" fill="hold"/>
                                        <p:tgtEl>
                                          <p:spTgt spid="6154"/>
                                        </p:tgtEl>
                                        <p:attrNameLst>
                                          <p:attrName>ppt_y</p:attrName>
                                        </p:attrNameLst>
                                      </p:cBhvr>
                                      <p:tavLst>
                                        <p:tav tm="0">
                                          <p:val>
                                            <p:strVal val="#ppt_y-0.4"/>
                                          </p:val>
                                        </p:tav>
                                        <p:tav tm="100000">
                                          <p:val>
                                            <p:strVal val="#ppt_y+0.1"/>
                                          </p:val>
                                        </p:tav>
                                      </p:tavLst>
                                    </p:anim>
                                    <p:anim calcmode="lin" valueType="num">
                                      <p:cBhvr>
                                        <p:cTn id="60" dur="200" accel="100000" fill="hold">
                                          <p:stCondLst>
                                            <p:cond delay="800"/>
                                          </p:stCondLst>
                                        </p:cTn>
                                        <p:tgtEl>
                                          <p:spTgt spid="6154"/>
                                        </p:tgtEl>
                                        <p:attrNameLst>
                                          <p:attrName>ppt_x</p:attrName>
                                        </p:attrNameLst>
                                      </p:cBhvr>
                                      <p:tavLst>
                                        <p:tav tm="0">
                                          <p:val>
                                            <p:strVal val="#ppt_x-0.05"/>
                                          </p:val>
                                        </p:tav>
                                        <p:tav tm="100000">
                                          <p:val>
                                            <p:strVal val="#ppt_x"/>
                                          </p:val>
                                        </p:tav>
                                      </p:tavLst>
                                    </p:anim>
                                    <p:anim calcmode="lin" valueType="num">
                                      <p:cBhvr>
                                        <p:cTn id="61" dur="200" accel="100000" fill="hold">
                                          <p:stCondLst>
                                            <p:cond delay="800"/>
                                          </p:stCondLst>
                                        </p:cTn>
                                        <p:tgtEl>
                                          <p:spTgt spid="6154"/>
                                        </p:tgtEl>
                                        <p:attrNameLst>
                                          <p:attrName>ppt_y</p:attrName>
                                        </p:attrNameLst>
                                      </p:cBhvr>
                                      <p:tavLst>
                                        <p:tav tm="0">
                                          <p:val>
                                            <p:strVal val="#ppt_y+0.1"/>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31" presetClass="entr" presetSubtype="0" fill="hold" grpId="0" nodeType="clickEffect">
                                  <p:stCondLst>
                                    <p:cond delay="0"/>
                                  </p:stCondLst>
                                  <p:iterate type="lt">
                                    <p:tmPct val="5000"/>
                                  </p:iterate>
                                  <p:childTnLst>
                                    <p:set>
                                      <p:cBhvr>
                                        <p:cTn id="65" dur="1" fill="hold">
                                          <p:stCondLst>
                                            <p:cond delay="0"/>
                                          </p:stCondLst>
                                        </p:cTn>
                                        <p:tgtEl>
                                          <p:spTgt spid="6155"/>
                                        </p:tgtEl>
                                        <p:attrNameLst>
                                          <p:attrName>style.visibility</p:attrName>
                                        </p:attrNameLst>
                                      </p:cBhvr>
                                      <p:to>
                                        <p:strVal val="visible"/>
                                      </p:to>
                                    </p:set>
                                    <p:anim calcmode="lin" valueType="num">
                                      <p:cBhvr>
                                        <p:cTn id="66" dur="1000" fill="hold"/>
                                        <p:tgtEl>
                                          <p:spTgt spid="6155"/>
                                        </p:tgtEl>
                                        <p:attrNameLst>
                                          <p:attrName>ppt_w</p:attrName>
                                        </p:attrNameLst>
                                      </p:cBhvr>
                                      <p:tavLst>
                                        <p:tav tm="0">
                                          <p:val>
                                            <p:fltVal val="0"/>
                                          </p:val>
                                        </p:tav>
                                        <p:tav tm="100000">
                                          <p:val>
                                            <p:strVal val="#ppt_w"/>
                                          </p:val>
                                        </p:tav>
                                      </p:tavLst>
                                    </p:anim>
                                    <p:anim calcmode="lin" valueType="num">
                                      <p:cBhvr>
                                        <p:cTn id="67" dur="1000" fill="hold"/>
                                        <p:tgtEl>
                                          <p:spTgt spid="6155"/>
                                        </p:tgtEl>
                                        <p:attrNameLst>
                                          <p:attrName>ppt_h</p:attrName>
                                        </p:attrNameLst>
                                      </p:cBhvr>
                                      <p:tavLst>
                                        <p:tav tm="0">
                                          <p:val>
                                            <p:fltVal val="0"/>
                                          </p:val>
                                        </p:tav>
                                        <p:tav tm="100000">
                                          <p:val>
                                            <p:strVal val="#ppt_h"/>
                                          </p:val>
                                        </p:tav>
                                      </p:tavLst>
                                    </p:anim>
                                    <p:anim calcmode="lin" valueType="num">
                                      <p:cBhvr>
                                        <p:cTn id="68" dur="1000" fill="hold"/>
                                        <p:tgtEl>
                                          <p:spTgt spid="6155"/>
                                        </p:tgtEl>
                                        <p:attrNameLst>
                                          <p:attrName>style.rotation</p:attrName>
                                        </p:attrNameLst>
                                      </p:cBhvr>
                                      <p:tavLst>
                                        <p:tav tm="0">
                                          <p:val>
                                            <p:fltVal val="90"/>
                                          </p:val>
                                        </p:tav>
                                        <p:tav tm="100000">
                                          <p:val>
                                            <p:fltVal val="0"/>
                                          </p:val>
                                        </p:tav>
                                      </p:tavLst>
                                    </p:anim>
                                    <p:animEffect transition="in" filter="fade">
                                      <p:cBhvr>
                                        <p:cTn id="69" dur="1000"/>
                                        <p:tgtEl>
                                          <p:spTgt spid="6155"/>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31" presetClass="entr" presetSubtype="0" fill="hold" grpId="0" nodeType="clickEffect">
                                  <p:stCondLst>
                                    <p:cond delay="0"/>
                                  </p:stCondLst>
                                  <p:iterate type="lt">
                                    <p:tmPct val="5000"/>
                                  </p:iterate>
                                  <p:childTnLst>
                                    <p:set>
                                      <p:cBhvr>
                                        <p:cTn id="73" dur="1" fill="hold">
                                          <p:stCondLst>
                                            <p:cond delay="0"/>
                                          </p:stCondLst>
                                        </p:cTn>
                                        <p:tgtEl>
                                          <p:spTgt spid="6156"/>
                                        </p:tgtEl>
                                        <p:attrNameLst>
                                          <p:attrName>style.visibility</p:attrName>
                                        </p:attrNameLst>
                                      </p:cBhvr>
                                      <p:to>
                                        <p:strVal val="visible"/>
                                      </p:to>
                                    </p:set>
                                    <p:anim calcmode="lin" valueType="num">
                                      <p:cBhvr>
                                        <p:cTn id="74" dur="1000" fill="hold"/>
                                        <p:tgtEl>
                                          <p:spTgt spid="6156"/>
                                        </p:tgtEl>
                                        <p:attrNameLst>
                                          <p:attrName>ppt_w</p:attrName>
                                        </p:attrNameLst>
                                      </p:cBhvr>
                                      <p:tavLst>
                                        <p:tav tm="0">
                                          <p:val>
                                            <p:fltVal val="0"/>
                                          </p:val>
                                        </p:tav>
                                        <p:tav tm="100000">
                                          <p:val>
                                            <p:strVal val="#ppt_w"/>
                                          </p:val>
                                        </p:tav>
                                      </p:tavLst>
                                    </p:anim>
                                    <p:anim calcmode="lin" valueType="num">
                                      <p:cBhvr>
                                        <p:cTn id="75" dur="1000" fill="hold"/>
                                        <p:tgtEl>
                                          <p:spTgt spid="6156"/>
                                        </p:tgtEl>
                                        <p:attrNameLst>
                                          <p:attrName>ppt_h</p:attrName>
                                        </p:attrNameLst>
                                      </p:cBhvr>
                                      <p:tavLst>
                                        <p:tav tm="0">
                                          <p:val>
                                            <p:fltVal val="0"/>
                                          </p:val>
                                        </p:tav>
                                        <p:tav tm="100000">
                                          <p:val>
                                            <p:strVal val="#ppt_h"/>
                                          </p:val>
                                        </p:tav>
                                      </p:tavLst>
                                    </p:anim>
                                    <p:anim calcmode="lin" valueType="num">
                                      <p:cBhvr>
                                        <p:cTn id="76" dur="1000" fill="hold"/>
                                        <p:tgtEl>
                                          <p:spTgt spid="6156"/>
                                        </p:tgtEl>
                                        <p:attrNameLst>
                                          <p:attrName>style.rotation</p:attrName>
                                        </p:attrNameLst>
                                      </p:cBhvr>
                                      <p:tavLst>
                                        <p:tav tm="0">
                                          <p:val>
                                            <p:fltVal val="90"/>
                                          </p:val>
                                        </p:tav>
                                        <p:tav tm="100000">
                                          <p:val>
                                            <p:fltVal val="0"/>
                                          </p:val>
                                        </p:tav>
                                      </p:tavLst>
                                    </p:anim>
                                    <p:animEffect transition="in" filter="fade">
                                      <p:cBhvr>
                                        <p:cTn id="77" dur="1000"/>
                                        <p:tgtEl>
                                          <p:spTgt spid="615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1" presetClass="entr" presetSubtype="0" fill="hold" grpId="0" nodeType="clickEffect">
                                  <p:stCondLst>
                                    <p:cond delay="0"/>
                                  </p:stCondLst>
                                  <p:iterate type="lt">
                                    <p:tmPct val="5000"/>
                                  </p:iterate>
                                  <p:childTnLst>
                                    <p:set>
                                      <p:cBhvr>
                                        <p:cTn id="81" dur="1" fill="hold">
                                          <p:stCondLst>
                                            <p:cond delay="0"/>
                                          </p:stCondLst>
                                        </p:cTn>
                                        <p:tgtEl>
                                          <p:spTgt spid="6158"/>
                                        </p:tgtEl>
                                        <p:attrNameLst>
                                          <p:attrName>style.visibility</p:attrName>
                                        </p:attrNameLst>
                                      </p:cBhvr>
                                      <p:to>
                                        <p:strVal val="visible"/>
                                      </p:to>
                                    </p:set>
                                    <p:anim calcmode="lin" valueType="num">
                                      <p:cBhvr>
                                        <p:cTn id="82" dur="1000" fill="hold"/>
                                        <p:tgtEl>
                                          <p:spTgt spid="6158"/>
                                        </p:tgtEl>
                                        <p:attrNameLst>
                                          <p:attrName>ppt_w</p:attrName>
                                        </p:attrNameLst>
                                      </p:cBhvr>
                                      <p:tavLst>
                                        <p:tav tm="0">
                                          <p:val>
                                            <p:fltVal val="0"/>
                                          </p:val>
                                        </p:tav>
                                        <p:tav tm="100000">
                                          <p:val>
                                            <p:strVal val="#ppt_w"/>
                                          </p:val>
                                        </p:tav>
                                      </p:tavLst>
                                    </p:anim>
                                    <p:anim calcmode="lin" valueType="num">
                                      <p:cBhvr>
                                        <p:cTn id="83" dur="1000" fill="hold"/>
                                        <p:tgtEl>
                                          <p:spTgt spid="6158"/>
                                        </p:tgtEl>
                                        <p:attrNameLst>
                                          <p:attrName>ppt_h</p:attrName>
                                        </p:attrNameLst>
                                      </p:cBhvr>
                                      <p:tavLst>
                                        <p:tav tm="0">
                                          <p:val>
                                            <p:fltVal val="0"/>
                                          </p:val>
                                        </p:tav>
                                        <p:tav tm="100000">
                                          <p:val>
                                            <p:strVal val="#ppt_h"/>
                                          </p:val>
                                        </p:tav>
                                      </p:tavLst>
                                    </p:anim>
                                    <p:anim calcmode="lin" valueType="num">
                                      <p:cBhvr>
                                        <p:cTn id="84" dur="1000" fill="hold"/>
                                        <p:tgtEl>
                                          <p:spTgt spid="6158"/>
                                        </p:tgtEl>
                                        <p:attrNameLst>
                                          <p:attrName>style.rotation</p:attrName>
                                        </p:attrNameLst>
                                      </p:cBhvr>
                                      <p:tavLst>
                                        <p:tav tm="0">
                                          <p:val>
                                            <p:fltVal val="90"/>
                                          </p:val>
                                        </p:tav>
                                        <p:tav tm="100000">
                                          <p:val>
                                            <p:fltVal val="0"/>
                                          </p:val>
                                        </p:tav>
                                      </p:tavLst>
                                    </p:anim>
                                    <p:animEffect transition="in" filter="fade">
                                      <p:cBhvr>
                                        <p:cTn id="85" dur="1000"/>
                                        <p:tgtEl>
                                          <p:spTgt spid="6158"/>
                                        </p:tgtEl>
                                      </p:cBhvr>
                                    </p:animEffect>
                                  </p:childTnLst>
                                </p:cTn>
                              </p:par>
                            </p:childTnLst>
                          </p:cTn>
                        </p:par>
                        <p:par>
                          <p:cTn id="86" fill="hold" nodeType="afterGroup">
                            <p:stCondLst>
                              <p:cond delay="1600"/>
                            </p:stCondLst>
                            <p:childTnLst>
                              <p:par>
                                <p:cTn id="87" presetID="50" presetClass="entr" presetSubtype="0" decel="100000" fill="hold" grpId="0" nodeType="afterEffect">
                                  <p:stCondLst>
                                    <p:cond delay="0"/>
                                  </p:stCondLst>
                                  <p:childTnLst>
                                    <p:set>
                                      <p:cBhvr>
                                        <p:cTn id="88" dur="1" fill="hold">
                                          <p:stCondLst>
                                            <p:cond delay="0"/>
                                          </p:stCondLst>
                                        </p:cTn>
                                        <p:tgtEl>
                                          <p:spTgt spid="6159"/>
                                        </p:tgtEl>
                                        <p:attrNameLst>
                                          <p:attrName>style.visibility</p:attrName>
                                        </p:attrNameLst>
                                      </p:cBhvr>
                                      <p:to>
                                        <p:strVal val="visible"/>
                                      </p:to>
                                    </p:set>
                                    <p:anim calcmode="lin" valueType="num">
                                      <p:cBhvr>
                                        <p:cTn id="89" dur="1000" fill="hold"/>
                                        <p:tgtEl>
                                          <p:spTgt spid="6159"/>
                                        </p:tgtEl>
                                        <p:attrNameLst>
                                          <p:attrName>ppt_w</p:attrName>
                                        </p:attrNameLst>
                                      </p:cBhvr>
                                      <p:tavLst>
                                        <p:tav tm="0">
                                          <p:val>
                                            <p:strVal val="#ppt_w+.3"/>
                                          </p:val>
                                        </p:tav>
                                        <p:tav tm="100000">
                                          <p:val>
                                            <p:strVal val="#ppt_w"/>
                                          </p:val>
                                        </p:tav>
                                      </p:tavLst>
                                    </p:anim>
                                    <p:anim calcmode="lin" valueType="num">
                                      <p:cBhvr>
                                        <p:cTn id="90" dur="1000" fill="hold"/>
                                        <p:tgtEl>
                                          <p:spTgt spid="6159"/>
                                        </p:tgtEl>
                                        <p:attrNameLst>
                                          <p:attrName>ppt_h</p:attrName>
                                        </p:attrNameLst>
                                      </p:cBhvr>
                                      <p:tavLst>
                                        <p:tav tm="0">
                                          <p:val>
                                            <p:strVal val="#ppt_h"/>
                                          </p:val>
                                        </p:tav>
                                        <p:tav tm="100000">
                                          <p:val>
                                            <p:strVal val="#ppt_h"/>
                                          </p:val>
                                        </p:tav>
                                      </p:tavLst>
                                    </p:anim>
                                    <p:animEffect transition="in" filter="fade">
                                      <p:cBhvr>
                                        <p:cTn id="91" dur="1000"/>
                                        <p:tgtEl>
                                          <p:spTgt spid="6159"/>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31" presetClass="entr" presetSubtype="0" fill="hold" grpId="0" nodeType="clickEffect">
                                  <p:stCondLst>
                                    <p:cond delay="0"/>
                                  </p:stCondLst>
                                  <p:iterate type="lt">
                                    <p:tmPct val="5000"/>
                                  </p:iterate>
                                  <p:childTnLst>
                                    <p:set>
                                      <p:cBhvr>
                                        <p:cTn id="95" dur="1" fill="hold">
                                          <p:stCondLst>
                                            <p:cond delay="0"/>
                                          </p:stCondLst>
                                        </p:cTn>
                                        <p:tgtEl>
                                          <p:spTgt spid="6160"/>
                                        </p:tgtEl>
                                        <p:attrNameLst>
                                          <p:attrName>style.visibility</p:attrName>
                                        </p:attrNameLst>
                                      </p:cBhvr>
                                      <p:to>
                                        <p:strVal val="visible"/>
                                      </p:to>
                                    </p:set>
                                    <p:anim calcmode="lin" valueType="num">
                                      <p:cBhvr>
                                        <p:cTn id="96" dur="1000" fill="hold"/>
                                        <p:tgtEl>
                                          <p:spTgt spid="6160"/>
                                        </p:tgtEl>
                                        <p:attrNameLst>
                                          <p:attrName>ppt_w</p:attrName>
                                        </p:attrNameLst>
                                      </p:cBhvr>
                                      <p:tavLst>
                                        <p:tav tm="0">
                                          <p:val>
                                            <p:fltVal val="0"/>
                                          </p:val>
                                        </p:tav>
                                        <p:tav tm="100000">
                                          <p:val>
                                            <p:strVal val="#ppt_w"/>
                                          </p:val>
                                        </p:tav>
                                      </p:tavLst>
                                    </p:anim>
                                    <p:anim calcmode="lin" valueType="num">
                                      <p:cBhvr>
                                        <p:cTn id="97" dur="1000" fill="hold"/>
                                        <p:tgtEl>
                                          <p:spTgt spid="6160"/>
                                        </p:tgtEl>
                                        <p:attrNameLst>
                                          <p:attrName>ppt_h</p:attrName>
                                        </p:attrNameLst>
                                      </p:cBhvr>
                                      <p:tavLst>
                                        <p:tav tm="0">
                                          <p:val>
                                            <p:fltVal val="0"/>
                                          </p:val>
                                        </p:tav>
                                        <p:tav tm="100000">
                                          <p:val>
                                            <p:strVal val="#ppt_h"/>
                                          </p:val>
                                        </p:tav>
                                      </p:tavLst>
                                    </p:anim>
                                    <p:anim calcmode="lin" valueType="num">
                                      <p:cBhvr>
                                        <p:cTn id="98" dur="1000" fill="hold"/>
                                        <p:tgtEl>
                                          <p:spTgt spid="6160"/>
                                        </p:tgtEl>
                                        <p:attrNameLst>
                                          <p:attrName>style.rotation</p:attrName>
                                        </p:attrNameLst>
                                      </p:cBhvr>
                                      <p:tavLst>
                                        <p:tav tm="0">
                                          <p:val>
                                            <p:fltVal val="90"/>
                                          </p:val>
                                        </p:tav>
                                        <p:tav tm="100000">
                                          <p:val>
                                            <p:fltVal val="0"/>
                                          </p:val>
                                        </p:tav>
                                      </p:tavLst>
                                    </p:anim>
                                    <p:animEffect transition="in" filter="fade">
                                      <p:cBhvr>
                                        <p:cTn id="99" dur="1000"/>
                                        <p:tgtEl>
                                          <p:spTgt spid="6160"/>
                                        </p:tgtEl>
                                      </p:cBhvr>
                                    </p:animEffect>
                                  </p:childTnLst>
                                </p:cTn>
                              </p:par>
                            </p:childTnLst>
                          </p:cTn>
                        </p:par>
                        <p:par>
                          <p:cTn id="100" fill="hold" nodeType="afterGroup">
                            <p:stCondLst>
                              <p:cond delay="1600"/>
                            </p:stCondLst>
                            <p:childTnLst>
                              <p:par>
                                <p:cTn id="101" presetID="50" presetClass="entr" presetSubtype="0" decel="100000" fill="hold" grpId="0" nodeType="afterEffect">
                                  <p:stCondLst>
                                    <p:cond delay="0"/>
                                  </p:stCondLst>
                                  <p:childTnLst>
                                    <p:set>
                                      <p:cBhvr>
                                        <p:cTn id="102" dur="1" fill="hold">
                                          <p:stCondLst>
                                            <p:cond delay="0"/>
                                          </p:stCondLst>
                                        </p:cTn>
                                        <p:tgtEl>
                                          <p:spTgt spid="6161"/>
                                        </p:tgtEl>
                                        <p:attrNameLst>
                                          <p:attrName>style.visibility</p:attrName>
                                        </p:attrNameLst>
                                      </p:cBhvr>
                                      <p:to>
                                        <p:strVal val="visible"/>
                                      </p:to>
                                    </p:set>
                                    <p:anim calcmode="lin" valueType="num">
                                      <p:cBhvr>
                                        <p:cTn id="103" dur="1000" fill="hold"/>
                                        <p:tgtEl>
                                          <p:spTgt spid="6161"/>
                                        </p:tgtEl>
                                        <p:attrNameLst>
                                          <p:attrName>ppt_w</p:attrName>
                                        </p:attrNameLst>
                                      </p:cBhvr>
                                      <p:tavLst>
                                        <p:tav tm="0">
                                          <p:val>
                                            <p:strVal val="#ppt_w+.3"/>
                                          </p:val>
                                        </p:tav>
                                        <p:tav tm="100000">
                                          <p:val>
                                            <p:strVal val="#ppt_w"/>
                                          </p:val>
                                        </p:tav>
                                      </p:tavLst>
                                    </p:anim>
                                    <p:anim calcmode="lin" valueType="num">
                                      <p:cBhvr>
                                        <p:cTn id="104" dur="1000" fill="hold"/>
                                        <p:tgtEl>
                                          <p:spTgt spid="6161"/>
                                        </p:tgtEl>
                                        <p:attrNameLst>
                                          <p:attrName>ppt_h</p:attrName>
                                        </p:attrNameLst>
                                      </p:cBhvr>
                                      <p:tavLst>
                                        <p:tav tm="0">
                                          <p:val>
                                            <p:strVal val="#ppt_h"/>
                                          </p:val>
                                        </p:tav>
                                        <p:tav tm="100000">
                                          <p:val>
                                            <p:strVal val="#ppt_h"/>
                                          </p:val>
                                        </p:tav>
                                      </p:tavLst>
                                    </p:anim>
                                    <p:animEffect transition="in" filter="fade">
                                      <p:cBhvr>
                                        <p:cTn id="105" dur="1000"/>
                                        <p:tgtEl>
                                          <p:spTgt spid="6161"/>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31" presetClass="entr" presetSubtype="0" fill="hold" grpId="0" nodeType="clickEffect">
                                  <p:stCondLst>
                                    <p:cond delay="0"/>
                                  </p:stCondLst>
                                  <p:iterate type="lt">
                                    <p:tmPct val="5000"/>
                                  </p:iterate>
                                  <p:childTnLst>
                                    <p:set>
                                      <p:cBhvr>
                                        <p:cTn id="109" dur="1" fill="hold">
                                          <p:stCondLst>
                                            <p:cond delay="0"/>
                                          </p:stCondLst>
                                        </p:cTn>
                                        <p:tgtEl>
                                          <p:spTgt spid="6201"/>
                                        </p:tgtEl>
                                        <p:attrNameLst>
                                          <p:attrName>style.visibility</p:attrName>
                                        </p:attrNameLst>
                                      </p:cBhvr>
                                      <p:to>
                                        <p:strVal val="visible"/>
                                      </p:to>
                                    </p:set>
                                    <p:anim calcmode="lin" valueType="num">
                                      <p:cBhvr>
                                        <p:cTn id="110" dur="1000" fill="hold"/>
                                        <p:tgtEl>
                                          <p:spTgt spid="6201"/>
                                        </p:tgtEl>
                                        <p:attrNameLst>
                                          <p:attrName>ppt_w</p:attrName>
                                        </p:attrNameLst>
                                      </p:cBhvr>
                                      <p:tavLst>
                                        <p:tav tm="0">
                                          <p:val>
                                            <p:fltVal val="0"/>
                                          </p:val>
                                        </p:tav>
                                        <p:tav tm="100000">
                                          <p:val>
                                            <p:strVal val="#ppt_w"/>
                                          </p:val>
                                        </p:tav>
                                      </p:tavLst>
                                    </p:anim>
                                    <p:anim calcmode="lin" valueType="num">
                                      <p:cBhvr>
                                        <p:cTn id="111" dur="1000" fill="hold"/>
                                        <p:tgtEl>
                                          <p:spTgt spid="6201"/>
                                        </p:tgtEl>
                                        <p:attrNameLst>
                                          <p:attrName>ppt_h</p:attrName>
                                        </p:attrNameLst>
                                      </p:cBhvr>
                                      <p:tavLst>
                                        <p:tav tm="0">
                                          <p:val>
                                            <p:fltVal val="0"/>
                                          </p:val>
                                        </p:tav>
                                        <p:tav tm="100000">
                                          <p:val>
                                            <p:strVal val="#ppt_h"/>
                                          </p:val>
                                        </p:tav>
                                      </p:tavLst>
                                    </p:anim>
                                    <p:anim calcmode="lin" valueType="num">
                                      <p:cBhvr>
                                        <p:cTn id="112" dur="1000" fill="hold"/>
                                        <p:tgtEl>
                                          <p:spTgt spid="6201"/>
                                        </p:tgtEl>
                                        <p:attrNameLst>
                                          <p:attrName>style.rotation</p:attrName>
                                        </p:attrNameLst>
                                      </p:cBhvr>
                                      <p:tavLst>
                                        <p:tav tm="0">
                                          <p:val>
                                            <p:fltVal val="90"/>
                                          </p:val>
                                        </p:tav>
                                        <p:tav tm="100000">
                                          <p:val>
                                            <p:fltVal val="0"/>
                                          </p:val>
                                        </p:tav>
                                      </p:tavLst>
                                    </p:anim>
                                    <p:animEffect transition="in" filter="fade">
                                      <p:cBhvr>
                                        <p:cTn id="113" dur="1000"/>
                                        <p:tgtEl>
                                          <p:spTgt spid="6201"/>
                                        </p:tgtEl>
                                      </p:cBhvr>
                                    </p:animEffect>
                                  </p:childTnLst>
                                </p:cTn>
                              </p:par>
                            </p:childTnLst>
                          </p:cTn>
                        </p:par>
                        <p:par>
                          <p:cTn id="114" fill="hold" nodeType="afterGroup">
                            <p:stCondLst>
                              <p:cond delay="1550"/>
                            </p:stCondLst>
                            <p:childTnLst>
                              <p:par>
                                <p:cTn id="115" presetID="50" presetClass="entr" presetSubtype="0" decel="100000" fill="hold" grpId="0" nodeType="afterEffect">
                                  <p:stCondLst>
                                    <p:cond delay="0"/>
                                  </p:stCondLst>
                                  <p:childTnLst>
                                    <p:set>
                                      <p:cBhvr>
                                        <p:cTn id="116" dur="1" fill="hold">
                                          <p:stCondLst>
                                            <p:cond delay="0"/>
                                          </p:stCondLst>
                                        </p:cTn>
                                        <p:tgtEl>
                                          <p:spTgt spid="6203"/>
                                        </p:tgtEl>
                                        <p:attrNameLst>
                                          <p:attrName>style.visibility</p:attrName>
                                        </p:attrNameLst>
                                      </p:cBhvr>
                                      <p:to>
                                        <p:strVal val="visible"/>
                                      </p:to>
                                    </p:set>
                                    <p:anim calcmode="lin" valueType="num">
                                      <p:cBhvr>
                                        <p:cTn id="117" dur="1000" fill="hold"/>
                                        <p:tgtEl>
                                          <p:spTgt spid="6203"/>
                                        </p:tgtEl>
                                        <p:attrNameLst>
                                          <p:attrName>ppt_w</p:attrName>
                                        </p:attrNameLst>
                                      </p:cBhvr>
                                      <p:tavLst>
                                        <p:tav tm="0">
                                          <p:val>
                                            <p:strVal val="#ppt_w+.3"/>
                                          </p:val>
                                        </p:tav>
                                        <p:tav tm="100000">
                                          <p:val>
                                            <p:strVal val="#ppt_w"/>
                                          </p:val>
                                        </p:tav>
                                      </p:tavLst>
                                    </p:anim>
                                    <p:anim calcmode="lin" valueType="num">
                                      <p:cBhvr>
                                        <p:cTn id="118" dur="1000" fill="hold"/>
                                        <p:tgtEl>
                                          <p:spTgt spid="6203"/>
                                        </p:tgtEl>
                                        <p:attrNameLst>
                                          <p:attrName>ppt_h</p:attrName>
                                        </p:attrNameLst>
                                      </p:cBhvr>
                                      <p:tavLst>
                                        <p:tav tm="0">
                                          <p:val>
                                            <p:strVal val="#ppt_h"/>
                                          </p:val>
                                        </p:tav>
                                        <p:tav tm="100000">
                                          <p:val>
                                            <p:strVal val="#ppt_h"/>
                                          </p:val>
                                        </p:tav>
                                      </p:tavLst>
                                    </p:anim>
                                    <p:animEffect transition="in" filter="fade">
                                      <p:cBhvr>
                                        <p:cTn id="119" dur="1000"/>
                                        <p:tgtEl>
                                          <p:spTgt spid="6203"/>
                                        </p:tgtEl>
                                      </p:cBhvr>
                                    </p:animEffect>
                                  </p:childTnLst>
                                </p:cTn>
                              </p:par>
                            </p:childTnLst>
                          </p:cTn>
                        </p:par>
                      </p:childTnLst>
                    </p:cTn>
                  </p:par>
                  <p:par>
                    <p:cTn id="120" fill="hold" nodeType="clickPar">
                      <p:stCondLst>
                        <p:cond delay="indefinite"/>
                      </p:stCondLst>
                      <p:childTnLst>
                        <p:par>
                          <p:cTn id="121" fill="hold" nodeType="withGroup">
                            <p:stCondLst>
                              <p:cond delay="0"/>
                            </p:stCondLst>
                            <p:childTnLst>
                              <p:par>
                                <p:cTn id="122" presetID="31" presetClass="entr" presetSubtype="0" fill="hold" grpId="0" nodeType="clickEffect">
                                  <p:stCondLst>
                                    <p:cond delay="0"/>
                                  </p:stCondLst>
                                  <p:iterate type="lt">
                                    <p:tmPct val="5000"/>
                                  </p:iterate>
                                  <p:childTnLst>
                                    <p:set>
                                      <p:cBhvr>
                                        <p:cTn id="123" dur="1" fill="hold">
                                          <p:stCondLst>
                                            <p:cond delay="0"/>
                                          </p:stCondLst>
                                        </p:cTn>
                                        <p:tgtEl>
                                          <p:spTgt spid="6202"/>
                                        </p:tgtEl>
                                        <p:attrNameLst>
                                          <p:attrName>style.visibility</p:attrName>
                                        </p:attrNameLst>
                                      </p:cBhvr>
                                      <p:to>
                                        <p:strVal val="visible"/>
                                      </p:to>
                                    </p:set>
                                    <p:anim calcmode="lin" valueType="num">
                                      <p:cBhvr>
                                        <p:cTn id="124" dur="1000" fill="hold"/>
                                        <p:tgtEl>
                                          <p:spTgt spid="6202"/>
                                        </p:tgtEl>
                                        <p:attrNameLst>
                                          <p:attrName>ppt_w</p:attrName>
                                        </p:attrNameLst>
                                      </p:cBhvr>
                                      <p:tavLst>
                                        <p:tav tm="0">
                                          <p:val>
                                            <p:fltVal val="0"/>
                                          </p:val>
                                        </p:tav>
                                        <p:tav tm="100000">
                                          <p:val>
                                            <p:strVal val="#ppt_w"/>
                                          </p:val>
                                        </p:tav>
                                      </p:tavLst>
                                    </p:anim>
                                    <p:anim calcmode="lin" valueType="num">
                                      <p:cBhvr>
                                        <p:cTn id="125" dur="1000" fill="hold"/>
                                        <p:tgtEl>
                                          <p:spTgt spid="6202"/>
                                        </p:tgtEl>
                                        <p:attrNameLst>
                                          <p:attrName>ppt_h</p:attrName>
                                        </p:attrNameLst>
                                      </p:cBhvr>
                                      <p:tavLst>
                                        <p:tav tm="0">
                                          <p:val>
                                            <p:fltVal val="0"/>
                                          </p:val>
                                        </p:tav>
                                        <p:tav tm="100000">
                                          <p:val>
                                            <p:strVal val="#ppt_h"/>
                                          </p:val>
                                        </p:tav>
                                      </p:tavLst>
                                    </p:anim>
                                    <p:anim calcmode="lin" valueType="num">
                                      <p:cBhvr>
                                        <p:cTn id="126" dur="1000" fill="hold"/>
                                        <p:tgtEl>
                                          <p:spTgt spid="6202"/>
                                        </p:tgtEl>
                                        <p:attrNameLst>
                                          <p:attrName>style.rotation</p:attrName>
                                        </p:attrNameLst>
                                      </p:cBhvr>
                                      <p:tavLst>
                                        <p:tav tm="0">
                                          <p:val>
                                            <p:fltVal val="90"/>
                                          </p:val>
                                        </p:tav>
                                        <p:tav tm="100000">
                                          <p:val>
                                            <p:fltVal val="0"/>
                                          </p:val>
                                        </p:tav>
                                      </p:tavLst>
                                    </p:anim>
                                    <p:animEffect transition="in" filter="fade">
                                      <p:cBhvr>
                                        <p:cTn id="127" dur="1000"/>
                                        <p:tgtEl>
                                          <p:spTgt spid="6202"/>
                                        </p:tgtEl>
                                      </p:cBhvr>
                                    </p:animEffect>
                                  </p:childTnLst>
                                </p:cTn>
                              </p:par>
                            </p:childTnLst>
                          </p:cTn>
                        </p:par>
                        <p:par>
                          <p:cTn id="128" fill="hold" nodeType="afterGroup">
                            <p:stCondLst>
                              <p:cond delay="1550"/>
                            </p:stCondLst>
                            <p:childTnLst>
                              <p:par>
                                <p:cTn id="129" presetID="50" presetClass="entr" presetSubtype="0" decel="100000" fill="hold" grpId="0" nodeType="afterEffect">
                                  <p:stCondLst>
                                    <p:cond delay="0"/>
                                  </p:stCondLst>
                                  <p:childTnLst>
                                    <p:set>
                                      <p:cBhvr>
                                        <p:cTn id="130" dur="1" fill="hold">
                                          <p:stCondLst>
                                            <p:cond delay="0"/>
                                          </p:stCondLst>
                                        </p:cTn>
                                        <p:tgtEl>
                                          <p:spTgt spid="6204"/>
                                        </p:tgtEl>
                                        <p:attrNameLst>
                                          <p:attrName>style.visibility</p:attrName>
                                        </p:attrNameLst>
                                      </p:cBhvr>
                                      <p:to>
                                        <p:strVal val="visible"/>
                                      </p:to>
                                    </p:set>
                                    <p:anim calcmode="lin" valueType="num">
                                      <p:cBhvr>
                                        <p:cTn id="131" dur="1000" fill="hold"/>
                                        <p:tgtEl>
                                          <p:spTgt spid="6204"/>
                                        </p:tgtEl>
                                        <p:attrNameLst>
                                          <p:attrName>ppt_w</p:attrName>
                                        </p:attrNameLst>
                                      </p:cBhvr>
                                      <p:tavLst>
                                        <p:tav tm="0">
                                          <p:val>
                                            <p:strVal val="#ppt_w+.3"/>
                                          </p:val>
                                        </p:tav>
                                        <p:tav tm="100000">
                                          <p:val>
                                            <p:strVal val="#ppt_w"/>
                                          </p:val>
                                        </p:tav>
                                      </p:tavLst>
                                    </p:anim>
                                    <p:anim calcmode="lin" valueType="num">
                                      <p:cBhvr>
                                        <p:cTn id="132" dur="1000" fill="hold"/>
                                        <p:tgtEl>
                                          <p:spTgt spid="6204"/>
                                        </p:tgtEl>
                                        <p:attrNameLst>
                                          <p:attrName>ppt_h</p:attrName>
                                        </p:attrNameLst>
                                      </p:cBhvr>
                                      <p:tavLst>
                                        <p:tav tm="0">
                                          <p:val>
                                            <p:strVal val="#ppt_h"/>
                                          </p:val>
                                        </p:tav>
                                        <p:tav tm="100000">
                                          <p:val>
                                            <p:strVal val="#ppt_h"/>
                                          </p:val>
                                        </p:tav>
                                      </p:tavLst>
                                    </p:anim>
                                    <p:animEffect transition="in" filter="fade">
                                      <p:cBhvr>
                                        <p:cTn id="133" dur="1000"/>
                                        <p:tgtEl>
                                          <p:spTgt spid="6204"/>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51" presetClass="entr" presetSubtype="0" fill="hold" grpId="0" nodeType="clickEffect">
                                  <p:stCondLst>
                                    <p:cond delay="0"/>
                                  </p:stCondLst>
                                  <p:childTnLst>
                                    <p:set>
                                      <p:cBhvr>
                                        <p:cTn id="137" dur="1" fill="hold">
                                          <p:stCondLst>
                                            <p:cond delay="0"/>
                                          </p:stCondLst>
                                        </p:cTn>
                                        <p:tgtEl>
                                          <p:spTgt spid="6162"/>
                                        </p:tgtEl>
                                        <p:attrNameLst>
                                          <p:attrName>style.visibility</p:attrName>
                                        </p:attrNameLst>
                                      </p:cBhvr>
                                      <p:to>
                                        <p:strVal val="visible"/>
                                      </p:to>
                                    </p:set>
                                    <p:animEffect transition="in" filter="fade">
                                      <p:cBhvr>
                                        <p:cTn id="138" dur="770" decel="100000"/>
                                        <p:tgtEl>
                                          <p:spTgt spid="6162"/>
                                        </p:tgtEl>
                                      </p:cBhvr>
                                    </p:animEffect>
                                    <p:animScale>
                                      <p:cBhvr>
                                        <p:cTn id="139" dur="770" decel="100000"/>
                                        <p:tgtEl>
                                          <p:spTgt spid="6162"/>
                                        </p:tgtEl>
                                      </p:cBhvr>
                                      <p:from x="10000" y="10000"/>
                                      <p:to x="200000" y="450000"/>
                                    </p:animScale>
                                    <p:animScale>
                                      <p:cBhvr>
                                        <p:cTn id="140" dur="1230" accel="100000" fill="hold">
                                          <p:stCondLst>
                                            <p:cond delay="770"/>
                                          </p:stCondLst>
                                        </p:cTn>
                                        <p:tgtEl>
                                          <p:spTgt spid="6162"/>
                                        </p:tgtEl>
                                      </p:cBhvr>
                                      <p:from x="200000" y="450000"/>
                                      <p:to x="100000" y="100000"/>
                                    </p:animScale>
                                    <p:set>
                                      <p:cBhvr>
                                        <p:cTn id="141" dur="770" fill="hold"/>
                                        <p:tgtEl>
                                          <p:spTgt spid="6162"/>
                                        </p:tgtEl>
                                        <p:attrNameLst>
                                          <p:attrName>ppt_x</p:attrName>
                                        </p:attrNameLst>
                                      </p:cBhvr>
                                      <p:to>
                                        <p:strVal val="(0.5)"/>
                                      </p:to>
                                    </p:set>
                                    <p:anim from="(0.5)" to="(#ppt_x)" calcmode="lin" valueType="num">
                                      <p:cBhvr>
                                        <p:cTn id="142" dur="1230" accel="100000" fill="hold">
                                          <p:stCondLst>
                                            <p:cond delay="770"/>
                                          </p:stCondLst>
                                        </p:cTn>
                                        <p:tgtEl>
                                          <p:spTgt spid="6162"/>
                                        </p:tgtEl>
                                        <p:attrNameLst>
                                          <p:attrName>ppt_x</p:attrName>
                                        </p:attrNameLst>
                                      </p:cBhvr>
                                    </p:anim>
                                    <p:set>
                                      <p:cBhvr>
                                        <p:cTn id="143" dur="770" fill="hold"/>
                                        <p:tgtEl>
                                          <p:spTgt spid="6162"/>
                                        </p:tgtEl>
                                        <p:attrNameLst>
                                          <p:attrName>ppt_y</p:attrName>
                                        </p:attrNameLst>
                                      </p:cBhvr>
                                      <p:to>
                                        <p:strVal val="(#ppt_y+0.4)"/>
                                      </p:to>
                                    </p:set>
                                    <p:anim from="(#ppt_y+0.4)" to="(#ppt_y)" calcmode="lin" valueType="num">
                                      <p:cBhvr>
                                        <p:cTn id="144" dur="1230" accel="100000" fill="hold">
                                          <p:stCondLst>
                                            <p:cond delay="770"/>
                                          </p:stCondLst>
                                        </p:cTn>
                                        <p:tgtEl>
                                          <p:spTgt spid="6162"/>
                                        </p:tgtEl>
                                        <p:attrNameLst>
                                          <p:attrName>ppt_y</p:attrName>
                                        </p:attrNameLst>
                                      </p:cBhvr>
                                    </p:anim>
                                  </p:childTnLst>
                                </p:cTn>
                              </p:par>
                              <p:par>
                                <p:cTn id="145" presetID="51" presetClass="entr" presetSubtype="0" fill="hold" grpId="0" nodeType="withEffect">
                                  <p:stCondLst>
                                    <p:cond delay="0"/>
                                  </p:stCondLst>
                                  <p:childTnLst>
                                    <p:set>
                                      <p:cBhvr>
                                        <p:cTn id="146" dur="1" fill="hold">
                                          <p:stCondLst>
                                            <p:cond delay="0"/>
                                          </p:stCondLst>
                                        </p:cTn>
                                        <p:tgtEl>
                                          <p:spTgt spid="6163"/>
                                        </p:tgtEl>
                                        <p:attrNameLst>
                                          <p:attrName>style.visibility</p:attrName>
                                        </p:attrNameLst>
                                      </p:cBhvr>
                                      <p:to>
                                        <p:strVal val="visible"/>
                                      </p:to>
                                    </p:set>
                                    <p:animEffect transition="in" filter="fade">
                                      <p:cBhvr>
                                        <p:cTn id="147" dur="770" decel="100000"/>
                                        <p:tgtEl>
                                          <p:spTgt spid="6163"/>
                                        </p:tgtEl>
                                      </p:cBhvr>
                                    </p:animEffect>
                                    <p:animScale>
                                      <p:cBhvr>
                                        <p:cTn id="148" dur="770" decel="100000"/>
                                        <p:tgtEl>
                                          <p:spTgt spid="6163"/>
                                        </p:tgtEl>
                                      </p:cBhvr>
                                      <p:from x="10000" y="10000"/>
                                      <p:to x="200000" y="450000"/>
                                    </p:animScale>
                                    <p:animScale>
                                      <p:cBhvr>
                                        <p:cTn id="149" dur="1230" accel="100000" fill="hold">
                                          <p:stCondLst>
                                            <p:cond delay="770"/>
                                          </p:stCondLst>
                                        </p:cTn>
                                        <p:tgtEl>
                                          <p:spTgt spid="6163"/>
                                        </p:tgtEl>
                                      </p:cBhvr>
                                      <p:from x="200000" y="450000"/>
                                      <p:to x="100000" y="100000"/>
                                    </p:animScale>
                                    <p:set>
                                      <p:cBhvr>
                                        <p:cTn id="150" dur="770" fill="hold"/>
                                        <p:tgtEl>
                                          <p:spTgt spid="6163"/>
                                        </p:tgtEl>
                                        <p:attrNameLst>
                                          <p:attrName>ppt_x</p:attrName>
                                        </p:attrNameLst>
                                      </p:cBhvr>
                                      <p:to>
                                        <p:strVal val="(0.5)"/>
                                      </p:to>
                                    </p:set>
                                    <p:anim from="(0.5)" to="(#ppt_x)" calcmode="lin" valueType="num">
                                      <p:cBhvr>
                                        <p:cTn id="151" dur="1230" accel="100000" fill="hold">
                                          <p:stCondLst>
                                            <p:cond delay="770"/>
                                          </p:stCondLst>
                                        </p:cTn>
                                        <p:tgtEl>
                                          <p:spTgt spid="6163"/>
                                        </p:tgtEl>
                                        <p:attrNameLst>
                                          <p:attrName>ppt_x</p:attrName>
                                        </p:attrNameLst>
                                      </p:cBhvr>
                                    </p:anim>
                                    <p:set>
                                      <p:cBhvr>
                                        <p:cTn id="152" dur="770" fill="hold"/>
                                        <p:tgtEl>
                                          <p:spTgt spid="6163"/>
                                        </p:tgtEl>
                                        <p:attrNameLst>
                                          <p:attrName>ppt_y</p:attrName>
                                        </p:attrNameLst>
                                      </p:cBhvr>
                                      <p:to>
                                        <p:strVal val="(#ppt_y+0.4)"/>
                                      </p:to>
                                    </p:set>
                                    <p:anim from="(#ppt_y+0.4)" to="(#ppt_y)" calcmode="lin" valueType="num">
                                      <p:cBhvr>
                                        <p:cTn id="153" dur="1230" accel="100000" fill="hold">
                                          <p:stCondLst>
                                            <p:cond delay="770"/>
                                          </p:stCondLst>
                                        </p:cTn>
                                        <p:tgtEl>
                                          <p:spTgt spid="6163"/>
                                        </p:tgtEl>
                                        <p:attrNameLst>
                                          <p:attrName>ppt_y</p:attrName>
                                        </p:attrNameLst>
                                      </p:cBhvr>
                                    </p:anim>
                                  </p:childTnLst>
                                </p:cTn>
                              </p:par>
                              <p:par>
                                <p:cTn id="154" presetID="51" presetClass="entr" presetSubtype="0" fill="hold" grpId="0" nodeType="withEffect">
                                  <p:stCondLst>
                                    <p:cond delay="0"/>
                                  </p:stCondLst>
                                  <p:childTnLst>
                                    <p:set>
                                      <p:cBhvr>
                                        <p:cTn id="155" dur="1" fill="hold">
                                          <p:stCondLst>
                                            <p:cond delay="0"/>
                                          </p:stCondLst>
                                        </p:cTn>
                                        <p:tgtEl>
                                          <p:spTgt spid="6164"/>
                                        </p:tgtEl>
                                        <p:attrNameLst>
                                          <p:attrName>style.visibility</p:attrName>
                                        </p:attrNameLst>
                                      </p:cBhvr>
                                      <p:to>
                                        <p:strVal val="visible"/>
                                      </p:to>
                                    </p:set>
                                    <p:animEffect transition="in" filter="fade">
                                      <p:cBhvr>
                                        <p:cTn id="156" dur="770" decel="100000"/>
                                        <p:tgtEl>
                                          <p:spTgt spid="6164"/>
                                        </p:tgtEl>
                                      </p:cBhvr>
                                    </p:animEffect>
                                    <p:animScale>
                                      <p:cBhvr>
                                        <p:cTn id="157" dur="770" decel="100000"/>
                                        <p:tgtEl>
                                          <p:spTgt spid="6164"/>
                                        </p:tgtEl>
                                      </p:cBhvr>
                                      <p:from x="10000" y="10000"/>
                                      <p:to x="200000" y="450000"/>
                                    </p:animScale>
                                    <p:animScale>
                                      <p:cBhvr>
                                        <p:cTn id="158" dur="1230" accel="100000" fill="hold">
                                          <p:stCondLst>
                                            <p:cond delay="770"/>
                                          </p:stCondLst>
                                        </p:cTn>
                                        <p:tgtEl>
                                          <p:spTgt spid="6164"/>
                                        </p:tgtEl>
                                      </p:cBhvr>
                                      <p:from x="200000" y="450000"/>
                                      <p:to x="100000" y="100000"/>
                                    </p:animScale>
                                    <p:set>
                                      <p:cBhvr>
                                        <p:cTn id="159" dur="770" fill="hold"/>
                                        <p:tgtEl>
                                          <p:spTgt spid="6164"/>
                                        </p:tgtEl>
                                        <p:attrNameLst>
                                          <p:attrName>ppt_x</p:attrName>
                                        </p:attrNameLst>
                                      </p:cBhvr>
                                      <p:to>
                                        <p:strVal val="(0.5)"/>
                                      </p:to>
                                    </p:set>
                                    <p:anim from="(0.5)" to="(#ppt_x)" calcmode="lin" valueType="num">
                                      <p:cBhvr>
                                        <p:cTn id="160" dur="1230" accel="100000" fill="hold">
                                          <p:stCondLst>
                                            <p:cond delay="770"/>
                                          </p:stCondLst>
                                        </p:cTn>
                                        <p:tgtEl>
                                          <p:spTgt spid="6164"/>
                                        </p:tgtEl>
                                        <p:attrNameLst>
                                          <p:attrName>ppt_x</p:attrName>
                                        </p:attrNameLst>
                                      </p:cBhvr>
                                    </p:anim>
                                    <p:set>
                                      <p:cBhvr>
                                        <p:cTn id="161" dur="770" fill="hold"/>
                                        <p:tgtEl>
                                          <p:spTgt spid="6164"/>
                                        </p:tgtEl>
                                        <p:attrNameLst>
                                          <p:attrName>ppt_y</p:attrName>
                                        </p:attrNameLst>
                                      </p:cBhvr>
                                      <p:to>
                                        <p:strVal val="(#ppt_y+0.4)"/>
                                      </p:to>
                                    </p:set>
                                    <p:anim from="(#ppt_y+0.4)" to="(#ppt_y)" calcmode="lin" valueType="num">
                                      <p:cBhvr>
                                        <p:cTn id="162" dur="1230" accel="100000" fill="hold">
                                          <p:stCondLst>
                                            <p:cond delay="770"/>
                                          </p:stCondLst>
                                        </p:cTn>
                                        <p:tgtEl>
                                          <p:spTgt spid="6164"/>
                                        </p:tgtEl>
                                        <p:attrNameLst>
                                          <p:attrName>ppt_y</p:attrName>
                                        </p:attrNameLst>
                                      </p:cBhvr>
                                    </p:anim>
                                  </p:childTnLst>
                                </p:cTn>
                              </p:par>
                              <p:par>
                                <p:cTn id="163" presetID="51" presetClass="entr" presetSubtype="0" fill="hold" grpId="0" nodeType="withEffect">
                                  <p:stCondLst>
                                    <p:cond delay="0"/>
                                  </p:stCondLst>
                                  <p:childTnLst>
                                    <p:set>
                                      <p:cBhvr>
                                        <p:cTn id="164" dur="1" fill="hold">
                                          <p:stCondLst>
                                            <p:cond delay="0"/>
                                          </p:stCondLst>
                                        </p:cTn>
                                        <p:tgtEl>
                                          <p:spTgt spid="6165"/>
                                        </p:tgtEl>
                                        <p:attrNameLst>
                                          <p:attrName>style.visibility</p:attrName>
                                        </p:attrNameLst>
                                      </p:cBhvr>
                                      <p:to>
                                        <p:strVal val="visible"/>
                                      </p:to>
                                    </p:set>
                                    <p:animEffect transition="in" filter="fade">
                                      <p:cBhvr>
                                        <p:cTn id="165" dur="770" decel="100000"/>
                                        <p:tgtEl>
                                          <p:spTgt spid="6165"/>
                                        </p:tgtEl>
                                      </p:cBhvr>
                                    </p:animEffect>
                                    <p:animScale>
                                      <p:cBhvr>
                                        <p:cTn id="166" dur="770" decel="100000"/>
                                        <p:tgtEl>
                                          <p:spTgt spid="6165"/>
                                        </p:tgtEl>
                                      </p:cBhvr>
                                      <p:from x="10000" y="10000"/>
                                      <p:to x="200000" y="450000"/>
                                    </p:animScale>
                                    <p:animScale>
                                      <p:cBhvr>
                                        <p:cTn id="167" dur="1230" accel="100000" fill="hold">
                                          <p:stCondLst>
                                            <p:cond delay="770"/>
                                          </p:stCondLst>
                                        </p:cTn>
                                        <p:tgtEl>
                                          <p:spTgt spid="6165"/>
                                        </p:tgtEl>
                                      </p:cBhvr>
                                      <p:from x="200000" y="450000"/>
                                      <p:to x="100000" y="100000"/>
                                    </p:animScale>
                                    <p:set>
                                      <p:cBhvr>
                                        <p:cTn id="168" dur="770" fill="hold"/>
                                        <p:tgtEl>
                                          <p:spTgt spid="6165"/>
                                        </p:tgtEl>
                                        <p:attrNameLst>
                                          <p:attrName>ppt_x</p:attrName>
                                        </p:attrNameLst>
                                      </p:cBhvr>
                                      <p:to>
                                        <p:strVal val="(0.5)"/>
                                      </p:to>
                                    </p:set>
                                    <p:anim from="(0.5)" to="(#ppt_x)" calcmode="lin" valueType="num">
                                      <p:cBhvr>
                                        <p:cTn id="169" dur="1230" accel="100000" fill="hold">
                                          <p:stCondLst>
                                            <p:cond delay="770"/>
                                          </p:stCondLst>
                                        </p:cTn>
                                        <p:tgtEl>
                                          <p:spTgt spid="6165"/>
                                        </p:tgtEl>
                                        <p:attrNameLst>
                                          <p:attrName>ppt_x</p:attrName>
                                        </p:attrNameLst>
                                      </p:cBhvr>
                                    </p:anim>
                                    <p:set>
                                      <p:cBhvr>
                                        <p:cTn id="170" dur="770" fill="hold"/>
                                        <p:tgtEl>
                                          <p:spTgt spid="6165"/>
                                        </p:tgtEl>
                                        <p:attrNameLst>
                                          <p:attrName>ppt_y</p:attrName>
                                        </p:attrNameLst>
                                      </p:cBhvr>
                                      <p:to>
                                        <p:strVal val="(#ppt_y+0.4)"/>
                                      </p:to>
                                    </p:set>
                                    <p:anim from="(#ppt_y+0.4)" to="(#ppt_y)" calcmode="lin" valueType="num">
                                      <p:cBhvr>
                                        <p:cTn id="171" dur="1230" accel="100000" fill="hold">
                                          <p:stCondLst>
                                            <p:cond delay="770"/>
                                          </p:stCondLst>
                                        </p:cTn>
                                        <p:tgtEl>
                                          <p:spTgt spid="6165"/>
                                        </p:tgtEl>
                                        <p:attrNameLst>
                                          <p:attrName>ppt_y</p:attrName>
                                        </p:attrNameLst>
                                      </p:cBhvr>
                                    </p:anim>
                                  </p:childTnLst>
                                </p:cTn>
                              </p:par>
                              <p:par>
                                <p:cTn id="172" presetID="51" presetClass="entr" presetSubtype="0" fill="hold" grpId="0" nodeType="withEffect">
                                  <p:stCondLst>
                                    <p:cond delay="0"/>
                                  </p:stCondLst>
                                  <p:childTnLst>
                                    <p:set>
                                      <p:cBhvr>
                                        <p:cTn id="173" dur="1" fill="hold">
                                          <p:stCondLst>
                                            <p:cond delay="0"/>
                                          </p:stCondLst>
                                        </p:cTn>
                                        <p:tgtEl>
                                          <p:spTgt spid="6166"/>
                                        </p:tgtEl>
                                        <p:attrNameLst>
                                          <p:attrName>style.visibility</p:attrName>
                                        </p:attrNameLst>
                                      </p:cBhvr>
                                      <p:to>
                                        <p:strVal val="visible"/>
                                      </p:to>
                                    </p:set>
                                    <p:animEffect transition="in" filter="fade">
                                      <p:cBhvr>
                                        <p:cTn id="174" dur="770" decel="100000"/>
                                        <p:tgtEl>
                                          <p:spTgt spid="6166"/>
                                        </p:tgtEl>
                                      </p:cBhvr>
                                    </p:animEffect>
                                    <p:animScale>
                                      <p:cBhvr>
                                        <p:cTn id="175" dur="770" decel="100000"/>
                                        <p:tgtEl>
                                          <p:spTgt spid="6166"/>
                                        </p:tgtEl>
                                      </p:cBhvr>
                                      <p:from x="10000" y="10000"/>
                                      <p:to x="200000" y="450000"/>
                                    </p:animScale>
                                    <p:animScale>
                                      <p:cBhvr>
                                        <p:cTn id="176" dur="1230" accel="100000" fill="hold">
                                          <p:stCondLst>
                                            <p:cond delay="770"/>
                                          </p:stCondLst>
                                        </p:cTn>
                                        <p:tgtEl>
                                          <p:spTgt spid="6166"/>
                                        </p:tgtEl>
                                      </p:cBhvr>
                                      <p:from x="200000" y="450000"/>
                                      <p:to x="100000" y="100000"/>
                                    </p:animScale>
                                    <p:set>
                                      <p:cBhvr>
                                        <p:cTn id="177" dur="770" fill="hold"/>
                                        <p:tgtEl>
                                          <p:spTgt spid="6166"/>
                                        </p:tgtEl>
                                        <p:attrNameLst>
                                          <p:attrName>ppt_x</p:attrName>
                                        </p:attrNameLst>
                                      </p:cBhvr>
                                      <p:to>
                                        <p:strVal val="(0.5)"/>
                                      </p:to>
                                    </p:set>
                                    <p:anim from="(0.5)" to="(#ppt_x)" calcmode="lin" valueType="num">
                                      <p:cBhvr>
                                        <p:cTn id="178" dur="1230" accel="100000" fill="hold">
                                          <p:stCondLst>
                                            <p:cond delay="770"/>
                                          </p:stCondLst>
                                        </p:cTn>
                                        <p:tgtEl>
                                          <p:spTgt spid="6166"/>
                                        </p:tgtEl>
                                        <p:attrNameLst>
                                          <p:attrName>ppt_x</p:attrName>
                                        </p:attrNameLst>
                                      </p:cBhvr>
                                    </p:anim>
                                    <p:set>
                                      <p:cBhvr>
                                        <p:cTn id="179" dur="770" fill="hold"/>
                                        <p:tgtEl>
                                          <p:spTgt spid="6166"/>
                                        </p:tgtEl>
                                        <p:attrNameLst>
                                          <p:attrName>ppt_y</p:attrName>
                                        </p:attrNameLst>
                                      </p:cBhvr>
                                      <p:to>
                                        <p:strVal val="(#ppt_y+0.4)"/>
                                      </p:to>
                                    </p:set>
                                    <p:anim from="(#ppt_y+0.4)" to="(#ppt_y)" calcmode="lin" valueType="num">
                                      <p:cBhvr>
                                        <p:cTn id="180" dur="1230" accel="100000" fill="hold">
                                          <p:stCondLst>
                                            <p:cond delay="770"/>
                                          </p:stCondLst>
                                        </p:cTn>
                                        <p:tgtEl>
                                          <p:spTgt spid="6166"/>
                                        </p:tgtEl>
                                        <p:attrNameLst>
                                          <p:attrName>ppt_y</p:attrName>
                                        </p:attrNameLst>
                                      </p:cBhvr>
                                    </p:anim>
                                  </p:childTnLst>
                                </p:cTn>
                              </p:par>
                              <p:par>
                                <p:cTn id="181" presetID="51" presetClass="entr" presetSubtype="0" fill="hold" grpId="0" nodeType="withEffect">
                                  <p:stCondLst>
                                    <p:cond delay="0"/>
                                  </p:stCondLst>
                                  <p:childTnLst>
                                    <p:set>
                                      <p:cBhvr>
                                        <p:cTn id="182" dur="1" fill="hold">
                                          <p:stCondLst>
                                            <p:cond delay="0"/>
                                          </p:stCondLst>
                                        </p:cTn>
                                        <p:tgtEl>
                                          <p:spTgt spid="6167"/>
                                        </p:tgtEl>
                                        <p:attrNameLst>
                                          <p:attrName>style.visibility</p:attrName>
                                        </p:attrNameLst>
                                      </p:cBhvr>
                                      <p:to>
                                        <p:strVal val="visible"/>
                                      </p:to>
                                    </p:set>
                                    <p:animEffect transition="in" filter="fade">
                                      <p:cBhvr>
                                        <p:cTn id="183" dur="770" decel="100000"/>
                                        <p:tgtEl>
                                          <p:spTgt spid="6167"/>
                                        </p:tgtEl>
                                      </p:cBhvr>
                                    </p:animEffect>
                                    <p:animScale>
                                      <p:cBhvr>
                                        <p:cTn id="184" dur="770" decel="100000"/>
                                        <p:tgtEl>
                                          <p:spTgt spid="6167"/>
                                        </p:tgtEl>
                                      </p:cBhvr>
                                      <p:from x="10000" y="10000"/>
                                      <p:to x="200000" y="450000"/>
                                    </p:animScale>
                                    <p:animScale>
                                      <p:cBhvr>
                                        <p:cTn id="185" dur="1230" accel="100000" fill="hold">
                                          <p:stCondLst>
                                            <p:cond delay="770"/>
                                          </p:stCondLst>
                                        </p:cTn>
                                        <p:tgtEl>
                                          <p:spTgt spid="6167"/>
                                        </p:tgtEl>
                                      </p:cBhvr>
                                      <p:from x="200000" y="450000"/>
                                      <p:to x="100000" y="100000"/>
                                    </p:animScale>
                                    <p:set>
                                      <p:cBhvr>
                                        <p:cTn id="186" dur="770" fill="hold"/>
                                        <p:tgtEl>
                                          <p:spTgt spid="6167"/>
                                        </p:tgtEl>
                                        <p:attrNameLst>
                                          <p:attrName>ppt_x</p:attrName>
                                        </p:attrNameLst>
                                      </p:cBhvr>
                                      <p:to>
                                        <p:strVal val="(0.5)"/>
                                      </p:to>
                                    </p:set>
                                    <p:anim from="(0.5)" to="(#ppt_x)" calcmode="lin" valueType="num">
                                      <p:cBhvr>
                                        <p:cTn id="187" dur="1230" accel="100000" fill="hold">
                                          <p:stCondLst>
                                            <p:cond delay="770"/>
                                          </p:stCondLst>
                                        </p:cTn>
                                        <p:tgtEl>
                                          <p:spTgt spid="6167"/>
                                        </p:tgtEl>
                                        <p:attrNameLst>
                                          <p:attrName>ppt_x</p:attrName>
                                        </p:attrNameLst>
                                      </p:cBhvr>
                                    </p:anim>
                                    <p:set>
                                      <p:cBhvr>
                                        <p:cTn id="188" dur="770" fill="hold"/>
                                        <p:tgtEl>
                                          <p:spTgt spid="6167"/>
                                        </p:tgtEl>
                                        <p:attrNameLst>
                                          <p:attrName>ppt_y</p:attrName>
                                        </p:attrNameLst>
                                      </p:cBhvr>
                                      <p:to>
                                        <p:strVal val="(#ppt_y+0.4)"/>
                                      </p:to>
                                    </p:set>
                                    <p:anim from="(#ppt_y+0.4)" to="(#ppt_y)" calcmode="lin" valueType="num">
                                      <p:cBhvr>
                                        <p:cTn id="189" dur="1230" accel="100000" fill="hold">
                                          <p:stCondLst>
                                            <p:cond delay="770"/>
                                          </p:stCondLst>
                                        </p:cTn>
                                        <p:tgtEl>
                                          <p:spTgt spid="6167"/>
                                        </p:tgtEl>
                                        <p:attrNameLst>
                                          <p:attrName>ppt_y</p:attrName>
                                        </p:attrNameLst>
                                      </p:cBhvr>
                                    </p:anim>
                                  </p:childTnLst>
                                </p:cTn>
                              </p:par>
                              <p:par>
                                <p:cTn id="190" presetID="51" presetClass="entr" presetSubtype="0" fill="hold" grpId="0" nodeType="withEffect">
                                  <p:stCondLst>
                                    <p:cond delay="0"/>
                                  </p:stCondLst>
                                  <p:childTnLst>
                                    <p:set>
                                      <p:cBhvr>
                                        <p:cTn id="191" dur="1" fill="hold">
                                          <p:stCondLst>
                                            <p:cond delay="0"/>
                                          </p:stCondLst>
                                        </p:cTn>
                                        <p:tgtEl>
                                          <p:spTgt spid="6168"/>
                                        </p:tgtEl>
                                        <p:attrNameLst>
                                          <p:attrName>style.visibility</p:attrName>
                                        </p:attrNameLst>
                                      </p:cBhvr>
                                      <p:to>
                                        <p:strVal val="visible"/>
                                      </p:to>
                                    </p:set>
                                    <p:animEffect transition="in" filter="fade">
                                      <p:cBhvr>
                                        <p:cTn id="192" dur="770" decel="100000"/>
                                        <p:tgtEl>
                                          <p:spTgt spid="6168"/>
                                        </p:tgtEl>
                                      </p:cBhvr>
                                    </p:animEffect>
                                    <p:animScale>
                                      <p:cBhvr>
                                        <p:cTn id="193" dur="770" decel="100000"/>
                                        <p:tgtEl>
                                          <p:spTgt spid="6168"/>
                                        </p:tgtEl>
                                      </p:cBhvr>
                                      <p:from x="10000" y="10000"/>
                                      <p:to x="200000" y="450000"/>
                                    </p:animScale>
                                    <p:animScale>
                                      <p:cBhvr>
                                        <p:cTn id="194" dur="1230" accel="100000" fill="hold">
                                          <p:stCondLst>
                                            <p:cond delay="770"/>
                                          </p:stCondLst>
                                        </p:cTn>
                                        <p:tgtEl>
                                          <p:spTgt spid="6168"/>
                                        </p:tgtEl>
                                      </p:cBhvr>
                                      <p:from x="200000" y="450000"/>
                                      <p:to x="100000" y="100000"/>
                                    </p:animScale>
                                    <p:set>
                                      <p:cBhvr>
                                        <p:cTn id="195" dur="770" fill="hold"/>
                                        <p:tgtEl>
                                          <p:spTgt spid="6168"/>
                                        </p:tgtEl>
                                        <p:attrNameLst>
                                          <p:attrName>ppt_x</p:attrName>
                                        </p:attrNameLst>
                                      </p:cBhvr>
                                      <p:to>
                                        <p:strVal val="(0.5)"/>
                                      </p:to>
                                    </p:set>
                                    <p:anim from="(0.5)" to="(#ppt_x)" calcmode="lin" valueType="num">
                                      <p:cBhvr>
                                        <p:cTn id="196" dur="1230" accel="100000" fill="hold">
                                          <p:stCondLst>
                                            <p:cond delay="770"/>
                                          </p:stCondLst>
                                        </p:cTn>
                                        <p:tgtEl>
                                          <p:spTgt spid="6168"/>
                                        </p:tgtEl>
                                        <p:attrNameLst>
                                          <p:attrName>ppt_x</p:attrName>
                                        </p:attrNameLst>
                                      </p:cBhvr>
                                    </p:anim>
                                    <p:set>
                                      <p:cBhvr>
                                        <p:cTn id="197" dur="770" fill="hold"/>
                                        <p:tgtEl>
                                          <p:spTgt spid="6168"/>
                                        </p:tgtEl>
                                        <p:attrNameLst>
                                          <p:attrName>ppt_y</p:attrName>
                                        </p:attrNameLst>
                                      </p:cBhvr>
                                      <p:to>
                                        <p:strVal val="(#ppt_y+0.4)"/>
                                      </p:to>
                                    </p:set>
                                    <p:anim from="(#ppt_y+0.4)" to="(#ppt_y)" calcmode="lin" valueType="num">
                                      <p:cBhvr>
                                        <p:cTn id="198" dur="1230" accel="100000" fill="hold">
                                          <p:stCondLst>
                                            <p:cond delay="770"/>
                                          </p:stCondLst>
                                        </p:cTn>
                                        <p:tgtEl>
                                          <p:spTgt spid="6168"/>
                                        </p:tgtEl>
                                        <p:attrNameLst>
                                          <p:attrName>ppt_y</p:attrName>
                                        </p:attrNameLst>
                                      </p:cBhvr>
                                    </p:anim>
                                  </p:childTnLst>
                                </p:cTn>
                              </p:par>
                              <p:par>
                                <p:cTn id="199" presetID="51" presetClass="entr" presetSubtype="0" fill="hold" grpId="0" nodeType="withEffect">
                                  <p:stCondLst>
                                    <p:cond delay="0"/>
                                  </p:stCondLst>
                                  <p:childTnLst>
                                    <p:set>
                                      <p:cBhvr>
                                        <p:cTn id="200" dur="1" fill="hold">
                                          <p:stCondLst>
                                            <p:cond delay="0"/>
                                          </p:stCondLst>
                                        </p:cTn>
                                        <p:tgtEl>
                                          <p:spTgt spid="6175"/>
                                        </p:tgtEl>
                                        <p:attrNameLst>
                                          <p:attrName>style.visibility</p:attrName>
                                        </p:attrNameLst>
                                      </p:cBhvr>
                                      <p:to>
                                        <p:strVal val="visible"/>
                                      </p:to>
                                    </p:set>
                                    <p:animEffect transition="in" filter="fade">
                                      <p:cBhvr>
                                        <p:cTn id="201" dur="770" decel="100000"/>
                                        <p:tgtEl>
                                          <p:spTgt spid="6175"/>
                                        </p:tgtEl>
                                      </p:cBhvr>
                                    </p:animEffect>
                                    <p:animScale>
                                      <p:cBhvr>
                                        <p:cTn id="202" dur="770" decel="100000"/>
                                        <p:tgtEl>
                                          <p:spTgt spid="6175"/>
                                        </p:tgtEl>
                                      </p:cBhvr>
                                      <p:from x="10000" y="10000"/>
                                      <p:to x="200000" y="450000"/>
                                    </p:animScale>
                                    <p:animScale>
                                      <p:cBhvr>
                                        <p:cTn id="203" dur="1230" accel="100000" fill="hold">
                                          <p:stCondLst>
                                            <p:cond delay="770"/>
                                          </p:stCondLst>
                                        </p:cTn>
                                        <p:tgtEl>
                                          <p:spTgt spid="6175"/>
                                        </p:tgtEl>
                                      </p:cBhvr>
                                      <p:from x="200000" y="450000"/>
                                      <p:to x="100000" y="100000"/>
                                    </p:animScale>
                                    <p:set>
                                      <p:cBhvr>
                                        <p:cTn id="204" dur="770" fill="hold"/>
                                        <p:tgtEl>
                                          <p:spTgt spid="6175"/>
                                        </p:tgtEl>
                                        <p:attrNameLst>
                                          <p:attrName>ppt_x</p:attrName>
                                        </p:attrNameLst>
                                      </p:cBhvr>
                                      <p:to>
                                        <p:strVal val="(0.5)"/>
                                      </p:to>
                                    </p:set>
                                    <p:anim from="(0.5)" to="(#ppt_x)" calcmode="lin" valueType="num">
                                      <p:cBhvr>
                                        <p:cTn id="205" dur="1230" accel="100000" fill="hold">
                                          <p:stCondLst>
                                            <p:cond delay="770"/>
                                          </p:stCondLst>
                                        </p:cTn>
                                        <p:tgtEl>
                                          <p:spTgt spid="6175"/>
                                        </p:tgtEl>
                                        <p:attrNameLst>
                                          <p:attrName>ppt_x</p:attrName>
                                        </p:attrNameLst>
                                      </p:cBhvr>
                                    </p:anim>
                                    <p:set>
                                      <p:cBhvr>
                                        <p:cTn id="206" dur="770" fill="hold"/>
                                        <p:tgtEl>
                                          <p:spTgt spid="6175"/>
                                        </p:tgtEl>
                                        <p:attrNameLst>
                                          <p:attrName>ppt_y</p:attrName>
                                        </p:attrNameLst>
                                      </p:cBhvr>
                                      <p:to>
                                        <p:strVal val="(#ppt_y+0.4)"/>
                                      </p:to>
                                    </p:set>
                                    <p:anim from="(#ppt_y+0.4)" to="(#ppt_y)" calcmode="lin" valueType="num">
                                      <p:cBhvr>
                                        <p:cTn id="207" dur="1230" accel="100000" fill="hold">
                                          <p:stCondLst>
                                            <p:cond delay="770"/>
                                          </p:stCondLst>
                                        </p:cTn>
                                        <p:tgtEl>
                                          <p:spTgt spid="6175"/>
                                        </p:tgtEl>
                                        <p:attrNameLst>
                                          <p:attrName>ppt_y</p:attrName>
                                        </p:attrNameLst>
                                      </p:cBhvr>
                                    </p:anim>
                                  </p:childTnLst>
                                </p:cTn>
                              </p:par>
                              <p:par>
                                <p:cTn id="208" presetID="51" presetClass="entr" presetSubtype="0" fill="hold" grpId="0" nodeType="withEffect">
                                  <p:stCondLst>
                                    <p:cond delay="0"/>
                                  </p:stCondLst>
                                  <p:childTnLst>
                                    <p:set>
                                      <p:cBhvr>
                                        <p:cTn id="209" dur="1" fill="hold">
                                          <p:stCondLst>
                                            <p:cond delay="0"/>
                                          </p:stCondLst>
                                        </p:cTn>
                                        <p:tgtEl>
                                          <p:spTgt spid="6176"/>
                                        </p:tgtEl>
                                        <p:attrNameLst>
                                          <p:attrName>style.visibility</p:attrName>
                                        </p:attrNameLst>
                                      </p:cBhvr>
                                      <p:to>
                                        <p:strVal val="visible"/>
                                      </p:to>
                                    </p:set>
                                    <p:animEffect transition="in" filter="fade">
                                      <p:cBhvr>
                                        <p:cTn id="210" dur="770" decel="100000"/>
                                        <p:tgtEl>
                                          <p:spTgt spid="6176"/>
                                        </p:tgtEl>
                                      </p:cBhvr>
                                    </p:animEffect>
                                    <p:animScale>
                                      <p:cBhvr>
                                        <p:cTn id="211" dur="770" decel="100000"/>
                                        <p:tgtEl>
                                          <p:spTgt spid="6176"/>
                                        </p:tgtEl>
                                      </p:cBhvr>
                                      <p:from x="10000" y="10000"/>
                                      <p:to x="200000" y="450000"/>
                                    </p:animScale>
                                    <p:animScale>
                                      <p:cBhvr>
                                        <p:cTn id="212" dur="1230" accel="100000" fill="hold">
                                          <p:stCondLst>
                                            <p:cond delay="770"/>
                                          </p:stCondLst>
                                        </p:cTn>
                                        <p:tgtEl>
                                          <p:spTgt spid="6176"/>
                                        </p:tgtEl>
                                      </p:cBhvr>
                                      <p:from x="200000" y="450000"/>
                                      <p:to x="100000" y="100000"/>
                                    </p:animScale>
                                    <p:set>
                                      <p:cBhvr>
                                        <p:cTn id="213" dur="770" fill="hold"/>
                                        <p:tgtEl>
                                          <p:spTgt spid="6176"/>
                                        </p:tgtEl>
                                        <p:attrNameLst>
                                          <p:attrName>ppt_x</p:attrName>
                                        </p:attrNameLst>
                                      </p:cBhvr>
                                      <p:to>
                                        <p:strVal val="(0.5)"/>
                                      </p:to>
                                    </p:set>
                                    <p:anim from="(0.5)" to="(#ppt_x)" calcmode="lin" valueType="num">
                                      <p:cBhvr>
                                        <p:cTn id="214" dur="1230" accel="100000" fill="hold">
                                          <p:stCondLst>
                                            <p:cond delay="770"/>
                                          </p:stCondLst>
                                        </p:cTn>
                                        <p:tgtEl>
                                          <p:spTgt spid="6176"/>
                                        </p:tgtEl>
                                        <p:attrNameLst>
                                          <p:attrName>ppt_x</p:attrName>
                                        </p:attrNameLst>
                                      </p:cBhvr>
                                    </p:anim>
                                    <p:set>
                                      <p:cBhvr>
                                        <p:cTn id="215" dur="770" fill="hold"/>
                                        <p:tgtEl>
                                          <p:spTgt spid="6176"/>
                                        </p:tgtEl>
                                        <p:attrNameLst>
                                          <p:attrName>ppt_y</p:attrName>
                                        </p:attrNameLst>
                                      </p:cBhvr>
                                      <p:to>
                                        <p:strVal val="(#ppt_y+0.4)"/>
                                      </p:to>
                                    </p:set>
                                    <p:anim from="(#ppt_y+0.4)" to="(#ppt_y)" calcmode="lin" valueType="num">
                                      <p:cBhvr>
                                        <p:cTn id="216" dur="1230" accel="100000" fill="hold">
                                          <p:stCondLst>
                                            <p:cond delay="770"/>
                                          </p:stCondLst>
                                        </p:cTn>
                                        <p:tgtEl>
                                          <p:spTgt spid="6176"/>
                                        </p:tgtEl>
                                        <p:attrNameLst>
                                          <p:attrName>ppt_y</p:attrName>
                                        </p:attrNameLst>
                                      </p:cBhvr>
                                    </p:anim>
                                  </p:childTnLst>
                                </p:cTn>
                              </p:par>
                              <p:par>
                                <p:cTn id="217" presetID="51" presetClass="entr" presetSubtype="0" fill="hold" grpId="0" nodeType="withEffect">
                                  <p:stCondLst>
                                    <p:cond delay="0"/>
                                  </p:stCondLst>
                                  <p:childTnLst>
                                    <p:set>
                                      <p:cBhvr>
                                        <p:cTn id="218" dur="1" fill="hold">
                                          <p:stCondLst>
                                            <p:cond delay="0"/>
                                          </p:stCondLst>
                                        </p:cTn>
                                        <p:tgtEl>
                                          <p:spTgt spid="6177"/>
                                        </p:tgtEl>
                                        <p:attrNameLst>
                                          <p:attrName>style.visibility</p:attrName>
                                        </p:attrNameLst>
                                      </p:cBhvr>
                                      <p:to>
                                        <p:strVal val="visible"/>
                                      </p:to>
                                    </p:set>
                                    <p:animEffect transition="in" filter="fade">
                                      <p:cBhvr>
                                        <p:cTn id="219" dur="770" decel="100000"/>
                                        <p:tgtEl>
                                          <p:spTgt spid="6177"/>
                                        </p:tgtEl>
                                      </p:cBhvr>
                                    </p:animEffect>
                                    <p:animScale>
                                      <p:cBhvr>
                                        <p:cTn id="220" dur="770" decel="100000"/>
                                        <p:tgtEl>
                                          <p:spTgt spid="6177"/>
                                        </p:tgtEl>
                                      </p:cBhvr>
                                      <p:from x="10000" y="10000"/>
                                      <p:to x="200000" y="450000"/>
                                    </p:animScale>
                                    <p:animScale>
                                      <p:cBhvr>
                                        <p:cTn id="221" dur="1230" accel="100000" fill="hold">
                                          <p:stCondLst>
                                            <p:cond delay="770"/>
                                          </p:stCondLst>
                                        </p:cTn>
                                        <p:tgtEl>
                                          <p:spTgt spid="6177"/>
                                        </p:tgtEl>
                                      </p:cBhvr>
                                      <p:from x="200000" y="450000"/>
                                      <p:to x="100000" y="100000"/>
                                    </p:animScale>
                                    <p:set>
                                      <p:cBhvr>
                                        <p:cTn id="222" dur="770" fill="hold"/>
                                        <p:tgtEl>
                                          <p:spTgt spid="6177"/>
                                        </p:tgtEl>
                                        <p:attrNameLst>
                                          <p:attrName>ppt_x</p:attrName>
                                        </p:attrNameLst>
                                      </p:cBhvr>
                                      <p:to>
                                        <p:strVal val="(0.5)"/>
                                      </p:to>
                                    </p:set>
                                    <p:anim from="(0.5)" to="(#ppt_x)" calcmode="lin" valueType="num">
                                      <p:cBhvr>
                                        <p:cTn id="223" dur="1230" accel="100000" fill="hold">
                                          <p:stCondLst>
                                            <p:cond delay="770"/>
                                          </p:stCondLst>
                                        </p:cTn>
                                        <p:tgtEl>
                                          <p:spTgt spid="6177"/>
                                        </p:tgtEl>
                                        <p:attrNameLst>
                                          <p:attrName>ppt_x</p:attrName>
                                        </p:attrNameLst>
                                      </p:cBhvr>
                                    </p:anim>
                                    <p:set>
                                      <p:cBhvr>
                                        <p:cTn id="224" dur="770" fill="hold"/>
                                        <p:tgtEl>
                                          <p:spTgt spid="6177"/>
                                        </p:tgtEl>
                                        <p:attrNameLst>
                                          <p:attrName>ppt_y</p:attrName>
                                        </p:attrNameLst>
                                      </p:cBhvr>
                                      <p:to>
                                        <p:strVal val="(#ppt_y+0.4)"/>
                                      </p:to>
                                    </p:set>
                                    <p:anim from="(#ppt_y+0.4)" to="(#ppt_y)" calcmode="lin" valueType="num">
                                      <p:cBhvr>
                                        <p:cTn id="225" dur="1230" accel="100000" fill="hold">
                                          <p:stCondLst>
                                            <p:cond delay="770"/>
                                          </p:stCondLst>
                                        </p:cTn>
                                        <p:tgtEl>
                                          <p:spTgt spid="6177"/>
                                        </p:tgtEl>
                                        <p:attrNameLst>
                                          <p:attrName>ppt_y</p:attrName>
                                        </p:attrNameLst>
                                      </p:cBhvr>
                                    </p:anim>
                                  </p:childTnLst>
                                </p:cTn>
                              </p:par>
                            </p:childTnLst>
                          </p:cTn>
                        </p:par>
                      </p:childTnLst>
                    </p:cTn>
                  </p:par>
                  <p:par>
                    <p:cTn id="226" fill="hold" nodeType="clickPar">
                      <p:stCondLst>
                        <p:cond delay="indefinite"/>
                      </p:stCondLst>
                      <p:childTnLst>
                        <p:par>
                          <p:cTn id="227" fill="hold" nodeType="withGroup">
                            <p:stCondLst>
                              <p:cond delay="0"/>
                            </p:stCondLst>
                            <p:childTnLst>
                              <p:par>
                                <p:cTn id="228" presetID="51" presetClass="entr" presetSubtype="0" fill="hold" grpId="0" nodeType="clickEffect">
                                  <p:stCondLst>
                                    <p:cond delay="0"/>
                                  </p:stCondLst>
                                  <p:childTnLst>
                                    <p:set>
                                      <p:cBhvr>
                                        <p:cTn id="229" dur="1" fill="hold">
                                          <p:stCondLst>
                                            <p:cond delay="0"/>
                                          </p:stCondLst>
                                        </p:cTn>
                                        <p:tgtEl>
                                          <p:spTgt spid="6169"/>
                                        </p:tgtEl>
                                        <p:attrNameLst>
                                          <p:attrName>style.visibility</p:attrName>
                                        </p:attrNameLst>
                                      </p:cBhvr>
                                      <p:to>
                                        <p:strVal val="visible"/>
                                      </p:to>
                                    </p:set>
                                    <p:animEffect transition="in" filter="fade">
                                      <p:cBhvr>
                                        <p:cTn id="230" dur="770" decel="100000"/>
                                        <p:tgtEl>
                                          <p:spTgt spid="6169"/>
                                        </p:tgtEl>
                                      </p:cBhvr>
                                    </p:animEffect>
                                    <p:animScale>
                                      <p:cBhvr>
                                        <p:cTn id="231" dur="770" decel="100000"/>
                                        <p:tgtEl>
                                          <p:spTgt spid="6169"/>
                                        </p:tgtEl>
                                      </p:cBhvr>
                                      <p:from x="10000" y="10000"/>
                                      <p:to x="200000" y="450000"/>
                                    </p:animScale>
                                    <p:animScale>
                                      <p:cBhvr>
                                        <p:cTn id="232" dur="1230" accel="100000" fill="hold">
                                          <p:stCondLst>
                                            <p:cond delay="770"/>
                                          </p:stCondLst>
                                        </p:cTn>
                                        <p:tgtEl>
                                          <p:spTgt spid="6169"/>
                                        </p:tgtEl>
                                      </p:cBhvr>
                                      <p:from x="200000" y="450000"/>
                                      <p:to x="100000" y="100000"/>
                                    </p:animScale>
                                    <p:set>
                                      <p:cBhvr>
                                        <p:cTn id="233" dur="770" fill="hold"/>
                                        <p:tgtEl>
                                          <p:spTgt spid="6169"/>
                                        </p:tgtEl>
                                        <p:attrNameLst>
                                          <p:attrName>ppt_x</p:attrName>
                                        </p:attrNameLst>
                                      </p:cBhvr>
                                      <p:to>
                                        <p:strVal val="(0.5)"/>
                                      </p:to>
                                    </p:set>
                                    <p:anim from="(0.5)" to="(#ppt_x)" calcmode="lin" valueType="num">
                                      <p:cBhvr>
                                        <p:cTn id="234" dur="1230" accel="100000" fill="hold">
                                          <p:stCondLst>
                                            <p:cond delay="770"/>
                                          </p:stCondLst>
                                        </p:cTn>
                                        <p:tgtEl>
                                          <p:spTgt spid="6169"/>
                                        </p:tgtEl>
                                        <p:attrNameLst>
                                          <p:attrName>ppt_x</p:attrName>
                                        </p:attrNameLst>
                                      </p:cBhvr>
                                    </p:anim>
                                    <p:set>
                                      <p:cBhvr>
                                        <p:cTn id="235" dur="770" fill="hold"/>
                                        <p:tgtEl>
                                          <p:spTgt spid="6169"/>
                                        </p:tgtEl>
                                        <p:attrNameLst>
                                          <p:attrName>ppt_y</p:attrName>
                                        </p:attrNameLst>
                                      </p:cBhvr>
                                      <p:to>
                                        <p:strVal val="(#ppt_y+0.4)"/>
                                      </p:to>
                                    </p:set>
                                    <p:anim from="(#ppt_y+0.4)" to="(#ppt_y)" calcmode="lin" valueType="num">
                                      <p:cBhvr>
                                        <p:cTn id="236" dur="1230" accel="100000" fill="hold">
                                          <p:stCondLst>
                                            <p:cond delay="770"/>
                                          </p:stCondLst>
                                        </p:cTn>
                                        <p:tgtEl>
                                          <p:spTgt spid="6169"/>
                                        </p:tgtEl>
                                        <p:attrNameLst>
                                          <p:attrName>ppt_y</p:attrName>
                                        </p:attrNameLst>
                                      </p:cBhvr>
                                    </p:anim>
                                  </p:childTnLst>
                                </p:cTn>
                              </p:par>
                            </p:childTnLst>
                          </p:cTn>
                        </p:par>
                      </p:childTnLst>
                    </p:cTn>
                  </p:par>
                  <p:par>
                    <p:cTn id="237" fill="hold" nodeType="clickPar">
                      <p:stCondLst>
                        <p:cond delay="indefinite"/>
                      </p:stCondLst>
                      <p:childTnLst>
                        <p:par>
                          <p:cTn id="238" fill="hold" nodeType="withGroup">
                            <p:stCondLst>
                              <p:cond delay="0"/>
                            </p:stCondLst>
                            <p:childTnLst>
                              <p:par>
                                <p:cTn id="239" presetID="51" presetClass="entr" presetSubtype="0" fill="hold" grpId="0" nodeType="clickEffect">
                                  <p:stCondLst>
                                    <p:cond delay="0"/>
                                  </p:stCondLst>
                                  <p:childTnLst>
                                    <p:set>
                                      <p:cBhvr>
                                        <p:cTn id="240" dur="1" fill="hold">
                                          <p:stCondLst>
                                            <p:cond delay="0"/>
                                          </p:stCondLst>
                                        </p:cTn>
                                        <p:tgtEl>
                                          <p:spTgt spid="6170"/>
                                        </p:tgtEl>
                                        <p:attrNameLst>
                                          <p:attrName>style.visibility</p:attrName>
                                        </p:attrNameLst>
                                      </p:cBhvr>
                                      <p:to>
                                        <p:strVal val="visible"/>
                                      </p:to>
                                    </p:set>
                                    <p:animEffect transition="in" filter="fade">
                                      <p:cBhvr>
                                        <p:cTn id="241" dur="770" decel="100000"/>
                                        <p:tgtEl>
                                          <p:spTgt spid="6170"/>
                                        </p:tgtEl>
                                      </p:cBhvr>
                                    </p:animEffect>
                                    <p:animScale>
                                      <p:cBhvr>
                                        <p:cTn id="242" dur="770" decel="100000"/>
                                        <p:tgtEl>
                                          <p:spTgt spid="6170"/>
                                        </p:tgtEl>
                                      </p:cBhvr>
                                      <p:from x="10000" y="10000"/>
                                      <p:to x="200000" y="450000"/>
                                    </p:animScale>
                                    <p:animScale>
                                      <p:cBhvr>
                                        <p:cTn id="243" dur="1230" accel="100000" fill="hold">
                                          <p:stCondLst>
                                            <p:cond delay="770"/>
                                          </p:stCondLst>
                                        </p:cTn>
                                        <p:tgtEl>
                                          <p:spTgt spid="6170"/>
                                        </p:tgtEl>
                                      </p:cBhvr>
                                      <p:from x="200000" y="450000"/>
                                      <p:to x="100000" y="100000"/>
                                    </p:animScale>
                                    <p:set>
                                      <p:cBhvr>
                                        <p:cTn id="244" dur="770" fill="hold"/>
                                        <p:tgtEl>
                                          <p:spTgt spid="6170"/>
                                        </p:tgtEl>
                                        <p:attrNameLst>
                                          <p:attrName>ppt_x</p:attrName>
                                        </p:attrNameLst>
                                      </p:cBhvr>
                                      <p:to>
                                        <p:strVal val="(0.5)"/>
                                      </p:to>
                                    </p:set>
                                    <p:anim from="(0.5)" to="(#ppt_x)" calcmode="lin" valueType="num">
                                      <p:cBhvr>
                                        <p:cTn id="245" dur="1230" accel="100000" fill="hold">
                                          <p:stCondLst>
                                            <p:cond delay="770"/>
                                          </p:stCondLst>
                                        </p:cTn>
                                        <p:tgtEl>
                                          <p:spTgt spid="6170"/>
                                        </p:tgtEl>
                                        <p:attrNameLst>
                                          <p:attrName>ppt_x</p:attrName>
                                        </p:attrNameLst>
                                      </p:cBhvr>
                                    </p:anim>
                                    <p:set>
                                      <p:cBhvr>
                                        <p:cTn id="246" dur="770" fill="hold"/>
                                        <p:tgtEl>
                                          <p:spTgt spid="6170"/>
                                        </p:tgtEl>
                                        <p:attrNameLst>
                                          <p:attrName>ppt_y</p:attrName>
                                        </p:attrNameLst>
                                      </p:cBhvr>
                                      <p:to>
                                        <p:strVal val="(#ppt_y+0.4)"/>
                                      </p:to>
                                    </p:set>
                                    <p:anim from="(#ppt_y+0.4)" to="(#ppt_y)" calcmode="lin" valueType="num">
                                      <p:cBhvr>
                                        <p:cTn id="247" dur="1230" accel="100000" fill="hold">
                                          <p:stCondLst>
                                            <p:cond delay="770"/>
                                          </p:stCondLst>
                                        </p:cTn>
                                        <p:tgtEl>
                                          <p:spTgt spid="6170"/>
                                        </p:tgtEl>
                                        <p:attrNameLst>
                                          <p:attrName>ppt_y</p:attrName>
                                        </p:attrNameLst>
                                      </p:cBhvr>
                                    </p:anim>
                                  </p:childTnLst>
                                </p:cTn>
                              </p:par>
                            </p:childTnLst>
                          </p:cTn>
                        </p:par>
                      </p:childTnLst>
                    </p:cTn>
                  </p:par>
                  <p:par>
                    <p:cTn id="248" fill="hold" nodeType="clickPar">
                      <p:stCondLst>
                        <p:cond delay="indefinite"/>
                      </p:stCondLst>
                      <p:childTnLst>
                        <p:par>
                          <p:cTn id="249" fill="hold" nodeType="withGroup">
                            <p:stCondLst>
                              <p:cond delay="0"/>
                            </p:stCondLst>
                            <p:childTnLst>
                              <p:par>
                                <p:cTn id="250" presetID="51" presetClass="entr" presetSubtype="0" fill="hold" grpId="0" nodeType="clickEffect">
                                  <p:stCondLst>
                                    <p:cond delay="0"/>
                                  </p:stCondLst>
                                  <p:childTnLst>
                                    <p:set>
                                      <p:cBhvr>
                                        <p:cTn id="251" dur="1" fill="hold">
                                          <p:stCondLst>
                                            <p:cond delay="0"/>
                                          </p:stCondLst>
                                        </p:cTn>
                                        <p:tgtEl>
                                          <p:spTgt spid="6171"/>
                                        </p:tgtEl>
                                        <p:attrNameLst>
                                          <p:attrName>style.visibility</p:attrName>
                                        </p:attrNameLst>
                                      </p:cBhvr>
                                      <p:to>
                                        <p:strVal val="visible"/>
                                      </p:to>
                                    </p:set>
                                    <p:animEffect transition="in" filter="fade">
                                      <p:cBhvr>
                                        <p:cTn id="252" dur="770" decel="100000"/>
                                        <p:tgtEl>
                                          <p:spTgt spid="6171"/>
                                        </p:tgtEl>
                                      </p:cBhvr>
                                    </p:animEffect>
                                    <p:animScale>
                                      <p:cBhvr>
                                        <p:cTn id="253" dur="770" decel="100000"/>
                                        <p:tgtEl>
                                          <p:spTgt spid="6171"/>
                                        </p:tgtEl>
                                      </p:cBhvr>
                                      <p:from x="10000" y="10000"/>
                                      <p:to x="200000" y="450000"/>
                                    </p:animScale>
                                    <p:animScale>
                                      <p:cBhvr>
                                        <p:cTn id="254" dur="1230" accel="100000" fill="hold">
                                          <p:stCondLst>
                                            <p:cond delay="770"/>
                                          </p:stCondLst>
                                        </p:cTn>
                                        <p:tgtEl>
                                          <p:spTgt spid="6171"/>
                                        </p:tgtEl>
                                      </p:cBhvr>
                                      <p:from x="200000" y="450000"/>
                                      <p:to x="100000" y="100000"/>
                                    </p:animScale>
                                    <p:set>
                                      <p:cBhvr>
                                        <p:cTn id="255" dur="770" fill="hold"/>
                                        <p:tgtEl>
                                          <p:spTgt spid="6171"/>
                                        </p:tgtEl>
                                        <p:attrNameLst>
                                          <p:attrName>ppt_x</p:attrName>
                                        </p:attrNameLst>
                                      </p:cBhvr>
                                      <p:to>
                                        <p:strVal val="(0.5)"/>
                                      </p:to>
                                    </p:set>
                                    <p:anim from="(0.5)" to="(#ppt_x)" calcmode="lin" valueType="num">
                                      <p:cBhvr>
                                        <p:cTn id="256" dur="1230" accel="100000" fill="hold">
                                          <p:stCondLst>
                                            <p:cond delay="770"/>
                                          </p:stCondLst>
                                        </p:cTn>
                                        <p:tgtEl>
                                          <p:spTgt spid="6171"/>
                                        </p:tgtEl>
                                        <p:attrNameLst>
                                          <p:attrName>ppt_x</p:attrName>
                                        </p:attrNameLst>
                                      </p:cBhvr>
                                    </p:anim>
                                    <p:set>
                                      <p:cBhvr>
                                        <p:cTn id="257" dur="770" fill="hold"/>
                                        <p:tgtEl>
                                          <p:spTgt spid="6171"/>
                                        </p:tgtEl>
                                        <p:attrNameLst>
                                          <p:attrName>ppt_y</p:attrName>
                                        </p:attrNameLst>
                                      </p:cBhvr>
                                      <p:to>
                                        <p:strVal val="(#ppt_y+0.4)"/>
                                      </p:to>
                                    </p:set>
                                    <p:anim from="(#ppt_y+0.4)" to="(#ppt_y)" calcmode="lin" valueType="num">
                                      <p:cBhvr>
                                        <p:cTn id="258" dur="1230" accel="100000" fill="hold">
                                          <p:stCondLst>
                                            <p:cond delay="770"/>
                                          </p:stCondLst>
                                        </p:cTn>
                                        <p:tgtEl>
                                          <p:spTgt spid="6171"/>
                                        </p:tgtEl>
                                        <p:attrNameLst>
                                          <p:attrName>ppt_y</p:attrName>
                                        </p:attrNameLst>
                                      </p:cBhvr>
                                    </p:anim>
                                  </p:childTnLst>
                                </p:cTn>
                              </p:par>
                            </p:childTnLst>
                          </p:cTn>
                        </p:par>
                      </p:childTnLst>
                    </p:cTn>
                  </p:par>
                  <p:par>
                    <p:cTn id="259" fill="hold" nodeType="clickPar">
                      <p:stCondLst>
                        <p:cond delay="indefinite"/>
                      </p:stCondLst>
                      <p:childTnLst>
                        <p:par>
                          <p:cTn id="260" fill="hold" nodeType="withGroup">
                            <p:stCondLst>
                              <p:cond delay="0"/>
                            </p:stCondLst>
                            <p:childTnLst>
                              <p:par>
                                <p:cTn id="261" presetID="51" presetClass="entr" presetSubtype="0" fill="hold" grpId="0" nodeType="clickEffect">
                                  <p:stCondLst>
                                    <p:cond delay="0"/>
                                  </p:stCondLst>
                                  <p:childTnLst>
                                    <p:set>
                                      <p:cBhvr>
                                        <p:cTn id="262" dur="1" fill="hold">
                                          <p:stCondLst>
                                            <p:cond delay="0"/>
                                          </p:stCondLst>
                                        </p:cTn>
                                        <p:tgtEl>
                                          <p:spTgt spid="6172"/>
                                        </p:tgtEl>
                                        <p:attrNameLst>
                                          <p:attrName>style.visibility</p:attrName>
                                        </p:attrNameLst>
                                      </p:cBhvr>
                                      <p:to>
                                        <p:strVal val="visible"/>
                                      </p:to>
                                    </p:set>
                                    <p:animEffect transition="in" filter="fade">
                                      <p:cBhvr>
                                        <p:cTn id="263" dur="770" decel="100000"/>
                                        <p:tgtEl>
                                          <p:spTgt spid="6172"/>
                                        </p:tgtEl>
                                      </p:cBhvr>
                                    </p:animEffect>
                                    <p:animScale>
                                      <p:cBhvr>
                                        <p:cTn id="264" dur="770" decel="100000"/>
                                        <p:tgtEl>
                                          <p:spTgt spid="6172"/>
                                        </p:tgtEl>
                                      </p:cBhvr>
                                      <p:from x="10000" y="10000"/>
                                      <p:to x="200000" y="450000"/>
                                    </p:animScale>
                                    <p:animScale>
                                      <p:cBhvr>
                                        <p:cTn id="265" dur="1230" accel="100000" fill="hold">
                                          <p:stCondLst>
                                            <p:cond delay="770"/>
                                          </p:stCondLst>
                                        </p:cTn>
                                        <p:tgtEl>
                                          <p:spTgt spid="6172"/>
                                        </p:tgtEl>
                                      </p:cBhvr>
                                      <p:from x="200000" y="450000"/>
                                      <p:to x="100000" y="100000"/>
                                    </p:animScale>
                                    <p:set>
                                      <p:cBhvr>
                                        <p:cTn id="266" dur="770" fill="hold"/>
                                        <p:tgtEl>
                                          <p:spTgt spid="6172"/>
                                        </p:tgtEl>
                                        <p:attrNameLst>
                                          <p:attrName>ppt_x</p:attrName>
                                        </p:attrNameLst>
                                      </p:cBhvr>
                                      <p:to>
                                        <p:strVal val="(0.5)"/>
                                      </p:to>
                                    </p:set>
                                    <p:anim from="(0.5)" to="(#ppt_x)" calcmode="lin" valueType="num">
                                      <p:cBhvr>
                                        <p:cTn id="267" dur="1230" accel="100000" fill="hold">
                                          <p:stCondLst>
                                            <p:cond delay="770"/>
                                          </p:stCondLst>
                                        </p:cTn>
                                        <p:tgtEl>
                                          <p:spTgt spid="6172"/>
                                        </p:tgtEl>
                                        <p:attrNameLst>
                                          <p:attrName>ppt_x</p:attrName>
                                        </p:attrNameLst>
                                      </p:cBhvr>
                                    </p:anim>
                                    <p:set>
                                      <p:cBhvr>
                                        <p:cTn id="268" dur="770" fill="hold"/>
                                        <p:tgtEl>
                                          <p:spTgt spid="6172"/>
                                        </p:tgtEl>
                                        <p:attrNameLst>
                                          <p:attrName>ppt_y</p:attrName>
                                        </p:attrNameLst>
                                      </p:cBhvr>
                                      <p:to>
                                        <p:strVal val="(#ppt_y+0.4)"/>
                                      </p:to>
                                    </p:set>
                                    <p:anim from="(#ppt_y+0.4)" to="(#ppt_y)" calcmode="lin" valueType="num">
                                      <p:cBhvr>
                                        <p:cTn id="269" dur="1230" accel="100000" fill="hold">
                                          <p:stCondLst>
                                            <p:cond delay="770"/>
                                          </p:stCondLst>
                                        </p:cTn>
                                        <p:tgtEl>
                                          <p:spTgt spid="6172"/>
                                        </p:tgtEl>
                                        <p:attrNameLst>
                                          <p:attrName>ppt_y</p:attrName>
                                        </p:attrNameLst>
                                      </p:cBhvr>
                                    </p:anim>
                                  </p:childTnLst>
                                </p:cTn>
                              </p:par>
                            </p:childTnLst>
                          </p:cTn>
                        </p:par>
                      </p:childTnLst>
                    </p:cTn>
                  </p:par>
                  <p:par>
                    <p:cTn id="270" fill="hold" nodeType="clickPar">
                      <p:stCondLst>
                        <p:cond delay="indefinite"/>
                      </p:stCondLst>
                      <p:childTnLst>
                        <p:par>
                          <p:cTn id="271" fill="hold" nodeType="withGroup">
                            <p:stCondLst>
                              <p:cond delay="0"/>
                            </p:stCondLst>
                            <p:childTnLst>
                              <p:par>
                                <p:cTn id="272" presetID="51" presetClass="entr" presetSubtype="0" fill="hold" grpId="0" nodeType="clickEffect">
                                  <p:stCondLst>
                                    <p:cond delay="0"/>
                                  </p:stCondLst>
                                  <p:childTnLst>
                                    <p:set>
                                      <p:cBhvr>
                                        <p:cTn id="273" dur="1" fill="hold">
                                          <p:stCondLst>
                                            <p:cond delay="0"/>
                                          </p:stCondLst>
                                        </p:cTn>
                                        <p:tgtEl>
                                          <p:spTgt spid="6173"/>
                                        </p:tgtEl>
                                        <p:attrNameLst>
                                          <p:attrName>style.visibility</p:attrName>
                                        </p:attrNameLst>
                                      </p:cBhvr>
                                      <p:to>
                                        <p:strVal val="visible"/>
                                      </p:to>
                                    </p:set>
                                    <p:animEffect transition="in" filter="fade">
                                      <p:cBhvr>
                                        <p:cTn id="274" dur="770" decel="100000"/>
                                        <p:tgtEl>
                                          <p:spTgt spid="6173"/>
                                        </p:tgtEl>
                                      </p:cBhvr>
                                    </p:animEffect>
                                    <p:animScale>
                                      <p:cBhvr>
                                        <p:cTn id="275" dur="770" decel="100000"/>
                                        <p:tgtEl>
                                          <p:spTgt spid="6173"/>
                                        </p:tgtEl>
                                      </p:cBhvr>
                                      <p:from x="10000" y="10000"/>
                                      <p:to x="200000" y="450000"/>
                                    </p:animScale>
                                    <p:animScale>
                                      <p:cBhvr>
                                        <p:cTn id="276" dur="1230" accel="100000" fill="hold">
                                          <p:stCondLst>
                                            <p:cond delay="770"/>
                                          </p:stCondLst>
                                        </p:cTn>
                                        <p:tgtEl>
                                          <p:spTgt spid="6173"/>
                                        </p:tgtEl>
                                      </p:cBhvr>
                                      <p:from x="200000" y="450000"/>
                                      <p:to x="100000" y="100000"/>
                                    </p:animScale>
                                    <p:set>
                                      <p:cBhvr>
                                        <p:cTn id="277" dur="770" fill="hold"/>
                                        <p:tgtEl>
                                          <p:spTgt spid="6173"/>
                                        </p:tgtEl>
                                        <p:attrNameLst>
                                          <p:attrName>ppt_x</p:attrName>
                                        </p:attrNameLst>
                                      </p:cBhvr>
                                      <p:to>
                                        <p:strVal val="(0.5)"/>
                                      </p:to>
                                    </p:set>
                                    <p:anim from="(0.5)" to="(#ppt_x)" calcmode="lin" valueType="num">
                                      <p:cBhvr>
                                        <p:cTn id="278" dur="1230" accel="100000" fill="hold">
                                          <p:stCondLst>
                                            <p:cond delay="770"/>
                                          </p:stCondLst>
                                        </p:cTn>
                                        <p:tgtEl>
                                          <p:spTgt spid="6173"/>
                                        </p:tgtEl>
                                        <p:attrNameLst>
                                          <p:attrName>ppt_x</p:attrName>
                                        </p:attrNameLst>
                                      </p:cBhvr>
                                    </p:anim>
                                    <p:set>
                                      <p:cBhvr>
                                        <p:cTn id="279" dur="770" fill="hold"/>
                                        <p:tgtEl>
                                          <p:spTgt spid="6173"/>
                                        </p:tgtEl>
                                        <p:attrNameLst>
                                          <p:attrName>ppt_y</p:attrName>
                                        </p:attrNameLst>
                                      </p:cBhvr>
                                      <p:to>
                                        <p:strVal val="(#ppt_y+0.4)"/>
                                      </p:to>
                                    </p:set>
                                    <p:anim from="(#ppt_y+0.4)" to="(#ppt_y)" calcmode="lin" valueType="num">
                                      <p:cBhvr>
                                        <p:cTn id="280" dur="1230" accel="100000" fill="hold">
                                          <p:stCondLst>
                                            <p:cond delay="770"/>
                                          </p:stCondLst>
                                        </p:cTn>
                                        <p:tgtEl>
                                          <p:spTgt spid="6173"/>
                                        </p:tgtEl>
                                        <p:attrNameLst>
                                          <p:attrName>ppt_y</p:attrName>
                                        </p:attrNameLst>
                                      </p:cBhvr>
                                    </p:anim>
                                  </p:childTnLst>
                                </p:cTn>
                              </p:par>
                            </p:childTnLst>
                          </p:cTn>
                        </p:par>
                      </p:childTnLst>
                    </p:cTn>
                  </p:par>
                  <p:par>
                    <p:cTn id="281" fill="hold" nodeType="clickPar">
                      <p:stCondLst>
                        <p:cond delay="indefinite"/>
                      </p:stCondLst>
                      <p:childTnLst>
                        <p:par>
                          <p:cTn id="282" fill="hold" nodeType="withGroup">
                            <p:stCondLst>
                              <p:cond delay="0"/>
                            </p:stCondLst>
                            <p:childTnLst>
                              <p:par>
                                <p:cTn id="283" presetID="51" presetClass="entr" presetSubtype="0" fill="hold" grpId="0" nodeType="clickEffect">
                                  <p:stCondLst>
                                    <p:cond delay="0"/>
                                  </p:stCondLst>
                                  <p:childTnLst>
                                    <p:set>
                                      <p:cBhvr>
                                        <p:cTn id="284" dur="1" fill="hold">
                                          <p:stCondLst>
                                            <p:cond delay="0"/>
                                          </p:stCondLst>
                                        </p:cTn>
                                        <p:tgtEl>
                                          <p:spTgt spid="6174"/>
                                        </p:tgtEl>
                                        <p:attrNameLst>
                                          <p:attrName>style.visibility</p:attrName>
                                        </p:attrNameLst>
                                      </p:cBhvr>
                                      <p:to>
                                        <p:strVal val="visible"/>
                                      </p:to>
                                    </p:set>
                                    <p:animEffect transition="in" filter="fade">
                                      <p:cBhvr>
                                        <p:cTn id="285" dur="770" decel="100000"/>
                                        <p:tgtEl>
                                          <p:spTgt spid="6174"/>
                                        </p:tgtEl>
                                      </p:cBhvr>
                                    </p:animEffect>
                                    <p:animScale>
                                      <p:cBhvr>
                                        <p:cTn id="286" dur="770" decel="100000"/>
                                        <p:tgtEl>
                                          <p:spTgt spid="6174"/>
                                        </p:tgtEl>
                                      </p:cBhvr>
                                      <p:from x="10000" y="10000"/>
                                      <p:to x="200000" y="450000"/>
                                    </p:animScale>
                                    <p:animScale>
                                      <p:cBhvr>
                                        <p:cTn id="287" dur="1230" accel="100000" fill="hold">
                                          <p:stCondLst>
                                            <p:cond delay="770"/>
                                          </p:stCondLst>
                                        </p:cTn>
                                        <p:tgtEl>
                                          <p:spTgt spid="6174"/>
                                        </p:tgtEl>
                                      </p:cBhvr>
                                      <p:from x="200000" y="450000"/>
                                      <p:to x="100000" y="100000"/>
                                    </p:animScale>
                                    <p:set>
                                      <p:cBhvr>
                                        <p:cTn id="288" dur="770" fill="hold"/>
                                        <p:tgtEl>
                                          <p:spTgt spid="6174"/>
                                        </p:tgtEl>
                                        <p:attrNameLst>
                                          <p:attrName>ppt_x</p:attrName>
                                        </p:attrNameLst>
                                      </p:cBhvr>
                                      <p:to>
                                        <p:strVal val="(0.5)"/>
                                      </p:to>
                                    </p:set>
                                    <p:anim from="(0.5)" to="(#ppt_x)" calcmode="lin" valueType="num">
                                      <p:cBhvr>
                                        <p:cTn id="289" dur="1230" accel="100000" fill="hold">
                                          <p:stCondLst>
                                            <p:cond delay="770"/>
                                          </p:stCondLst>
                                        </p:cTn>
                                        <p:tgtEl>
                                          <p:spTgt spid="6174"/>
                                        </p:tgtEl>
                                        <p:attrNameLst>
                                          <p:attrName>ppt_x</p:attrName>
                                        </p:attrNameLst>
                                      </p:cBhvr>
                                    </p:anim>
                                    <p:set>
                                      <p:cBhvr>
                                        <p:cTn id="290" dur="770" fill="hold"/>
                                        <p:tgtEl>
                                          <p:spTgt spid="6174"/>
                                        </p:tgtEl>
                                        <p:attrNameLst>
                                          <p:attrName>ppt_y</p:attrName>
                                        </p:attrNameLst>
                                      </p:cBhvr>
                                      <p:to>
                                        <p:strVal val="(#ppt_y+0.4)"/>
                                      </p:to>
                                    </p:set>
                                    <p:anim from="(#ppt_y+0.4)" to="(#ppt_y)" calcmode="lin" valueType="num">
                                      <p:cBhvr>
                                        <p:cTn id="291" dur="1230" accel="100000" fill="hold">
                                          <p:stCondLst>
                                            <p:cond delay="770"/>
                                          </p:stCondLst>
                                        </p:cTn>
                                        <p:tgtEl>
                                          <p:spTgt spid="6174"/>
                                        </p:tgtEl>
                                        <p:attrNameLst>
                                          <p:attrName>ppt_y</p:attrName>
                                        </p:attrNameLst>
                                      </p:cBhvr>
                                    </p:anim>
                                  </p:childTnLst>
                                </p:cTn>
                              </p:par>
                            </p:childTnLst>
                          </p:cTn>
                        </p:par>
                      </p:childTnLst>
                    </p:cTn>
                  </p:par>
                  <p:par>
                    <p:cTn id="292" fill="hold" nodeType="clickPar">
                      <p:stCondLst>
                        <p:cond delay="indefinite"/>
                      </p:stCondLst>
                      <p:childTnLst>
                        <p:par>
                          <p:cTn id="293" fill="hold" nodeType="withGroup">
                            <p:stCondLst>
                              <p:cond delay="0"/>
                            </p:stCondLst>
                            <p:childTnLst>
                              <p:par>
                                <p:cTn id="294" presetID="51" presetClass="entr" presetSubtype="0" fill="hold" grpId="0" nodeType="clickEffect">
                                  <p:stCondLst>
                                    <p:cond delay="0"/>
                                  </p:stCondLst>
                                  <p:childTnLst>
                                    <p:set>
                                      <p:cBhvr>
                                        <p:cTn id="295" dur="1" fill="hold">
                                          <p:stCondLst>
                                            <p:cond delay="0"/>
                                          </p:stCondLst>
                                        </p:cTn>
                                        <p:tgtEl>
                                          <p:spTgt spid="6178"/>
                                        </p:tgtEl>
                                        <p:attrNameLst>
                                          <p:attrName>style.visibility</p:attrName>
                                        </p:attrNameLst>
                                      </p:cBhvr>
                                      <p:to>
                                        <p:strVal val="visible"/>
                                      </p:to>
                                    </p:set>
                                    <p:animEffect transition="in" filter="fade">
                                      <p:cBhvr>
                                        <p:cTn id="296" dur="770" decel="100000"/>
                                        <p:tgtEl>
                                          <p:spTgt spid="6178"/>
                                        </p:tgtEl>
                                      </p:cBhvr>
                                    </p:animEffect>
                                    <p:animScale>
                                      <p:cBhvr>
                                        <p:cTn id="297" dur="770" decel="100000"/>
                                        <p:tgtEl>
                                          <p:spTgt spid="6178"/>
                                        </p:tgtEl>
                                      </p:cBhvr>
                                      <p:from x="10000" y="10000"/>
                                      <p:to x="200000" y="450000"/>
                                    </p:animScale>
                                    <p:animScale>
                                      <p:cBhvr>
                                        <p:cTn id="298" dur="1230" accel="100000" fill="hold">
                                          <p:stCondLst>
                                            <p:cond delay="770"/>
                                          </p:stCondLst>
                                        </p:cTn>
                                        <p:tgtEl>
                                          <p:spTgt spid="6178"/>
                                        </p:tgtEl>
                                      </p:cBhvr>
                                      <p:from x="200000" y="450000"/>
                                      <p:to x="100000" y="100000"/>
                                    </p:animScale>
                                    <p:set>
                                      <p:cBhvr>
                                        <p:cTn id="299" dur="770" fill="hold"/>
                                        <p:tgtEl>
                                          <p:spTgt spid="6178"/>
                                        </p:tgtEl>
                                        <p:attrNameLst>
                                          <p:attrName>ppt_x</p:attrName>
                                        </p:attrNameLst>
                                      </p:cBhvr>
                                      <p:to>
                                        <p:strVal val="(0.5)"/>
                                      </p:to>
                                    </p:set>
                                    <p:anim from="(0.5)" to="(#ppt_x)" calcmode="lin" valueType="num">
                                      <p:cBhvr>
                                        <p:cTn id="300" dur="1230" accel="100000" fill="hold">
                                          <p:stCondLst>
                                            <p:cond delay="770"/>
                                          </p:stCondLst>
                                        </p:cTn>
                                        <p:tgtEl>
                                          <p:spTgt spid="6178"/>
                                        </p:tgtEl>
                                        <p:attrNameLst>
                                          <p:attrName>ppt_x</p:attrName>
                                        </p:attrNameLst>
                                      </p:cBhvr>
                                    </p:anim>
                                    <p:set>
                                      <p:cBhvr>
                                        <p:cTn id="301" dur="770" fill="hold"/>
                                        <p:tgtEl>
                                          <p:spTgt spid="6178"/>
                                        </p:tgtEl>
                                        <p:attrNameLst>
                                          <p:attrName>ppt_y</p:attrName>
                                        </p:attrNameLst>
                                      </p:cBhvr>
                                      <p:to>
                                        <p:strVal val="(#ppt_y+0.4)"/>
                                      </p:to>
                                    </p:set>
                                    <p:anim from="(#ppt_y+0.4)" to="(#ppt_y)" calcmode="lin" valueType="num">
                                      <p:cBhvr>
                                        <p:cTn id="302" dur="1230" accel="100000" fill="hold">
                                          <p:stCondLst>
                                            <p:cond delay="770"/>
                                          </p:stCondLst>
                                        </p:cTn>
                                        <p:tgtEl>
                                          <p:spTgt spid="6178"/>
                                        </p:tgtEl>
                                        <p:attrNameLst>
                                          <p:attrName>ppt_y</p:attrName>
                                        </p:attrNameLst>
                                      </p:cBhvr>
                                    </p:anim>
                                  </p:childTnLst>
                                </p:cTn>
                              </p:par>
                            </p:childTnLst>
                          </p:cTn>
                        </p:par>
                      </p:childTnLst>
                    </p:cTn>
                  </p:par>
                  <p:par>
                    <p:cTn id="303" fill="hold" nodeType="clickPar">
                      <p:stCondLst>
                        <p:cond delay="indefinite"/>
                      </p:stCondLst>
                      <p:childTnLst>
                        <p:par>
                          <p:cTn id="304" fill="hold" nodeType="withGroup">
                            <p:stCondLst>
                              <p:cond delay="0"/>
                            </p:stCondLst>
                            <p:childTnLst>
                              <p:par>
                                <p:cTn id="305" presetID="51" presetClass="entr" presetSubtype="0" fill="hold" grpId="0" nodeType="clickEffect">
                                  <p:stCondLst>
                                    <p:cond delay="0"/>
                                  </p:stCondLst>
                                  <p:childTnLst>
                                    <p:set>
                                      <p:cBhvr>
                                        <p:cTn id="306" dur="1" fill="hold">
                                          <p:stCondLst>
                                            <p:cond delay="0"/>
                                          </p:stCondLst>
                                        </p:cTn>
                                        <p:tgtEl>
                                          <p:spTgt spid="6179"/>
                                        </p:tgtEl>
                                        <p:attrNameLst>
                                          <p:attrName>style.visibility</p:attrName>
                                        </p:attrNameLst>
                                      </p:cBhvr>
                                      <p:to>
                                        <p:strVal val="visible"/>
                                      </p:to>
                                    </p:set>
                                    <p:animEffect transition="in" filter="fade">
                                      <p:cBhvr>
                                        <p:cTn id="307" dur="770" decel="100000"/>
                                        <p:tgtEl>
                                          <p:spTgt spid="6179"/>
                                        </p:tgtEl>
                                      </p:cBhvr>
                                    </p:animEffect>
                                    <p:animScale>
                                      <p:cBhvr>
                                        <p:cTn id="308" dur="770" decel="100000"/>
                                        <p:tgtEl>
                                          <p:spTgt spid="6179"/>
                                        </p:tgtEl>
                                      </p:cBhvr>
                                      <p:from x="10000" y="10000"/>
                                      <p:to x="200000" y="450000"/>
                                    </p:animScale>
                                    <p:animScale>
                                      <p:cBhvr>
                                        <p:cTn id="309" dur="1230" accel="100000" fill="hold">
                                          <p:stCondLst>
                                            <p:cond delay="770"/>
                                          </p:stCondLst>
                                        </p:cTn>
                                        <p:tgtEl>
                                          <p:spTgt spid="6179"/>
                                        </p:tgtEl>
                                      </p:cBhvr>
                                      <p:from x="200000" y="450000"/>
                                      <p:to x="100000" y="100000"/>
                                    </p:animScale>
                                    <p:set>
                                      <p:cBhvr>
                                        <p:cTn id="310" dur="770" fill="hold"/>
                                        <p:tgtEl>
                                          <p:spTgt spid="6179"/>
                                        </p:tgtEl>
                                        <p:attrNameLst>
                                          <p:attrName>ppt_x</p:attrName>
                                        </p:attrNameLst>
                                      </p:cBhvr>
                                      <p:to>
                                        <p:strVal val="(0.5)"/>
                                      </p:to>
                                    </p:set>
                                    <p:anim from="(0.5)" to="(#ppt_x)" calcmode="lin" valueType="num">
                                      <p:cBhvr>
                                        <p:cTn id="311" dur="1230" accel="100000" fill="hold">
                                          <p:stCondLst>
                                            <p:cond delay="770"/>
                                          </p:stCondLst>
                                        </p:cTn>
                                        <p:tgtEl>
                                          <p:spTgt spid="6179"/>
                                        </p:tgtEl>
                                        <p:attrNameLst>
                                          <p:attrName>ppt_x</p:attrName>
                                        </p:attrNameLst>
                                      </p:cBhvr>
                                    </p:anim>
                                    <p:set>
                                      <p:cBhvr>
                                        <p:cTn id="312" dur="770" fill="hold"/>
                                        <p:tgtEl>
                                          <p:spTgt spid="6179"/>
                                        </p:tgtEl>
                                        <p:attrNameLst>
                                          <p:attrName>ppt_y</p:attrName>
                                        </p:attrNameLst>
                                      </p:cBhvr>
                                      <p:to>
                                        <p:strVal val="(#ppt_y+0.4)"/>
                                      </p:to>
                                    </p:set>
                                    <p:anim from="(#ppt_y+0.4)" to="(#ppt_y)" calcmode="lin" valueType="num">
                                      <p:cBhvr>
                                        <p:cTn id="313" dur="1230" accel="100000" fill="hold">
                                          <p:stCondLst>
                                            <p:cond delay="770"/>
                                          </p:stCondLst>
                                        </p:cTn>
                                        <p:tgtEl>
                                          <p:spTgt spid="6179"/>
                                        </p:tgtEl>
                                        <p:attrNameLst>
                                          <p:attrName>ppt_y</p:attrName>
                                        </p:attrNameLst>
                                      </p:cBhvr>
                                    </p:anim>
                                  </p:childTnLst>
                                </p:cTn>
                              </p:par>
                            </p:childTnLst>
                          </p:cTn>
                        </p:par>
                      </p:childTnLst>
                    </p:cTn>
                  </p:par>
                  <p:par>
                    <p:cTn id="314" fill="hold" nodeType="clickPar">
                      <p:stCondLst>
                        <p:cond delay="indefinite"/>
                      </p:stCondLst>
                      <p:childTnLst>
                        <p:par>
                          <p:cTn id="315" fill="hold" nodeType="withGroup">
                            <p:stCondLst>
                              <p:cond delay="0"/>
                            </p:stCondLst>
                            <p:childTnLst>
                              <p:par>
                                <p:cTn id="316" presetID="51" presetClass="entr" presetSubtype="0" fill="hold" grpId="0" nodeType="clickEffect">
                                  <p:stCondLst>
                                    <p:cond delay="0"/>
                                  </p:stCondLst>
                                  <p:childTnLst>
                                    <p:set>
                                      <p:cBhvr>
                                        <p:cTn id="317" dur="1" fill="hold">
                                          <p:stCondLst>
                                            <p:cond delay="0"/>
                                          </p:stCondLst>
                                        </p:cTn>
                                        <p:tgtEl>
                                          <p:spTgt spid="6180"/>
                                        </p:tgtEl>
                                        <p:attrNameLst>
                                          <p:attrName>style.visibility</p:attrName>
                                        </p:attrNameLst>
                                      </p:cBhvr>
                                      <p:to>
                                        <p:strVal val="visible"/>
                                      </p:to>
                                    </p:set>
                                    <p:animEffect transition="in" filter="fade">
                                      <p:cBhvr>
                                        <p:cTn id="318" dur="770" decel="100000"/>
                                        <p:tgtEl>
                                          <p:spTgt spid="6180"/>
                                        </p:tgtEl>
                                      </p:cBhvr>
                                    </p:animEffect>
                                    <p:animScale>
                                      <p:cBhvr>
                                        <p:cTn id="319" dur="770" decel="100000"/>
                                        <p:tgtEl>
                                          <p:spTgt spid="6180"/>
                                        </p:tgtEl>
                                      </p:cBhvr>
                                      <p:from x="10000" y="10000"/>
                                      <p:to x="200000" y="450000"/>
                                    </p:animScale>
                                    <p:animScale>
                                      <p:cBhvr>
                                        <p:cTn id="320" dur="1230" accel="100000" fill="hold">
                                          <p:stCondLst>
                                            <p:cond delay="770"/>
                                          </p:stCondLst>
                                        </p:cTn>
                                        <p:tgtEl>
                                          <p:spTgt spid="6180"/>
                                        </p:tgtEl>
                                      </p:cBhvr>
                                      <p:from x="200000" y="450000"/>
                                      <p:to x="100000" y="100000"/>
                                    </p:animScale>
                                    <p:set>
                                      <p:cBhvr>
                                        <p:cTn id="321" dur="770" fill="hold"/>
                                        <p:tgtEl>
                                          <p:spTgt spid="6180"/>
                                        </p:tgtEl>
                                        <p:attrNameLst>
                                          <p:attrName>ppt_x</p:attrName>
                                        </p:attrNameLst>
                                      </p:cBhvr>
                                      <p:to>
                                        <p:strVal val="(0.5)"/>
                                      </p:to>
                                    </p:set>
                                    <p:anim from="(0.5)" to="(#ppt_x)" calcmode="lin" valueType="num">
                                      <p:cBhvr>
                                        <p:cTn id="322" dur="1230" accel="100000" fill="hold">
                                          <p:stCondLst>
                                            <p:cond delay="770"/>
                                          </p:stCondLst>
                                        </p:cTn>
                                        <p:tgtEl>
                                          <p:spTgt spid="6180"/>
                                        </p:tgtEl>
                                        <p:attrNameLst>
                                          <p:attrName>ppt_x</p:attrName>
                                        </p:attrNameLst>
                                      </p:cBhvr>
                                    </p:anim>
                                    <p:set>
                                      <p:cBhvr>
                                        <p:cTn id="323" dur="770" fill="hold"/>
                                        <p:tgtEl>
                                          <p:spTgt spid="6180"/>
                                        </p:tgtEl>
                                        <p:attrNameLst>
                                          <p:attrName>ppt_y</p:attrName>
                                        </p:attrNameLst>
                                      </p:cBhvr>
                                      <p:to>
                                        <p:strVal val="(#ppt_y+0.4)"/>
                                      </p:to>
                                    </p:set>
                                    <p:anim from="(#ppt_y+0.4)" to="(#ppt_y)" calcmode="lin" valueType="num">
                                      <p:cBhvr>
                                        <p:cTn id="324" dur="1230" accel="100000" fill="hold">
                                          <p:stCondLst>
                                            <p:cond delay="770"/>
                                          </p:stCondLst>
                                        </p:cTn>
                                        <p:tgtEl>
                                          <p:spTgt spid="6180"/>
                                        </p:tgtEl>
                                        <p:attrNameLst>
                                          <p:attrName>ppt_y</p:attrName>
                                        </p:attrNameLst>
                                      </p:cBhvr>
                                    </p:anim>
                                  </p:childTnLst>
                                </p:cTn>
                              </p:par>
                            </p:childTnLst>
                          </p:cTn>
                        </p:par>
                      </p:childTnLst>
                    </p:cTn>
                  </p:par>
                  <p:par>
                    <p:cTn id="325" fill="hold" nodeType="clickPar">
                      <p:stCondLst>
                        <p:cond delay="indefinite"/>
                      </p:stCondLst>
                      <p:childTnLst>
                        <p:par>
                          <p:cTn id="326" fill="hold" nodeType="withGroup">
                            <p:stCondLst>
                              <p:cond delay="0"/>
                            </p:stCondLst>
                            <p:childTnLst>
                              <p:par>
                                <p:cTn id="327" presetID="39" presetClass="entr" presetSubtype="0" accel="100000" fill="hold" grpId="0" nodeType="clickEffect">
                                  <p:stCondLst>
                                    <p:cond delay="0"/>
                                  </p:stCondLst>
                                  <p:childTnLst>
                                    <p:set>
                                      <p:cBhvr>
                                        <p:cTn id="328" dur="1" fill="hold">
                                          <p:stCondLst>
                                            <p:cond delay="0"/>
                                          </p:stCondLst>
                                        </p:cTn>
                                        <p:tgtEl>
                                          <p:spTgt spid="6191"/>
                                        </p:tgtEl>
                                        <p:attrNameLst>
                                          <p:attrName>style.visibility</p:attrName>
                                        </p:attrNameLst>
                                      </p:cBhvr>
                                      <p:to>
                                        <p:strVal val="visible"/>
                                      </p:to>
                                    </p:set>
                                    <p:anim calcmode="lin" valueType="num">
                                      <p:cBhvr>
                                        <p:cTn id="329" dur="500" fill="hold"/>
                                        <p:tgtEl>
                                          <p:spTgt spid="6191"/>
                                        </p:tgtEl>
                                        <p:attrNameLst>
                                          <p:attrName>ppt_h</p:attrName>
                                        </p:attrNameLst>
                                      </p:cBhvr>
                                      <p:tavLst>
                                        <p:tav tm="0">
                                          <p:val>
                                            <p:strVal val="#ppt_h/20"/>
                                          </p:val>
                                        </p:tav>
                                        <p:tav tm="50000">
                                          <p:val>
                                            <p:strVal val="#ppt_h/20"/>
                                          </p:val>
                                        </p:tav>
                                        <p:tav tm="100000">
                                          <p:val>
                                            <p:strVal val="#ppt_h"/>
                                          </p:val>
                                        </p:tav>
                                      </p:tavLst>
                                    </p:anim>
                                    <p:anim calcmode="lin" valueType="num">
                                      <p:cBhvr>
                                        <p:cTn id="330" dur="500" fill="hold"/>
                                        <p:tgtEl>
                                          <p:spTgt spid="6191"/>
                                        </p:tgtEl>
                                        <p:attrNameLst>
                                          <p:attrName>ppt_w</p:attrName>
                                        </p:attrNameLst>
                                      </p:cBhvr>
                                      <p:tavLst>
                                        <p:tav tm="0">
                                          <p:val>
                                            <p:strVal val="#ppt_w+.3"/>
                                          </p:val>
                                        </p:tav>
                                        <p:tav tm="50000">
                                          <p:val>
                                            <p:strVal val="#ppt_w+.3"/>
                                          </p:val>
                                        </p:tav>
                                        <p:tav tm="100000">
                                          <p:val>
                                            <p:strVal val="#ppt_w"/>
                                          </p:val>
                                        </p:tav>
                                      </p:tavLst>
                                    </p:anim>
                                    <p:anim calcmode="lin" valueType="num">
                                      <p:cBhvr>
                                        <p:cTn id="331" dur="500" fill="hold"/>
                                        <p:tgtEl>
                                          <p:spTgt spid="6191"/>
                                        </p:tgtEl>
                                        <p:attrNameLst>
                                          <p:attrName>ppt_x</p:attrName>
                                        </p:attrNameLst>
                                      </p:cBhvr>
                                      <p:tavLst>
                                        <p:tav tm="0">
                                          <p:val>
                                            <p:strVal val="#ppt_x-.3"/>
                                          </p:val>
                                        </p:tav>
                                        <p:tav tm="50000">
                                          <p:val>
                                            <p:strVal val="#ppt_x"/>
                                          </p:val>
                                        </p:tav>
                                        <p:tav tm="100000">
                                          <p:val>
                                            <p:strVal val="#ppt_x"/>
                                          </p:val>
                                        </p:tav>
                                      </p:tavLst>
                                    </p:anim>
                                    <p:anim calcmode="lin" valueType="num">
                                      <p:cBhvr>
                                        <p:cTn id="332" dur="500" fill="hold"/>
                                        <p:tgtEl>
                                          <p:spTgt spid="6191"/>
                                        </p:tgtEl>
                                        <p:attrNameLst>
                                          <p:attrName>ppt_y</p:attrName>
                                        </p:attrNameLst>
                                      </p:cBhvr>
                                      <p:tavLst>
                                        <p:tav tm="0">
                                          <p:val>
                                            <p:strVal val="#ppt_y"/>
                                          </p:val>
                                        </p:tav>
                                        <p:tav tm="100000">
                                          <p:val>
                                            <p:strVal val="#ppt_y"/>
                                          </p:val>
                                        </p:tav>
                                      </p:tavLst>
                                    </p:anim>
                                  </p:childTnLst>
                                </p:cTn>
                              </p:par>
                            </p:childTnLst>
                          </p:cTn>
                        </p:par>
                      </p:childTnLst>
                    </p:cTn>
                  </p:par>
                  <p:par>
                    <p:cTn id="333" fill="hold" nodeType="clickPar">
                      <p:stCondLst>
                        <p:cond delay="indefinite"/>
                      </p:stCondLst>
                      <p:childTnLst>
                        <p:par>
                          <p:cTn id="334" fill="hold" nodeType="withGroup">
                            <p:stCondLst>
                              <p:cond delay="0"/>
                            </p:stCondLst>
                            <p:childTnLst>
                              <p:par>
                                <p:cTn id="335" presetID="26" presetClass="entr" presetSubtype="0" fill="hold" grpId="0" nodeType="clickEffect">
                                  <p:stCondLst>
                                    <p:cond delay="0"/>
                                  </p:stCondLst>
                                  <p:childTnLst>
                                    <p:set>
                                      <p:cBhvr>
                                        <p:cTn id="336" dur="1" fill="hold">
                                          <p:stCondLst>
                                            <p:cond delay="0"/>
                                          </p:stCondLst>
                                        </p:cTn>
                                        <p:tgtEl>
                                          <p:spTgt spid="6192"/>
                                        </p:tgtEl>
                                        <p:attrNameLst>
                                          <p:attrName>style.visibility</p:attrName>
                                        </p:attrNameLst>
                                      </p:cBhvr>
                                      <p:to>
                                        <p:strVal val="visible"/>
                                      </p:to>
                                    </p:set>
                                    <p:animEffect transition="in" filter="wipe(down)">
                                      <p:cBhvr>
                                        <p:cTn id="337" dur="580">
                                          <p:stCondLst>
                                            <p:cond delay="0"/>
                                          </p:stCondLst>
                                        </p:cTn>
                                        <p:tgtEl>
                                          <p:spTgt spid="6192"/>
                                        </p:tgtEl>
                                      </p:cBhvr>
                                    </p:animEffect>
                                    <p:anim calcmode="lin" valueType="num">
                                      <p:cBhvr>
                                        <p:cTn id="338" dur="1822" tmFilter="0,0; 0.14,0.36; 0.43,0.73; 0.71,0.91; 1.0,1.0">
                                          <p:stCondLst>
                                            <p:cond delay="0"/>
                                          </p:stCondLst>
                                        </p:cTn>
                                        <p:tgtEl>
                                          <p:spTgt spid="6192"/>
                                        </p:tgtEl>
                                        <p:attrNameLst>
                                          <p:attrName>ppt_x</p:attrName>
                                        </p:attrNameLst>
                                      </p:cBhvr>
                                      <p:tavLst>
                                        <p:tav tm="0">
                                          <p:val>
                                            <p:strVal val="#ppt_x-0.25"/>
                                          </p:val>
                                        </p:tav>
                                        <p:tav tm="100000">
                                          <p:val>
                                            <p:strVal val="#ppt_x"/>
                                          </p:val>
                                        </p:tav>
                                      </p:tavLst>
                                    </p:anim>
                                    <p:anim calcmode="lin" valueType="num">
                                      <p:cBhvr>
                                        <p:cTn id="339" dur="664" tmFilter="0.0,0.0; 0.25,0.07; 0.50,0.2; 0.75,0.467; 1.0,1.0">
                                          <p:stCondLst>
                                            <p:cond delay="0"/>
                                          </p:stCondLst>
                                        </p:cTn>
                                        <p:tgtEl>
                                          <p:spTgt spid="6192"/>
                                        </p:tgtEl>
                                        <p:attrNameLst>
                                          <p:attrName>ppt_y</p:attrName>
                                        </p:attrNameLst>
                                      </p:cBhvr>
                                      <p:tavLst>
                                        <p:tav tm="0" fmla="#ppt_y-sin(pi*$)/3">
                                          <p:val>
                                            <p:fltVal val="0.5"/>
                                          </p:val>
                                        </p:tav>
                                        <p:tav tm="100000">
                                          <p:val>
                                            <p:fltVal val="1"/>
                                          </p:val>
                                        </p:tav>
                                      </p:tavLst>
                                    </p:anim>
                                    <p:anim calcmode="lin" valueType="num">
                                      <p:cBhvr>
                                        <p:cTn id="340" dur="664" tmFilter="0, 0; 0.125,0.2665; 0.25,0.4; 0.375,0.465; 0.5,0.5;  0.625,0.535; 0.75,0.6; 0.875,0.7335; 1,1">
                                          <p:stCondLst>
                                            <p:cond delay="664"/>
                                          </p:stCondLst>
                                        </p:cTn>
                                        <p:tgtEl>
                                          <p:spTgt spid="6192"/>
                                        </p:tgtEl>
                                        <p:attrNameLst>
                                          <p:attrName>ppt_y</p:attrName>
                                        </p:attrNameLst>
                                      </p:cBhvr>
                                      <p:tavLst>
                                        <p:tav tm="0" fmla="#ppt_y-sin(pi*$)/9">
                                          <p:val>
                                            <p:fltVal val="0"/>
                                          </p:val>
                                        </p:tav>
                                        <p:tav tm="100000">
                                          <p:val>
                                            <p:fltVal val="1"/>
                                          </p:val>
                                        </p:tav>
                                      </p:tavLst>
                                    </p:anim>
                                    <p:anim calcmode="lin" valueType="num">
                                      <p:cBhvr>
                                        <p:cTn id="341" dur="332" tmFilter="0, 0; 0.125,0.2665; 0.25,0.4; 0.375,0.465; 0.5,0.5;  0.625,0.535; 0.75,0.6; 0.875,0.7335; 1,1">
                                          <p:stCondLst>
                                            <p:cond delay="1324"/>
                                          </p:stCondLst>
                                        </p:cTn>
                                        <p:tgtEl>
                                          <p:spTgt spid="6192"/>
                                        </p:tgtEl>
                                        <p:attrNameLst>
                                          <p:attrName>ppt_y</p:attrName>
                                        </p:attrNameLst>
                                      </p:cBhvr>
                                      <p:tavLst>
                                        <p:tav tm="0" fmla="#ppt_y-sin(pi*$)/27">
                                          <p:val>
                                            <p:fltVal val="0"/>
                                          </p:val>
                                        </p:tav>
                                        <p:tav tm="100000">
                                          <p:val>
                                            <p:fltVal val="1"/>
                                          </p:val>
                                        </p:tav>
                                      </p:tavLst>
                                    </p:anim>
                                    <p:anim calcmode="lin" valueType="num">
                                      <p:cBhvr>
                                        <p:cTn id="342" dur="164" tmFilter="0, 0; 0.125,0.2665; 0.25,0.4; 0.375,0.465; 0.5,0.5;  0.625,0.535; 0.75,0.6; 0.875,0.7335; 1,1">
                                          <p:stCondLst>
                                            <p:cond delay="1656"/>
                                          </p:stCondLst>
                                        </p:cTn>
                                        <p:tgtEl>
                                          <p:spTgt spid="6192"/>
                                        </p:tgtEl>
                                        <p:attrNameLst>
                                          <p:attrName>ppt_y</p:attrName>
                                        </p:attrNameLst>
                                      </p:cBhvr>
                                      <p:tavLst>
                                        <p:tav tm="0" fmla="#ppt_y-sin(pi*$)/81">
                                          <p:val>
                                            <p:fltVal val="0"/>
                                          </p:val>
                                        </p:tav>
                                        <p:tav tm="100000">
                                          <p:val>
                                            <p:fltVal val="1"/>
                                          </p:val>
                                        </p:tav>
                                      </p:tavLst>
                                    </p:anim>
                                    <p:animScale>
                                      <p:cBhvr>
                                        <p:cTn id="343" dur="26">
                                          <p:stCondLst>
                                            <p:cond delay="650"/>
                                          </p:stCondLst>
                                        </p:cTn>
                                        <p:tgtEl>
                                          <p:spTgt spid="6192"/>
                                        </p:tgtEl>
                                      </p:cBhvr>
                                      <p:to x="100000" y="60000"/>
                                    </p:animScale>
                                    <p:animScale>
                                      <p:cBhvr>
                                        <p:cTn id="344" dur="166" decel="50000">
                                          <p:stCondLst>
                                            <p:cond delay="676"/>
                                          </p:stCondLst>
                                        </p:cTn>
                                        <p:tgtEl>
                                          <p:spTgt spid="6192"/>
                                        </p:tgtEl>
                                      </p:cBhvr>
                                      <p:to x="100000" y="100000"/>
                                    </p:animScale>
                                    <p:animScale>
                                      <p:cBhvr>
                                        <p:cTn id="345" dur="26">
                                          <p:stCondLst>
                                            <p:cond delay="1312"/>
                                          </p:stCondLst>
                                        </p:cTn>
                                        <p:tgtEl>
                                          <p:spTgt spid="6192"/>
                                        </p:tgtEl>
                                      </p:cBhvr>
                                      <p:to x="100000" y="80000"/>
                                    </p:animScale>
                                    <p:animScale>
                                      <p:cBhvr>
                                        <p:cTn id="346" dur="166" decel="50000">
                                          <p:stCondLst>
                                            <p:cond delay="1338"/>
                                          </p:stCondLst>
                                        </p:cTn>
                                        <p:tgtEl>
                                          <p:spTgt spid="6192"/>
                                        </p:tgtEl>
                                      </p:cBhvr>
                                      <p:to x="100000" y="100000"/>
                                    </p:animScale>
                                    <p:animScale>
                                      <p:cBhvr>
                                        <p:cTn id="347" dur="26">
                                          <p:stCondLst>
                                            <p:cond delay="1642"/>
                                          </p:stCondLst>
                                        </p:cTn>
                                        <p:tgtEl>
                                          <p:spTgt spid="6192"/>
                                        </p:tgtEl>
                                      </p:cBhvr>
                                      <p:to x="100000" y="90000"/>
                                    </p:animScale>
                                    <p:animScale>
                                      <p:cBhvr>
                                        <p:cTn id="348" dur="166" decel="50000">
                                          <p:stCondLst>
                                            <p:cond delay="1668"/>
                                          </p:stCondLst>
                                        </p:cTn>
                                        <p:tgtEl>
                                          <p:spTgt spid="6192"/>
                                        </p:tgtEl>
                                      </p:cBhvr>
                                      <p:to x="100000" y="100000"/>
                                    </p:animScale>
                                    <p:animScale>
                                      <p:cBhvr>
                                        <p:cTn id="349" dur="26">
                                          <p:stCondLst>
                                            <p:cond delay="1808"/>
                                          </p:stCondLst>
                                        </p:cTn>
                                        <p:tgtEl>
                                          <p:spTgt spid="6192"/>
                                        </p:tgtEl>
                                      </p:cBhvr>
                                      <p:to x="100000" y="95000"/>
                                    </p:animScale>
                                    <p:animScale>
                                      <p:cBhvr>
                                        <p:cTn id="350" dur="166" decel="50000">
                                          <p:stCondLst>
                                            <p:cond delay="1834"/>
                                          </p:stCondLst>
                                        </p:cTn>
                                        <p:tgtEl>
                                          <p:spTgt spid="6192"/>
                                        </p:tgtEl>
                                      </p:cBhvr>
                                      <p:to x="100000" y="100000"/>
                                    </p:animScale>
                                  </p:childTnLst>
                                </p:cTn>
                              </p:par>
                            </p:childTnLst>
                          </p:cTn>
                        </p:par>
                      </p:childTnLst>
                    </p:cTn>
                  </p:par>
                  <p:par>
                    <p:cTn id="351" fill="hold" nodeType="clickPar">
                      <p:stCondLst>
                        <p:cond delay="indefinite"/>
                      </p:stCondLst>
                      <p:childTnLst>
                        <p:par>
                          <p:cTn id="352" fill="hold" nodeType="withGroup">
                            <p:stCondLst>
                              <p:cond delay="0"/>
                            </p:stCondLst>
                            <p:childTnLst>
                              <p:par>
                                <p:cTn id="353" presetID="26" presetClass="entr" presetSubtype="0" fill="hold" grpId="0" nodeType="clickEffect">
                                  <p:stCondLst>
                                    <p:cond delay="0"/>
                                  </p:stCondLst>
                                  <p:childTnLst>
                                    <p:set>
                                      <p:cBhvr>
                                        <p:cTn id="354" dur="1" fill="hold">
                                          <p:stCondLst>
                                            <p:cond delay="0"/>
                                          </p:stCondLst>
                                        </p:cTn>
                                        <p:tgtEl>
                                          <p:spTgt spid="6193"/>
                                        </p:tgtEl>
                                        <p:attrNameLst>
                                          <p:attrName>style.visibility</p:attrName>
                                        </p:attrNameLst>
                                      </p:cBhvr>
                                      <p:to>
                                        <p:strVal val="visible"/>
                                      </p:to>
                                    </p:set>
                                    <p:animEffect transition="in" filter="wipe(down)">
                                      <p:cBhvr>
                                        <p:cTn id="355" dur="580">
                                          <p:stCondLst>
                                            <p:cond delay="0"/>
                                          </p:stCondLst>
                                        </p:cTn>
                                        <p:tgtEl>
                                          <p:spTgt spid="6193"/>
                                        </p:tgtEl>
                                      </p:cBhvr>
                                    </p:animEffect>
                                    <p:anim calcmode="lin" valueType="num">
                                      <p:cBhvr>
                                        <p:cTn id="356" dur="1822" tmFilter="0,0; 0.14,0.36; 0.43,0.73; 0.71,0.91; 1.0,1.0">
                                          <p:stCondLst>
                                            <p:cond delay="0"/>
                                          </p:stCondLst>
                                        </p:cTn>
                                        <p:tgtEl>
                                          <p:spTgt spid="6193"/>
                                        </p:tgtEl>
                                        <p:attrNameLst>
                                          <p:attrName>ppt_x</p:attrName>
                                        </p:attrNameLst>
                                      </p:cBhvr>
                                      <p:tavLst>
                                        <p:tav tm="0">
                                          <p:val>
                                            <p:strVal val="#ppt_x-0.25"/>
                                          </p:val>
                                        </p:tav>
                                        <p:tav tm="100000">
                                          <p:val>
                                            <p:strVal val="#ppt_x"/>
                                          </p:val>
                                        </p:tav>
                                      </p:tavLst>
                                    </p:anim>
                                    <p:anim calcmode="lin" valueType="num">
                                      <p:cBhvr>
                                        <p:cTn id="357" dur="664" tmFilter="0.0,0.0; 0.25,0.07; 0.50,0.2; 0.75,0.467; 1.0,1.0">
                                          <p:stCondLst>
                                            <p:cond delay="0"/>
                                          </p:stCondLst>
                                        </p:cTn>
                                        <p:tgtEl>
                                          <p:spTgt spid="6193"/>
                                        </p:tgtEl>
                                        <p:attrNameLst>
                                          <p:attrName>ppt_y</p:attrName>
                                        </p:attrNameLst>
                                      </p:cBhvr>
                                      <p:tavLst>
                                        <p:tav tm="0" fmla="#ppt_y-sin(pi*$)/3">
                                          <p:val>
                                            <p:fltVal val="0.5"/>
                                          </p:val>
                                        </p:tav>
                                        <p:tav tm="100000">
                                          <p:val>
                                            <p:fltVal val="1"/>
                                          </p:val>
                                        </p:tav>
                                      </p:tavLst>
                                    </p:anim>
                                    <p:anim calcmode="lin" valueType="num">
                                      <p:cBhvr>
                                        <p:cTn id="358" dur="664" tmFilter="0, 0; 0.125,0.2665; 0.25,0.4; 0.375,0.465; 0.5,0.5;  0.625,0.535; 0.75,0.6; 0.875,0.7335; 1,1">
                                          <p:stCondLst>
                                            <p:cond delay="664"/>
                                          </p:stCondLst>
                                        </p:cTn>
                                        <p:tgtEl>
                                          <p:spTgt spid="6193"/>
                                        </p:tgtEl>
                                        <p:attrNameLst>
                                          <p:attrName>ppt_y</p:attrName>
                                        </p:attrNameLst>
                                      </p:cBhvr>
                                      <p:tavLst>
                                        <p:tav tm="0" fmla="#ppt_y-sin(pi*$)/9">
                                          <p:val>
                                            <p:fltVal val="0"/>
                                          </p:val>
                                        </p:tav>
                                        <p:tav tm="100000">
                                          <p:val>
                                            <p:fltVal val="1"/>
                                          </p:val>
                                        </p:tav>
                                      </p:tavLst>
                                    </p:anim>
                                    <p:anim calcmode="lin" valueType="num">
                                      <p:cBhvr>
                                        <p:cTn id="359" dur="332" tmFilter="0, 0; 0.125,0.2665; 0.25,0.4; 0.375,0.465; 0.5,0.5;  0.625,0.535; 0.75,0.6; 0.875,0.7335; 1,1">
                                          <p:stCondLst>
                                            <p:cond delay="1324"/>
                                          </p:stCondLst>
                                        </p:cTn>
                                        <p:tgtEl>
                                          <p:spTgt spid="6193"/>
                                        </p:tgtEl>
                                        <p:attrNameLst>
                                          <p:attrName>ppt_y</p:attrName>
                                        </p:attrNameLst>
                                      </p:cBhvr>
                                      <p:tavLst>
                                        <p:tav tm="0" fmla="#ppt_y-sin(pi*$)/27">
                                          <p:val>
                                            <p:fltVal val="0"/>
                                          </p:val>
                                        </p:tav>
                                        <p:tav tm="100000">
                                          <p:val>
                                            <p:fltVal val="1"/>
                                          </p:val>
                                        </p:tav>
                                      </p:tavLst>
                                    </p:anim>
                                    <p:anim calcmode="lin" valueType="num">
                                      <p:cBhvr>
                                        <p:cTn id="360" dur="164" tmFilter="0, 0; 0.125,0.2665; 0.25,0.4; 0.375,0.465; 0.5,0.5;  0.625,0.535; 0.75,0.6; 0.875,0.7335; 1,1">
                                          <p:stCondLst>
                                            <p:cond delay="1656"/>
                                          </p:stCondLst>
                                        </p:cTn>
                                        <p:tgtEl>
                                          <p:spTgt spid="6193"/>
                                        </p:tgtEl>
                                        <p:attrNameLst>
                                          <p:attrName>ppt_y</p:attrName>
                                        </p:attrNameLst>
                                      </p:cBhvr>
                                      <p:tavLst>
                                        <p:tav tm="0" fmla="#ppt_y-sin(pi*$)/81">
                                          <p:val>
                                            <p:fltVal val="0"/>
                                          </p:val>
                                        </p:tav>
                                        <p:tav tm="100000">
                                          <p:val>
                                            <p:fltVal val="1"/>
                                          </p:val>
                                        </p:tav>
                                      </p:tavLst>
                                    </p:anim>
                                    <p:animScale>
                                      <p:cBhvr>
                                        <p:cTn id="361" dur="26">
                                          <p:stCondLst>
                                            <p:cond delay="650"/>
                                          </p:stCondLst>
                                        </p:cTn>
                                        <p:tgtEl>
                                          <p:spTgt spid="6193"/>
                                        </p:tgtEl>
                                      </p:cBhvr>
                                      <p:to x="100000" y="60000"/>
                                    </p:animScale>
                                    <p:animScale>
                                      <p:cBhvr>
                                        <p:cTn id="362" dur="166" decel="50000">
                                          <p:stCondLst>
                                            <p:cond delay="676"/>
                                          </p:stCondLst>
                                        </p:cTn>
                                        <p:tgtEl>
                                          <p:spTgt spid="6193"/>
                                        </p:tgtEl>
                                      </p:cBhvr>
                                      <p:to x="100000" y="100000"/>
                                    </p:animScale>
                                    <p:animScale>
                                      <p:cBhvr>
                                        <p:cTn id="363" dur="26">
                                          <p:stCondLst>
                                            <p:cond delay="1312"/>
                                          </p:stCondLst>
                                        </p:cTn>
                                        <p:tgtEl>
                                          <p:spTgt spid="6193"/>
                                        </p:tgtEl>
                                      </p:cBhvr>
                                      <p:to x="100000" y="80000"/>
                                    </p:animScale>
                                    <p:animScale>
                                      <p:cBhvr>
                                        <p:cTn id="364" dur="166" decel="50000">
                                          <p:stCondLst>
                                            <p:cond delay="1338"/>
                                          </p:stCondLst>
                                        </p:cTn>
                                        <p:tgtEl>
                                          <p:spTgt spid="6193"/>
                                        </p:tgtEl>
                                      </p:cBhvr>
                                      <p:to x="100000" y="100000"/>
                                    </p:animScale>
                                    <p:animScale>
                                      <p:cBhvr>
                                        <p:cTn id="365" dur="26">
                                          <p:stCondLst>
                                            <p:cond delay="1642"/>
                                          </p:stCondLst>
                                        </p:cTn>
                                        <p:tgtEl>
                                          <p:spTgt spid="6193"/>
                                        </p:tgtEl>
                                      </p:cBhvr>
                                      <p:to x="100000" y="90000"/>
                                    </p:animScale>
                                    <p:animScale>
                                      <p:cBhvr>
                                        <p:cTn id="366" dur="166" decel="50000">
                                          <p:stCondLst>
                                            <p:cond delay="1668"/>
                                          </p:stCondLst>
                                        </p:cTn>
                                        <p:tgtEl>
                                          <p:spTgt spid="6193"/>
                                        </p:tgtEl>
                                      </p:cBhvr>
                                      <p:to x="100000" y="100000"/>
                                    </p:animScale>
                                    <p:animScale>
                                      <p:cBhvr>
                                        <p:cTn id="367" dur="26">
                                          <p:stCondLst>
                                            <p:cond delay="1808"/>
                                          </p:stCondLst>
                                        </p:cTn>
                                        <p:tgtEl>
                                          <p:spTgt spid="6193"/>
                                        </p:tgtEl>
                                      </p:cBhvr>
                                      <p:to x="100000" y="95000"/>
                                    </p:animScale>
                                    <p:animScale>
                                      <p:cBhvr>
                                        <p:cTn id="368" dur="166" decel="50000">
                                          <p:stCondLst>
                                            <p:cond delay="1834"/>
                                          </p:stCondLst>
                                        </p:cTn>
                                        <p:tgtEl>
                                          <p:spTgt spid="6193"/>
                                        </p:tgtEl>
                                      </p:cBhvr>
                                      <p:to x="100000" y="100000"/>
                                    </p:animScale>
                                  </p:childTnLst>
                                </p:cTn>
                              </p:par>
                            </p:childTnLst>
                          </p:cTn>
                        </p:par>
                      </p:childTnLst>
                    </p:cTn>
                  </p:par>
                  <p:par>
                    <p:cTn id="369" fill="hold" nodeType="clickPar">
                      <p:stCondLst>
                        <p:cond delay="indefinite"/>
                      </p:stCondLst>
                      <p:childTnLst>
                        <p:par>
                          <p:cTn id="370" fill="hold" nodeType="withGroup">
                            <p:stCondLst>
                              <p:cond delay="0"/>
                            </p:stCondLst>
                            <p:childTnLst>
                              <p:par>
                                <p:cTn id="371" presetID="26" presetClass="entr" presetSubtype="0" fill="hold" grpId="0" nodeType="clickEffect">
                                  <p:stCondLst>
                                    <p:cond delay="0"/>
                                  </p:stCondLst>
                                  <p:childTnLst>
                                    <p:set>
                                      <p:cBhvr>
                                        <p:cTn id="372" dur="1" fill="hold">
                                          <p:stCondLst>
                                            <p:cond delay="0"/>
                                          </p:stCondLst>
                                        </p:cTn>
                                        <p:tgtEl>
                                          <p:spTgt spid="6194"/>
                                        </p:tgtEl>
                                        <p:attrNameLst>
                                          <p:attrName>style.visibility</p:attrName>
                                        </p:attrNameLst>
                                      </p:cBhvr>
                                      <p:to>
                                        <p:strVal val="visible"/>
                                      </p:to>
                                    </p:set>
                                    <p:animEffect transition="in" filter="wipe(down)">
                                      <p:cBhvr>
                                        <p:cTn id="373" dur="580">
                                          <p:stCondLst>
                                            <p:cond delay="0"/>
                                          </p:stCondLst>
                                        </p:cTn>
                                        <p:tgtEl>
                                          <p:spTgt spid="6194"/>
                                        </p:tgtEl>
                                      </p:cBhvr>
                                    </p:animEffect>
                                    <p:anim calcmode="lin" valueType="num">
                                      <p:cBhvr>
                                        <p:cTn id="374" dur="1822" tmFilter="0,0; 0.14,0.36; 0.43,0.73; 0.71,0.91; 1.0,1.0">
                                          <p:stCondLst>
                                            <p:cond delay="0"/>
                                          </p:stCondLst>
                                        </p:cTn>
                                        <p:tgtEl>
                                          <p:spTgt spid="6194"/>
                                        </p:tgtEl>
                                        <p:attrNameLst>
                                          <p:attrName>ppt_x</p:attrName>
                                        </p:attrNameLst>
                                      </p:cBhvr>
                                      <p:tavLst>
                                        <p:tav tm="0">
                                          <p:val>
                                            <p:strVal val="#ppt_x-0.25"/>
                                          </p:val>
                                        </p:tav>
                                        <p:tav tm="100000">
                                          <p:val>
                                            <p:strVal val="#ppt_x"/>
                                          </p:val>
                                        </p:tav>
                                      </p:tavLst>
                                    </p:anim>
                                    <p:anim calcmode="lin" valueType="num">
                                      <p:cBhvr>
                                        <p:cTn id="375" dur="664" tmFilter="0.0,0.0; 0.25,0.07; 0.50,0.2; 0.75,0.467; 1.0,1.0">
                                          <p:stCondLst>
                                            <p:cond delay="0"/>
                                          </p:stCondLst>
                                        </p:cTn>
                                        <p:tgtEl>
                                          <p:spTgt spid="6194"/>
                                        </p:tgtEl>
                                        <p:attrNameLst>
                                          <p:attrName>ppt_y</p:attrName>
                                        </p:attrNameLst>
                                      </p:cBhvr>
                                      <p:tavLst>
                                        <p:tav tm="0" fmla="#ppt_y-sin(pi*$)/3">
                                          <p:val>
                                            <p:fltVal val="0.5"/>
                                          </p:val>
                                        </p:tav>
                                        <p:tav tm="100000">
                                          <p:val>
                                            <p:fltVal val="1"/>
                                          </p:val>
                                        </p:tav>
                                      </p:tavLst>
                                    </p:anim>
                                    <p:anim calcmode="lin" valueType="num">
                                      <p:cBhvr>
                                        <p:cTn id="376" dur="664" tmFilter="0, 0; 0.125,0.2665; 0.25,0.4; 0.375,0.465; 0.5,0.5;  0.625,0.535; 0.75,0.6; 0.875,0.7335; 1,1">
                                          <p:stCondLst>
                                            <p:cond delay="664"/>
                                          </p:stCondLst>
                                        </p:cTn>
                                        <p:tgtEl>
                                          <p:spTgt spid="6194"/>
                                        </p:tgtEl>
                                        <p:attrNameLst>
                                          <p:attrName>ppt_y</p:attrName>
                                        </p:attrNameLst>
                                      </p:cBhvr>
                                      <p:tavLst>
                                        <p:tav tm="0" fmla="#ppt_y-sin(pi*$)/9">
                                          <p:val>
                                            <p:fltVal val="0"/>
                                          </p:val>
                                        </p:tav>
                                        <p:tav tm="100000">
                                          <p:val>
                                            <p:fltVal val="1"/>
                                          </p:val>
                                        </p:tav>
                                      </p:tavLst>
                                    </p:anim>
                                    <p:anim calcmode="lin" valueType="num">
                                      <p:cBhvr>
                                        <p:cTn id="377" dur="332" tmFilter="0, 0; 0.125,0.2665; 0.25,0.4; 0.375,0.465; 0.5,0.5;  0.625,0.535; 0.75,0.6; 0.875,0.7335; 1,1">
                                          <p:stCondLst>
                                            <p:cond delay="1324"/>
                                          </p:stCondLst>
                                        </p:cTn>
                                        <p:tgtEl>
                                          <p:spTgt spid="6194"/>
                                        </p:tgtEl>
                                        <p:attrNameLst>
                                          <p:attrName>ppt_y</p:attrName>
                                        </p:attrNameLst>
                                      </p:cBhvr>
                                      <p:tavLst>
                                        <p:tav tm="0" fmla="#ppt_y-sin(pi*$)/27">
                                          <p:val>
                                            <p:fltVal val="0"/>
                                          </p:val>
                                        </p:tav>
                                        <p:tav tm="100000">
                                          <p:val>
                                            <p:fltVal val="1"/>
                                          </p:val>
                                        </p:tav>
                                      </p:tavLst>
                                    </p:anim>
                                    <p:anim calcmode="lin" valueType="num">
                                      <p:cBhvr>
                                        <p:cTn id="378" dur="164" tmFilter="0, 0; 0.125,0.2665; 0.25,0.4; 0.375,0.465; 0.5,0.5;  0.625,0.535; 0.75,0.6; 0.875,0.7335; 1,1">
                                          <p:stCondLst>
                                            <p:cond delay="1656"/>
                                          </p:stCondLst>
                                        </p:cTn>
                                        <p:tgtEl>
                                          <p:spTgt spid="6194"/>
                                        </p:tgtEl>
                                        <p:attrNameLst>
                                          <p:attrName>ppt_y</p:attrName>
                                        </p:attrNameLst>
                                      </p:cBhvr>
                                      <p:tavLst>
                                        <p:tav tm="0" fmla="#ppt_y-sin(pi*$)/81">
                                          <p:val>
                                            <p:fltVal val="0"/>
                                          </p:val>
                                        </p:tav>
                                        <p:tav tm="100000">
                                          <p:val>
                                            <p:fltVal val="1"/>
                                          </p:val>
                                        </p:tav>
                                      </p:tavLst>
                                    </p:anim>
                                    <p:animScale>
                                      <p:cBhvr>
                                        <p:cTn id="379" dur="26">
                                          <p:stCondLst>
                                            <p:cond delay="650"/>
                                          </p:stCondLst>
                                        </p:cTn>
                                        <p:tgtEl>
                                          <p:spTgt spid="6194"/>
                                        </p:tgtEl>
                                      </p:cBhvr>
                                      <p:to x="100000" y="60000"/>
                                    </p:animScale>
                                    <p:animScale>
                                      <p:cBhvr>
                                        <p:cTn id="380" dur="166" decel="50000">
                                          <p:stCondLst>
                                            <p:cond delay="676"/>
                                          </p:stCondLst>
                                        </p:cTn>
                                        <p:tgtEl>
                                          <p:spTgt spid="6194"/>
                                        </p:tgtEl>
                                      </p:cBhvr>
                                      <p:to x="100000" y="100000"/>
                                    </p:animScale>
                                    <p:animScale>
                                      <p:cBhvr>
                                        <p:cTn id="381" dur="26">
                                          <p:stCondLst>
                                            <p:cond delay="1312"/>
                                          </p:stCondLst>
                                        </p:cTn>
                                        <p:tgtEl>
                                          <p:spTgt spid="6194"/>
                                        </p:tgtEl>
                                      </p:cBhvr>
                                      <p:to x="100000" y="80000"/>
                                    </p:animScale>
                                    <p:animScale>
                                      <p:cBhvr>
                                        <p:cTn id="382" dur="166" decel="50000">
                                          <p:stCondLst>
                                            <p:cond delay="1338"/>
                                          </p:stCondLst>
                                        </p:cTn>
                                        <p:tgtEl>
                                          <p:spTgt spid="6194"/>
                                        </p:tgtEl>
                                      </p:cBhvr>
                                      <p:to x="100000" y="100000"/>
                                    </p:animScale>
                                    <p:animScale>
                                      <p:cBhvr>
                                        <p:cTn id="383" dur="26">
                                          <p:stCondLst>
                                            <p:cond delay="1642"/>
                                          </p:stCondLst>
                                        </p:cTn>
                                        <p:tgtEl>
                                          <p:spTgt spid="6194"/>
                                        </p:tgtEl>
                                      </p:cBhvr>
                                      <p:to x="100000" y="90000"/>
                                    </p:animScale>
                                    <p:animScale>
                                      <p:cBhvr>
                                        <p:cTn id="384" dur="166" decel="50000">
                                          <p:stCondLst>
                                            <p:cond delay="1668"/>
                                          </p:stCondLst>
                                        </p:cTn>
                                        <p:tgtEl>
                                          <p:spTgt spid="6194"/>
                                        </p:tgtEl>
                                      </p:cBhvr>
                                      <p:to x="100000" y="100000"/>
                                    </p:animScale>
                                    <p:animScale>
                                      <p:cBhvr>
                                        <p:cTn id="385" dur="26">
                                          <p:stCondLst>
                                            <p:cond delay="1808"/>
                                          </p:stCondLst>
                                        </p:cTn>
                                        <p:tgtEl>
                                          <p:spTgt spid="6194"/>
                                        </p:tgtEl>
                                      </p:cBhvr>
                                      <p:to x="100000" y="95000"/>
                                    </p:animScale>
                                    <p:animScale>
                                      <p:cBhvr>
                                        <p:cTn id="386" dur="166" decel="50000">
                                          <p:stCondLst>
                                            <p:cond delay="1834"/>
                                          </p:stCondLst>
                                        </p:cTn>
                                        <p:tgtEl>
                                          <p:spTgt spid="6194"/>
                                        </p:tgtEl>
                                      </p:cBhvr>
                                      <p:to x="100000" y="100000"/>
                                    </p:animScale>
                                  </p:childTnLst>
                                </p:cTn>
                              </p:par>
                            </p:childTnLst>
                          </p:cTn>
                        </p:par>
                      </p:childTnLst>
                    </p:cTn>
                  </p:par>
                  <p:par>
                    <p:cTn id="387" fill="hold" nodeType="clickPar">
                      <p:stCondLst>
                        <p:cond delay="indefinite"/>
                      </p:stCondLst>
                      <p:childTnLst>
                        <p:par>
                          <p:cTn id="388" fill="hold" nodeType="withGroup">
                            <p:stCondLst>
                              <p:cond delay="0"/>
                            </p:stCondLst>
                            <p:childTnLst>
                              <p:par>
                                <p:cTn id="389" presetID="26" presetClass="entr" presetSubtype="0" fill="hold" grpId="0" nodeType="clickEffect">
                                  <p:stCondLst>
                                    <p:cond delay="0"/>
                                  </p:stCondLst>
                                  <p:childTnLst>
                                    <p:set>
                                      <p:cBhvr>
                                        <p:cTn id="390" dur="1" fill="hold">
                                          <p:stCondLst>
                                            <p:cond delay="0"/>
                                          </p:stCondLst>
                                        </p:cTn>
                                        <p:tgtEl>
                                          <p:spTgt spid="6195"/>
                                        </p:tgtEl>
                                        <p:attrNameLst>
                                          <p:attrName>style.visibility</p:attrName>
                                        </p:attrNameLst>
                                      </p:cBhvr>
                                      <p:to>
                                        <p:strVal val="visible"/>
                                      </p:to>
                                    </p:set>
                                    <p:animEffect transition="in" filter="wipe(down)">
                                      <p:cBhvr>
                                        <p:cTn id="391" dur="580">
                                          <p:stCondLst>
                                            <p:cond delay="0"/>
                                          </p:stCondLst>
                                        </p:cTn>
                                        <p:tgtEl>
                                          <p:spTgt spid="6195"/>
                                        </p:tgtEl>
                                      </p:cBhvr>
                                    </p:animEffect>
                                    <p:anim calcmode="lin" valueType="num">
                                      <p:cBhvr>
                                        <p:cTn id="392" dur="1822" tmFilter="0,0; 0.14,0.36; 0.43,0.73; 0.71,0.91; 1.0,1.0">
                                          <p:stCondLst>
                                            <p:cond delay="0"/>
                                          </p:stCondLst>
                                        </p:cTn>
                                        <p:tgtEl>
                                          <p:spTgt spid="6195"/>
                                        </p:tgtEl>
                                        <p:attrNameLst>
                                          <p:attrName>ppt_x</p:attrName>
                                        </p:attrNameLst>
                                      </p:cBhvr>
                                      <p:tavLst>
                                        <p:tav tm="0">
                                          <p:val>
                                            <p:strVal val="#ppt_x-0.25"/>
                                          </p:val>
                                        </p:tav>
                                        <p:tav tm="100000">
                                          <p:val>
                                            <p:strVal val="#ppt_x"/>
                                          </p:val>
                                        </p:tav>
                                      </p:tavLst>
                                    </p:anim>
                                    <p:anim calcmode="lin" valueType="num">
                                      <p:cBhvr>
                                        <p:cTn id="393" dur="664" tmFilter="0.0,0.0; 0.25,0.07; 0.50,0.2; 0.75,0.467; 1.0,1.0">
                                          <p:stCondLst>
                                            <p:cond delay="0"/>
                                          </p:stCondLst>
                                        </p:cTn>
                                        <p:tgtEl>
                                          <p:spTgt spid="6195"/>
                                        </p:tgtEl>
                                        <p:attrNameLst>
                                          <p:attrName>ppt_y</p:attrName>
                                        </p:attrNameLst>
                                      </p:cBhvr>
                                      <p:tavLst>
                                        <p:tav tm="0" fmla="#ppt_y-sin(pi*$)/3">
                                          <p:val>
                                            <p:fltVal val="0.5"/>
                                          </p:val>
                                        </p:tav>
                                        <p:tav tm="100000">
                                          <p:val>
                                            <p:fltVal val="1"/>
                                          </p:val>
                                        </p:tav>
                                      </p:tavLst>
                                    </p:anim>
                                    <p:anim calcmode="lin" valueType="num">
                                      <p:cBhvr>
                                        <p:cTn id="394" dur="664" tmFilter="0, 0; 0.125,0.2665; 0.25,0.4; 0.375,0.465; 0.5,0.5;  0.625,0.535; 0.75,0.6; 0.875,0.7335; 1,1">
                                          <p:stCondLst>
                                            <p:cond delay="664"/>
                                          </p:stCondLst>
                                        </p:cTn>
                                        <p:tgtEl>
                                          <p:spTgt spid="6195"/>
                                        </p:tgtEl>
                                        <p:attrNameLst>
                                          <p:attrName>ppt_y</p:attrName>
                                        </p:attrNameLst>
                                      </p:cBhvr>
                                      <p:tavLst>
                                        <p:tav tm="0" fmla="#ppt_y-sin(pi*$)/9">
                                          <p:val>
                                            <p:fltVal val="0"/>
                                          </p:val>
                                        </p:tav>
                                        <p:tav tm="100000">
                                          <p:val>
                                            <p:fltVal val="1"/>
                                          </p:val>
                                        </p:tav>
                                      </p:tavLst>
                                    </p:anim>
                                    <p:anim calcmode="lin" valueType="num">
                                      <p:cBhvr>
                                        <p:cTn id="395" dur="332" tmFilter="0, 0; 0.125,0.2665; 0.25,0.4; 0.375,0.465; 0.5,0.5;  0.625,0.535; 0.75,0.6; 0.875,0.7335; 1,1">
                                          <p:stCondLst>
                                            <p:cond delay="1324"/>
                                          </p:stCondLst>
                                        </p:cTn>
                                        <p:tgtEl>
                                          <p:spTgt spid="6195"/>
                                        </p:tgtEl>
                                        <p:attrNameLst>
                                          <p:attrName>ppt_y</p:attrName>
                                        </p:attrNameLst>
                                      </p:cBhvr>
                                      <p:tavLst>
                                        <p:tav tm="0" fmla="#ppt_y-sin(pi*$)/27">
                                          <p:val>
                                            <p:fltVal val="0"/>
                                          </p:val>
                                        </p:tav>
                                        <p:tav tm="100000">
                                          <p:val>
                                            <p:fltVal val="1"/>
                                          </p:val>
                                        </p:tav>
                                      </p:tavLst>
                                    </p:anim>
                                    <p:anim calcmode="lin" valueType="num">
                                      <p:cBhvr>
                                        <p:cTn id="396" dur="164" tmFilter="0, 0; 0.125,0.2665; 0.25,0.4; 0.375,0.465; 0.5,0.5;  0.625,0.535; 0.75,0.6; 0.875,0.7335; 1,1">
                                          <p:stCondLst>
                                            <p:cond delay="1656"/>
                                          </p:stCondLst>
                                        </p:cTn>
                                        <p:tgtEl>
                                          <p:spTgt spid="6195"/>
                                        </p:tgtEl>
                                        <p:attrNameLst>
                                          <p:attrName>ppt_y</p:attrName>
                                        </p:attrNameLst>
                                      </p:cBhvr>
                                      <p:tavLst>
                                        <p:tav tm="0" fmla="#ppt_y-sin(pi*$)/81">
                                          <p:val>
                                            <p:fltVal val="0"/>
                                          </p:val>
                                        </p:tav>
                                        <p:tav tm="100000">
                                          <p:val>
                                            <p:fltVal val="1"/>
                                          </p:val>
                                        </p:tav>
                                      </p:tavLst>
                                    </p:anim>
                                    <p:animScale>
                                      <p:cBhvr>
                                        <p:cTn id="397" dur="26">
                                          <p:stCondLst>
                                            <p:cond delay="650"/>
                                          </p:stCondLst>
                                        </p:cTn>
                                        <p:tgtEl>
                                          <p:spTgt spid="6195"/>
                                        </p:tgtEl>
                                      </p:cBhvr>
                                      <p:to x="100000" y="60000"/>
                                    </p:animScale>
                                    <p:animScale>
                                      <p:cBhvr>
                                        <p:cTn id="398" dur="166" decel="50000">
                                          <p:stCondLst>
                                            <p:cond delay="676"/>
                                          </p:stCondLst>
                                        </p:cTn>
                                        <p:tgtEl>
                                          <p:spTgt spid="6195"/>
                                        </p:tgtEl>
                                      </p:cBhvr>
                                      <p:to x="100000" y="100000"/>
                                    </p:animScale>
                                    <p:animScale>
                                      <p:cBhvr>
                                        <p:cTn id="399" dur="26">
                                          <p:stCondLst>
                                            <p:cond delay="1312"/>
                                          </p:stCondLst>
                                        </p:cTn>
                                        <p:tgtEl>
                                          <p:spTgt spid="6195"/>
                                        </p:tgtEl>
                                      </p:cBhvr>
                                      <p:to x="100000" y="80000"/>
                                    </p:animScale>
                                    <p:animScale>
                                      <p:cBhvr>
                                        <p:cTn id="400" dur="166" decel="50000">
                                          <p:stCondLst>
                                            <p:cond delay="1338"/>
                                          </p:stCondLst>
                                        </p:cTn>
                                        <p:tgtEl>
                                          <p:spTgt spid="6195"/>
                                        </p:tgtEl>
                                      </p:cBhvr>
                                      <p:to x="100000" y="100000"/>
                                    </p:animScale>
                                    <p:animScale>
                                      <p:cBhvr>
                                        <p:cTn id="401" dur="26">
                                          <p:stCondLst>
                                            <p:cond delay="1642"/>
                                          </p:stCondLst>
                                        </p:cTn>
                                        <p:tgtEl>
                                          <p:spTgt spid="6195"/>
                                        </p:tgtEl>
                                      </p:cBhvr>
                                      <p:to x="100000" y="90000"/>
                                    </p:animScale>
                                    <p:animScale>
                                      <p:cBhvr>
                                        <p:cTn id="402" dur="166" decel="50000">
                                          <p:stCondLst>
                                            <p:cond delay="1668"/>
                                          </p:stCondLst>
                                        </p:cTn>
                                        <p:tgtEl>
                                          <p:spTgt spid="6195"/>
                                        </p:tgtEl>
                                      </p:cBhvr>
                                      <p:to x="100000" y="100000"/>
                                    </p:animScale>
                                    <p:animScale>
                                      <p:cBhvr>
                                        <p:cTn id="403" dur="26">
                                          <p:stCondLst>
                                            <p:cond delay="1808"/>
                                          </p:stCondLst>
                                        </p:cTn>
                                        <p:tgtEl>
                                          <p:spTgt spid="6195"/>
                                        </p:tgtEl>
                                      </p:cBhvr>
                                      <p:to x="100000" y="95000"/>
                                    </p:animScale>
                                    <p:animScale>
                                      <p:cBhvr>
                                        <p:cTn id="404" dur="166" decel="50000">
                                          <p:stCondLst>
                                            <p:cond delay="1834"/>
                                          </p:stCondLst>
                                        </p:cTn>
                                        <p:tgtEl>
                                          <p:spTgt spid="6195"/>
                                        </p:tgtEl>
                                      </p:cBhvr>
                                      <p:to x="100000" y="100000"/>
                                    </p:animScale>
                                  </p:childTnLst>
                                </p:cTn>
                              </p:par>
                            </p:childTnLst>
                          </p:cTn>
                        </p:par>
                      </p:childTnLst>
                    </p:cTn>
                  </p:par>
                  <p:par>
                    <p:cTn id="405" fill="hold" nodeType="clickPar">
                      <p:stCondLst>
                        <p:cond delay="indefinite"/>
                      </p:stCondLst>
                      <p:childTnLst>
                        <p:par>
                          <p:cTn id="406" fill="hold" nodeType="withGroup">
                            <p:stCondLst>
                              <p:cond delay="0"/>
                            </p:stCondLst>
                            <p:childTnLst>
                              <p:par>
                                <p:cTn id="407" presetID="52" presetClass="entr" presetSubtype="0" fill="hold" grpId="0" nodeType="clickEffect">
                                  <p:stCondLst>
                                    <p:cond delay="0"/>
                                  </p:stCondLst>
                                  <p:childTnLst>
                                    <p:set>
                                      <p:cBhvr>
                                        <p:cTn id="408" dur="1" fill="hold">
                                          <p:stCondLst>
                                            <p:cond delay="0"/>
                                          </p:stCondLst>
                                        </p:cTn>
                                        <p:tgtEl>
                                          <p:spTgt spid="6196"/>
                                        </p:tgtEl>
                                        <p:attrNameLst>
                                          <p:attrName>style.visibility</p:attrName>
                                        </p:attrNameLst>
                                      </p:cBhvr>
                                      <p:to>
                                        <p:strVal val="visible"/>
                                      </p:to>
                                    </p:set>
                                    <p:animScale>
                                      <p:cBhvr>
                                        <p:cTn id="409" dur="1000" decel="50000" fill="hold">
                                          <p:stCondLst>
                                            <p:cond delay="0"/>
                                          </p:stCondLst>
                                        </p:cTn>
                                        <p:tgtEl>
                                          <p:spTgt spid="619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10" dur="1000" decel="50000" fill="hold">
                                          <p:stCondLst>
                                            <p:cond delay="0"/>
                                          </p:stCondLst>
                                        </p:cTn>
                                        <p:tgtEl>
                                          <p:spTgt spid="6196"/>
                                        </p:tgtEl>
                                        <p:attrNameLst>
                                          <p:attrName>ppt_x</p:attrName>
                                          <p:attrName>ppt_y</p:attrName>
                                        </p:attrNameLst>
                                      </p:cBhvr>
                                    </p:animMotion>
                                    <p:animEffect transition="in" filter="fade">
                                      <p:cBhvr>
                                        <p:cTn id="411" dur="1000"/>
                                        <p:tgtEl>
                                          <p:spTgt spid="6196"/>
                                        </p:tgtEl>
                                      </p:cBhvr>
                                    </p:animEffect>
                                  </p:childTnLst>
                                </p:cTn>
                              </p:par>
                            </p:childTnLst>
                          </p:cTn>
                        </p:par>
                      </p:childTnLst>
                    </p:cTn>
                  </p:par>
                  <p:par>
                    <p:cTn id="412" fill="hold" nodeType="clickPar">
                      <p:stCondLst>
                        <p:cond delay="indefinite"/>
                      </p:stCondLst>
                      <p:childTnLst>
                        <p:par>
                          <p:cTn id="413" fill="hold" nodeType="withGroup">
                            <p:stCondLst>
                              <p:cond delay="0"/>
                            </p:stCondLst>
                            <p:childTnLst>
                              <p:par>
                                <p:cTn id="414" presetID="52" presetClass="entr" presetSubtype="0" fill="hold" grpId="0" nodeType="clickEffect">
                                  <p:stCondLst>
                                    <p:cond delay="0"/>
                                  </p:stCondLst>
                                  <p:childTnLst>
                                    <p:set>
                                      <p:cBhvr>
                                        <p:cTn id="415" dur="1" fill="hold">
                                          <p:stCondLst>
                                            <p:cond delay="0"/>
                                          </p:stCondLst>
                                        </p:cTn>
                                        <p:tgtEl>
                                          <p:spTgt spid="6197"/>
                                        </p:tgtEl>
                                        <p:attrNameLst>
                                          <p:attrName>style.visibility</p:attrName>
                                        </p:attrNameLst>
                                      </p:cBhvr>
                                      <p:to>
                                        <p:strVal val="visible"/>
                                      </p:to>
                                    </p:set>
                                    <p:animScale>
                                      <p:cBhvr>
                                        <p:cTn id="416" dur="1000" decel="50000" fill="hold">
                                          <p:stCondLst>
                                            <p:cond delay="0"/>
                                          </p:stCondLst>
                                        </p:cTn>
                                        <p:tgtEl>
                                          <p:spTgt spid="619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17" dur="1000" decel="50000" fill="hold">
                                          <p:stCondLst>
                                            <p:cond delay="0"/>
                                          </p:stCondLst>
                                        </p:cTn>
                                        <p:tgtEl>
                                          <p:spTgt spid="6197"/>
                                        </p:tgtEl>
                                        <p:attrNameLst>
                                          <p:attrName>ppt_x</p:attrName>
                                          <p:attrName>ppt_y</p:attrName>
                                        </p:attrNameLst>
                                      </p:cBhvr>
                                    </p:animMotion>
                                    <p:animEffect transition="in" filter="fade">
                                      <p:cBhvr>
                                        <p:cTn id="418" dur="1000"/>
                                        <p:tgtEl>
                                          <p:spTgt spid="6197"/>
                                        </p:tgtEl>
                                      </p:cBhvr>
                                    </p:animEffect>
                                  </p:childTnLst>
                                </p:cTn>
                              </p:par>
                            </p:childTnLst>
                          </p:cTn>
                        </p:par>
                      </p:childTnLst>
                    </p:cTn>
                  </p:par>
                  <p:par>
                    <p:cTn id="419" fill="hold" nodeType="clickPar">
                      <p:stCondLst>
                        <p:cond delay="indefinite"/>
                      </p:stCondLst>
                      <p:childTnLst>
                        <p:par>
                          <p:cTn id="420" fill="hold" nodeType="withGroup">
                            <p:stCondLst>
                              <p:cond delay="0"/>
                            </p:stCondLst>
                            <p:childTnLst>
                              <p:par>
                                <p:cTn id="421" presetID="52" presetClass="entr" presetSubtype="0" fill="hold" grpId="0" nodeType="clickEffect">
                                  <p:stCondLst>
                                    <p:cond delay="0"/>
                                  </p:stCondLst>
                                  <p:childTnLst>
                                    <p:set>
                                      <p:cBhvr>
                                        <p:cTn id="422" dur="1" fill="hold">
                                          <p:stCondLst>
                                            <p:cond delay="0"/>
                                          </p:stCondLst>
                                        </p:cTn>
                                        <p:tgtEl>
                                          <p:spTgt spid="6198"/>
                                        </p:tgtEl>
                                        <p:attrNameLst>
                                          <p:attrName>style.visibility</p:attrName>
                                        </p:attrNameLst>
                                      </p:cBhvr>
                                      <p:to>
                                        <p:strVal val="visible"/>
                                      </p:to>
                                    </p:set>
                                    <p:animScale>
                                      <p:cBhvr>
                                        <p:cTn id="423" dur="1000" decel="50000" fill="hold">
                                          <p:stCondLst>
                                            <p:cond delay="0"/>
                                          </p:stCondLst>
                                        </p:cTn>
                                        <p:tgtEl>
                                          <p:spTgt spid="619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24" dur="1000" decel="50000" fill="hold">
                                          <p:stCondLst>
                                            <p:cond delay="0"/>
                                          </p:stCondLst>
                                        </p:cTn>
                                        <p:tgtEl>
                                          <p:spTgt spid="6198"/>
                                        </p:tgtEl>
                                        <p:attrNameLst>
                                          <p:attrName>ppt_x</p:attrName>
                                          <p:attrName>ppt_y</p:attrName>
                                        </p:attrNameLst>
                                      </p:cBhvr>
                                    </p:animMotion>
                                    <p:animEffect transition="in" filter="fade">
                                      <p:cBhvr>
                                        <p:cTn id="425" dur="1000"/>
                                        <p:tgtEl>
                                          <p:spTgt spid="6198"/>
                                        </p:tgtEl>
                                      </p:cBhvr>
                                    </p:animEffect>
                                  </p:childTnLst>
                                </p:cTn>
                              </p:par>
                            </p:childTnLst>
                          </p:cTn>
                        </p:par>
                      </p:childTnLst>
                    </p:cTn>
                  </p:par>
                  <p:par>
                    <p:cTn id="426" fill="hold" nodeType="clickPar">
                      <p:stCondLst>
                        <p:cond delay="indefinite"/>
                      </p:stCondLst>
                      <p:childTnLst>
                        <p:par>
                          <p:cTn id="427" fill="hold" nodeType="withGroup">
                            <p:stCondLst>
                              <p:cond delay="0"/>
                            </p:stCondLst>
                            <p:childTnLst>
                              <p:par>
                                <p:cTn id="428" presetID="52" presetClass="entr" presetSubtype="0" fill="hold" grpId="0" nodeType="clickEffect">
                                  <p:stCondLst>
                                    <p:cond delay="0"/>
                                  </p:stCondLst>
                                  <p:childTnLst>
                                    <p:set>
                                      <p:cBhvr>
                                        <p:cTn id="429" dur="1" fill="hold">
                                          <p:stCondLst>
                                            <p:cond delay="0"/>
                                          </p:stCondLst>
                                        </p:cTn>
                                        <p:tgtEl>
                                          <p:spTgt spid="6199"/>
                                        </p:tgtEl>
                                        <p:attrNameLst>
                                          <p:attrName>style.visibility</p:attrName>
                                        </p:attrNameLst>
                                      </p:cBhvr>
                                      <p:to>
                                        <p:strVal val="visible"/>
                                      </p:to>
                                    </p:set>
                                    <p:animScale>
                                      <p:cBhvr>
                                        <p:cTn id="430" dur="1000" decel="50000" fill="hold">
                                          <p:stCondLst>
                                            <p:cond delay="0"/>
                                          </p:stCondLst>
                                        </p:cTn>
                                        <p:tgtEl>
                                          <p:spTgt spid="619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31" dur="1000" decel="50000" fill="hold">
                                          <p:stCondLst>
                                            <p:cond delay="0"/>
                                          </p:stCondLst>
                                        </p:cTn>
                                        <p:tgtEl>
                                          <p:spTgt spid="6199"/>
                                        </p:tgtEl>
                                        <p:attrNameLst>
                                          <p:attrName>ppt_x</p:attrName>
                                          <p:attrName>ppt_y</p:attrName>
                                        </p:attrNameLst>
                                      </p:cBhvr>
                                    </p:animMotion>
                                    <p:animEffect transition="in" filter="fade">
                                      <p:cBhvr>
                                        <p:cTn id="432" dur="1000"/>
                                        <p:tgtEl>
                                          <p:spTgt spid="6199"/>
                                        </p:tgtEl>
                                      </p:cBhvr>
                                    </p:animEffect>
                                  </p:childTnLst>
                                </p:cTn>
                              </p:par>
                            </p:childTnLst>
                          </p:cTn>
                        </p:par>
                      </p:childTnLst>
                    </p:cTn>
                  </p:par>
                  <p:par>
                    <p:cTn id="433" fill="hold" nodeType="clickPar">
                      <p:stCondLst>
                        <p:cond delay="indefinite"/>
                      </p:stCondLst>
                      <p:childTnLst>
                        <p:par>
                          <p:cTn id="434" fill="hold" nodeType="withGroup">
                            <p:stCondLst>
                              <p:cond delay="0"/>
                            </p:stCondLst>
                            <p:childTnLst>
                              <p:par>
                                <p:cTn id="435" presetID="52" presetClass="entr" presetSubtype="0" fill="hold" grpId="0" nodeType="clickEffect">
                                  <p:stCondLst>
                                    <p:cond delay="0"/>
                                  </p:stCondLst>
                                  <p:childTnLst>
                                    <p:set>
                                      <p:cBhvr>
                                        <p:cTn id="436" dur="1" fill="hold">
                                          <p:stCondLst>
                                            <p:cond delay="0"/>
                                          </p:stCondLst>
                                        </p:cTn>
                                        <p:tgtEl>
                                          <p:spTgt spid="6200"/>
                                        </p:tgtEl>
                                        <p:attrNameLst>
                                          <p:attrName>style.visibility</p:attrName>
                                        </p:attrNameLst>
                                      </p:cBhvr>
                                      <p:to>
                                        <p:strVal val="visible"/>
                                      </p:to>
                                    </p:set>
                                    <p:animScale>
                                      <p:cBhvr>
                                        <p:cTn id="437" dur="1000" decel="50000" fill="hold">
                                          <p:stCondLst>
                                            <p:cond delay="0"/>
                                          </p:stCondLst>
                                        </p:cTn>
                                        <p:tgtEl>
                                          <p:spTgt spid="620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438" dur="1000" decel="50000" fill="hold">
                                          <p:stCondLst>
                                            <p:cond delay="0"/>
                                          </p:stCondLst>
                                        </p:cTn>
                                        <p:tgtEl>
                                          <p:spTgt spid="6200"/>
                                        </p:tgtEl>
                                        <p:attrNameLst>
                                          <p:attrName>ppt_x</p:attrName>
                                          <p:attrName>ppt_y</p:attrName>
                                        </p:attrNameLst>
                                      </p:cBhvr>
                                    </p:animMotion>
                                    <p:animEffect transition="in" filter="fade">
                                      <p:cBhvr>
                                        <p:cTn id="439" dur="1000"/>
                                        <p:tgtEl>
                                          <p:spTgt spid="6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p:bldP spid="6150" grpId="0"/>
      <p:bldP spid="6151" grpId="0" animBg="1"/>
      <p:bldP spid="6153" grpId="0" animBg="1"/>
      <p:bldP spid="6154" grpId="0" animBg="1"/>
      <p:bldP spid="6155" grpId="0"/>
      <p:bldP spid="6156" grpId="0"/>
      <p:bldP spid="6157" grpId="0"/>
      <p:bldP spid="6158" grpId="0"/>
      <p:bldP spid="6159" grpId="0" animBg="1"/>
      <p:bldP spid="6160" grpId="0"/>
      <p:bldP spid="6161" grpId="0" animBg="1"/>
      <p:bldP spid="6162" grpId="0" animBg="1"/>
      <p:bldP spid="6163" grpId="0" animBg="1"/>
      <p:bldP spid="6164" grpId="0" animBg="1"/>
      <p:bldP spid="6165" grpId="0" animBg="1"/>
      <p:bldP spid="6166" grpId="0" animBg="1"/>
      <p:bldP spid="6167" grpId="0" animBg="1"/>
      <p:bldP spid="6168" grpId="0" animBg="1"/>
      <p:bldP spid="6169" grpId="0"/>
      <p:bldP spid="6170" grpId="0"/>
      <p:bldP spid="6171" grpId="0"/>
      <p:bldP spid="6172" grpId="0"/>
      <p:bldP spid="6173" grpId="0"/>
      <p:bldP spid="6174" grpId="0"/>
      <p:bldP spid="6175" grpId="0" animBg="1"/>
      <p:bldP spid="6176" grpId="0" animBg="1"/>
      <p:bldP spid="6177" grpId="0" animBg="1"/>
      <p:bldP spid="6178" grpId="0"/>
      <p:bldP spid="6179" grpId="0"/>
      <p:bldP spid="6180" grpId="0"/>
      <p:bldP spid="6191" grpId="0" animBg="1"/>
      <p:bldP spid="6192" grpId="0" animBg="1"/>
      <p:bldP spid="6193" grpId="0" animBg="1"/>
      <p:bldP spid="6194" grpId="0" animBg="1"/>
      <p:bldP spid="6195" grpId="0" animBg="1"/>
      <p:bldP spid="6196" grpId="0"/>
      <p:bldP spid="6197" grpId="0"/>
      <p:bldP spid="6198" grpId="0"/>
      <p:bldP spid="6199" grpId="0"/>
      <p:bldP spid="6200" grpId="0"/>
      <p:bldP spid="6201" grpId="0"/>
      <p:bldP spid="6202" grpId="0"/>
      <p:bldP spid="6203" grpId="0" animBg="1"/>
      <p:bldP spid="6204" grpId="0" animBg="1"/>
      <p:bldP spid="2" grpId="0"/>
      <p:bldP spid="5170" grpId="0"/>
      <p:bldP spid="5171" grpId="0"/>
      <p:bldP spid="517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Title 1"/>
          <p:cNvSpPr>
            <a:spLocks noGrp="1"/>
          </p:cNvSpPr>
          <p:nvPr>
            <p:ph type="title"/>
          </p:nvPr>
        </p:nvSpPr>
        <p:spPr>
          <a:xfrm>
            <a:off x="457200" y="457200"/>
            <a:ext cx="8229600" cy="1143000"/>
          </a:xfrm>
        </p:spPr>
        <p:txBody>
          <a:bodyPr/>
          <a:lstStyle/>
          <a:p>
            <a:pPr algn="l"/>
            <a:r>
              <a:rPr lang="en-US" altLang="en-US" sz="2800" smtClean="0"/>
              <a:t>	</a:t>
            </a:r>
          </a:p>
        </p:txBody>
      </p:sp>
      <p:sp>
        <p:nvSpPr>
          <p:cNvPr id="65539" name="Content Placeholder 2"/>
          <p:cNvSpPr>
            <a:spLocks noGrp="1"/>
          </p:cNvSpPr>
          <p:nvPr>
            <p:ph idx="1"/>
          </p:nvPr>
        </p:nvSpPr>
        <p:spPr>
          <a:xfrm>
            <a:off x="457200" y="658813"/>
            <a:ext cx="8229600" cy="4525962"/>
          </a:xfrm>
        </p:spPr>
        <p:txBody>
          <a:bodyPr/>
          <a:lstStyle/>
          <a:p>
            <a:pPr marL="0" indent="0" defTabSz="457159">
              <a:buFont typeface="Arial" pitchFamily="34" charset="0"/>
              <a:buNone/>
              <a:defRPr/>
            </a:pPr>
            <a:r>
              <a:rPr lang="en-US" altLang="en-US" sz="4800" b="1" dirty="0">
                <a:solidFill>
                  <a:schemeClr val="accent4">
                    <a:lumMod val="75000"/>
                  </a:schemeClr>
                </a:solidFill>
                <a:latin typeface="Monotype Corsiva" panose="03010101010201010101" pitchFamily="66" charset="0"/>
              </a:rPr>
              <a:t>Thanks for buying my product!  I hope that it was useful for you.  Please let me know if you have any questions.  I will be adding science unit power points throughout the remainder of the year.  Please check back if this product was useful for you!</a:t>
            </a:r>
          </a:p>
        </p:txBody>
      </p:sp>
    </p:spTree>
    <p:extLst>
      <p:ext uri="{BB962C8B-B14F-4D97-AF65-F5344CB8AC3E}">
        <p14:creationId xmlns:p14="http://schemas.microsoft.com/office/powerpoint/2010/main" val="184161420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2" name="Title 1"/>
          <p:cNvSpPr>
            <a:spLocks noGrp="1"/>
          </p:cNvSpPr>
          <p:nvPr>
            <p:ph type="title"/>
          </p:nvPr>
        </p:nvSpPr>
        <p:spPr/>
        <p:txBody>
          <a:bodyPr/>
          <a:lstStyle/>
          <a:p>
            <a:r>
              <a:rPr lang="en-US" altLang="en-US" smtClean="0"/>
              <a:t>Cover Credits</a:t>
            </a:r>
          </a:p>
        </p:txBody>
      </p:sp>
      <p:pic>
        <p:nvPicPr>
          <p:cNvPr id="378883" name="Content Placeholder 3">
            <a:hlinkClick r:id="rId2"/>
          </p:cNvPr>
          <p:cNvPicPr>
            <a:picLocks noGrp="1" noChangeAspect="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858838" y="2160588"/>
            <a:ext cx="2957512" cy="2124075"/>
          </a:xfrm>
        </p:spPr>
      </p:pic>
      <p:pic>
        <p:nvPicPr>
          <p:cNvPr id="378884" name="Picture 7">
            <a:hlinkClick r:id="rId4"/>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503738" y="1541463"/>
            <a:ext cx="3098800" cy="311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499873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Grid">
  <a:themeElements>
    <a:clrScheme name="Grid">
      <a:dk1>
        <a:sysClr val="windowText" lastClr="000000"/>
      </a:dk1>
      <a:lt1>
        <a:sysClr val="window" lastClr="FFFFFF"/>
      </a:lt1>
      <a:dk2>
        <a:srgbClr val="534949"/>
      </a:dk2>
      <a:lt2>
        <a:srgbClr val="CCD1B9"/>
      </a:lt2>
      <a:accent1>
        <a:srgbClr val="C66951"/>
      </a:accent1>
      <a:accent2>
        <a:srgbClr val="BF974D"/>
      </a:accent2>
      <a:accent3>
        <a:srgbClr val="928B70"/>
      </a:accent3>
      <a:accent4>
        <a:srgbClr val="87706B"/>
      </a:accent4>
      <a:accent5>
        <a:srgbClr val="94734E"/>
      </a:accent5>
      <a:accent6>
        <a:srgbClr val="6F777D"/>
      </a:accent6>
      <a:hlink>
        <a:srgbClr val="CC9900"/>
      </a:hlink>
      <a:folHlink>
        <a:srgbClr val="C0C0C0"/>
      </a:folHlink>
    </a:clrScheme>
    <a:fontScheme name="Grid">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Grid">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effectStyle>
        <a:effectStyle>
          <a:effectLst>
            <a:outerShdw blurRad="31750" dist="25400" dir="5400000" rotWithShape="0">
              <a:srgbClr val="000000">
                <a:alpha val="5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0000"/>
            <a:shade val="93000"/>
            <a:satMod val="150000"/>
          </a:schemeClr>
        </a:solidFill>
        <a:blipFill rotWithShape="1">
          <a:blip xmlns:r="http://schemas.openxmlformats.org/officeDocument/2006/relationships" r:embed="rId1">
            <a:duotone>
              <a:schemeClr val="phClr">
                <a:tint val="95000"/>
              </a:schemeClr>
              <a:schemeClr val="phClr">
                <a:shade val="93000"/>
                <a:satMod val="11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Grid</Template>
  <TotalTime>9067</TotalTime>
  <Words>1092</Words>
  <Application>Microsoft Office PowerPoint</Application>
  <PresentationFormat>On-screen Show (4:3)</PresentationFormat>
  <Paragraphs>213</Paragraphs>
  <Slides>24</Slides>
  <Notes>9</Notes>
  <HiddenSlides>0</HiddenSlides>
  <MMClips>0</MMClips>
  <ScaleCrop>false</ScaleCrop>
  <HeadingPairs>
    <vt:vector size="4" baseType="variant">
      <vt:variant>
        <vt:lpstr>Theme</vt:lpstr>
      </vt:variant>
      <vt:variant>
        <vt:i4>2</vt:i4>
      </vt:variant>
      <vt:variant>
        <vt:lpstr>Slide Titles</vt:lpstr>
      </vt:variant>
      <vt:variant>
        <vt:i4>24</vt:i4>
      </vt:variant>
    </vt:vector>
  </HeadingPairs>
  <TitlesOfParts>
    <vt:vector size="26" baseType="lpstr">
      <vt:lpstr>Grid</vt:lpstr>
      <vt:lpstr>Office Theme</vt:lpstr>
      <vt:lpstr>PowerPoint Presentation</vt:lpstr>
      <vt:lpstr>Teacher Notes</vt:lpstr>
      <vt:lpstr>PowerPoint Presentation</vt:lpstr>
      <vt:lpstr>PowerPoint Presentation</vt:lpstr>
      <vt:lpstr>PowerPoint Presentation</vt:lpstr>
      <vt:lpstr>PowerPoint Presentation</vt:lpstr>
      <vt:lpstr>PowerPoint Presentation</vt:lpstr>
      <vt:lpstr>PowerPoint Presentation</vt:lpstr>
      <vt:lpstr>Introduction</vt:lpstr>
      <vt:lpstr>How to make a Box and Whisker Plot</vt:lpstr>
      <vt:lpstr>Step 2 – Find the Median</vt:lpstr>
      <vt:lpstr>Step 3 – Lower Quartile</vt:lpstr>
      <vt:lpstr>Step 3 – Lower Quartile</vt:lpstr>
      <vt:lpstr>Step 3 – Lower Quartile</vt:lpstr>
      <vt:lpstr>Step 4 – Upper Quartile</vt:lpstr>
      <vt:lpstr>Step 5 – Highest/Lowest Values</vt:lpstr>
      <vt:lpstr>Step 6 – Drawing Graph</vt:lpstr>
      <vt:lpstr>PowerPoint Presentation</vt:lpstr>
      <vt:lpstr>PowerPoint Presentation</vt:lpstr>
      <vt:lpstr>Interquartile range= the difference between the upper quartile and the lower quartile</vt:lpstr>
      <vt:lpstr>Try one more!</vt:lpstr>
      <vt:lpstr>Making a Box-and-Whisker Plot</vt:lpstr>
      <vt:lpstr> </vt:lpstr>
      <vt:lpstr>Cover Credits</vt:lpstr>
    </vt:vector>
  </TitlesOfParts>
  <Company>HCPS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KGASH</dc:creator>
  <cp:lastModifiedBy>User</cp:lastModifiedBy>
  <cp:revision>329</cp:revision>
  <dcterms:created xsi:type="dcterms:W3CDTF">2012-08-20T17:30:33Z</dcterms:created>
  <dcterms:modified xsi:type="dcterms:W3CDTF">2014-11-04T02:43:18Z</dcterms:modified>
</cp:coreProperties>
</file>