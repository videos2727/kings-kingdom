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8" r:id="rId2"/>
    <p:sldId id="257" r:id="rId3"/>
    <p:sldId id="258" r:id="rId4"/>
    <p:sldId id="288" r:id="rId5"/>
    <p:sldId id="289" r:id="rId6"/>
    <p:sldId id="262" r:id="rId7"/>
    <p:sldId id="286" r:id="rId8"/>
    <p:sldId id="273" r:id="rId9"/>
    <p:sldId id="275" r:id="rId10"/>
    <p:sldId id="276" r:id="rId11"/>
    <p:sldId id="277" r:id="rId12"/>
    <p:sldId id="287" r:id="rId13"/>
    <p:sldId id="278" r:id="rId14"/>
    <p:sldId id="283" r:id="rId15"/>
    <p:sldId id="279" r:id="rId16"/>
    <p:sldId id="284" r:id="rId17"/>
    <p:sldId id="281" r:id="rId18"/>
    <p:sldId id="285" r:id="rId19"/>
    <p:sldId id="271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31"/>
    <p:restoredTop sz="94708"/>
  </p:normalViewPr>
  <p:slideViewPr>
    <p:cSldViewPr>
      <p:cViewPr varScale="1">
        <p:scale>
          <a:sx n="84" d="100"/>
          <a:sy n="84" d="100"/>
        </p:scale>
        <p:origin x="11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83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129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6930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779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7786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681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0388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27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9473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19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796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Yr</a:t>
            </a:r>
            <a:r>
              <a:rPr lang="en-US" dirty="0" smtClean="0"/>
              <a:t> 10 Week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dirty="0" smtClean="0"/>
              <a:t>Algebra</a:t>
            </a:r>
          </a:p>
          <a:p>
            <a:pPr marL="0" indent="0" algn="ctr">
              <a:buNone/>
            </a:pPr>
            <a:r>
              <a:rPr lang="en-US" dirty="0" smtClean="0"/>
              <a:t>Gradient Intercept Form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K. Farmer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3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r>
              <a:rPr lang="en-AU" dirty="0" smtClean="0"/>
              <a:t>Identify the gradient and y intercept from a linear function.</a:t>
            </a:r>
          </a:p>
          <a:p>
            <a:r>
              <a:rPr lang="en-AU" dirty="0" smtClean="0"/>
              <a:t>Sketch a linear graph from a linear expression in the gradient intercept form.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Carousel Brainstorm Review of Gradient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Break class into 5 groups</a:t>
            </a:r>
          </a:p>
          <a:p>
            <a:r>
              <a:rPr lang="en-US" dirty="0" smtClean="0"/>
              <a:t>Hand out an A3 paper to each group</a:t>
            </a:r>
          </a:p>
          <a:p>
            <a:r>
              <a:rPr lang="en-US" dirty="0" smtClean="0"/>
              <a:t>Have student use </a:t>
            </a:r>
            <a:r>
              <a:rPr lang="en-US" dirty="0" err="1" smtClean="0"/>
              <a:t>textas</a:t>
            </a:r>
            <a:r>
              <a:rPr lang="en-US" dirty="0" smtClean="0"/>
              <a:t> to great a poster of everything they remember about yesterdays lesson on ‘Gradient” in 4 minutes.</a:t>
            </a:r>
          </a:p>
          <a:p>
            <a:r>
              <a:rPr lang="en-US" dirty="0" smtClean="0"/>
              <a:t>When the timer sounds- students leave their poste, stand and move clockwise to the next table. </a:t>
            </a:r>
          </a:p>
          <a:p>
            <a:r>
              <a:rPr lang="en-US" dirty="0" smtClean="0"/>
              <a:t>Students have 2 minutes to read through and add any new ideas to the poster they now have.</a:t>
            </a:r>
          </a:p>
          <a:p>
            <a:r>
              <a:rPr lang="en-US" dirty="0" smtClean="0"/>
              <a:t>Repeat this process  reducing the time to 1.5 minutes per table and possible down to 1 minute for the last few tables.</a:t>
            </a:r>
          </a:p>
          <a:p>
            <a:r>
              <a:rPr lang="en-US" dirty="0" smtClean="0"/>
              <a:t>Discuss the results.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6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poster should include at minimum the following information</a:t>
            </a:r>
            <a:r>
              <a:rPr lang="mr-IN" dirty="0" smtClean="0"/>
              <a:t>…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60848"/>
            <a:ext cx="8229600" cy="270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Guided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Gradient intercept form foldable. </a:t>
            </a:r>
          </a:p>
          <a:p>
            <a:r>
              <a:rPr lang="en-AU" dirty="0" smtClean="0"/>
              <a:t>Make sure this booklet is printed front to back to ensure it folds correctly.</a:t>
            </a:r>
          </a:p>
          <a:p>
            <a:r>
              <a:rPr lang="en-AU" dirty="0" smtClean="0"/>
              <a:t>Work through booklet.  Solutions can be projected on the IWB.</a:t>
            </a:r>
          </a:p>
          <a:p>
            <a:r>
              <a:rPr lang="en-AU" dirty="0" smtClean="0"/>
              <a:t>Glue this in the LHS of INB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941127" y="19257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39552" y="242088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Lesson Review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8656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9144000" cy="462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3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50" y="2260751"/>
            <a:ext cx="80899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2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36" y="2411334"/>
            <a:ext cx="82042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0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86000"/>
            <a:ext cx="79883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8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39552" y="242088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Guided Practise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53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2190624"/>
            <a:ext cx="8750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7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" y="2190624"/>
            <a:ext cx="8750300" cy="1371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9" y="3570216"/>
            <a:ext cx="80391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4" y="2061767"/>
            <a:ext cx="90932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4" y="2061767"/>
            <a:ext cx="9093200" cy="1422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3356992"/>
            <a:ext cx="85217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8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5" y="2261618"/>
            <a:ext cx="82423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8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2274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represent a line in the Gradient Intercept form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5" y="2308564"/>
            <a:ext cx="8242300" cy="154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561" y="3591663"/>
            <a:ext cx="9144000" cy="309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9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Rectangle 2"/>
          <p:cNvSpPr/>
          <p:nvPr/>
        </p:nvSpPr>
        <p:spPr>
          <a:xfrm>
            <a:off x="1187624" y="1628800"/>
            <a:ext cx="51845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Success On target observation</a:t>
            </a:r>
          </a:p>
        </p:txBody>
      </p:sp>
    </p:spTree>
    <p:extLst>
      <p:ext uri="{BB962C8B-B14F-4D97-AF65-F5344CB8AC3E}">
        <p14:creationId xmlns:p14="http://schemas.microsoft.com/office/powerpoint/2010/main" val="1378356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Quick write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4474</TotalTime>
  <Words>517</Words>
  <Application>Microsoft Macintosh PowerPoint</Application>
  <PresentationFormat>On-screen Show (4:3)</PresentationFormat>
  <Paragraphs>131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Mangal</vt:lpstr>
      <vt:lpstr>Arial</vt:lpstr>
      <vt:lpstr>Office Theme</vt:lpstr>
      <vt:lpstr>Yr 10 Week 1</vt:lpstr>
      <vt:lpstr>Lesson objective</vt:lpstr>
      <vt:lpstr>Success Criteria</vt:lpstr>
      <vt:lpstr>Carousel Brainstorm Review of Gradient</vt:lpstr>
      <vt:lpstr>The poster should include at minimum the following information….</vt:lpstr>
      <vt:lpstr>Guided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Closure activity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25</cp:revision>
  <dcterms:created xsi:type="dcterms:W3CDTF">2016-10-20T03:14:06Z</dcterms:created>
  <dcterms:modified xsi:type="dcterms:W3CDTF">2017-10-07T15:09:40Z</dcterms:modified>
</cp:coreProperties>
</file>