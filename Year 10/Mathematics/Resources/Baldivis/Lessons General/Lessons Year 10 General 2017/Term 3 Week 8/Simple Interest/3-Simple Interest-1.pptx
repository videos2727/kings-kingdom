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324" r:id="rId3"/>
    <p:sldId id="259" r:id="rId4"/>
    <p:sldId id="258" r:id="rId5"/>
    <p:sldId id="303" r:id="rId6"/>
    <p:sldId id="320" r:id="rId7"/>
    <p:sldId id="306" r:id="rId8"/>
    <p:sldId id="323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21/07/2016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21/07/2016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If $300 is borrowed at a 10% pa simple interest. </a:t>
            </a:r>
          </a:p>
          <a:p>
            <a:pPr marL="0" indent="0">
              <a:buNone/>
            </a:pPr>
            <a:r>
              <a:rPr lang="en-AU" dirty="0" smtClean="0"/>
              <a:t>How much do I owe after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1</a:t>
            </a:r>
            <a:r>
              <a:rPr lang="en-AU" dirty="0" smtClean="0"/>
              <a:t> year?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2</a:t>
            </a:r>
            <a:r>
              <a:rPr lang="en-AU" dirty="0" smtClean="0"/>
              <a:t> years?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 smtClean="0"/>
              <a:t>5 years?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837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Simple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Simple Interest calculated?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060848"/>
            <a:ext cx="5400600" cy="106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3212976"/>
            <a:ext cx="5977624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Simple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Simple Interest calculated?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060848"/>
            <a:ext cx="5400600" cy="106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3126272"/>
            <a:ext cx="5977624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2"/>
          <p:cNvSpPr txBox="1">
            <a:spLocks/>
          </p:cNvSpPr>
          <p:nvPr/>
        </p:nvSpPr>
        <p:spPr>
          <a:xfrm>
            <a:off x="2302832" y="3931432"/>
            <a:ext cx="6704623" cy="387789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sz="1600" dirty="0" smtClean="0"/>
              <a:t>1. If $300 is borrowed at a 10% pa simple interest for 5 years.  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1600" dirty="0" smtClean="0"/>
              <a:t>How much interest is paid?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1600" dirty="0" smtClean="0"/>
              <a:t>What is the total amount repaid?</a:t>
            </a:r>
          </a:p>
          <a:p>
            <a:pPr marL="0" indent="0">
              <a:buNone/>
            </a:pPr>
            <a:endParaRPr lang="en-AU" sz="1600" dirty="0" smtClean="0"/>
          </a:p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r>
              <a:rPr lang="en-AU" sz="1600" dirty="0" smtClean="0"/>
              <a:t>2. </a:t>
            </a:r>
            <a:r>
              <a:rPr lang="en-AU" sz="1600" dirty="0"/>
              <a:t>. If </a:t>
            </a:r>
            <a:r>
              <a:rPr lang="en-AU" sz="1600" dirty="0" smtClean="0"/>
              <a:t>$4000 </a:t>
            </a:r>
            <a:r>
              <a:rPr lang="en-AU" sz="1600" dirty="0"/>
              <a:t>is </a:t>
            </a:r>
            <a:r>
              <a:rPr lang="en-AU" sz="1600" dirty="0" smtClean="0"/>
              <a:t>invested and earns 4% </a:t>
            </a:r>
            <a:r>
              <a:rPr lang="en-AU" sz="1600" dirty="0"/>
              <a:t>pa simple interest for </a:t>
            </a:r>
            <a:r>
              <a:rPr lang="en-AU" sz="1600" dirty="0" smtClean="0"/>
              <a:t>3 </a:t>
            </a:r>
            <a:r>
              <a:rPr lang="en-AU" sz="1600" dirty="0"/>
              <a:t>years.  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1600" dirty="0"/>
              <a:t>How much </a:t>
            </a:r>
            <a:r>
              <a:rPr lang="en-AU" sz="1600" dirty="0" smtClean="0"/>
              <a:t>interest do you </a:t>
            </a:r>
            <a:r>
              <a:rPr lang="en-AU" sz="1600" dirty="0" err="1" smtClean="0"/>
              <a:t>recieve</a:t>
            </a:r>
            <a:r>
              <a:rPr lang="en-AU" sz="1600" dirty="0" smtClean="0"/>
              <a:t>?</a:t>
            </a:r>
            <a:endParaRPr lang="en-AU" sz="1600" dirty="0"/>
          </a:p>
          <a:p>
            <a:pPr marL="514350" indent="-514350">
              <a:buFont typeface="+mj-lt"/>
              <a:buAutoNum type="alphaLcParenR"/>
            </a:pPr>
            <a:r>
              <a:rPr lang="en-AU" sz="1600" dirty="0" smtClean="0"/>
              <a:t>How much is in the account at the end of the term?</a:t>
            </a:r>
            <a:endParaRPr lang="en-AU" sz="1600" dirty="0"/>
          </a:p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endParaRPr lang="en-A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70651" y="2038208"/>
            <a:ext cx="1960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formula for simple interest?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0939" y="420275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0768"/>
            <a:ext cx="7172325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0768"/>
            <a:ext cx="7172325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5517232"/>
            <a:ext cx="3733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627784" y="4869160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234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87</cp:revision>
  <dcterms:created xsi:type="dcterms:W3CDTF">2014-05-14T02:58:57Z</dcterms:created>
  <dcterms:modified xsi:type="dcterms:W3CDTF">2016-07-21T02:45:19Z</dcterms:modified>
</cp:coreProperties>
</file>