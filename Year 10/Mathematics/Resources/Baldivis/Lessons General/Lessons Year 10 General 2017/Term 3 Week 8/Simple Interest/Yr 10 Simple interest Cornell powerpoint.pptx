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771"/>
    <p:restoredTop sz="94666"/>
  </p:normalViewPr>
  <p:slideViewPr>
    <p:cSldViewPr snapToGrid="0" snapToObjects="1">
      <p:cViewPr varScale="1">
        <p:scale>
          <a:sx n="59" d="100"/>
          <a:sy n="59" d="100"/>
        </p:scale>
        <p:origin x="200" y="1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83167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745839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46674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202940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0FAD09-0825-B649-AB7C-D2C179F6D417}" type="datetimeFigureOut">
              <a:rPr lang="en-US" smtClean="0"/>
              <a:t>7/26/16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1919528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0FAD09-0825-B649-AB7C-D2C179F6D417}" type="datetimeFigureOut">
              <a:rPr lang="en-US" smtClean="0"/>
              <a:t>7/26/16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202250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FAD09-0825-B649-AB7C-D2C179F6D417}" type="datetimeFigureOut">
              <a:rPr lang="en-US" smtClean="0"/>
              <a:t>7/26/16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190922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31293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338001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697031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48366390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FAD09-0825-B649-AB7C-D2C179F6D417}" type="datetimeFigureOut">
              <a:rPr lang="en-US" smtClean="0"/>
              <a:t>7/26/16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BEDC6-155E-1048-B381-2C7EDC855114}" type="slidenum">
              <a:rPr lang="en-US" smtClean="0"/>
              <a:t>‹#›</a:t>
            </a:fld>
            <a:endParaRPr lang="en-US"/>
          </a:p>
        </p:txBody>
      </p:sp>
    </p:spTree>
    <p:extLst>
      <p:ext uri="{BB962C8B-B14F-4D97-AF65-F5344CB8AC3E}">
        <p14:creationId xmlns:p14="http://schemas.microsoft.com/office/powerpoint/2010/main" val="1731375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Simple Interest</a:t>
            </a:r>
            <a:endParaRPr lang="en-US" dirty="0"/>
          </a:p>
        </p:txBody>
      </p:sp>
      <p:sp>
        <p:nvSpPr>
          <p:cNvPr id="3" name="Subtitle 2"/>
          <p:cNvSpPr>
            <a:spLocks noGrp="1"/>
          </p:cNvSpPr>
          <p:nvPr>
            <p:ph type="subTitle" idx="1"/>
          </p:nvPr>
        </p:nvSpPr>
        <p:spPr/>
        <p:txBody>
          <a:bodyPr/>
          <a:lstStyle/>
          <a:p>
            <a:r>
              <a:rPr lang="en-US" dirty="0" err="1" smtClean="0"/>
              <a:t>Yr</a:t>
            </a:r>
            <a:r>
              <a:rPr lang="en-US" dirty="0" smtClean="0"/>
              <a:t> 10 </a:t>
            </a:r>
            <a:r>
              <a:rPr lang="en-US" dirty="0" smtClean="0"/>
              <a:t>Mathematics</a:t>
            </a:r>
            <a:endParaRPr lang="en-US" dirty="0"/>
          </a:p>
        </p:txBody>
      </p:sp>
    </p:spTree>
    <p:extLst>
      <p:ext uri="{BB962C8B-B14F-4D97-AF65-F5344CB8AC3E}">
        <p14:creationId xmlns:p14="http://schemas.microsoft.com/office/powerpoint/2010/main" val="2064031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01686" cy="369332"/>
          </a:xfrm>
          <a:prstGeom prst="rect">
            <a:avLst/>
          </a:prstGeom>
          <a:noFill/>
        </p:spPr>
        <p:txBody>
          <a:bodyPr wrap="none" rtlCol="0">
            <a:spAutoFit/>
          </a:bodyPr>
          <a:lstStyle/>
          <a:p>
            <a:r>
              <a:rPr lang="en-AU" dirty="0"/>
              <a:t>2</a:t>
            </a:r>
          </a:p>
        </p:txBody>
      </p:sp>
      <p:sp>
        <p:nvSpPr>
          <p:cNvPr id="7" name="TextBox 6"/>
          <p:cNvSpPr txBox="1"/>
          <p:nvPr/>
        </p:nvSpPr>
        <p:spPr>
          <a:xfrm>
            <a:off x="10272465" y="6488668"/>
            <a:ext cx="549775" cy="369332"/>
          </a:xfrm>
          <a:prstGeom prst="rect">
            <a:avLst/>
          </a:prstGeom>
          <a:noFill/>
        </p:spPr>
        <p:txBody>
          <a:bodyPr wrap="square" rtlCol="0">
            <a:spAutoFit/>
          </a:bodyPr>
          <a:lstStyle/>
          <a:p>
            <a:r>
              <a:rPr lang="en-AU" dirty="0"/>
              <a:t>3</a:t>
            </a:r>
          </a:p>
        </p:txBody>
      </p:sp>
      <p:cxnSp>
        <p:nvCxnSpPr>
          <p:cNvPr id="9" name="Straight Connector 8"/>
          <p:cNvCxnSpPr/>
          <p:nvPr/>
        </p:nvCxnSpPr>
        <p:spPr>
          <a:xfrm>
            <a:off x="1380163"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2639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2101648" y="5803"/>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1747225" y="374467"/>
            <a:ext cx="580865" cy="338554"/>
          </a:xfrm>
          <a:prstGeom prst="rect">
            <a:avLst/>
          </a:prstGeom>
          <a:noFill/>
        </p:spPr>
        <p:txBody>
          <a:bodyPr wrap="none" rtlCol="0">
            <a:spAutoFit/>
          </a:bodyPr>
          <a:lstStyle/>
          <a:p>
            <a:r>
              <a:rPr lang="en-AU" sz="1600" dirty="0"/>
              <a:t>Page</a:t>
            </a:r>
          </a:p>
        </p:txBody>
      </p:sp>
      <p:cxnSp>
        <p:nvCxnSpPr>
          <p:cNvPr id="16" name="Straight Connector 15"/>
          <p:cNvCxnSpPr/>
          <p:nvPr/>
        </p:nvCxnSpPr>
        <p:spPr>
          <a:xfrm>
            <a:off x="3667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2927646" y="344357"/>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4079776" y="344357"/>
            <a:ext cx="1398888" cy="338554"/>
          </a:xfrm>
          <a:prstGeom prst="rect">
            <a:avLst/>
          </a:prstGeom>
          <a:noFill/>
        </p:spPr>
        <p:txBody>
          <a:bodyPr wrap="square" rtlCol="0">
            <a:spAutoFit/>
          </a:bodyPr>
          <a:lstStyle/>
          <a:p>
            <a:r>
              <a:rPr lang="en-AU" sz="1600" dirty="0"/>
              <a:t>Description</a:t>
            </a:r>
          </a:p>
        </p:txBody>
      </p:sp>
      <p:sp>
        <p:nvSpPr>
          <p:cNvPr id="21" name="TextBox 20"/>
          <p:cNvSpPr txBox="1"/>
          <p:nvPr/>
        </p:nvSpPr>
        <p:spPr>
          <a:xfrm>
            <a:off x="7320136" y="66504"/>
            <a:ext cx="2592288" cy="338554"/>
          </a:xfrm>
          <a:prstGeom prst="rect">
            <a:avLst/>
          </a:prstGeom>
          <a:noFill/>
        </p:spPr>
        <p:txBody>
          <a:bodyPr wrap="square" rtlCol="0">
            <a:spAutoFit/>
          </a:bodyPr>
          <a:lstStyle/>
          <a:p>
            <a:r>
              <a:rPr lang="en-AU" sz="1600" dirty="0"/>
              <a:t>Glossary or Formula Page</a:t>
            </a:r>
          </a:p>
        </p:txBody>
      </p:sp>
    </p:spTree>
    <p:extLst>
      <p:ext uri="{BB962C8B-B14F-4D97-AF65-F5344CB8AC3E}">
        <p14:creationId xmlns:p14="http://schemas.microsoft.com/office/powerpoint/2010/main" val="6954854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01686" cy="369332"/>
          </a:xfrm>
          <a:prstGeom prst="rect">
            <a:avLst/>
          </a:prstGeom>
          <a:noFill/>
        </p:spPr>
        <p:txBody>
          <a:bodyPr wrap="none" rtlCol="0">
            <a:spAutoFit/>
          </a:bodyPr>
          <a:lstStyle/>
          <a:p>
            <a:r>
              <a:rPr lang="en-AU" dirty="0"/>
              <a:t>6</a:t>
            </a:r>
          </a:p>
        </p:txBody>
      </p:sp>
      <p:sp>
        <p:nvSpPr>
          <p:cNvPr id="7" name="TextBox 6"/>
          <p:cNvSpPr txBox="1"/>
          <p:nvPr/>
        </p:nvSpPr>
        <p:spPr>
          <a:xfrm>
            <a:off x="10272464" y="6525528"/>
            <a:ext cx="549775" cy="369332"/>
          </a:xfrm>
          <a:prstGeom prst="rect">
            <a:avLst/>
          </a:prstGeom>
          <a:noFill/>
        </p:spPr>
        <p:txBody>
          <a:bodyPr wrap="square" rtlCol="0">
            <a:spAutoFit/>
          </a:bodyPr>
          <a:lstStyle/>
          <a:p>
            <a:r>
              <a:rPr lang="en-AU" dirty="0"/>
              <a:t>7</a:t>
            </a:r>
          </a:p>
        </p:txBody>
      </p:sp>
      <p:cxnSp>
        <p:nvCxnSpPr>
          <p:cNvPr id="9" name="Straight Connector 8"/>
          <p:cNvCxnSpPr/>
          <p:nvPr/>
        </p:nvCxnSpPr>
        <p:spPr>
          <a:xfrm>
            <a:off x="6024082"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6024082"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6096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7392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6057262"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6096089" y="601549"/>
            <a:ext cx="1143262" cy="246221"/>
          </a:xfrm>
          <a:prstGeom prst="rect">
            <a:avLst/>
          </a:prstGeom>
          <a:noFill/>
        </p:spPr>
        <p:txBody>
          <a:bodyPr wrap="none" rtlCol="0">
            <a:spAutoFit/>
          </a:bodyPr>
          <a:lstStyle/>
          <a:p>
            <a:r>
              <a:rPr lang="en-AU" sz="1000" dirty="0"/>
              <a:t>Essential Question</a:t>
            </a:r>
          </a:p>
        </p:txBody>
      </p:sp>
      <p:sp>
        <p:nvSpPr>
          <p:cNvPr id="22" name="TextBox 21"/>
          <p:cNvSpPr txBox="1"/>
          <p:nvPr/>
        </p:nvSpPr>
        <p:spPr>
          <a:xfrm>
            <a:off x="7391751" y="1196752"/>
            <a:ext cx="492443" cy="246221"/>
          </a:xfrm>
          <a:prstGeom prst="rect">
            <a:avLst/>
          </a:prstGeom>
          <a:noFill/>
        </p:spPr>
        <p:txBody>
          <a:bodyPr wrap="none" rtlCol="0">
            <a:spAutoFit/>
          </a:bodyPr>
          <a:lstStyle/>
          <a:p>
            <a:r>
              <a:rPr lang="en-AU" sz="1000" dirty="0"/>
              <a:t>Notes</a:t>
            </a:r>
          </a:p>
        </p:txBody>
      </p:sp>
      <p:sp>
        <p:nvSpPr>
          <p:cNvPr id="23" name="TextBox 22"/>
          <p:cNvSpPr txBox="1"/>
          <p:nvPr/>
        </p:nvSpPr>
        <p:spPr>
          <a:xfrm>
            <a:off x="6045850" y="1196753"/>
            <a:ext cx="708848" cy="246221"/>
          </a:xfrm>
          <a:prstGeom prst="rect">
            <a:avLst/>
          </a:prstGeom>
          <a:noFill/>
        </p:spPr>
        <p:txBody>
          <a:bodyPr wrap="none" rtlCol="0">
            <a:spAutoFit/>
          </a:bodyPr>
          <a:lstStyle/>
          <a:p>
            <a:r>
              <a:rPr lang="en-AU" sz="1000" dirty="0"/>
              <a:t>Questions</a:t>
            </a:r>
          </a:p>
        </p:txBody>
      </p:sp>
      <p:sp>
        <p:nvSpPr>
          <p:cNvPr id="24" name="TextBox 23"/>
          <p:cNvSpPr txBox="1"/>
          <p:nvPr/>
        </p:nvSpPr>
        <p:spPr>
          <a:xfrm>
            <a:off x="6096089" y="5373217"/>
            <a:ext cx="679994" cy="246221"/>
          </a:xfrm>
          <a:prstGeom prst="rect">
            <a:avLst/>
          </a:prstGeom>
          <a:noFill/>
        </p:spPr>
        <p:txBody>
          <a:bodyPr wrap="none" rtlCol="0">
            <a:spAutoFit/>
          </a:bodyPr>
          <a:lstStyle/>
          <a:p>
            <a:r>
              <a:rPr lang="en-AU" sz="1000" dirty="0"/>
              <a:t>Summary</a:t>
            </a:r>
          </a:p>
        </p:txBody>
      </p:sp>
      <p:sp>
        <p:nvSpPr>
          <p:cNvPr id="25" name="TextBox 24"/>
          <p:cNvSpPr txBox="1"/>
          <p:nvPr/>
        </p:nvSpPr>
        <p:spPr>
          <a:xfrm>
            <a:off x="1675247" y="142494"/>
            <a:ext cx="671081" cy="369332"/>
          </a:xfrm>
          <a:prstGeom prst="rect">
            <a:avLst/>
          </a:prstGeom>
          <a:noFill/>
        </p:spPr>
        <p:txBody>
          <a:bodyPr wrap="none" rtlCol="0">
            <a:spAutoFit/>
          </a:bodyPr>
          <a:lstStyle/>
          <a:p>
            <a:r>
              <a:rPr lang="en-AU" dirty="0"/>
              <a:t>Tasks</a:t>
            </a:r>
          </a:p>
        </p:txBody>
      </p:sp>
    </p:spTree>
    <p:extLst>
      <p:ext uri="{BB962C8B-B14F-4D97-AF65-F5344CB8AC3E}">
        <p14:creationId xmlns:p14="http://schemas.microsoft.com/office/powerpoint/2010/main" val="2696607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Tree>
    <p:extLst>
      <p:ext uri="{BB962C8B-B14F-4D97-AF65-F5344CB8AC3E}">
        <p14:creationId xmlns:p14="http://schemas.microsoft.com/office/powerpoint/2010/main" val="998452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endParaRPr lang="en-US" dirty="0"/>
          </a:p>
        </p:txBody>
      </p:sp>
      <p:sp>
        <p:nvSpPr>
          <p:cNvPr id="16" name="TextBox 15"/>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Tree>
    <p:extLst>
      <p:ext uri="{BB962C8B-B14F-4D97-AF65-F5344CB8AC3E}">
        <p14:creationId xmlns:p14="http://schemas.microsoft.com/office/powerpoint/2010/main" val="905463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endParaRPr lang="en-US" dirty="0"/>
          </a:p>
        </p:txBody>
      </p:sp>
      <p:sp>
        <p:nvSpPr>
          <p:cNvPr id="5" name="TextBox 4"/>
          <p:cNvSpPr txBox="1"/>
          <p:nvPr/>
        </p:nvSpPr>
        <p:spPr>
          <a:xfrm>
            <a:off x="1643514" y="3581686"/>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16" name="TextBox 15"/>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Tree>
    <p:extLst>
      <p:ext uri="{BB962C8B-B14F-4D97-AF65-F5344CB8AC3E}">
        <p14:creationId xmlns:p14="http://schemas.microsoft.com/office/powerpoint/2010/main" val="1787208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endParaRPr lang="en-US" dirty="0"/>
          </a:p>
        </p:txBody>
      </p:sp>
      <p:sp>
        <p:nvSpPr>
          <p:cNvPr id="5" name="TextBox 4"/>
          <p:cNvSpPr txBox="1"/>
          <p:nvPr/>
        </p:nvSpPr>
        <p:spPr>
          <a:xfrm>
            <a:off x="1643514" y="3581686"/>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
        <p:nvSpPr>
          <p:cNvPr id="16" name="TextBox 15"/>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Tree>
    <p:extLst>
      <p:ext uri="{BB962C8B-B14F-4D97-AF65-F5344CB8AC3E}">
        <p14:creationId xmlns:p14="http://schemas.microsoft.com/office/powerpoint/2010/main" val="5951394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endParaRPr lang="en-US" dirty="0"/>
          </a:p>
        </p:txBody>
      </p:sp>
      <p:sp>
        <p:nvSpPr>
          <p:cNvPr id="5" name="TextBox 4"/>
          <p:cNvSpPr txBox="1"/>
          <p:nvPr/>
        </p:nvSpPr>
        <p:spPr>
          <a:xfrm>
            <a:off x="1643514" y="3581686"/>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
        <p:nvSpPr>
          <p:cNvPr id="20" name="TextBox 19"/>
          <p:cNvSpPr txBox="1"/>
          <p:nvPr/>
        </p:nvSpPr>
        <p:spPr>
          <a:xfrm flipH="1">
            <a:off x="1617471" y="4719022"/>
            <a:ext cx="2120829" cy="923330"/>
          </a:xfrm>
          <a:prstGeom prst="rect">
            <a:avLst/>
          </a:prstGeom>
          <a:noFill/>
        </p:spPr>
        <p:txBody>
          <a:bodyPr wrap="square" rtlCol="0">
            <a:spAutoFit/>
          </a:bodyPr>
          <a:lstStyle/>
          <a:p>
            <a:r>
              <a:rPr lang="en-US" dirty="0" smtClean="0"/>
              <a:t>The formula used for Calculating Simple interest is:</a:t>
            </a:r>
            <a:endParaRPr lang="en-US" dirty="0"/>
          </a:p>
        </p:txBody>
      </p:sp>
      <p:sp>
        <p:nvSpPr>
          <p:cNvPr id="16" name="TextBox 15"/>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Tree>
    <p:extLst>
      <p:ext uri="{BB962C8B-B14F-4D97-AF65-F5344CB8AC3E}">
        <p14:creationId xmlns:p14="http://schemas.microsoft.com/office/powerpoint/2010/main" val="20484657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endParaRPr lang="en-US" dirty="0"/>
          </a:p>
        </p:txBody>
      </p:sp>
      <p:sp>
        <p:nvSpPr>
          <p:cNvPr id="5" name="TextBox 4"/>
          <p:cNvSpPr txBox="1"/>
          <p:nvPr/>
        </p:nvSpPr>
        <p:spPr>
          <a:xfrm>
            <a:off x="1643514" y="3581686"/>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
        <p:nvSpPr>
          <p:cNvPr id="20" name="TextBox 19"/>
          <p:cNvSpPr txBox="1"/>
          <p:nvPr/>
        </p:nvSpPr>
        <p:spPr>
          <a:xfrm flipH="1">
            <a:off x="1617471" y="4719022"/>
            <a:ext cx="2120829" cy="923330"/>
          </a:xfrm>
          <a:prstGeom prst="rect">
            <a:avLst/>
          </a:prstGeom>
          <a:noFill/>
        </p:spPr>
        <p:txBody>
          <a:bodyPr wrap="square" rtlCol="0">
            <a:spAutoFit/>
          </a:bodyPr>
          <a:lstStyle/>
          <a:p>
            <a:r>
              <a:rPr lang="en-US" dirty="0" smtClean="0"/>
              <a:t>The formula used for Calculating Simple interest is:</a:t>
            </a:r>
            <a:endParaRPr lang="en-US" dirty="0"/>
          </a:p>
        </p:txBody>
      </p:sp>
      <p:pic>
        <p:nvPicPr>
          <p:cNvPr id="25" name="Picture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874" y="4611370"/>
            <a:ext cx="4431029" cy="2061964"/>
          </a:xfrm>
          <a:prstGeom prst="rect">
            <a:avLst/>
          </a:prstGeom>
        </p:spPr>
      </p:pic>
      <p:sp>
        <p:nvSpPr>
          <p:cNvPr id="16" name="TextBox 15"/>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What is </a:t>
            </a:r>
            <a:r>
              <a:rPr lang="en-AU" sz="2400" dirty="0" smtClean="0"/>
              <a:t> Simple Interest?</a:t>
            </a:r>
            <a:endParaRPr lang="en-AU" sz="2400" dirty="0"/>
          </a:p>
        </p:txBody>
      </p:sp>
    </p:spTree>
    <p:extLst>
      <p:ext uri="{BB962C8B-B14F-4D97-AF65-F5344CB8AC3E}">
        <p14:creationId xmlns:p14="http://schemas.microsoft.com/office/powerpoint/2010/main" val="16964763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TotalTime>
  <Words>441</Words>
  <Application>Microsoft Macintosh PowerPoint</Application>
  <PresentationFormat>Widescreen</PresentationFormat>
  <Paragraphs>81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 Light</vt:lpstr>
      <vt:lpstr>Arial</vt:lpstr>
      <vt:lpstr>Calibri</vt:lpstr>
      <vt:lpstr>Office Theme</vt:lpstr>
      <vt:lpstr>Simple Interest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Histograms</dc:title>
  <dc:creator>Kath Farmer</dc:creator>
  <cp:lastModifiedBy>Kath Farmer</cp:lastModifiedBy>
  <cp:revision>13</cp:revision>
  <dcterms:created xsi:type="dcterms:W3CDTF">2016-07-25T04:37:25Z</dcterms:created>
  <dcterms:modified xsi:type="dcterms:W3CDTF">2016-07-26T07:35:49Z</dcterms:modified>
</cp:coreProperties>
</file>