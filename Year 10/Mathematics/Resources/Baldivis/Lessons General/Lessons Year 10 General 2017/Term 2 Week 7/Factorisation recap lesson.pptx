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57" r:id="rId3"/>
    <p:sldId id="260" r:id="rId4"/>
    <p:sldId id="264" r:id="rId5"/>
    <p:sldId id="266" r:id="rId6"/>
    <p:sldId id="267" r:id="rId7"/>
    <p:sldId id="262" r:id="rId8"/>
    <p:sldId id="265" r:id="rId9"/>
    <p:sldId id="268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8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80438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7/06/2017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Mental set – what we have learn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3x(4dx + 7h)</a:t>
            </a:r>
          </a:p>
          <a:p>
            <a:pPr marL="0" indent="0">
              <a:buNone/>
            </a:pPr>
            <a:r>
              <a:rPr lang="en-AU" dirty="0"/>
              <a:t>4d + 8hg – 6d =</a:t>
            </a:r>
          </a:p>
          <a:p>
            <a:pPr marL="0" indent="0">
              <a:buNone/>
            </a:pPr>
            <a:r>
              <a:rPr lang="en-AU" dirty="0"/>
              <a:t>5x (7aw – 9x)</a:t>
            </a:r>
          </a:p>
          <a:p>
            <a:pPr marL="0" indent="0">
              <a:buNone/>
            </a:pPr>
            <a:r>
              <a:rPr lang="en-AU" dirty="0"/>
              <a:t>7y – 6ey + 8y – 14ye =</a:t>
            </a:r>
          </a:p>
          <a:p>
            <a:pPr marL="0" indent="0">
              <a:buNone/>
            </a:pPr>
            <a:r>
              <a:rPr lang="en-AU" dirty="0"/>
              <a:t>(x – 3)(x + 5) =</a:t>
            </a:r>
          </a:p>
          <a:p>
            <a:pPr marL="0" indent="0">
              <a:buNone/>
            </a:pPr>
            <a:r>
              <a:rPr lang="en-AU" dirty="0"/>
              <a:t>(x – 7 (x – 4) =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Find common factors and factorise equations.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800" y="3224133"/>
            <a:ext cx="2884870" cy="3084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471" y="1042457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factorise equations?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9536" y="2564904"/>
            <a:ext cx="188624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Factorisation?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What are common factors?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181759" y="2564904"/>
            <a:ext cx="5566705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Factorisation is the process of moving an equation into brackets. This is done by placing the common factors of the equation on the outside of the bracket.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Factors are the numbers you multiply together to get another number. Common factors are common in two separate numbers.</a:t>
            </a:r>
            <a:br>
              <a:rPr lang="en-AU" dirty="0"/>
            </a:br>
            <a:br>
              <a:rPr lang="en-AU" dirty="0"/>
            </a:br>
            <a:r>
              <a:rPr lang="en-AU" dirty="0"/>
              <a:t>Example: 12 and 30</a:t>
            </a:r>
            <a:br>
              <a:rPr lang="en-AU" dirty="0"/>
            </a:br>
            <a:r>
              <a:rPr lang="en-AU" dirty="0"/>
              <a:t>• The factors of 12 are: 1, 2, 3, 4, 6 and 12</a:t>
            </a:r>
            <a:br>
              <a:rPr lang="en-AU" dirty="0"/>
            </a:br>
            <a:r>
              <a:rPr lang="en-AU" dirty="0"/>
              <a:t>• The factors of 30 are: 1, 2, 3, 5, 6, 10, 15 and 30</a:t>
            </a:r>
            <a:br>
              <a:rPr lang="en-AU" dirty="0"/>
            </a:br>
            <a:r>
              <a:rPr lang="en-AU" dirty="0"/>
              <a:t>So the common factors of 12 and 30 are: 1, 2, 3 and 6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06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Factorisation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I factorise equations?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536" y="2204864"/>
            <a:ext cx="2160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the steps of factorisation?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59832" y="2348880"/>
            <a:ext cx="56886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/>
              <a:t>Find the common factors within the equation.</a:t>
            </a:r>
          </a:p>
          <a:p>
            <a:r>
              <a:rPr lang="en-AU" dirty="0"/>
              <a:t>18xy + 30y (2, 3, 6, y) </a:t>
            </a:r>
          </a:p>
          <a:p>
            <a:r>
              <a:rPr lang="en-AU" dirty="0"/>
              <a:t>If letters are present in both terms they are also common factors.</a:t>
            </a:r>
          </a:p>
          <a:p>
            <a:r>
              <a:rPr lang="en-AU" dirty="0"/>
              <a:t>2. Choose the Highest Common factor (HCF) and any common letters and place them on the outside of the bracket.</a:t>
            </a:r>
          </a:p>
          <a:p>
            <a:r>
              <a:rPr lang="en-AU" dirty="0"/>
              <a:t>6y (</a:t>
            </a:r>
          </a:p>
          <a:p>
            <a:r>
              <a:rPr lang="en-AU" dirty="0"/>
              <a:t>3. We need to think of a number and letters that we can multiply 6y by to get it back to 18xy? 6y x </a:t>
            </a:r>
            <a:r>
              <a:rPr lang="en-AU" b="1" dirty="0"/>
              <a:t>3x</a:t>
            </a:r>
            <a:r>
              <a:rPr lang="en-AU" dirty="0"/>
              <a:t> =18xy</a:t>
            </a:r>
          </a:p>
          <a:p>
            <a:r>
              <a:rPr lang="en-AU" dirty="0"/>
              <a:t>6y ( 3x</a:t>
            </a:r>
          </a:p>
          <a:p>
            <a:r>
              <a:rPr lang="en-AU" dirty="0"/>
              <a:t>4. We need to think of a number and letters that we can multiply 6y by to get it back to 30y? 6y x </a:t>
            </a:r>
            <a:r>
              <a:rPr lang="en-AU" b="1" dirty="0"/>
              <a:t>5</a:t>
            </a:r>
            <a:r>
              <a:rPr lang="en-AU" dirty="0"/>
              <a:t>= 30y</a:t>
            </a:r>
          </a:p>
          <a:p>
            <a:pPr algn="ctr"/>
            <a:r>
              <a:rPr lang="en-AU" dirty="0"/>
              <a:t>6y (3x + 5)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33463" t="45798" r="51574" b="38794"/>
          <a:stretch/>
        </p:blipFill>
        <p:spPr>
          <a:xfrm>
            <a:off x="0" y="3836333"/>
            <a:ext cx="2915816" cy="218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Check for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59632" y="1628800"/>
            <a:ext cx="72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1100" t="33192" r="31888" b="55603"/>
          <a:stretch/>
        </p:blipFill>
        <p:spPr>
          <a:xfrm>
            <a:off x="20746" y="1112550"/>
            <a:ext cx="8799726" cy="14523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/>
          <a:srcRect l="32675" t="57003" r="62382" b="33192"/>
          <a:stretch/>
        </p:blipFill>
        <p:spPr>
          <a:xfrm>
            <a:off x="971600" y="2848274"/>
            <a:ext cx="2448272" cy="331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7744" y="188640"/>
            <a:ext cx="76328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/>
              <a:t>Guided 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755576" y="1268760"/>
                <a:ext cx="7992888" cy="52014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sz="2000" dirty="0"/>
                  <a:t>3kh + 9h</a:t>
                </a:r>
              </a:p>
              <a:p>
                <a:endParaRPr lang="en-AU" sz="2000" dirty="0"/>
              </a:p>
              <a:p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/>
                  <a:t>6de – 18hd</a:t>
                </a:r>
              </a:p>
              <a:p>
                <a:endParaRPr lang="en-AU" sz="2000" dirty="0"/>
              </a:p>
              <a:p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/>
                  <a:t>24kh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000" dirty="0"/>
                  <a:t> - 36hd</a:t>
                </a:r>
              </a:p>
              <a:p>
                <a:endParaRPr lang="en-AU" sz="2000" dirty="0"/>
              </a:p>
              <a:p>
                <a:endParaRPr lang="en-AU" sz="2000" dirty="0"/>
              </a:p>
              <a:p>
                <a:endParaRPr lang="en-AU" sz="2000" dirty="0"/>
              </a:p>
              <a:p>
                <a:r>
                  <a:rPr lang="en-AU" sz="2000" dirty="0"/>
                  <a:t>42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sz="2000" dirty="0"/>
                  <a:t>mg + 72md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000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576" y="1268760"/>
                <a:ext cx="7992888" cy="5201424"/>
              </a:xfrm>
              <a:prstGeom prst="rect">
                <a:avLst/>
              </a:prstGeom>
              <a:blipFill>
                <a:blip r:embed="rId3"/>
                <a:stretch>
                  <a:fillRect l="-839" b="-117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/>
          <a:srcRect l="31100" t="42997" r="32675" b="47198"/>
          <a:stretch/>
        </p:blipFill>
        <p:spPr>
          <a:xfrm>
            <a:off x="899592" y="1016732"/>
            <a:ext cx="7848872" cy="119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73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30792" t="53135" r="36582" b="32546"/>
          <a:stretch/>
        </p:blipFill>
        <p:spPr>
          <a:xfrm>
            <a:off x="0" y="1417637"/>
            <a:ext cx="9144001" cy="2875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Closure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Please Take a moment Year 10’s and fill in your summaries and answer the EQ in your own words.</a:t>
            </a:r>
          </a:p>
          <a:p>
            <a:pPr marL="0" indent="0">
              <a:buNone/>
            </a:pPr>
            <a:r>
              <a:rPr lang="en-AU" b="1" dirty="0"/>
              <a:t>How do I factorise equations?</a:t>
            </a:r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Thankyou Year 10’s and have a wonderful day.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Here is a joke for the road.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2229074"/>
            <a:ext cx="5400600" cy="433365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1902" y="4543426"/>
            <a:ext cx="28575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23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390</Words>
  <Application>Microsoft Office PowerPoint</Application>
  <PresentationFormat>On-screen Show (4:3)</PresentationFormat>
  <Paragraphs>95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 Math</vt:lpstr>
      <vt:lpstr>Office Theme</vt:lpstr>
      <vt:lpstr>Mental set – what we have learn so far</vt:lpstr>
      <vt:lpstr>Lesson objective</vt:lpstr>
      <vt:lpstr>PowerPoint Presentation</vt:lpstr>
      <vt:lpstr>PowerPoint Presentation</vt:lpstr>
      <vt:lpstr>PowerPoint Presentation</vt:lpstr>
      <vt:lpstr>PowerPoint Presentation</vt:lpstr>
      <vt:lpstr>Activity</vt:lpstr>
      <vt:lpstr>Closure activity</vt:lpstr>
      <vt:lpstr>Thankyou Year 10’s and have a wonderful day.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CRAIG Mason [Baldivis Secondary College]</cp:lastModifiedBy>
  <cp:revision>13</cp:revision>
  <dcterms:created xsi:type="dcterms:W3CDTF">2016-10-20T03:14:06Z</dcterms:created>
  <dcterms:modified xsi:type="dcterms:W3CDTF">2017-06-07T14:06:20Z</dcterms:modified>
</cp:coreProperties>
</file>