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7" r:id="rId2"/>
    <p:sldId id="345" r:id="rId3"/>
    <p:sldId id="343" r:id="rId4"/>
    <p:sldId id="333" r:id="rId5"/>
    <p:sldId id="344" r:id="rId6"/>
    <p:sldId id="348" r:id="rId7"/>
    <p:sldId id="346" r:id="rId8"/>
    <p:sldId id="347" r:id="rId9"/>
    <p:sldId id="349" r:id="rId10"/>
    <p:sldId id="351" r:id="rId11"/>
    <p:sldId id="350" r:id="rId12"/>
    <p:sldId id="352" r:id="rId13"/>
    <p:sldId id="353" r:id="rId14"/>
    <p:sldId id="354" r:id="rId15"/>
    <p:sldId id="355" r:id="rId16"/>
    <p:sldId id="356" r:id="rId17"/>
    <p:sldId id="260" r:id="rId18"/>
    <p:sldId id="30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81FAE2-396C-4EDD-AC27-FC71003682D8}">
          <p14:sldIdLst>
            <p14:sldId id="257"/>
            <p14:sldId id="345"/>
            <p14:sldId id="343"/>
            <p14:sldId id="333"/>
            <p14:sldId id="344"/>
            <p14:sldId id="348"/>
            <p14:sldId id="346"/>
            <p14:sldId id="347"/>
            <p14:sldId id="349"/>
            <p14:sldId id="351"/>
            <p14:sldId id="350"/>
            <p14:sldId id="352"/>
            <p14:sldId id="353"/>
            <p14:sldId id="354"/>
            <p14:sldId id="355"/>
            <p14:sldId id="356"/>
            <p14:sldId id="260"/>
            <p14:sldId id="30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gdeline Lum" initials="ML" lastIdx="1" clrIdx="0">
    <p:extLst>
      <p:ext uri="{19B8F6BF-5375-455C-9EA6-DF929625EA0E}">
        <p15:presenceInfo xmlns:p15="http://schemas.microsoft.com/office/powerpoint/2012/main" userId="84ffe2a5011a3e7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1" d="100"/>
          <a:sy n="101" d="100"/>
        </p:scale>
        <p:origin x="30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ilton Stott" userId="e28223afab1f786a" providerId="LiveId" clId="{E2D5A2C6-F7EE-4FFA-976E-3927ADF26FA1}"/>
    <pc:docChg chg="undo custSel addSld delSld modSld sldOrd modSection">
      <pc:chgData name="Hamilton Stott" userId="e28223afab1f786a" providerId="LiveId" clId="{E2D5A2C6-F7EE-4FFA-976E-3927ADF26FA1}" dt="2018-06-10T10:57:32.548" v="2052" actId="20577"/>
      <pc:docMkLst>
        <pc:docMk/>
      </pc:docMkLst>
      <pc:sldChg chg="addSp delSp modSp">
        <pc:chgData name="Hamilton Stott" userId="e28223afab1f786a" providerId="LiveId" clId="{E2D5A2C6-F7EE-4FFA-976E-3927ADF26FA1}" dt="2018-06-10T09:08:04.305" v="196"/>
        <pc:sldMkLst>
          <pc:docMk/>
          <pc:sldMk cId="506761459" sldId="257"/>
        </pc:sldMkLst>
        <pc:spChg chg="mod">
          <ac:chgData name="Hamilton Stott" userId="e28223afab1f786a" providerId="LiveId" clId="{E2D5A2C6-F7EE-4FFA-976E-3927ADF26FA1}" dt="2018-06-10T09:05:04.345" v="194" actId="27636"/>
          <ac:spMkLst>
            <pc:docMk/>
            <pc:sldMk cId="506761459" sldId="257"/>
            <ac:spMk id="2" creationId="{00000000-0000-0000-0000-000000000000}"/>
          </ac:spMkLst>
        </pc:spChg>
        <pc:picChg chg="add del mod">
          <ac:chgData name="Hamilton Stott" userId="e28223afab1f786a" providerId="LiveId" clId="{E2D5A2C6-F7EE-4FFA-976E-3927ADF26FA1}" dt="2018-06-10T09:08:04.305" v="196"/>
          <ac:picMkLst>
            <pc:docMk/>
            <pc:sldMk cId="506761459" sldId="257"/>
            <ac:picMk id="2050" creationId="{85858413-BF02-48BC-87FC-18CACE84C194}"/>
          </ac:picMkLst>
        </pc:picChg>
      </pc:sldChg>
      <pc:sldChg chg="addSp delSp modSp modNotesTx">
        <pc:chgData name="Hamilton Stott" userId="e28223afab1f786a" providerId="LiveId" clId="{E2D5A2C6-F7EE-4FFA-976E-3927ADF26FA1}" dt="2018-06-10T10:54:26.835" v="2021" actId="20577"/>
        <pc:sldMkLst>
          <pc:docMk/>
          <pc:sldMk cId="1900796813" sldId="305"/>
        </pc:sldMkLst>
        <pc:spChg chg="mod">
          <ac:chgData name="Hamilton Stott" userId="e28223afab1f786a" providerId="LiveId" clId="{E2D5A2C6-F7EE-4FFA-976E-3927ADF26FA1}" dt="2018-06-10T10:51:56.055" v="1870" actId="1076"/>
          <ac:spMkLst>
            <pc:docMk/>
            <pc:sldMk cId="1900796813" sldId="305"/>
            <ac:spMk id="2" creationId="{00000000-0000-0000-0000-000000000000}"/>
          </ac:spMkLst>
        </pc:spChg>
        <pc:spChg chg="del mod">
          <ac:chgData name="Hamilton Stott" userId="e28223afab1f786a" providerId="LiveId" clId="{E2D5A2C6-F7EE-4FFA-976E-3927ADF26FA1}" dt="2018-06-10T10:52:42.678" v="1879"/>
          <ac:spMkLst>
            <pc:docMk/>
            <pc:sldMk cId="1900796813" sldId="305"/>
            <ac:spMk id="3" creationId="{00000000-0000-0000-0000-000000000000}"/>
          </ac:spMkLst>
        </pc:spChg>
        <pc:spChg chg="add del mod">
          <ac:chgData name="Hamilton Stott" userId="e28223afab1f786a" providerId="LiveId" clId="{E2D5A2C6-F7EE-4FFA-976E-3927ADF26FA1}" dt="2018-06-10T10:49:28.284" v="1839" actId="478"/>
          <ac:spMkLst>
            <pc:docMk/>
            <pc:sldMk cId="1900796813" sldId="305"/>
            <ac:spMk id="4" creationId="{BDD12923-E8D0-45C7-8DFB-FA164045B77D}"/>
          </ac:spMkLst>
        </pc:spChg>
        <pc:spChg chg="add mod">
          <ac:chgData name="Hamilton Stott" userId="e28223afab1f786a" providerId="LiveId" clId="{E2D5A2C6-F7EE-4FFA-976E-3927ADF26FA1}" dt="2018-06-10T10:52:14.251" v="1873" actId="1076"/>
          <ac:spMkLst>
            <pc:docMk/>
            <pc:sldMk cId="1900796813" sldId="305"/>
            <ac:spMk id="6" creationId="{3F5F772A-F66D-4D13-B11F-6DB3F2C82E64}"/>
          </ac:spMkLst>
        </pc:spChg>
        <pc:spChg chg="add mod">
          <ac:chgData name="Hamilton Stott" userId="e28223afab1f786a" providerId="LiveId" clId="{E2D5A2C6-F7EE-4FFA-976E-3927ADF26FA1}" dt="2018-06-10T10:52:00.739" v="1871" actId="1076"/>
          <ac:spMkLst>
            <pc:docMk/>
            <pc:sldMk cId="1900796813" sldId="305"/>
            <ac:spMk id="9" creationId="{4A469722-0518-4446-818A-1435F36C7435}"/>
          </ac:spMkLst>
        </pc:spChg>
        <pc:spChg chg="add mod">
          <ac:chgData name="Hamilton Stott" userId="e28223afab1f786a" providerId="LiveId" clId="{E2D5A2C6-F7EE-4FFA-976E-3927ADF26FA1}" dt="2018-06-10T10:53:52.617" v="1984" actId="20577"/>
          <ac:spMkLst>
            <pc:docMk/>
            <pc:sldMk cId="1900796813" sldId="305"/>
            <ac:spMk id="13" creationId="{08EB2B14-5F5C-46AF-807C-8115B31E62A4}"/>
          </ac:spMkLst>
        </pc:spChg>
        <pc:picChg chg="add del">
          <ac:chgData name="Hamilton Stott" userId="e28223afab1f786a" providerId="LiveId" clId="{E2D5A2C6-F7EE-4FFA-976E-3927ADF26FA1}" dt="2018-06-10T10:49:44.082" v="1841" actId="478"/>
          <ac:picMkLst>
            <pc:docMk/>
            <pc:sldMk cId="1900796813" sldId="305"/>
            <ac:picMk id="5" creationId="{9FAC5194-9504-414A-8856-BD6AEC34240B}"/>
          </ac:picMkLst>
        </pc:picChg>
        <pc:picChg chg="add mod">
          <ac:chgData name="Hamilton Stott" userId="e28223afab1f786a" providerId="LiveId" clId="{E2D5A2C6-F7EE-4FFA-976E-3927ADF26FA1}" dt="2018-06-10T10:52:16.932" v="1874" actId="1076"/>
          <ac:picMkLst>
            <pc:docMk/>
            <pc:sldMk cId="1900796813" sldId="305"/>
            <ac:picMk id="7" creationId="{5593B351-2244-4FC2-8419-76FF270AD5FE}"/>
          </ac:picMkLst>
        </pc:picChg>
        <pc:picChg chg="add del mod">
          <ac:chgData name="Hamilton Stott" userId="e28223afab1f786a" providerId="LiveId" clId="{E2D5A2C6-F7EE-4FFA-976E-3927ADF26FA1}" dt="2018-06-10T10:51:04.804" v="1853"/>
          <ac:picMkLst>
            <pc:docMk/>
            <pc:sldMk cId="1900796813" sldId="305"/>
            <ac:picMk id="8" creationId="{375D55F6-7492-4E90-889B-D0D388C23313}"/>
          </ac:picMkLst>
        </pc:picChg>
        <pc:picChg chg="add del mod">
          <ac:chgData name="Hamilton Stott" userId="e28223afab1f786a" providerId="LiveId" clId="{E2D5A2C6-F7EE-4FFA-976E-3927ADF26FA1}" dt="2018-06-10T10:51:32.210" v="1860"/>
          <ac:picMkLst>
            <pc:docMk/>
            <pc:sldMk cId="1900796813" sldId="305"/>
            <ac:picMk id="10" creationId="{DDE465C1-283C-48F6-B4C9-49C9182136A3}"/>
          </ac:picMkLst>
        </pc:picChg>
        <pc:picChg chg="add mod">
          <ac:chgData name="Hamilton Stott" userId="e28223afab1f786a" providerId="LiveId" clId="{E2D5A2C6-F7EE-4FFA-976E-3927ADF26FA1}" dt="2018-06-10T10:52:03.079" v="1872" actId="1076"/>
          <ac:picMkLst>
            <pc:docMk/>
            <pc:sldMk cId="1900796813" sldId="305"/>
            <ac:picMk id="11" creationId="{379D3481-1804-4CB7-A484-7DD069D2014A}"/>
          </ac:picMkLst>
        </pc:picChg>
        <pc:picChg chg="add del mod">
          <ac:chgData name="Hamilton Stott" userId="e28223afab1f786a" providerId="LiveId" clId="{E2D5A2C6-F7EE-4FFA-976E-3927ADF26FA1}" dt="2018-06-10T10:52:40.155" v="1878" actId="478"/>
          <ac:picMkLst>
            <pc:docMk/>
            <pc:sldMk cId="1900796813" sldId="305"/>
            <ac:picMk id="12" creationId="{63D833BA-711C-412C-985C-059FBBD58608}"/>
          </ac:picMkLst>
        </pc:picChg>
      </pc:sldChg>
      <pc:sldChg chg="del">
        <pc:chgData name="Hamilton Stott" userId="e28223afab1f786a" providerId="LiveId" clId="{E2D5A2C6-F7EE-4FFA-976E-3927ADF26FA1}" dt="2018-06-10T01:52:02.828" v="0" actId="2696"/>
        <pc:sldMkLst>
          <pc:docMk/>
          <pc:sldMk cId="3515096521" sldId="322"/>
        </pc:sldMkLst>
      </pc:sldChg>
      <pc:sldChg chg="addSp delSp modSp modAnim">
        <pc:chgData name="Hamilton Stott" userId="e28223afab1f786a" providerId="LiveId" clId="{E2D5A2C6-F7EE-4FFA-976E-3927ADF26FA1}" dt="2018-06-10T10:07:05.872" v="607" actId="14100"/>
        <pc:sldMkLst>
          <pc:docMk/>
          <pc:sldMk cId="547947872" sldId="333"/>
        </pc:sldMkLst>
        <pc:spChg chg="del mod">
          <ac:chgData name="Hamilton Stott" userId="e28223afab1f786a" providerId="LiveId" clId="{E2D5A2C6-F7EE-4FFA-976E-3927ADF26FA1}" dt="2018-06-10T10:07:00.973" v="605" actId="478"/>
          <ac:spMkLst>
            <pc:docMk/>
            <pc:sldMk cId="547947872" sldId="333"/>
            <ac:spMk id="2" creationId="{11213A08-57C3-4729-A2F3-EDC657290F33}"/>
          </ac:spMkLst>
        </pc:spChg>
        <pc:spChg chg="del">
          <ac:chgData name="Hamilton Stott" userId="e28223afab1f786a" providerId="LiveId" clId="{E2D5A2C6-F7EE-4FFA-976E-3927ADF26FA1}" dt="2018-06-10T09:02:50.869" v="180" actId="478"/>
          <ac:spMkLst>
            <pc:docMk/>
            <pc:sldMk cId="547947872" sldId="333"/>
            <ac:spMk id="5" creationId="{BC70CC9C-400C-46DA-BBB2-CBA813C72C07}"/>
          </ac:spMkLst>
        </pc:spChg>
        <pc:spChg chg="mod">
          <ac:chgData name="Hamilton Stott" userId="e28223afab1f786a" providerId="LiveId" clId="{E2D5A2C6-F7EE-4FFA-976E-3927ADF26FA1}" dt="2018-06-10T08:23:26.226" v="54" actId="20577"/>
          <ac:spMkLst>
            <pc:docMk/>
            <pc:sldMk cId="547947872" sldId="333"/>
            <ac:spMk id="10" creationId="{00000000-0000-0000-0000-000000000000}"/>
          </ac:spMkLst>
        </pc:spChg>
        <pc:spChg chg="mod">
          <ac:chgData name="Hamilton Stott" userId="e28223afab1f786a" providerId="LiveId" clId="{E2D5A2C6-F7EE-4FFA-976E-3927ADF26FA1}" dt="2018-06-10T08:23:31.235" v="56" actId="20577"/>
          <ac:spMkLst>
            <pc:docMk/>
            <pc:sldMk cId="547947872" sldId="333"/>
            <ac:spMk id="11" creationId="{00000000-0000-0000-0000-000000000000}"/>
          </ac:spMkLst>
        </pc:spChg>
        <pc:spChg chg="mod">
          <ac:chgData name="Hamilton Stott" userId="e28223afab1f786a" providerId="LiveId" clId="{E2D5A2C6-F7EE-4FFA-976E-3927ADF26FA1}" dt="2018-06-10T08:28:48.315" v="85" actId="20577"/>
          <ac:spMkLst>
            <pc:docMk/>
            <pc:sldMk cId="547947872" sldId="333"/>
            <ac:spMk id="33" creationId="{00000000-0000-0000-0000-000000000000}"/>
          </ac:spMkLst>
        </pc:spChg>
        <pc:spChg chg="del">
          <ac:chgData name="Hamilton Stott" userId="e28223afab1f786a" providerId="LiveId" clId="{E2D5A2C6-F7EE-4FFA-976E-3927ADF26FA1}" dt="2018-06-10T09:02:53.037" v="181" actId="478"/>
          <ac:spMkLst>
            <pc:docMk/>
            <pc:sldMk cId="547947872" sldId="333"/>
            <ac:spMk id="35" creationId="{653B58FB-E891-46FB-89C3-81B9A464B3C5}"/>
          </ac:spMkLst>
        </pc:spChg>
        <pc:picChg chg="del">
          <ac:chgData name="Hamilton Stott" userId="e28223afab1f786a" providerId="LiveId" clId="{E2D5A2C6-F7EE-4FFA-976E-3927ADF26FA1}" dt="2018-06-10T09:02:42.583" v="177" actId="478"/>
          <ac:picMkLst>
            <pc:docMk/>
            <pc:sldMk cId="547947872" sldId="333"/>
            <ac:picMk id="8" creationId="{3730D496-8411-4121-BC0D-2B320011B960}"/>
          </ac:picMkLst>
        </pc:picChg>
        <pc:picChg chg="add mod">
          <ac:chgData name="Hamilton Stott" userId="e28223afab1f786a" providerId="LiveId" clId="{E2D5A2C6-F7EE-4FFA-976E-3927ADF26FA1}" dt="2018-06-10T10:07:05.872" v="607" actId="14100"/>
          <ac:picMkLst>
            <pc:docMk/>
            <pc:sldMk cId="547947872" sldId="333"/>
            <ac:picMk id="1026" creationId="{0D7280DA-EBFA-4541-8D66-469B6BCB32A4}"/>
          </ac:picMkLst>
        </pc:picChg>
      </pc:sldChg>
      <pc:sldChg chg="del">
        <pc:chgData name="Hamilton Stott" userId="e28223afab1f786a" providerId="LiveId" clId="{E2D5A2C6-F7EE-4FFA-976E-3927ADF26FA1}" dt="2018-06-10T10:48:12.703" v="1835" actId="2696"/>
        <pc:sldMkLst>
          <pc:docMk/>
          <pc:sldMk cId="1132720665" sldId="335"/>
        </pc:sldMkLst>
      </pc:sldChg>
      <pc:sldChg chg="del">
        <pc:chgData name="Hamilton Stott" userId="e28223afab1f786a" providerId="LiveId" clId="{E2D5A2C6-F7EE-4FFA-976E-3927ADF26FA1}" dt="2018-06-10T01:52:02.866" v="1" actId="2696"/>
        <pc:sldMkLst>
          <pc:docMk/>
          <pc:sldMk cId="4139014988" sldId="338"/>
        </pc:sldMkLst>
      </pc:sldChg>
      <pc:sldChg chg="del">
        <pc:chgData name="Hamilton Stott" userId="e28223afab1f786a" providerId="LiveId" clId="{E2D5A2C6-F7EE-4FFA-976E-3927ADF26FA1}" dt="2018-06-10T10:34:46.996" v="1566" actId="2696"/>
        <pc:sldMkLst>
          <pc:docMk/>
          <pc:sldMk cId="3827794391" sldId="339"/>
        </pc:sldMkLst>
      </pc:sldChg>
      <pc:sldChg chg="del">
        <pc:chgData name="Hamilton Stott" userId="e28223afab1f786a" providerId="LiveId" clId="{E2D5A2C6-F7EE-4FFA-976E-3927ADF26FA1}" dt="2018-06-10T10:34:47.011" v="1567" actId="2696"/>
        <pc:sldMkLst>
          <pc:docMk/>
          <pc:sldMk cId="1088426745" sldId="340"/>
        </pc:sldMkLst>
      </pc:sldChg>
      <pc:sldChg chg="del">
        <pc:chgData name="Hamilton Stott" userId="e28223afab1f786a" providerId="LiveId" clId="{E2D5A2C6-F7EE-4FFA-976E-3927ADF26FA1}" dt="2018-06-10T10:48:08.352" v="1834" actId="2696"/>
        <pc:sldMkLst>
          <pc:docMk/>
          <pc:sldMk cId="321747101" sldId="341"/>
        </pc:sldMkLst>
      </pc:sldChg>
      <pc:sldChg chg="del">
        <pc:chgData name="Hamilton Stott" userId="e28223afab1f786a" providerId="LiveId" clId="{E2D5A2C6-F7EE-4FFA-976E-3927ADF26FA1}" dt="2018-06-10T10:48:08.350" v="1833" actId="2696"/>
        <pc:sldMkLst>
          <pc:docMk/>
          <pc:sldMk cId="3588525429" sldId="342"/>
        </pc:sldMkLst>
      </pc:sldChg>
      <pc:sldChg chg="addSp delSp modSp add ord delAnim">
        <pc:chgData name="Hamilton Stott" userId="e28223afab1f786a" providerId="LiveId" clId="{E2D5A2C6-F7EE-4FFA-976E-3927ADF26FA1}" dt="2018-06-10T10:06:44.789" v="602"/>
        <pc:sldMkLst>
          <pc:docMk/>
          <pc:sldMk cId="126630564" sldId="343"/>
        </pc:sldMkLst>
        <pc:spChg chg="del">
          <ac:chgData name="Hamilton Stott" userId="e28223afab1f786a" providerId="LiveId" clId="{E2D5A2C6-F7EE-4FFA-976E-3927ADF26FA1}" dt="2018-06-10T09:03:51.153" v="186" actId="478"/>
          <ac:spMkLst>
            <pc:docMk/>
            <pc:sldMk cId="126630564" sldId="343"/>
            <ac:spMk id="2" creationId="{11213A08-57C3-4729-A2F3-EDC657290F33}"/>
          </ac:spMkLst>
        </pc:spChg>
        <pc:spChg chg="add mod">
          <ac:chgData name="Hamilton Stott" userId="e28223afab1f786a" providerId="LiveId" clId="{E2D5A2C6-F7EE-4FFA-976E-3927ADF26FA1}" dt="2018-06-10T10:06:44.789" v="602"/>
          <ac:spMkLst>
            <pc:docMk/>
            <pc:sldMk cId="126630564" sldId="343"/>
            <ac:spMk id="13" creationId="{975F7A3F-5FE9-42C0-8413-D3D6815AE3BC}"/>
          </ac:spMkLst>
        </pc:spChg>
        <pc:picChg chg="add del mod">
          <ac:chgData name="Hamilton Stott" userId="e28223afab1f786a" providerId="LiveId" clId="{E2D5A2C6-F7EE-4FFA-976E-3927ADF26FA1}" dt="2018-06-10T09:08:18.955" v="201"/>
          <ac:picMkLst>
            <pc:docMk/>
            <pc:sldMk cId="126630564" sldId="343"/>
            <ac:picMk id="12" creationId="{1FC1C68E-700A-4280-86D5-7201295F88D1}"/>
          </ac:picMkLst>
        </pc:picChg>
        <pc:picChg chg="del">
          <ac:chgData name="Hamilton Stott" userId="e28223afab1f786a" providerId="LiveId" clId="{E2D5A2C6-F7EE-4FFA-976E-3927ADF26FA1}" dt="2018-06-10T09:03:46.622" v="185" actId="478"/>
          <ac:picMkLst>
            <pc:docMk/>
            <pc:sldMk cId="126630564" sldId="343"/>
            <ac:picMk id="1026" creationId="{0D7280DA-EBFA-4541-8D66-469B6BCB32A4}"/>
          </ac:picMkLst>
        </pc:picChg>
      </pc:sldChg>
      <pc:sldChg chg="addSp delSp modSp add delAnim">
        <pc:chgData name="Hamilton Stott" userId="e28223afab1f786a" providerId="LiveId" clId="{E2D5A2C6-F7EE-4FFA-976E-3927ADF26FA1}" dt="2018-06-10T10:08:27.758" v="615" actId="1076"/>
        <pc:sldMkLst>
          <pc:docMk/>
          <pc:sldMk cId="3151445634" sldId="344"/>
        </pc:sldMkLst>
        <pc:spChg chg="del">
          <ac:chgData name="Hamilton Stott" userId="e28223afab1f786a" providerId="LiveId" clId="{E2D5A2C6-F7EE-4FFA-976E-3927ADF26FA1}" dt="2018-06-10T10:08:06.557" v="611" actId="478"/>
          <ac:spMkLst>
            <pc:docMk/>
            <pc:sldMk cId="3151445634" sldId="344"/>
            <ac:spMk id="2" creationId="{11213A08-57C3-4729-A2F3-EDC657290F33}"/>
          </ac:spMkLst>
        </pc:spChg>
        <pc:picChg chg="add mod">
          <ac:chgData name="Hamilton Stott" userId="e28223afab1f786a" providerId="LiveId" clId="{E2D5A2C6-F7EE-4FFA-976E-3927ADF26FA1}" dt="2018-06-10T10:08:27.758" v="615" actId="1076"/>
          <ac:picMkLst>
            <pc:docMk/>
            <pc:sldMk cId="3151445634" sldId="344"/>
            <ac:picMk id="3" creationId="{42AEE5D6-510E-421B-BCFB-4BA28F09F0BF}"/>
          </ac:picMkLst>
        </pc:picChg>
        <pc:picChg chg="del">
          <ac:chgData name="Hamilton Stott" userId="e28223afab1f786a" providerId="LiveId" clId="{E2D5A2C6-F7EE-4FFA-976E-3927ADF26FA1}" dt="2018-06-10T10:07:57.251" v="610" actId="478"/>
          <ac:picMkLst>
            <pc:docMk/>
            <pc:sldMk cId="3151445634" sldId="344"/>
            <ac:picMk id="1026" creationId="{0D7280DA-EBFA-4541-8D66-469B6BCB32A4}"/>
          </ac:picMkLst>
        </pc:picChg>
      </pc:sldChg>
      <pc:sldChg chg="addSp add ord">
        <pc:chgData name="Hamilton Stott" userId="e28223afab1f786a" providerId="LiveId" clId="{E2D5A2C6-F7EE-4FFA-976E-3927ADF26FA1}" dt="2018-06-10T09:08:24.436" v="204"/>
        <pc:sldMkLst>
          <pc:docMk/>
          <pc:sldMk cId="884313433" sldId="345"/>
        </pc:sldMkLst>
        <pc:picChg chg="add">
          <ac:chgData name="Hamilton Stott" userId="e28223afab1f786a" providerId="LiveId" clId="{E2D5A2C6-F7EE-4FFA-976E-3927ADF26FA1}" dt="2018-06-10T09:08:19.990" v="202"/>
          <ac:picMkLst>
            <pc:docMk/>
            <pc:sldMk cId="884313433" sldId="345"/>
            <ac:picMk id="2" creationId="{0BE3BD08-55FC-4F8A-A013-7ADB0AE626F5}"/>
          </ac:picMkLst>
        </pc:picChg>
      </pc:sldChg>
      <pc:sldChg chg="addSp delSp modSp add delAnim">
        <pc:chgData name="Hamilton Stott" userId="e28223afab1f786a" providerId="LiveId" clId="{E2D5A2C6-F7EE-4FFA-976E-3927ADF26FA1}" dt="2018-06-10T10:15:19.592" v="1129" actId="14100"/>
        <pc:sldMkLst>
          <pc:docMk/>
          <pc:sldMk cId="3127200649" sldId="346"/>
        </pc:sldMkLst>
        <pc:spChg chg="mod">
          <ac:chgData name="Hamilton Stott" userId="e28223afab1f786a" providerId="LiveId" clId="{E2D5A2C6-F7EE-4FFA-976E-3927ADF26FA1}" dt="2018-06-10T10:15:19.592" v="1129" actId="14100"/>
          <ac:spMkLst>
            <pc:docMk/>
            <pc:sldMk cId="3127200649" sldId="346"/>
            <ac:spMk id="2" creationId="{11213A08-57C3-4729-A2F3-EDC657290F33}"/>
          </ac:spMkLst>
        </pc:spChg>
        <pc:picChg chg="add mod">
          <ac:chgData name="Hamilton Stott" userId="e28223afab1f786a" providerId="LiveId" clId="{E2D5A2C6-F7EE-4FFA-976E-3927ADF26FA1}" dt="2018-06-10T10:12:57.580" v="799" actId="14100"/>
          <ac:picMkLst>
            <pc:docMk/>
            <pc:sldMk cId="3127200649" sldId="346"/>
            <ac:picMk id="3" creationId="{CA04CA6D-E601-4533-A501-CD70BE89A37C}"/>
          </ac:picMkLst>
        </pc:picChg>
        <pc:picChg chg="del">
          <ac:chgData name="Hamilton Stott" userId="e28223afab1f786a" providerId="LiveId" clId="{E2D5A2C6-F7EE-4FFA-976E-3927ADF26FA1}" dt="2018-06-10T10:12:43.119" v="794" actId="478"/>
          <ac:picMkLst>
            <pc:docMk/>
            <pc:sldMk cId="3127200649" sldId="346"/>
            <ac:picMk id="1026" creationId="{0D7280DA-EBFA-4541-8D66-469B6BCB32A4}"/>
          </ac:picMkLst>
        </pc:picChg>
      </pc:sldChg>
      <pc:sldChg chg="addSp delSp modSp add delAnim modAnim">
        <pc:chgData name="Hamilton Stott" userId="e28223afab1f786a" providerId="LiveId" clId="{E2D5A2C6-F7EE-4FFA-976E-3927ADF26FA1}" dt="2018-06-10T10:23:22.127" v="1138"/>
        <pc:sldMkLst>
          <pc:docMk/>
          <pc:sldMk cId="126528499" sldId="347"/>
        </pc:sldMkLst>
        <pc:spChg chg="del">
          <ac:chgData name="Hamilton Stott" userId="e28223afab1f786a" providerId="LiveId" clId="{E2D5A2C6-F7EE-4FFA-976E-3927ADF26FA1}" dt="2018-06-10T10:22:48.944" v="1130" actId="478"/>
          <ac:spMkLst>
            <pc:docMk/>
            <pc:sldMk cId="126528499" sldId="347"/>
            <ac:spMk id="2" creationId="{11213A08-57C3-4729-A2F3-EDC657290F33}"/>
          </ac:spMkLst>
        </pc:spChg>
        <pc:picChg chg="add mod">
          <ac:chgData name="Hamilton Stott" userId="e28223afab1f786a" providerId="LiveId" clId="{E2D5A2C6-F7EE-4FFA-976E-3927ADF26FA1}" dt="2018-06-10T10:22:54.710" v="1134" actId="14100"/>
          <ac:picMkLst>
            <pc:docMk/>
            <pc:sldMk cId="126528499" sldId="347"/>
            <ac:picMk id="3" creationId="{57AACD9B-4205-48E0-AD30-A6B383BDDC46}"/>
          </ac:picMkLst>
        </pc:picChg>
        <pc:picChg chg="add mod">
          <ac:chgData name="Hamilton Stott" userId="e28223afab1f786a" providerId="LiveId" clId="{E2D5A2C6-F7EE-4FFA-976E-3927ADF26FA1}" dt="2018-06-10T10:23:06.798" v="1137" actId="14100"/>
          <ac:picMkLst>
            <pc:docMk/>
            <pc:sldMk cId="126528499" sldId="347"/>
            <ac:picMk id="5" creationId="{F30536F9-10A6-4E17-BB4A-9BDB38F04A72}"/>
          </ac:picMkLst>
        </pc:picChg>
        <pc:picChg chg="del">
          <ac:chgData name="Hamilton Stott" userId="e28223afab1f786a" providerId="LiveId" clId="{E2D5A2C6-F7EE-4FFA-976E-3927ADF26FA1}" dt="2018-06-10T10:22:49.633" v="1131" actId="478"/>
          <ac:picMkLst>
            <pc:docMk/>
            <pc:sldMk cId="126528499" sldId="347"/>
            <ac:picMk id="1026" creationId="{0D7280DA-EBFA-4541-8D66-469B6BCB32A4}"/>
          </ac:picMkLst>
        </pc:picChg>
      </pc:sldChg>
      <pc:sldChg chg="addSp delSp modSp add">
        <pc:chgData name="Hamilton Stott" userId="e28223afab1f786a" providerId="LiveId" clId="{E2D5A2C6-F7EE-4FFA-976E-3927ADF26FA1}" dt="2018-06-10T10:11:58.609" v="793" actId="20577"/>
        <pc:sldMkLst>
          <pc:docMk/>
          <pc:sldMk cId="1429008280" sldId="348"/>
        </pc:sldMkLst>
        <pc:spChg chg="add mod">
          <ac:chgData name="Hamilton Stott" userId="e28223afab1f786a" providerId="LiveId" clId="{E2D5A2C6-F7EE-4FFA-976E-3927ADF26FA1}" dt="2018-06-10T10:11:58.609" v="793" actId="20577"/>
          <ac:spMkLst>
            <pc:docMk/>
            <pc:sldMk cId="1429008280" sldId="348"/>
            <ac:spMk id="12" creationId="{76F54DE5-DB09-4CC4-9C8B-EF8920F832C5}"/>
          </ac:spMkLst>
        </pc:spChg>
        <pc:picChg chg="add mod">
          <ac:chgData name="Hamilton Stott" userId="e28223afab1f786a" providerId="LiveId" clId="{E2D5A2C6-F7EE-4FFA-976E-3927ADF26FA1}" dt="2018-06-10T10:09:57.472" v="624" actId="1076"/>
          <ac:picMkLst>
            <pc:docMk/>
            <pc:sldMk cId="1429008280" sldId="348"/>
            <ac:picMk id="2" creationId="{D791BAC5-6B68-4984-92C0-A330A254D770}"/>
          </ac:picMkLst>
        </pc:picChg>
        <pc:picChg chg="del">
          <ac:chgData name="Hamilton Stott" userId="e28223afab1f786a" providerId="LiveId" clId="{E2D5A2C6-F7EE-4FFA-976E-3927ADF26FA1}" dt="2018-06-10T10:08:44.985" v="617" actId="478"/>
          <ac:picMkLst>
            <pc:docMk/>
            <pc:sldMk cId="1429008280" sldId="348"/>
            <ac:picMk id="3" creationId="{42AEE5D6-510E-421B-BCFB-4BA28F09F0BF}"/>
          </ac:picMkLst>
        </pc:picChg>
      </pc:sldChg>
      <pc:sldChg chg="addSp delSp modSp add ord delAnim">
        <pc:chgData name="Hamilton Stott" userId="e28223afab1f786a" providerId="LiveId" clId="{E2D5A2C6-F7EE-4FFA-976E-3927ADF26FA1}" dt="2018-06-10T10:31:11.497" v="1328" actId="20577"/>
        <pc:sldMkLst>
          <pc:docMk/>
          <pc:sldMk cId="2913476754" sldId="349"/>
        </pc:sldMkLst>
        <pc:spChg chg="add mod">
          <ac:chgData name="Hamilton Stott" userId="e28223afab1f786a" providerId="LiveId" clId="{E2D5A2C6-F7EE-4FFA-976E-3927ADF26FA1}" dt="2018-06-10T10:31:11.497" v="1328" actId="20577"/>
          <ac:spMkLst>
            <pc:docMk/>
            <pc:sldMk cId="2913476754" sldId="349"/>
            <ac:spMk id="12" creationId="{F4405ADF-F6E6-4266-B1DF-4FADBF368D64}"/>
          </ac:spMkLst>
        </pc:spChg>
        <pc:picChg chg="add mod">
          <ac:chgData name="Hamilton Stott" userId="e28223afab1f786a" providerId="LiveId" clId="{E2D5A2C6-F7EE-4FFA-976E-3927ADF26FA1}" dt="2018-06-10T10:28:18.742" v="1153" actId="14100"/>
          <ac:picMkLst>
            <pc:docMk/>
            <pc:sldMk cId="2913476754" sldId="349"/>
            <ac:picMk id="2" creationId="{920EC5CF-802B-40ED-8F10-7320A473693F}"/>
          </ac:picMkLst>
        </pc:picChg>
        <pc:picChg chg="del">
          <ac:chgData name="Hamilton Stott" userId="e28223afab1f786a" providerId="LiveId" clId="{E2D5A2C6-F7EE-4FFA-976E-3927ADF26FA1}" dt="2018-06-10T10:24:21.692" v="1141" actId="478"/>
          <ac:picMkLst>
            <pc:docMk/>
            <pc:sldMk cId="2913476754" sldId="349"/>
            <ac:picMk id="3" creationId="{57AACD9B-4205-48E0-AD30-A6B383BDDC46}"/>
          </ac:picMkLst>
        </pc:picChg>
        <pc:picChg chg="del">
          <ac:chgData name="Hamilton Stott" userId="e28223afab1f786a" providerId="LiveId" clId="{E2D5A2C6-F7EE-4FFA-976E-3927ADF26FA1}" dt="2018-06-10T10:24:22.419" v="1142" actId="478"/>
          <ac:picMkLst>
            <pc:docMk/>
            <pc:sldMk cId="2913476754" sldId="349"/>
            <ac:picMk id="5" creationId="{F30536F9-10A6-4E17-BB4A-9BDB38F04A72}"/>
          </ac:picMkLst>
        </pc:picChg>
      </pc:sldChg>
      <pc:sldChg chg="addSp delSp modSp add delAnim">
        <pc:chgData name="Hamilton Stott" userId="e28223afab1f786a" providerId="LiveId" clId="{E2D5A2C6-F7EE-4FFA-976E-3927ADF26FA1}" dt="2018-06-10T10:34:24.141" v="1565" actId="20577"/>
        <pc:sldMkLst>
          <pc:docMk/>
          <pc:sldMk cId="196631434" sldId="350"/>
        </pc:sldMkLst>
        <pc:spChg chg="add mod">
          <ac:chgData name="Hamilton Stott" userId="e28223afab1f786a" providerId="LiveId" clId="{E2D5A2C6-F7EE-4FFA-976E-3927ADF26FA1}" dt="2018-06-10T10:34:24.141" v="1565" actId="20577"/>
          <ac:spMkLst>
            <pc:docMk/>
            <pc:sldMk cId="196631434" sldId="350"/>
            <ac:spMk id="13" creationId="{88B5B8D1-B464-4C3D-8FDA-D2D8A2BCB352}"/>
          </ac:spMkLst>
        </pc:spChg>
        <pc:picChg chg="add del mod">
          <ac:chgData name="Hamilton Stott" userId="e28223afab1f786a" providerId="LiveId" clId="{E2D5A2C6-F7EE-4FFA-976E-3927ADF26FA1}" dt="2018-06-10T10:32:02.154" v="1335" actId="478"/>
          <ac:picMkLst>
            <pc:docMk/>
            <pc:sldMk cId="196631434" sldId="350"/>
            <ac:picMk id="2" creationId="{2C9F09E5-74CA-4A06-91D3-F3749508A1CB}"/>
          </ac:picMkLst>
        </pc:picChg>
        <pc:picChg chg="del">
          <ac:chgData name="Hamilton Stott" userId="e28223afab1f786a" providerId="LiveId" clId="{E2D5A2C6-F7EE-4FFA-976E-3927ADF26FA1}" dt="2018-06-10T10:27:10.986" v="1147" actId="478"/>
          <ac:picMkLst>
            <pc:docMk/>
            <pc:sldMk cId="196631434" sldId="350"/>
            <ac:picMk id="3" creationId="{57AACD9B-4205-48E0-AD30-A6B383BDDC46}"/>
          </ac:picMkLst>
        </pc:picChg>
        <pc:picChg chg="del">
          <ac:chgData name="Hamilton Stott" userId="e28223afab1f786a" providerId="LiveId" clId="{E2D5A2C6-F7EE-4FFA-976E-3927ADF26FA1}" dt="2018-06-10T10:27:11.838" v="1148" actId="478"/>
          <ac:picMkLst>
            <pc:docMk/>
            <pc:sldMk cId="196631434" sldId="350"/>
            <ac:picMk id="5" creationId="{F30536F9-10A6-4E17-BB4A-9BDB38F04A72}"/>
          </ac:picMkLst>
        </pc:picChg>
        <pc:picChg chg="add mod">
          <ac:chgData name="Hamilton Stott" userId="e28223afab1f786a" providerId="LiveId" clId="{E2D5A2C6-F7EE-4FFA-976E-3927ADF26FA1}" dt="2018-06-10T10:32:09.026" v="1338" actId="1076"/>
          <ac:picMkLst>
            <pc:docMk/>
            <pc:sldMk cId="196631434" sldId="350"/>
            <ac:picMk id="6" creationId="{7B37108E-C667-4C46-B7A0-96A330A6C2B4}"/>
          </ac:picMkLst>
        </pc:picChg>
      </pc:sldChg>
      <pc:sldChg chg="addSp modSp add ord">
        <pc:chgData name="Hamilton Stott" userId="e28223afab1f786a" providerId="LiveId" clId="{E2D5A2C6-F7EE-4FFA-976E-3927ADF26FA1}" dt="2018-06-10T10:32:58.739" v="1410" actId="20577"/>
        <pc:sldMkLst>
          <pc:docMk/>
          <pc:sldMk cId="957028" sldId="351"/>
        </pc:sldMkLst>
        <pc:spChg chg="add mod">
          <ac:chgData name="Hamilton Stott" userId="e28223afab1f786a" providerId="LiveId" clId="{E2D5A2C6-F7EE-4FFA-976E-3927ADF26FA1}" dt="2018-06-10T10:32:58.739" v="1410" actId="20577"/>
          <ac:spMkLst>
            <pc:docMk/>
            <pc:sldMk cId="957028" sldId="351"/>
            <ac:spMk id="12" creationId="{02FB7494-A161-4271-9F70-FD001C8A4B7F}"/>
          </ac:spMkLst>
        </pc:spChg>
        <pc:picChg chg="mod">
          <ac:chgData name="Hamilton Stott" userId="e28223afab1f786a" providerId="LiveId" clId="{E2D5A2C6-F7EE-4FFA-976E-3927ADF26FA1}" dt="2018-06-10T10:32:23.154" v="1340" actId="1076"/>
          <ac:picMkLst>
            <pc:docMk/>
            <pc:sldMk cId="957028" sldId="351"/>
            <ac:picMk id="2" creationId="{2C9F09E5-74CA-4A06-91D3-F3749508A1CB}"/>
          </ac:picMkLst>
        </pc:picChg>
      </pc:sldChg>
      <pc:sldChg chg="addSp delSp modSp add">
        <pc:chgData name="Hamilton Stott" userId="e28223afab1f786a" providerId="LiveId" clId="{E2D5A2C6-F7EE-4FFA-976E-3927ADF26FA1}" dt="2018-06-10T10:38:55.844" v="1587" actId="5793"/>
        <pc:sldMkLst>
          <pc:docMk/>
          <pc:sldMk cId="2214379903" sldId="352"/>
        </pc:sldMkLst>
        <pc:spChg chg="mod">
          <ac:chgData name="Hamilton Stott" userId="e28223afab1f786a" providerId="LiveId" clId="{E2D5A2C6-F7EE-4FFA-976E-3927ADF26FA1}" dt="2018-06-10T10:38:55.844" v="1587" actId="5793"/>
          <ac:spMkLst>
            <pc:docMk/>
            <pc:sldMk cId="2214379903" sldId="352"/>
            <ac:spMk id="13" creationId="{88B5B8D1-B464-4C3D-8FDA-D2D8A2BCB352}"/>
          </ac:spMkLst>
        </pc:spChg>
        <pc:picChg chg="add">
          <ac:chgData name="Hamilton Stott" userId="e28223afab1f786a" providerId="LiveId" clId="{E2D5A2C6-F7EE-4FFA-976E-3927ADF26FA1}" dt="2018-06-10T10:38:47.904" v="1571"/>
          <ac:picMkLst>
            <pc:docMk/>
            <pc:sldMk cId="2214379903" sldId="352"/>
            <ac:picMk id="2" creationId="{118453F3-6315-41D0-9EED-E1F43EECA47A}"/>
          </ac:picMkLst>
        </pc:picChg>
        <pc:picChg chg="del">
          <ac:chgData name="Hamilton Stott" userId="e28223afab1f786a" providerId="LiveId" clId="{E2D5A2C6-F7EE-4FFA-976E-3927ADF26FA1}" dt="2018-06-10T10:38:46.081" v="1570" actId="478"/>
          <ac:picMkLst>
            <pc:docMk/>
            <pc:sldMk cId="2214379903" sldId="352"/>
            <ac:picMk id="6" creationId="{7B37108E-C667-4C46-B7A0-96A330A6C2B4}"/>
          </ac:picMkLst>
        </pc:picChg>
      </pc:sldChg>
      <pc:sldChg chg="add">
        <pc:chgData name="Hamilton Stott" userId="e28223afab1f786a" providerId="LiveId" clId="{E2D5A2C6-F7EE-4FFA-976E-3927ADF26FA1}" dt="2018-06-10T10:38:43.969" v="1569"/>
        <pc:sldMkLst>
          <pc:docMk/>
          <pc:sldMk cId="951757480" sldId="353"/>
        </pc:sldMkLst>
      </pc:sldChg>
      <pc:sldChg chg="addSp delSp modSp add modAnim">
        <pc:chgData name="Hamilton Stott" userId="e28223afab1f786a" providerId="LiveId" clId="{E2D5A2C6-F7EE-4FFA-976E-3927ADF26FA1}" dt="2018-06-10T10:56:56.640" v="2022"/>
        <pc:sldMkLst>
          <pc:docMk/>
          <pc:sldMk cId="2697727763" sldId="354"/>
        </pc:sldMkLst>
        <pc:spChg chg="mod">
          <ac:chgData name="Hamilton Stott" userId="e28223afab1f786a" providerId="LiveId" clId="{E2D5A2C6-F7EE-4FFA-976E-3927ADF26FA1}" dt="2018-06-10T10:40:56.504" v="1668" actId="20577"/>
          <ac:spMkLst>
            <pc:docMk/>
            <pc:sldMk cId="2697727763" sldId="354"/>
            <ac:spMk id="13" creationId="{88B5B8D1-B464-4C3D-8FDA-D2D8A2BCB352}"/>
          </ac:spMkLst>
        </pc:spChg>
        <pc:spChg chg="add mod">
          <ac:chgData name="Hamilton Stott" userId="e28223afab1f786a" providerId="LiveId" clId="{E2D5A2C6-F7EE-4FFA-976E-3927ADF26FA1}" dt="2018-06-10T10:41:49.785" v="1756" actId="20577"/>
          <ac:spMkLst>
            <pc:docMk/>
            <pc:sldMk cId="2697727763" sldId="354"/>
            <ac:spMk id="14" creationId="{A9B6B407-E92F-4648-AB35-EA62E1393B36}"/>
          </ac:spMkLst>
        </pc:spChg>
        <pc:picChg chg="add mod">
          <ac:chgData name="Hamilton Stott" userId="e28223afab1f786a" providerId="LiveId" clId="{E2D5A2C6-F7EE-4FFA-976E-3927ADF26FA1}" dt="2018-06-10T10:41:04.426" v="1672" actId="1076"/>
          <ac:picMkLst>
            <pc:docMk/>
            <pc:sldMk cId="2697727763" sldId="354"/>
            <ac:picMk id="2" creationId="{3A900C81-352B-40DD-A56C-7B754ACBABE1}"/>
          </ac:picMkLst>
        </pc:picChg>
        <pc:picChg chg="add del mod">
          <ac:chgData name="Hamilton Stott" userId="e28223afab1f786a" providerId="LiveId" clId="{E2D5A2C6-F7EE-4FFA-976E-3927ADF26FA1}" dt="2018-06-10T10:41:17.883" v="1675" actId="478"/>
          <ac:picMkLst>
            <pc:docMk/>
            <pc:sldMk cId="2697727763" sldId="354"/>
            <ac:picMk id="3" creationId="{A3F476A0-47D7-4AE6-A0C3-7E6B987AC672}"/>
          </ac:picMkLst>
        </pc:picChg>
        <pc:picChg chg="del">
          <ac:chgData name="Hamilton Stott" userId="e28223afab1f786a" providerId="LiveId" clId="{E2D5A2C6-F7EE-4FFA-976E-3927ADF26FA1}" dt="2018-06-10T10:40:29.401" v="1589" actId="478"/>
          <ac:picMkLst>
            <pc:docMk/>
            <pc:sldMk cId="2697727763" sldId="354"/>
            <ac:picMk id="6" creationId="{7B37108E-C667-4C46-B7A0-96A330A6C2B4}"/>
          </ac:picMkLst>
        </pc:picChg>
      </pc:sldChg>
      <pc:sldChg chg="addSp delSp modSp add modAnim">
        <pc:chgData name="Hamilton Stott" userId="e28223afab1f786a" providerId="LiveId" clId="{E2D5A2C6-F7EE-4FFA-976E-3927ADF26FA1}" dt="2018-06-10T10:57:00.665" v="2023"/>
        <pc:sldMkLst>
          <pc:docMk/>
          <pc:sldMk cId="1140729100" sldId="355"/>
        </pc:sldMkLst>
        <pc:spChg chg="mod">
          <ac:chgData name="Hamilton Stott" userId="e28223afab1f786a" providerId="LiveId" clId="{E2D5A2C6-F7EE-4FFA-976E-3927ADF26FA1}" dt="2018-06-10T10:43:28.914" v="1815" actId="20577"/>
          <ac:spMkLst>
            <pc:docMk/>
            <pc:sldMk cId="1140729100" sldId="355"/>
            <ac:spMk id="14" creationId="{A9B6B407-E92F-4648-AB35-EA62E1393B36}"/>
          </ac:spMkLst>
        </pc:spChg>
        <pc:picChg chg="del">
          <ac:chgData name="Hamilton Stott" userId="e28223afab1f786a" providerId="LiveId" clId="{E2D5A2C6-F7EE-4FFA-976E-3927ADF26FA1}" dt="2018-06-10T10:43:06.476" v="1758" actId="478"/>
          <ac:picMkLst>
            <pc:docMk/>
            <pc:sldMk cId="1140729100" sldId="355"/>
            <ac:picMk id="2" creationId="{3A900C81-352B-40DD-A56C-7B754ACBABE1}"/>
          </ac:picMkLst>
        </pc:picChg>
        <pc:picChg chg="add mod">
          <ac:chgData name="Hamilton Stott" userId="e28223afab1f786a" providerId="LiveId" clId="{E2D5A2C6-F7EE-4FFA-976E-3927ADF26FA1}" dt="2018-06-10T10:43:09.874" v="1760" actId="1076"/>
          <ac:picMkLst>
            <pc:docMk/>
            <pc:sldMk cId="1140729100" sldId="355"/>
            <ac:picMk id="3" creationId="{FF68E5EE-FB2F-426A-9B9D-E71D1767C132}"/>
          </ac:picMkLst>
        </pc:picChg>
      </pc:sldChg>
      <pc:sldChg chg="addSp delSp modSp add modAnim">
        <pc:chgData name="Hamilton Stott" userId="e28223afab1f786a" providerId="LiveId" clId="{E2D5A2C6-F7EE-4FFA-976E-3927ADF26FA1}" dt="2018-06-10T10:57:32.548" v="2052" actId="20577"/>
        <pc:sldMkLst>
          <pc:docMk/>
          <pc:sldMk cId="2266198459" sldId="356"/>
        </pc:sldMkLst>
        <pc:spChg chg="mod">
          <ac:chgData name="Hamilton Stott" userId="e28223afab1f786a" providerId="LiveId" clId="{E2D5A2C6-F7EE-4FFA-976E-3927ADF26FA1}" dt="2018-06-10T10:57:32.548" v="2052" actId="20577"/>
          <ac:spMkLst>
            <pc:docMk/>
            <pc:sldMk cId="2266198459" sldId="356"/>
            <ac:spMk id="14" creationId="{A9B6B407-E92F-4648-AB35-EA62E1393B36}"/>
          </ac:spMkLst>
        </pc:spChg>
        <pc:picChg chg="add mod">
          <ac:chgData name="Hamilton Stott" userId="e28223afab1f786a" providerId="LiveId" clId="{E2D5A2C6-F7EE-4FFA-976E-3927ADF26FA1}" dt="2018-06-10T10:44:09.482" v="1820" actId="14100"/>
          <ac:picMkLst>
            <pc:docMk/>
            <pc:sldMk cId="2266198459" sldId="356"/>
            <ac:picMk id="2" creationId="{40956C3E-38F1-4B1E-837F-D6B4C2C7741B}"/>
          </ac:picMkLst>
        </pc:picChg>
        <pc:picChg chg="del">
          <ac:chgData name="Hamilton Stott" userId="e28223afab1f786a" providerId="LiveId" clId="{E2D5A2C6-F7EE-4FFA-976E-3927ADF26FA1}" dt="2018-06-10T10:44:02.443" v="1817" actId="478"/>
          <ac:picMkLst>
            <pc:docMk/>
            <pc:sldMk cId="2266198459" sldId="356"/>
            <ac:picMk id="3" creationId="{FF68E5EE-FB2F-426A-9B9D-E71D1767C1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2282E-A42A-413E-AE2C-48286DBF7EC2}" type="datetimeFigureOut">
              <a:rPr lang="en-AU" smtClean="0"/>
              <a:t>10/06/2018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25140-7458-4828-80E5-6CAE1A8C668C}" type="slidenum">
              <a:rPr lang="en-AU" smtClean="0"/>
              <a:t>‹#›</a:t>
            </a:fld>
            <a:endParaRPr lang="en-AU"/>
          </a:p>
        </p:txBody>
      </p:sp>
    </p:spTree>
    <p:extLst>
      <p:ext uri="{BB962C8B-B14F-4D97-AF65-F5344CB8AC3E}">
        <p14:creationId xmlns:p14="http://schemas.microsoft.com/office/powerpoint/2010/main" val="244425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28215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3943355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182853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917451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2320944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3651721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271217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222802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2224884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3176770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994368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1486426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3261713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3471096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2693335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1973 the University of California in Berkeley accepted 44% of male applicants and 35% of female applicants to its graduate school. Concerned that it could be faced with an accusation of sex bias, the university investigated further. It was discovered that of its six departments, four accepted a higher proportion of female applicants, and the other two had only a very slightly higher percentage of males.</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is an example of </a:t>
            </a:r>
            <a:r>
              <a:rPr lang="en-GB" sz="1200" i="1" kern="1200" dirty="0">
                <a:solidFill>
                  <a:schemeClr val="tx1"/>
                </a:solidFill>
                <a:effectLst/>
                <a:latin typeface="+mn-lt"/>
                <a:ea typeface="+mn-ea"/>
                <a:cs typeface="+mn-cs"/>
              </a:rPr>
              <a:t>Simpson’s paradox</a:t>
            </a:r>
            <a:r>
              <a:rPr lang="en-GB" sz="1200" kern="1200" dirty="0">
                <a:solidFill>
                  <a:schemeClr val="tx1"/>
                </a:solidFill>
                <a:effectLst/>
                <a:latin typeface="+mn-lt"/>
                <a:ea typeface="+mn-ea"/>
                <a:cs typeface="+mn-cs"/>
              </a:rPr>
              <a:t>, in which one trend appears in several distinct groups of data, but when the data is combined the trend reverses or disappears. It was eventually concluded that women tended to apply to competitive departments with low admission rates while men applied to less competitive departments with high admission rates.</a:t>
            </a:r>
            <a:endParaRPr lang="en-AU"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case is intriguing and counter-intuitive. Students studying this example should be encouraged to research and design their own example of the paradox.</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D369C9D-0B2A-4FA1-8511-1F1FCA5D7A80}" type="slidenum">
              <a:rPr lang="en-GB" smtClean="0"/>
              <a:t>18</a:t>
            </a:fld>
            <a:endParaRPr lang="en-GB"/>
          </a:p>
        </p:txBody>
      </p:sp>
    </p:spTree>
    <p:extLst>
      <p:ext uri="{BB962C8B-B14F-4D97-AF65-F5344CB8AC3E}">
        <p14:creationId xmlns:p14="http://schemas.microsoft.com/office/powerpoint/2010/main" val="37358504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3E78394-75B3-4DDA-93C4-891EE6443567}" type="datetimeFigureOut">
              <a:rPr lang="en-AU" smtClean="0"/>
              <a:t>10/06/2018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26286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10/06/2018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71596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10/06/2018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27260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40037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E78394-75B3-4DDA-93C4-891EE6443567}" type="datetimeFigureOut">
              <a:rPr lang="en-AU" smtClean="0"/>
              <a:t>10/06/2018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0550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E78394-75B3-4DDA-93C4-891EE6443567}" type="datetimeFigureOut">
              <a:rPr lang="en-AU" smtClean="0"/>
              <a:t>10/06/2018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2128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78394-75B3-4DDA-93C4-891EE6443567}" type="datetimeFigureOut">
              <a:rPr lang="en-AU" smtClean="0"/>
              <a:t>10/06/2018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776768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44394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212056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5928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09377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1598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3E78394-75B3-4DDA-93C4-891EE6443567}" type="datetimeFigureOut">
              <a:rPr lang="en-AU" smtClean="0"/>
              <a:t>10/06/2018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1571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10/06/2018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559116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10/06/2018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127044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10/06/2018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636154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3E78394-75B3-4DDA-93C4-891EE6443567}" type="datetimeFigureOut">
              <a:rPr lang="en-AU" smtClean="0"/>
              <a:t>10/06/2018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98383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E78394-75B3-4DDA-93C4-891EE6443567}" type="datetimeFigureOut">
              <a:rPr lang="en-AU" smtClean="0"/>
              <a:t>10/06/2018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ADFE24-42A0-4DE0-9667-D0ACECBB6A47}" type="slidenum">
              <a:rPr lang="en-AU" smtClean="0"/>
              <a:t>‹#›</a:t>
            </a:fld>
            <a:endParaRPr lang="en-AU"/>
          </a:p>
        </p:txBody>
      </p:sp>
    </p:spTree>
    <p:extLst>
      <p:ext uri="{BB962C8B-B14F-4D97-AF65-F5344CB8AC3E}">
        <p14:creationId xmlns:p14="http://schemas.microsoft.com/office/powerpoint/2010/main" val="2435561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988820"/>
            <a:ext cx="4476750" cy="1639681"/>
          </a:xfrm>
        </p:spPr>
        <p:txBody>
          <a:bodyPr>
            <a:normAutofit fontScale="90000"/>
          </a:bodyPr>
          <a:lstStyle/>
          <a:p>
            <a:r>
              <a:rPr lang="en-US" sz="6600" b="1" cap="none" dirty="0">
                <a:solidFill>
                  <a:srgbClr val="0070C0"/>
                </a:solidFill>
                <a:latin typeface="DJB Fancy Nancy" panose="02000500000000000000" pitchFamily="2" charset="0"/>
              </a:rPr>
              <a:t>Statistics</a:t>
            </a:r>
            <a:br>
              <a:rPr lang="en-US" sz="6600" b="1" cap="none" dirty="0">
                <a:solidFill>
                  <a:srgbClr val="0070C0"/>
                </a:solidFill>
                <a:latin typeface="DJB Fancy Nancy" panose="02000500000000000000" pitchFamily="2" charset="0"/>
              </a:rPr>
            </a:br>
            <a:r>
              <a:rPr lang="en-US" sz="4000" b="1" cap="none" dirty="0">
                <a:solidFill>
                  <a:srgbClr val="0070C0"/>
                </a:solidFill>
                <a:latin typeface="DJB Fancy Nancy" panose="02000500000000000000" pitchFamily="2" charset="0"/>
              </a:rPr>
              <a:t>Statistics in the media</a:t>
            </a:r>
            <a:endParaRPr lang="en-US" sz="6600" b="1" cap="none"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367875" y="3628501"/>
            <a:ext cx="9446339" cy="1384675"/>
          </a:xfrm>
        </p:spPr>
        <p:txBody>
          <a:bodyPr>
            <a:normAutofit/>
          </a:bodyPr>
          <a:lstStyle/>
          <a:p>
            <a:r>
              <a:rPr lang="en-US" sz="3200" b="1" dirty="0">
                <a:solidFill>
                  <a:schemeClr val="accent2">
                    <a:lumMod val="75000"/>
                  </a:schemeClr>
                </a:solidFill>
                <a:latin typeface="Kiwi School Handwriting" panose="00000500000000000000" pitchFamily="2" charset="0"/>
              </a:rPr>
              <a:t>Year 10 Mathematics</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e.lvme.me/nzu2igx.jpg">
            <a:extLst>
              <a:ext uri="{FF2B5EF4-FFF2-40B4-BE49-F238E27FC236}">
                <a16:creationId xmlns:a16="http://schemas.microsoft.com/office/drawing/2014/main" id="{0BE3BD08-55FC-4F8A-A013-7ADB0AE62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3751" y="435206"/>
            <a:ext cx="6343650"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31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3" y="1350330"/>
            <a:ext cx="9083038" cy="4610173"/>
          </a:xfrm>
          <a:prstGeom prst="rect">
            <a:avLst/>
          </a:prstGeom>
          <a:noFill/>
        </p:spPr>
        <p:txBody>
          <a:bodyPr wrap="square" rtlCol="0">
            <a:spAutoFit/>
          </a:bodyPr>
          <a:lstStyle/>
          <a:p>
            <a:pPr>
              <a:lnSpc>
                <a:spcPct val="150000"/>
              </a:lnSpc>
            </a:pPr>
            <a:r>
              <a:rPr lang="en-AU" dirty="0"/>
              <a:t>There are 5 types of misuse of statistics</a:t>
            </a:r>
          </a:p>
          <a:p>
            <a:pPr marL="285750" indent="-285750">
              <a:lnSpc>
                <a:spcPct val="150000"/>
              </a:lnSpc>
              <a:buFont typeface="Arial" panose="020B0604020202020204" pitchFamily="34" charset="0"/>
              <a:buChar char="•"/>
            </a:pPr>
            <a:r>
              <a:rPr lang="en-AU" u="sng" dirty="0"/>
              <a:t>Faulty Polling </a:t>
            </a:r>
            <a:r>
              <a:rPr lang="en-AU" dirty="0"/>
              <a:t>- </a:t>
            </a:r>
            <a:r>
              <a:rPr lang="en-GB" dirty="0"/>
              <a:t>Specific wording patterns have a persuasive effect and induce respondents to answer in a predictable manner.</a:t>
            </a:r>
            <a:endParaRPr lang="en-AU" dirty="0"/>
          </a:p>
          <a:p>
            <a:pPr marL="285750" indent="-285750">
              <a:lnSpc>
                <a:spcPct val="150000"/>
              </a:lnSpc>
              <a:buFont typeface="Arial" panose="020B0604020202020204" pitchFamily="34" charset="0"/>
              <a:buChar char="•"/>
            </a:pPr>
            <a:r>
              <a:rPr lang="en-AU" u="sng" dirty="0"/>
              <a:t>Flawed Correlation </a:t>
            </a:r>
            <a:r>
              <a:rPr lang="en-AU" dirty="0"/>
              <a:t>- </a:t>
            </a:r>
            <a:r>
              <a:rPr lang="en-GB" dirty="0"/>
              <a:t>studies can be manipulated (with enough data) to prove a correlation that does not exist</a:t>
            </a:r>
            <a:endParaRPr lang="en-AU" dirty="0"/>
          </a:p>
          <a:p>
            <a:pPr marL="285750" indent="-285750">
              <a:lnSpc>
                <a:spcPct val="150000"/>
              </a:lnSpc>
              <a:buFont typeface="Arial" panose="020B0604020202020204" pitchFamily="34" charset="0"/>
              <a:buChar char="•"/>
            </a:pPr>
            <a:r>
              <a:rPr lang="en-AU" u="sng" dirty="0"/>
              <a:t>Data Fishing </a:t>
            </a:r>
            <a:r>
              <a:rPr lang="en-AU" dirty="0"/>
              <a:t>- </a:t>
            </a:r>
            <a:r>
              <a:rPr lang="en-GB" dirty="0"/>
              <a:t>extremely large volumes of data are analysed for the purposes of discovering relationships between data points that have no </a:t>
            </a:r>
            <a:endParaRPr lang="en-AU" dirty="0"/>
          </a:p>
          <a:p>
            <a:pPr marL="285750" indent="-285750">
              <a:lnSpc>
                <a:spcPct val="150000"/>
              </a:lnSpc>
              <a:buFont typeface="Arial" panose="020B0604020202020204" pitchFamily="34" charset="0"/>
              <a:buChar char="•"/>
            </a:pPr>
            <a:r>
              <a:rPr lang="en-AU" u="sng" dirty="0"/>
              <a:t>Misleading Data Visualisation </a:t>
            </a:r>
            <a:r>
              <a:rPr lang="en-AU" dirty="0"/>
              <a:t>– If a graph doesn’t show the scale used, the starting value and the method of calculation you should not trust it</a:t>
            </a:r>
          </a:p>
          <a:p>
            <a:pPr marL="285750" indent="-285750">
              <a:lnSpc>
                <a:spcPct val="150000"/>
              </a:lnSpc>
              <a:buFont typeface="Arial" panose="020B0604020202020204" pitchFamily="34" charset="0"/>
              <a:buChar char="•"/>
            </a:pPr>
            <a:r>
              <a:rPr lang="en-AU" u="sng" dirty="0"/>
              <a:t>Purposeful Bias </a:t>
            </a:r>
            <a:r>
              <a:rPr lang="en-AU" dirty="0"/>
              <a:t>- </a:t>
            </a:r>
            <a:r>
              <a:rPr lang="en-GB" dirty="0"/>
              <a:t>the deliberate attempt to influence data findings without even feigning professional accountability</a:t>
            </a:r>
            <a:endParaRPr lang="en-AU" dirty="0"/>
          </a:p>
        </p:txBody>
      </p:sp>
    </p:spTree>
    <p:extLst>
      <p:ext uri="{BB962C8B-B14F-4D97-AF65-F5344CB8AC3E}">
        <p14:creationId xmlns:p14="http://schemas.microsoft.com/office/powerpoint/2010/main" val="12663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1026" name="Picture 2" descr="So, about half of the time?">
            <a:extLst>
              <a:ext uri="{FF2B5EF4-FFF2-40B4-BE49-F238E27FC236}">
                <a16:creationId xmlns:a16="http://schemas.microsoft.com/office/drawing/2014/main" id="{0D7280DA-EBFA-4541-8D66-469B6BCB3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2729" y="1387754"/>
            <a:ext cx="5276833" cy="5276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94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42AEE5D6-510E-421B-BCFB-4BA28F09F0BF}"/>
              </a:ext>
            </a:extLst>
          </p:cNvPr>
          <p:cNvPicPr>
            <a:picLocks noChangeAspect="1"/>
          </p:cNvPicPr>
          <p:nvPr/>
        </p:nvPicPr>
        <p:blipFill>
          <a:blip r:embed="rId3"/>
          <a:stretch>
            <a:fillRect/>
          </a:stretch>
        </p:blipFill>
        <p:spPr>
          <a:xfrm>
            <a:off x="3200028" y="1376131"/>
            <a:ext cx="5791943" cy="5448046"/>
          </a:xfrm>
          <a:prstGeom prst="rect">
            <a:avLst/>
          </a:prstGeom>
        </p:spPr>
      </p:pic>
    </p:spTree>
    <p:extLst>
      <p:ext uri="{BB962C8B-B14F-4D97-AF65-F5344CB8AC3E}">
        <p14:creationId xmlns:p14="http://schemas.microsoft.com/office/powerpoint/2010/main" val="315144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D791BAC5-6B68-4984-92C0-A330A254D770}"/>
              </a:ext>
            </a:extLst>
          </p:cNvPr>
          <p:cNvPicPr>
            <a:picLocks noChangeAspect="1"/>
          </p:cNvPicPr>
          <p:nvPr/>
        </p:nvPicPr>
        <p:blipFill>
          <a:blip r:embed="rId3"/>
          <a:stretch>
            <a:fillRect/>
          </a:stretch>
        </p:blipFill>
        <p:spPr>
          <a:xfrm>
            <a:off x="2096885" y="1387755"/>
            <a:ext cx="6096000" cy="3429000"/>
          </a:xfrm>
          <a:prstGeom prst="rect">
            <a:avLst/>
          </a:prstGeom>
        </p:spPr>
      </p:pic>
      <p:sp>
        <p:nvSpPr>
          <p:cNvPr id="12" name="TextBox 11">
            <a:extLst>
              <a:ext uri="{FF2B5EF4-FFF2-40B4-BE49-F238E27FC236}">
                <a16:creationId xmlns:a16="http://schemas.microsoft.com/office/drawing/2014/main" id="{76F54DE5-DB09-4CC4-9C8B-EF8920F832C5}"/>
              </a:ext>
            </a:extLst>
          </p:cNvPr>
          <p:cNvSpPr txBox="1"/>
          <p:nvPr/>
        </p:nvSpPr>
        <p:spPr>
          <a:xfrm>
            <a:off x="8481060" y="1628165"/>
            <a:ext cx="3484744" cy="4610173"/>
          </a:xfrm>
          <a:prstGeom prst="rect">
            <a:avLst/>
          </a:prstGeom>
          <a:noFill/>
        </p:spPr>
        <p:txBody>
          <a:bodyPr wrap="square" rtlCol="0">
            <a:spAutoFit/>
          </a:bodyPr>
          <a:lstStyle/>
          <a:p>
            <a:pPr>
              <a:lnSpc>
                <a:spcPct val="150000"/>
              </a:lnSpc>
            </a:pPr>
            <a:r>
              <a:rPr lang="en-AU" dirty="0"/>
              <a:t>This graph shows the exact same data, but tells a very different story</a:t>
            </a:r>
          </a:p>
          <a:p>
            <a:pPr>
              <a:lnSpc>
                <a:spcPct val="150000"/>
              </a:lnSpc>
            </a:pPr>
            <a:endParaRPr lang="en-AU" dirty="0"/>
          </a:p>
          <a:p>
            <a:pPr>
              <a:lnSpc>
                <a:spcPct val="150000"/>
              </a:lnSpc>
            </a:pPr>
            <a:r>
              <a:rPr lang="en-AU" dirty="0"/>
              <a:t>The scale is shown</a:t>
            </a:r>
          </a:p>
          <a:p>
            <a:pPr>
              <a:lnSpc>
                <a:spcPct val="150000"/>
              </a:lnSpc>
            </a:pPr>
            <a:r>
              <a:rPr lang="en-AU" dirty="0"/>
              <a:t>The starting value is used (and it starts at zero)</a:t>
            </a:r>
          </a:p>
          <a:p>
            <a:pPr>
              <a:lnSpc>
                <a:spcPct val="150000"/>
              </a:lnSpc>
            </a:pPr>
            <a:endParaRPr lang="en-AU" dirty="0"/>
          </a:p>
          <a:p>
            <a:pPr>
              <a:lnSpc>
                <a:spcPct val="150000"/>
              </a:lnSpc>
            </a:pPr>
            <a:endParaRPr lang="en-GB" dirty="0"/>
          </a:p>
          <a:p>
            <a:pPr>
              <a:lnSpc>
                <a:spcPct val="150000"/>
              </a:lnSpc>
            </a:pPr>
            <a:endParaRPr lang="en-AU" dirty="0"/>
          </a:p>
          <a:p>
            <a:pPr>
              <a:lnSpc>
                <a:spcPct val="150000"/>
              </a:lnSpc>
            </a:pPr>
            <a:endParaRPr lang="en-AU" dirty="0"/>
          </a:p>
        </p:txBody>
      </p:sp>
    </p:spTree>
    <p:extLst>
      <p:ext uri="{BB962C8B-B14F-4D97-AF65-F5344CB8AC3E}">
        <p14:creationId xmlns:p14="http://schemas.microsoft.com/office/powerpoint/2010/main" val="142900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11213A08-57C3-4729-A2F3-EDC657290F33}"/>
              </a:ext>
            </a:extLst>
          </p:cNvPr>
          <p:cNvSpPr txBox="1"/>
          <p:nvPr/>
        </p:nvSpPr>
        <p:spPr>
          <a:xfrm>
            <a:off x="2200101" y="4916245"/>
            <a:ext cx="9538506" cy="1701684"/>
          </a:xfrm>
          <a:prstGeom prst="rect">
            <a:avLst/>
          </a:prstGeom>
          <a:noFill/>
        </p:spPr>
        <p:txBody>
          <a:bodyPr wrap="square" rtlCol="0">
            <a:spAutoFit/>
          </a:bodyPr>
          <a:lstStyle/>
          <a:p>
            <a:pPr>
              <a:lnSpc>
                <a:spcPct val="150000"/>
              </a:lnSpc>
            </a:pPr>
            <a:r>
              <a:rPr lang="en-AU" dirty="0"/>
              <a:t>Colgate slogan “</a:t>
            </a:r>
            <a:r>
              <a:rPr lang="en-GB" dirty="0"/>
              <a:t>More than 80% of Dentists recommend Colgate” was deemed in court to be misleading. It doesn’t mean that 80% of dentists recommend Colgate </a:t>
            </a:r>
            <a:r>
              <a:rPr lang="en-AU" dirty="0"/>
              <a:t>and less than 20% recommend other brands even though that’s what is sounds like.</a:t>
            </a:r>
          </a:p>
          <a:p>
            <a:pPr>
              <a:lnSpc>
                <a:spcPct val="150000"/>
              </a:lnSpc>
            </a:pPr>
            <a:endParaRPr lang="en-AU" dirty="0"/>
          </a:p>
        </p:txBody>
      </p:sp>
      <p:pic>
        <p:nvPicPr>
          <p:cNvPr id="3" name="Picture 2">
            <a:extLst>
              <a:ext uri="{FF2B5EF4-FFF2-40B4-BE49-F238E27FC236}">
                <a16:creationId xmlns:a16="http://schemas.microsoft.com/office/drawing/2014/main" id="{CA04CA6D-E601-4533-A501-CD70BE89A37C}"/>
              </a:ext>
            </a:extLst>
          </p:cNvPr>
          <p:cNvPicPr>
            <a:picLocks noChangeAspect="1"/>
          </p:cNvPicPr>
          <p:nvPr/>
        </p:nvPicPr>
        <p:blipFill>
          <a:blip r:embed="rId3"/>
          <a:stretch>
            <a:fillRect/>
          </a:stretch>
        </p:blipFill>
        <p:spPr>
          <a:xfrm>
            <a:off x="2200101" y="1524000"/>
            <a:ext cx="4806480" cy="3204320"/>
          </a:xfrm>
          <a:prstGeom prst="rect">
            <a:avLst/>
          </a:prstGeom>
        </p:spPr>
      </p:pic>
    </p:spTree>
    <p:extLst>
      <p:ext uri="{BB962C8B-B14F-4D97-AF65-F5344CB8AC3E}">
        <p14:creationId xmlns:p14="http://schemas.microsoft.com/office/powerpoint/2010/main" val="312720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57AACD9B-4205-48E0-AD30-A6B383BDDC46}"/>
              </a:ext>
            </a:extLst>
          </p:cNvPr>
          <p:cNvPicPr>
            <a:picLocks noChangeAspect="1"/>
          </p:cNvPicPr>
          <p:nvPr/>
        </p:nvPicPr>
        <p:blipFill>
          <a:blip r:embed="rId3"/>
          <a:stretch>
            <a:fillRect/>
          </a:stretch>
        </p:blipFill>
        <p:spPr>
          <a:xfrm>
            <a:off x="2266949" y="1603057"/>
            <a:ext cx="4316713" cy="3575785"/>
          </a:xfrm>
          <a:prstGeom prst="rect">
            <a:avLst/>
          </a:prstGeom>
        </p:spPr>
      </p:pic>
      <p:pic>
        <p:nvPicPr>
          <p:cNvPr id="5" name="Picture 4">
            <a:extLst>
              <a:ext uri="{FF2B5EF4-FFF2-40B4-BE49-F238E27FC236}">
                <a16:creationId xmlns:a16="http://schemas.microsoft.com/office/drawing/2014/main" id="{F30536F9-10A6-4E17-BB4A-9BDB38F04A72}"/>
              </a:ext>
            </a:extLst>
          </p:cNvPr>
          <p:cNvPicPr>
            <a:picLocks noChangeAspect="1"/>
          </p:cNvPicPr>
          <p:nvPr/>
        </p:nvPicPr>
        <p:blipFill>
          <a:blip r:embed="rId4"/>
          <a:stretch>
            <a:fillRect/>
          </a:stretch>
        </p:blipFill>
        <p:spPr>
          <a:xfrm>
            <a:off x="7309484" y="1603057"/>
            <a:ext cx="4316707" cy="5190577"/>
          </a:xfrm>
          <a:prstGeom prst="rect">
            <a:avLst/>
          </a:prstGeom>
        </p:spPr>
      </p:pic>
    </p:spTree>
    <p:extLst>
      <p:ext uri="{BB962C8B-B14F-4D97-AF65-F5344CB8AC3E}">
        <p14:creationId xmlns:p14="http://schemas.microsoft.com/office/powerpoint/2010/main" val="12652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920EC5CF-802B-40ED-8F10-7320A473693F}"/>
              </a:ext>
            </a:extLst>
          </p:cNvPr>
          <p:cNvPicPr>
            <a:picLocks noChangeAspect="1"/>
          </p:cNvPicPr>
          <p:nvPr/>
        </p:nvPicPr>
        <p:blipFill>
          <a:blip r:embed="rId3"/>
          <a:stretch>
            <a:fillRect/>
          </a:stretch>
        </p:blipFill>
        <p:spPr>
          <a:xfrm>
            <a:off x="2350770" y="1573529"/>
            <a:ext cx="7641130" cy="3820565"/>
          </a:xfrm>
          <a:prstGeom prst="rect">
            <a:avLst/>
          </a:prstGeom>
        </p:spPr>
      </p:pic>
      <p:sp>
        <p:nvSpPr>
          <p:cNvPr id="12" name="TextBox 11">
            <a:extLst>
              <a:ext uri="{FF2B5EF4-FFF2-40B4-BE49-F238E27FC236}">
                <a16:creationId xmlns:a16="http://schemas.microsoft.com/office/drawing/2014/main" id="{F4405ADF-F6E6-4266-B1DF-4FADBF368D64}"/>
              </a:ext>
            </a:extLst>
          </p:cNvPr>
          <p:cNvSpPr txBox="1"/>
          <p:nvPr/>
        </p:nvSpPr>
        <p:spPr>
          <a:xfrm>
            <a:off x="2200100" y="5377910"/>
            <a:ext cx="9538506" cy="1286186"/>
          </a:xfrm>
          <a:prstGeom prst="rect">
            <a:avLst/>
          </a:prstGeom>
          <a:noFill/>
        </p:spPr>
        <p:txBody>
          <a:bodyPr wrap="square" rtlCol="0">
            <a:spAutoFit/>
          </a:bodyPr>
          <a:lstStyle/>
          <a:p>
            <a:pPr>
              <a:lnSpc>
                <a:spcPct val="150000"/>
              </a:lnSpc>
            </a:pPr>
            <a:r>
              <a:rPr lang="en-AU" dirty="0"/>
              <a:t>The truncated y axis is a warning sign. The scale is another warning sign – 5 books is 75%, 16 books is 82%</a:t>
            </a:r>
          </a:p>
          <a:p>
            <a:pPr>
              <a:lnSpc>
                <a:spcPct val="150000"/>
              </a:lnSpc>
            </a:pPr>
            <a:endParaRPr lang="en-AU" dirty="0"/>
          </a:p>
        </p:txBody>
      </p:sp>
    </p:spTree>
    <p:extLst>
      <p:ext uri="{BB962C8B-B14F-4D97-AF65-F5344CB8AC3E}">
        <p14:creationId xmlns:p14="http://schemas.microsoft.com/office/powerpoint/2010/main" val="291347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2C9F09E5-74CA-4A06-91D3-F3749508A1CB}"/>
              </a:ext>
            </a:extLst>
          </p:cNvPr>
          <p:cNvPicPr>
            <a:picLocks noChangeAspect="1"/>
          </p:cNvPicPr>
          <p:nvPr/>
        </p:nvPicPr>
        <p:blipFill>
          <a:blip r:embed="rId3"/>
          <a:stretch>
            <a:fillRect/>
          </a:stretch>
        </p:blipFill>
        <p:spPr>
          <a:xfrm>
            <a:off x="2291902" y="1471871"/>
            <a:ext cx="6406510" cy="4423543"/>
          </a:xfrm>
          <a:prstGeom prst="rect">
            <a:avLst/>
          </a:prstGeom>
        </p:spPr>
      </p:pic>
      <p:sp>
        <p:nvSpPr>
          <p:cNvPr id="12" name="TextBox 11">
            <a:extLst>
              <a:ext uri="{FF2B5EF4-FFF2-40B4-BE49-F238E27FC236}">
                <a16:creationId xmlns:a16="http://schemas.microsoft.com/office/drawing/2014/main" id="{02FB7494-A161-4271-9F70-FD001C8A4B7F}"/>
              </a:ext>
            </a:extLst>
          </p:cNvPr>
          <p:cNvSpPr txBox="1"/>
          <p:nvPr/>
        </p:nvSpPr>
        <p:spPr>
          <a:xfrm>
            <a:off x="2291902" y="5802720"/>
            <a:ext cx="9538506" cy="455189"/>
          </a:xfrm>
          <a:prstGeom prst="rect">
            <a:avLst/>
          </a:prstGeom>
          <a:noFill/>
        </p:spPr>
        <p:txBody>
          <a:bodyPr wrap="square" rtlCol="0">
            <a:spAutoFit/>
          </a:bodyPr>
          <a:lstStyle/>
          <a:p>
            <a:pPr>
              <a:lnSpc>
                <a:spcPct val="150000"/>
              </a:lnSpc>
            </a:pPr>
            <a:r>
              <a:rPr lang="en-AU" dirty="0"/>
              <a:t>Shown this way it shows only a very slight increase</a:t>
            </a:r>
          </a:p>
        </p:txBody>
      </p:sp>
    </p:spTree>
    <p:extLst>
      <p:ext uri="{BB962C8B-B14F-4D97-AF65-F5344CB8AC3E}">
        <p14:creationId xmlns:p14="http://schemas.microsoft.com/office/powerpoint/2010/main" val="95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7B37108E-C667-4C46-B7A0-96A330A6C2B4}"/>
              </a:ext>
            </a:extLst>
          </p:cNvPr>
          <p:cNvPicPr>
            <a:picLocks noChangeAspect="1"/>
          </p:cNvPicPr>
          <p:nvPr/>
        </p:nvPicPr>
        <p:blipFill>
          <a:blip r:embed="rId3"/>
          <a:stretch>
            <a:fillRect/>
          </a:stretch>
        </p:blipFill>
        <p:spPr>
          <a:xfrm>
            <a:off x="2287139" y="1427396"/>
            <a:ext cx="6416035" cy="4120297"/>
          </a:xfrm>
          <a:prstGeom prst="rect">
            <a:avLst/>
          </a:prstGeom>
        </p:spPr>
      </p:pic>
      <p:sp>
        <p:nvSpPr>
          <p:cNvPr id="13" name="TextBox 12">
            <a:extLst>
              <a:ext uri="{FF2B5EF4-FFF2-40B4-BE49-F238E27FC236}">
                <a16:creationId xmlns:a16="http://schemas.microsoft.com/office/drawing/2014/main" id="{88B5B8D1-B464-4C3D-8FDA-D2D8A2BCB352}"/>
              </a:ext>
            </a:extLst>
          </p:cNvPr>
          <p:cNvSpPr txBox="1"/>
          <p:nvPr/>
        </p:nvSpPr>
        <p:spPr>
          <a:xfrm>
            <a:off x="2250869" y="5559338"/>
            <a:ext cx="9538506" cy="1286186"/>
          </a:xfrm>
          <a:prstGeom prst="rect">
            <a:avLst/>
          </a:prstGeom>
          <a:noFill/>
        </p:spPr>
        <p:txBody>
          <a:bodyPr wrap="square" rtlCol="0">
            <a:spAutoFit/>
          </a:bodyPr>
          <a:lstStyle/>
          <a:p>
            <a:pPr>
              <a:lnSpc>
                <a:spcPct val="150000"/>
              </a:lnSpc>
            </a:pPr>
            <a:r>
              <a:rPr lang="en-AU" dirty="0"/>
              <a:t>If we look at the same data over a longer timeframe that there is a general increase that started in 2000 and continued in 2008 – 2012.</a:t>
            </a:r>
          </a:p>
          <a:p>
            <a:pPr>
              <a:lnSpc>
                <a:spcPct val="150000"/>
              </a:lnSpc>
            </a:pPr>
            <a:endParaRPr lang="en-AU" dirty="0"/>
          </a:p>
        </p:txBody>
      </p:sp>
    </p:spTree>
    <p:extLst>
      <p:ext uri="{BB962C8B-B14F-4D97-AF65-F5344CB8AC3E}">
        <p14:creationId xmlns:p14="http://schemas.microsoft.com/office/powerpoint/2010/main" val="196631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8B5B8D1-B464-4C3D-8FDA-D2D8A2BCB352}"/>
              </a:ext>
            </a:extLst>
          </p:cNvPr>
          <p:cNvSpPr txBox="1"/>
          <p:nvPr/>
        </p:nvSpPr>
        <p:spPr>
          <a:xfrm>
            <a:off x="2250869" y="5559338"/>
            <a:ext cx="9538506" cy="870688"/>
          </a:xfrm>
          <a:prstGeom prst="rect">
            <a:avLst/>
          </a:prstGeom>
          <a:noFill/>
        </p:spPr>
        <p:txBody>
          <a:bodyPr wrap="square" rtlCol="0">
            <a:spAutoFit/>
          </a:bodyPr>
          <a:lstStyle/>
          <a:p>
            <a:pPr>
              <a:lnSpc>
                <a:spcPct val="150000"/>
              </a:lnSpc>
            </a:pPr>
            <a:r>
              <a:rPr lang="en-AU" dirty="0"/>
              <a:t>Terrible…</a:t>
            </a:r>
          </a:p>
          <a:p>
            <a:pPr>
              <a:lnSpc>
                <a:spcPct val="150000"/>
              </a:lnSpc>
            </a:pPr>
            <a:endParaRPr lang="en-AU" dirty="0"/>
          </a:p>
        </p:txBody>
      </p:sp>
      <p:pic>
        <p:nvPicPr>
          <p:cNvPr id="2" name="Picture 1">
            <a:extLst>
              <a:ext uri="{FF2B5EF4-FFF2-40B4-BE49-F238E27FC236}">
                <a16:creationId xmlns:a16="http://schemas.microsoft.com/office/drawing/2014/main" id="{118453F3-6315-41D0-9EED-E1F43EECA47A}"/>
              </a:ext>
            </a:extLst>
          </p:cNvPr>
          <p:cNvPicPr>
            <a:picLocks noChangeAspect="1"/>
          </p:cNvPicPr>
          <p:nvPr/>
        </p:nvPicPr>
        <p:blipFill>
          <a:blip r:embed="rId3"/>
          <a:stretch>
            <a:fillRect/>
          </a:stretch>
        </p:blipFill>
        <p:spPr>
          <a:xfrm>
            <a:off x="3486150" y="1471612"/>
            <a:ext cx="5219700" cy="3914775"/>
          </a:xfrm>
          <a:prstGeom prst="rect">
            <a:avLst/>
          </a:prstGeom>
        </p:spPr>
      </p:pic>
    </p:spTree>
    <p:extLst>
      <p:ext uri="{BB962C8B-B14F-4D97-AF65-F5344CB8AC3E}">
        <p14:creationId xmlns:p14="http://schemas.microsoft.com/office/powerpoint/2010/main" val="22143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7B37108E-C667-4C46-B7A0-96A330A6C2B4}"/>
              </a:ext>
            </a:extLst>
          </p:cNvPr>
          <p:cNvPicPr>
            <a:picLocks noChangeAspect="1"/>
          </p:cNvPicPr>
          <p:nvPr/>
        </p:nvPicPr>
        <p:blipFill>
          <a:blip r:embed="rId3"/>
          <a:stretch>
            <a:fillRect/>
          </a:stretch>
        </p:blipFill>
        <p:spPr>
          <a:xfrm>
            <a:off x="2287139" y="1427396"/>
            <a:ext cx="6416035" cy="4120297"/>
          </a:xfrm>
          <a:prstGeom prst="rect">
            <a:avLst/>
          </a:prstGeom>
        </p:spPr>
      </p:pic>
      <p:sp>
        <p:nvSpPr>
          <p:cNvPr id="13" name="TextBox 12">
            <a:extLst>
              <a:ext uri="{FF2B5EF4-FFF2-40B4-BE49-F238E27FC236}">
                <a16:creationId xmlns:a16="http://schemas.microsoft.com/office/drawing/2014/main" id="{88B5B8D1-B464-4C3D-8FDA-D2D8A2BCB352}"/>
              </a:ext>
            </a:extLst>
          </p:cNvPr>
          <p:cNvSpPr txBox="1"/>
          <p:nvPr/>
        </p:nvSpPr>
        <p:spPr>
          <a:xfrm>
            <a:off x="2250869" y="5559338"/>
            <a:ext cx="9538506" cy="1286186"/>
          </a:xfrm>
          <a:prstGeom prst="rect">
            <a:avLst/>
          </a:prstGeom>
          <a:noFill/>
        </p:spPr>
        <p:txBody>
          <a:bodyPr wrap="square" rtlCol="0">
            <a:spAutoFit/>
          </a:bodyPr>
          <a:lstStyle/>
          <a:p>
            <a:pPr>
              <a:lnSpc>
                <a:spcPct val="150000"/>
              </a:lnSpc>
            </a:pPr>
            <a:r>
              <a:rPr lang="en-AU" dirty="0"/>
              <a:t>If we look at the same data over a longer timeframe that there is a general increase that started in 2000 and continued in 2008 – 2012.</a:t>
            </a:r>
          </a:p>
          <a:p>
            <a:pPr>
              <a:lnSpc>
                <a:spcPct val="150000"/>
              </a:lnSpc>
            </a:pPr>
            <a:endParaRPr lang="en-AU" dirty="0"/>
          </a:p>
        </p:txBody>
      </p:sp>
    </p:spTree>
    <p:extLst>
      <p:ext uri="{BB962C8B-B14F-4D97-AF65-F5344CB8AC3E}">
        <p14:creationId xmlns:p14="http://schemas.microsoft.com/office/powerpoint/2010/main" val="95175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pic>
        <p:nvPicPr>
          <p:cNvPr id="2" name="Picture 1">
            <a:extLst>
              <a:ext uri="{FF2B5EF4-FFF2-40B4-BE49-F238E27FC236}">
                <a16:creationId xmlns:a16="http://schemas.microsoft.com/office/drawing/2014/main" id="{3A900C81-352B-40DD-A56C-7B754ACBABE1}"/>
              </a:ext>
            </a:extLst>
          </p:cNvPr>
          <p:cNvPicPr>
            <a:picLocks noChangeAspect="1"/>
          </p:cNvPicPr>
          <p:nvPr/>
        </p:nvPicPr>
        <p:blipFill>
          <a:blip r:embed="rId3"/>
          <a:stretch>
            <a:fillRect/>
          </a:stretch>
        </p:blipFill>
        <p:spPr>
          <a:xfrm>
            <a:off x="2341507" y="1831856"/>
            <a:ext cx="7508985" cy="3727482"/>
          </a:xfrm>
          <a:prstGeom prst="rect">
            <a:avLst/>
          </a:prstGeom>
        </p:spPr>
      </p:pic>
      <p:sp>
        <p:nvSpPr>
          <p:cNvPr id="14" name="TextBox 13">
            <a:extLst>
              <a:ext uri="{FF2B5EF4-FFF2-40B4-BE49-F238E27FC236}">
                <a16:creationId xmlns:a16="http://schemas.microsoft.com/office/drawing/2014/main"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Kill Nicolas Cage and stop all pool drownings.</a:t>
            </a:r>
          </a:p>
          <a:p>
            <a:pPr>
              <a:lnSpc>
                <a:spcPct val="150000"/>
              </a:lnSpc>
            </a:pPr>
            <a:endParaRPr lang="en-AU" dirty="0"/>
          </a:p>
        </p:txBody>
      </p:sp>
    </p:spTree>
    <p:extLst>
      <p:ext uri="{BB962C8B-B14F-4D97-AF65-F5344CB8AC3E}">
        <p14:creationId xmlns:p14="http://schemas.microsoft.com/office/powerpoint/2010/main" val="269772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sp>
        <p:nvSpPr>
          <p:cNvPr id="14" name="TextBox 13">
            <a:extLst>
              <a:ext uri="{FF2B5EF4-FFF2-40B4-BE49-F238E27FC236}">
                <a16:creationId xmlns:a16="http://schemas.microsoft.com/office/drawing/2014/main"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Ban ice cream and prevent all shark attacks</a:t>
            </a:r>
          </a:p>
          <a:p>
            <a:pPr>
              <a:lnSpc>
                <a:spcPct val="150000"/>
              </a:lnSpc>
            </a:pPr>
            <a:endParaRPr lang="en-AU" dirty="0"/>
          </a:p>
        </p:txBody>
      </p:sp>
      <p:pic>
        <p:nvPicPr>
          <p:cNvPr id="3" name="Picture 2">
            <a:extLst>
              <a:ext uri="{FF2B5EF4-FFF2-40B4-BE49-F238E27FC236}">
                <a16:creationId xmlns:a16="http://schemas.microsoft.com/office/drawing/2014/main" id="{FF68E5EE-FB2F-426A-9B9D-E71D1767C132}"/>
              </a:ext>
            </a:extLst>
          </p:cNvPr>
          <p:cNvPicPr>
            <a:picLocks noChangeAspect="1"/>
          </p:cNvPicPr>
          <p:nvPr/>
        </p:nvPicPr>
        <p:blipFill>
          <a:blip r:embed="rId3"/>
          <a:stretch>
            <a:fillRect/>
          </a:stretch>
        </p:blipFill>
        <p:spPr>
          <a:xfrm>
            <a:off x="2378392" y="1904536"/>
            <a:ext cx="7115175" cy="3333750"/>
          </a:xfrm>
          <a:prstGeom prst="rect">
            <a:avLst/>
          </a:prstGeom>
        </p:spPr>
      </p:pic>
    </p:spTree>
    <p:extLst>
      <p:ext uri="{BB962C8B-B14F-4D97-AF65-F5344CB8AC3E}">
        <p14:creationId xmlns:p14="http://schemas.microsoft.com/office/powerpoint/2010/main" val="114072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Can statistics tell lies?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8B5B8D1-B464-4C3D-8FDA-D2D8A2BCB352}"/>
              </a:ext>
            </a:extLst>
          </p:cNvPr>
          <p:cNvSpPr txBox="1"/>
          <p:nvPr/>
        </p:nvSpPr>
        <p:spPr>
          <a:xfrm>
            <a:off x="2193719" y="1387755"/>
            <a:ext cx="9538506" cy="870688"/>
          </a:xfrm>
          <a:prstGeom prst="rect">
            <a:avLst/>
          </a:prstGeom>
          <a:noFill/>
        </p:spPr>
        <p:txBody>
          <a:bodyPr wrap="square" rtlCol="0">
            <a:spAutoFit/>
          </a:bodyPr>
          <a:lstStyle/>
          <a:p>
            <a:pPr>
              <a:lnSpc>
                <a:spcPct val="150000"/>
              </a:lnSpc>
            </a:pPr>
            <a:r>
              <a:rPr lang="en-AU" dirty="0"/>
              <a:t>Correct use of statistics is essential when making government policies</a:t>
            </a:r>
          </a:p>
          <a:p>
            <a:pPr>
              <a:lnSpc>
                <a:spcPct val="150000"/>
              </a:lnSpc>
            </a:pPr>
            <a:endParaRPr lang="en-AU" dirty="0"/>
          </a:p>
        </p:txBody>
      </p:sp>
      <p:sp>
        <p:nvSpPr>
          <p:cNvPr id="14" name="TextBox 13">
            <a:extLst>
              <a:ext uri="{FF2B5EF4-FFF2-40B4-BE49-F238E27FC236}">
                <a16:creationId xmlns:a16="http://schemas.microsoft.com/office/drawing/2014/main" id="{A9B6B407-E92F-4648-AB35-EA62E1393B36}"/>
              </a:ext>
            </a:extLst>
          </p:cNvPr>
          <p:cNvSpPr txBox="1"/>
          <p:nvPr/>
        </p:nvSpPr>
        <p:spPr>
          <a:xfrm>
            <a:off x="2193719" y="5987312"/>
            <a:ext cx="9538506" cy="870688"/>
          </a:xfrm>
          <a:prstGeom prst="rect">
            <a:avLst/>
          </a:prstGeom>
          <a:noFill/>
        </p:spPr>
        <p:txBody>
          <a:bodyPr wrap="square" rtlCol="0">
            <a:spAutoFit/>
          </a:bodyPr>
          <a:lstStyle/>
          <a:p>
            <a:pPr>
              <a:lnSpc>
                <a:spcPct val="150000"/>
              </a:lnSpc>
            </a:pPr>
            <a:r>
              <a:rPr lang="en-AU" dirty="0"/>
              <a:t>Solution: Ban organic food and cure Autism</a:t>
            </a:r>
          </a:p>
          <a:p>
            <a:pPr>
              <a:lnSpc>
                <a:spcPct val="150000"/>
              </a:lnSpc>
            </a:pPr>
            <a:endParaRPr lang="en-AU" dirty="0"/>
          </a:p>
        </p:txBody>
      </p:sp>
      <p:pic>
        <p:nvPicPr>
          <p:cNvPr id="2" name="Picture 1">
            <a:extLst>
              <a:ext uri="{FF2B5EF4-FFF2-40B4-BE49-F238E27FC236}">
                <a16:creationId xmlns:a16="http://schemas.microsoft.com/office/drawing/2014/main" id="{40956C3E-38F1-4B1E-837F-D6B4C2C7741B}"/>
              </a:ext>
            </a:extLst>
          </p:cNvPr>
          <p:cNvPicPr>
            <a:picLocks noChangeAspect="1"/>
          </p:cNvPicPr>
          <p:nvPr/>
        </p:nvPicPr>
        <p:blipFill>
          <a:blip r:embed="rId3"/>
          <a:stretch>
            <a:fillRect/>
          </a:stretch>
        </p:blipFill>
        <p:spPr>
          <a:xfrm>
            <a:off x="2193719" y="1891679"/>
            <a:ext cx="6390872" cy="4095633"/>
          </a:xfrm>
          <a:prstGeom prst="rect">
            <a:avLst/>
          </a:prstGeom>
        </p:spPr>
      </p:pic>
    </p:spTree>
    <p:extLst>
      <p:ext uri="{BB962C8B-B14F-4D97-AF65-F5344CB8AC3E}">
        <p14:creationId xmlns:p14="http://schemas.microsoft.com/office/powerpoint/2010/main" val="2266198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9074D7-7189-401B-B22C-96E7385E1649}"/>
              </a:ext>
            </a:extLst>
          </p:cNvPr>
          <p:cNvPicPr>
            <a:picLocks noChangeAspect="1"/>
          </p:cNvPicPr>
          <p:nvPr/>
        </p:nvPicPr>
        <p:blipFill>
          <a:blip r:embed="rId2"/>
          <a:stretch>
            <a:fillRect/>
          </a:stretch>
        </p:blipFill>
        <p:spPr>
          <a:xfrm>
            <a:off x="3203671" y="0"/>
            <a:ext cx="5298884" cy="6850012"/>
          </a:xfrm>
          <a:prstGeom prst="rect">
            <a:avLst/>
          </a:prstGeom>
        </p:spPr>
      </p:pic>
    </p:spTree>
    <p:extLst>
      <p:ext uri="{BB962C8B-B14F-4D97-AF65-F5344CB8AC3E}">
        <p14:creationId xmlns:p14="http://schemas.microsoft.com/office/powerpoint/2010/main" val="370425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413187"/>
            <a:ext cx="8610600" cy="1293028"/>
          </a:xfrm>
        </p:spPr>
        <p:txBody>
          <a:bodyPr/>
          <a:lstStyle/>
          <a:p>
            <a:r>
              <a:rPr lang="en-AU" b="1" dirty="0">
                <a:solidFill>
                  <a:schemeClr val="accent1">
                    <a:lumMod val="75000"/>
                  </a:schemeClr>
                </a:solidFill>
              </a:rPr>
              <a:t>Task</a:t>
            </a:r>
          </a:p>
        </p:txBody>
      </p:sp>
      <p:sp>
        <p:nvSpPr>
          <p:cNvPr id="6" name="TextBox 5">
            <a:extLst>
              <a:ext uri="{FF2B5EF4-FFF2-40B4-BE49-F238E27FC236}">
                <a16:creationId xmlns:a16="http://schemas.microsoft.com/office/drawing/2014/main" id="{3F5F772A-F66D-4D13-B11F-6DB3F2C82E64}"/>
              </a:ext>
            </a:extLst>
          </p:cNvPr>
          <p:cNvSpPr txBox="1"/>
          <p:nvPr/>
        </p:nvSpPr>
        <p:spPr>
          <a:xfrm>
            <a:off x="117067" y="1397705"/>
            <a:ext cx="4967277" cy="2862322"/>
          </a:xfrm>
          <a:prstGeom prst="rect">
            <a:avLst/>
          </a:prstGeom>
          <a:solidFill>
            <a:schemeClr val="accent4">
              <a:lumMod val="20000"/>
              <a:lumOff val="80000"/>
            </a:schemeClr>
          </a:solidFill>
          <a:ln w="12700">
            <a:solidFill>
              <a:schemeClr val="tx1"/>
            </a:solidFill>
          </a:ln>
          <a:effectLst>
            <a:outerShdw blurRad="50800" dist="38100" dir="2700000" algn="tl" rotWithShape="0">
              <a:prstClr val="black">
                <a:alpha val="40000"/>
              </a:prstClr>
            </a:outerShdw>
          </a:effectLst>
        </p:spPr>
        <p:txBody>
          <a:bodyPr wrap="square" rtlCol="0">
            <a:spAutoFit/>
          </a:bodyPr>
          <a:lstStyle/>
          <a:p>
            <a:endParaRPr lang="en-AU" sz="1600" dirty="0">
              <a:latin typeface="Eras Light ITC" panose="020B0402030504020804" pitchFamily="34" charset="0"/>
            </a:endParaRPr>
          </a:p>
          <a:p>
            <a:pPr algn="ctr"/>
            <a:r>
              <a:rPr lang="en-AU" sz="1600" dirty="0">
                <a:latin typeface="Eras Light ITC" panose="020B0402030504020804" pitchFamily="34" charset="0"/>
              </a:rPr>
              <a:t>   	</a:t>
            </a:r>
            <a:r>
              <a:rPr lang="en-AU" sz="2000" dirty="0">
                <a:latin typeface="Eras Light ITC" panose="020B0402030504020804" pitchFamily="34" charset="0"/>
              </a:rPr>
              <a:t>People – we’ve got a problem!</a:t>
            </a:r>
          </a:p>
          <a:p>
            <a:r>
              <a:rPr lang="en-AU" sz="1600" dirty="0">
                <a:latin typeface="Eras Light ITC" panose="020B0402030504020804" pitchFamily="34" charset="0"/>
              </a:rPr>
              <a:t>Graduate school admission stats have just come    through.</a:t>
            </a:r>
          </a:p>
          <a:p>
            <a:endParaRPr lang="en-AU" sz="1600" dirty="0">
              <a:latin typeface="Eras Light ITC" panose="020B0402030504020804" pitchFamily="34" charset="0"/>
            </a:endParaRPr>
          </a:p>
          <a:p>
            <a:endParaRPr lang="en-AU" sz="1600" dirty="0">
              <a:latin typeface="Eras Light ITC" panose="020B0402030504020804" pitchFamily="34" charset="0"/>
            </a:endParaRPr>
          </a:p>
          <a:p>
            <a:endParaRPr lang="en-AU" sz="1600" dirty="0">
              <a:latin typeface="Eras Light ITC" panose="020B0402030504020804" pitchFamily="34" charset="0"/>
            </a:endParaRPr>
          </a:p>
          <a:p>
            <a:endParaRPr lang="en-AU" sz="1600" dirty="0">
              <a:latin typeface="Eras Light ITC" panose="020B0402030504020804" pitchFamily="34" charset="0"/>
            </a:endParaRPr>
          </a:p>
          <a:p>
            <a:r>
              <a:rPr lang="en-AU" sz="1600" dirty="0">
                <a:latin typeface="Eras Light ITC" panose="020B0402030504020804" pitchFamily="34" charset="0"/>
              </a:rPr>
              <a:t>Are we opening ourselves up to a sex bias lawsuit?</a:t>
            </a:r>
          </a:p>
          <a:p>
            <a:endParaRPr lang="en-AU" sz="1600" dirty="0">
              <a:latin typeface="Eras Light ITC" panose="020B0402030504020804" pitchFamily="34" charset="0"/>
            </a:endParaRPr>
          </a:p>
          <a:p>
            <a:endParaRPr lang="en-AU" sz="1600" dirty="0">
              <a:latin typeface="Eras Light ITC" panose="020B0402030504020804" pitchFamily="34" charset="0"/>
            </a:endParaRPr>
          </a:p>
        </p:txBody>
      </p:sp>
      <p:pic>
        <p:nvPicPr>
          <p:cNvPr id="7" name="Picture 6">
            <a:extLst>
              <a:ext uri="{FF2B5EF4-FFF2-40B4-BE49-F238E27FC236}">
                <a16:creationId xmlns:a16="http://schemas.microsoft.com/office/drawing/2014/main" id="{5593B351-2244-4FC2-8419-76FF270AD5FE}"/>
              </a:ext>
            </a:extLst>
          </p:cNvPr>
          <p:cNvPicPr>
            <a:picLocks noChangeAspect="1"/>
          </p:cNvPicPr>
          <p:nvPr/>
        </p:nvPicPr>
        <p:blipFill>
          <a:blip r:embed="rId3"/>
          <a:stretch>
            <a:fillRect/>
          </a:stretch>
        </p:blipFill>
        <p:spPr>
          <a:xfrm>
            <a:off x="265919" y="2592185"/>
            <a:ext cx="4340722" cy="836815"/>
          </a:xfrm>
          <a:prstGeom prst="rect">
            <a:avLst/>
          </a:prstGeom>
        </p:spPr>
      </p:pic>
      <p:sp>
        <p:nvSpPr>
          <p:cNvPr id="9" name="TextBox 8">
            <a:extLst>
              <a:ext uri="{FF2B5EF4-FFF2-40B4-BE49-F238E27FC236}">
                <a16:creationId xmlns:a16="http://schemas.microsoft.com/office/drawing/2014/main" id="{4A469722-0518-4446-818A-1435F36C7435}"/>
              </a:ext>
            </a:extLst>
          </p:cNvPr>
          <p:cNvSpPr txBox="1"/>
          <p:nvPr/>
        </p:nvSpPr>
        <p:spPr>
          <a:xfrm>
            <a:off x="5881755" y="1489302"/>
            <a:ext cx="5230831" cy="5078313"/>
          </a:xfrm>
          <a:prstGeom prst="rect">
            <a:avLst/>
          </a:prstGeom>
          <a:solidFill>
            <a:sysClr val="window" lastClr="FFFFFF"/>
          </a:solidFill>
          <a:ln>
            <a:solidFill>
              <a:sysClr val="windowText" lastClr="000000"/>
            </a:solidFill>
          </a:ln>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prstClr val="black"/>
                </a:solidFill>
                <a:effectLst/>
                <a:uLnTx/>
                <a:uFillTx/>
                <a:latin typeface="Calibri" panose="020F0502020204030204"/>
              </a:rPr>
              <a:t>Looked into this and we might have the exact opposite problem to worry about (departments left unnamed to protect the innocent):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lang="en-AU" kern="0" dirty="0">
              <a:solidFill>
                <a:prstClr val="black"/>
              </a:solidFill>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black"/>
              </a:solidFill>
              <a:effectLst/>
              <a:uLnTx/>
              <a:uFillTx/>
              <a:latin typeface="Calibri" panose="020F0502020204030204"/>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prstClr val="black"/>
                </a:solidFill>
                <a:effectLst/>
                <a:uLnTx/>
                <a:uFillTx/>
                <a:latin typeface="Calibri" panose="020F0502020204030204"/>
              </a:rPr>
              <a:t>Check out those percentages!</a:t>
            </a:r>
          </a:p>
        </p:txBody>
      </p:sp>
      <p:pic>
        <p:nvPicPr>
          <p:cNvPr id="11" name="Picture 10">
            <a:extLst>
              <a:ext uri="{FF2B5EF4-FFF2-40B4-BE49-F238E27FC236}">
                <a16:creationId xmlns:a16="http://schemas.microsoft.com/office/drawing/2014/main" id="{379D3481-1804-4CB7-A484-7DD069D2014A}"/>
              </a:ext>
            </a:extLst>
          </p:cNvPr>
          <p:cNvPicPr>
            <a:picLocks noChangeAspect="1"/>
          </p:cNvPicPr>
          <p:nvPr/>
        </p:nvPicPr>
        <p:blipFill>
          <a:blip r:embed="rId4"/>
          <a:stretch>
            <a:fillRect/>
          </a:stretch>
        </p:blipFill>
        <p:spPr>
          <a:xfrm>
            <a:off x="6096000" y="2335261"/>
            <a:ext cx="4629685" cy="3742721"/>
          </a:xfrm>
          <a:prstGeom prst="rect">
            <a:avLst/>
          </a:prstGeom>
        </p:spPr>
      </p:pic>
      <p:sp>
        <p:nvSpPr>
          <p:cNvPr id="13" name="Content Placeholder 12">
            <a:extLst>
              <a:ext uri="{FF2B5EF4-FFF2-40B4-BE49-F238E27FC236}">
                <a16:creationId xmlns:a16="http://schemas.microsoft.com/office/drawing/2014/main" id="{08EB2B14-5F5C-46AF-807C-8115B31E62A4}"/>
              </a:ext>
            </a:extLst>
          </p:cNvPr>
          <p:cNvSpPr txBox="1">
            <a:spLocks noGrp="1"/>
          </p:cNvSpPr>
          <p:nvPr>
            <p:ph idx="1"/>
          </p:nvPr>
        </p:nvSpPr>
        <p:spPr>
          <a:xfrm>
            <a:off x="265919" y="4735707"/>
            <a:ext cx="5222222" cy="1551450"/>
          </a:xfrm>
          <a:prstGeom prst="rect">
            <a:avLst/>
          </a:prstGeom>
          <a:noFill/>
        </p:spPr>
        <p:txBody>
          <a:bodyPr wrap="square" rtlCol="0">
            <a:spAutoFit/>
          </a:bodyPr>
          <a:lstStyle/>
          <a:p>
            <a:pPr marL="0" indent="0">
              <a:lnSpc>
                <a:spcPct val="150000"/>
              </a:lnSpc>
              <a:buNone/>
            </a:pPr>
            <a:r>
              <a:rPr lang="en-AU" dirty="0"/>
              <a:t>Compare the percentages and write two news headlines that tell the exact opposite story</a:t>
            </a:r>
          </a:p>
        </p:txBody>
      </p:sp>
    </p:spTree>
    <p:extLst>
      <p:ext uri="{BB962C8B-B14F-4D97-AF65-F5344CB8AC3E}">
        <p14:creationId xmlns:p14="http://schemas.microsoft.com/office/powerpoint/2010/main" val="1900796813"/>
      </p:ext>
    </p:extLst>
  </p:cSld>
  <p:clrMapOvr>
    <a:masterClrMapping/>
  </p:clrMapOvr>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BSC Theme</Template>
  <TotalTime>7134</TotalTime>
  <Words>717</Words>
  <Application>Microsoft Office PowerPoint</Application>
  <PresentationFormat>Widescreen</PresentationFormat>
  <Paragraphs>156</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DJB Fancy Nancy</vt:lpstr>
      <vt:lpstr>Eras Light ITC</vt:lpstr>
      <vt:lpstr>Kiwi School Handwriting</vt:lpstr>
      <vt:lpstr>BSC Theme</vt:lpstr>
      <vt:lpstr>Statistics Statistics in the media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 the media</dc:title>
  <dc:creator>Hamilton Stott</dc:creator>
  <cp:lastModifiedBy>Hamilton Stott</cp:lastModifiedBy>
  <cp:revision>54</cp:revision>
  <dcterms:created xsi:type="dcterms:W3CDTF">2017-10-15T23:31:24Z</dcterms:created>
  <dcterms:modified xsi:type="dcterms:W3CDTF">2018-06-10T10:57:35Z</dcterms:modified>
</cp:coreProperties>
</file>