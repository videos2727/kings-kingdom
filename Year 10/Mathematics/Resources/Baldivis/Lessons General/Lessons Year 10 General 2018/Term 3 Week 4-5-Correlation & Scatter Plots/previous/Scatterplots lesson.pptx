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64" r:id="rId3"/>
    <p:sldId id="267" r:id="rId4"/>
    <p:sldId id="268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435" autoAdjust="0"/>
  </p:normalViewPr>
  <p:slideViewPr>
    <p:cSldViewPr>
      <p:cViewPr varScale="1">
        <p:scale>
          <a:sx n="61" d="100"/>
          <a:sy n="61" d="100"/>
        </p:scale>
        <p:origin x="85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Drawing</a:t>
            </a:r>
            <a:r>
              <a:rPr lang="en-AU" baseline="0" dirty="0"/>
              <a:t> a scatterplot as a class.</a:t>
            </a:r>
          </a:p>
          <a:p>
            <a:r>
              <a:rPr lang="en-AU" baseline="0" dirty="0"/>
              <a:t>Draw up a set of axes on the whiteboard.</a:t>
            </a:r>
          </a:p>
          <a:p>
            <a:r>
              <a:rPr lang="en-AU" baseline="0" dirty="0"/>
              <a:t>Show students how to plot the point on their using yourself as an Example (or Mr Morgan Height and arm span both 200cm)</a:t>
            </a:r>
          </a:p>
          <a:p>
            <a:r>
              <a:rPr lang="en-AU" baseline="0" dirty="0"/>
              <a:t>When they measure their height and arm span they will then plot their data point on the scatterplot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Draw</a:t>
            </a:r>
            <a:r>
              <a:rPr lang="en-AU" baseline="0" dirty="0"/>
              <a:t> the trend line on the scatterplot</a:t>
            </a:r>
          </a:p>
          <a:p>
            <a:endParaRPr lang="en-AU" baseline="0" dirty="0"/>
          </a:p>
          <a:p>
            <a:r>
              <a:rPr lang="en-AU" baseline="0" dirty="0" err="1"/>
              <a:t>Desribe</a:t>
            </a:r>
            <a:r>
              <a:rPr lang="en-AU" baseline="0" dirty="0"/>
              <a:t> the relationship of the graph.</a:t>
            </a:r>
          </a:p>
          <a:p>
            <a:endParaRPr lang="en-AU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7759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18/08/2017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Measure your height and Arm span</a:t>
            </a:r>
          </a:p>
        </p:txBody>
      </p:sp>
      <p:pic>
        <p:nvPicPr>
          <p:cNvPr id="4" name="Picture 2" descr="Image result for height and armspan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761" y="1412776"/>
            <a:ext cx="4337097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431704" y="5838140"/>
            <a:ext cx="5656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Plot it on the scatter plot once you have the measurement</a:t>
            </a:r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9617" y="404664"/>
            <a:ext cx="19231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Scatterplots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can we use scatterplots to analyse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26872" y="2174123"/>
            <a:ext cx="7850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Scatterplots compare how one variable is affected by another.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193535" y="1942300"/>
            <a:ext cx="0" cy="492674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95600" y="2975521"/>
            <a:ext cx="94041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Trend line or line of best fit</a:t>
            </a:r>
          </a:p>
          <a:p>
            <a:r>
              <a:rPr lang="en-AU" dirty="0"/>
              <a:t>The trend line can be used for making predictions and this is placed through the centre of the data.</a:t>
            </a: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2639616" y="4005065"/>
            <a:ext cx="5616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Describing the relationship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Strength – Strong or Weak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Linear – Linear or Non 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/>
              <a:t>Direction – Positive, Negative or No Relationship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51C509-8203-416D-8ED0-1087C86FA9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13" t="26190" r="29525" b="41595"/>
          <a:stretch/>
        </p:blipFill>
        <p:spPr>
          <a:xfrm>
            <a:off x="0" y="188640"/>
            <a:ext cx="12293713" cy="540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51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CC3674-966F-452A-834B-3755D7CAABAA}"/>
              </a:ext>
            </a:extLst>
          </p:cNvPr>
          <p:cNvSpPr txBox="1"/>
          <p:nvPr/>
        </p:nvSpPr>
        <p:spPr>
          <a:xfrm>
            <a:off x="1343472" y="332656"/>
            <a:ext cx="10153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/>
              <a:t>zsdxfcgvhbj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A0397C-DD49-4E43-B571-EDABBBFC6D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81" t="25838" r="32281" b="19536"/>
          <a:stretch/>
        </p:blipFill>
        <p:spPr>
          <a:xfrm>
            <a:off x="44496" y="22844"/>
            <a:ext cx="11956160" cy="683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514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744" y="746056"/>
            <a:ext cx="6800850" cy="156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>
            <a:off x="3575720" y="6165304"/>
            <a:ext cx="4032448" cy="0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3575720" y="3068960"/>
            <a:ext cx="0" cy="3096344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08168" y="5949280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History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2383516" y="2967782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Geography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217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175</Words>
  <Application>Microsoft Office PowerPoint</Application>
  <PresentationFormat>Widescreen</PresentationFormat>
  <Paragraphs>30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Measure your height and Arm span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CRAIG Mason [Baldivis Secondary College]</cp:lastModifiedBy>
  <cp:revision>14</cp:revision>
  <dcterms:created xsi:type="dcterms:W3CDTF">2016-10-20T03:14:06Z</dcterms:created>
  <dcterms:modified xsi:type="dcterms:W3CDTF">2017-08-18T00:24:35Z</dcterms:modified>
</cp:coreProperties>
</file>