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15" r:id="rId2"/>
    <p:sldId id="259" r:id="rId3"/>
    <p:sldId id="258" r:id="rId4"/>
    <p:sldId id="303" r:id="rId5"/>
    <p:sldId id="316" r:id="rId6"/>
    <p:sldId id="317" r:id="rId7"/>
    <p:sldId id="318" r:id="rId8"/>
    <p:sldId id="319" r:id="rId9"/>
    <p:sldId id="320" r:id="rId10"/>
    <p:sldId id="292" r:id="rId11"/>
    <p:sldId id="29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89" autoAdjust="0"/>
    <p:restoredTop sz="92883" autoAdjust="0"/>
  </p:normalViewPr>
  <p:slideViewPr>
    <p:cSldViewPr>
      <p:cViewPr>
        <p:scale>
          <a:sx n="75" d="100"/>
          <a:sy n="75" d="100"/>
        </p:scale>
        <p:origin x="392" y="4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5/09/2016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5/09/2016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5/09/2016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5/09/2016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5/09/2016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5/09/2016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5/09/2016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5/09/2016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5/09/2016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5/09/2016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5/09/2016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5/09/2016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5/09/2016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84371" y="277104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>Topic: Bivariate Data</a:t>
            </a:r>
            <a:br>
              <a:rPr lang="en-GB" b="1" dirty="0" smtClean="0"/>
            </a:br>
            <a:r>
              <a:rPr lang="en-GB" b="1" dirty="0"/>
              <a:t/>
            </a:r>
            <a:br>
              <a:rPr lang="en-GB" b="1" dirty="0"/>
            </a:br>
            <a:r>
              <a:rPr lang="en-GB" b="1" dirty="0" smtClean="0"/>
              <a:t>EQ: </a:t>
            </a:r>
            <a:r>
              <a:rPr lang="en-GB" b="1" dirty="0" smtClean="0"/>
              <a:t>What is </a:t>
            </a:r>
            <a:r>
              <a:rPr lang="en-GB" b="1" dirty="0" smtClean="0"/>
              <a:t>Correlation?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391327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9293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Bivariate Data</a:t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 </a:t>
            </a:r>
            <a:r>
              <a:rPr lang="en-GB" sz="2400" b="1" dirty="0"/>
              <a:t>EQ: </a:t>
            </a:r>
            <a:r>
              <a:rPr lang="en-GB" sz="2400" b="1" dirty="0" smtClean="0"/>
              <a:t>What is correlation</a:t>
            </a:r>
            <a:r>
              <a:rPr lang="en-GB" sz="2400" b="1" dirty="0" smtClean="0"/>
              <a:t>?</a:t>
            </a:r>
            <a:endParaRPr lang="en-AU" sz="2400" dirty="0"/>
          </a:p>
        </p:txBody>
      </p:sp>
      <p:sp>
        <p:nvSpPr>
          <p:cNvPr id="14" name="Rectangle 13"/>
          <p:cNvSpPr/>
          <p:nvPr/>
        </p:nvSpPr>
        <p:spPr>
          <a:xfrm>
            <a:off x="125601" y="2086157"/>
            <a:ext cx="23581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NewRomanPSMT" charset="0"/>
              </a:rPr>
              <a:t>What is Correlation?</a:t>
            </a:r>
            <a:r>
              <a:rPr lang="en-US" dirty="0" smtClean="0">
                <a:latin typeface="TimesNewRomanPSMT" charset="0"/>
              </a:rPr>
              <a:t>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9293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Bivariate Data</a:t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 </a:t>
            </a:r>
            <a:r>
              <a:rPr lang="en-GB" sz="2400" b="1" dirty="0"/>
              <a:t>EQ: </a:t>
            </a:r>
            <a:r>
              <a:rPr lang="en-GB" sz="2400" b="1" dirty="0" smtClean="0"/>
              <a:t>What is correlation</a:t>
            </a:r>
            <a:r>
              <a:rPr lang="en-GB" sz="2400" b="1" dirty="0" smtClean="0"/>
              <a:t>?</a:t>
            </a:r>
            <a:endParaRPr lang="en-AU" sz="2400" dirty="0"/>
          </a:p>
        </p:txBody>
      </p:sp>
      <p:sp>
        <p:nvSpPr>
          <p:cNvPr id="14" name="Rectangle 13"/>
          <p:cNvSpPr/>
          <p:nvPr/>
        </p:nvSpPr>
        <p:spPr>
          <a:xfrm>
            <a:off x="125601" y="2086157"/>
            <a:ext cx="23581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NewRomanPSMT" charset="0"/>
              </a:rPr>
              <a:t>What is Correlation?</a:t>
            </a:r>
            <a:r>
              <a:rPr lang="en-US" dirty="0" smtClean="0">
                <a:latin typeface="TimesNewRomanPSMT" charset="0"/>
              </a:rPr>
              <a:t>   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095639" y="2132323"/>
            <a:ext cx="58504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 correlation indicates a relationship between two variables </a:t>
            </a:r>
            <a:endParaRPr lang="en-US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21971" y="2897312"/>
            <a:ext cx="25058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are the types of relationships?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3539067" y="51985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42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9293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Bivariate Data</a:t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 </a:t>
            </a:r>
            <a:r>
              <a:rPr lang="en-GB" sz="2400" b="1" dirty="0"/>
              <a:t>EQ: </a:t>
            </a:r>
            <a:r>
              <a:rPr lang="en-GB" sz="2400" b="1" dirty="0" smtClean="0"/>
              <a:t>What is correlation</a:t>
            </a:r>
            <a:r>
              <a:rPr lang="en-GB" sz="2400" b="1" dirty="0" smtClean="0"/>
              <a:t>?</a:t>
            </a:r>
            <a:endParaRPr lang="en-AU" sz="2400" dirty="0"/>
          </a:p>
        </p:txBody>
      </p:sp>
      <p:sp>
        <p:nvSpPr>
          <p:cNvPr id="14" name="Rectangle 13"/>
          <p:cNvSpPr/>
          <p:nvPr/>
        </p:nvSpPr>
        <p:spPr>
          <a:xfrm>
            <a:off x="125601" y="2086157"/>
            <a:ext cx="23581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NewRomanPSMT" charset="0"/>
              </a:rPr>
              <a:t>What is Correlation?</a:t>
            </a:r>
            <a:r>
              <a:rPr lang="en-US" dirty="0" smtClean="0">
                <a:latin typeface="TimesNewRomanPSMT" charset="0"/>
              </a:rPr>
              <a:t>   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095639" y="2132323"/>
            <a:ext cx="58504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 correlation indicates a relationship between two variables </a:t>
            </a:r>
            <a:endParaRPr lang="en-US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21971" y="2897312"/>
            <a:ext cx="25058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are the types </a:t>
            </a:r>
            <a:r>
              <a:rPr lang="en-US" smtClean="0"/>
              <a:t>of relationships?</a:t>
            </a:r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3539067" y="51985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465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9293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Bivariate Data</a:t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 </a:t>
            </a:r>
            <a:r>
              <a:rPr lang="en-GB" sz="2400" b="1" dirty="0"/>
              <a:t>EQ: </a:t>
            </a:r>
            <a:r>
              <a:rPr lang="en-GB" sz="2400" b="1" dirty="0" smtClean="0"/>
              <a:t>What is correlation</a:t>
            </a:r>
            <a:r>
              <a:rPr lang="en-GB" sz="2400" b="1" dirty="0" smtClean="0"/>
              <a:t>?</a:t>
            </a:r>
            <a:endParaRPr lang="en-AU" sz="2400" dirty="0"/>
          </a:p>
        </p:txBody>
      </p:sp>
      <p:sp>
        <p:nvSpPr>
          <p:cNvPr id="14" name="Rectangle 13"/>
          <p:cNvSpPr/>
          <p:nvPr/>
        </p:nvSpPr>
        <p:spPr>
          <a:xfrm>
            <a:off x="125601" y="2086157"/>
            <a:ext cx="23581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NewRomanPSMT" charset="0"/>
              </a:rPr>
              <a:t>What is Correlation?</a:t>
            </a:r>
            <a:r>
              <a:rPr lang="en-US" dirty="0" smtClean="0">
                <a:latin typeface="TimesNewRomanPSMT" charset="0"/>
              </a:rPr>
              <a:t>   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095639" y="2132323"/>
            <a:ext cx="58504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 correlation indicates a relationship between two variables </a:t>
            </a:r>
            <a:endParaRPr lang="en-US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21971" y="2897312"/>
            <a:ext cx="25058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are the types </a:t>
            </a:r>
            <a:r>
              <a:rPr lang="en-US" smtClean="0"/>
              <a:t>of relationships?</a:t>
            </a:r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865" y="2660438"/>
            <a:ext cx="5041900" cy="1968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539067" y="51985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69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29293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Bivariate Data</a:t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 </a:t>
            </a:r>
            <a:r>
              <a:rPr lang="en-GB" sz="2400" b="1" dirty="0"/>
              <a:t>EQ: </a:t>
            </a:r>
            <a:r>
              <a:rPr lang="en-GB" sz="2400" b="1" dirty="0" smtClean="0"/>
              <a:t>What is correlation</a:t>
            </a:r>
            <a:r>
              <a:rPr lang="en-GB" sz="2400" b="1" dirty="0" smtClean="0"/>
              <a:t>?</a:t>
            </a:r>
            <a:endParaRPr lang="en-AU" sz="2400" dirty="0"/>
          </a:p>
        </p:txBody>
      </p:sp>
      <p:sp>
        <p:nvSpPr>
          <p:cNvPr id="14" name="Rectangle 13"/>
          <p:cNvSpPr/>
          <p:nvPr/>
        </p:nvSpPr>
        <p:spPr>
          <a:xfrm>
            <a:off x="125601" y="2086157"/>
            <a:ext cx="23581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NewRomanPSMT" charset="0"/>
              </a:rPr>
              <a:t> </a:t>
            </a:r>
            <a:r>
              <a:rPr lang="en-US" dirty="0" smtClean="0">
                <a:latin typeface="TimesNewRomanPSMT" charset="0"/>
              </a:rPr>
              <a:t>  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862" y="2164304"/>
            <a:ext cx="8736967" cy="3856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455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29293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Bivariate Data</a:t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 </a:t>
            </a:r>
            <a:r>
              <a:rPr lang="en-GB" sz="2400" b="1" dirty="0"/>
              <a:t>EQ: </a:t>
            </a:r>
            <a:r>
              <a:rPr lang="en-GB" sz="2400" b="1" dirty="0" smtClean="0"/>
              <a:t>What is correlation</a:t>
            </a:r>
            <a:r>
              <a:rPr lang="en-GB" sz="2400" b="1" dirty="0" smtClean="0"/>
              <a:t>?</a:t>
            </a:r>
            <a:endParaRPr lang="en-AU" sz="2400" dirty="0"/>
          </a:p>
        </p:txBody>
      </p:sp>
      <p:sp>
        <p:nvSpPr>
          <p:cNvPr id="14" name="Rectangle 13"/>
          <p:cNvSpPr/>
          <p:nvPr/>
        </p:nvSpPr>
        <p:spPr>
          <a:xfrm>
            <a:off x="125601" y="2086157"/>
            <a:ext cx="23581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NewRomanPSMT" charset="0"/>
              </a:rPr>
              <a:t> </a:t>
            </a:r>
            <a:r>
              <a:rPr lang="en-US" dirty="0" smtClean="0">
                <a:latin typeface="TimesNewRomanPSMT" charset="0"/>
              </a:rPr>
              <a:t>  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535" y="2451100"/>
            <a:ext cx="8070402" cy="194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473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1308</TotalTime>
  <Words>220</Words>
  <Application>Microsoft Macintosh PowerPoint</Application>
  <PresentationFormat>On-screen Show (4:3)</PresentationFormat>
  <Paragraphs>84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</vt:lpstr>
      <vt:lpstr>TimesNewRomanPSMT</vt:lpstr>
      <vt:lpstr>Arial</vt:lpstr>
      <vt:lpstr>Office Theme</vt:lpstr>
      <vt:lpstr>Topic: Bivariate Data  EQ: What is Correlation?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15.0025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Kath Farmer</cp:lastModifiedBy>
  <cp:revision>75</cp:revision>
  <dcterms:created xsi:type="dcterms:W3CDTF">2014-05-14T02:58:57Z</dcterms:created>
  <dcterms:modified xsi:type="dcterms:W3CDTF">2016-09-05T09:32:02Z</dcterms:modified>
</cp:coreProperties>
</file>