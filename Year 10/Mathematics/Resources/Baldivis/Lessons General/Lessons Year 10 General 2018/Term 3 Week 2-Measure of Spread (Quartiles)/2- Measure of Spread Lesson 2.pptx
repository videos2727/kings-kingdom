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4" r:id="rId4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74" autoAdjust="0"/>
    <p:restoredTop sz="94617" autoAdjust="0"/>
  </p:normalViewPr>
  <p:slideViewPr>
    <p:cSldViewPr>
      <p:cViewPr varScale="1">
        <p:scale>
          <a:sx n="84" d="100"/>
          <a:sy n="84" d="100"/>
        </p:scale>
        <p:origin x="848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561DDC-5327-634A-948C-8F1DA07938DD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698084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7C2106-0E2B-6A44-A04E-4D35E94D8C19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010708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9A53AD-716A-AA47-B8EE-7233BFA07FFD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386111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7FA55C-E6E8-7F48-BCF9-F70A950741B2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832857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26CDBA-67E0-3643-98EE-92970B0D1C8D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335359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B8F7BA-4D57-B640-847D-46170811E424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42698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0F19FA-CEED-3F4D-9522-4111EBFA268F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370655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FE664E-BFF8-504B-8996-7FF33C8B3047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905185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4BC7D0-6F97-0348-BEEC-62506EC5D797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468530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BF2E99-136F-1C4C-A8E8-2957846B661B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555566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886DD5-E443-654B-86C4-2445A380210C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52596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x-none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x-none"/>
              <a:t>Haga clic para modificar el estilo de texto del patrón</a:t>
            </a:r>
          </a:p>
          <a:p>
            <a:pPr lvl="1"/>
            <a:r>
              <a:rPr lang="es-ES" altLang="x-none"/>
              <a:t>Segundo nivel</a:t>
            </a:r>
          </a:p>
          <a:p>
            <a:pPr lvl="2"/>
            <a:r>
              <a:rPr lang="es-ES" altLang="x-none"/>
              <a:t>Tercer nivel</a:t>
            </a:r>
          </a:p>
          <a:p>
            <a:pPr lvl="3"/>
            <a:r>
              <a:rPr lang="es-ES" altLang="x-none"/>
              <a:t>Cuarto nivel</a:t>
            </a:r>
          </a:p>
          <a:p>
            <a:pPr lvl="4"/>
            <a:r>
              <a:rPr lang="es-ES" altLang="x-none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s-ES" altLang="x-non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s-ES" altLang="x-none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7408608-F8D2-0F4E-878C-15ABD4F80B65}" type="slidenum">
              <a:rPr lang="es-ES" altLang="x-none"/>
              <a:pPr/>
              <a:t>‹#›</a:t>
            </a:fld>
            <a:endParaRPr lang="es-E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684213" y="5157788"/>
            <a:ext cx="7772400" cy="147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s-ES" altLang="x-none" dirty="0" err="1" smtClean="0">
                <a:solidFill>
                  <a:schemeClr val="tx1"/>
                </a:solidFill>
              </a:rPr>
              <a:t>Topic</a:t>
            </a:r>
            <a:r>
              <a:rPr lang="es-ES" altLang="x-none" dirty="0" smtClean="0">
                <a:solidFill>
                  <a:schemeClr val="tx1"/>
                </a:solidFill>
              </a:rPr>
              <a:t>: </a:t>
            </a:r>
            <a:r>
              <a:rPr lang="es-ES" altLang="x-none" dirty="0" err="1" smtClean="0">
                <a:solidFill>
                  <a:schemeClr val="tx1"/>
                </a:solidFill>
              </a:rPr>
              <a:t>Statistics</a:t>
            </a:r>
            <a:r>
              <a:rPr lang="es-ES" altLang="x-none" dirty="0" smtClean="0">
                <a:solidFill>
                  <a:schemeClr val="tx1"/>
                </a:solidFill>
              </a:rPr>
              <a:t> &amp; Data</a:t>
            </a:r>
          </a:p>
          <a:p>
            <a:r>
              <a:rPr lang="es-ES" altLang="x-none" dirty="0" err="1" smtClean="0">
                <a:solidFill>
                  <a:schemeClr val="tx1"/>
                </a:solidFill>
              </a:rPr>
              <a:t>Measure</a:t>
            </a:r>
            <a:r>
              <a:rPr lang="es-ES" altLang="x-none" dirty="0" smtClean="0">
                <a:solidFill>
                  <a:schemeClr val="tx1"/>
                </a:solidFill>
              </a:rPr>
              <a:t> of Spread #2</a:t>
            </a:r>
            <a:endParaRPr lang="es-ES" altLang="x-none" dirty="0">
              <a:solidFill>
                <a:schemeClr val="tx1"/>
              </a:solidFill>
            </a:endParaRP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1403350" y="2276475"/>
            <a:ext cx="640080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algn="ctr">
              <a:spcBef>
                <a:spcPct val="20000"/>
              </a:spcBef>
              <a:defRPr sz="3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algn="ctr">
              <a:spcBef>
                <a:spcPct val="20000"/>
              </a:spcBef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algn="ctr">
              <a:spcBef>
                <a:spcPct val="20000"/>
              </a:spcBef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algn="ctr">
              <a:spcBef>
                <a:spcPct val="20000"/>
              </a:spcBef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endParaRPr lang="x-none" altLang="x-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16632"/>
            <a:ext cx="8229600" cy="864096"/>
          </a:xfrm>
        </p:spPr>
        <p:txBody>
          <a:bodyPr/>
          <a:lstStyle/>
          <a:p>
            <a:r>
              <a:rPr lang="es-UY" altLang="x-none" u="sng" smtClean="0">
                <a:solidFill>
                  <a:schemeClr val="tx1"/>
                </a:solidFill>
              </a:rPr>
              <a:t>Warm </a:t>
            </a:r>
            <a:r>
              <a:rPr lang="es-UY" altLang="x-none" u="sng" smtClean="0">
                <a:solidFill>
                  <a:schemeClr val="tx1"/>
                </a:solidFill>
              </a:rPr>
              <a:t>up</a:t>
            </a:r>
            <a:endParaRPr lang="es-ES" altLang="x-none" u="sng" dirty="0">
              <a:solidFill>
                <a:schemeClr val="tx1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Quick-write reviewing last lesson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744" y="127328"/>
            <a:ext cx="8229600" cy="1143000"/>
          </a:xfrm>
        </p:spPr>
        <p:txBody>
          <a:bodyPr/>
          <a:lstStyle/>
          <a:p>
            <a:r>
              <a:rPr lang="en-US" dirty="0" smtClean="0"/>
              <a:t>Activity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744" y="1124744"/>
            <a:ext cx="8229600" cy="4525963"/>
          </a:xfrm>
        </p:spPr>
        <p:txBody>
          <a:bodyPr/>
          <a:lstStyle/>
          <a:p>
            <a:r>
              <a:rPr lang="en-US" sz="2400" dirty="0" smtClean="0"/>
              <a:t>Finding the Interquartile Range Activity attached. </a:t>
            </a:r>
          </a:p>
          <a:p>
            <a:r>
              <a:rPr lang="en-US" sz="2400" dirty="0" smtClean="0"/>
              <a:t>Includes guided notes print one of these for each student</a:t>
            </a:r>
          </a:p>
          <a:p>
            <a:r>
              <a:rPr lang="en-US" sz="2400" dirty="0" smtClean="0"/>
              <a:t>Project the answer key and work through as a class filling in the blanks.</a:t>
            </a:r>
          </a:p>
          <a:p>
            <a:r>
              <a:rPr lang="en-US" sz="2400" dirty="0" smtClean="0"/>
              <a:t>Task cards (may need to print a few copies for group work)</a:t>
            </a:r>
          </a:p>
          <a:p>
            <a:r>
              <a:rPr lang="en-US" sz="2400" dirty="0" smtClean="0"/>
              <a:t>Teaching notes are included with the activity.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036302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636" id="{DF23AC15-5DF4-914A-AB3D-EFCE691C88C2}" vid="{2458D6BE-EF50-064C-AB0E-3A0D1802B5C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636</Template>
  <TotalTime>412</TotalTime>
  <Words>71</Words>
  <Application>Microsoft Macintosh PowerPoint</Application>
  <PresentationFormat>On-screen Show (4:3)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Diseño predeterminado</vt:lpstr>
      <vt:lpstr>PowerPoint Presentation</vt:lpstr>
      <vt:lpstr>Warm up</vt:lpstr>
      <vt:lpstr>Activity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Kath Farmer</dc:creator>
  <cp:lastModifiedBy>Kath Farmer</cp:lastModifiedBy>
  <cp:revision>24</cp:revision>
  <dcterms:created xsi:type="dcterms:W3CDTF">2017-06-07T03:32:40Z</dcterms:created>
  <dcterms:modified xsi:type="dcterms:W3CDTF">2017-07-23T07:07:43Z</dcterms:modified>
</cp:coreProperties>
</file>