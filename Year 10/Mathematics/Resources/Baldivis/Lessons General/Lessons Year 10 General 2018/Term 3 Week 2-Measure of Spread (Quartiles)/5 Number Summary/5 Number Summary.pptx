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1" r:id="rId4"/>
    <p:sldId id="274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71"/>
  </p:normalViewPr>
  <p:slideViewPr>
    <p:cSldViewPr snapToGrid="0" snapToObjects="1">
      <p:cViewPr varScale="1">
        <p:scale>
          <a:sx n="76" d="100"/>
          <a:sy n="76" d="100"/>
        </p:scale>
        <p:origin x="21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5DBA-C934-2445-9FF4-96B06BFFE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72F9C-C6C4-224B-A3C8-F33E47D19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D06AC-840B-D447-B5FF-7221C647E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015CF-BCE6-4143-B798-2FF2E12A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63D66-E2B0-B94B-9171-93D2045C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3914D-5FDA-7B48-9BE5-8A9B6AFE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4F8A6-07BC-A647-B18F-D9F9EC6A6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6BB0-32F2-B349-A8FC-F1AB978D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FFBEB-17BA-6445-AB82-7F8EFE5B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6FC28-73ED-3045-864B-59FB2DA3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89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843E-A758-4C4F-96B1-92681F62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2E2C-C1B9-4D49-8B9B-C32C4A561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CDE2-2C5A-664F-B260-838251E66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9233C-6E71-6C4D-9EA0-D89CEC61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166A-6A41-1F4E-8C28-E5CF1197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0E8A-556C-C44E-ADC1-85832FAA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A33F1-11FB-1D48-9D36-574739543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4A334-917D-774B-9B83-464F7F9F3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7E659-AB1C-C940-9E4B-698076E3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82904-0FEA-4C41-83B0-9ACB4BBA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4F1C2-995A-7547-8350-2FECD98A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63A5-4863-344F-9271-39AB2E55B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44D03-8DD7-B246-B393-36B538E35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B6BB2-9565-0A4F-8DB9-37CCBE818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B8ADE-71C0-0740-9F53-23F3E161E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CCE24-337E-2B4C-AB2F-BF367B4E7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FD65B-2CB9-6D4B-8267-AF540E9D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7F5EE-27E3-F448-B561-EC07E9CE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F857F-0C1C-044C-995D-8FC75FB6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1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2666-5932-874C-99B8-89984A5F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3F486-05F7-6646-9625-81688A4A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4C9C4-3CA1-8145-BFBB-CB6F3B2E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808A0-470C-4B4A-B882-D46298E0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9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01F5C-5FC1-524E-B40D-77347426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A14AD-34FE-FE42-82C1-442736ED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9CA9C-710E-4B43-8279-C252B97B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2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E6D1-8806-394C-AEBE-A40CAB43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D0E5-25E0-0A40-94EF-0B2B0E7C4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1F28C-2B4C-F845-92A5-2D95F350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D3E95-FF50-B94F-9A3B-E8D065D5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C0E2B-19CA-7E43-BD6D-24CB9A53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AC04-1E89-6F4C-A7C3-5CC6C3F6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A4C7-74D6-B043-A046-30A191A8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412F64-FAF6-1041-A1D2-A0940BC4A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8A55C-237C-0241-87AB-D87F38FAC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39116-F83D-4E4E-8771-F72E6A6B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4948F-E53A-4243-954E-BD888213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FE7AE-367C-8643-A1E4-F9BCE9B1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5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20CD-1562-D34A-9F74-A5E09EAB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B4DF0-A751-1543-B91C-1F00D10F0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C81A-97BD-014D-81E4-60FB1A59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477B-0352-F340-AD0A-2BDE9949C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C3D70-EBED-214C-8540-45EA6F6D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E7F2A-2713-704C-A04B-9641BD6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A27B3-BF57-5041-8300-DFFC3180D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B252-6757-FE4D-B98D-20DDB357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5C07C-A2AD-8F4C-B940-E30C3D620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606B-9908-684C-ADC2-2D5AB637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4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20D28-49AF-F840-8081-BE915449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D6C42-FAB0-9B41-8E2C-832CC04EB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0222-F4E5-1F46-B4A6-A218C94AB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E5783-E3C7-AE4B-A45F-AC03BDB1654C}" type="datetimeFigureOut">
              <a:rPr lang="en-US" smtClean="0"/>
              <a:t>7/22/18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9029-D174-D14B-8915-197120D93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BC33-91A1-904A-A310-D21D8A587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5FE9C-721D-F740-9A10-6996196DE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8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40BE21-B82A-C540-A827-BDA6BB604A54}"/>
              </a:ext>
            </a:extLst>
          </p:cNvPr>
          <p:cNvSpPr/>
          <p:nvPr/>
        </p:nvSpPr>
        <p:spPr>
          <a:xfrm>
            <a:off x="2910549" y="4741333"/>
            <a:ext cx="7086600" cy="725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" descr="page11image3840288">
            <a:extLst>
              <a:ext uri="{FF2B5EF4-FFF2-40B4-BE49-F238E27FC236}">
                <a16:creationId xmlns:a16="http://schemas.microsoft.com/office/drawing/2014/main" id="{ECDA9954-CD48-D44D-B65C-56B685853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549" y="5466949"/>
            <a:ext cx="70866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500BDB-D14C-A14F-9C44-982990CD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1430"/>
            <a:ext cx="9144000" cy="2387600"/>
          </a:xfrm>
        </p:spPr>
        <p:txBody>
          <a:bodyPr/>
          <a:lstStyle/>
          <a:p>
            <a:r>
              <a:rPr lang="en-US" b="1" dirty="0"/>
              <a:t>Five Number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6CE5B-7327-504E-AAA0-C2B25229B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1106"/>
            <a:ext cx="9144000" cy="10123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Year 10</a:t>
            </a:r>
          </a:p>
          <a:p>
            <a:r>
              <a:rPr lang="en-US" dirty="0"/>
              <a:t>Statistics</a:t>
            </a:r>
          </a:p>
          <a:p>
            <a:r>
              <a:rPr lang="en-US" dirty="0"/>
              <a:t>Miss Thompson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F90B4-6FEB-8746-AEFB-86B4D5E6ADBF}"/>
              </a:ext>
            </a:extLst>
          </p:cNvPr>
          <p:cNvSpPr txBox="1"/>
          <p:nvPr/>
        </p:nvSpPr>
        <p:spPr>
          <a:xfrm>
            <a:off x="3090008" y="5097617"/>
            <a:ext cx="58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0E6C2-5B6A-F94D-930C-919452E17A6F}"/>
              </a:ext>
            </a:extLst>
          </p:cNvPr>
          <p:cNvSpPr txBox="1"/>
          <p:nvPr/>
        </p:nvSpPr>
        <p:spPr>
          <a:xfrm>
            <a:off x="8705575" y="5096017"/>
            <a:ext cx="683046" cy="37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8BCE1B-761E-5C40-886F-4288AE316A7E}"/>
              </a:ext>
            </a:extLst>
          </p:cNvPr>
          <p:cNvCxnSpPr>
            <a:stCxn id="4" idx="2"/>
          </p:cNvCxnSpPr>
          <p:nvPr/>
        </p:nvCxnSpPr>
        <p:spPr>
          <a:xfrm>
            <a:off x="3382272" y="5466949"/>
            <a:ext cx="129961" cy="483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BC68DB-3F72-0340-AF59-AFE8FB63F50A}"/>
              </a:ext>
            </a:extLst>
          </p:cNvPr>
          <p:cNvCxnSpPr>
            <a:cxnSpLocks/>
          </p:cNvCxnSpPr>
          <p:nvPr/>
        </p:nvCxnSpPr>
        <p:spPr>
          <a:xfrm flipH="1">
            <a:off x="8923868" y="5466949"/>
            <a:ext cx="123230" cy="483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C5308F-5D21-7A46-8206-5E861739522F}"/>
              </a:ext>
            </a:extLst>
          </p:cNvPr>
          <p:cNvCxnSpPr>
            <a:cxnSpLocks/>
          </p:cNvCxnSpPr>
          <p:nvPr/>
        </p:nvCxnSpPr>
        <p:spPr>
          <a:xfrm flipH="1">
            <a:off x="6043923" y="5280684"/>
            <a:ext cx="31512" cy="3693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BE4FD7-C3C9-9349-9A88-09E2A64820BD}"/>
              </a:ext>
            </a:extLst>
          </p:cNvPr>
          <p:cNvCxnSpPr>
            <a:cxnSpLocks/>
          </p:cNvCxnSpPr>
          <p:nvPr/>
        </p:nvCxnSpPr>
        <p:spPr>
          <a:xfrm>
            <a:off x="4448397" y="5280684"/>
            <a:ext cx="497801" cy="42790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5FAB18-3A51-F146-9F13-3F631F35E2C9}"/>
              </a:ext>
            </a:extLst>
          </p:cNvPr>
          <p:cNvCxnSpPr>
            <a:cxnSpLocks/>
          </p:cNvCxnSpPr>
          <p:nvPr/>
        </p:nvCxnSpPr>
        <p:spPr>
          <a:xfrm flipH="1">
            <a:off x="7915560" y="5280684"/>
            <a:ext cx="370902" cy="3482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2D094D-2E81-6C45-9FE7-0AA7D445F6DB}"/>
              </a:ext>
            </a:extLst>
          </p:cNvPr>
          <p:cNvSpPr txBox="1"/>
          <p:nvPr/>
        </p:nvSpPr>
        <p:spPr>
          <a:xfrm>
            <a:off x="4224541" y="4911352"/>
            <a:ext cx="48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E3D8D-0E53-CB4D-8A61-F85BBA390FBE}"/>
              </a:ext>
            </a:extLst>
          </p:cNvPr>
          <p:cNvSpPr txBox="1"/>
          <p:nvPr/>
        </p:nvSpPr>
        <p:spPr>
          <a:xfrm>
            <a:off x="5547556" y="4911353"/>
            <a:ext cx="105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53B55-829F-3B4E-B5C0-0872E12FEDB8}"/>
              </a:ext>
            </a:extLst>
          </p:cNvPr>
          <p:cNvSpPr txBox="1"/>
          <p:nvPr/>
        </p:nvSpPr>
        <p:spPr>
          <a:xfrm>
            <a:off x="8044998" y="4911352"/>
            <a:ext cx="48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59372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4820-73BA-5D4B-865B-E426D984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0E5E-BE9E-1045-B7F0-E24C24983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the Five Number Summary</a:t>
            </a:r>
          </a:p>
          <a:p>
            <a:r>
              <a:rPr lang="en-US" dirty="0"/>
              <a:t>Determine the Five Number Summary for a variety of data sets</a:t>
            </a:r>
          </a:p>
          <a:p>
            <a:r>
              <a:rPr lang="en-US" dirty="0"/>
              <a:t>Understand that the Five Number Summary are used to represent data in a box plot</a:t>
            </a:r>
          </a:p>
        </p:txBody>
      </p:sp>
    </p:spTree>
    <p:extLst>
      <p:ext uri="{BB962C8B-B14F-4D97-AF65-F5344CB8AC3E}">
        <p14:creationId xmlns:p14="http://schemas.microsoft.com/office/powerpoint/2010/main" val="371670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439816" y="1916833"/>
            <a:ext cx="0" cy="40333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1517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Box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Five Figure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4721" y="2085531"/>
            <a:ext cx="4809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Five Figure Summary is 5 numbers that describe a data set: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minimum value (Min)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quartile (Q1)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median (Q2)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third quartile (Q3)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maximum value (Max)</a:t>
            </a:r>
          </a:p>
        </p:txBody>
      </p:sp>
    </p:spTree>
    <p:extLst>
      <p:ext uri="{BB962C8B-B14F-4D97-AF65-F5344CB8AC3E}">
        <p14:creationId xmlns:p14="http://schemas.microsoft.com/office/powerpoint/2010/main" val="381336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1EE1-F790-4249-968F-0FA30997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6B808-93AC-1E49-8505-2E1A6F319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14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Collect out own data set and create the five number summary for it</a:t>
            </a:r>
          </a:p>
          <a:p>
            <a:r>
              <a:rPr lang="en-US" dirty="0"/>
              <a:t>Data Collection</a:t>
            </a:r>
          </a:p>
          <a:p>
            <a:pPr lvl="1"/>
            <a:r>
              <a:rPr lang="en-US" dirty="0"/>
              <a:t>How many times can you write a perfectly formed cross with your dominant hand in 30 seconds?</a:t>
            </a:r>
          </a:p>
          <a:p>
            <a:pPr lvl="1"/>
            <a:r>
              <a:rPr lang="en-US" dirty="0"/>
              <a:t>What about your non-dominant hand?</a:t>
            </a:r>
          </a:p>
          <a:p>
            <a:r>
              <a:rPr lang="en-US" dirty="0"/>
              <a:t>Create the Five Number Summary for each data set</a:t>
            </a:r>
          </a:p>
          <a:p>
            <a:pPr lvl="1"/>
            <a:r>
              <a:rPr lang="en-US" dirty="0"/>
              <a:t>Order yourselves in ascending order</a:t>
            </a:r>
          </a:p>
          <a:p>
            <a:pPr lvl="1"/>
            <a:r>
              <a:rPr lang="en-US" dirty="0"/>
              <a:t>Peel back and pair up to identify the median and the top and lower halves</a:t>
            </a:r>
          </a:p>
          <a:p>
            <a:pPr lvl="1"/>
            <a:r>
              <a:rPr lang="en-US" dirty="0"/>
              <a:t>For each half, peel back and pair up again to identify the median of each half, or Q1 and Q3</a:t>
            </a:r>
          </a:p>
          <a:p>
            <a:pPr lvl="1"/>
            <a:r>
              <a:rPr lang="en-US" dirty="0"/>
              <a:t>Record the Minimum value, Q1, Median, Q3 and Maximum value</a:t>
            </a:r>
          </a:p>
        </p:txBody>
      </p:sp>
    </p:spTree>
    <p:extLst>
      <p:ext uri="{BB962C8B-B14F-4D97-AF65-F5344CB8AC3E}">
        <p14:creationId xmlns:p14="http://schemas.microsoft.com/office/powerpoint/2010/main" val="220861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439816" y="1916833"/>
            <a:ext cx="0" cy="40333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1517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Box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Five Figure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4721" y="2085531"/>
            <a:ext cx="4809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Five Figure Summary is 5 numbers that describe a data set: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minimum value (Min)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quartile (Q1)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median (Q2)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third quartile (Q3)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maximum value (Max)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DC5D3-55F9-CC46-BECB-9B6E1A5D5BEA}"/>
              </a:ext>
            </a:extLst>
          </p:cNvPr>
          <p:cNvSpPr txBox="1"/>
          <p:nvPr/>
        </p:nvSpPr>
        <p:spPr>
          <a:xfrm>
            <a:off x="4658097" y="4199252"/>
            <a:ext cx="4809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Five Figure Summary is used to represent the data set graphically in a box plot</a:t>
            </a:r>
          </a:p>
        </p:txBody>
      </p:sp>
      <p:pic>
        <p:nvPicPr>
          <p:cNvPr id="1025" name="Picture 1" descr="page11image3840288">
            <a:extLst>
              <a:ext uri="{FF2B5EF4-FFF2-40B4-BE49-F238E27FC236}">
                <a16:creationId xmlns:a16="http://schemas.microsoft.com/office/drawing/2014/main" id="{DA1B4C73-3BBD-8A4D-AD8A-D0C73AEB8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214" y="5466949"/>
            <a:ext cx="70866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026790-55A5-2C43-A3F7-68DF69475358}"/>
              </a:ext>
            </a:extLst>
          </p:cNvPr>
          <p:cNvSpPr txBox="1"/>
          <p:nvPr/>
        </p:nvSpPr>
        <p:spPr>
          <a:xfrm>
            <a:off x="5206673" y="5097617"/>
            <a:ext cx="58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40227-6689-564E-87EA-70887EF5D342}"/>
              </a:ext>
            </a:extLst>
          </p:cNvPr>
          <p:cNvSpPr txBox="1"/>
          <p:nvPr/>
        </p:nvSpPr>
        <p:spPr>
          <a:xfrm>
            <a:off x="6341206" y="4911352"/>
            <a:ext cx="48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43FB75-E023-E947-A0B1-C7D47A9EA483}"/>
              </a:ext>
            </a:extLst>
          </p:cNvPr>
          <p:cNvSpPr txBox="1"/>
          <p:nvPr/>
        </p:nvSpPr>
        <p:spPr>
          <a:xfrm>
            <a:off x="7664221" y="4911353"/>
            <a:ext cx="105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671668-4B7A-D347-8A8C-A93CE881A0F3}"/>
              </a:ext>
            </a:extLst>
          </p:cNvPr>
          <p:cNvSpPr txBox="1"/>
          <p:nvPr/>
        </p:nvSpPr>
        <p:spPr>
          <a:xfrm>
            <a:off x="10161663" y="4911352"/>
            <a:ext cx="48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Q3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987C4F-D968-1F49-A8FC-0476BB935F15}"/>
              </a:ext>
            </a:extLst>
          </p:cNvPr>
          <p:cNvSpPr txBox="1"/>
          <p:nvPr/>
        </p:nvSpPr>
        <p:spPr>
          <a:xfrm>
            <a:off x="10822240" y="5096017"/>
            <a:ext cx="683046" cy="37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E03D59-CBB4-C847-91B4-45AD04DBD698}"/>
              </a:ext>
            </a:extLst>
          </p:cNvPr>
          <p:cNvCxnSpPr>
            <a:stCxn id="13" idx="2"/>
          </p:cNvCxnSpPr>
          <p:nvPr/>
        </p:nvCxnSpPr>
        <p:spPr>
          <a:xfrm>
            <a:off x="5498937" y="5466949"/>
            <a:ext cx="129961" cy="483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84526A-7E5F-D04D-99F3-FD3924E24FA0}"/>
              </a:ext>
            </a:extLst>
          </p:cNvPr>
          <p:cNvCxnSpPr>
            <a:cxnSpLocks/>
          </p:cNvCxnSpPr>
          <p:nvPr/>
        </p:nvCxnSpPr>
        <p:spPr>
          <a:xfrm flipH="1">
            <a:off x="11040533" y="5466949"/>
            <a:ext cx="123230" cy="483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6ACAE3-498B-634E-A06D-1AF9AA7A228F}"/>
              </a:ext>
            </a:extLst>
          </p:cNvPr>
          <p:cNvCxnSpPr>
            <a:cxnSpLocks/>
          </p:cNvCxnSpPr>
          <p:nvPr/>
        </p:nvCxnSpPr>
        <p:spPr>
          <a:xfrm flipH="1">
            <a:off x="8160588" y="5280684"/>
            <a:ext cx="31512" cy="3693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9F226D-8734-7B4F-B6A6-BCEE5BA5DFF6}"/>
              </a:ext>
            </a:extLst>
          </p:cNvPr>
          <p:cNvCxnSpPr>
            <a:cxnSpLocks/>
          </p:cNvCxnSpPr>
          <p:nvPr/>
        </p:nvCxnSpPr>
        <p:spPr>
          <a:xfrm>
            <a:off x="6565062" y="5280684"/>
            <a:ext cx="497801" cy="42790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FBFFA4-7355-974D-AADD-7ABCEAE20832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032225" y="5280684"/>
            <a:ext cx="370902" cy="3482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92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3" grpId="0"/>
      <p:bldP spid="25" grpId="0"/>
      <p:bldP spid="26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286</Words>
  <Application>Microsoft Macintosh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Five Number Summary</vt:lpstr>
      <vt:lpstr>Objectives</vt:lpstr>
      <vt:lpstr>PowerPoint Presentation</vt:lpstr>
      <vt:lpstr>Activity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Rosemary THOMPSON</dc:creator>
  <cp:lastModifiedBy>Rosemary THOMPSON</cp:lastModifiedBy>
  <cp:revision>5</cp:revision>
  <dcterms:created xsi:type="dcterms:W3CDTF">2018-07-22T15:04:14Z</dcterms:created>
  <dcterms:modified xsi:type="dcterms:W3CDTF">2018-07-22T15:46:46Z</dcterms:modified>
</cp:coreProperties>
</file>