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3IwVN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7" r:id="rId2"/>
    <p:sldId id="331" r:id="rId3"/>
    <p:sldId id="333" r:id="rId4"/>
    <p:sldId id="336" r:id="rId5"/>
    <p:sldId id="337" r:id="rId6"/>
    <p:sldId id="338" r:id="rId7"/>
    <p:sldId id="339" r:id="rId8"/>
    <p:sldId id="260" r:id="rId9"/>
    <p:sldId id="340" r:id="rId10"/>
    <p:sldId id="34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3"/>
            <p14:sldId id="336"/>
            <p14:sldId id="337"/>
            <p14:sldId id="338"/>
            <p14:sldId id="339"/>
            <p14:sldId id="260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05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9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&amp;ehk=3IwV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Introduction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Lesson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OutComes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2.1.9 Calculate and interpret quartiles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19/07/2018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The 5 number summary can be found for any set of numerical discrete data.</a:t>
            </a:r>
            <a:endParaRPr lang="en-US" sz="2800" b="1" dirty="0">
              <a:solidFill>
                <a:srgbClr val="CC0099"/>
              </a:solidFill>
            </a:endParaRP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5 number summary consists of :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median (2</a:t>
            </a:r>
            <a:r>
              <a:rPr lang="en-US" sz="2800" baseline="30000" dirty="0"/>
              <a:t>nd</a:t>
            </a:r>
            <a:r>
              <a:rPr lang="en-US" sz="2800" dirty="0"/>
              <a:t> quartile)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maximum value in a data set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minimum value in a data set</a:t>
            </a:r>
          </a:p>
        </p:txBody>
      </p: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ACtivity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You will be given 60 seconds to write the letter x as many times as possible with your dominant hand, (the one you use to write with).</a:t>
            </a:r>
            <a:br>
              <a:rPr lang="en-AU" sz="2800" dirty="0"/>
            </a:br>
            <a:endParaRPr lang="en-AU" sz="2800" dirty="0"/>
          </a:p>
          <a:p>
            <a:r>
              <a:rPr lang="en-AU" sz="2800" dirty="0"/>
              <a:t>As you have two hands, you will be given 60 seconds to write the letter x as many times as possible with your non-dominant hand.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ACtivity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304905" cy="40241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</a:t>
            </a:r>
            <a:br>
              <a:rPr lang="en-US" sz="2600" dirty="0"/>
            </a:br>
            <a:r>
              <a:rPr lang="en-US" sz="2600" dirty="0"/>
              <a:t>Maximum:</a:t>
            </a:r>
            <a:br>
              <a:rPr lang="en-US" sz="2600" dirty="0"/>
            </a:br>
            <a:r>
              <a:rPr lang="en-US" sz="2600" dirty="0"/>
              <a:t>Median: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6096000" y="2192842"/>
            <a:ext cx="5304905" cy="4024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</a:t>
            </a:r>
            <a:br>
              <a:rPr lang="en-US" sz="3000" dirty="0"/>
            </a:br>
            <a:r>
              <a:rPr lang="en-US" sz="3000" dirty="0"/>
              <a:t>Maximum:</a:t>
            </a:r>
            <a:br>
              <a:rPr lang="en-US" sz="3000" dirty="0"/>
            </a:br>
            <a:r>
              <a:rPr lang="en-US" sz="3000" dirty="0"/>
              <a:t>Median: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852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19/07/2018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429790"/>
            <a:ext cx="9720345" cy="4871234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/>
              <a:t>Determining the 5 number summary</a:t>
            </a:r>
          </a:p>
          <a:p>
            <a:pPr lvl="1">
              <a:defRPr/>
            </a:pPr>
            <a:r>
              <a:rPr lang="en-US" sz="2800" dirty="0"/>
              <a:t>Minimum is the lowest value of the data set</a:t>
            </a:r>
          </a:p>
          <a:p>
            <a:pPr lvl="1">
              <a:defRPr/>
            </a:pPr>
            <a:r>
              <a:rPr lang="en-US" sz="2800" dirty="0"/>
              <a:t>Maximum is the highest value of the data set</a:t>
            </a:r>
          </a:p>
          <a:p>
            <a:pPr lvl="1">
              <a:defRPr/>
            </a:pPr>
            <a:r>
              <a:rPr lang="en-US" sz="2800" dirty="0"/>
              <a:t>Median</a:t>
            </a:r>
          </a:p>
          <a:p>
            <a:pPr lvl="2">
              <a:defRPr/>
            </a:pPr>
            <a:r>
              <a:rPr lang="en-US" sz="2800" dirty="0"/>
              <a:t>Order the data from smallest to largest</a:t>
            </a:r>
          </a:p>
          <a:p>
            <a:pPr lvl="2">
              <a:defRPr/>
            </a:pPr>
            <a:r>
              <a:rPr lang="en-US" sz="2800" dirty="0"/>
              <a:t>If there is an odd number of data points, the median is the middle value</a:t>
            </a:r>
          </a:p>
          <a:p>
            <a:pPr lvl="2">
              <a:defRPr/>
            </a:pPr>
            <a:r>
              <a:rPr lang="en-US" sz="2800" dirty="0"/>
              <a:t>If there is an even number of data points, the median is the average of the two middle values.</a:t>
            </a:r>
          </a:p>
          <a:p>
            <a:pPr lvl="1">
              <a:defRPr/>
            </a:pPr>
            <a:endParaRPr lang="en-US" sz="2800" dirty="0"/>
          </a:p>
          <a:p>
            <a:pPr lvl="1">
              <a:defRPr/>
            </a:pPr>
            <a:endParaRPr lang="en-US" sz="2800" dirty="0"/>
          </a:p>
          <a:p>
            <a:pPr lvl="1"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33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19/07/2018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dirty="0"/>
              <a:t>Determining the 5 number summary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600" dirty="0"/>
              <a:t>The middle value of data in the lower 50% of the values in the data set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600" dirty="0"/>
              <a:t>The middle value of data in the upper 50% of the values in the data set</a:t>
            </a:r>
            <a:endParaRPr lang="en-US" sz="2800" dirty="0"/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7144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Complete the 5-number summary worksheet.</a:t>
            </a:r>
          </a:p>
        </p:txBody>
      </p:sp>
    </p:spTree>
    <p:extLst>
      <p:ext uri="{BB962C8B-B14F-4D97-AF65-F5344CB8AC3E}">
        <p14:creationId xmlns:p14="http://schemas.microsoft.com/office/powerpoint/2010/main" val="104255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Leave Your Mark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/>
              <a:t>You will be given a data set and a whiteboard marker. </a:t>
            </a:r>
          </a:p>
          <a:p>
            <a:r>
              <a:rPr lang="en-AU" sz="2800" b="1" dirty="0"/>
              <a:t>You will need to determine the 5 number summary.</a:t>
            </a:r>
          </a:p>
          <a:p>
            <a:r>
              <a:rPr lang="en-AU" sz="2800" b="1" dirty="0"/>
              <a:t>Show your working out on your desk.</a:t>
            </a:r>
          </a:p>
          <a:p>
            <a:r>
              <a:rPr lang="en-AU" sz="2800" b="1" dirty="0"/>
              <a:t>Show me your work before you pack up.</a:t>
            </a:r>
          </a:p>
          <a:p>
            <a:r>
              <a:rPr lang="en-AU" sz="2800" b="1" dirty="0"/>
              <a:t>YES. You. Will. Be. Writing. On. The. Desk.</a:t>
            </a:r>
          </a:p>
        </p:txBody>
      </p:sp>
    </p:spTree>
    <p:extLst>
      <p:ext uri="{BB962C8B-B14F-4D97-AF65-F5344CB8AC3E}">
        <p14:creationId xmlns:p14="http://schemas.microsoft.com/office/powerpoint/2010/main" val="8984801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6562</TotalTime>
  <Words>370</Words>
  <Application>Microsoft Office PowerPoint</Application>
  <PresentationFormat>Widescreen</PresentationFormat>
  <Paragraphs>62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DJB Fancy Nancy</vt:lpstr>
      <vt:lpstr>Kiwi School Handwriting</vt:lpstr>
      <vt:lpstr>BSC Theme</vt:lpstr>
      <vt:lpstr>Five Number Summary Introduction</vt:lpstr>
      <vt:lpstr>Lesson OutComes</vt:lpstr>
      <vt:lpstr>PowerPoint Presentation</vt:lpstr>
      <vt:lpstr>Total Physical Response ACtivity</vt:lpstr>
      <vt:lpstr>Total Physical Response ACtivity</vt:lpstr>
      <vt:lpstr>PowerPoint Presentation</vt:lpstr>
      <vt:lpstr>PowerPoint Presentation</vt:lpstr>
      <vt:lpstr>PowerPoint Presentation</vt:lpstr>
      <vt:lpstr>Task</vt:lpstr>
      <vt:lpstr>Leave Your 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55</cp:revision>
  <dcterms:created xsi:type="dcterms:W3CDTF">2017-10-15T23:31:24Z</dcterms:created>
  <dcterms:modified xsi:type="dcterms:W3CDTF">2018-07-22T16:37:42Z</dcterms:modified>
</cp:coreProperties>
</file>