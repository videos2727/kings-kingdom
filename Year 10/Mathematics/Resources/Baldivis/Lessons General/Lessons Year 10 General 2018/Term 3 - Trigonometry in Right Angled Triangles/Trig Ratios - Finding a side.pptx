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8" r:id="rId4"/>
    <p:sldId id="399" r:id="rId5"/>
    <p:sldId id="400" r:id="rId6"/>
    <p:sldId id="278" r:id="rId7"/>
    <p:sldId id="279" r:id="rId8"/>
    <p:sldId id="402" r:id="rId9"/>
    <p:sldId id="403" r:id="rId10"/>
    <p:sldId id="281" r:id="rId11"/>
    <p:sldId id="404" r:id="rId12"/>
    <p:sldId id="405" r:id="rId13"/>
    <p:sldId id="280" r:id="rId14"/>
    <p:sldId id="406" r:id="rId15"/>
    <p:sldId id="40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3" d="100"/>
          <a:sy n="83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217E9-E181-4070-B56F-78BBB35ADFFB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C7DB5-EF88-4365-B235-8658D10F0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55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BFFD399-0DF7-4958-897A-7583E8193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412A0E-2150-4B88-90FB-90571A42FAA0}" type="slidenum">
              <a:rPr lang="en-US" altLang="en-US" b="0"/>
              <a:pPr eaLnBrk="1" hangingPunct="1"/>
              <a:t>6</a:t>
            </a:fld>
            <a:endParaRPr lang="en-US" altLang="en-US" b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9EF3559-78BB-4C4F-ACCA-17162FF30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250BF13-82FF-417A-9BBA-D983CF8A9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7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D949035-A540-4949-A7F7-2C0C84D7C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34A07-0115-4FF9-B51C-96F766854BD2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F2EADF5-F01A-4EDE-9E87-F423C8CB8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F3BC43D-A7C0-425F-9D6C-DD567B0B0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11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3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3E15C4D-DE14-4CD7-A80F-2B28D4B754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A14F2D-9B7C-4C2C-9BDD-86C8E6454B42}" type="slidenum">
              <a:rPr lang="en-US" altLang="en-US" b="0"/>
              <a:pPr eaLnBrk="1" hangingPunct="1"/>
              <a:t>13</a:t>
            </a:fld>
            <a:endParaRPr lang="en-US" altLang="en-US" b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EC31139-7690-4299-996F-444983504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1E691EF-E2E2-4EFD-9E4D-2088B677B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14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31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wmf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7.wmf"/><Relationship Id="rId1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5.png"/><Relationship Id="rId5" Type="http://schemas.openxmlformats.org/officeDocument/2006/relationships/image" Target="../media/image22.wmf"/><Relationship Id="rId10" Type="http://schemas.openxmlformats.org/officeDocument/2006/relationships/image" Target="../media/image1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image" Target="../media/image15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2.wmf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4.w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1797-2E5E-4E96-9058-2BB12E899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 Ratios – Finding a Side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B3E93-5CD8-4A8C-A4D7-92C2A32C7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162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90" y="255077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will be using these ratios to find an unknown side of a right angled triangle.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tangent ratio to find a missing side?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B6FDF-0F97-4367-8A08-F957EE70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86" y="1989609"/>
            <a:ext cx="8362950" cy="4143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537" y="3815453"/>
            <a:ext cx="1912946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6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363B484-08F8-40C6-838B-4AA7786A4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1 	Figure out which ratio to use.  Find x. 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  <a:endParaRPr lang="en-US" altLang="en-US" sz="2800" i="1">
              <a:latin typeface="Berlin Sans FB Demi" panose="020E0802020502020306" pitchFamily="34" charset="0"/>
            </a:endParaRPr>
          </a:p>
        </p:txBody>
      </p:sp>
      <p:grpSp>
        <p:nvGrpSpPr>
          <p:cNvPr id="17411" name="Group 8">
            <a:extLst>
              <a:ext uri="{FF2B5EF4-FFF2-40B4-BE49-F238E27FC236}">
                <a16:creationId xmlns:a16="http://schemas.microsoft.com/office/drawing/2014/main" id="{DED6DE53-03A1-42C9-908D-91881C01AA5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838200"/>
            <a:ext cx="5715000" cy="2514600"/>
            <a:chOff x="2016" y="768"/>
            <a:chExt cx="3600" cy="1584"/>
          </a:xfrm>
        </p:grpSpPr>
        <p:sp>
          <p:nvSpPr>
            <p:cNvPr id="17430" name="AutoShape 3">
              <a:extLst>
                <a:ext uri="{FF2B5EF4-FFF2-40B4-BE49-F238E27FC236}">
                  <a16:creationId xmlns:a16="http://schemas.microsoft.com/office/drawing/2014/main" id="{E18EEA78-EC70-44B1-BCC6-F599A08C7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2880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7431" name="Rectangle 4">
              <a:extLst>
                <a:ext uri="{FF2B5EF4-FFF2-40B4-BE49-F238E27FC236}">
                  <a16:creationId xmlns:a16="http://schemas.microsoft.com/office/drawing/2014/main" id="{6AE6D4D9-624F-427E-80A9-8B5D2052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817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7432" name="Object 5">
              <a:extLst>
                <a:ext uri="{FF2B5EF4-FFF2-40B4-BE49-F238E27FC236}">
                  <a16:creationId xmlns:a16="http://schemas.microsoft.com/office/drawing/2014/main" id="{FA1508F7-E830-4813-94EA-014B4A9E3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960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7432" name="Object 5">
                          <a:extLst>
                            <a:ext uri="{FF2B5EF4-FFF2-40B4-BE49-F238E27FC236}">
                              <a16:creationId xmlns:a16="http://schemas.microsoft.com/office/drawing/2014/main" id="{FA1508F7-E830-4813-94EA-014B4A9E36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960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Text Box 6">
              <a:extLst>
                <a:ext uri="{FF2B5EF4-FFF2-40B4-BE49-F238E27FC236}">
                  <a16:creationId xmlns:a16="http://schemas.microsoft.com/office/drawing/2014/main" id="{5B95F00F-20D5-4700-98DB-1CB2F9BBF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52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20 m</a:t>
              </a:r>
            </a:p>
          </p:txBody>
        </p:sp>
        <p:sp>
          <p:nvSpPr>
            <p:cNvPr id="17434" name="Text Box 7">
              <a:extLst>
                <a:ext uri="{FF2B5EF4-FFF2-40B4-BE49-F238E27FC236}">
                  <a16:creationId xmlns:a16="http://schemas.microsoft.com/office/drawing/2014/main" id="{E1222850-F4CC-4542-8601-0C0C0A2E9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4825" name="Object 9">
            <a:extLst>
              <a:ext uri="{FF2B5EF4-FFF2-40B4-BE49-F238E27FC236}">
                <a16:creationId xmlns:a16="http://schemas.microsoft.com/office/drawing/2014/main" id="{5ECBFF16-8886-4C4C-8257-A536CA52D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1" y="1447800"/>
          <a:ext cx="2949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6" imgW="812447" imgH="393529" progId="Equation.3">
                  <p:embed/>
                </p:oleObj>
              </mc:Choice>
              <mc:Fallback>
                <p:oleObj name="Equation" r:id="rId6" imgW="812447" imgH="393529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5ECBFF16-8886-4C4C-8257-A536CA52D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1447800"/>
                        <a:ext cx="29495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>
            <a:extLst>
              <a:ext uri="{FF2B5EF4-FFF2-40B4-BE49-F238E27FC236}">
                <a16:creationId xmlns:a16="http://schemas.microsoft.com/office/drawing/2014/main" id="{B90616A6-A231-43A1-A25D-953456C09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257801"/>
          <a:ext cx="53340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8" imgW="698197" imgH="177723" progId="Equation.3">
                  <p:embed/>
                </p:oleObj>
              </mc:Choice>
              <mc:Fallback>
                <p:oleObj name="Equation" r:id="rId8" imgW="698197" imgH="177723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B90616A6-A231-43A1-A25D-953456C09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1"/>
                        <a:ext cx="5334000" cy="13557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>
            <a:extLst>
              <a:ext uri="{FF2B5EF4-FFF2-40B4-BE49-F238E27FC236}">
                <a16:creationId xmlns:a16="http://schemas.microsoft.com/office/drawing/2014/main" id="{4B5B9082-0EEA-419E-8DC1-C8DCB01BB0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2819400"/>
          <a:ext cx="432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0" imgW="875920" imgH="215806" progId="Equation.3">
                  <p:embed/>
                </p:oleObj>
              </mc:Choice>
              <mc:Fallback>
                <p:oleObj name="Equation" r:id="rId10" imgW="875920" imgH="215806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4B5B9082-0EEA-419E-8DC1-C8DCB01BB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819400"/>
                        <a:ext cx="4329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8" name="Group 12">
            <a:extLst>
              <a:ext uri="{FF2B5EF4-FFF2-40B4-BE49-F238E27FC236}">
                <a16:creationId xmlns:a16="http://schemas.microsoft.com/office/drawing/2014/main" id="{48BBBB68-4987-447D-A10F-34939D9C40D0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886200"/>
            <a:ext cx="1219200" cy="762000"/>
            <a:chOff x="3216" y="1632"/>
            <a:chExt cx="768" cy="480"/>
          </a:xfrm>
        </p:grpSpPr>
        <p:sp>
          <p:nvSpPr>
            <p:cNvPr id="17428" name="AutoShape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94EE2B9-14F7-4774-95EC-1DFB18DB5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9" name="Text Box 14">
              <a:extLst>
                <a:ext uri="{FF2B5EF4-FFF2-40B4-BE49-F238E27FC236}">
                  <a16:creationId xmlns:a16="http://schemas.microsoft.com/office/drawing/2014/main" id="{2D10D533-849E-4DB9-BB03-ECCA95A4D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4831" name="Group 15">
            <a:extLst>
              <a:ext uri="{FF2B5EF4-FFF2-40B4-BE49-F238E27FC236}">
                <a16:creationId xmlns:a16="http://schemas.microsoft.com/office/drawing/2014/main" id="{FDF67D41-A295-4719-A2A2-7FA9DBCB026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962400"/>
            <a:ext cx="914400" cy="685800"/>
            <a:chOff x="3840" y="1248"/>
            <a:chExt cx="768" cy="432"/>
          </a:xfrm>
        </p:grpSpPr>
        <p:sp>
          <p:nvSpPr>
            <p:cNvPr id="17426" name="AutoShape 1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393B391-833A-434C-A9EB-E971FE4F1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7" name="Text Box 17">
              <a:extLst>
                <a:ext uri="{FF2B5EF4-FFF2-40B4-BE49-F238E27FC236}">
                  <a16:creationId xmlns:a16="http://schemas.microsoft.com/office/drawing/2014/main" id="{B4FF4A1B-93B6-4CBF-A782-7A74E829D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 </a:t>
              </a:r>
            </a:p>
          </p:txBody>
        </p:sp>
      </p:grpSp>
      <p:grpSp>
        <p:nvGrpSpPr>
          <p:cNvPr id="34837" name="Group 21">
            <a:extLst>
              <a:ext uri="{FF2B5EF4-FFF2-40B4-BE49-F238E27FC236}">
                <a16:creationId xmlns:a16="http://schemas.microsoft.com/office/drawing/2014/main" id="{CD4E82C9-BE31-4C7B-B794-A7241DC531DE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962400"/>
            <a:ext cx="914400" cy="685800"/>
            <a:chOff x="5232" y="1248"/>
            <a:chExt cx="480" cy="432"/>
          </a:xfrm>
        </p:grpSpPr>
        <p:sp>
          <p:nvSpPr>
            <p:cNvPr id="17424" name="AutoShape 2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92C34A7-8B2D-483F-8312-43C187CF2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5" name="Text Box 23">
              <a:extLst>
                <a:ext uri="{FF2B5EF4-FFF2-40B4-BE49-F238E27FC236}">
                  <a16:creationId xmlns:a16="http://schemas.microsoft.com/office/drawing/2014/main" id="{435D40F2-AABB-4334-AE1E-C97544A9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55</a:t>
              </a:r>
            </a:p>
          </p:txBody>
        </p:sp>
      </p:grpSp>
      <p:grpSp>
        <p:nvGrpSpPr>
          <p:cNvPr id="34840" name="Group 24">
            <a:extLst>
              <a:ext uri="{FF2B5EF4-FFF2-40B4-BE49-F238E27FC236}">
                <a16:creationId xmlns:a16="http://schemas.microsoft.com/office/drawing/2014/main" id="{55375C5E-A25F-4AA0-A5FF-E928752446B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962401"/>
            <a:ext cx="914400" cy="701675"/>
            <a:chOff x="5232" y="1248"/>
            <a:chExt cx="480" cy="442"/>
          </a:xfrm>
        </p:grpSpPr>
        <p:sp>
          <p:nvSpPr>
            <p:cNvPr id="17422" name="AutoShape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D8572DA-0A77-43C1-96E2-51242E5B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3" name="Text Box 26">
              <a:extLst>
                <a:ext uri="{FF2B5EF4-FFF2-40B4-BE49-F238E27FC236}">
                  <a16:creationId xmlns:a16="http://schemas.microsoft.com/office/drawing/2014/main" id="{EEF1B1A6-EE34-42FC-AEBD-4C05D2102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4843" name="Text Box 27">
            <a:extLst>
              <a:ext uri="{FF2B5EF4-FFF2-40B4-BE49-F238E27FC236}">
                <a16:creationId xmlns:a16="http://schemas.microsoft.com/office/drawing/2014/main" id="{CBAA9965-053B-41C3-984E-3A00930E9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52801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34844" name="Picture 28" descr="MCj00787170000[1]">
            <a:extLst>
              <a:ext uri="{FF2B5EF4-FFF2-40B4-BE49-F238E27FC236}">
                <a16:creationId xmlns:a16="http://schemas.microsoft.com/office/drawing/2014/main" id="{B4CDA08F-D9A7-414F-BCAC-C3FA8174C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56314" y="91440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45" name="Text Box 29">
            <a:extLst>
              <a:ext uri="{FF2B5EF4-FFF2-40B4-BE49-F238E27FC236}">
                <a16:creationId xmlns:a16="http://schemas.microsoft.com/office/drawing/2014/main" id="{3E7AC05C-8084-43D4-8BD6-DCF0A35B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3" grpId="0"/>
      <p:bldP spid="348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AC617BC6-DC81-44F0-8B72-2DB1CE4C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8388" y="304800"/>
          <a:ext cx="29511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6" imgW="812447" imgH="393529" progId="Equation.3">
                  <p:embed/>
                </p:oleObj>
              </mc:Choice>
              <mc:Fallback>
                <p:oleObj name="Equation" r:id="rId6" imgW="812447" imgH="393529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AC617BC6-DC81-44F0-8B72-2DB1CE4C5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04800"/>
                        <a:ext cx="29511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95906343-B267-4C2A-AB82-216A4ED52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0601" y="5103814"/>
          <a:ext cx="3914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8" imgW="583920" imgH="177480" progId="Equation.3">
                  <p:embed/>
                </p:oleObj>
              </mc:Choice>
              <mc:Fallback>
                <p:oleObj name="Equation" r:id="rId8" imgW="583920" imgH="17748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95906343-B267-4C2A-AB82-216A4ED52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1" y="5103814"/>
                        <a:ext cx="3914775" cy="11906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6BA9CD26-667E-4DA5-BF3F-A4B9F244B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1828801"/>
          <a:ext cx="31813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0" imgW="875920" imgH="215806" progId="Equation.3">
                  <p:embed/>
                </p:oleObj>
              </mc:Choice>
              <mc:Fallback>
                <p:oleObj name="Equation" r:id="rId10" imgW="875920" imgH="215806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6BA9CD26-667E-4DA5-BF3F-A4B9F244B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1828801"/>
                        <a:ext cx="31813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>
            <a:extLst>
              <a:ext uri="{FF2B5EF4-FFF2-40B4-BE49-F238E27FC236}">
                <a16:creationId xmlns:a16="http://schemas.microsoft.com/office/drawing/2014/main" id="{354CEB1A-A4C7-42EE-B59C-67E38345C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2433639"/>
          <a:ext cx="3317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2" imgW="825500" imgH="419100" progId="Equation.3">
                  <p:embed/>
                </p:oleObj>
              </mc:Choice>
              <mc:Fallback>
                <p:oleObj name="Equation" r:id="rId12" imgW="825500" imgH="4191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354CEB1A-A4C7-42EE-B59C-67E38345C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433639"/>
                        <a:ext cx="3317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A3514D3-2ECE-4783-B828-D37F3BDA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5027614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37926" name="Picture 38" descr="MCj00787170000[1]">
            <a:extLst>
              <a:ext uri="{FF2B5EF4-FFF2-40B4-BE49-F238E27FC236}">
                <a16:creationId xmlns:a16="http://schemas.microsoft.com/office/drawing/2014/main" id="{E3351A6B-2D1C-486C-8A28-4B2C83B5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2314" y="269240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5" grpId="0"/>
      <p:bldP spid="379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4BD4-7049-4AC2-921E-C0F8438A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8CDCE-048E-4D38-A1D0-A46CD433B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232" y="1828801"/>
            <a:ext cx="9473535" cy="48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49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337EA-8ABD-486D-A902-59939080D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83" y="1922707"/>
            <a:ext cx="8372475" cy="4076700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cosine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812" y="2995969"/>
            <a:ext cx="1981958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6FE6B4-B71E-452B-B814-BDB2E2E95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 dirty="0">
                <a:latin typeface="Berlin Sans FB Demi" panose="020E0802020502020306" pitchFamily="34" charset="0"/>
              </a:rPr>
              <a:t>Round to the nearest tenth.</a:t>
            </a:r>
          </a:p>
        </p:txBody>
      </p:sp>
      <p:sp>
        <p:nvSpPr>
          <p:cNvPr id="20483" name="AutoShape 4">
            <a:extLst>
              <a:ext uri="{FF2B5EF4-FFF2-40B4-BE49-F238E27FC236}">
                <a16:creationId xmlns:a16="http://schemas.microsoft.com/office/drawing/2014/main" id="{E16DCB2E-496B-49C6-B705-C676DAB434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762000"/>
            <a:ext cx="2209800" cy="2438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B81EC11E-D361-4F37-A371-7BBB907940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2895600"/>
            <a:ext cx="304800" cy="3048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20485" name="Object 6">
            <a:extLst>
              <a:ext uri="{FF2B5EF4-FFF2-40B4-BE49-F238E27FC236}">
                <a16:creationId xmlns:a16="http://schemas.microsoft.com/office/drawing/2014/main" id="{C3B9E575-9150-4A14-87C8-E26F61E0A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277939"/>
          <a:ext cx="736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4" imgW="253670" imgH="177569" progId="Equation.3">
                  <p:embed/>
                </p:oleObj>
              </mc:Choice>
              <mc:Fallback>
                <p:oleObj name="Equation" r:id="rId4" imgW="253670" imgH="177569" progId="Equation.3">
                  <p:embed/>
                  <p:pic>
                    <p:nvPicPr>
                      <p:cNvPr id="20485" name="Object 6">
                        <a:extLst>
                          <a:ext uri="{FF2B5EF4-FFF2-40B4-BE49-F238E27FC236}">
                            <a16:creationId xmlns:a16="http://schemas.microsoft.com/office/drawing/2014/main" id="{C3B9E575-9150-4A14-87C8-E26F61E0A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77939"/>
                        <a:ext cx="7366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7">
            <a:extLst>
              <a:ext uri="{FF2B5EF4-FFF2-40B4-BE49-F238E27FC236}">
                <a16:creationId xmlns:a16="http://schemas.microsoft.com/office/drawing/2014/main" id="{EF835556-B207-4274-A549-F70A27AC2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010" y="1489076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 dirty="0">
                <a:solidFill>
                  <a:srgbClr val="0000FF"/>
                </a:solidFill>
              </a:rPr>
              <a:t>20 cm</a:t>
            </a:r>
          </a:p>
        </p:txBody>
      </p:sp>
      <p:sp>
        <p:nvSpPr>
          <p:cNvPr id="20487" name="Text Box 8">
            <a:extLst>
              <a:ext uri="{FF2B5EF4-FFF2-40B4-BE49-F238E27FC236}">
                <a16:creationId xmlns:a16="http://schemas.microsoft.com/office/drawing/2014/main" id="{4A8DCDC5-49B6-479E-9525-6E246F67C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6002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>
                <a:solidFill>
                  <a:srgbClr val="0000FF"/>
                </a:solidFill>
              </a:rPr>
              <a:t>x</a:t>
            </a:r>
          </a:p>
        </p:txBody>
      </p:sp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5D2FB35F-A924-4433-A933-554AEB107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3951" y="990600"/>
          <a:ext cx="29956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6" imgW="825500" imgH="393700" progId="Equation.3">
                  <p:embed/>
                </p:oleObj>
              </mc:Choice>
              <mc:Fallback>
                <p:oleObj name="Equation" r:id="rId6" imgW="825500" imgH="393700" progId="Equation.3">
                  <p:embed/>
                  <p:pic>
                    <p:nvPicPr>
                      <p:cNvPr id="36873" name="Object 9">
                        <a:extLst>
                          <a:ext uri="{FF2B5EF4-FFF2-40B4-BE49-F238E27FC236}">
                            <a16:creationId xmlns:a16="http://schemas.microsoft.com/office/drawing/2014/main" id="{5D2FB35F-A924-4433-A933-554AEB1077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1" y="990600"/>
                        <a:ext cx="29956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3573C63B-EC72-4600-AFD8-B43AFD6FE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2895601"/>
          <a:ext cx="46577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8" imgW="901309" imgH="215806" progId="Equation.3">
                  <p:embed/>
                </p:oleObj>
              </mc:Choice>
              <mc:Fallback>
                <p:oleObj name="Equation" r:id="rId8" imgW="901309" imgH="215806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3573C63B-EC72-4600-AFD8-B43AFD6FE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2895601"/>
                        <a:ext cx="46577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80" name="Picture 16" descr="MCj00787170000[1]">
            <a:extLst>
              <a:ext uri="{FF2B5EF4-FFF2-40B4-BE49-F238E27FC236}">
                <a16:creationId xmlns:a16="http://schemas.microsoft.com/office/drawing/2014/main" id="{62BCEDD8-7C58-4507-8BE9-F58D4A370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91000" y="914400"/>
            <a:ext cx="26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/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𝟏𝟓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blipFill>
                <a:blip r:embed="rId11"/>
                <a:stretch>
                  <a:fillRect t="-23837" r="-9080" b="-4593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A3514D3-2ECE-4783-B828-D37F3BDA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5027614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37926" name="Picture 38" descr="MCj00787170000[1]">
            <a:extLst>
              <a:ext uri="{FF2B5EF4-FFF2-40B4-BE49-F238E27FC236}">
                <a16:creationId xmlns:a16="http://schemas.microsoft.com/office/drawing/2014/main" id="{E3351A6B-2D1C-486C-8A28-4B2C83B5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2314" y="269240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𝟐𝟓𝟖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blipFill>
                <a:blip r:embed="rId7"/>
                <a:stretch>
                  <a:fillRect t="-23977" r="-8129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=258.8854382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46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5" grpId="0"/>
      <p:bldP spid="37927" grpId="0"/>
      <p:bldP spid="42" grpId="0"/>
      <p:bldP spid="43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74D0FA-23B6-4650-9280-6A489875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927663"/>
            <a:ext cx="7808233" cy="440987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71" y="2341701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797" y="2929244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308" y="3509802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860" y="2408544"/>
            <a:ext cx="1702280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E0DFDB-B705-4387-9216-BF24F9F80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9459" name="Group 11">
            <a:extLst>
              <a:ext uri="{FF2B5EF4-FFF2-40B4-BE49-F238E27FC236}">
                <a16:creationId xmlns:a16="http://schemas.microsoft.com/office/drawing/2014/main" id="{FA07EABF-216A-4F08-8B84-5BEFD6B8F9D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914400"/>
            <a:ext cx="3886200" cy="1981200"/>
            <a:chOff x="528" y="432"/>
            <a:chExt cx="2448" cy="1248"/>
          </a:xfrm>
        </p:grpSpPr>
        <p:sp>
          <p:nvSpPr>
            <p:cNvPr id="19466" name="AutoShape 4">
              <a:extLst>
                <a:ext uri="{FF2B5EF4-FFF2-40B4-BE49-F238E27FC236}">
                  <a16:creationId xmlns:a16="http://schemas.microsoft.com/office/drawing/2014/main" id="{7630C093-C389-46D0-A627-421C59A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2016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9467" name="Rectangle 5">
              <a:extLst>
                <a:ext uri="{FF2B5EF4-FFF2-40B4-BE49-F238E27FC236}">
                  <a16:creationId xmlns:a16="http://schemas.microsoft.com/office/drawing/2014/main" id="{2305FACE-0907-4E98-8050-6038D25BC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81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9468" name="Object 6">
              <a:extLst>
                <a:ext uri="{FF2B5EF4-FFF2-40B4-BE49-F238E27FC236}">
                  <a16:creationId xmlns:a16="http://schemas.microsoft.com/office/drawing/2014/main" id="{2E35EBBD-1E32-4607-B8D4-967D8A609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44"/>
            <a:ext cx="46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Equation" r:id="rId4" imgW="253780" imgH="164957" progId="Equation.3">
                    <p:embed/>
                  </p:oleObj>
                </mc:Choice>
                <mc:Fallback>
                  <p:oleObj name="Equation" r:id="rId4" imgW="253780" imgH="164957" progId="Equation.3">
                    <p:embed/>
                    <p:pic>
                      <p:nvPicPr>
                        <p:cNvPr id="19468" name="Object 6">
                          <a:extLst>
                            <a:ext uri="{FF2B5EF4-FFF2-40B4-BE49-F238E27FC236}">
                              <a16:creationId xmlns:a16="http://schemas.microsoft.com/office/drawing/2014/main" id="{2E35EBBD-1E32-4607-B8D4-967D8A6092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44"/>
                          <a:ext cx="46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Text Box 7">
              <a:extLst>
                <a:ext uri="{FF2B5EF4-FFF2-40B4-BE49-F238E27FC236}">
                  <a16:creationId xmlns:a16="http://schemas.microsoft.com/office/drawing/2014/main" id="{CE03DB80-DADE-4D3D-AC5A-B9BDD4AE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624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283 m</a:t>
              </a:r>
            </a:p>
          </p:txBody>
        </p:sp>
        <p:sp>
          <p:nvSpPr>
            <p:cNvPr id="19470" name="Text Box 8">
              <a:extLst>
                <a:ext uri="{FF2B5EF4-FFF2-40B4-BE49-F238E27FC236}">
                  <a16:creationId xmlns:a16="http://schemas.microsoft.com/office/drawing/2014/main" id="{735180CB-55F9-4496-8E5A-E9CBC04C5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D9CC40F9-1042-4A45-A02A-71155361F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76" y="990600"/>
          <a:ext cx="31797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6" imgW="875920" imgH="393529" progId="Equation.3">
                  <p:embed/>
                </p:oleObj>
              </mc:Choice>
              <mc:Fallback>
                <p:oleObj name="Equation" r:id="rId6" imgW="875920" imgH="393529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D9CC40F9-1042-4A45-A02A-71155361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6" y="990600"/>
                        <a:ext cx="31797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9E669637-8DD5-4FD5-9B7C-FBA299624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1"/>
          <a:ext cx="50450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8" imgW="736280" imgH="177723" progId="Equation.3">
                  <p:embed/>
                </p:oleObj>
              </mc:Choice>
              <mc:Fallback>
                <p:oleObj name="Equation" r:id="rId8" imgW="736280" imgH="177723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9E669637-8DD5-4FD5-9B7C-FBA299624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1"/>
                        <a:ext cx="5045075" cy="12160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766EC193-6120-4026-A32E-6AB0D7572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200401"/>
          <a:ext cx="48768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0" imgW="952087" imgH="215806" progId="Equation.3">
                  <p:embed/>
                </p:oleObj>
              </mc:Choice>
              <mc:Fallback>
                <p:oleObj name="Equation" r:id="rId10" imgW="952087" imgH="215806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766EC193-6120-4026-A32E-6AB0D7572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00401"/>
                        <a:ext cx="48768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Text Box 13">
            <a:extLst>
              <a:ext uri="{FF2B5EF4-FFF2-40B4-BE49-F238E27FC236}">
                <a16:creationId xmlns:a16="http://schemas.microsoft.com/office/drawing/2014/main" id="{0E7E42FE-6A39-4795-9B53-730A82E0E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488" y="3352801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35854" name="Picture 14" descr="MCj00787170000[1]">
            <a:extLst>
              <a:ext uri="{FF2B5EF4-FFF2-40B4-BE49-F238E27FC236}">
                <a16:creationId xmlns:a16="http://schemas.microsoft.com/office/drawing/2014/main" id="{74BBA8AF-FFA2-4B50-B75A-198E57BB6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43840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Text Box 15">
            <a:extLst>
              <a:ext uri="{FF2B5EF4-FFF2-40B4-BE49-F238E27FC236}">
                <a16:creationId xmlns:a16="http://schemas.microsoft.com/office/drawing/2014/main" id="{C04E7A1F-DBFE-4939-BA09-C9EA72B16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3" grpId="0"/>
      <p:bldP spid="358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/>
                <a:t>58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A3514D3-2ECE-4783-B828-D37F3BDA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5027614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37926" name="Picture 38" descr="MCj00787170000[1]">
            <a:extLst>
              <a:ext uri="{FF2B5EF4-FFF2-40B4-BE49-F238E27FC236}">
                <a16:creationId xmlns:a16="http://schemas.microsoft.com/office/drawing/2014/main" id="{E3351A6B-2D1C-486C-8A28-4B2C83B5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2314" y="269240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𝟗𝟒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blipFill>
                <a:blip r:embed="rId4"/>
                <a:stretch>
                  <a:fillRect t="-23977" r="-9080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/>
              <p:nvPr/>
            </p:nvSpPr>
            <p:spPr>
              <a:xfrm>
                <a:off x="1956926" y="2846944"/>
                <a:ext cx="540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26" y="2846944"/>
                <a:ext cx="540212" cy="369332"/>
              </a:xfrm>
              <a:prstGeom prst="rect">
                <a:avLst/>
              </a:prstGeom>
              <a:blipFill>
                <a:blip r:embed="rId5"/>
                <a:stretch>
                  <a:fillRect l="-12360" r="-12360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=94.33427227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7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5" grpId="0"/>
      <p:bldP spid="37927" grpId="0"/>
      <p:bldP spid="40" grpId="0" animBg="1"/>
      <p:bldP spid="3" grpId="0"/>
      <p:bldP spid="4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82B0-81F3-4342-B7A1-EEC45C0F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49ABBD-8E02-4CF2-B0AB-98A564EBC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853" y="1943819"/>
            <a:ext cx="9753709" cy="46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6185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65</TotalTime>
  <Words>480</Words>
  <Application>Microsoft Office PowerPoint</Application>
  <PresentationFormat>Widescreen</PresentationFormat>
  <Paragraphs>126</Paragraphs>
  <Slides>15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Berlin Sans FB Demi</vt:lpstr>
      <vt:lpstr>Calibri</vt:lpstr>
      <vt:lpstr>Cambria Math</vt:lpstr>
      <vt:lpstr>Century Gothic</vt:lpstr>
      <vt:lpstr>Symbol</vt:lpstr>
      <vt:lpstr>Vapor Trail</vt:lpstr>
      <vt:lpstr>Equation</vt:lpstr>
      <vt:lpstr>Trig Ratios – Finding a Side</vt:lpstr>
      <vt:lpstr>PowerPoint Presentation</vt:lpstr>
      <vt:lpstr>PowerPoint Presentation</vt:lpstr>
      <vt:lpstr>PowerPoint Presentation</vt:lpstr>
      <vt:lpstr>PowerPoint Presentation</vt:lpstr>
      <vt:lpstr>Ex: 1  Figure out which ratio to use.  Find x.  Round to the nearest tenth.</vt:lpstr>
      <vt:lpstr>Ex: 2  Find the missing side. Round to the nearest tenth.</vt:lpstr>
      <vt:lpstr>Task</vt:lpstr>
      <vt:lpstr>PowerPoint Presentation</vt:lpstr>
      <vt:lpstr>Ex: 3  Find the missing side. Round to the nearest tenth.</vt:lpstr>
      <vt:lpstr>Ex: 2  Find the missing side. Round to the nearest tenth.</vt:lpstr>
      <vt:lpstr>PowerPoint Presentation</vt:lpstr>
      <vt:lpstr>Ex: 3  Find the missing side. Round to the nearest tenth.</vt:lpstr>
      <vt:lpstr>Ex: 2  Find the missing side. Round to the nearest tenth.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 Ratios – Finding a Side</dc:title>
  <dc:creator>LUM Magdeline [Baldivis Secondary College]</dc:creator>
  <cp:lastModifiedBy>LUM Magdeline [Baldivis Secondary College]</cp:lastModifiedBy>
  <cp:revision>6</cp:revision>
  <dcterms:created xsi:type="dcterms:W3CDTF">2018-09-09T06:35:59Z</dcterms:created>
  <dcterms:modified xsi:type="dcterms:W3CDTF">2018-09-09T07:41:10Z</dcterms:modified>
</cp:coreProperties>
</file>