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Parallel Lines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Angles on parallel lines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273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AU" dirty="0" smtClean="0"/>
              <a:t>Topic: Parallel Lines</a:t>
            </a:r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01575" y="2311052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 smtClean="0"/>
              <a:t>Parallel lines are two lines that do not cross.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The two lines are always equidistance from each other. 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When the lines are intersected by a transversal line, the angle formed by this line is the same on both parallel lines. </a:t>
            </a:r>
          </a:p>
          <a:p>
            <a:pPr lvl="1">
              <a:buFont typeface="Arial" charset="0"/>
              <a:buChar char="•"/>
            </a:pPr>
            <a:r>
              <a:rPr lang="en-AU" dirty="0" smtClean="0"/>
              <a:t>Example: </a:t>
            </a:r>
          </a:p>
          <a:p>
            <a:pPr>
              <a:buFont typeface="Arial" charset="0"/>
              <a:buChar char="•"/>
            </a:pP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037966" y="1765792"/>
            <a:ext cx="466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</a:t>
            </a:r>
            <a:r>
              <a:rPr lang="en-AU" dirty="0" smtClean="0"/>
              <a:t>can find missing angles in parallel lines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984" y="4035712"/>
            <a:ext cx="64135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4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AU" dirty="0" smtClean="0"/>
              <a:t>Topic: Parallel Lines</a:t>
            </a:r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01575" y="2311052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 smtClean="0"/>
              <a:t>There are 4 relationships we deal with in parallel lines – 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Corresponding : same position 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Vertically Opposite: Two angles opposite each other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Co-interior: Two angles that at supplementary</a:t>
            </a:r>
            <a:r>
              <a:rPr lang="en-AU" dirty="0" smtClean="0"/>
              <a:t> (add to 180</a:t>
            </a:r>
            <a:r>
              <a:rPr lang="en-AU" baseline="30000" dirty="0" smtClean="0"/>
              <a:t>o</a:t>
            </a:r>
            <a:r>
              <a:rPr lang="en-AU" dirty="0" smtClean="0"/>
              <a:t>)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Alternate: Two angles in the same position around a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966" y="1765792"/>
            <a:ext cx="466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</a:t>
            </a:r>
            <a:r>
              <a:rPr lang="en-AU" dirty="0" smtClean="0"/>
              <a:t>can find missing angles in parallel lines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30" y="3184712"/>
            <a:ext cx="2576351" cy="227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AU" dirty="0" smtClean="0"/>
              <a:t>Topic: Parallel Lines</a:t>
            </a:r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01575" y="2311052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 smtClean="0"/>
              <a:t>Parallel lines can also be used in congruency statements as proof of angle sizes; e.g.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966" y="1765792"/>
            <a:ext cx="4609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</a:t>
            </a:r>
            <a:r>
              <a:rPr lang="en-AU" dirty="0" smtClean="0"/>
              <a:t>can find missing angles in parallel lines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384" y="3072368"/>
            <a:ext cx="5651500" cy="3225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254972" y="4286749"/>
                <a:ext cx="4509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972" y="4286749"/>
                <a:ext cx="450937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160728" y="4471415"/>
                <a:ext cx="248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728" y="4471415"/>
                <a:ext cx="248433" cy="369332"/>
              </a:xfrm>
              <a:prstGeom prst="rect">
                <a:avLst/>
              </a:prstGeom>
              <a:blipFill rotWithShape="0">
                <a:blip r:embed="rId4"/>
                <a:stretch>
                  <a:fillRect r="-4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511452" y="3072368"/>
            <a:ext cx="2668044" cy="2977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761973" y="3671769"/>
                <a:ext cx="57274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𝑖𝑠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𝑎𝑙𝑡𝑒𝑟𝑛𝑎𝑡𝑒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𝑡𝑜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p>
                      <m:sSupPr>
                        <m:ctrlP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40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𝑜</m:t>
                        </m:r>
                      </m:sup>
                    </m:sSup>
                    <m: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</m:oMath>
                </a14:m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𝑖𝑠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𝑎𝑙𝑡𝑒𝑟𝑛𝑎𝑡𝑒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𝑡𝑜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p>
                      <m:sSupPr>
                        <m:ctrlP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37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𝑜</m:t>
                        </m:r>
                      </m:sup>
                    </m:sSup>
                  </m:oMath>
                </a14:m>
                <a:endParaRPr lang="en-AU" dirty="0"/>
              </a:p>
              <a:p>
                <a:pPr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𝑐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𝑖𝑠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𝑠𝑢𝑝𝑝𝑙𝑒𝑚𝑒𝑛𝑡𝑎𝑟𝑦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𝑡𝑜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p>
                      <m:sSupPr>
                        <m:ctrlP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180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𝑜</m:t>
                        </m:r>
                      </m:sup>
                    </m:sSup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𝑎𝑛𝑑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𝑣𝑒𝑟𝑡𝑖𝑐𝑎𝑙𝑙𝑦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𝑜𝑝𝑝𝑜𝑠𝑖𝑡𝑒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</m:oMath>
                </a14:m>
                <a:endParaRPr lang="en-AU" dirty="0" smtClean="0">
                  <a:ea typeface="Cambria Math" charset="0"/>
                  <a:cs typeface="Cambria Math" charset="0"/>
                </a:endParaRPr>
              </a:p>
              <a:p>
                <a:pPr>
                  <a:buFont typeface="Arial" charset="0"/>
                  <a:buChar char="•"/>
                </a:pPr>
                <a:endParaRPr lang="en-AU" dirty="0" smtClean="0"/>
              </a:p>
              <a:p>
                <a:pPr>
                  <a:buFont typeface="Arial" charset="0"/>
                  <a:buChar char="•"/>
                </a:pPr>
                <a:r>
                  <a:rPr lang="en-AU" dirty="0" smtClean="0"/>
                  <a:t>Because both transversals cross the parallel set of lines, all angles in alternate positions are equal. As such, both triangles are congruent with an (AAA) relationship. 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973" y="3671769"/>
                <a:ext cx="5727400" cy="2031325"/>
              </a:xfrm>
              <a:prstGeom prst="rect">
                <a:avLst/>
              </a:prstGeom>
              <a:blipFill rotWithShape="0">
                <a:blip r:embed="rId5"/>
                <a:stretch>
                  <a:fillRect l="-851" t="-17066" r="-1383" b="-3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58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AU" dirty="0" smtClean="0"/>
              <a:t>Topic: Parallel Lines</a:t>
            </a:r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01575" y="2311052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 smtClean="0"/>
              <a:t>Practise: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037966" y="1765792"/>
            <a:ext cx="466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</a:t>
            </a:r>
            <a:r>
              <a:rPr lang="en-AU" dirty="0" smtClean="0"/>
              <a:t>can find missing angles in parallel lines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216" y="2957073"/>
            <a:ext cx="8318500" cy="1993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85076" y="2729508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879635" y="2877941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836474" y="2957073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459063" y="4497212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3996" y="4497212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0310" y="4127880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9431" y="3419034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C</a:t>
            </a:r>
            <a:endParaRPr lang="en-AU" smtClean="0"/>
          </a:p>
        </p:txBody>
      </p:sp>
      <p:sp>
        <p:nvSpPr>
          <p:cNvPr id="16" name="TextBox 15"/>
          <p:cNvSpPr txBox="1"/>
          <p:nvPr/>
        </p:nvSpPr>
        <p:spPr>
          <a:xfrm>
            <a:off x="6915240" y="2957073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C</a:t>
            </a:r>
            <a:endParaRPr lang="en-AU" smtClean="0"/>
          </a:p>
        </p:txBody>
      </p:sp>
      <p:sp>
        <p:nvSpPr>
          <p:cNvPr id="17" name="TextBox 16"/>
          <p:cNvSpPr txBox="1"/>
          <p:nvPr/>
        </p:nvSpPr>
        <p:spPr>
          <a:xfrm>
            <a:off x="8205421" y="3404192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C</a:t>
            </a:r>
            <a:endParaRPr lang="en-AU" smtClean="0"/>
          </a:p>
        </p:txBody>
      </p:sp>
      <p:sp>
        <p:nvSpPr>
          <p:cNvPr id="18" name="TextBox 17"/>
          <p:cNvSpPr txBox="1"/>
          <p:nvPr/>
        </p:nvSpPr>
        <p:spPr>
          <a:xfrm>
            <a:off x="2272865" y="3569036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1948" y="2855107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4788" y="2914174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74" y="3049702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E</a:t>
            </a:r>
            <a:endParaRPr lang="en-AU" smtClean="0"/>
          </a:p>
        </p:txBody>
      </p:sp>
      <p:sp>
        <p:nvSpPr>
          <p:cNvPr id="23" name="TextBox 22"/>
          <p:cNvSpPr txBox="1"/>
          <p:nvPr/>
        </p:nvSpPr>
        <p:spPr>
          <a:xfrm>
            <a:off x="6061257" y="3808276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E</a:t>
            </a:r>
            <a:endParaRPr lang="en-AU" smtClean="0"/>
          </a:p>
        </p:txBody>
      </p:sp>
      <p:sp>
        <p:nvSpPr>
          <p:cNvPr id="24" name="TextBox 23"/>
          <p:cNvSpPr txBox="1"/>
          <p:nvPr/>
        </p:nvSpPr>
        <p:spPr>
          <a:xfrm>
            <a:off x="8878222" y="4841332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E</a:t>
            </a:r>
            <a:endParaRPr lang="en-AU" smtClean="0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4578050" y="2871589"/>
            <a:ext cx="0" cy="3867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7453859" y="2855107"/>
            <a:ext cx="0" cy="3867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027167" y="2185416"/>
            <a:ext cx="49282" cy="477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876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1441</TotalTime>
  <Words>194</Words>
  <Application>Microsoft Macintosh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Cambria Math</vt:lpstr>
      <vt:lpstr>Tw Cen MT</vt:lpstr>
      <vt:lpstr>Tw Cen MT Condensed</vt:lpstr>
      <vt:lpstr>Wingdings 3</vt:lpstr>
      <vt:lpstr>Arial</vt:lpstr>
      <vt:lpstr>Integral</vt:lpstr>
      <vt:lpstr>Parallel Lines</vt:lpstr>
      <vt:lpstr>Topic: Parallel Lines</vt:lpstr>
      <vt:lpstr>Topic: Parallel Lines</vt:lpstr>
      <vt:lpstr>Topic: Parallel Lines</vt:lpstr>
      <vt:lpstr>Topic: Parallel Lines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Lines</dc:title>
  <dc:creator>POWER Travis [Baldivis Secondary College]</dc:creator>
  <cp:lastModifiedBy>POWER Travis [Baldivis Secondary College]</cp:lastModifiedBy>
  <cp:revision>7</cp:revision>
  <dcterms:created xsi:type="dcterms:W3CDTF">2018-11-26T00:13:46Z</dcterms:created>
  <dcterms:modified xsi:type="dcterms:W3CDTF">2018-11-27T00:15:38Z</dcterms:modified>
</cp:coreProperties>
</file>