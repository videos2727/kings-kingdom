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8" r:id="rId2"/>
    <p:sldId id="263" r:id="rId3"/>
    <p:sldId id="269" r:id="rId4"/>
    <p:sldId id="264" r:id="rId5"/>
    <p:sldId id="270" r:id="rId6"/>
    <p:sldId id="272" r:id="rId7"/>
    <p:sldId id="266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1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  <a:p>
            <a:r>
              <a:rPr lang="en-AU" dirty="0"/>
              <a:t>Run a philosophical</a:t>
            </a:r>
            <a:r>
              <a:rPr lang="en-AU" baseline="0" dirty="0"/>
              <a:t> chairs with the class.</a:t>
            </a:r>
          </a:p>
          <a:p>
            <a:endParaRPr lang="en-AU" baseline="0" dirty="0"/>
          </a:p>
          <a:p>
            <a:r>
              <a:rPr lang="en-AU" baseline="0" dirty="0"/>
              <a:t>Think about your answer</a:t>
            </a:r>
          </a:p>
          <a:p>
            <a:r>
              <a:rPr lang="en-AU" baseline="0" dirty="0"/>
              <a:t>Write down your answer with reasons why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710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197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Algerian" panose="04020705040A02060702" pitchFamily="82" charset="0"/>
              </a:rPr>
              <a:t>Quick Revision</a:t>
            </a:r>
            <a:br>
              <a:rPr lang="en-AU" dirty="0"/>
            </a:br>
            <a:r>
              <a:rPr lang="en-AU" dirty="0"/>
              <a:t>Label the box and whisker plot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88840"/>
            <a:ext cx="6552728" cy="363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03648" y="1988840"/>
            <a:ext cx="532859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59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2952328"/>
          </a:xfrm>
        </p:spPr>
        <p:txBody>
          <a:bodyPr>
            <a:normAutofit/>
          </a:bodyPr>
          <a:lstStyle/>
          <a:p>
            <a:r>
              <a:rPr lang="en-AU" sz="3200" b="1" dirty="0"/>
              <a:t>A Teacher was comparing the girls and the boys results on a recent test.</a:t>
            </a:r>
            <a:br>
              <a:rPr lang="en-AU" sz="3200" b="1" dirty="0"/>
            </a:br>
            <a:r>
              <a:rPr lang="en-AU" sz="3200" b="1" dirty="0"/>
              <a:t>By looking at the box and whisker plots, who did better?</a:t>
            </a:r>
          </a:p>
        </p:txBody>
      </p:sp>
      <p:pic>
        <p:nvPicPr>
          <p:cNvPr id="2050" name="Picture 2" descr="Image result for comparing box and whisker plo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56221"/>
            <a:ext cx="7965808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If you think Boys did better go to the door side, If you think the girls did better go to the window side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Why have you chosen where you are standing?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09" y="3501008"/>
            <a:ext cx="6973388" cy="2710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046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94803" y="17454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87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Comparing data 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use box and whisker plots to compare data?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3768" y="2132856"/>
            <a:ext cx="418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does the 5 number summary tell 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465" y="2980089"/>
            <a:ext cx="83488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Lowest score:  The smallest score</a:t>
            </a:r>
          </a:p>
          <a:p>
            <a:endParaRPr lang="en-AU" dirty="0"/>
          </a:p>
          <a:p>
            <a:r>
              <a:rPr lang="en-AU" dirty="0"/>
              <a:t>Lower Quartile (Q1): the first quartile means that ¼ of the class scored below this score</a:t>
            </a:r>
          </a:p>
          <a:p>
            <a:endParaRPr lang="en-AU" dirty="0"/>
          </a:p>
          <a:p>
            <a:r>
              <a:rPr lang="en-AU" dirty="0"/>
              <a:t>Median (Q2): The median is the middle, so ½ the class scored above this and ½ below</a:t>
            </a:r>
          </a:p>
          <a:p>
            <a:endParaRPr lang="en-AU" dirty="0"/>
          </a:p>
          <a:p>
            <a:r>
              <a:rPr lang="en-AU" dirty="0"/>
              <a:t>Upper Quartile (Q3): The upper quartile has ¾ of the scores below it and ¼ above it</a:t>
            </a:r>
          </a:p>
          <a:p>
            <a:endParaRPr lang="en-AU" dirty="0"/>
          </a:p>
          <a:p>
            <a:r>
              <a:rPr lang="en-AU" dirty="0"/>
              <a:t>Highest score: The biggest score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32656"/>
            <a:ext cx="6973388" cy="2710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52926"/>
              </p:ext>
            </p:extLst>
          </p:nvPr>
        </p:nvGraphicFramePr>
        <p:xfrm>
          <a:off x="1410294" y="3356992"/>
          <a:ext cx="6096000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Boys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Girls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Lowest: 3</a:t>
                      </a:r>
                    </a:p>
                    <a:p>
                      <a:r>
                        <a:rPr lang="en-AU" dirty="0"/>
                        <a:t>Q1:</a:t>
                      </a:r>
                      <a:r>
                        <a:rPr lang="en-AU" baseline="0" dirty="0"/>
                        <a:t> 10</a:t>
                      </a:r>
                    </a:p>
                    <a:p>
                      <a:r>
                        <a:rPr lang="en-AU" baseline="0" dirty="0"/>
                        <a:t>Med: 11</a:t>
                      </a:r>
                    </a:p>
                    <a:p>
                      <a:r>
                        <a:rPr lang="en-AU" baseline="0" dirty="0"/>
                        <a:t>Q3: 14</a:t>
                      </a:r>
                    </a:p>
                    <a:p>
                      <a:r>
                        <a:rPr lang="en-AU" baseline="0" dirty="0"/>
                        <a:t>Highest: 18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Lowest:</a:t>
                      </a:r>
                      <a:r>
                        <a:rPr lang="en-AU" baseline="0" dirty="0"/>
                        <a:t> 0</a:t>
                      </a:r>
                    </a:p>
                    <a:p>
                      <a:r>
                        <a:rPr lang="en-AU" baseline="0" dirty="0"/>
                        <a:t>Q1: 12</a:t>
                      </a:r>
                    </a:p>
                    <a:p>
                      <a:r>
                        <a:rPr lang="en-AU" baseline="0" dirty="0"/>
                        <a:t>Med: 13</a:t>
                      </a:r>
                    </a:p>
                    <a:p>
                      <a:r>
                        <a:rPr lang="en-AU" baseline="0" dirty="0"/>
                        <a:t>Q3: 15.25</a:t>
                      </a:r>
                    </a:p>
                    <a:p>
                      <a:r>
                        <a:rPr lang="en-AU" baseline="0" dirty="0"/>
                        <a:t>Highest: 16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50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4227EB-AC66-493F-94A8-E148D887C17C}"/>
              </a:ext>
            </a:extLst>
          </p:cNvPr>
          <p:cNvSpPr txBox="1"/>
          <p:nvPr/>
        </p:nvSpPr>
        <p:spPr>
          <a:xfrm flipH="1">
            <a:off x="755576" y="1791400"/>
            <a:ext cx="72728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Physical Education Staff at Baldivis Secondary College Challenged the Maths department to a push up competition (how many you can do it one minute). The following data was taken</a:t>
            </a:r>
          </a:p>
          <a:p>
            <a:r>
              <a:rPr lang="en-AU" dirty="0"/>
              <a:t>PE: 46, 34, 17, 53, 33, 52, 9, 13, 18, 29</a:t>
            </a:r>
          </a:p>
          <a:p>
            <a:r>
              <a:rPr lang="en-AU" dirty="0"/>
              <a:t>Maths: 35, 25, 22, 27, 29, 28, 30, 26, 21, 24</a:t>
            </a:r>
          </a:p>
          <a:p>
            <a:endParaRPr lang="en-AU" dirty="0"/>
          </a:p>
          <a:p>
            <a:r>
              <a:rPr lang="en-AU" dirty="0"/>
              <a:t>Construct the box and whisker plots</a:t>
            </a:r>
          </a:p>
          <a:p>
            <a:r>
              <a:rPr lang="en-AU" dirty="0"/>
              <a:t>Analyse each data set for standard deviation </a:t>
            </a:r>
          </a:p>
          <a:p>
            <a:endParaRPr lang="en-AU" dirty="0"/>
          </a:p>
          <a:p>
            <a:r>
              <a:rPr lang="en-AU" dirty="0"/>
              <a:t>Write a paragraph explaining which test has the better results and why (be sure </a:t>
            </a:r>
          </a:p>
          <a:p>
            <a:r>
              <a:rPr lang="en-AU" dirty="0"/>
              <a:t>Mention Minimum, Maximum, Q1, Q2, Q3, Standard deviation, range, mode, IQR, mean)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985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" y="658238"/>
            <a:ext cx="8980335" cy="2947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58710" y="4581128"/>
            <a:ext cx="76758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Construct the box and whisker plots</a:t>
            </a:r>
          </a:p>
          <a:p>
            <a:r>
              <a:rPr lang="en-AU" dirty="0"/>
              <a:t>Analyse each data set for standard deviation </a:t>
            </a:r>
          </a:p>
          <a:p>
            <a:endParaRPr lang="en-AU" dirty="0"/>
          </a:p>
          <a:p>
            <a:r>
              <a:rPr lang="en-AU" dirty="0"/>
              <a:t>Write a paragraph explaining which test has the better results and why (be sure </a:t>
            </a:r>
          </a:p>
          <a:p>
            <a:r>
              <a:rPr lang="en-AU" dirty="0"/>
              <a:t>Mention Minimum, Maximum, Q1, Q2, Q3, Standard deviation)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How can a Graphical display be better than using the mean when comparing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Think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Pair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169706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403</Words>
  <Application>Microsoft Office PowerPoint</Application>
  <PresentationFormat>On-screen Show (4:3)</PresentationFormat>
  <Paragraphs>72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Algerian</vt:lpstr>
      <vt:lpstr>Arial</vt:lpstr>
      <vt:lpstr>Calibri</vt:lpstr>
      <vt:lpstr>Office Theme</vt:lpstr>
      <vt:lpstr>Quick Revision Label the box and whisker plot</vt:lpstr>
      <vt:lpstr>A Teacher was comparing the girls and the boys results on a recent test. By looking at the box and whisker plots, who did better?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can a Graphical display be better than using the mean when comparing data?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CRAIG Mason [Baldivis Secondary College]</cp:lastModifiedBy>
  <cp:revision>12</cp:revision>
  <dcterms:created xsi:type="dcterms:W3CDTF">2016-10-20T03:14:06Z</dcterms:created>
  <dcterms:modified xsi:type="dcterms:W3CDTF">2017-08-02T00:14:07Z</dcterms:modified>
</cp:coreProperties>
</file>