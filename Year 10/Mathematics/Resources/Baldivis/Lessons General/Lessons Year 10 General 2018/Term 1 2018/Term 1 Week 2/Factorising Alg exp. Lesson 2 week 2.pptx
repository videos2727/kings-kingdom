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9" r:id="rId2"/>
    <p:sldId id="263" r:id="rId3"/>
    <p:sldId id="257" r:id="rId4"/>
    <p:sldId id="260" r:id="rId5"/>
    <p:sldId id="266" r:id="rId6"/>
    <p:sldId id="264" r:id="rId7"/>
    <p:sldId id="267" r:id="rId8"/>
    <p:sldId id="262" r:id="rId9"/>
    <p:sldId id="265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5"/>
  </p:normalViewPr>
  <p:slideViewPr>
    <p:cSldViewPr>
      <p:cViewPr varScale="1">
        <p:scale>
          <a:sx n="94" d="100"/>
          <a:sy n="94" d="100"/>
        </p:scale>
        <p:origin x="88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24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27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69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2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3254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148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232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790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7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978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0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780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5736" y="989774"/>
            <a:ext cx="7992888" cy="2541431"/>
          </a:xfrm>
        </p:spPr>
        <p:txBody>
          <a:bodyPr>
            <a:normAutofit/>
          </a:bodyPr>
          <a:lstStyle/>
          <a:p>
            <a:r>
              <a:rPr lang="en-AU" sz="3200" b="1" dirty="0">
                <a:ea typeface="Breamcatcher" charset="0"/>
                <a:cs typeface="Breamcatcher" charset="0"/>
              </a:rPr>
              <a:t>Factorising</a:t>
            </a:r>
            <a:r>
              <a:rPr lang="en-US" sz="3200" b="1" dirty="0">
                <a:ea typeface="Breamcatcher" charset="0"/>
                <a:cs typeface="Breamcatcher" charset="0"/>
              </a:rPr>
              <a:t> Algebraic expression: lesson </a:t>
            </a:r>
            <a:r>
              <a:rPr lang="en-US" sz="3200" b="1" dirty="0" smtClean="0">
                <a:ea typeface="Breamcatcher" charset="0"/>
                <a:cs typeface="Breamcatcher" charset="0"/>
              </a:rPr>
              <a:t>2</a:t>
            </a:r>
            <a:endParaRPr lang="en-AU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Week 2, day 2.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09995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Mental set – </a:t>
            </a:r>
            <a:r>
              <a:rPr lang="en-AU" dirty="0" smtClean="0"/>
              <a:t>find the HCF from the pairs below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988840"/>
            <a:ext cx="6571343" cy="345061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b="1" dirty="0" smtClean="0"/>
              <a:t>32ab</a:t>
            </a:r>
            <a:r>
              <a:rPr lang="en-AU" dirty="0" smtClean="0"/>
              <a:t> &amp; </a:t>
            </a:r>
            <a:r>
              <a:rPr lang="en-AU" b="1" dirty="0" smtClean="0"/>
              <a:t>8a</a:t>
            </a:r>
            <a:endParaRPr lang="en-AU" b="1" dirty="0"/>
          </a:p>
          <a:p>
            <a:pPr marL="457200" indent="-457200">
              <a:buFont typeface="+mj-lt"/>
              <a:buAutoNum type="arabicPeriod"/>
            </a:pPr>
            <a:r>
              <a:rPr lang="en-AU" b="1" dirty="0" smtClean="0"/>
              <a:t>14xy</a:t>
            </a:r>
            <a:r>
              <a:rPr lang="en-AU" dirty="0" smtClean="0"/>
              <a:t> &amp; </a:t>
            </a:r>
            <a:r>
              <a:rPr lang="en-AU" b="1" dirty="0" smtClean="0"/>
              <a:t>2x</a:t>
            </a:r>
            <a:endParaRPr lang="en-AU" b="1" dirty="0"/>
          </a:p>
          <a:p>
            <a:pPr marL="457200" indent="-457200">
              <a:buFont typeface="+mj-lt"/>
              <a:buAutoNum type="arabicPeriod"/>
            </a:pPr>
            <a:r>
              <a:rPr lang="en-AU" b="1" dirty="0" smtClean="0"/>
              <a:t>64x</a:t>
            </a:r>
            <a:r>
              <a:rPr lang="en-AU" b="1" baseline="30000" dirty="0" smtClean="0"/>
              <a:t>2</a:t>
            </a:r>
            <a:r>
              <a:rPr lang="en-AU" baseline="30000" dirty="0" smtClean="0"/>
              <a:t> </a:t>
            </a:r>
            <a:r>
              <a:rPr lang="en-AU" dirty="0" smtClean="0"/>
              <a:t>&amp; </a:t>
            </a:r>
            <a:r>
              <a:rPr lang="en-AU" b="1" dirty="0" smtClean="0"/>
              <a:t>3x</a:t>
            </a:r>
            <a:r>
              <a:rPr lang="en-AU" b="1" baseline="30000" dirty="0" smtClean="0"/>
              <a:t>2</a:t>
            </a:r>
            <a:endParaRPr lang="en-AU" b="1" baseline="30000" dirty="0"/>
          </a:p>
          <a:p>
            <a:pPr marL="457200" indent="-457200">
              <a:buFont typeface="+mj-lt"/>
              <a:buAutoNum type="arabicPeriod"/>
            </a:pPr>
            <a:r>
              <a:rPr lang="en-AU" b="1" dirty="0" smtClean="0"/>
              <a:t>81y</a:t>
            </a:r>
            <a:r>
              <a:rPr lang="en-AU" b="1" baseline="30000" dirty="0" smtClean="0"/>
              <a:t>3</a:t>
            </a:r>
            <a:r>
              <a:rPr lang="en-AU" baseline="30000" dirty="0" smtClean="0"/>
              <a:t> </a:t>
            </a:r>
            <a:r>
              <a:rPr lang="en-AU" dirty="0" smtClean="0"/>
              <a:t>&amp; </a:t>
            </a:r>
            <a:r>
              <a:rPr lang="en-AU" b="1" dirty="0" smtClean="0"/>
              <a:t>9x</a:t>
            </a:r>
            <a:r>
              <a:rPr lang="en-AU" b="1" baseline="30000" dirty="0" smtClean="0"/>
              <a:t>2</a:t>
            </a:r>
          </a:p>
          <a:p>
            <a:pPr marL="457200" indent="-457200">
              <a:buFont typeface="+mj-lt"/>
              <a:buAutoNum type="arabicPeriod"/>
            </a:pPr>
            <a:r>
              <a:rPr lang="en-AU" b="1" dirty="0" smtClean="0"/>
              <a:t>54abc</a:t>
            </a:r>
            <a:r>
              <a:rPr lang="en-AU" dirty="0" smtClean="0"/>
              <a:t> &amp; </a:t>
            </a:r>
            <a:r>
              <a:rPr lang="en-AU" b="1" dirty="0" smtClean="0"/>
              <a:t>9a</a:t>
            </a:r>
            <a:r>
              <a:rPr lang="en-AU" b="1" baseline="30000" dirty="0" smtClean="0"/>
              <a:t>2</a:t>
            </a:r>
            <a:r>
              <a:rPr lang="en-AU" b="1" dirty="0" smtClean="0"/>
              <a:t>c</a:t>
            </a:r>
            <a:r>
              <a:rPr lang="en-AU" dirty="0" smtClean="0"/>
              <a:t> &amp; </a:t>
            </a:r>
            <a:r>
              <a:rPr lang="en-AU" b="1" dirty="0" smtClean="0"/>
              <a:t>27c</a:t>
            </a:r>
            <a:r>
              <a:rPr lang="en-AU" b="1" baseline="30000" dirty="0" smtClean="0"/>
              <a:t>2</a:t>
            </a:r>
            <a:endParaRPr lang="en-AU" b="1" baseline="30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86510"/>
            <a:ext cx="3996556" cy="342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Find common factors and factorise equations.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491" y="2996952"/>
            <a:ext cx="2884870" cy="308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4245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factorise equations?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788" y="2403869"/>
            <a:ext cx="18862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Factorisation?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are common factors?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16294" y="2329543"/>
            <a:ext cx="556670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Factorisation is the process of moving an equation into brackets. This is done by placing the common factors of the equation on the outside of the bracket.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Factors are the numbers you multiply together to get another number. Common factors are common in two separate numbers.</a:t>
            </a:r>
            <a:br>
              <a:rPr lang="en-AU" dirty="0"/>
            </a:br>
            <a:r>
              <a:rPr lang="en-AU" dirty="0"/>
              <a:t/>
            </a:r>
            <a:br>
              <a:rPr lang="en-AU" dirty="0"/>
            </a:br>
            <a:r>
              <a:rPr lang="en-AU" dirty="0"/>
              <a:t>Example: 12 and 30</a:t>
            </a:r>
            <a:br>
              <a:rPr lang="en-AU" dirty="0"/>
            </a:br>
            <a:r>
              <a:rPr lang="en-AU" dirty="0"/>
              <a:t>• The factors of 12 are: 1, 2, 3, 4, 6 and 12</a:t>
            </a:r>
            <a:br>
              <a:rPr lang="en-AU" dirty="0"/>
            </a:br>
            <a:r>
              <a:rPr lang="en-AU" dirty="0"/>
              <a:t>• The factors of 30 are: 1, 2, 3, 5, 6, 10, 15 and 30</a:t>
            </a:r>
            <a:br>
              <a:rPr lang="en-AU" dirty="0"/>
            </a:br>
            <a:r>
              <a:rPr lang="en-AU" dirty="0"/>
              <a:t>So the common factors of 12 and 30 are: 1, 2, 3 and 6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16294" y="1969623"/>
            <a:ext cx="13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Lets Review: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9632" y="1628800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23" y="1112550"/>
            <a:ext cx="7823200" cy="1358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116" y="3645024"/>
            <a:ext cx="8237752" cy="10615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1116" y="2877613"/>
            <a:ext cx="660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what you have learnt to fill in the </a:t>
            </a:r>
            <a:r>
              <a:rPr lang="en-AU" smtClean="0"/>
              <a:t>missing information.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424847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I factorise equations?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536" y="220486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steps of factorisation?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7824" y="1945593"/>
            <a:ext cx="56886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AU" dirty="0"/>
              <a:t>Find the common factors within the </a:t>
            </a:r>
            <a:r>
              <a:rPr lang="en-AU" dirty="0" smtClean="0"/>
              <a:t>equation.</a:t>
            </a:r>
          </a:p>
          <a:p>
            <a:r>
              <a:rPr lang="en-AU" dirty="0" smtClean="0"/>
              <a:t>18xy </a:t>
            </a:r>
            <a:r>
              <a:rPr lang="en-AU" dirty="0"/>
              <a:t>+ 30y (2, 3, 6, y) </a:t>
            </a:r>
            <a:endParaRPr lang="en-AU" dirty="0"/>
          </a:p>
          <a:p>
            <a:r>
              <a:rPr lang="en-AU" dirty="0" smtClean="0"/>
              <a:t>If </a:t>
            </a:r>
            <a:r>
              <a:rPr lang="en-AU" dirty="0"/>
              <a:t>letters are present in both terms they are also common factors</a:t>
            </a:r>
            <a:r>
              <a:rPr lang="en-AU" dirty="0" smtClean="0"/>
              <a:t>.</a:t>
            </a:r>
          </a:p>
          <a:p>
            <a:pPr marL="342900" indent="-342900">
              <a:buAutoNum type="arabicPeriod" startAt="2"/>
            </a:pPr>
            <a:r>
              <a:rPr lang="en-AU" dirty="0" smtClean="0"/>
              <a:t>Choose </a:t>
            </a:r>
            <a:r>
              <a:rPr lang="en-AU" dirty="0"/>
              <a:t>the Highest Common factor (HCF) and any common letters and place them on the outside of the </a:t>
            </a:r>
            <a:r>
              <a:rPr lang="en-AU" dirty="0" smtClean="0"/>
              <a:t>bracket.</a:t>
            </a:r>
          </a:p>
          <a:p>
            <a:r>
              <a:rPr lang="en-AU" dirty="0"/>
              <a:t> </a:t>
            </a:r>
            <a:r>
              <a:rPr lang="en-AU" dirty="0" smtClean="0"/>
              <a:t>    </a:t>
            </a:r>
            <a:r>
              <a:rPr lang="en-AU" dirty="0" smtClean="0"/>
              <a:t>6y (</a:t>
            </a:r>
          </a:p>
          <a:p>
            <a:pPr marL="342900" indent="-342900">
              <a:buAutoNum type="arabicPeriod" startAt="3"/>
            </a:pPr>
            <a:r>
              <a:rPr lang="en-AU" dirty="0" smtClean="0"/>
              <a:t>We </a:t>
            </a:r>
            <a:r>
              <a:rPr lang="en-AU" dirty="0"/>
              <a:t>need to think of a number and letters that we can multiply 6y by to get it back to 18xy? 6y x </a:t>
            </a:r>
            <a:r>
              <a:rPr lang="en-AU" b="1" dirty="0"/>
              <a:t>3x</a:t>
            </a:r>
            <a:r>
              <a:rPr lang="en-AU" dirty="0"/>
              <a:t> =</a:t>
            </a:r>
            <a:r>
              <a:rPr lang="en-AU" dirty="0" smtClean="0"/>
              <a:t>18x</a:t>
            </a:r>
          </a:p>
          <a:p>
            <a:r>
              <a:rPr lang="en-AU" dirty="0" smtClean="0"/>
              <a:t>      6y </a:t>
            </a:r>
            <a:r>
              <a:rPr lang="en-AU" dirty="0"/>
              <a:t>( 3x</a:t>
            </a:r>
          </a:p>
          <a:p>
            <a:r>
              <a:rPr lang="en-AU" dirty="0"/>
              <a:t>4. </a:t>
            </a:r>
            <a:r>
              <a:rPr lang="en-AU" dirty="0"/>
              <a:t> </a:t>
            </a:r>
            <a:r>
              <a:rPr lang="en-AU" dirty="0" smtClean="0"/>
              <a:t>  </a:t>
            </a:r>
            <a:r>
              <a:rPr lang="en-AU" dirty="0" smtClean="0"/>
              <a:t>We </a:t>
            </a:r>
            <a:r>
              <a:rPr lang="en-AU" dirty="0"/>
              <a:t>need to think of a number and letters that we can </a:t>
            </a:r>
            <a:r>
              <a:rPr lang="en-AU" dirty="0" smtClean="0"/>
              <a:t>      multiply </a:t>
            </a:r>
            <a:r>
              <a:rPr lang="en-AU" dirty="0"/>
              <a:t>6y by to get it back to 30y? 6y x </a:t>
            </a:r>
            <a:r>
              <a:rPr lang="en-AU" b="1" dirty="0"/>
              <a:t>5</a:t>
            </a:r>
            <a:r>
              <a:rPr lang="en-AU" dirty="0"/>
              <a:t>= 30y</a:t>
            </a:r>
          </a:p>
          <a:p>
            <a:pPr algn="ctr"/>
            <a:r>
              <a:rPr lang="en-AU" dirty="0"/>
              <a:t>6y (3x + 5)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0" y="3423416"/>
            <a:ext cx="2990764" cy="173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55576" y="1268760"/>
                <a:ext cx="7992888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3kh </a:t>
                </a:r>
                <a:r>
                  <a:rPr lang="en-AU" sz="2000" dirty="0"/>
                  <a:t>+ 9h</a:t>
                </a:r>
              </a:p>
              <a:p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6de – 18hd</a:t>
                </a:r>
              </a:p>
              <a:p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24kh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dirty="0"/>
                  <a:t> - 36hd</a:t>
                </a:r>
              </a:p>
              <a:p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42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dirty="0"/>
                  <a:t>mg + 72md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268760"/>
                <a:ext cx="7992888" cy="4093428"/>
              </a:xfrm>
              <a:prstGeom prst="rect">
                <a:avLst/>
              </a:prstGeom>
              <a:blipFill rotWithShape="0">
                <a:blip r:embed="rId3"/>
                <a:stretch>
                  <a:fillRect l="-839" t="-744" b="-16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Activity: </a:t>
            </a:r>
            <a:r>
              <a:rPr lang="en-AU" dirty="0" err="1" smtClean="0"/>
              <a:t>dwyer</a:t>
            </a:r>
            <a:r>
              <a:rPr lang="en-AU" dirty="0" smtClean="0"/>
              <a:t> Ex1.4, </a:t>
            </a:r>
            <a:r>
              <a:rPr lang="en-AU" dirty="0" err="1" smtClean="0"/>
              <a:t>pg</a:t>
            </a:r>
            <a:r>
              <a:rPr lang="en-AU" dirty="0" smtClean="0"/>
              <a:t> 5.</a:t>
            </a:r>
            <a:endParaRPr lang="en-AU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19" y="1853754"/>
            <a:ext cx="8610677" cy="3087413"/>
          </a:xfrm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Please Take a moment Year 10’s and fill in your summaries and answer the EQ in your own words.</a:t>
            </a:r>
          </a:p>
          <a:p>
            <a:pPr marL="0" indent="0">
              <a:buNone/>
            </a:pPr>
            <a:r>
              <a:rPr lang="en-AU" b="1" dirty="0"/>
              <a:t>How do I factorise equations?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Thankyou Year 10’s and have a wonderful day.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Here is a joke for the road.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723292"/>
            <a:ext cx="4536504" cy="36402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731389"/>
            <a:ext cx="28575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307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159</TotalTime>
  <Words>385</Words>
  <Application>Microsoft Macintosh PowerPoint</Application>
  <PresentationFormat>On-screen Show (4:3)</PresentationFormat>
  <Paragraphs>94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Breamcatcher</vt:lpstr>
      <vt:lpstr>Calibri</vt:lpstr>
      <vt:lpstr>Cambria Math</vt:lpstr>
      <vt:lpstr>Gill Sans MT</vt:lpstr>
      <vt:lpstr>Arial</vt:lpstr>
      <vt:lpstr>Gallery</vt:lpstr>
      <vt:lpstr>Factorising Algebraic expression: lesson 2</vt:lpstr>
      <vt:lpstr>Mental set – find the HCF from the pairs below</vt:lpstr>
      <vt:lpstr>Lesson objective</vt:lpstr>
      <vt:lpstr>PowerPoint Presentation</vt:lpstr>
      <vt:lpstr>PowerPoint Presentation</vt:lpstr>
      <vt:lpstr>PowerPoint Presentation</vt:lpstr>
      <vt:lpstr>PowerPoint Presentation</vt:lpstr>
      <vt:lpstr>Activity: dwyer Ex1.4, pg 5.</vt:lpstr>
      <vt:lpstr>Closure activity</vt:lpstr>
      <vt:lpstr>Thankyou Year 10’s and have a wonderful day.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Travis Power</cp:lastModifiedBy>
  <cp:revision>18</cp:revision>
  <dcterms:created xsi:type="dcterms:W3CDTF">2016-10-20T03:14:06Z</dcterms:created>
  <dcterms:modified xsi:type="dcterms:W3CDTF">2018-02-01T02:08:18Z</dcterms:modified>
</cp:coreProperties>
</file>