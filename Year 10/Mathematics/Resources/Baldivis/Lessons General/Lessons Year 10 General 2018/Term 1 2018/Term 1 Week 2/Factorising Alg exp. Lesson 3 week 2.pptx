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68" r:id="rId2"/>
    <p:sldId id="263" r:id="rId3"/>
    <p:sldId id="257" r:id="rId4"/>
    <p:sldId id="264" r:id="rId5"/>
    <p:sldId id="269" r:id="rId6"/>
    <p:sldId id="260" r:id="rId7"/>
    <p:sldId id="267" r:id="rId8"/>
    <p:sldId id="266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5"/>
    <p:restoredTop sz="94745"/>
  </p:normalViewPr>
  <p:slideViewPr>
    <p:cSldViewPr>
      <p:cViewPr>
        <p:scale>
          <a:sx n="85" d="100"/>
          <a:sy n="85" d="100"/>
        </p:scale>
        <p:origin x="1744" y="5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5/02/2018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Input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Guided 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43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Independent practice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6797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230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896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7987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5/02/2018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44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5/02/2018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2192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5/02/2018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604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012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AF971031-8C33-4876-9169-26F597F7E7C1}" type="datetimeFigureOut">
              <a:rPr lang="en-AU" smtClean="0"/>
              <a:t>5/02/2018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6062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8444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3450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5/02/2018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0844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Factorising</a:t>
            </a:r>
            <a:r>
              <a:rPr lang="en-US" dirty="0" smtClean="0"/>
              <a:t> with a common term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Week 2 / lesson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172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Mental set</a:t>
            </a: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9" y="2780928"/>
            <a:ext cx="9144000" cy="165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Lesson objective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By the end of this lesson you will be able to;</a:t>
            </a:r>
          </a:p>
          <a:p>
            <a:pPr marL="0" indent="0">
              <a:buNone/>
            </a:pPr>
            <a:r>
              <a:rPr lang="en-AU" dirty="0" smtClean="0"/>
              <a:t>- Identify common terms in </a:t>
            </a:r>
            <a:r>
              <a:rPr lang="en-AU" dirty="0" smtClean="0"/>
              <a:t>binomials, </a:t>
            </a:r>
            <a:r>
              <a:rPr lang="en-AU" dirty="0" smtClean="0"/>
              <a:t>and use these to factorise expressions.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051720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33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Common terms in binomials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we use common terms in binomials to solve problems?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2218414" y="1988484"/>
            <a:ext cx="629186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AU" dirty="0" smtClean="0"/>
              <a:t>A </a:t>
            </a:r>
            <a:r>
              <a:rPr lang="en-AU" b="1" dirty="0" smtClean="0"/>
              <a:t>binomial</a:t>
            </a:r>
            <a:r>
              <a:rPr lang="en-AU" dirty="0" smtClean="0"/>
              <a:t> is an expression with two terms. </a:t>
            </a:r>
          </a:p>
          <a:p>
            <a:pPr marL="285750" indent="-285750">
              <a:buFont typeface="Arial" charset="0"/>
              <a:buChar char="•"/>
            </a:pPr>
            <a:r>
              <a:rPr lang="en-AU" dirty="0" smtClean="0"/>
              <a:t>When and expression has a common term, we can use it to simplify our working. </a:t>
            </a:r>
          </a:p>
          <a:p>
            <a:pPr marL="285750" indent="-285750">
              <a:buFont typeface="Arial" charset="0"/>
              <a:buChar char="•"/>
            </a:pPr>
            <a:r>
              <a:rPr lang="en-AU" dirty="0" smtClean="0"/>
              <a:t>For example: </a:t>
            </a:r>
          </a:p>
          <a:p>
            <a:r>
              <a:rPr lang="en-AU" i="1" dirty="0" smtClean="0"/>
              <a:t>7(x+4) + 12(x+4) </a:t>
            </a:r>
            <a:r>
              <a:rPr lang="en-AU" dirty="0" smtClean="0"/>
              <a:t>has a common term of </a:t>
            </a:r>
            <a:r>
              <a:rPr lang="en-AU" i="1" dirty="0" smtClean="0"/>
              <a:t>(x+4)</a:t>
            </a:r>
          </a:p>
          <a:p>
            <a:r>
              <a:rPr lang="en-AU" dirty="0" smtClean="0"/>
              <a:t>Because this is a common term, both 7 and 12 are being distributed into these.</a:t>
            </a:r>
          </a:p>
          <a:p>
            <a:r>
              <a:rPr lang="en-AU" dirty="0" smtClean="0"/>
              <a:t>To solve this, we put the common term first</a:t>
            </a:r>
          </a:p>
          <a:p>
            <a:r>
              <a:rPr lang="en-AU" dirty="0" smtClean="0"/>
              <a:t>(x+4), then the two coefficients in a separate set of brackets (7+12), then write it as below;</a:t>
            </a:r>
          </a:p>
          <a:p>
            <a:r>
              <a:rPr lang="en-AU" dirty="0" smtClean="0"/>
              <a:t>(x+4)(7+12)</a:t>
            </a:r>
          </a:p>
          <a:p>
            <a:r>
              <a:rPr lang="en-AU" dirty="0" smtClean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2051720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616" y="404664"/>
            <a:ext cx="433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Common terms in binomials</a:t>
            </a:r>
            <a:endParaRPr lang="en-AU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we use common terms in binomials to solve problems?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2060366" y="1977140"/>
            <a:ext cx="629186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Why does this work?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Lets </a:t>
            </a:r>
            <a:r>
              <a:rPr lang="en-AU" dirty="0" smtClean="0"/>
              <a:t>look at a more in depth example:</a:t>
            </a:r>
          </a:p>
          <a:p>
            <a:r>
              <a:rPr lang="en-AU" dirty="0" smtClean="0"/>
              <a:t> </a:t>
            </a:r>
          </a:p>
          <a:p>
            <a:r>
              <a:rPr lang="en-AU" dirty="0" smtClean="0"/>
              <a:t> 7x(2x+4) + 2y(2x+4) – same as before, common term at the front</a:t>
            </a:r>
          </a:p>
          <a:p>
            <a:r>
              <a:rPr lang="en-AU" dirty="0" smtClean="0"/>
              <a:t>(2x+4) then the left overs second (7x+2y), write together;</a:t>
            </a:r>
          </a:p>
          <a:p>
            <a:r>
              <a:rPr lang="en-AU" dirty="0" smtClean="0"/>
              <a:t>(2x+4)(</a:t>
            </a:r>
            <a:r>
              <a:rPr lang="en-AU" dirty="0" smtClean="0"/>
              <a:t>7x+2y)</a:t>
            </a:r>
          </a:p>
          <a:p>
            <a:endParaRPr lang="en-AU" dirty="0"/>
          </a:p>
          <a:p>
            <a:r>
              <a:rPr lang="en-AU" dirty="0" smtClean="0"/>
              <a:t>Because of the common term, and that each of the front coefficients multiply the common term, we can simplify as above. </a:t>
            </a:r>
            <a:endParaRPr lang="en-AU" dirty="0" smtClean="0"/>
          </a:p>
          <a:p>
            <a:endParaRPr lang="en-AU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366" y="2284972"/>
            <a:ext cx="6546762" cy="109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096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763688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33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Common terms in binomials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/>
              <a:t>– How can we use common terms in binomials to solve problems?</a:t>
            </a:r>
          </a:p>
          <a:p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1763688" y="1894432"/>
            <a:ext cx="73803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smtClean="0"/>
              <a:t>FOIL;</a:t>
            </a:r>
          </a:p>
          <a:p>
            <a:r>
              <a:rPr lang="en-US" i="1" dirty="0" smtClean="0"/>
              <a:t>F- </a:t>
            </a:r>
            <a:r>
              <a:rPr lang="en-US" i="1" dirty="0" smtClean="0"/>
              <a:t>First. O- Outside. I-Inside </a:t>
            </a:r>
            <a:r>
              <a:rPr lang="en-US" i="1" dirty="0" smtClean="0"/>
              <a:t>. </a:t>
            </a:r>
            <a:r>
              <a:rPr lang="en-US" i="1" dirty="0" smtClean="0"/>
              <a:t>L-Last</a:t>
            </a:r>
            <a:endParaRPr lang="en-US" dirty="0"/>
          </a:p>
          <a:p>
            <a:r>
              <a:rPr lang="en-US" dirty="0" smtClean="0"/>
              <a:t>FOIL is another method of distribution often used when we have four terms in two sets of brackets. </a:t>
            </a:r>
          </a:p>
          <a:p>
            <a:r>
              <a:rPr lang="en-AU" dirty="0" smtClean="0"/>
              <a:t>7x(2x+4</a:t>
            </a:r>
            <a:r>
              <a:rPr lang="en-AU" dirty="0"/>
              <a:t>) + 2y(2x+4) </a:t>
            </a:r>
          </a:p>
          <a:p>
            <a:r>
              <a:rPr lang="en-AU" dirty="0" smtClean="0"/>
              <a:t>=(2x+4) - </a:t>
            </a:r>
            <a:r>
              <a:rPr lang="en-AU" i="1" dirty="0" smtClean="0"/>
              <a:t>Common term and </a:t>
            </a:r>
            <a:r>
              <a:rPr lang="en-AU" dirty="0" smtClean="0"/>
              <a:t>(7x + 2y) – </a:t>
            </a:r>
            <a:r>
              <a:rPr lang="en-AU" i="1" dirty="0" smtClean="0"/>
              <a:t>Coefficients</a:t>
            </a:r>
          </a:p>
          <a:p>
            <a:r>
              <a:rPr lang="en-AU" i="1" dirty="0" smtClean="0"/>
              <a:t>=(2x+4) (7x+2y</a:t>
            </a:r>
            <a:r>
              <a:rPr lang="en-AU" i="1" dirty="0" smtClean="0"/>
              <a:t>)</a:t>
            </a:r>
          </a:p>
          <a:p>
            <a:endParaRPr lang="en-AU" i="1" dirty="0" smtClean="0"/>
          </a:p>
          <a:p>
            <a:r>
              <a:rPr lang="en-US" dirty="0" smtClean="0"/>
              <a:t>Once they are in the brackets, we can double check our answer. 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7744" y="188640"/>
            <a:ext cx="76328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 smtClean="0"/>
              <a:t>Guided Practice</a:t>
            </a:r>
            <a:endParaRPr lang="en-AU" sz="4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961179"/>
            <a:ext cx="7632700" cy="939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2114" y="1900979"/>
            <a:ext cx="799288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r>
              <a:rPr lang="en-US" dirty="0" smtClean="0"/>
              <a:t>:</a:t>
            </a:r>
          </a:p>
          <a:p>
            <a:r>
              <a:rPr lang="en-US" dirty="0" smtClean="0"/>
              <a:t>2(x+3) + y(x+3)</a:t>
            </a:r>
          </a:p>
          <a:p>
            <a:r>
              <a:rPr lang="en-US" i="1" dirty="0"/>
              <a:t>Put common term first </a:t>
            </a:r>
            <a:r>
              <a:rPr lang="en-US" dirty="0"/>
              <a:t>– (</a:t>
            </a:r>
            <a:r>
              <a:rPr lang="en-US" dirty="0" smtClean="0"/>
              <a:t>x+3)(_ </a:t>
            </a:r>
            <a:r>
              <a:rPr lang="en-US" dirty="0"/>
              <a:t>_ _)</a:t>
            </a:r>
          </a:p>
          <a:p>
            <a:r>
              <a:rPr lang="en-US" i="1" dirty="0"/>
              <a:t>Fill in the blanks- </a:t>
            </a:r>
            <a:r>
              <a:rPr lang="en-US" dirty="0"/>
              <a:t>(</a:t>
            </a:r>
            <a:r>
              <a:rPr lang="en-US" dirty="0" smtClean="0"/>
              <a:t>x+3)(</a:t>
            </a:r>
            <a:r>
              <a:rPr lang="en-US" dirty="0"/>
              <a:t>2</a:t>
            </a:r>
            <a:r>
              <a:rPr lang="en-US" dirty="0" smtClean="0"/>
              <a:t> </a:t>
            </a:r>
            <a:r>
              <a:rPr lang="en-US" dirty="0"/>
              <a:t>_ </a:t>
            </a:r>
            <a:r>
              <a:rPr lang="en-US" dirty="0" smtClean="0"/>
              <a:t>y)</a:t>
            </a:r>
            <a:endParaRPr lang="en-US" dirty="0"/>
          </a:p>
          <a:p>
            <a:r>
              <a:rPr lang="en-US" i="1" dirty="0"/>
              <a:t>Finally, the second operator is taken from in front of the 3, leaving us with the finished expression; </a:t>
            </a:r>
            <a:r>
              <a:rPr lang="en-US" b="1" dirty="0"/>
              <a:t>(</a:t>
            </a:r>
            <a:r>
              <a:rPr lang="en-US" b="1" dirty="0" smtClean="0"/>
              <a:t>x+3)(2+y)</a:t>
            </a:r>
            <a:r>
              <a:rPr lang="en-US" b="1" i="1" dirty="0" smtClean="0"/>
              <a:t> </a:t>
            </a:r>
            <a:endParaRPr lang="en-US" b="1" i="1" dirty="0"/>
          </a:p>
          <a:p>
            <a:endParaRPr lang="en-US" dirty="0" smtClean="0"/>
          </a:p>
          <a:p>
            <a:r>
              <a:rPr lang="en-US" dirty="0" smtClean="0"/>
              <a:t> </a:t>
            </a:r>
          </a:p>
          <a:p>
            <a:r>
              <a:rPr lang="en-US" dirty="0" smtClean="0"/>
              <a:t>2:</a:t>
            </a:r>
          </a:p>
          <a:p>
            <a:r>
              <a:rPr lang="en-US" dirty="0"/>
              <a:t>a(x+5) - 3(x+5) – </a:t>
            </a:r>
            <a:r>
              <a:rPr lang="en-US" i="1" dirty="0"/>
              <a:t>identify common term </a:t>
            </a:r>
            <a:r>
              <a:rPr lang="en-US" dirty="0"/>
              <a:t>– (x+5)</a:t>
            </a:r>
          </a:p>
          <a:p>
            <a:r>
              <a:rPr lang="en-US" i="1" dirty="0"/>
              <a:t>Put common term first </a:t>
            </a:r>
            <a:r>
              <a:rPr lang="en-US" dirty="0"/>
              <a:t>– (x+5)(_ _ _)</a:t>
            </a:r>
          </a:p>
          <a:p>
            <a:r>
              <a:rPr lang="en-US" i="1" dirty="0"/>
              <a:t>Fill in the blanks- </a:t>
            </a:r>
            <a:r>
              <a:rPr lang="en-US" dirty="0"/>
              <a:t>(x+5)(a _ 3)</a:t>
            </a:r>
          </a:p>
          <a:p>
            <a:r>
              <a:rPr lang="en-US" i="1" dirty="0"/>
              <a:t>Finally, the second operator is taken from in front of the 3, leaving us with the finished expression; </a:t>
            </a:r>
            <a:r>
              <a:rPr lang="en-US" b="1" dirty="0"/>
              <a:t>(x+5)(a-3)</a:t>
            </a:r>
            <a:r>
              <a:rPr lang="en-US" b="1" i="1" dirty="0"/>
              <a:t> 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 smtClean="0"/>
              <a:t>Check for understanding</a:t>
            </a:r>
            <a:endParaRPr lang="en-AU" sz="4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85" y="2348880"/>
            <a:ext cx="8872414" cy="15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Activity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40" y="1361509"/>
            <a:ext cx="8175914" cy="108012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84408"/>
            <a:ext cx="4737100" cy="2641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7070" y="3684408"/>
            <a:ext cx="4787900" cy="2654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9512" y="2998618"/>
            <a:ext cx="4074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Factorise</a:t>
            </a:r>
            <a:r>
              <a:rPr lang="en-US" dirty="0" smtClean="0"/>
              <a:t> by removing the common term.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sson slide skeleton" id="{B001B13B-E41C-C744-A4CE-2C73AFCAA955}" vid="{B5F7E36D-56E0-5044-BB5A-F94EC2D08E1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Lesson slide skeleton</Template>
  <TotalTime>4048</TotalTime>
  <Words>503</Words>
  <Application>Microsoft Macintosh PowerPoint</Application>
  <PresentationFormat>On-screen Show (4:3)</PresentationFormat>
  <Paragraphs>85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Gill Sans MT</vt:lpstr>
      <vt:lpstr>Arial</vt:lpstr>
      <vt:lpstr>Gallery</vt:lpstr>
      <vt:lpstr>Factorising with a common term</vt:lpstr>
      <vt:lpstr>Mental set</vt:lpstr>
      <vt:lpstr>Lesson 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Factorising with a common term</dc:title>
  <dc:creator>Travis Power</dc:creator>
  <cp:lastModifiedBy>Travis Power</cp:lastModifiedBy>
  <cp:revision>14</cp:revision>
  <dcterms:created xsi:type="dcterms:W3CDTF">2018-02-01T02:08:44Z</dcterms:created>
  <dcterms:modified xsi:type="dcterms:W3CDTF">2018-02-06T06:46:49Z</dcterms:modified>
</cp:coreProperties>
</file>