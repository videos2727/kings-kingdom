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83" r:id="rId2"/>
    <p:sldId id="300" r:id="rId3"/>
    <p:sldId id="293" r:id="rId4"/>
    <p:sldId id="301" r:id="rId5"/>
    <p:sldId id="302" r:id="rId6"/>
    <p:sldId id="306" r:id="rId7"/>
    <p:sldId id="303" r:id="rId8"/>
    <p:sldId id="304" r:id="rId9"/>
    <p:sldId id="296" r:id="rId10"/>
    <p:sldId id="29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65"/>
  </p:normalViewPr>
  <p:slideViewPr>
    <p:cSldViewPr>
      <p:cViewPr varScale="1">
        <p:scale>
          <a:sx n="100" d="100"/>
          <a:sy n="100" d="100"/>
        </p:scale>
        <p:origin x="192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milton Stott" userId="e28223afab1f786a" providerId="LiveId" clId="{AA3B6840-EE72-49B5-B34F-743C10D927EC}"/>
    <pc:docChg chg="custSel modSld">
      <pc:chgData name="Hamilton Stott" userId="e28223afab1f786a" providerId="LiveId" clId="{AA3B6840-EE72-49B5-B34F-743C10D927EC}" dt="2018-02-27T13:13:20.995" v="30"/>
      <pc:docMkLst>
        <pc:docMk/>
      </pc:docMkLst>
      <pc:sldChg chg="modSp">
        <pc:chgData name="Hamilton Stott" userId="e28223afab1f786a" providerId="LiveId" clId="{AA3B6840-EE72-49B5-B34F-743C10D927EC}" dt="2018-02-27T13:12:45.582" v="20" actId="14100"/>
        <pc:sldMkLst>
          <pc:docMk/>
          <pc:sldMk cId="1641300368" sldId="293"/>
        </pc:sldMkLst>
        <pc:spChg chg="mod">
          <ac:chgData name="Hamilton Stott" userId="e28223afab1f786a" providerId="LiveId" clId="{AA3B6840-EE72-49B5-B34F-743C10D927EC}" dt="2018-02-27T13:12:45.582" v="20" actId="14100"/>
          <ac:spMkLst>
            <pc:docMk/>
            <pc:sldMk cId="1641300368" sldId="293"/>
            <ac:spMk id="12" creationId="{00000000-0000-0000-0000-000000000000}"/>
          </ac:spMkLst>
        </pc:spChg>
      </pc:sldChg>
      <pc:sldChg chg="addSp delSp">
        <pc:chgData name="Hamilton Stott" userId="e28223afab1f786a" providerId="LiveId" clId="{AA3B6840-EE72-49B5-B34F-743C10D927EC}" dt="2018-02-27T13:13:00.970" v="22"/>
        <pc:sldMkLst>
          <pc:docMk/>
          <pc:sldMk cId="848440159" sldId="301"/>
        </pc:sldMkLst>
        <pc:spChg chg="del">
          <ac:chgData name="Hamilton Stott" userId="e28223afab1f786a" providerId="LiveId" clId="{AA3B6840-EE72-49B5-B34F-743C10D927EC}" dt="2018-02-27T13:12:53.939" v="21" actId="478"/>
          <ac:spMkLst>
            <pc:docMk/>
            <pc:sldMk cId="848440159" sldId="301"/>
            <ac:spMk id="12" creationId="{00000000-0000-0000-0000-000000000000}"/>
          </ac:spMkLst>
        </pc:spChg>
        <pc:spChg chg="add">
          <ac:chgData name="Hamilton Stott" userId="e28223afab1f786a" providerId="LiveId" clId="{AA3B6840-EE72-49B5-B34F-743C10D927EC}" dt="2018-02-27T13:13:00.970" v="22"/>
          <ac:spMkLst>
            <pc:docMk/>
            <pc:sldMk cId="848440159" sldId="301"/>
            <ac:spMk id="21" creationId="{F4AC2975-6483-4F91-B8F6-7653F25D132B}"/>
          </ac:spMkLst>
        </pc:spChg>
      </pc:sldChg>
      <pc:sldChg chg="addSp delSp">
        <pc:chgData name="Hamilton Stott" userId="e28223afab1f786a" providerId="LiveId" clId="{AA3B6840-EE72-49B5-B34F-743C10D927EC}" dt="2018-02-27T13:13:06.037" v="24"/>
        <pc:sldMkLst>
          <pc:docMk/>
          <pc:sldMk cId="656691171" sldId="302"/>
        </pc:sldMkLst>
        <pc:spChg chg="del">
          <ac:chgData name="Hamilton Stott" userId="e28223afab1f786a" providerId="LiveId" clId="{AA3B6840-EE72-49B5-B34F-743C10D927EC}" dt="2018-02-27T13:13:04.920" v="23" actId="478"/>
          <ac:spMkLst>
            <pc:docMk/>
            <pc:sldMk cId="656691171" sldId="302"/>
            <ac:spMk id="12" creationId="{00000000-0000-0000-0000-000000000000}"/>
          </ac:spMkLst>
        </pc:spChg>
        <pc:spChg chg="add">
          <ac:chgData name="Hamilton Stott" userId="e28223afab1f786a" providerId="LiveId" clId="{AA3B6840-EE72-49B5-B34F-743C10D927EC}" dt="2018-02-27T13:13:06.037" v="24"/>
          <ac:spMkLst>
            <pc:docMk/>
            <pc:sldMk cId="656691171" sldId="302"/>
            <ac:spMk id="21" creationId="{1A6F3FC2-9656-4A6B-B0CB-7AE8A78BB7BD}"/>
          </ac:spMkLst>
        </pc:spChg>
      </pc:sldChg>
      <pc:sldChg chg="addSp delSp">
        <pc:chgData name="Hamilton Stott" userId="e28223afab1f786a" providerId="LiveId" clId="{AA3B6840-EE72-49B5-B34F-743C10D927EC}" dt="2018-02-27T13:13:15.954" v="28"/>
        <pc:sldMkLst>
          <pc:docMk/>
          <pc:sldMk cId="1009883885" sldId="303"/>
        </pc:sldMkLst>
        <pc:spChg chg="del">
          <ac:chgData name="Hamilton Stott" userId="e28223afab1f786a" providerId="LiveId" clId="{AA3B6840-EE72-49B5-B34F-743C10D927EC}" dt="2018-02-27T13:13:14.538" v="27" actId="478"/>
          <ac:spMkLst>
            <pc:docMk/>
            <pc:sldMk cId="1009883885" sldId="303"/>
            <ac:spMk id="12" creationId="{00000000-0000-0000-0000-000000000000}"/>
          </ac:spMkLst>
        </pc:spChg>
        <pc:spChg chg="add">
          <ac:chgData name="Hamilton Stott" userId="e28223afab1f786a" providerId="LiveId" clId="{AA3B6840-EE72-49B5-B34F-743C10D927EC}" dt="2018-02-27T13:13:15.954" v="28"/>
          <ac:spMkLst>
            <pc:docMk/>
            <pc:sldMk cId="1009883885" sldId="303"/>
            <ac:spMk id="22" creationId="{9FC65A1D-79DD-4626-8C4A-C10D5F0513F7}"/>
          </ac:spMkLst>
        </pc:spChg>
      </pc:sldChg>
      <pc:sldChg chg="addSp delSp">
        <pc:chgData name="Hamilton Stott" userId="e28223afab1f786a" providerId="LiveId" clId="{AA3B6840-EE72-49B5-B34F-743C10D927EC}" dt="2018-02-27T13:13:20.995" v="30"/>
        <pc:sldMkLst>
          <pc:docMk/>
          <pc:sldMk cId="1849576064" sldId="304"/>
        </pc:sldMkLst>
        <pc:spChg chg="del">
          <ac:chgData name="Hamilton Stott" userId="e28223afab1f786a" providerId="LiveId" clId="{AA3B6840-EE72-49B5-B34F-743C10D927EC}" dt="2018-02-27T13:13:19.224" v="29" actId="478"/>
          <ac:spMkLst>
            <pc:docMk/>
            <pc:sldMk cId="1849576064" sldId="304"/>
            <ac:spMk id="12" creationId="{00000000-0000-0000-0000-000000000000}"/>
          </ac:spMkLst>
        </pc:spChg>
        <pc:spChg chg="add">
          <ac:chgData name="Hamilton Stott" userId="e28223afab1f786a" providerId="LiveId" clId="{AA3B6840-EE72-49B5-B34F-743C10D927EC}" dt="2018-02-27T13:13:20.995" v="30"/>
          <ac:spMkLst>
            <pc:docMk/>
            <pc:sldMk cId="1849576064" sldId="304"/>
            <ac:spMk id="17" creationId="{331A74EF-6C7D-47B5-B225-24AE1CDCFB39}"/>
          </ac:spMkLst>
        </pc:spChg>
      </pc:sldChg>
      <pc:sldChg chg="addSp delSp">
        <pc:chgData name="Hamilton Stott" userId="e28223afab1f786a" providerId="LiveId" clId="{AA3B6840-EE72-49B5-B34F-743C10D927EC}" dt="2018-02-27T13:13:10.741" v="26"/>
        <pc:sldMkLst>
          <pc:docMk/>
          <pc:sldMk cId="976863617" sldId="306"/>
        </pc:sldMkLst>
        <pc:spChg chg="del">
          <ac:chgData name="Hamilton Stott" userId="e28223afab1f786a" providerId="LiveId" clId="{AA3B6840-EE72-49B5-B34F-743C10D927EC}" dt="2018-02-27T13:13:09.563" v="25" actId="478"/>
          <ac:spMkLst>
            <pc:docMk/>
            <pc:sldMk cId="976863617" sldId="306"/>
            <ac:spMk id="12" creationId="{00000000-0000-0000-0000-000000000000}"/>
          </ac:spMkLst>
        </pc:spChg>
        <pc:spChg chg="add">
          <ac:chgData name="Hamilton Stott" userId="e28223afab1f786a" providerId="LiveId" clId="{AA3B6840-EE72-49B5-B34F-743C10D927EC}" dt="2018-02-27T13:13:10.741" v="26"/>
          <ac:spMkLst>
            <pc:docMk/>
            <pc:sldMk cId="976863617" sldId="306"/>
            <ac:spMk id="23" creationId="{0A2731E7-FFE0-434A-A31C-54272A708D37}"/>
          </ac:spMkLst>
        </pc:spChg>
      </pc:sldChg>
    </pc:docChg>
  </pc:docChgLst>
  <pc:docChgLst>
    <pc:chgData name="Hamilton Stott" userId="e28223afab1f786a" providerId="LiveId" clId="{70D7CB9E-528E-4FB5-A2A9-1693E0118DC5}"/>
    <pc:docChg chg="undo custSel addSld delSld modSld sldOrd">
      <pc:chgData name="Hamilton Stott" userId="e28223afab1f786a" providerId="LiveId" clId="{70D7CB9E-528E-4FB5-A2A9-1693E0118DC5}" dt="2018-02-27T13:10:03.014" v="1028" actId="478"/>
      <pc:docMkLst>
        <pc:docMk/>
      </pc:docMkLst>
      <pc:sldChg chg="addSp delSp modSp">
        <pc:chgData name="Hamilton Stott" userId="e28223afab1f786a" providerId="LiveId" clId="{70D7CB9E-528E-4FB5-A2A9-1693E0118DC5}" dt="2018-02-27T13:10:03.014" v="1028" actId="478"/>
        <pc:sldMkLst>
          <pc:docMk/>
          <pc:sldMk cId="0" sldId="283"/>
        </pc:sldMkLst>
        <pc:spChg chg="del">
          <ac:chgData name="Hamilton Stott" userId="e28223afab1f786a" providerId="LiveId" clId="{70D7CB9E-528E-4FB5-A2A9-1693E0118DC5}" dt="2018-02-27T12:32:40.564" v="116" actId="478"/>
          <ac:spMkLst>
            <pc:docMk/>
            <pc:sldMk cId="0" sldId="283"/>
            <ac:spMk id="2" creationId="{00000000-0000-0000-0000-000000000000}"/>
          </ac:spMkLst>
        </pc:spChg>
        <pc:spChg chg="mod">
          <ac:chgData name="Hamilton Stott" userId="e28223afab1f786a" providerId="LiveId" clId="{70D7CB9E-528E-4FB5-A2A9-1693E0118DC5}" dt="2018-02-27T12:26:58.162" v="36" actId="20577"/>
          <ac:spMkLst>
            <pc:docMk/>
            <pc:sldMk cId="0" sldId="283"/>
            <ac:spMk id="3" creationId="{00000000-0000-0000-0000-000000000000}"/>
          </ac:spMkLst>
        </pc:spChg>
        <pc:spChg chg="add del mod">
          <ac:chgData name="Hamilton Stott" userId="e28223afab1f786a" providerId="LiveId" clId="{70D7CB9E-528E-4FB5-A2A9-1693E0118DC5}" dt="2018-02-27T13:10:03.014" v="1028" actId="478"/>
          <ac:spMkLst>
            <pc:docMk/>
            <pc:sldMk cId="0" sldId="283"/>
            <ac:spMk id="6" creationId="{DAD26645-165B-4F82-AE01-684B2FD26A30}"/>
          </ac:spMkLst>
        </pc:spChg>
      </pc:sldChg>
      <pc:sldChg chg="addSp delSp modSp delAnim modAnim">
        <pc:chgData name="Hamilton Stott" userId="e28223afab1f786a" providerId="LiveId" clId="{70D7CB9E-528E-4FB5-A2A9-1693E0118DC5}" dt="2018-02-27T12:40:31.297" v="273" actId="1076"/>
        <pc:sldMkLst>
          <pc:docMk/>
          <pc:sldMk cId="1641300368" sldId="293"/>
        </pc:sldMkLst>
        <pc:spChg chg="del">
          <ac:chgData name="Hamilton Stott" userId="e28223afab1f786a" providerId="LiveId" clId="{70D7CB9E-528E-4FB5-A2A9-1693E0118DC5}" dt="2018-02-27T12:35:14.842" v="121" actId="478"/>
          <ac:spMkLst>
            <pc:docMk/>
            <pc:sldMk cId="1641300368" sldId="293"/>
            <ac:spMk id="3" creationId="{04617E3E-E11A-485C-B6BE-A4ACFFFD329E}"/>
          </ac:spMkLst>
        </pc:spChg>
        <pc:spChg chg="add mod">
          <ac:chgData name="Hamilton Stott" userId="e28223afab1f786a" providerId="LiveId" clId="{70D7CB9E-528E-4FB5-A2A9-1693E0118DC5}" dt="2018-02-27T12:39:58.942" v="262" actId="1076"/>
          <ac:spMkLst>
            <pc:docMk/>
            <pc:sldMk cId="1641300368" sldId="293"/>
            <ac:spMk id="5" creationId="{93767111-1DEE-4B9B-895F-76FCDC79FAA9}"/>
          </ac:spMkLst>
        </pc:spChg>
        <pc:spChg chg="add mod">
          <ac:chgData name="Hamilton Stott" userId="e28223afab1f786a" providerId="LiveId" clId="{70D7CB9E-528E-4FB5-A2A9-1693E0118DC5}" dt="2018-02-27T12:40:31.297" v="273" actId="1076"/>
          <ac:spMkLst>
            <pc:docMk/>
            <pc:sldMk cId="1641300368" sldId="293"/>
            <ac:spMk id="8" creationId="{D979BE41-ADA1-41C2-9F72-83DF68821B4C}"/>
          </ac:spMkLst>
        </pc:spChg>
        <pc:spChg chg="mod">
          <ac:chgData name="Hamilton Stott" userId="e28223afab1f786a" providerId="LiveId" clId="{70D7CB9E-528E-4FB5-A2A9-1693E0118DC5}" dt="2018-02-27T12:27:31.954" v="110" actId="20577"/>
          <ac:spMkLst>
            <pc:docMk/>
            <pc:sldMk cId="1641300368" sldId="293"/>
            <ac:spMk id="12" creationId="{00000000-0000-0000-0000-000000000000}"/>
          </ac:spMkLst>
        </pc:spChg>
        <pc:spChg chg="add mod">
          <ac:chgData name="Hamilton Stott" userId="e28223afab1f786a" providerId="LiveId" clId="{70D7CB9E-528E-4FB5-A2A9-1693E0118DC5}" dt="2018-02-27T12:36:57.525" v="123" actId="1076"/>
          <ac:spMkLst>
            <pc:docMk/>
            <pc:sldMk cId="1641300368" sldId="293"/>
            <ac:spMk id="13" creationId="{12082D59-EAF1-4C83-9CA9-AFA99BA1A7F8}"/>
          </ac:spMkLst>
        </pc:spChg>
        <pc:grpChg chg="add mod">
          <ac:chgData name="Hamilton Stott" userId="e28223afab1f786a" providerId="LiveId" clId="{70D7CB9E-528E-4FB5-A2A9-1693E0118DC5}" dt="2018-02-27T12:36:57.525" v="123" actId="1076"/>
          <ac:grpSpMkLst>
            <pc:docMk/>
            <pc:sldMk cId="1641300368" sldId="293"/>
            <ac:grpSpMk id="14" creationId="{4A6C126C-BA0F-411A-8F37-93A04257CEBB}"/>
          </ac:grpSpMkLst>
        </pc:grpChg>
        <pc:grpChg chg="add mod">
          <ac:chgData name="Hamilton Stott" userId="e28223afab1f786a" providerId="LiveId" clId="{70D7CB9E-528E-4FB5-A2A9-1693E0118DC5}" dt="2018-02-27T12:36:57.525" v="123" actId="1076"/>
          <ac:grpSpMkLst>
            <pc:docMk/>
            <pc:sldMk cId="1641300368" sldId="293"/>
            <ac:grpSpMk id="21" creationId="{7ADC4CA8-3410-46C8-9C6B-E2188BB256AB}"/>
          </ac:grpSpMkLst>
        </pc:grpChg>
        <pc:grpChg chg="add mod">
          <ac:chgData name="Hamilton Stott" userId="e28223afab1f786a" providerId="LiveId" clId="{70D7CB9E-528E-4FB5-A2A9-1693E0118DC5}" dt="2018-02-27T12:36:57.525" v="123" actId="1076"/>
          <ac:grpSpMkLst>
            <pc:docMk/>
            <pc:sldMk cId="1641300368" sldId="293"/>
            <ac:grpSpMk id="24" creationId="{4186ED3E-26DE-41FC-92E2-1F401A72C3EB}"/>
          </ac:grpSpMkLst>
        </pc:grpChg>
        <pc:picChg chg="del">
          <ac:chgData name="Hamilton Stott" userId="e28223afab1f786a" providerId="LiveId" clId="{70D7CB9E-528E-4FB5-A2A9-1693E0118DC5}" dt="2018-02-27T12:27:05.868" v="37" actId="478"/>
          <ac:picMkLst>
            <pc:docMk/>
            <pc:sldMk cId="1641300368" sldId="293"/>
            <ac:picMk id="2" creationId="{F92B5435-CB98-406D-BB0A-3F76567DF861}"/>
          </ac:picMkLst>
        </pc:picChg>
      </pc:sldChg>
      <pc:sldChg chg="modSp">
        <pc:chgData name="Hamilton Stott" userId="e28223afab1f786a" providerId="LiveId" clId="{70D7CB9E-528E-4FB5-A2A9-1693E0118DC5}" dt="2018-02-27T13:09:26.139" v="1026" actId="20577"/>
        <pc:sldMkLst>
          <pc:docMk/>
          <pc:sldMk cId="775027035" sldId="295"/>
        </pc:sldMkLst>
        <pc:spChg chg="mod">
          <ac:chgData name="Hamilton Stott" userId="e28223afab1f786a" providerId="LiveId" clId="{70D7CB9E-528E-4FB5-A2A9-1693E0118DC5}" dt="2018-02-27T13:07:40.521" v="967" actId="6549"/>
          <ac:spMkLst>
            <pc:docMk/>
            <pc:sldMk cId="775027035" sldId="295"/>
            <ac:spMk id="7" creationId="{96728625-E239-4A9A-A918-BBC1D6616A6B}"/>
          </ac:spMkLst>
        </pc:spChg>
        <pc:spChg chg="mod">
          <ac:chgData name="Hamilton Stott" userId="e28223afab1f786a" providerId="LiveId" clId="{70D7CB9E-528E-4FB5-A2A9-1693E0118DC5}" dt="2018-02-27T13:07:50.498" v="972" actId="20577"/>
          <ac:spMkLst>
            <pc:docMk/>
            <pc:sldMk cId="775027035" sldId="295"/>
            <ac:spMk id="8" creationId="{4D062A48-4119-4D9C-A803-597A2EEF8640}"/>
          </ac:spMkLst>
        </pc:spChg>
        <pc:spChg chg="mod">
          <ac:chgData name="Hamilton Stott" userId="e28223afab1f786a" providerId="LiveId" clId="{70D7CB9E-528E-4FB5-A2A9-1693E0118DC5}" dt="2018-02-27T13:08:00.993" v="977" actId="20577"/>
          <ac:spMkLst>
            <pc:docMk/>
            <pc:sldMk cId="775027035" sldId="295"/>
            <ac:spMk id="9" creationId="{EFC606DA-B917-40D0-824A-808A1E14BDF4}"/>
          </ac:spMkLst>
        </pc:spChg>
        <pc:spChg chg="mod">
          <ac:chgData name="Hamilton Stott" userId="e28223afab1f786a" providerId="LiveId" clId="{70D7CB9E-528E-4FB5-A2A9-1693E0118DC5}" dt="2018-02-27T13:08:32.200" v="994" actId="20577"/>
          <ac:spMkLst>
            <pc:docMk/>
            <pc:sldMk cId="775027035" sldId="295"/>
            <ac:spMk id="11" creationId="{F277B411-2081-41B1-9CBF-B3EA960D0ABE}"/>
          </ac:spMkLst>
        </pc:spChg>
        <pc:spChg chg="mod">
          <ac:chgData name="Hamilton Stott" userId="e28223afab1f786a" providerId="LiveId" clId="{70D7CB9E-528E-4FB5-A2A9-1693E0118DC5}" dt="2018-02-27T13:08:56.780" v="1011" actId="20577"/>
          <ac:spMkLst>
            <pc:docMk/>
            <pc:sldMk cId="775027035" sldId="295"/>
            <ac:spMk id="12" creationId="{D4ABA71A-5D2A-4A45-8FAA-E265A493B22A}"/>
          </ac:spMkLst>
        </pc:spChg>
        <pc:spChg chg="mod">
          <ac:chgData name="Hamilton Stott" userId="e28223afab1f786a" providerId="LiveId" clId="{70D7CB9E-528E-4FB5-A2A9-1693E0118DC5}" dt="2018-02-27T13:09:26.139" v="1026" actId="20577"/>
          <ac:spMkLst>
            <pc:docMk/>
            <pc:sldMk cId="775027035" sldId="295"/>
            <ac:spMk id="13" creationId="{C6E351B2-5D3D-429A-9FE8-499F10A228D0}"/>
          </ac:spMkLst>
        </pc:spChg>
      </pc:sldChg>
      <pc:sldChg chg="del">
        <pc:chgData name="Hamilton Stott" userId="e28223afab1f786a" providerId="LiveId" clId="{70D7CB9E-528E-4FB5-A2A9-1693E0118DC5}" dt="2018-02-27T12:59:48.278" v="814" actId="2696"/>
        <pc:sldMkLst>
          <pc:docMk/>
          <pc:sldMk cId="460011333" sldId="297"/>
        </pc:sldMkLst>
      </pc:sldChg>
      <pc:sldChg chg="del">
        <pc:chgData name="Hamilton Stott" userId="e28223afab1f786a" providerId="LiveId" clId="{70D7CB9E-528E-4FB5-A2A9-1693E0118DC5}" dt="2018-02-27T12:59:48.313" v="815" actId="2696"/>
        <pc:sldMkLst>
          <pc:docMk/>
          <pc:sldMk cId="2628314958" sldId="298"/>
        </pc:sldMkLst>
      </pc:sldChg>
      <pc:sldChg chg="del">
        <pc:chgData name="Hamilton Stott" userId="e28223afab1f786a" providerId="LiveId" clId="{70D7CB9E-528E-4FB5-A2A9-1693E0118DC5}" dt="2018-02-27T13:09:35.863" v="1027" actId="2696"/>
        <pc:sldMkLst>
          <pc:docMk/>
          <pc:sldMk cId="753506593" sldId="299"/>
        </pc:sldMkLst>
      </pc:sldChg>
      <pc:sldChg chg="addSp delSp modSp add">
        <pc:chgData name="Hamilton Stott" userId="e28223afab1f786a" providerId="LiveId" clId="{70D7CB9E-528E-4FB5-A2A9-1693E0118DC5}" dt="2018-02-27T12:32:52.545" v="120" actId="14100"/>
        <pc:sldMkLst>
          <pc:docMk/>
          <pc:sldMk cId="1273152481" sldId="300"/>
        </pc:sldMkLst>
        <pc:spChg chg="del">
          <ac:chgData name="Hamilton Stott" userId="e28223afab1f786a" providerId="LiveId" clId="{70D7CB9E-528E-4FB5-A2A9-1693E0118DC5}" dt="2018-02-27T12:32:37.668" v="115" actId="478"/>
          <ac:spMkLst>
            <pc:docMk/>
            <pc:sldMk cId="1273152481" sldId="300"/>
            <ac:spMk id="2" creationId="{00000000-0000-0000-0000-000000000000}"/>
          </ac:spMkLst>
        </pc:spChg>
        <pc:spChg chg="del">
          <ac:chgData name="Hamilton Stott" userId="e28223afab1f786a" providerId="LiveId" clId="{70D7CB9E-528E-4FB5-A2A9-1693E0118DC5}" dt="2018-02-27T12:32:29.229" v="112" actId="478"/>
          <ac:spMkLst>
            <pc:docMk/>
            <pc:sldMk cId="1273152481" sldId="300"/>
            <ac:spMk id="3" creationId="{00000000-0000-0000-0000-000000000000}"/>
          </ac:spMkLst>
        </pc:spChg>
        <pc:spChg chg="add del mod">
          <ac:chgData name="Hamilton Stott" userId="e28223afab1f786a" providerId="LiveId" clId="{70D7CB9E-528E-4FB5-A2A9-1693E0118DC5}" dt="2018-02-27T12:32:49.386" v="119" actId="478"/>
          <ac:spMkLst>
            <pc:docMk/>
            <pc:sldMk cId="1273152481" sldId="300"/>
            <ac:spMk id="6" creationId="{A706235B-410B-483E-BF29-0B7E74669F35}"/>
          </ac:spMkLst>
        </pc:spChg>
        <pc:spChg chg="add del mod">
          <ac:chgData name="Hamilton Stott" userId="e28223afab1f786a" providerId="LiveId" clId="{70D7CB9E-528E-4FB5-A2A9-1693E0118DC5}" dt="2018-02-27T12:32:47.874" v="118" actId="478"/>
          <ac:spMkLst>
            <pc:docMk/>
            <pc:sldMk cId="1273152481" sldId="300"/>
            <ac:spMk id="9" creationId="{0D47F663-EED5-40C7-871E-2D2BE6C5E393}"/>
          </ac:spMkLst>
        </pc:spChg>
        <pc:picChg chg="add mod">
          <ac:chgData name="Hamilton Stott" userId="e28223afab1f786a" providerId="LiveId" clId="{70D7CB9E-528E-4FB5-A2A9-1693E0118DC5}" dt="2018-02-27T12:32:52.545" v="120" actId="14100"/>
          <ac:picMkLst>
            <pc:docMk/>
            <pc:sldMk cId="1273152481" sldId="300"/>
            <ac:picMk id="7" creationId="{8DD959D9-614F-40F8-AAD8-2945AABB297C}"/>
          </ac:picMkLst>
        </pc:picChg>
      </pc:sldChg>
      <pc:sldChg chg="addSp delSp modSp add modAnim">
        <pc:chgData name="Hamilton Stott" userId="e28223afab1f786a" providerId="LiveId" clId="{70D7CB9E-528E-4FB5-A2A9-1693E0118DC5}" dt="2018-02-27T12:46:38.771" v="449" actId="478"/>
        <pc:sldMkLst>
          <pc:docMk/>
          <pc:sldMk cId="848440159" sldId="301"/>
        </pc:sldMkLst>
        <pc:spChg chg="add mod">
          <ac:chgData name="Hamilton Stott" userId="e28223afab1f786a" providerId="LiveId" clId="{70D7CB9E-528E-4FB5-A2A9-1693E0118DC5}" dt="2018-02-27T12:42:03.110" v="300" actId="1076"/>
          <ac:spMkLst>
            <pc:docMk/>
            <pc:sldMk cId="848440159" sldId="301"/>
            <ac:spMk id="2" creationId="{F5F732EB-EEFB-4CA1-97FD-6BA48103AF19}"/>
          </ac:spMkLst>
        </pc:spChg>
        <pc:spChg chg="add mod">
          <ac:chgData name="Hamilton Stott" userId="e28223afab1f786a" providerId="LiveId" clId="{70D7CB9E-528E-4FB5-A2A9-1693E0118DC5}" dt="2018-02-27T12:44:09.440" v="352" actId="403"/>
          <ac:spMkLst>
            <pc:docMk/>
            <pc:sldMk cId="848440159" sldId="301"/>
            <ac:spMk id="3" creationId="{C480D3D2-CD30-42EB-9719-44BB62D8310E}"/>
          </ac:spMkLst>
        </pc:spChg>
        <pc:spChg chg="del">
          <ac:chgData name="Hamilton Stott" userId="e28223afab1f786a" providerId="LiveId" clId="{70D7CB9E-528E-4FB5-A2A9-1693E0118DC5}" dt="2018-02-27T12:39:30.498" v="259" actId="478"/>
          <ac:spMkLst>
            <pc:docMk/>
            <pc:sldMk cId="848440159" sldId="301"/>
            <ac:spMk id="5" creationId="{93767111-1DEE-4B9B-895F-76FCDC79FAA9}"/>
          </ac:spMkLst>
        </pc:spChg>
        <pc:spChg chg="mod">
          <ac:chgData name="Hamilton Stott" userId="e28223afab1f786a" providerId="LiveId" clId="{70D7CB9E-528E-4FB5-A2A9-1693E0118DC5}" dt="2018-02-27T12:40:52.082" v="280" actId="1076"/>
          <ac:spMkLst>
            <pc:docMk/>
            <pc:sldMk cId="848440159" sldId="301"/>
            <ac:spMk id="13" creationId="{12082D59-EAF1-4C83-9CA9-AFA99BA1A7F8}"/>
          </ac:spMkLst>
        </pc:spChg>
        <pc:spChg chg="mod">
          <ac:chgData name="Hamilton Stott" userId="e28223afab1f786a" providerId="LiveId" clId="{70D7CB9E-528E-4FB5-A2A9-1693E0118DC5}" dt="2018-02-27T12:40:37.746" v="274" actId="6549"/>
          <ac:spMkLst>
            <pc:docMk/>
            <pc:sldMk cId="848440159" sldId="301"/>
            <ac:spMk id="23" creationId="{080A345A-8F8E-417D-A437-E7394ED637EA}"/>
          </ac:spMkLst>
        </pc:spChg>
        <pc:spChg chg="mod">
          <ac:chgData name="Hamilton Stott" userId="e28223afab1f786a" providerId="LiveId" clId="{70D7CB9E-528E-4FB5-A2A9-1693E0118DC5}" dt="2018-02-27T12:40:40.906" v="276" actId="6549"/>
          <ac:spMkLst>
            <pc:docMk/>
            <pc:sldMk cId="848440159" sldId="301"/>
            <ac:spMk id="26" creationId="{1B198A01-3505-4F34-98DB-0C74D90D222B}"/>
          </ac:spMkLst>
        </pc:spChg>
        <pc:spChg chg="add mod">
          <ac:chgData name="Hamilton Stott" userId="e28223afab1f786a" providerId="LiveId" clId="{70D7CB9E-528E-4FB5-A2A9-1693E0118DC5}" dt="2018-02-27T12:42:34.758" v="311" actId="6549"/>
          <ac:spMkLst>
            <pc:docMk/>
            <pc:sldMk cId="848440159" sldId="301"/>
            <ac:spMk id="27" creationId="{1BF7FD41-1B69-40FA-8123-9BFBEA3BF91A}"/>
          </ac:spMkLst>
        </pc:spChg>
        <pc:spChg chg="add del mod">
          <ac:chgData name="Hamilton Stott" userId="e28223afab1f786a" providerId="LiveId" clId="{70D7CB9E-528E-4FB5-A2A9-1693E0118DC5}" dt="2018-02-27T12:43:37.088" v="332" actId="478"/>
          <ac:spMkLst>
            <pc:docMk/>
            <pc:sldMk cId="848440159" sldId="301"/>
            <ac:spMk id="28" creationId="{A3DEFB7B-AD0A-4A79-810D-5D8682142F11}"/>
          </ac:spMkLst>
        </pc:spChg>
        <pc:spChg chg="add mod">
          <ac:chgData name="Hamilton Stott" userId="e28223afab1f786a" providerId="LiveId" clId="{70D7CB9E-528E-4FB5-A2A9-1693E0118DC5}" dt="2018-02-27T12:44:38.937" v="383" actId="20577"/>
          <ac:spMkLst>
            <pc:docMk/>
            <pc:sldMk cId="848440159" sldId="301"/>
            <ac:spMk id="29" creationId="{E7EA5706-2BAC-442B-85BE-780B5589EDE8}"/>
          </ac:spMkLst>
        </pc:spChg>
        <pc:spChg chg="add mod">
          <ac:chgData name="Hamilton Stott" userId="e28223afab1f786a" providerId="LiveId" clId="{70D7CB9E-528E-4FB5-A2A9-1693E0118DC5}" dt="2018-02-27T12:45:50.995" v="443" actId="20577"/>
          <ac:spMkLst>
            <pc:docMk/>
            <pc:sldMk cId="848440159" sldId="301"/>
            <ac:spMk id="30" creationId="{F4E83678-1946-4F4F-8F5D-189024A4E36F}"/>
          </ac:spMkLst>
        </pc:spChg>
        <pc:grpChg chg="mod">
          <ac:chgData name="Hamilton Stott" userId="e28223afab1f786a" providerId="LiveId" clId="{70D7CB9E-528E-4FB5-A2A9-1693E0118DC5}" dt="2018-02-27T12:40:52.082" v="280" actId="1076"/>
          <ac:grpSpMkLst>
            <pc:docMk/>
            <pc:sldMk cId="848440159" sldId="301"/>
            <ac:grpSpMk id="14" creationId="{4A6C126C-BA0F-411A-8F37-93A04257CEBB}"/>
          </ac:grpSpMkLst>
        </pc:grpChg>
        <pc:grpChg chg="del">
          <ac:chgData name="Hamilton Stott" userId="e28223afab1f786a" providerId="LiveId" clId="{70D7CB9E-528E-4FB5-A2A9-1693E0118DC5}" dt="2018-02-27T12:40:39.633" v="275" actId="478"/>
          <ac:grpSpMkLst>
            <pc:docMk/>
            <pc:sldMk cId="848440159" sldId="301"/>
            <ac:grpSpMk id="21" creationId="{7ADC4CA8-3410-46C8-9C6B-E2188BB256AB}"/>
          </ac:grpSpMkLst>
        </pc:grpChg>
        <pc:grpChg chg="del">
          <ac:chgData name="Hamilton Stott" userId="e28223afab1f786a" providerId="LiveId" clId="{70D7CB9E-528E-4FB5-A2A9-1693E0118DC5}" dt="2018-02-27T12:40:41.985" v="277" actId="478"/>
          <ac:grpSpMkLst>
            <pc:docMk/>
            <pc:sldMk cId="848440159" sldId="301"/>
            <ac:grpSpMk id="24" creationId="{4186ED3E-26DE-41FC-92E2-1F401A72C3EB}"/>
          </ac:grpSpMkLst>
        </pc:grpChg>
      </pc:sldChg>
      <pc:sldChg chg="modSp add">
        <pc:chgData name="Hamilton Stott" userId="e28223afab1f786a" providerId="LiveId" clId="{70D7CB9E-528E-4FB5-A2A9-1693E0118DC5}" dt="2018-02-27T12:47:18.566" v="473" actId="20577"/>
        <pc:sldMkLst>
          <pc:docMk/>
          <pc:sldMk cId="656691171" sldId="302"/>
        </pc:sldMkLst>
        <pc:spChg chg="mod">
          <ac:chgData name="Hamilton Stott" userId="e28223afab1f786a" providerId="LiveId" clId="{70D7CB9E-528E-4FB5-A2A9-1693E0118DC5}" dt="2018-02-27T12:46:55.643" v="452" actId="20577"/>
          <ac:spMkLst>
            <pc:docMk/>
            <pc:sldMk cId="656691171" sldId="302"/>
            <ac:spMk id="2" creationId="{F5F732EB-EEFB-4CA1-97FD-6BA48103AF19}"/>
          </ac:spMkLst>
        </pc:spChg>
        <pc:spChg chg="mod">
          <ac:chgData name="Hamilton Stott" userId="e28223afab1f786a" providerId="LiveId" clId="{70D7CB9E-528E-4FB5-A2A9-1693E0118DC5}" dt="2018-02-27T12:47:04.053" v="457" actId="20577"/>
          <ac:spMkLst>
            <pc:docMk/>
            <pc:sldMk cId="656691171" sldId="302"/>
            <ac:spMk id="3" creationId="{C480D3D2-CD30-42EB-9719-44BB62D8310E}"/>
          </ac:spMkLst>
        </pc:spChg>
        <pc:spChg chg="mod">
          <ac:chgData name="Hamilton Stott" userId="e28223afab1f786a" providerId="LiveId" clId="{70D7CB9E-528E-4FB5-A2A9-1693E0118DC5}" dt="2018-02-27T12:46:59.559" v="453" actId="20577"/>
          <ac:spMkLst>
            <pc:docMk/>
            <pc:sldMk cId="656691171" sldId="302"/>
            <ac:spMk id="27" creationId="{1BF7FD41-1B69-40FA-8123-9BFBEA3BF91A}"/>
          </ac:spMkLst>
        </pc:spChg>
        <pc:spChg chg="mod">
          <ac:chgData name="Hamilton Stott" userId="e28223afab1f786a" providerId="LiveId" clId="{70D7CB9E-528E-4FB5-A2A9-1693E0118DC5}" dt="2018-02-27T12:47:18.566" v="473" actId="20577"/>
          <ac:spMkLst>
            <pc:docMk/>
            <pc:sldMk cId="656691171" sldId="302"/>
            <ac:spMk id="30" creationId="{F4E83678-1946-4F4F-8F5D-189024A4E36F}"/>
          </ac:spMkLst>
        </pc:spChg>
      </pc:sldChg>
      <pc:sldChg chg="addSp delSp modSp add delAnim modAnim">
        <pc:chgData name="Hamilton Stott" userId="e28223afab1f786a" providerId="LiveId" clId="{70D7CB9E-528E-4FB5-A2A9-1693E0118DC5}" dt="2018-02-27T12:55:25.197" v="642" actId="1076"/>
        <pc:sldMkLst>
          <pc:docMk/>
          <pc:sldMk cId="1009883885" sldId="303"/>
        </pc:sldMkLst>
        <pc:spChg chg="mod">
          <ac:chgData name="Hamilton Stott" userId="e28223afab1f786a" providerId="LiveId" clId="{70D7CB9E-528E-4FB5-A2A9-1693E0118DC5}" dt="2018-02-27T12:53:08.476" v="619" actId="403"/>
          <ac:spMkLst>
            <pc:docMk/>
            <pc:sldMk cId="1009883885" sldId="303"/>
            <ac:spMk id="2" creationId="{F5F732EB-EEFB-4CA1-97FD-6BA48103AF19}"/>
          </ac:spMkLst>
        </pc:spChg>
        <pc:spChg chg="mod">
          <ac:chgData name="Hamilton Stott" userId="e28223afab1f786a" providerId="LiveId" clId="{70D7CB9E-528E-4FB5-A2A9-1693E0118DC5}" dt="2018-02-27T12:53:58.489" v="634" actId="1076"/>
          <ac:spMkLst>
            <pc:docMk/>
            <pc:sldMk cId="1009883885" sldId="303"/>
            <ac:spMk id="3" creationId="{C480D3D2-CD30-42EB-9719-44BB62D8310E}"/>
          </ac:spMkLst>
        </pc:spChg>
        <pc:spChg chg="add mod">
          <ac:chgData name="Hamilton Stott" userId="e28223afab1f786a" providerId="LiveId" clId="{70D7CB9E-528E-4FB5-A2A9-1693E0118DC5}" dt="2018-02-27T12:55:25.197" v="642" actId="1076"/>
          <ac:spMkLst>
            <pc:docMk/>
            <pc:sldMk cId="1009883885" sldId="303"/>
            <ac:spMk id="5" creationId="{D3409C33-837B-41F0-9B1E-9E4D26B5E9A8}"/>
          </ac:spMkLst>
        </pc:spChg>
        <pc:spChg chg="add mod">
          <ac:chgData name="Hamilton Stott" userId="e28223afab1f786a" providerId="LiveId" clId="{70D7CB9E-528E-4FB5-A2A9-1693E0118DC5}" dt="2018-02-27T12:55:22.689" v="641" actId="1076"/>
          <ac:spMkLst>
            <pc:docMk/>
            <pc:sldMk cId="1009883885" sldId="303"/>
            <ac:spMk id="21" creationId="{CFEC66E2-8E16-4EEB-B13C-A277FDA4532C}"/>
          </ac:spMkLst>
        </pc:spChg>
        <pc:spChg chg="add del mod">
          <ac:chgData name="Hamilton Stott" userId="e28223afab1f786a" providerId="LiveId" clId="{70D7CB9E-528E-4FB5-A2A9-1693E0118DC5}" dt="2018-02-27T12:50:36.186" v="548" actId="478"/>
          <ac:spMkLst>
            <pc:docMk/>
            <pc:sldMk cId="1009883885" sldId="303"/>
            <ac:spMk id="23" creationId="{26353D0A-1305-4446-A632-ECB50AF73079}"/>
          </ac:spMkLst>
        </pc:spChg>
        <pc:spChg chg="add mod">
          <ac:chgData name="Hamilton Stott" userId="e28223afab1f786a" providerId="LiveId" clId="{70D7CB9E-528E-4FB5-A2A9-1693E0118DC5}" dt="2018-02-27T12:54:36.159" v="640" actId="1076"/>
          <ac:spMkLst>
            <pc:docMk/>
            <pc:sldMk cId="1009883885" sldId="303"/>
            <ac:spMk id="24" creationId="{15B07ADC-FE3B-4A0F-8CB8-9FBA59552CBE}"/>
          </ac:spMkLst>
        </pc:spChg>
        <pc:spChg chg="mod">
          <ac:chgData name="Hamilton Stott" userId="e28223afab1f786a" providerId="LiveId" clId="{70D7CB9E-528E-4FB5-A2A9-1693E0118DC5}" dt="2018-02-27T12:54:01.283" v="635" actId="1076"/>
          <ac:spMkLst>
            <pc:docMk/>
            <pc:sldMk cId="1009883885" sldId="303"/>
            <ac:spMk id="27" creationId="{1BF7FD41-1B69-40FA-8123-9BFBEA3BF91A}"/>
          </ac:spMkLst>
        </pc:spChg>
        <pc:spChg chg="del mod">
          <ac:chgData name="Hamilton Stott" userId="e28223afab1f786a" providerId="LiveId" clId="{70D7CB9E-528E-4FB5-A2A9-1693E0118DC5}" dt="2018-02-27T12:53:02.027" v="616" actId="478"/>
          <ac:spMkLst>
            <pc:docMk/>
            <pc:sldMk cId="1009883885" sldId="303"/>
            <ac:spMk id="29" creationId="{E7EA5706-2BAC-442B-85BE-780B5589EDE8}"/>
          </ac:spMkLst>
        </pc:spChg>
        <pc:spChg chg="del mod">
          <ac:chgData name="Hamilton Stott" userId="e28223afab1f786a" providerId="LiveId" clId="{70D7CB9E-528E-4FB5-A2A9-1693E0118DC5}" dt="2018-02-27T12:52:59.699" v="615" actId="478"/>
          <ac:spMkLst>
            <pc:docMk/>
            <pc:sldMk cId="1009883885" sldId="303"/>
            <ac:spMk id="30" creationId="{F4E83678-1946-4F4F-8F5D-189024A4E36F}"/>
          </ac:spMkLst>
        </pc:spChg>
      </pc:sldChg>
      <pc:sldChg chg="addSp delSp modSp add delAnim modAnim">
        <pc:chgData name="Hamilton Stott" userId="e28223afab1f786a" providerId="LiveId" clId="{70D7CB9E-528E-4FB5-A2A9-1693E0118DC5}" dt="2018-02-27T12:59:32.095" v="813" actId="478"/>
        <pc:sldMkLst>
          <pc:docMk/>
          <pc:sldMk cId="1849576064" sldId="304"/>
        </pc:sldMkLst>
        <pc:spChg chg="mod">
          <ac:chgData name="Hamilton Stott" userId="e28223afab1f786a" providerId="LiveId" clId="{70D7CB9E-528E-4FB5-A2A9-1693E0118DC5}" dt="2018-02-27T12:55:48.807" v="648" actId="1076"/>
          <ac:spMkLst>
            <pc:docMk/>
            <pc:sldMk cId="1849576064" sldId="304"/>
            <ac:spMk id="2" creationId="{F5F732EB-EEFB-4CA1-97FD-6BA48103AF19}"/>
          </ac:spMkLst>
        </pc:spChg>
        <pc:spChg chg="mod">
          <ac:chgData name="Hamilton Stott" userId="e28223afab1f786a" providerId="LiveId" clId="{70D7CB9E-528E-4FB5-A2A9-1693E0118DC5}" dt="2018-02-27T12:56:06.760" v="655" actId="1076"/>
          <ac:spMkLst>
            <pc:docMk/>
            <pc:sldMk cId="1849576064" sldId="304"/>
            <ac:spMk id="3" creationId="{C480D3D2-CD30-42EB-9719-44BB62D8310E}"/>
          </ac:spMkLst>
        </pc:spChg>
        <pc:spChg chg="del">
          <ac:chgData name="Hamilton Stott" userId="e28223afab1f786a" providerId="LiveId" clId="{70D7CB9E-528E-4FB5-A2A9-1693E0118DC5}" dt="2018-02-27T12:55:56.667" v="651" actId="478"/>
          <ac:spMkLst>
            <pc:docMk/>
            <pc:sldMk cId="1849576064" sldId="304"/>
            <ac:spMk id="5" creationId="{D3409C33-837B-41F0-9B1E-9E4D26B5E9A8}"/>
          </ac:spMkLst>
        </pc:spChg>
        <pc:spChg chg="add mod">
          <ac:chgData name="Hamilton Stott" userId="e28223afab1f786a" providerId="LiveId" clId="{70D7CB9E-528E-4FB5-A2A9-1693E0118DC5}" dt="2018-02-27T12:57:35.251" v="661" actId="208"/>
          <ac:spMkLst>
            <pc:docMk/>
            <pc:sldMk cId="1849576064" sldId="304"/>
            <ac:spMk id="10" creationId="{EB77895B-64E1-4301-BC18-B250B5EF321D}"/>
          </ac:spMkLst>
        </pc:spChg>
        <pc:spChg chg="del">
          <ac:chgData name="Hamilton Stott" userId="e28223afab1f786a" providerId="LiveId" clId="{70D7CB9E-528E-4FB5-A2A9-1693E0118DC5}" dt="2018-02-27T12:55:38.152" v="644" actId="478"/>
          <ac:spMkLst>
            <pc:docMk/>
            <pc:sldMk cId="1849576064" sldId="304"/>
            <ac:spMk id="13" creationId="{12082D59-EAF1-4C83-9CA9-AFA99BA1A7F8}"/>
          </ac:spMkLst>
        </pc:spChg>
        <pc:spChg chg="del">
          <ac:chgData name="Hamilton Stott" userId="e28223afab1f786a" providerId="LiveId" clId="{70D7CB9E-528E-4FB5-A2A9-1693E0118DC5}" dt="2018-02-27T12:55:54.892" v="650" actId="478"/>
          <ac:spMkLst>
            <pc:docMk/>
            <pc:sldMk cId="1849576064" sldId="304"/>
            <ac:spMk id="21" creationId="{CFEC66E2-8E16-4EEB-B13C-A277FDA4532C}"/>
          </ac:spMkLst>
        </pc:spChg>
        <pc:spChg chg="add mod">
          <ac:chgData name="Hamilton Stott" userId="e28223afab1f786a" providerId="LiveId" clId="{70D7CB9E-528E-4FB5-A2A9-1693E0118DC5}" dt="2018-02-27T12:59:07.427" v="810" actId="14100"/>
          <ac:spMkLst>
            <pc:docMk/>
            <pc:sldMk cId="1849576064" sldId="304"/>
            <ac:spMk id="22" creationId="{8F8D00BE-D485-48CF-89EC-657140854D67}"/>
          </ac:spMkLst>
        </pc:spChg>
        <pc:spChg chg="del">
          <ac:chgData name="Hamilton Stott" userId="e28223afab1f786a" providerId="LiveId" clId="{70D7CB9E-528E-4FB5-A2A9-1693E0118DC5}" dt="2018-02-27T12:55:57.842" v="652" actId="478"/>
          <ac:spMkLst>
            <pc:docMk/>
            <pc:sldMk cId="1849576064" sldId="304"/>
            <ac:spMk id="24" creationId="{15B07ADC-FE3B-4A0F-8CB8-9FBA59552CBE}"/>
          </ac:spMkLst>
        </pc:spChg>
        <pc:spChg chg="add mod">
          <ac:chgData name="Hamilton Stott" userId="e28223afab1f786a" providerId="LiveId" clId="{70D7CB9E-528E-4FB5-A2A9-1693E0118DC5}" dt="2018-02-27T12:57:46.432" v="663" actId="1076"/>
          <ac:spMkLst>
            <pc:docMk/>
            <pc:sldMk cId="1849576064" sldId="304"/>
            <ac:spMk id="25" creationId="{A9651EED-09E5-4B2B-B3BA-1A8C754F0233}"/>
          </ac:spMkLst>
        </pc:spChg>
        <pc:spChg chg="add mod">
          <ac:chgData name="Hamilton Stott" userId="e28223afab1f786a" providerId="LiveId" clId="{70D7CB9E-528E-4FB5-A2A9-1693E0118DC5}" dt="2018-02-27T12:58:00.380" v="667" actId="1076"/>
          <ac:spMkLst>
            <pc:docMk/>
            <pc:sldMk cId="1849576064" sldId="304"/>
            <ac:spMk id="26" creationId="{778254DB-ACED-47D7-9244-BAEAFD04C812}"/>
          </ac:spMkLst>
        </pc:spChg>
        <pc:spChg chg="del">
          <ac:chgData name="Hamilton Stott" userId="e28223afab1f786a" providerId="LiveId" clId="{70D7CB9E-528E-4FB5-A2A9-1693E0118DC5}" dt="2018-02-27T12:55:54.892" v="650" actId="478"/>
          <ac:spMkLst>
            <pc:docMk/>
            <pc:sldMk cId="1849576064" sldId="304"/>
            <ac:spMk id="27" creationId="{1BF7FD41-1B69-40FA-8123-9BFBEA3BF91A}"/>
          </ac:spMkLst>
        </pc:spChg>
        <pc:grpChg chg="del">
          <ac:chgData name="Hamilton Stott" userId="e28223afab1f786a" providerId="LiveId" clId="{70D7CB9E-528E-4FB5-A2A9-1693E0118DC5}" dt="2018-02-27T12:55:43.784" v="647" actId="478"/>
          <ac:grpSpMkLst>
            <pc:docMk/>
            <pc:sldMk cId="1849576064" sldId="304"/>
            <ac:grpSpMk id="14" creationId="{4A6C126C-BA0F-411A-8F37-93A04257CEBB}"/>
          </ac:grpSpMkLst>
        </pc:grpChg>
        <pc:picChg chg="add mod">
          <ac:chgData name="Hamilton Stott" userId="e28223afab1f786a" providerId="LiveId" clId="{70D7CB9E-528E-4FB5-A2A9-1693E0118DC5}" dt="2018-02-27T12:57:53.457" v="666" actId="1076"/>
          <ac:picMkLst>
            <pc:docMk/>
            <pc:sldMk cId="1849576064" sldId="304"/>
            <ac:picMk id="8" creationId="{D99D150D-53CC-41FD-92F5-7DEF5EDC4453}"/>
          </ac:picMkLst>
        </pc:picChg>
        <pc:cxnChg chg="mod">
          <ac:chgData name="Hamilton Stott" userId="e28223afab1f786a" providerId="LiveId" clId="{70D7CB9E-528E-4FB5-A2A9-1693E0118DC5}" dt="2018-02-27T12:55:40.868" v="646" actId="1076"/>
          <ac:cxnSpMkLst>
            <pc:docMk/>
            <pc:sldMk cId="1849576064" sldId="304"/>
            <ac:cxnSpMk id="6" creationId="{00000000-0000-0000-0000-000000000000}"/>
          </ac:cxnSpMkLst>
        </pc:cxnChg>
      </pc:sldChg>
      <pc:sldChg chg="modSp add del ord">
        <pc:chgData name="Hamilton Stott" userId="e28223afab1f786a" providerId="LiveId" clId="{70D7CB9E-528E-4FB5-A2A9-1693E0118DC5}" dt="2018-02-27T13:05:12.098" v="959" actId="2696"/>
        <pc:sldMkLst>
          <pc:docMk/>
          <pc:sldMk cId="2354992223" sldId="305"/>
        </pc:sldMkLst>
        <pc:spChg chg="mod">
          <ac:chgData name="Hamilton Stott" userId="e28223afab1f786a" providerId="LiveId" clId="{70D7CB9E-528E-4FB5-A2A9-1693E0118DC5}" dt="2018-02-27T13:00:56.837" v="818" actId="6549"/>
          <ac:spMkLst>
            <pc:docMk/>
            <pc:sldMk cId="2354992223" sldId="305"/>
            <ac:spMk id="2" creationId="{F5F732EB-EEFB-4CA1-97FD-6BA48103AF19}"/>
          </ac:spMkLst>
        </pc:spChg>
      </pc:sldChg>
      <pc:sldChg chg="addSp modSp add modAnim">
        <pc:chgData name="Hamilton Stott" userId="e28223afab1f786a" providerId="LiveId" clId="{70D7CB9E-528E-4FB5-A2A9-1693E0118DC5}" dt="2018-02-27T13:04:57.250" v="958" actId="478"/>
        <pc:sldMkLst>
          <pc:docMk/>
          <pc:sldMk cId="976863617" sldId="306"/>
        </pc:sldMkLst>
        <pc:spChg chg="mod">
          <ac:chgData name="Hamilton Stott" userId="e28223afab1f786a" providerId="LiveId" clId="{70D7CB9E-528E-4FB5-A2A9-1693E0118DC5}" dt="2018-02-27T13:03:46.550" v="944" actId="1076"/>
          <ac:spMkLst>
            <pc:docMk/>
            <pc:sldMk cId="976863617" sldId="306"/>
            <ac:spMk id="2" creationId="{F5F732EB-EEFB-4CA1-97FD-6BA48103AF19}"/>
          </ac:spMkLst>
        </pc:spChg>
        <pc:spChg chg="mod">
          <ac:chgData name="Hamilton Stott" userId="e28223afab1f786a" providerId="LiveId" clId="{70D7CB9E-528E-4FB5-A2A9-1693E0118DC5}" dt="2018-02-27T13:03:57.394" v="946" actId="1076"/>
          <ac:spMkLst>
            <pc:docMk/>
            <pc:sldMk cId="976863617" sldId="306"/>
            <ac:spMk id="3" creationId="{C480D3D2-CD30-42EB-9719-44BB62D8310E}"/>
          </ac:spMkLst>
        </pc:spChg>
        <pc:spChg chg="add mod">
          <ac:chgData name="Hamilton Stott" userId="e28223afab1f786a" providerId="LiveId" clId="{70D7CB9E-528E-4FB5-A2A9-1693E0118DC5}" dt="2018-02-27T13:04:12.200" v="949" actId="1076"/>
          <ac:spMkLst>
            <pc:docMk/>
            <pc:sldMk cId="976863617" sldId="306"/>
            <ac:spMk id="5" creationId="{5F8B974D-8FB1-4627-A1CF-32A2E7A918E7}"/>
          </ac:spMkLst>
        </pc:spChg>
        <pc:spChg chg="add mod">
          <ac:chgData name="Hamilton Stott" userId="e28223afab1f786a" providerId="LiveId" clId="{70D7CB9E-528E-4FB5-A2A9-1693E0118DC5}" dt="2018-02-27T13:04:44.662" v="956" actId="1076"/>
          <ac:spMkLst>
            <pc:docMk/>
            <pc:sldMk cId="976863617" sldId="306"/>
            <ac:spMk id="8" creationId="{973E5756-8B54-4721-BCC6-F918B4B7DAD2}"/>
          </ac:spMkLst>
        </pc:spChg>
        <pc:spChg chg="mod">
          <ac:chgData name="Hamilton Stott" userId="e28223afab1f786a" providerId="LiveId" clId="{70D7CB9E-528E-4FB5-A2A9-1693E0118DC5}" dt="2018-02-27T13:03:51.325" v="945" actId="1076"/>
          <ac:spMkLst>
            <pc:docMk/>
            <pc:sldMk cId="976863617" sldId="306"/>
            <ac:spMk id="27" creationId="{1BF7FD41-1B69-40FA-8123-9BFBEA3BF91A}"/>
          </ac:spMkLst>
        </pc:spChg>
        <pc:spChg chg="mod">
          <ac:chgData name="Hamilton Stott" userId="e28223afab1f786a" providerId="LiveId" clId="{70D7CB9E-528E-4FB5-A2A9-1693E0118DC5}" dt="2018-02-27T13:02:52.784" v="854" actId="20577"/>
          <ac:spMkLst>
            <pc:docMk/>
            <pc:sldMk cId="976863617" sldId="306"/>
            <ac:spMk id="30" creationId="{F4E83678-1946-4F4F-8F5D-189024A4E36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C3922-5EB1-4A7A-9541-7BF1BE1740EC}" type="datetimeFigureOut">
              <a:rPr lang="en-GB" smtClean="0"/>
              <a:t>27/02/2018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369C9D-0B2A-4FA1-8511-1F1FCA5D7A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2355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4074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27/02/2018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27/02/2018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27/02/2018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27/02/2018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27/02/2018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27/02/2018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27/02/2018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27/02/2018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27/02/2018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27/02/2018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27/02/2018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2DA05D-E6B5-46FE-9D2D-1DC465FF46A5}" type="datetimeFigureOut">
              <a:rPr lang="en-GB" smtClean="0"/>
              <a:pPr/>
              <a:t>27/02/2018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548680"/>
            <a:ext cx="8229600" cy="5760639"/>
          </a:xfrm>
          <a:solidFill>
            <a:schemeClr val="accent1">
              <a:lumMod val="20000"/>
              <a:lumOff val="80000"/>
            </a:schemeClr>
          </a:solidFill>
          <a:ln w="76200">
            <a:solidFill>
              <a:schemeClr val="tx1"/>
            </a:solidFill>
          </a:ln>
        </p:spPr>
        <p:txBody>
          <a:bodyPr numCol="1">
            <a:normAutofit fontScale="92500" lnSpcReduction="10000"/>
          </a:bodyPr>
          <a:lstStyle/>
          <a:p>
            <a:pPr>
              <a:buNone/>
            </a:pPr>
            <a:r>
              <a:rPr lang="en-GB" dirty="0"/>
              <a:t>Find:</a:t>
            </a:r>
          </a:p>
          <a:p>
            <a:pPr marL="514350" indent="-514350">
              <a:buAutoNum type="arabicParenR"/>
            </a:pPr>
            <a:r>
              <a:rPr lang="en-GB" dirty="0"/>
              <a:t>A pair of numbers that add to 4 and multiply to 4</a:t>
            </a:r>
          </a:p>
          <a:p>
            <a:pPr marL="514350" indent="-514350">
              <a:buAutoNum type="arabicParenR"/>
            </a:pPr>
            <a:endParaRPr lang="en-GB" dirty="0"/>
          </a:p>
          <a:p>
            <a:pPr marL="514350" indent="-514350">
              <a:buAutoNum type="arabicParenR"/>
            </a:pPr>
            <a:r>
              <a:rPr lang="en-GB" dirty="0"/>
              <a:t>A pair of numbers that add to 0 and multiply to negative 4</a:t>
            </a:r>
          </a:p>
          <a:p>
            <a:pPr marL="514350" indent="-514350">
              <a:buAutoNum type="arabicParenR"/>
            </a:pPr>
            <a:endParaRPr lang="en-GB" dirty="0"/>
          </a:p>
          <a:p>
            <a:pPr marL="514350" indent="-514350">
              <a:buAutoNum type="arabicParenR"/>
            </a:pPr>
            <a:r>
              <a:rPr lang="en-GB" dirty="0"/>
              <a:t>A pair of numbers that add to 0 and multiply to negative 9</a:t>
            </a:r>
          </a:p>
          <a:p>
            <a:pPr marL="514350" indent="-514350">
              <a:buAutoNum type="arabicParenR"/>
            </a:pPr>
            <a:endParaRPr lang="en-GB" dirty="0"/>
          </a:p>
          <a:p>
            <a:pPr marL="514350" indent="-514350">
              <a:buAutoNum type="arabicParenR"/>
            </a:pPr>
            <a:r>
              <a:rPr lang="en-GB" dirty="0"/>
              <a:t>Bonus: A pair of numbers that add to zero and multiply to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15680" y="2852937"/>
            <a:ext cx="9361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400" u="sng" dirty="0"/>
          </a:p>
          <a:p>
            <a:r>
              <a:rPr lang="en-GB" sz="2400" dirty="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15680" y="2852937"/>
            <a:ext cx="9361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400" u="sng" dirty="0"/>
          </a:p>
          <a:p>
            <a:r>
              <a:rPr lang="en-GB" sz="2400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D959D9-614F-40F8-AAD8-2945AABB2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656" y="288762"/>
            <a:ext cx="5760640" cy="638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152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6361" y="684974"/>
            <a:ext cx="1218563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6361" y="1244209"/>
            <a:ext cx="12185639" cy="47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5255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208772" y="1248927"/>
            <a:ext cx="39306" cy="545114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033403" y="-4933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490" y="752011"/>
            <a:ext cx="91709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Can you use the difference of perfect squares to help factorise?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6" y="139195"/>
            <a:ext cx="17568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Factorising</a:t>
            </a:r>
          </a:p>
        </p:txBody>
      </p:sp>
      <p:sp>
        <p:nvSpPr>
          <p:cNvPr id="13" name="Rounded Rectangle 72">
            <a:extLst>
              <a:ext uri="{FF2B5EF4-FFF2-40B4-BE49-F238E27FC236}">
                <a16:creationId xmlns:a16="http://schemas.microsoft.com/office/drawing/2014/main" id="{12082D59-EAF1-4C83-9CA9-AFA99BA1A7F8}"/>
              </a:ext>
            </a:extLst>
          </p:cNvPr>
          <p:cNvSpPr/>
          <p:nvPr/>
        </p:nvSpPr>
        <p:spPr>
          <a:xfrm>
            <a:off x="2913783" y="1561710"/>
            <a:ext cx="8217374" cy="820246"/>
          </a:xfrm>
          <a:prstGeom prst="roundRect">
            <a:avLst>
              <a:gd name="adj" fmla="val 33252"/>
            </a:avLst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4" name="Group 31">
            <a:extLst>
              <a:ext uri="{FF2B5EF4-FFF2-40B4-BE49-F238E27FC236}">
                <a16:creationId xmlns:a16="http://schemas.microsoft.com/office/drawing/2014/main" id="{4A6C126C-BA0F-411A-8F37-93A04257CEBB}"/>
              </a:ext>
            </a:extLst>
          </p:cNvPr>
          <p:cNvGrpSpPr/>
          <p:nvPr/>
        </p:nvGrpSpPr>
        <p:grpSpPr>
          <a:xfrm>
            <a:off x="3431704" y="1679446"/>
            <a:ext cx="7215853" cy="584775"/>
            <a:chOff x="1337484" y="837588"/>
            <a:chExt cx="7215853" cy="58477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B3D0678-014F-4A15-AE0B-56FD43176A5B}"/>
                </a:ext>
              </a:extLst>
            </p:cNvPr>
            <p:cNvSpPr txBox="1"/>
            <p:nvPr/>
          </p:nvSpPr>
          <p:spPr>
            <a:xfrm>
              <a:off x="4536907" y="837588"/>
              <a:ext cx="401643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b="1" dirty="0">
                  <a:latin typeface="Arial" pitchFamily="34" charset="0"/>
                  <a:cs typeface="Arial" pitchFamily="34" charset="0"/>
                </a:rPr>
                <a:t>(              ) (              )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B082DF8-98D3-4B10-AB84-6D70BA70C243}"/>
                </a:ext>
              </a:extLst>
            </p:cNvPr>
            <p:cNvSpPr/>
            <p:nvPr/>
          </p:nvSpPr>
          <p:spPr>
            <a:xfrm>
              <a:off x="4850875" y="837588"/>
              <a:ext cx="1456155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32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a  +  b</a:t>
              </a:r>
              <a:endParaRPr lang="en-GB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6EFA86D-8CB7-4F7A-A0E4-B2F612E53FC4}"/>
                </a:ext>
              </a:extLst>
            </p:cNvPr>
            <p:cNvSpPr/>
            <p:nvPr/>
          </p:nvSpPr>
          <p:spPr>
            <a:xfrm>
              <a:off x="6759651" y="837588"/>
              <a:ext cx="1500248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32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a  -  b</a:t>
              </a:r>
              <a:endParaRPr lang="en-GB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773B5BA-D4B8-4441-BDE8-FC9507FBB9CC}"/>
                </a:ext>
              </a:extLst>
            </p:cNvPr>
            <p:cNvSpPr/>
            <p:nvPr/>
          </p:nvSpPr>
          <p:spPr>
            <a:xfrm>
              <a:off x="1337484" y="837588"/>
              <a:ext cx="2538480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32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a²  -  b²</a:t>
              </a:r>
              <a:endParaRPr lang="en-GB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8F6E20E-FBC1-4ECD-8659-08F8BA0C9BA5}"/>
                </a:ext>
              </a:extLst>
            </p:cNvPr>
            <p:cNvSpPr/>
            <p:nvPr/>
          </p:nvSpPr>
          <p:spPr>
            <a:xfrm>
              <a:off x="3643953" y="837588"/>
              <a:ext cx="887110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3200" b="1" dirty="0">
                  <a:latin typeface="Arial" pitchFamily="34" charset="0"/>
                  <a:cs typeface="Arial" pitchFamily="34" charset="0"/>
                </a:rPr>
                <a:t>=</a:t>
              </a:r>
              <a:endParaRPr lang="en-GB" sz="3200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21" name="Group 28">
            <a:extLst>
              <a:ext uri="{FF2B5EF4-FFF2-40B4-BE49-F238E27FC236}">
                <a16:creationId xmlns:a16="http://schemas.microsoft.com/office/drawing/2014/main" id="{7ADC4CA8-3410-46C8-9C6B-E2188BB256AB}"/>
              </a:ext>
            </a:extLst>
          </p:cNvPr>
          <p:cNvGrpSpPr/>
          <p:nvPr/>
        </p:nvGrpSpPr>
        <p:grpSpPr>
          <a:xfrm>
            <a:off x="3413775" y="2478699"/>
            <a:ext cx="3275463" cy="1315685"/>
            <a:chOff x="589129" y="1817747"/>
            <a:chExt cx="3275463" cy="1315685"/>
          </a:xfrm>
        </p:grpSpPr>
        <p:sp>
          <p:nvSpPr>
            <p:cNvPr id="22" name="Up Arrow 26">
              <a:extLst>
                <a:ext uri="{FF2B5EF4-FFF2-40B4-BE49-F238E27FC236}">
                  <a16:creationId xmlns:a16="http://schemas.microsoft.com/office/drawing/2014/main" id="{440D71CF-68EA-4219-BED7-551FD4DC7BF4}"/>
                </a:ext>
              </a:extLst>
            </p:cNvPr>
            <p:cNvSpPr/>
            <p:nvPr/>
          </p:nvSpPr>
          <p:spPr>
            <a:xfrm>
              <a:off x="589129" y="1817747"/>
              <a:ext cx="3275463" cy="1315685"/>
            </a:xfrm>
            <a:prstGeom prst="upArrow">
              <a:avLst>
                <a:gd name="adj1" fmla="val 71930"/>
                <a:gd name="adj2" fmla="val 37500"/>
              </a:avLst>
            </a:prstGeom>
            <a:gradFill flip="none" rotWithShape="1">
              <a:gsLst>
                <a:gs pos="0">
                  <a:srgbClr val="FFC000">
                    <a:tint val="66000"/>
                    <a:satMod val="160000"/>
                  </a:srgbClr>
                </a:gs>
                <a:gs pos="50000">
                  <a:srgbClr val="FFC000">
                    <a:tint val="44500"/>
                    <a:satMod val="160000"/>
                  </a:srgbClr>
                </a:gs>
                <a:gs pos="100000">
                  <a:srgbClr val="FFC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80A345A-8F8E-417D-A437-E7394ED637EA}"/>
                </a:ext>
              </a:extLst>
            </p:cNvPr>
            <p:cNvSpPr txBox="1"/>
            <p:nvPr/>
          </p:nvSpPr>
          <p:spPr>
            <a:xfrm>
              <a:off x="1040466" y="1984492"/>
              <a:ext cx="237278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dirty="0">
                  <a:latin typeface="Arial" pitchFamily="34" charset="0"/>
                  <a:cs typeface="Arial" pitchFamily="34" charset="0"/>
                </a:rPr>
                <a:t>This is a</a:t>
              </a:r>
            </a:p>
            <a:p>
              <a:pPr algn="ctr"/>
              <a:r>
                <a:rPr lang="en-GB" sz="2000" b="1" dirty="0">
                  <a:latin typeface="Arial" pitchFamily="34" charset="0"/>
                  <a:cs typeface="Arial" pitchFamily="34" charset="0"/>
                </a:rPr>
                <a:t>difference</a:t>
              </a:r>
              <a:r>
                <a:rPr lang="en-GB" sz="2000" dirty="0">
                  <a:latin typeface="Arial" pitchFamily="34" charset="0"/>
                  <a:cs typeface="Arial" pitchFamily="34" charset="0"/>
                </a:rPr>
                <a:t> </a:t>
              </a:r>
              <a:r>
                <a:rPr lang="en-GB" sz="2000" b="1" dirty="0">
                  <a:latin typeface="Arial" pitchFamily="34" charset="0"/>
                  <a:cs typeface="Arial" pitchFamily="34" charset="0"/>
                </a:rPr>
                <a:t>of</a:t>
              </a:r>
              <a:r>
                <a:rPr lang="en-GB" sz="2000" dirty="0">
                  <a:latin typeface="Arial" pitchFamily="34" charset="0"/>
                  <a:cs typeface="Arial" pitchFamily="34" charset="0"/>
                </a:rPr>
                <a:t> </a:t>
              </a:r>
              <a:r>
                <a:rPr lang="en-GB" sz="2000" b="1" dirty="0">
                  <a:latin typeface="Arial" pitchFamily="34" charset="0"/>
                  <a:cs typeface="Arial" pitchFamily="34" charset="0"/>
                </a:rPr>
                <a:t>squares</a:t>
              </a:r>
            </a:p>
          </p:txBody>
        </p:sp>
      </p:grpSp>
      <p:grpSp>
        <p:nvGrpSpPr>
          <p:cNvPr id="24" name="Group 27">
            <a:extLst>
              <a:ext uri="{FF2B5EF4-FFF2-40B4-BE49-F238E27FC236}">
                <a16:creationId xmlns:a16="http://schemas.microsoft.com/office/drawing/2014/main" id="{4186ED3E-26DE-41FC-92E2-1F401A72C3EB}"/>
              </a:ext>
            </a:extLst>
          </p:cNvPr>
          <p:cNvGrpSpPr/>
          <p:nvPr/>
        </p:nvGrpSpPr>
        <p:grpSpPr>
          <a:xfrm>
            <a:off x="7355703" y="2478699"/>
            <a:ext cx="3275463" cy="1315685"/>
            <a:chOff x="4531057" y="1817747"/>
            <a:chExt cx="3275463" cy="1315685"/>
          </a:xfrm>
        </p:grpSpPr>
        <p:sp>
          <p:nvSpPr>
            <p:cNvPr id="25" name="Up Arrow 25">
              <a:extLst>
                <a:ext uri="{FF2B5EF4-FFF2-40B4-BE49-F238E27FC236}">
                  <a16:creationId xmlns:a16="http://schemas.microsoft.com/office/drawing/2014/main" id="{36D88817-91BE-4A8E-B5CA-D03B53892B85}"/>
                </a:ext>
              </a:extLst>
            </p:cNvPr>
            <p:cNvSpPr/>
            <p:nvPr/>
          </p:nvSpPr>
          <p:spPr>
            <a:xfrm>
              <a:off x="4531057" y="1817747"/>
              <a:ext cx="3275463" cy="1315685"/>
            </a:xfrm>
            <a:prstGeom prst="upArrow">
              <a:avLst>
                <a:gd name="adj1" fmla="val 71930"/>
                <a:gd name="adj2" fmla="val 37500"/>
              </a:avLst>
            </a:prstGeom>
            <a:gradFill flip="none" rotWithShape="1">
              <a:gsLst>
                <a:gs pos="0">
                  <a:srgbClr val="FFC000">
                    <a:tint val="66000"/>
                    <a:satMod val="160000"/>
                  </a:srgbClr>
                </a:gs>
                <a:gs pos="50000">
                  <a:srgbClr val="FFC000">
                    <a:tint val="44500"/>
                    <a:satMod val="160000"/>
                  </a:srgbClr>
                </a:gs>
                <a:gs pos="100000">
                  <a:srgbClr val="FFC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B198A01-3505-4F34-98DB-0C74D90D222B}"/>
                </a:ext>
              </a:extLst>
            </p:cNvPr>
            <p:cNvSpPr txBox="1"/>
            <p:nvPr/>
          </p:nvSpPr>
          <p:spPr>
            <a:xfrm>
              <a:off x="4982394" y="1984492"/>
              <a:ext cx="237278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dirty="0">
                  <a:latin typeface="Arial" pitchFamily="34" charset="0"/>
                  <a:cs typeface="Arial" pitchFamily="34" charset="0"/>
                </a:rPr>
                <a:t>Which can</a:t>
              </a:r>
            </a:p>
            <a:p>
              <a:pPr algn="ctr"/>
              <a:r>
                <a:rPr lang="en-GB" sz="2000" dirty="0">
                  <a:latin typeface="Arial" pitchFamily="34" charset="0"/>
                  <a:cs typeface="Arial" pitchFamily="34" charset="0"/>
                </a:rPr>
                <a:t>be written as a </a:t>
              </a:r>
              <a:r>
                <a:rPr lang="en-GB" sz="2000" b="1" dirty="0">
                  <a:latin typeface="Arial" pitchFamily="34" charset="0"/>
                  <a:cs typeface="Arial" pitchFamily="34" charset="0"/>
                </a:rPr>
                <a:t>product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3767111-1DEE-4B9B-895F-76FCDC79FAA9}"/>
              </a:ext>
            </a:extLst>
          </p:cNvPr>
          <p:cNvSpPr txBox="1"/>
          <p:nvPr/>
        </p:nvSpPr>
        <p:spPr>
          <a:xfrm>
            <a:off x="2913783" y="4226643"/>
            <a:ext cx="77578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Lets check this by expansion of (a + b)(a – b)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79BE41-ADA1-41C2-9F72-83DF68821B4C}"/>
              </a:ext>
            </a:extLst>
          </p:cNvPr>
          <p:cNvSpPr/>
          <p:nvPr/>
        </p:nvSpPr>
        <p:spPr>
          <a:xfrm>
            <a:off x="2913783" y="4941168"/>
            <a:ext cx="684622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dirty="0"/>
              <a:t>= a</a:t>
            </a:r>
            <a:r>
              <a:rPr lang="en-AU" sz="2800" baseline="30000" dirty="0"/>
              <a:t>2 </a:t>
            </a:r>
            <a:r>
              <a:rPr lang="en-AU" sz="2800" dirty="0"/>
              <a:t>+ ab – ab - b</a:t>
            </a:r>
            <a:r>
              <a:rPr lang="en-AU" sz="2800" baseline="30000" dirty="0"/>
              <a:t>2</a:t>
            </a:r>
            <a:r>
              <a:rPr lang="en-AU" sz="2800" dirty="0"/>
              <a:t>      (Using the FOIL method)</a:t>
            </a:r>
          </a:p>
          <a:p>
            <a:r>
              <a:rPr lang="en-AU" sz="2800" dirty="0"/>
              <a:t>= a</a:t>
            </a:r>
            <a:r>
              <a:rPr lang="en-AU" sz="2800" baseline="30000" dirty="0"/>
              <a:t>2 </a:t>
            </a:r>
            <a:r>
              <a:rPr lang="en-AU" sz="2800" dirty="0"/>
              <a:t>– b</a:t>
            </a:r>
            <a:r>
              <a:rPr lang="en-AU" sz="2800" baseline="30000" dirty="0"/>
              <a:t>2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641300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6361" y="684974"/>
            <a:ext cx="1218563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6361" y="1244209"/>
            <a:ext cx="12185639" cy="47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5255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208772" y="1248927"/>
            <a:ext cx="39306" cy="545114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033403" y="-4933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6" y="139195"/>
            <a:ext cx="17568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Factorising</a:t>
            </a:r>
          </a:p>
        </p:txBody>
      </p:sp>
      <p:sp>
        <p:nvSpPr>
          <p:cNvPr id="13" name="Rounded Rectangle 72">
            <a:extLst>
              <a:ext uri="{FF2B5EF4-FFF2-40B4-BE49-F238E27FC236}">
                <a16:creationId xmlns:a16="http://schemas.microsoft.com/office/drawing/2014/main" id="{12082D59-EAF1-4C83-9CA9-AFA99BA1A7F8}"/>
              </a:ext>
            </a:extLst>
          </p:cNvPr>
          <p:cNvSpPr/>
          <p:nvPr/>
        </p:nvSpPr>
        <p:spPr>
          <a:xfrm>
            <a:off x="2830862" y="1417199"/>
            <a:ext cx="8217374" cy="820246"/>
          </a:xfrm>
          <a:prstGeom prst="roundRect">
            <a:avLst>
              <a:gd name="adj" fmla="val 33252"/>
            </a:avLst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4" name="Group 31">
            <a:extLst>
              <a:ext uri="{FF2B5EF4-FFF2-40B4-BE49-F238E27FC236}">
                <a16:creationId xmlns:a16="http://schemas.microsoft.com/office/drawing/2014/main" id="{4A6C126C-BA0F-411A-8F37-93A04257CEBB}"/>
              </a:ext>
            </a:extLst>
          </p:cNvPr>
          <p:cNvGrpSpPr/>
          <p:nvPr/>
        </p:nvGrpSpPr>
        <p:grpSpPr>
          <a:xfrm>
            <a:off x="3348783" y="1534935"/>
            <a:ext cx="7215853" cy="584775"/>
            <a:chOff x="1337484" y="837588"/>
            <a:chExt cx="7215853" cy="58477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B3D0678-014F-4A15-AE0B-56FD43176A5B}"/>
                </a:ext>
              </a:extLst>
            </p:cNvPr>
            <p:cNvSpPr txBox="1"/>
            <p:nvPr/>
          </p:nvSpPr>
          <p:spPr>
            <a:xfrm>
              <a:off x="4536907" y="837588"/>
              <a:ext cx="401643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b="1" dirty="0">
                  <a:latin typeface="Arial" pitchFamily="34" charset="0"/>
                  <a:cs typeface="Arial" pitchFamily="34" charset="0"/>
                </a:rPr>
                <a:t>(              ) (              )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B082DF8-98D3-4B10-AB84-6D70BA70C243}"/>
                </a:ext>
              </a:extLst>
            </p:cNvPr>
            <p:cNvSpPr/>
            <p:nvPr/>
          </p:nvSpPr>
          <p:spPr>
            <a:xfrm>
              <a:off x="4850875" y="837588"/>
              <a:ext cx="1456155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32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a  +  b</a:t>
              </a:r>
              <a:endParaRPr lang="en-GB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6EFA86D-8CB7-4F7A-A0E4-B2F612E53FC4}"/>
                </a:ext>
              </a:extLst>
            </p:cNvPr>
            <p:cNvSpPr/>
            <p:nvPr/>
          </p:nvSpPr>
          <p:spPr>
            <a:xfrm>
              <a:off x="6759651" y="837588"/>
              <a:ext cx="1500248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32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a  -  b</a:t>
              </a:r>
              <a:endParaRPr lang="en-GB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773B5BA-D4B8-4441-BDE8-FC9507FBB9CC}"/>
                </a:ext>
              </a:extLst>
            </p:cNvPr>
            <p:cNvSpPr/>
            <p:nvPr/>
          </p:nvSpPr>
          <p:spPr>
            <a:xfrm>
              <a:off x="1337484" y="837588"/>
              <a:ext cx="2538480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32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a²  -  b²</a:t>
              </a:r>
              <a:endParaRPr lang="en-GB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8F6E20E-FBC1-4ECD-8659-08F8BA0C9BA5}"/>
                </a:ext>
              </a:extLst>
            </p:cNvPr>
            <p:cNvSpPr/>
            <p:nvPr/>
          </p:nvSpPr>
          <p:spPr>
            <a:xfrm>
              <a:off x="3643953" y="837588"/>
              <a:ext cx="887110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3200" b="1" dirty="0">
                  <a:latin typeface="Arial" pitchFamily="34" charset="0"/>
                  <a:cs typeface="Arial" pitchFamily="34" charset="0"/>
                </a:rPr>
                <a:t>=</a:t>
              </a:r>
              <a:endParaRPr lang="en-GB" sz="3200" dirty="0">
                <a:latin typeface="Arial" pitchFamily="34" charset="0"/>
                <a:cs typeface="Arial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5F732EB-EEFB-4CA1-97FD-6BA48103AF19}"/>
                  </a:ext>
                </a:extLst>
              </p:cNvPr>
              <p:cNvSpPr txBox="1"/>
              <p:nvPr/>
            </p:nvSpPr>
            <p:spPr>
              <a:xfrm>
                <a:off x="3884328" y="2416011"/>
                <a:ext cx="146738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−16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5F732EB-EEFB-4CA1-97FD-6BA48103AF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4328" y="2416011"/>
                <a:ext cx="1467389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BF7FD41-1B69-40FA-8123-9BFBEA3BF91A}"/>
                  </a:ext>
                </a:extLst>
              </p:cNvPr>
              <p:cNvSpPr txBox="1"/>
              <p:nvPr/>
            </p:nvSpPr>
            <p:spPr>
              <a:xfrm>
                <a:off x="3532501" y="3087020"/>
                <a:ext cx="178177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AU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BF7FD41-1B69-40FA-8123-9BFBEA3BF9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501" y="3087020"/>
                <a:ext cx="1781770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480D3D2-CD30-42EB-9719-44BB62D8310E}"/>
                  </a:ext>
                </a:extLst>
              </p:cNvPr>
              <p:cNvSpPr txBox="1"/>
              <p:nvPr/>
            </p:nvSpPr>
            <p:spPr>
              <a:xfrm>
                <a:off x="3532501" y="3848856"/>
                <a:ext cx="308603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+4)(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−4)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480D3D2-CD30-42EB-9719-44BB62D83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501" y="3848856"/>
                <a:ext cx="3086038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E7EA5706-2BAC-442B-85BE-780B5589EDE8}"/>
              </a:ext>
            </a:extLst>
          </p:cNvPr>
          <p:cNvSpPr txBox="1"/>
          <p:nvPr/>
        </p:nvSpPr>
        <p:spPr>
          <a:xfrm>
            <a:off x="3532501" y="4667654"/>
            <a:ext cx="77578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Lets check this by expansion using the FOIL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4E83678-1946-4F4F-8F5D-189024A4E36F}"/>
                  </a:ext>
                </a:extLst>
              </p:cNvPr>
              <p:cNvSpPr txBox="1"/>
              <p:nvPr/>
            </p:nvSpPr>
            <p:spPr>
              <a:xfrm>
                <a:off x="3532501" y="5338663"/>
                <a:ext cx="6586483" cy="9848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+4</m:t>
                          </m:r>
                        </m:e>
                      </m:d>
                      <m:d>
                        <m:dPr>
                          <m:ctrlPr>
                            <a:rPr lang="en-AU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e>
                      </m:d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−16</m:t>
                      </m:r>
                    </m:oMath>
                  </m:oMathPara>
                </a14:m>
                <a:endParaRPr lang="en-AU" sz="3200" b="0" dirty="0"/>
              </a:p>
              <a:p>
                <a:r>
                  <a:rPr lang="en-AU" sz="2800" dirty="0"/>
                  <a:t>                                   </a:t>
                </a:r>
                <a14:m>
                  <m:oMath xmlns:m="http://schemas.openxmlformats.org/officeDocument/2006/math">
                    <m:r>
                      <a:rPr lang="en-AU" sz="32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−16</m:t>
                    </m:r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4E83678-1946-4F4F-8F5D-189024A4E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501" y="5338663"/>
                <a:ext cx="6586483" cy="9848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F4AC2975-6483-4F91-B8F6-7653F25D132B}"/>
              </a:ext>
            </a:extLst>
          </p:cNvPr>
          <p:cNvSpPr txBox="1"/>
          <p:nvPr/>
        </p:nvSpPr>
        <p:spPr>
          <a:xfrm>
            <a:off x="525490" y="752011"/>
            <a:ext cx="91709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Can you use the difference of perfect squares to help factorise?</a:t>
            </a:r>
          </a:p>
        </p:txBody>
      </p:sp>
    </p:spTree>
    <p:extLst>
      <p:ext uri="{BB962C8B-B14F-4D97-AF65-F5344CB8AC3E}">
        <p14:creationId xmlns:p14="http://schemas.microsoft.com/office/powerpoint/2010/main" val="848440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7" grpId="0"/>
      <p:bldP spid="3" grpId="0"/>
      <p:bldP spid="29" grpId="0"/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6361" y="684974"/>
            <a:ext cx="1218563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6361" y="1244209"/>
            <a:ext cx="12185639" cy="47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5255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208772" y="1248927"/>
            <a:ext cx="39306" cy="545114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033403" y="-4933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6" y="139195"/>
            <a:ext cx="17568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Factorising</a:t>
            </a:r>
          </a:p>
        </p:txBody>
      </p:sp>
      <p:sp>
        <p:nvSpPr>
          <p:cNvPr id="13" name="Rounded Rectangle 72">
            <a:extLst>
              <a:ext uri="{FF2B5EF4-FFF2-40B4-BE49-F238E27FC236}">
                <a16:creationId xmlns:a16="http://schemas.microsoft.com/office/drawing/2014/main" id="{12082D59-EAF1-4C83-9CA9-AFA99BA1A7F8}"/>
              </a:ext>
            </a:extLst>
          </p:cNvPr>
          <p:cNvSpPr/>
          <p:nvPr/>
        </p:nvSpPr>
        <p:spPr>
          <a:xfrm>
            <a:off x="2830862" y="1417199"/>
            <a:ext cx="8217374" cy="820246"/>
          </a:xfrm>
          <a:prstGeom prst="roundRect">
            <a:avLst>
              <a:gd name="adj" fmla="val 33252"/>
            </a:avLst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4" name="Group 31">
            <a:extLst>
              <a:ext uri="{FF2B5EF4-FFF2-40B4-BE49-F238E27FC236}">
                <a16:creationId xmlns:a16="http://schemas.microsoft.com/office/drawing/2014/main" id="{4A6C126C-BA0F-411A-8F37-93A04257CEBB}"/>
              </a:ext>
            </a:extLst>
          </p:cNvPr>
          <p:cNvGrpSpPr/>
          <p:nvPr/>
        </p:nvGrpSpPr>
        <p:grpSpPr>
          <a:xfrm>
            <a:off x="3348783" y="1534935"/>
            <a:ext cx="7215853" cy="584775"/>
            <a:chOff x="1337484" y="837588"/>
            <a:chExt cx="7215853" cy="58477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B3D0678-014F-4A15-AE0B-56FD43176A5B}"/>
                </a:ext>
              </a:extLst>
            </p:cNvPr>
            <p:cNvSpPr txBox="1"/>
            <p:nvPr/>
          </p:nvSpPr>
          <p:spPr>
            <a:xfrm>
              <a:off x="4536907" y="837588"/>
              <a:ext cx="401643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b="1" dirty="0">
                  <a:latin typeface="Arial" pitchFamily="34" charset="0"/>
                  <a:cs typeface="Arial" pitchFamily="34" charset="0"/>
                </a:rPr>
                <a:t>(              ) (              )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B082DF8-98D3-4B10-AB84-6D70BA70C243}"/>
                </a:ext>
              </a:extLst>
            </p:cNvPr>
            <p:cNvSpPr/>
            <p:nvPr/>
          </p:nvSpPr>
          <p:spPr>
            <a:xfrm>
              <a:off x="4850875" y="837588"/>
              <a:ext cx="1456155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32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a  +  b</a:t>
              </a:r>
              <a:endParaRPr lang="en-GB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6EFA86D-8CB7-4F7A-A0E4-B2F612E53FC4}"/>
                </a:ext>
              </a:extLst>
            </p:cNvPr>
            <p:cNvSpPr/>
            <p:nvPr/>
          </p:nvSpPr>
          <p:spPr>
            <a:xfrm>
              <a:off x="6759651" y="837588"/>
              <a:ext cx="1500248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32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a  -  b</a:t>
              </a:r>
              <a:endParaRPr lang="en-GB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773B5BA-D4B8-4441-BDE8-FC9507FBB9CC}"/>
                </a:ext>
              </a:extLst>
            </p:cNvPr>
            <p:cNvSpPr/>
            <p:nvPr/>
          </p:nvSpPr>
          <p:spPr>
            <a:xfrm>
              <a:off x="1337484" y="837588"/>
              <a:ext cx="2538480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32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a²  -  b²</a:t>
              </a:r>
              <a:endParaRPr lang="en-GB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8F6E20E-FBC1-4ECD-8659-08F8BA0C9BA5}"/>
                </a:ext>
              </a:extLst>
            </p:cNvPr>
            <p:cNvSpPr/>
            <p:nvPr/>
          </p:nvSpPr>
          <p:spPr>
            <a:xfrm>
              <a:off x="3643953" y="837588"/>
              <a:ext cx="887110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3200" b="1" dirty="0">
                  <a:latin typeface="Arial" pitchFamily="34" charset="0"/>
                  <a:cs typeface="Arial" pitchFamily="34" charset="0"/>
                </a:rPr>
                <a:t>=</a:t>
              </a:r>
              <a:endParaRPr lang="en-GB" sz="3200" dirty="0">
                <a:latin typeface="Arial" pitchFamily="34" charset="0"/>
                <a:cs typeface="Arial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5F732EB-EEFB-4CA1-97FD-6BA48103AF19}"/>
                  </a:ext>
                </a:extLst>
              </p:cNvPr>
              <p:cNvSpPr txBox="1"/>
              <p:nvPr/>
            </p:nvSpPr>
            <p:spPr>
              <a:xfrm>
                <a:off x="3884328" y="2416011"/>
                <a:ext cx="146738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−81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5F732EB-EEFB-4CA1-97FD-6BA48103AF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4328" y="2416011"/>
                <a:ext cx="1467389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BF7FD41-1B69-40FA-8123-9BFBEA3BF91A}"/>
                  </a:ext>
                </a:extLst>
              </p:cNvPr>
              <p:cNvSpPr txBox="1"/>
              <p:nvPr/>
            </p:nvSpPr>
            <p:spPr>
              <a:xfrm>
                <a:off x="3532501" y="3087020"/>
                <a:ext cx="178177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AU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  <m:sup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BF7FD41-1B69-40FA-8123-9BFBEA3BF9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501" y="3087020"/>
                <a:ext cx="1781770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480D3D2-CD30-42EB-9719-44BB62D8310E}"/>
                  </a:ext>
                </a:extLst>
              </p:cNvPr>
              <p:cNvSpPr txBox="1"/>
              <p:nvPr/>
            </p:nvSpPr>
            <p:spPr>
              <a:xfrm>
                <a:off x="3532501" y="3848856"/>
                <a:ext cx="308603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+9)(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−9)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480D3D2-CD30-42EB-9719-44BB62D83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501" y="3848856"/>
                <a:ext cx="3086038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E7EA5706-2BAC-442B-85BE-780B5589EDE8}"/>
              </a:ext>
            </a:extLst>
          </p:cNvPr>
          <p:cNvSpPr txBox="1"/>
          <p:nvPr/>
        </p:nvSpPr>
        <p:spPr>
          <a:xfrm>
            <a:off x="3532501" y="4667654"/>
            <a:ext cx="77578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Lets check this by expansion using the FOIL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4E83678-1946-4F4F-8F5D-189024A4E36F}"/>
                  </a:ext>
                </a:extLst>
              </p:cNvPr>
              <p:cNvSpPr txBox="1"/>
              <p:nvPr/>
            </p:nvSpPr>
            <p:spPr>
              <a:xfrm>
                <a:off x="3532501" y="5338663"/>
                <a:ext cx="6551217" cy="9848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+9</m:t>
                          </m:r>
                        </m:e>
                      </m:d>
                      <m:d>
                        <m:dPr>
                          <m:ctrlPr>
                            <a:rPr lang="en-AU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−9</m:t>
                          </m:r>
                        </m:e>
                      </m:d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−9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+9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−81</m:t>
                      </m:r>
                    </m:oMath>
                  </m:oMathPara>
                </a14:m>
                <a:endParaRPr lang="en-AU" sz="3200" b="0" dirty="0"/>
              </a:p>
              <a:p>
                <a:r>
                  <a:rPr lang="en-AU" sz="2800" dirty="0"/>
                  <a:t>                                   </a:t>
                </a:r>
                <a14:m>
                  <m:oMath xmlns:m="http://schemas.openxmlformats.org/officeDocument/2006/math">
                    <m:r>
                      <a:rPr lang="en-AU" sz="32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−81</m:t>
                    </m:r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4E83678-1946-4F4F-8F5D-189024A4E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501" y="5338663"/>
                <a:ext cx="6551217" cy="9848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1A6F3FC2-9656-4A6B-B0CB-7AE8A78BB7BD}"/>
              </a:ext>
            </a:extLst>
          </p:cNvPr>
          <p:cNvSpPr txBox="1"/>
          <p:nvPr/>
        </p:nvSpPr>
        <p:spPr>
          <a:xfrm>
            <a:off x="525490" y="752011"/>
            <a:ext cx="91709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Can you use the difference of perfect squares to help factorise?</a:t>
            </a:r>
          </a:p>
        </p:txBody>
      </p:sp>
    </p:spTree>
    <p:extLst>
      <p:ext uri="{BB962C8B-B14F-4D97-AF65-F5344CB8AC3E}">
        <p14:creationId xmlns:p14="http://schemas.microsoft.com/office/powerpoint/2010/main" val="656691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7" grpId="0"/>
      <p:bldP spid="3" grpId="0"/>
      <p:bldP spid="29" grpId="0"/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6361" y="684974"/>
            <a:ext cx="1218563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6361" y="1244209"/>
            <a:ext cx="12185639" cy="47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5255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208772" y="1248927"/>
            <a:ext cx="39306" cy="545114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033403" y="-4933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6" y="139195"/>
            <a:ext cx="17568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Factorising</a:t>
            </a:r>
          </a:p>
        </p:txBody>
      </p:sp>
      <p:sp>
        <p:nvSpPr>
          <p:cNvPr id="13" name="Rounded Rectangle 72">
            <a:extLst>
              <a:ext uri="{FF2B5EF4-FFF2-40B4-BE49-F238E27FC236}">
                <a16:creationId xmlns:a16="http://schemas.microsoft.com/office/drawing/2014/main" id="{12082D59-EAF1-4C83-9CA9-AFA99BA1A7F8}"/>
              </a:ext>
            </a:extLst>
          </p:cNvPr>
          <p:cNvSpPr/>
          <p:nvPr/>
        </p:nvSpPr>
        <p:spPr>
          <a:xfrm>
            <a:off x="2830862" y="1417199"/>
            <a:ext cx="8217374" cy="820246"/>
          </a:xfrm>
          <a:prstGeom prst="roundRect">
            <a:avLst>
              <a:gd name="adj" fmla="val 33252"/>
            </a:avLst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4" name="Group 31">
            <a:extLst>
              <a:ext uri="{FF2B5EF4-FFF2-40B4-BE49-F238E27FC236}">
                <a16:creationId xmlns:a16="http://schemas.microsoft.com/office/drawing/2014/main" id="{4A6C126C-BA0F-411A-8F37-93A04257CEBB}"/>
              </a:ext>
            </a:extLst>
          </p:cNvPr>
          <p:cNvGrpSpPr/>
          <p:nvPr/>
        </p:nvGrpSpPr>
        <p:grpSpPr>
          <a:xfrm>
            <a:off x="3348783" y="1534935"/>
            <a:ext cx="7215853" cy="584775"/>
            <a:chOff x="1337484" y="837588"/>
            <a:chExt cx="7215853" cy="58477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B3D0678-014F-4A15-AE0B-56FD43176A5B}"/>
                </a:ext>
              </a:extLst>
            </p:cNvPr>
            <p:cNvSpPr txBox="1"/>
            <p:nvPr/>
          </p:nvSpPr>
          <p:spPr>
            <a:xfrm>
              <a:off x="4536907" y="837588"/>
              <a:ext cx="401643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b="1" dirty="0">
                  <a:latin typeface="Arial" pitchFamily="34" charset="0"/>
                  <a:cs typeface="Arial" pitchFamily="34" charset="0"/>
                </a:rPr>
                <a:t>(              ) (              )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B082DF8-98D3-4B10-AB84-6D70BA70C243}"/>
                </a:ext>
              </a:extLst>
            </p:cNvPr>
            <p:cNvSpPr/>
            <p:nvPr/>
          </p:nvSpPr>
          <p:spPr>
            <a:xfrm>
              <a:off x="4850875" y="837588"/>
              <a:ext cx="1456155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32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a  +  b</a:t>
              </a:r>
              <a:endParaRPr lang="en-GB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6EFA86D-8CB7-4F7A-A0E4-B2F612E53FC4}"/>
                </a:ext>
              </a:extLst>
            </p:cNvPr>
            <p:cNvSpPr/>
            <p:nvPr/>
          </p:nvSpPr>
          <p:spPr>
            <a:xfrm>
              <a:off x="6759651" y="837588"/>
              <a:ext cx="1500248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32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a  -  b</a:t>
              </a:r>
              <a:endParaRPr lang="en-GB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773B5BA-D4B8-4441-BDE8-FC9507FBB9CC}"/>
                </a:ext>
              </a:extLst>
            </p:cNvPr>
            <p:cNvSpPr/>
            <p:nvPr/>
          </p:nvSpPr>
          <p:spPr>
            <a:xfrm>
              <a:off x="1337484" y="837588"/>
              <a:ext cx="2538480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32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a²  -  b²</a:t>
              </a:r>
              <a:endParaRPr lang="en-GB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8F6E20E-FBC1-4ECD-8659-08F8BA0C9BA5}"/>
                </a:ext>
              </a:extLst>
            </p:cNvPr>
            <p:cNvSpPr/>
            <p:nvPr/>
          </p:nvSpPr>
          <p:spPr>
            <a:xfrm>
              <a:off x="3643953" y="837588"/>
              <a:ext cx="887110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3200" b="1" dirty="0">
                  <a:latin typeface="Arial" pitchFamily="34" charset="0"/>
                  <a:cs typeface="Arial" pitchFamily="34" charset="0"/>
                </a:rPr>
                <a:t>=</a:t>
              </a:r>
              <a:endParaRPr lang="en-GB" sz="3200" dirty="0">
                <a:latin typeface="Arial" pitchFamily="34" charset="0"/>
                <a:cs typeface="Arial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5F732EB-EEFB-4CA1-97FD-6BA48103AF19}"/>
                  </a:ext>
                </a:extLst>
              </p:cNvPr>
              <p:cNvSpPr txBox="1"/>
              <p:nvPr/>
            </p:nvSpPr>
            <p:spPr>
              <a:xfrm>
                <a:off x="3343019" y="2426468"/>
                <a:ext cx="146738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−10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5F732EB-EEFB-4CA1-97FD-6BA48103AF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3019" y="2426468"/>
                <a:ext cx="1467389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BF7FD41-1B69-40FA-8123-9BFBEA3BF91A}"/>
                  </a:ext>
                </a:extLst>
              </p:cNvPr>
              <p:cNvSpPr txBox="1"/>
              <p:nvPr/>
            </p:nvSpPr>
            <p:spPr>
              <a:xfrm>
                <a:off x="2851322" y="3101948"/>
                <a:ext cx="2721321" cy="5505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AU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ad>
                            <m:radPr>
                              <m:degHide m:val="on"/>
                              <m:ctrlPr>
                                <a:rPr lang="en-AU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sz="3200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rad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BF7FD41-1B69-40FA-8123-9BFBEA3BF9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1322" y="3101948"/>
                <a:ext cx="2721321" cy="5505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480D3D2-CD30-42EB-9719-44BB62D8310E}"/>
                  </a:ext>
                </a:extLst>
              </p:cNvPr>
              <p:cNvSpPr txBox="1"/>
              <p:nvPr/>
            </p:nvSpPr>
            <p:spPr>
              <a:xfrm>
                <a:off x="2875958" y="3809368"/>
                <a:ext cx="4080284" cy="5505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AU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rad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rad>
                        <m:radPr>
                          <m:degHide m:val="on"/>
                          <m:ctrlPr>
                            <a:rPr lang="en-AU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rad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480D3D2-CD30-42EB-9719-44BB62D83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5958" y="3809368"/>
                <a:ext cx="4080284" cy="5505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E7EA5706-2BAC-442B-85BE-780B5589EDE8}"/>
              </a:ext>
            </a:extLst>
          </p:cNvPr>
          <p:cNvSpPr txBox="1"/>
          <p:nvPr/>
        </p:nvSpPr>
        <p:spPr>
          <a:xfrm>
            <a:off x="3532501" y="4667654"/>
            <a:ext cx="77578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Lets check this by expansion using the FOIL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4E83678-1946-4F4F-8F5D-189024A4E36F}"/>
                  </a:ext>
                </a:extLst>
              </p:cNvPr>
              <p:cNvSpPr txBox="1"/>
              <p:nvPr/>
            </p:nvSpPr>
            <p:spPr>
              <a:xfrm>
                <a:off x="2753153" y="5383672"/>
                <a:ext cx="8601842" cy="10824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AU" sz="32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sz="3200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rad>
                        </m:e>
                      </m:d>
                      <m:d>
                        <m:dPr>
                          <m:ctrlPr>
                            <a:rPr lang="en-AU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AU" sz="32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sz="3200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rad>
                        </m:e>
                      </m:d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rad>
                        <m:radPr>
                          <m:degHide m:val="on"/>
                          <m:ctrlPr>
                            <a:rPr lang="en-AU" sz="32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sz="3200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rad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AU" sz="32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sz="3200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rad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−10</m:t>
                      </m:r>
                    </m:oMath>
                  </m:oMathPara>
                </a14:m>
                <a:endParaRPr lang="en-AU" sz="3200" b="0" dirty="0"/>
              </a:p>
              <a:p>
                <a:r>
                  <a:rPr lang="en-AU" sz="2800" dirty="0"/>
                  <a:t>                                   </a:t>
                </a:r>
                <a14:m>
                  <m:oMath xmlns:m="http://schemas.openxmlformats.org/officeDocument/2006/math">
                    <m:r>
                      <a:rPr lang="en-AU" sz="32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−10</m:t>
                    </m:r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4E83678-1946-4F4F-8F5D-189024A4E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3153" y="5383672"/>
                <a:ext cx="8601842" cy="10824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F8B974D-8FB1-4627-A1CF-32A2E7A918E7}"/>
              </a:ext>
            </a:extLst>
          </p:cNvPr>
          <p:cNvSpPr txBox="1"/>
          <p:nvPr/>
        </p:nvSpPr>
        <p:spPr>
          <a:xfrm>
            <a:off x="5572643" y="2394087"/>
            <a:ext cx="65461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Now there is no easy way to do it, you need the square root!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73E5756-8B54-4721-BCC6-F918B4B7DAD2}"/>
              </a:ext>
            </a:extLst>
          </p:cNvPr>
          <p:cNvSpPr/>
          <p:nvPr/>
        </p:nvSpPr>
        <p:spPr>
          <a:xfrm rot="10800000">
            <a:off x="4963984" y="2510875"/>
            <a:ext cx="608659" cy="3303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2731E7-FFE0-434A-A31C-54272A708D37}"/>
              </a:ext>
            </a:extLst>
          </p:cNvPr>
          <p:cNvSpPr txBox="1"/>
          <p:nvPr/>
        </p:nvSpPr>
        <p:spPr>
          <a:xfrm>
            <a:off x="525490" y="752011"/>
            <a:ext cx="91709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Can you use the difference of perfect squares to help factorise?</a:t>
            </a:r>
          </a:p>
        </p:txBody>
      </p:sp>
    </p:spTree>
    <p:extLst>
      <p:ext uri="{BB962C8B-B14F-4D97-AF65-F5344CB8AC3E}">
        <p14:creationId xmlns:p14="http://schemas.microsoft.com/office/powerpoint/2010/main" val="976863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7" grpId="0"/>
      <p:bldP spid="3" grpId="0"/>
      <p:bldP spid="29" grpId="0"/>
      <p:bldP spid="30" grpId="0"/>
      <p:bldP spid="5" grpId="0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6361" y="684974"/>
            <a:ext cx="1218563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6361" y="1244209"/>
            <a:ext cx="12185639" cy="47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5255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208772" y="1248927"/>
            <a:ext cx="39306" cy="545114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033403" y="-4933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6" y="139195"/>
            <a:ext cx="17568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Factorising</a:t>
            </a:r>
          </a:p>
        </p:txBody>
      </p:sp>
      <p:sp>
        <p:nvSpPr>
          <p:cNvPr id="13" name="Rounded Rectangle 72">
            <a:extLst>
              <a:ext uri="{FF2B5EF4-FFF2-40B4-BE49-F238E27FC236}">
                <a16:creationId xmlns:a16="http://schemas.microsoft.com/office/drawing/2014/main" id="{12082D59-EAF1-4C83-9CA9-AFA99BA1A7F8}"/>
              </a:ext>
            </a:extLst>
          </p:cNvPr>
          <p:cNvSpPr/>
          <p:nvPr/>
        </p:nvSpPr>
        <p:spPr>
          <a:xfrm>
            <a:off x="2830862" y="1417199"/>
            <a:ext cx="8217374" cy="820246"/>
          </a:xfrm>
          <a:prstGeom prst="roundRect">
            <a:avLst>
              <a:gd name="adj" fmla="val 33252"/>
            </a:avLst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4" name="Group 31">
            <a:extLst>
              <a:ext uri="{FF2B5EF4-FFF2-40B4-BE49-F238E27FC236}">
                <a16:creationId xmlns:a16="http://schemas.microsoft.com/office/drawing/2014/main" id="{4A6C126C-BA0F-411A-8F37-93A04257CEBB}"/>
              </a:ext>
            </a:extLst>
          </p:cNvPr>
          <p:cNvGrpSpPr/>
          <p:nvPr/>
        </p:nvGrpSpPr>
        <p:grpSpPr>
          <a:xfrm>
            <a:off x="3348783" y="1534935"/>
            <a:ext cx="7215853" cy="584775"/>
            <a:chOff x="1337484" y="837588"/>
            <a:chExt cx="7215853" cy="58477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B3D0678-014F-4A15-AE0B-56FD43176A5B}"/>
                </a:ext>
              </a:extLst>
            </p:cNvPr>
            <p:cNvSpPr txBox="1"/>
            <p:nvPr/>
          </p:nvSpPr>
          <p:spPr>
            <a:xfrm>
              <a:off x="4536907" y="837588"/>
              <a:ext cx="401643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b="1" dirty="0">
                  <a:latin typeface="Arial" pitchFamily="34" charset="0"/>
                  <a:cs typeface="Arial" pitchFamily="34" charset="0"/>
                </a:rPr>
                <a:t>(              ) (              )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B082DF8-98D3-4B10-AB84-6D70BA70C243}"/>
                </a:ext>
              </a:extLst>
            </p:cNvPr>
            <p:cNvSpPr/>
            <p:nvPr/>
          </p:nvSpPr>
          <p:spPr>
            <a:xfrm>
              <a:off x="4850875" y="837588"/>
              <a:ext cx="1456155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32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a  +  b</a:t>
              </a:r>
              <a:endParaRPr lang="en-GB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6EFA86D-8CB7-4F7A-A0E4-B2F612E53FC4}"/>
                </a:ext>
              </a:extLst>
            </p:cNvPr>
            <p:cNvSpPr/>
            <p:nvPr/>
          </p:nvSpPr>
          <p:spPr>
            <a:xfrm>
              <a:off x="6759651" y="837588"/>
              <a:ext cx="1500248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32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a  -  b</a:t>
              </a:r>
              <a:endParaRPr lang="en-GB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773B5BA-D4B8-4441-BDE8-FC9507FBB9CC}"/>
                </a:ext>
              </a:extLst>
            </p:cNvPr>
            <p:cNvSpPr/>
            <p:nvPr/>
          </p:nvSpPr>
          <p:spPr>
            <a:xfrm>
              <a:off x="1337484" y="837588"/>
              <a:ext cx="2538480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32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a²  -  b²</a:t>
              </a:r>
              <a:endParaRPr lang="en-GB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8F6E20E-FBC1-4ECD-8659-08F8BA0C9BA5}"/>
                </a:ext>
              </a:extLst>
            </p:cNvPr>
            <p:cNvSpPr/>
            <p:nvPr/>
          </p:nvSpPr>
          <p:spPr>
            <a:xfrm>
              <a:off x="3643953" y="837588"/>
              <a:ext cx="887110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3200" b="1" dirty="0">
                  <a:latin typeface="Arial" pitchFamily="34" charset="0"/>
                  <a:cs typeface="Arial" pitchFamily="34" charset="0"/>
                </a:rPr>
                <a:t>=</a:t>
              </a:r>
              <a:endParaRPr lang="en-GB" sz="3200" dirty="0">
                <a:latin typeface="Arial" pitchFamily="34" charset="0"/>
                <a:cs typeface="Arial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5F732EB-EEFB-4CA1-97FD-6BA48103AF19}"/>
                  </a:ext>
                </a:extLst>
              </p:cNvPr>
              <p:cNvSpPr txBox="1"/>
              <p:nvPr/>
            </p:nvSpPr>
            <p:spPr>
              <a:xfrm>
                <a:off x="3438513" y="2357459"/>
                <a:ext cx="236712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+1)</m:t>
                          </m:r>
                        </m:e>
                        <m:sup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5F732EB-EEFB-4CA1-97FD-6BA48103AF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8513" y="2357459"/>
                <a:ext cx="2367123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BF7FD41-1B69-40FA-8123-9BFBEA3BF91A}"/>
                  </a:ext>
                </a:extLst>
              </p:cNvPr>
              <p:cNvSpPr txBox="1"/>
              <p:nvPr/>
            </p:nvSpPr>
            <p:spPr>
              <a:xfrm>
                <a:off x="3026529" y="4065464"/>
                <a:ext cx="5850191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=(</m:t>
                      </m:r>
                      <m:d>
                        <m:dPr>
                          <m:ctrlPr>
                            <a:rPr lang="en-AU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+2)(</m:t>
                      </m:r>
                      <m:d>
                        <m:dPr>
                          <m:ctrlPr>
                            <a:rPr lang="en-AU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−2)</m:t>
                      </m:r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BF7FD41-1B69-40FA-8123-9BFBEA3BF9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6529" y="4065464"/>
                <a:ext cx="5850191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480D3D2-CD30-42EB-9719-44BB62D8310E}"/>
                  </a:ext>
                </a:extLst>
              </p:cNvPr>
              <p:cNvSpPr txBox="1"/>
              <p:nvPr/>
            </p:nvSpPr>
            <p:spPr>
              <a:xfrm>
                <a:off x="3067771" y="4924435"/>
                <a:ext cx="347441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+3)(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480D3D2-CD30-42EB-9719-44BB62D83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7771" y="4924435"/>
                <a:ext cx="3474413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FEC66E2-8E16-4EEB-B13C-A277FDA4532C}"/>
                  </a:ext>
                </a:extLst>
              </p:cNvPr>
              <p:cNvSpPr txBox="1"/>
              <p:nvPr/>
            </p:nvSpPr>
            <p:spPr>
              <a:xfrm>
                <a:off x="3026529" y="3206493"/>
                <a:ext cx="3182987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=(</m:t>
                          </m:r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+1)</m:t>
                          </m:r>
                        </m:e>
                        <m:sup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AU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FEC66E2-8E16-4EEB-B13C-A277FDA453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6529" y="3206493"/>
                <a:ext cx="3182987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3409C33-837B-41F0-9B1E-9E4D26B5E9A8}"/>
              </a:ext>
            </a:extLst>
          </p:cNvPr>
          <p:cNvSpPr txBox="1"/>
          <p:nvPr/>
        </p:nvSpPr>
        <p:spPr>
          <a:xfrm>
            <a:off x="6594247" y="3136612"/>
            <a:ext cx="55977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Lets call (x+1) = a and 2 = b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B07ADC-FE3B-4A0F-8CB8-9FBA59552CBE}"/>
              </a:ext>
            </a:extLst>
          </p:cNvPr>
          <p:cNvSpPr txBox="1"/>
          <p:nvPr/>
        </p:nvSpPr>
        <p:spPr>
          <a:xfrm>
            <a:off x="9264352" y="4080853"/>
            <a:ext cx="47604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This is (a+b)(a-b)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C65A1D-79DD-4626-8C4A-C10D5F0513F7}"/>
              </a:ext>
            </a:extLst>
          </p:cNvPr>
          <p:cNvSpPr txBox="1"/>
          <p:nvPr/>
        </p:nvSpPr>
        <p:spPr>
          <a:xfrm>
            <a:off x="525490" y="752011"/>
            <a:ext cx="91709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Can you use the difference of perfect squares to help factorise?</a:t>
            </a:r>
          </a:p>
        </p:txBody>
      </p:sp>
    </p:spTree>
    <p:extLst>
      <p:ext uri="{BB962C8B-B14F-4D97-AF65-F5344CB8AC3E}">
        <p14:creationId xmlns:p14="http://schemas.microsoft.com/office/powerpoint/2010/main" val="1009883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7" grpId="0"/>
      <p:bldP spid="3" grpId="0"/>
      <p:bldP spid="21" grpId="0"/>
      <p:bldP spid="5" grpId="0"/>
      <p:bldP spid="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6361" y="684974"/>
            <a:ext cx="1218563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6361" y="1244209"/>
            <a:ext cx="12185639" cy="47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5255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208772" y="1248927"/>
            <a:ext cx="39306" cy="545114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033403" y="-4933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6" y="139195"/>
            <a:ext cx="17568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Factorising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5F732EB-EEFB-4CA1-97FD-6BA48103AF19}"/>
                  </a:ext>
                </a:extLst>
              </p:cNvPr>
              <p:cNvSpPr txBox="1"/>
              <p:nvPr/>
            </p:nvSpPr>
            <p:spPr>
              <a:xfrm>
                <a:off x="3016657" y="1396713"/>
                <a:ext cx="236712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+1)</m:t>
                          </m:r>
                        </m:e>
                        <m:sup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5F732EB-EEFB-4CA1-97FD-6BA48103AF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6657" y="1396713"/>
                <a:ext cx="2367123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480D3D2-CD30-42EB-9719-44BB62D8310E}"/>
                  </a:ext>
                </a:extLst>
              </p:cNvPr>
              <p:cNvSpPr txBox="1"/>
              <p:nvPr/>
            </p:nvSpPr>
            <p:spPr>
              <a:xfrm>
                <a:off x="5509582" y="1396713"/>
                <a:ext cx="347441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+3)(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480D3D2-CD30-42EB-9719-44BB62D83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9582" y="1396713"/>
                <a:ext cx="3474413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D99D150D-53CC-41FD-92F5-7DEF5EDC44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5119" y="2204864"/>
            <a:ext cx="4366903" cy="4321176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EB77895B-64E1-4301-BC18-B250B5EF321D}"/>
              </a:ext>
            </a:extLst>
          </p:cNvPr>
          <p:cNvSpPr/>
          <p:nvPr/>
        </p:nvSpPr>
        <p:spPr>
          <a:xfrm>
            <a:off x="3575720" y="3573016"/>
            <a:ext cx="360040" cy="360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9651EED-09E5-4B2B-B3BA-1A8C754F0233}"/>
              </a:ext>
            </a:extLst>
          </p:cNvPr>
          <p:cNvSpPr/>
          <p:nvPr/>
        </p:nvSpPr>
        <p:spPr>
          <a:xfrm>
            <a:off x="4888700" y="6112816"/>
            <a:ext cx="360040" cy="360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78254DB-ACED-47D7-9244-BAEAFD04C812}"/>
              </a:ext>
            </a:extLst>
          </p:cNvPr>
          <p:cNvSpPr/>
          <p:nvPr/>
        </p:nvSpPr>
        <p:spPr>
          <a:xfrm>
            <a:off x="6168008" y="3571001"/>
            <a:ext cx="360040" cy="360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8D00BE-D485-48CF-89EC-657140854D67}"/>
              </a:ext>
            </a:extLst>
          </p:cNvPr>
          <p:cNvSpPr txBox="1"/>
          <p:nvPr/>
        </p:nvSpPr>
        <p:spPr>
          <a:xfrm>
            <a:off x="7608167" y="2206116"/>
            <a:ext cx="436690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Looking ahead to later in the year we can see that factorising shows us some interesting points on a graph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1A74EF-6C7D-47B5-B225-24AE1CDCFB39}"/>
              </a:ext>
            </a:extLst>
          </p:cNvPr>
          <p:cNvSpPr txBox="1"/>
          <p:nvPr/>
        </p:nvSpPr>
        <p:spPr>
          <a:xfrm>
            <a:off x="525490" y="752011"/>
            <a:ext cx="91709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Can you use the difference of perfect squares to help factorise?</a:t>
            </a:r>
          </a:p>
        </p:txBody>
      </p:sp>
    </p:spTree>
    <p:extLst>
      <p:ext uri="{BB962C8B-B14F-4D97-AF65-F5344CB8AC3E}">
        <p14:creationId xmlns:p14="http://schemas.microsoft.com/office/powerpoint/2010/main" val="1849576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5" grpId="0" animBg="1"/>
      <p:bldP spid="26" grpId="0" animBg="1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you </a:t>
            </a:r>
            <a:r>
              <a:rPr lang="en-US"/>
              <a:t>understand? </a:t>
            </a:r>
            <a:r>
              <a:rPr lang="en-US" dirty="0"/>
              <a:t>Fists of Five</a:t>
            </a:r>
            <a:endParaRPr lang="en-AU" dirty="0"/>
          </a:p>
        </p:txBody>
      </p:sp>
      <p:pic>
        <p:nvPicPr>
          <p:cNvPr id="1028" name="Picture 4" descr="Image result for cartoon ha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824" y="1916832"/>
            <a:ext cx="3669362" cy="376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4182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your turn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Have a go at the following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6728625-E239-4A9A-A918-BBC1D6616A6B}"/>
                  </a:ext>
                </a:extLst>
              </p:cNvPr>
              <p:cNvSpPr txBox="1"/>
              <p:nvPr/>
            </p:nvSpPr>
            <p:spPr>
              <a:xfrm>
                <a:off x="983432" y="2492896"/>
                <a:ext cx="146738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−25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6728625-E239-4A9A-A918-BBC1D6616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432" y="2492896"/>
                <a:ext cx="1467389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D062A48-4119-4D9C-A803-597A2EEF8640}"/>
                  </a:ext>
                </a:extLst>
              </p:cNvPr>
              <p:cNvSpPr txBox="1"/>
              <p:nvPr/>
            </p:nvSpPr>
            <p:spPr>
              <a:xfrm>
                <a:off x="983432" y="3429000"/>
                <a:ext cx="146738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−49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D062A48-4119-4D9C-A803-597A2EEF8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432" y="3429000"/>
                <a:ext cx="1467389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FC606DA-B917-40D0-824A-808A1E14BDF4}"/>
                  </a:ext>
                </a:extLst>
              </p:cNvPr>
              <p:cNvSpPr txBox="1"/>
              <p:nvPr/>
            </p:nvSpPr>
            <p:spPr>
              <a:xfrm>
                <a:off x="1009509" y="4365104"/>
                <a:ext cx="146738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−20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FC606DA-B917-40D0-824A-808A1E14BD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509" y="4365104"/>
                <a:ext cx="1467389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277B411-2081-41B1-9CBF-B3EA960D0ABE}"/>
                  </a:ext>
                </a:extLst>
              </p:cNvPr>
              <p:cNvSpPr txBox="1"/>
              <p:nvPr/>
            </p:nvSpPr>
            <p:spPr>
              <a:xfrm>
                <a:off x="6131312" y="2490780"/>
                <a:ext cx="233102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−2)</m:t>
                          </m:r>
                        </m:e>
                        <m:sup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200" b="0" i="0" smtClean="0">
                          <a:latin typeface="Cambria Math" panose="02040503050406030204" pitchFamily="18" charset="0"/>
                        </a:rPr>
                        <m:t>−36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277B411-2081-41B1-9CBF-B3EA960D0A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1312" y="2490780"/>
                <a:ext cx="2331023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4ABA71A-5D2A-4A45-8FAA-E265A493B22A}"/>
                  </a:ext>
                </a:extLst>
              </p:cNvPr>
              <p:cNvSpPr txBox="1"/>
              <p:nvPr/>
            </p:nvSpPr>
            <p:spPr>
              <a:xfrm>
                <a:off x="6131312" y="3370739"/>
                <a:ext cx="233102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+9)</m:t>
                          </m:r>
                        </m:e>
                        <m:sup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200" b="0" i="0" smtClean="0">
                          <a:latin typeface="Cambria Math" panose="02040503050406030204" pitchFamily="18" charset="0"/>
                        </a:rPr>
                        <m:t>−25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4ABA71A-5D2A-4A45-8FAA-E265A493B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1312" y="3370739"/>
                <a:ext cx="2331023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6E351B2-5D3D-429A-9FE8-499F10A228D0}"/>
                  </a:ext>
                </a:extLst>
              </p:cNvPr>
              <p:cNvSpPr txBox="1"/>
              <p:nvPr/>
            </p:nvSpPr>
            <p:spPr>
              <a:xfrm>
                <a:off x="6134460" y="4330262"/>
                <a:ext cx="210339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−5)</m:t>
                          </m:r>
                        </m:e>
                        <m:sup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−8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6E351B2-5D3D-429A-9FE8-499F10A228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4460" y="4330262"/>
                <a:ext cx="2103396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5027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1461</TotalTime>
  <Words>541</Words>
  <Application>Microsoft Office PowerPoint</Application>
  <PresentationFormat>Widescreen</PresentationFormat>
  <Paragraphs>119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 you understand? Fists of Five</vt:lpstr>
      <vt:lpstr>Now your turn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Trigonometry 1</dc:title>
  <dc:creator>Ben</dc:creator>
  <cp:lastModifiedBy>Hamilton Stott</cp:lastModifiedBy>
  <cp:revision>54</cp:revision>
  <dcterms:created xsi:type="dcterms:W3CDTF">2013-03-25T14:33:20Z</dcterms:created>
  <dcterms:modified xsi:type="dcterms:W3CDTF">2018-02-27T13:13:23Z</dcterms:modified>
</cp:coreProperties>
</file>