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3" r:id="rId2"/>
    <p:sldId id="293" r:id="rId3"/>
    <p:sldId id="297" r:id="rId4"/>
    <p:sldId id="298" r:id="rId5"/>
    <p:sldId id="296" r:id="rId6"/>
    <p:sldId id="295" r:id="rId7"/>
    <p:sldId id="29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>
      <p:cViewPr varScale="1">
        <p:scale>
          <a:sx n="100" d="100"/>
          <a:sy n="100" d="100"/>
        </p:scale>
        <p:origin x="270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70D7CB9E-528E-4FB5-A2A9-1693E0118DC5}"/>
    <pc:docChg chg="modSld">
      <pc:chgData name="Hamilton Stott" userId="e28223afab1f786a" providerId="LiveId" clId="{70D7CB9E-528E-4FB5-A2A9-1693E0118DC5}" dt="2018-02-26T14:22:46.122" v="143" actId="5793"/>
      <pc:docMkLst>
        <pc:docMk/>
      </pc:docMkLst>
      <pc:sldChg chg="modSp">
        <pc:chgData name="Hamilton Stott" userId="e28223afab1f786a" providerId="LiveId" clId="{70D7CB9E-528E-4FB5-A2A9-1693E0118DC5}" dt="2018-02-26T14:22:46.122" v="143" actId="5793"/>
        <pc:sldMkLst>
          <pc:docMk/>
          <pc:sldMk cId="753506593" sldId="299"/>
        </pc:sldMkLst>
        <pc:spChg chg="mod">
          <ac:chgData name="Hamilton Stott" userId="e28223afab1f786a" providerId="LiveId" clId="{70D7CB9E-528E-4FB5-A2A9-1693E0118DC5}" dt="2018-02-26T14:22:46.122" v="143" actId="5793"/>
          <ac:spMkLst>
            <pc:docMk/>
            <pc:sldMk cId="753506593" sldId="299"/>
            <ac:spMk id="7" creationId="{B2472F23-937D-48DE-8FED-3BED61E75932}"/>
          </ac:spMkLst>
        </pc:spChg>
      </pc:sldChg>
    </pc:docChg>
  </pc:docChgLst>
  <pc:docChgLst>
    <pc:chgData name="Hamilton Stott" userId="e28223afab1f786a" providerId="LiveId" clId="{4E54CFDA-F98F-4130-8027-B3EB900258A2}"/>
    <pc:docChg chg="custSel addSld delSld modSld">
      <pc:chgData name="Hamilton Stott" userId="e28223afab1f786a" providerId="LiveId" clId="{4E54CFDA-F98F-4130-8027-B3EB900258A2}" dt="2018-02-26T14:18:38.406" v="1038" actId="14100"/>
      <pc:docMkLst>
        <pc:docMk/>
      </pc:docMkLst>
      <pc:sldChg chg="modSp">
        <pc:chgData name="Hamilton Stott" userId="e28223afab1f786a" providerId="LiveId" clId="{4E54CFDA-F98F-4130-8027-B3EB900258A2}" dt="2018-02-26T11:37:54.068" v="98" actId="1076"/>
        <pc:sldMkLst>
          <pc:docMk/>
          <pc:sldMk cId="0" sldId="283"/>
        </pc:sldMkLst>
        <pc:spChg chg="mod">
          <ac:chgData name="Hamilton Stott" userId="e28223afab1f786a" providerId="LiveId" clId="{4E54CFDA-F98F-4130-8027-B3EB900258A2}" dt="2018-02-26T11:37:54.068" v="98" actId="1076"/>
          <ac:spMkLst>
            <pc:docMk/>
            <pc:sldMk cId="0" sldId="283"/>
            <ac:spMk id="3" creationId="{00000000-0000-0000-0000-000000000000}"/>
          </ac:spMkLst>
        </pc:spChg>
      </pc:sldChg>
      <pc:sldChg chg="addSp delSp modSp delAnim modAnim">
        <pc:chgData name="Hamilton Stott" userId="e28223afab1f786a" providerId="LiveId" clId="{4E54CFDA-F98F-4130-8027-B3EB900258A2}" dt="2018-02-26T13:45:47.282" v="237" actId="14100"/>
        <pc:sldMkLst>
          <pc:docMk/>
          <pc:sldMk cId="1641300368" sldId="293"/>
        </pc:sldMkLst>
        <pc:spChg chg="add mod">
          <ac:chgData name="Hamilton Stott" userId="e28223afab1f786a" providerId="LiveId" clId="{4E54CFDA-F98F-4130-8027-B3EB900258A2}" dt="2018-02-26T13:45:34.438" v="235" actId="1076"/>
          <ac:spMkLst>
            <pc:docMk/>
            <pc:sldMk cId="1641300368" sldId="293"/>
            <ac:spMk id="3" creationId="{04617E3E-E11A-485C-B6BE-A4ACFFFD329E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8" creationId="{00000000-0000-0000-0000-000000000000}"/>
          </ac:spMkLst>
        </pc:spChg>
        <pc:spChg chg="mod">
          <ac:chgData name="Hamilton Stott" userId="e28223afab1f786a" providerId="LiveId" clId="{4E54CFDA-F98F-4130-8027-B3EB900258A2}" dt="2018-02-26T13:41:21.758" v="123" actId="1076"/>
          <ac:spMkLst>
            <pc:docMk/>
            <pc:sldMk cId="1641300368" sldId="293"/>
            <ac:spMk id="12" creationId="{00000000-0000-0000-0000-000000000000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57" creationId="{8C7942EA-23B2-4405-B1A6-99A598833557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58" creationId="{E1B6BD42-F539-4E77-85E5-76A9F9FD3DA2}"/>
          </ac:spMkLst>
        </pc:spChg>
        <pc:spChg chg="del">
          <ac:chgData name="Hamilton Stott" userId="e28223afab1f786a" providerId="LiveId" clId="{4E54CFDA-F98F-4130-8027-B3EB900258A2}" dt="2018-02-26T13:41:11.976" v="121" actId="478"/>
          <ac:spMkLst>
            <pc:docMk/>
            <pc:sldMk cId="1641300368" sldId="293"/>
            <ac:spMk id="59" creationId="{CA25087C-9877-4685-9812-1884608484A3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60" creationId="{3765C467-7545-4298-ADE6-1E8B1A5BA4AD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61" creationId="{6F88AB11-ED63-4E2C-BC41-0A8B75B5EAD2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65" creationId="{C2D479C3-CFC6-4B2E-9DBF-751D772061B3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66" creationId="{85AC0C7F-9311-4638-A79C-F7AFD548ADE5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67" creationId="{CE01F665-FBDF-45E0-910B-A68D3CBD1B05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68" creationId="{4967297B-C563-42B1-84FA-913C8061E843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69" creationId="{D18D8F60-DA86-4EBD-A233-1F101FC81CFC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70" creationId="{F18E8D94-914E-40E1-81FA-F20674D7DE16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83" creationId="{ED4E229C-9FF8-407D-B948-C859D9EEFA86}"/>
          </ac:spMkLst>
        </pc:spChg>
        <pc:spChg chg="del">
          <ac:chgData name="Hamilton Stott" userId="e28223afab1f786a" providerId="LiveId" clId="{4E54CFDA-F98F-4130-8027-B3EB900258A2}" dt="2018-02-26T13:41:24.076" v="124" actId="478"/>
          <ac:spMkLst>
            <pc:docMk/>
            <pc:sldMk cId="1641300368" sldId="293"/>
            <ac:spMk id="84" creationId="{8A4390A1-3B05-41C3-B503-E0CCFCA942DF}"/>
          </ac:spMkLst>
        </pc:spChg>
        <pc:spChg chg="del">
          <ac:chgData name="Hamilton Stott" userId="e28223afab1f786a" providerId="LiveId" clId="{4E54CFDA-F98F-4130-8027-B3EB900258A2}" dt="2018-02-26T13:41:19.246" v="122" actId="478"/>
          <ac:spMkLst>
            <pc:docMk/>
            <pc:sldMk cId="1641300368" sldId="293"/>
            <ac:spMk id="95" creationId="{BDABA214-070B-4646-880D-E0815F37F864}"/>
          </ac:spMkLst>
        </pc:spChg>
        <pc:grpChg chg="del">
          <ac:chgData name="Hamilton Stott" userId="e28223afab1f786a" providerId="LiveId" clId="{4E54CFDA-F98F-4130-8027-B3EB900258A2}" dt="2018-02-26T13:41:24.076" v="124" actId="478"/>
          <ac:grpSpMkLst>
            <pc:docMk/>
            <pc:sldMk cId="1641300368" sldId="293"/>
            <ac:grpSpMk id="62" creationId="{B2FC1BC0-DA94-4004-BCEE-93919D086154}"/>
          </ac:grpSpMkLst>
        </pc:grpChg>
        <pc:grpChg chg="del">
          <ac:chgData name="Hamilton Stott" userId="e28223afab1f786a" providerId="LiveId" clId="{4E54CFDA-F98F-4130-8027-B3EB900258A2}" dt="2018-02-26T13:41:24.076" v="124" actId="478"/>
          <ac:grpSpMkLst>
            <pc:docMk/>
            <pc:sldMk cId="1641300368" sldId="293"/>
            <ac:grpSpMk id="71" creationId="{8CE8AF1F-A6BC-467B-AFFC-572AF1A06098}"/>
          </ac:grpSpMkLst>
        </pc:grpChg>
        <pc:grpChg chg="del">
          <ac:chgData name="Hamilton Stott" userId="e28223afab1f786a" providerId="LiveId" clId="{4E54CFDA-F98F-4130-8027-B3EB900258A2}" dt="2018-02-26T13:41:24.076" v="124" actId="478"/>
          <ac:grpSpMkLst>
            <pc:docMk/>
            <pc:sldMk cId="1641300368" sldId="293"/>
            <ac:grpSpMk id="74" creationId="{33471110-34C5-4084-875F-9D20D7BAF55E}"/>
          </ac:grpSpMkLst>
        </pc:grpChg>
        <pc:grpChg chg="del">
          <ac:chgData name="Hamilton Stott" userId="e28223afab1f786a" providerId="LiveId" clId="{4E54CFDA-F98F-4130-8027-B3EB900258A2}" dt="2018-02-26T13:41:24.076" v="124" actId="478"/>
          <ac:grpSpMkLst>
            <pc:docMk/>
            <pc:sldMk cId="1641300368" sldId="293"/>
            <ac:grpSpMk id="77" creationId="{7A9B140C-874C-4EC9-A943-F8394C1D2475}"/>
          </ac:grpSpMkLst>
        </pc:grpChg>
        <pc:grpChg chg="del">
          <ac:chgData name="Hamilton Stott" userId="e28223afab1f786a" providerId="LiveId" clId="{4E54CFDA-F98F-4130-8027-B3EB900258A2}" dt="2018-02-26T13:41:24.076" v="124" actId="478"/>
          <ac:grpSpMkLst>
            <pc:docMk/>
            <pc:sldMk cId="1641300368" sldId="293"/>
            <ac:grpSpMk id="80" creationId="{503A96BB-7B60-42F1-8A0C-8F96CAF2621C}"/>
          </ac:grpSpMkLst>
        </pc:grpChg>
        <pc:grpChg chg="del">
          <ac:chgData name="Hamilton Stott" userId="e28223afab1f786a" providerId="LiveId" clId="{4E54CFDA-F98F-4130-8027-B3EB900258A2}" dt="2018-02-26T13:41:24.076" v="124" actId="478"/>
          <ac:grpSpMkLst>
            <pc:docMk/>
            <pc:sldMk cId="1641300368" sldId="293"/>
            <ac:grpSpMk id="85" creationId="{4A6767ED-6084-4863-ACBC-148B6A544351}"/>
          </ac:grpSpMkLst>
        </pc:grpChg>
        <pc:grpChg chg="del">
          <ac:chgData name="Hamilton Stott" userId="e28223afab1f786a" providerId="LiveId" clId="{4E54CFDA-F98F-4130-8027-B3EB900258A2}" dt="2018-02-26T13:41:24.076" v="124" actId="478"/>
          <ac:grpSpMkLst>
            <pc:docMk/>
            <pc:sldMk cId="1641300368" sldId="293"/>
            <ac:grpSpMk id="90" creationId="{E00ECBCF-B5CA-4120-8840-6DBD746B5415}"/>
          </ac:grpSpMkLst>
        </pc:grpChg>
        <pc:picChg chg="add mod">
          <ac:chgData name="Hamilton Stott" userId="e28223afab1f786a" providerId="LiveId" clId="{4E54CFDA-F98F-4130-8027-B3EB900258A2}" dt="2018-02-26T13:45:37.021" v="236" actId="1076"/>
          <ac:picMkLst>
            <pc:docMk/>
            <pc:sldMk cId="1641300368" sldId="293"/>
            <ac:picMk id="2" creationId="{F92B5435-CB98-406D-BB0A-3F76567DF861}"/>
          </ac:picMkLst>
        </pc:picChg>
      </pc:sldChg>
      <pc:sldChg chg="addSp delSp modSp delAnim">
        <pc:chgData name="Hamilton Stott" userId="e28223afab1f786a" providerId="LiveId" clId="{4E54CFDA-F98F-4130-8027-B3EB900258A2}" dt="2018-02-26T14:08:20.909" v="443" actId="20577"/>
        <pc:sldMkLst>
          <pc:docMk/>
          <pc:sldMk cId="775027035" sldId="295"/>
        </pc:sldMkLst>
        <pc:spChg chg="mod">
          <ac:chgData name="Hamilton Stott" userId="e28223afab1f786a" providerId="LiveId" clId="{4E54CFDA-F98F-4130-8027-B3EB900258A2}" dt="2018-02-26T14:04:54.839" v="399" actId="20577"/>
          <ac:spMkLst>
            <pc:docMk/>
            <pc:sldMk cId="775027035" sldId="295"/>
            <ac:spMk id="3" creationId="{00000000-0000-0000-0000-000000000000}"/>
          </ac:spMkLst>
        </pc:spChg>
        <pc:spChg chg="del">
          <ac:chgData name="Hamilton Stott" userId="e28223afab1f786a" providerId="LiveId" clId="{4E54CFDA-F98F-4130-8027-B3EB900258A2}" dt="2018-02-26T14:04:59.738" v="401" actId="478"/>
          <ac:spMkLst>
            <pc:docMk/>
            <pc:sldMk cId="775027035" sldId="295"/>
            <ac:spMk id="5" creationId="{00000000-0000-0000-0000-000000000000}"/>
          </ac:spMkLst>
        </pc:spChg>
        <pc:spChg chg="del">
          <ac:chgData name="Hamilton Stott" userId="e28223afab1f786a" providerId="LiveId" clId="{4E54CFDA-F98F-4130-8027-B3EB900258A2}" dt="2018-02-26T14:04:59.147" v="400" actId="478"/>
          <ac:spMkLst>
            <pc:docMk/>
            <pc:sldMk cId="775027035" sldId="295"/>
            <ac:spMk id="6" creationId="{00000000-0000-0000-0000-000000000000}"/>
          </ac:spMkLst>
        </pc:spChg>
        <pc:spChg chg="add mod">
          <ac:chgData name="Hamilton Stott" userId="e28223afab1f786a" providerId="LiveId" clId="{4E54CFDA-F98F-4130-8027-B3EB900258A2}" dt="2018-02-26T14:05:55.958" v="408" actId="20577"/>
          <ac:spMkLst>
            <pc:docMk/>
            <pc:sldMk cId="775027035" sldId="295"/>
            <ac:spMk id="7" creationId="{96728625-E239-4A9A-A918-BBC1D6616A6B}"/>
          </ac:spMkLst>
        </pc:spChg>
        <pc:spChg chg="add mod">
          <ac:chgData name="Hamilton Stott" userId="e28223afab1f786a" providerId="LiveId" clId="{4E54CFDA-F98F-4130-8027-B3EB900258A2}" dt="2018-02-26T14:06:14.188" v="416" actId="20577"/>
          <ac:spMkLst>
            <pc:docMk/>
            <pc:sldMk cId="775027035" sldId="295"/>
            <ac:spMk id="8" creationId="{4D062A48-4119-4D9C-A803-597A2EEF8640}"/>
          </ac:spMkLst>
        </pc:spChg>
        <pc:spChg chg="add mod">
          <ac:chgData name="Hamilton Stott" userId="e28223afab1f786a" providerId="LiveId" clId="{4E54CFDA-F98F-4130-8027-B3EB900258A2}" dt="2018-02-26T14:06:22.182" v="420" actId="20577"/>
          <ac:spMkLst>
            <pc:docMk/>
            <pc:sldMk cId="775027035" sldId="295"/>
            <ac:spMk id="9" creationId="{EFC606DA-B917-40D0-824A-808A1E14BDF4}"/>
          </ac:spMkLst>
        </pc:spChg>
        <pc:spChg chg="add mod">
          <ac:chgData name="Hamilton Stott" userId="e28223afab1f786a" providerId="LiveId" clId="{4E54CFDA-F98F-4130-8027-B3EB900258A2}" dt="2018-02-26T14:07:16.030" v="430" actId="20577"/>
          <ac:spMkLst>
            <pc:docMk/>
            <pc:sldMk cId="775027035" sldId="295"/>
            <ac:spMk id="11" creationId="{F277B411-2081-41B1-9CBF-B3EA960D0ABE}"/>
          </ac:spMkLst>
        </pc:spChg>
        <pc:spChg chg="add mod">
          <ac:chgData name="Hamilton Stott" userId="e28223afab1f786a" providerId="LiveId" clId="{4E54CFDA-F98F-4130-8027-B3EB900258A2}" dt="2018-02-26T14:07:41.030" v="437" actId="20577"/>
          <ac:spMkLst>
            <pc:docMk/>
            <pc:sldMk cId="775027035" sldId="295"/>
            <ac:spMk id="12" creationId="{D4ABA71A-5D2A-4A45-8FAA-E265A493B22A}"/>
          </ac:spMkLst>
        </pc:spChg>
        <pc:spChg chg="add mod">
          <ac:chgData name="Hamilton Stott" userId="e28223afab1f786a" providerId="LiveId" clId="{4E54CFDA-F98F-4130-8027-B3EB900258A2}" dt="2018-02-26T14:08:20.909" v="443" actId="20577"/>
          <ac:spMkLst>
            <pc:docMk/>
            <pc:sldMk cId="775027035" sldId="295"/>
            <ac:spMk id="13" creationId="{C6E351B2-5D3D-429A-9FE8-499F10A228D0}"/>
          </ac:spMkLst>
        </pc:spChg>
        <pc:picChg chg="del">
          <ac:chgData name="Hamilton Stott" userId="e28223afab1f786a" providerId="LiveId" clId="{4E54CFDA-F98F-4130-8027-B3EB900258A2}" dt="2018-02-26T14:05:00.612" v="402" actId="478"/>
          <ac:picMkLst>
            <pc:docMk/>
            <pc:sldMk cId="775027035" sldId="295"/>
            <ac:picMk id="4" creationId="{00000000-0000-0000-0000-000000000000}"/>
          </ac:picMkLst>
        </pc:picChg>
        <pc:picChg chg="add del mod">
          <ac:chgData name="Hamilton Stott" userId="e28223afab1f786a" providerId="LiveId" clId="{4E54CFDA-F98F-4130-8027-B3EB900258A2}" dt="2018-02-26T14:07:03.098" v="423" actId="478"/>
          <ac:picMkLst>
            <pc:docMk/>
            <pc:sldMk cId="775027035" sldId="295"/>
            <ac:picMk id="10" creationId="{BE6159E8-C8B2-4BCD-BE5F-9850235134BA}"/>
          </ac:picMkLst>
        </pc:picChg>
      </pc:sldChg>
      <pc:sldChg chg="addSp delSp modSp add delAnim modAnim">
        <pc:chgData name="Hamilton Stott" userId="e28223afab1f786a" providerId="LiveId" clId="{4E54CFDA-F98F-4130-8027-B3EB900258A2}" dt="2018-02-26T13:56:42.367" v="309" actId="14100"/>
        <pc:sldMkLst>
          <pc:docMk/>
          <pc:sldMk cId="460011333" sldId="297"/>
        </pc:sldMkLst>
        <pc:spChg chg="del">
          <ac:chgData name="Hamilton Stott" userId="e28223afab1f786a" providerId="LiveId" clId="{4E54CFDA-F98F-4130-8027-B3EB900258A2}" dt="2018-02-26T13:46:54.548" v="243" actId="478"/>
          <ac:spMkLst>
            <pc:docMk/>
            <pc:sldMk cId="460011333" sldId="297"/>
            <ac:spMk id="3" creationId="{04617E3E-E11A-485C-B6BE-A4ACFFFD329E}"/>
          </ac:spMkLst>
        </pc:spChg>
        <pc:spChg chg="add mod">
          <ac:chgData name="Hamilton Stott" userId="e28223afab1f786a" providerId="LiveId" clId="{4E54CFDA-F98F-4130-8027-B3EB900258A2}" dt="2018-02-26T13:47:39.785" v="261" actId="1076"/>
          <ac:spMkLst>
            <pc:docMk/>
            <pc:sldMk cId="460011333" sldId="297"/>
            <ac:spMk id="5" creationId="{4FC18418-AD0E-406A-996E-8A55572F6092}"/>
          </ac:spMkLst>
        </pc:spChg>
        <pc:spChg chg="add del">
          <ac:chgData name="Hamilton Stott" userId="e28223afab1f786a" providerId="LiveId" clId="{4E54CFDA-F98F-4130-8027-B3EB900258A2}" dt="2018-02-26T13:55:17.718" v="287" actId="14100"/>
          <ac:spMkLst>
            <pc:docMk/>
            <pc:sldMk cId="460011333" sldId="297"/>
            <ac:spMk id="22" creationId="{CFDCD185-AEFE-4063-A42A-C9120C895F58}"/>
          </ac:spMkLst>
        </pc:spChg>
        <pc:spChg chg="add del mod">
          <ac:chgData name="Hamilton Stott" userId="e28223afab1f786a" providerId="LiveId" clId="{4E54CFDA-F98F-4130-8027-B3EB900258A2}" dt="2018-02-26T13:55:25.052" v="290" actId="478"/>
          <ac:spMkLst>
            <pc:docMk/>
            <pc:sldMk cId="460011333" sldId="297"/>
            <ac:spMk id="23" creationId="{A42360D8-A8E1-49E8-B256-723B54303174}"/>
          </ac:spMkLst>
        </pc:spChg>
        <pc:graphicFrameChg chg="add del">
          <ac:chgData name="Hamilton Stott" userId="e28223afab1f786a" providerId="LiveId" clId="{4E54CFDA-F98F-4130-8027-B3EB900258A2}" dt="2018-02-26T13:54:03.086" v="265" actId="14100"/>
          <ac:graphicFrameMkLst>
            <pc:docMk/>
            <pc:sldMk cId="460011333" sldId="297"/>
            <ac:graphicFrameMk id="10" creationId="{0813AE21-6BF9-488F-93AF-61D4847608BB}"/>
          </ac:graphicFrameMkLst>
        </pc:graphicFrameChg>
        <pc:graphicFrameChg chg="add mod">
          <ac:chgData name="Hamilton Stott" userId="e28223afab1f786a" providerId="LiveId" clId="{4E54CFDA-F98F-4130-8027-B3EB900258A2}" dt="2018-02-26T13:54:31.217" v="278" actId="1076"/>
          <ac:graphicFrameMkLst>
            <pc:docMk/>
            <pc:sldMk cId="460011333" sldId="297"/>
            <ac:graphicFrameMk id="13" creationId="{702EDA66-E762-49B2-B138-F7B20A245176}"/>
          </ac:graphicFrameMkLst>
        </pc:graphicFrameChg>
        <pc:graphicFrameChg chg="add del">
          <ac:chgData name="Hamilton Stott" userId="e28223afab1f786a" providerId="LiveId" clId="{4E54CFDA-F98F-4130-8027-B3EB900258A2}" dt="2018-02-26T13:54:14.804" v="273" actId="14100"/>
          <ac:graphicFrameMkLst>
            <pc:docMk/>
            <pc:sldMk cId="460011333" sldId="297"/>
            <ac:graphicFrameMk id="14" creationId="{F4615D59-F308-4E6F-A3B6-E3DB7DA919A9}"/>
          </ac:graphicFrameMkLst>
        </pc:graphicFrameChg>
        <pc:graphicFrameChg chg="add del">
          <ac:chgData name="Hamilton Stott" userId="e28223afab1f786a" providerId="LiveId" clId="{4E54CFDA-F98F-4130-8027-B3EB900258A2}" dt="2018-02-26T13:54:14.307" v="272" actId="14100"/>
          <ac:graphicFrameMkLst>
            <pc:docMk/>
            <pc:sldMk cId="460011333" sldId="297"/>
            <ac:graphicFrameMk id="15" creationId="{89FA2C85-4078-4A4F-A494-794F57DA7DEA}"/>
          </ac:graphicFrameMkLst>
        </pc:graphicFrameChg>
        <pc:graphicFrameChg chg="add del">
          <ac:chgData name="Hamilton Stott" userId="e28223afab1f786a" providerId="LiveId" clId="{4E54CFDA-F98F-4130-8027-B3EB900258A2}" dt="2018-02-26T13:54:13.826" v="271" actId="14100"/>
          <ac:graphicFrameMkLst>
            <pc:docMk/>
            <pc:sldMk cId="460011333" sldId="297"/>
            <ac:graphicFrameMk id="17" creationId="{79472E52-0ECE-405B-B1EE-A67D999F6923}"/>
          </ac:graphicFrameMkLst>
        </pc:graphicFrameChg>
        <pc:graphicFrameChg chg="add mod">
          <ac:chgData name="Hamilton Stott" userId="e28223afab1f786a" providerId="LiveId" clId="{4E54CFDA-F98F-4130-8027-B3EB900258A2}" dt="2018-02-26T13:54:39.753" v="279" actId="1076"/>
          <ac:graphicFrameMkLst>
            <pc:docMk/>
            <pc:sldMk cId="460011333" sldId="297"/>
            <ac:graphicFrameMk id="18" creationId="{BC5F774C-AE70-445E-8A48-D77065D66913}"/>
          </ac:graphicFrameMkLst>
        </pc:graphicFrameChg>
        <pc:graphicFrameChg chg="add mod">
          <ac:chgData name="Hamilton Stott" userId="e28223afab1f786a" providerId="LiveId" clId="{4E54CFDA-F98F-4130-8027-B3EB900258A2}" dt="2018-02-26T13:54:43.105" v="280" actId="1076"/>
          <ac:graphicFrameMkLst>
            <pc:docMk/>
            <pc:sldMk cId="460011333" sldId="297"/>
            <ac:graphicFrameMk id="19" creationId="{F6418C1A-A0FE-4037-BCD0-D644E69154CF}"/>
          </ac:graphicFrameMkLst>
        </pc:graphicFrameChg>
        <pc:graphicFrameChg chg="add mod">
          <ac:chgData name="Hamilton Stott" userId="e28223afab1f786a" providerId="LiveId" clId="{4E54CFDA-F98F-4130-8027-B3EB900258A2}" dt="2018-02-26T13:54:50.685" v="283" actId="1076"/>
          <ac:graphicFrameMkLst>
            <pc:docMk/>
            <pc:sldMk cId="460011333" sldId="297"/>
            <ac:graphicFrameMk id="20" creationId="{65B8209F-3528-4D8D-ACB4-34AABD1CE362}"/>
          </ac:graphicFrameMkLst>
        </pc:graphicFrameChg>
        <pc:graphicFrameChg chg="add mod">
          <ac:chgData name="Hamilton Stott" userId="e28223afab1f786a" providerId="LiveId" clId="{4E54CFDA-F98F-4130-8027-B3EB900258A2}" dt="2018-02-26T13:54:57.569" v="285" actId="1076"/>
          <ac:graphicFrameMkLst>
            <pc:docMk/>
            <pc:sldMk cId="460011333" sldId="297"/>
            <ac:graphicFrameMk id="21" creationId="{2EB31567-A559-4A0B-8BC5-71D4AE12A8A6}"/>
          </ac:graphicFrameMkLst>
        </pc:graphicFrameChg>
        <pc:picChg chg="del">
          <ac:chgData name="Hamilton Stott" userId="e28223afab1f786a" providerId="LiveId" clId="{4E54CFDA-F98F-4130-8027-B3EB900258A2}" dt="2018-02-26T13:46:51.918" v="242" actId="478"/>
          <ac:picMkLst>
            <pc:docMk/>
            <pc:sldMk cId="460011333" sldId="297"/>
            <ac:picMk id="2" creationId="{F92B5435-CB98-406D-BB0A-3F76567DF861}"/>
          </ac:picMkLst>
        </pc:picChg>
        <pc:picChg chg="add mod">
          <ac:chgData name="Hamilton Stott" userId="e28223afab1f786a" providerId="LiveId" clId="{4E54CFDA-F98F-4130-8027-B3EB900258A2}" dt="2018-02-26T13:53:39.874" v="263" actId="1076"/>
          <ac:picMkLst>
            <pc:docMk/>
            <pc:sldMk cId="460011333" sldId="297"/>
            <ac:picMk id="8" creationId="{EDEC5F27-352D-4351-BFF2-FB2C9FE8BF34}"/>
          </ac:picMkLst>
        </pc:picChg>
        <pc:picChg chg="add mod">
          <ac:chgData name="Hamilton Stott" userId="e28223afab1f786a" providerId="LiveId" clId="{4E54CFDA-F98F-4130-8027-B3EB900258A2}" dt="2018-02-26T13:55:57.944" v="297" actId="1076"/>
          <ac:picMkLst>
            <pc:docMk/>
            <pc:sldMk cId="460011333" sldId="297"/>
            <ac:picMk id="24" creationId="{9C803647-DFC1-418F-8FCC-6F63C16E103D}"/>
          </ac:picMkLst>
        </pc:picChg>
        <pc:picChg chg="add mod">
          <ac:chgData name="Hamilton Stott" userId="e28223afab1f786a" providerId="LiveId" clId="{4E54CFDA-F98F-4130-8027-B3EB900258A2}" dt="2018-02-26T13:55:58.790" v="298" actId="1076"/>
          <ac:picMkLst>
            <pc:docMk/>
            <pc:sldMk cId="460011333" sldId="297"/>
            <ac:picMk id="25" creationId="{4F826A67-C206-4B2D-B548-94078E849B36}"/>
          </ac:picMkLst>
        </pc:picChg>
        <pc:picChg chg="add mod">
          <ac:chgData name="Hamilton Stott" userId="e28223afab1f786a" providerId="LiveId" clId="{4E54CFDA-F98F-4130-8027-B3EB900258A2}" dt="2018-02-26T13:55:59.976" v="299" actId="1076"/>
          <ac:picMkLst>
            <pc:docMk/>
            <pc:sldMk cId="460011333" sldId="297"/>
            <ac:picMk id="26" creationId="{EE9FE940-535C-42E6-A2AE-5E15C337FD56}"/>
          </ac:picMkLst>
        </pc:picChg>
        <pc:picChg chg="add mod">
          <ac:chgData name="Hamilton Stott" userId="e28223afab1f786a" providerId="LiveId" clId="{4E54CFDA-F98F-4130-8027-B3EB900258A2}" dt="2018-02-26T13:56:05.734" v="301" actId="1076"/>
          <ac:picMkLst>
            <pc:docMk/>
            <pc:sldMk cId="460011333" sldId="297"/>
            <ac:picMk id="27" creationId="{74F9507B-1F0E-4E29-B981-F9891F6ED0CB}"/>
          </ac:picMkLst>
        </pc:picChg>
        <pc:picChg chg="add mod">
          <ac:chgData name="Hamilton Stott" userId="e28223afab1f786a" providerId="LiveId" clId="{4E54CFDA-F98F-4130-8027-B3EB900258A2}" dt="2018-02-26T13:56:09.202" v="303" actId="1076"/>
          <ac:picMkLst>
            <pc:docMk/>
            <pc:sldMk cId="460011333" sldId="297"/>
            <ac:picMk id="28" creationId="{EFAAED81-7162-42A3-8F12-520634539469}"/>
          </ac:picMkLst>
        </pc:picChg>
        <pc:picChg chg="add mod">
          <ac:chgData name="Hamilton Stott" userId="e28223afab1f786a" providerId="LiveId" clId="{4E54CFDA-F98F-4130-8027-B3EB900258A2}" dt="2018-02-26T13:56:19.423" v="306" actId="1076"/>
          <ac:picMkLst>
            <pc:docMk/>
            <pc:sldMk cId="460011333" sldId="297"/>
            <ac:picMk id="29" creationId="{D65C1977-9597-4330-ADB7-4D8B5241E941}"/>
          </ac:picMkLst>
        </pc:picChg>
      </pc:sldChg>
      <pc:sldChg chg="del">
        <pc:chgData name="Hamilton Stott" userId="e28223afab1f786a" providerId="LiveId" clId="{4E54CFDA-F98F-4130-8027-B3EB900258A2}" dt="2018-02-26T13:46:45.463" v="238" actId="2696"/>
        <pc:sldMkLst>
          <pc:docMk/>
          <pc:sldMk cId="1553845751" sldId="298"/>
        </pc:sldMkLst>
      </pc:sldChg>
      <pc:sldChg chg="addSp delSp modSp add delAnim modAnim">
        <pc:chgData name="Hamilton Stott" userId="e28223afab1f786a" providerId="LiveId" clId="{4E54CFDA-F98F-4130-8027-B3EB900258A2}" dt="2018-02-26T14:04:13.227" v="386" actId="14100"/>
        <pc:sldMkLst>
          <pc:docMk/>
          <pc:sldMk cId="2628314958" sldId="298"/>
        </pc:sldMkLst>
        <pc:spChg chg="add del">
          <ac:chgData name="Hamilton Stott" userId="e28223afab1f786a" providerId="LiveId" clId="{4E54CFDA-F98F-4130-8027-B3EB900258A2}" dt="2018-02-26T13:57:42.344" v="316" actId="14100"/>
          <ac:spMkLst>
            <pc:docMk/>
            <pc:sldMk cId="2628314958" sldId="298"/>
            <ac:spMk id="2" creationId="{453897CA-EFF9-4B60-91F4-C82370EC0CFB}"/>
          </ac:spMkLst>
        </pc:spChg>
        <pc:spChg chg="add del">
          <ac:chgData name="Hamilton Stott" userId="e28223afab1f786a" providerId="LiveId" clId="{4E54CFDA-F98F-4130-8027-B3EB900258A2}" dt="2018-02-26T13:57:46.146" v="318" actId="14100"/>
          <ac:spMkLst>
            <pc:docMk/>
            <pc:sldMk cId="2628314958" sldId="298"/>
            <ac:spMk id="3" creationId="{CBFC6979-2263-467E-84C9-73732F84C129}"/>
          </ac:spMkLst>
        </pc:spChg>
        <pc:spChg chg="mod">
          <ac:chgData name="Hamilton Stott" userId="e28223afab1f786a" providerId="LiveId" clId="{4E54CFDA-F98F-4130-8027-B3EB900258A2}" dt="2018-02-26T14:01:26.106" v="339" actId="1076"/>
          <ac:spMkLst>
            <pc:docMk/>
            <pc:sldMk cId="2628314958" sldId="298"/>
            <ac:spMk id="5" creationId="{4FC18418-AD0E-406A-996E-8A55572F6092}"/>
          </ac:spMkLst>
        </pc:spChg>
        <pc:spChg chg="add mod">
          <ac:chgData name="Hamilton Stott" userId="e28223afab1f786a" providerId="LiveId" clId="{4E54CFDA-F98F-4130-8027-B3EB900258A2}" dt="2018-02-26T14:03:24.898" v="381" actId="1076"/>
          <ac:spMkLst>
            <pc:docMk/>
            <pc:sldMk cId="2628314958" sldId="298"/>
            <ac:spMk id="30" creationId="{AB3AE580-262D-4E17-A2CB-8606871A6C9C}"/>
          </ac:spMkLst>
        </pc:spChg>
        <pc:spChg chg="add mod">
          <ac:chgData name="Hamilton Stott" userId="e28223afab1f786a" providerId="LiveId" clId="{4E54CFDA-F98F-4130-8027-B3EB900258A2}" dt="2018-02-26T14:03:03.876" v="380" actId="1076"/>
          <ac:spMkLst>
            <pc:docMk/>
            <pc:sldMk cId="2628314958" sldId="298"/>
            <ac:spMk id="31" creationId="{EEB073DC-3B7B-4062-8FB7-9114F747BCE7}"/>
          </ac:spMkLst>
        </pc:spChg>
        <pc:graphicFrameChg chg="del">
          <ac:chgData name="Hamilton Stott" userId="e28223afab1f786a" providerId="LiveId" clId="{4E54CFDA-F98F-4130-8027-B3EB900258A2}" dt="2018-02-26T13:57:24.708" v="311" actId="478"/>
          <ac:graphicFrameMkLst>
            <pc:docMk/>
            <pc:sldMk cId="2628314958" sldId="298"/>
            <ac:graphicFrameMk id="19" creationId="{F6418C1A-A0FE-4037-BCD0-D644E69154CF}"/>
          </ac:graphicFrameMkLst>
        </pc:graphicFrameChg>
        <pc:graphicFrameChg chg="del">
          <ac:chgData name="Hamilton Stott" userId="e28223afab1f786a" providerId="LiveId" clId="{4E54CFDA-F98F-4130-8027-B3EB900258A2}" dt="2018-02-26T13:57:25.684" v="312" actId="478"/>
          <ac:graphicFrameMkLst>
            <pc:docMk/>
            <pc:sldMk cId="2628314958" sldId="298"/>
            <ac:graphicFrameMk id="20" creationId="{65B8209F-3528-4D8D-ACB4-34AABD1CE362}"/>
          </ac:graphicFrameMkLst>
        </pc:graphicFrameChg>
        <pc:graphicFrameChg chg="del modGraphic">
          <ac:chgData name="Hamilton Stott" userId="e28223afab1f786a" providerId="LiveId" clId="{4E54CFDA-F98F-4130-8027-B3EB900258A2}" dt="2018-02-26T13:57:29.149" v="314" actId="478"/>
          <ac:graphicFrameMkLst>
            <pc:docMk/>
            <pc:sldMk cId="2628314958" sldId="298"/>
            <ac:graphicFrameMk id="21" creationId="{2EB31567-A559-4A0B-8BC5-71D4AE12A8A6}"/>
          </ac:graphicFrameMkLst>
        </pc:graphicFrameChg>
        <pc:picChg chg="add mod">
          <ac:chgData name="Hamilton Stott" userId="e28223afab1f786a" providerId="LiveId" clId="{4E54CFDA-F98F-4130-8027-B3EB900258A2}" dt="2018-02-26T13:58:23.180" v="320" actId="1076"/>
          <ac:picMkLst>
            <pc:docMk/>
            <pc:sldMk cId="2628314958" sldId="298"/>
            <ac:picMk id="10" creationId="{B03FD710-326E-48BA-B68F-0F1DBA6473DE}"/>
          </ac:picMkLst>
        </pc:picChg>
        <pc:picChg chg="add mod">
          <ac:chgData name="Hamilton Stott" userId="e28223afab1f786a" providerId="LiveId" clId="{4E54CFDA-F98F-4130-8027-B3EB900258A2}" dt="2018-02-26T13:58:31.786" v="322" actId="1076"/>
          <ac:picMkLst>
            <pc:docMk/>
            <pc:sldMk cId="2628314958" sldId="298"/>
            <ac:picMk id="14" creationId="{5673806A-34CE-4AC6-B8C7-D542FD6D81AD}"/>
          </ac:picMkLst>
        </pc:picChg>
        <pc:picChg chg="add mod">
          <ac:chgData name="Hamilton Stott" userId="e28223afab1f786a" providerId="LiveId" clId="{4E54CFDA-F98F-4130-8027-B3EB900258A2}" dt="2018-02-26T13:58:43.370" v="325" actId="1076"/>
          <ac:picMkLst>
            <pc:docMk/>
            <pc:sldMk cId="2628314958" sldId="298"/>
            <ac:picMk id="15" creationId="{9550D865-397A-4159-9CC5-3EE7BCB5DA5E}"/>
          </ac:picMkLst>
        </pc:picChg>
        <pc:picChg chg="add del mod">
          <ac:chgData name="Hamilton Stott" userId="e28223afab1f786a" providerId="LiveId" clId="{4E54CFDA-F98F-4130-8027-B3EB900258A2}" dt="2018-02-26T14:02:32.834" v="375" actId="478"/>
          <ac:picMkLst>
            <pc:docMk/>
            <pc:sldMk cId="2628314958" sldId="298"/>
            <ac:picMk id="17" creationId="{CA2FEA36-A286-4C63-B1F0-19100CBF88FD}"/>
          </ac:picMkLst>
        </pc:picChg>
        <pc:picChg chg="mod">
          <ac:chgData name="Hamilton Stott" userId="e28223afab1f786a" providerId="LiveId" clId="{4E54CFDA-F98F-4130-8027-B3EB900258A2}" dt="2018-02-26T13:58:36.497" v="323" actId="1076"/>
          <ac:picMkLst>
            <pc:docMk/>
            <pc:sldMk cId="2628314958" sldId="298"/>
            <ac:picMk id="24" creationId="{9C803647-DFC1-418F-8FCC-6F63C16E103D}"/>
          </ac:picMkLst>
        </pc:picChg>
        <pc:picChg chg="mod">
          <ac:chgData name="Hamilton Stott" userId="e28223afab1f786a" providerId="LiveId" clId="{4E54CFDA-F98F-4130-8027-B3EB900258A2}" dt="2018-02-26T13:58:46.520" v="326" actId="1076"/>
          <ac:picMkLst>
            <pc:docMk/>
            <pc:sldMk cId="2628314958" sldId="298"/>
            <ac:picMk id="25" creationId="{4F826A67-C206-4B2D-B548-94078E849B36}"/>
          </ac:picMkLst>
        </pc:picChg>
        <pc:picChg chg="mod">
          <ac:chgData name="Hamilton Stott" userId="e28223afab1f786a" providerId="LiveId" clId="{4E54CFDA-F98F-4130-8027-B3EB900258A2}" dt="2018-02-26T13:58:49.748" v="327" actId="1076"/>
          <ac:picMkLst>
            <pc:docMk/>
            <pc:sldMk cId="2628314958" sldId="298"/>
            <ac:picMk id="26" creationId="{EE9FE940-535C-42E6-A2AE-5E15C337FD56}"/>
          </ac:picMkLst>
        </pc:picChg>
        <pc:picChg chg="mod">
          <ac:chgData name="Hamilton Stott" userId="e28223afab1f786a" providerId="LiveId" clId="{4E54CFDA-F98F-4130-8027-B3EB900258A2}" dt="2018-02-26T13:58:52.760" v="328" actId="1076"/>
          <ac:picMkLst>
            <pc:docMk/>
            <pc:sldMk cId="2628314958" sldId="298"/>
            <ac:picMk id="27" creationId="{74F9507B-1F0E-4E29-B981-F9891F6ED0CB}"/>
          </ac:picMkLst>
        </pc:picChg>
        <pc:picChg chg="mod">
          <ac:chgData name="Hamilton Stott" userId="e28223afab1f786a" providerId="LiveId" clId="{4E54CFDA-F98F-4130-8027-B3EB900258A2}" dt="2018-02-26T13:58:55.786" v="329" actId="1076"/>
          <ac:picMkLst>
            <pc:docMk/>
            <pc:sldMk cId="2628314958" sldId="298"/>
            <ac:picMk id="28" creationId="{EFAAED81-7162-42A3-8F12-520634539469}"/>
          </ac:picMkLst>
        </pc:picChg>
        <pc:picChg chg="mod">
          <ac:chgData name="Hamilton Stott" userId="e28223afab1f786a" providerId="LiveId" clId="{4E54CFDA-F98F-4130-8027-B3EB900258A2}" dt="2018-02-26T13:58:59.279" v="330" actId="1076"/>
          <ac:picMkLst>
            <pc:docMk/>
            <pc:sldMk cId="2628314958" sldId="298"/>
            <ac:picMk id="29" creationId="{D65C1977-9597-4330-ADB7-4D8B5241E941}"/>
          </ac:picMkLst>
        </pc:picChg>
      </pc:sldChg>
      <pc:sldChg chg="addSp delSp modSp add modAnim">
        <pc:chgData name="Hamilton Stott" userId="e28223afab1f786a" providerId="LiveId" clId="{4E54CFDA-F98F-4130-8027-B3EB900258A2}" dt="2018-02-26T14:18:38.406" v="1038" actId="14100"/>
        <pc:sldMkLst>
          <pc:docMk/>
          <pc:sldMk cId="753506593" sldId="299"/>
        </pc:sldMkLst>
        <pc:spChg chg="mod">
          <ac:chgData name="Hamilton Stott" userId="e28223afab1f786a" providerId="LiveId" clId="{4E54CFDA-F98F-4130-8027-B3EB900258A2}" dt="2018-02-26T14:10:46.977" v="496" actId="1076"/>
          <ac:spMkLst>
            <pc:docMk/>
            <pc:sldMk cId="753506593" sldId="299"/>
            <ac:spMk id="2" creationId="{5DC9F286-AE7F-4ED9-B10B-E76F61BBDEE9}"/>
          </ac:spMkLst>
        </pc:spChg>
        <pc:spChg chg="del">
          <ac:chgData name="Hamilton Stott" userId="e28223afab1f786a" providerId="LiveId" clId="{4E54CFDA-F98F-4130-8027-B3EB900258A2}" dt="2018-02-26T14:09:01.028" v="479" actId="14100"/>
          <ac:spMkLst>
            <pc:docMk/>
            <pc:sldMk cId="753506593" sldId="299"/>
            <ac:spMk id="3" creationId="{AE77EC3A-EB0A-4DB9-9F9D-185DE9AA38C3}"/>
          </ac:spMkLst>
        </pc:spChg>
        <pc:spChg chg="add mod">
          <ac:chgData name="Hamilton Stott" userId="e28223afab1f786a" providerId="LiveId" clId="{4E54CFDA-F98F-4130-8027-B3EB900258A2}" dt="2018-02-26T14:10:49.113" v="497" actId="1076"/>
          <ac:spMkLst>
            <pc:docMk/>
            <pc:sldMk cId="753506593" sldId="299"/>
            <ac:spMk id="4" creationId="{C27CFC94-FBB2-4D60-AAF9-F6BCD4787796}"/>
          </ac:spMkLst>
        </pc:spChg>
        <pc:spChg chg="add mod">
          <ac:chgData name="Hamilton Stott" userId="e28223afab1f786a" providerId="LiveId" clId="{4E54CFDA-F98F-4130-8027-B3EB900258A2}" dt="2018-02-26T14:16:30.406" v="967" actId="1076"/>
          <ac:spMkLst>
            <pc:docMk/>
            <pc:sldMk cId="753506593" sldId="299"/>
            <ac:spMk id="6" creationId="{470DB13F-CE79-4D5F-8965-D812FF20F570}"/>
          </ac:spMkLst>
        </pc:spChg>
        <pc:spChg chg="add mod">
          <ac:chgData name="Hamilton Stott" userId="e28223afab1f786a" providerId="LiveId" clId="{4E54CFDA-F98F-4130-8027-B3EB900258A2}" dt="2018-02-26T14:18:38.406" v="1038" actId="14100"/>
          <ac:spMkLst>
            <pc:docMk/>
            <pc:sldMk cId="753506593" sldId="299"/>
            <ac:spMk id="7" creationId="{B2472F23-937D-48DE-8FED-3BED61E75932}"/>
          </ac:spMkLst>
        </pc:spChg>
        <pc:spChg chg="add mod">
          <ac:chgData name="Hamilton Stott" userId="e28223afab1f786a" providerId="LiveId" clId="{4E54CFDA-F98F-4130-8027-B3EB900258A2}" dt="2018-02-26T14:16:02.458" v="964" actId="1076"/>
          <ac:spMkLst>
            <pc:docMk/>
            <pc:sldMk cId="753506593" sldId="299"/>
            <ac:spMk id="8" creationId="{3AB7C491-B4ED-497A-BE90-04B8975DABFD}"/>
          </ac:spMkLst>
        </pc:spChg>
        <pc:picChg chg="add mod">
          <ac:chgData name="Hamilton Stott" userId="e28223afab1f786a" providerId="LiveId" clId="{4E54CFDA-F98F-4130-8027-B3EB900258A2}" dt="2018-02-26T14:15:58.107" v="963" actId="1076"/>
          <ac:picMkLst>
            <pc:docMk/>
            <pc:sldMk cId="753506593" sldId="299"/>
            <ac:picMk id="5" creationId="{BBE2F61F-5599-41A0-944D-0F2789BE8DA1}"/>
          </ac:picMkLst>
        </pc:picChg>
      </pc:sldChg>
      <pc:sldChg chg="del">
        <pc:chgData name="Hamilton Stott" userId="e28223afab1f786a" providerId="LiveId" clId="{4E54CFDA-F98F-4130-8027-B3EB900258A2}" dt="2018-02-26T13:46:45.482" v="239" actId="2696"/>
        <pc:sldMkLst>
          <pc:docMk/>
          <pc:sldMk cId="1019150440" sldId="299"/>
        </pc:sldMkLst>
      </pc:sldChg>
      <pc:sldChg chg="del">
        <pc:chgData name="Hamilton Stott" userId="e28223afab1f786a" providerId="LiveId" clId="{4E54CFDA-F98F-4130-8027-B3EB900258A2}" dt="2018-02-26T13:46:45.489" v="240" actId="2696"/>
        <pc:sldMkLst>
          <pc:docMk/>
          <pc:sldMk cId="4137592052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26/02/2018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07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26/02/2018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>
                <a:latin typeface="Martina" pitchFamily="2" charset="0"/>
              </a:rPr>
              <a:t>Warm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48680"/>
            <a:ext cx="8229600" cy="5760639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1">
            <a:normAutofit fontScale="92500" lnSpcReduction="10000"/>
          </a:bodyPr>
          <a:lstStyle/>
          <a:p>
            <a:pPr>
              <a:buNone/>
            </a:pPr>
            <a:r>
              <a:rPr lang="en-GB" dirty="0"/>
              <a:t>Find:</a:t>
            </a:r>
          </a:p>
          <a:p>
            <a:pPr marL="514350" indent="-514350">
              <a:buAutoNum type="arabicParenR"/>
            </a:pPr>
            <a:r>
              <a:rPr lang="en-GB" dirty="0"/>
              <a:t>A pair of numbers that add to 9 and multiply to 20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A pair of numbers that add to negative 4 and multiply to 4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A pair of numbers that add to zero and multiply to 16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Bonus: A pair of numbers that add to zero and multiply to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5680" y="2852937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/>
          </a:p>
          <a:p>
            <a:r>
              <a:rPr lang="en-GB" sz="24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490" y="752011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Can you factorise quadratic expressions graphically?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p:pic>
        <p:nvPicPr>
          <p:cNvPr id="2" name="Factorising with Multilink - New Version">
            <a:hlinkClick r:id="" action="ppaction://media"/>
            <a:extLst>
              <a:ext uri="{FF2B5EF4-FFF2-40B4-BE49-F238E27FC236}">
                <a16:creationId xmlns:a16="http://schemas.microsoft.com/office/drawing/2014/main" id="{F92B5435-CB98-406D-BB0A-3F76567DF8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83632" y="1783973"/>
            <a:ext cx="7358530" cy="41391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617E3E-E11A-485C-B6BE-A4ACFFFD329E}"/>
              </a:ext>
            </a:extLst>
          </p:cNvPr>
          <p:cNvSpPr txBox="1"/>
          <p:nvPr/>
        </p:nvSpPr>
        <p:spPr>
          <a:xfrm>
            <a:off x="2423592" y="1340744"/>
            <a:ext cx="91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In the last lesson we looked at factorising using products and sums, lets try a hands on approach</a:t>
            </a:r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490" y="752011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Can you factorise quadratic expressions graphically?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C18418-AD0E-406A-996E-8A55572F6092}"/>
                  </a:ext>
                </a:extLst>
              </p:cNvPr>
              <p:cNvSpPr txBox="1"/>
              <p:nvPr/>
            </p:nvSpPr>
            <p:spPr>
              <a:xfrm>
                <a:off x="3071664" y="1724991"/>
                <a:ext cx="21863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C18418-AD0E-406A-996E-8A55572F6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664" y="1724991"/>
                <a:ext cx="2186368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DEC5F27-352D-4351-BFF2-FB2C9FE8B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535" y="2405662"/>
            <a:ext cx="1952625" cy="200977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2EDA66-E762-49B2-B138-F7B20A245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450150"/>
              </p:ext>
            </p:extLst>
          </p:nvPr>
        </p:nvGraphicFramePr>
        <p:xfrm>
          <a:off x="5289968" y="2432931"/>
          <a:ext cx="609600" cy="190881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114773582"/>
                    </a:ext>
                  </a:extLst>
                </a:gridCol>
              </a:tblGrid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9188880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044277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5072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C5F774C-AE70-445E-8A48-D77065D66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815904"/>
              </p:ext>
            </p:extLst>
          </p:nvPr>
        </p:nvGraphicFramePr>
        <p:xfrm>
          <a:off x="6041133" y="2432931"/>
          <a:ext cx="609600" cy="190881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468108864"/>
                    </a:ext>
                  </a:extLst>
                </a:gridCol>
              </a:tblGrid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605287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381183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27661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6418C1A-A0FE-4037-BCD0-D644E6915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119802"/>
              </p:ext>
            </p:extLst>
          </p:nvPr>
        </p:nvGraphicFramePr>
        <p:xfrm>
          <a:off x="6792298" y="2432931"/>
          <a:ext cx="609600" cy="190881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990138641"/>
                    </a:ext>
                  </a:extLst>
                </a:gridCol>
              </a:tblGrid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750546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922598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433116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5B8209F-3528-4D8D-ACB4-34AABD1CE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669587"/>
              </p:ext>
            </p:extLst>
          </p:nvPr>
        </p:nvGraphicFramePr>
        <p:xfrm>
          <a:off x="7566680" y="2432931"/>
          <a:ext cx="609600" cy="190881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306606563"/>
                    </a:ext>
                  </a:extLst>
                </a:gridCol>
              </a:tblGrid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214433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89933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42625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EB31567-A559-4A0B-8BC5-71D4AE12A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539545"/>
              </p:ext>
            </p:extLst>
          </p:nvPr>
        </p:nvGraphicFramePr>
        <p:xfrm>
          <a:off x="8381445" y="2432931"/>
          <a:ext cx="609600" cy="190881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963797532"/>
                    </a:ext>
                  </a:extLst>
                </a:gridCol>
              </a:tblGrid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086238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237665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27388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9C803647-DFC1-418F-8FCC-6F63C16E1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5913" y="2260604"/>
            <a:ext cx="666750" cy="6762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F826A67-C206-4B2D-B548-94078E849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5913" y="2998444"/>
            <a:ext cx="666750" cy="6762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E9FE940-535C-42E6-A2AE-5E15C337F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5913" y="3739162"/>
            <a:ext cx="666750" cy="6762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4F9507B-1F0E-4E29-B981-F9891F6ED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493" y="2260604"/>
            <a:ext cx="666750" cy="6762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FAAED81-7162-42A3-8F12-520634539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493" y="2998443"/>
            <a:ext cx="666750" cy="6762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65C1977-9597-4330-ADB7-4D8B5241E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563" y="3736282"/>
            <a:ext cx="6667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1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490" y="752011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Can you factorise quadratic expressions graphically?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C18418-AD0E-406A-996E-8A55572F6092}"/>
                  </a:ext>
                </a:extLst>
              </p:cNvPr>
              <p:cNvSpPr txBox="1"/>
              <p:nvPr/>
            </p:nvSpPr>
            <p:spPr>
              <a:xfrm>
                <a:off x="3357305" y="1304152"/>
                <a:ext cx="21863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C18418-AD0E-406A-996E-8A55572F6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305" y="1304152"/>
                <a:ext cx="2186368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DEC5F27-352D-4351-BFF2-FB2C9FE8B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535" y="2405662"/>
            <a:ext cx="1952625" cy="200977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2EDA66-E762-49B2-B138-F7B20A245176}"/>
              </a:ext>
            </a:extLst>
          </p:cNvPr>
          <p:cNvGraphicFramePr>
            <a:graphicFrameLocks noGrp="1"/>
          </p:cNvGraphicFramePr>
          <p:nvPr/>
        </p:nvGraphicFramePr>
        <p:xfrm>
          <a:off x="5289968" y="2432931"/>
          <a:ext cx="609600" cy="190881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114773582"/>
                    </a:ext>
                  </a:extLst>
                </a:gridCol>
              </a:tblGrid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9188880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044277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5072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C5F774C-AE70-445E-8A48-D77065D66913}"/>
              </a:ext>
            </a:extLst>
          </p:cNvPr>
          <p:cNvGraphicFramePr>
            <a:graphicFrameLocks noGrp="1"/>
          </p:cNvGraphicFramePr>
          <p:nvPr/>
        </p:nvGraphicFramePr>
        <p:xfrm>
          <a:off x="6041133" y="2432931"/>
          <a:ext cx="609600" cy="190881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468108864"/>
                    </a:ext>
                  </a:extLst>
                </a:gridCol>
              </a:tblGrid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605287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381183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27661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9C803647-DFC1-418F-8FCC-6F63C16E1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393" y="4412557"/>
            <a:ext cx="666750" cy="6762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F826A67-C206-4B2D-B548-94078E849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781" y="5157192"/>
            <a:ext cx="666750" cy="6762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E9FE940-535C-42E6-A2AE-5E15C337F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393" y="5901826"/>
            <a:ext cx="666750" cy="6762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4F9507B-1F0E-4E29-B981-F9891F6ED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558" y="4412557"/>
            <a:ext cx="666750" cy="6762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FAAED81-7162-42A3-8F12-520634539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264" y="5157192"/>
            <a:ext cx="666750" cy="6762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65C1977-9597-4330-ADB7-4D8B5241E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406" y="5930813"/>
            <a:ext cx="666750" cy="676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3FD710-326E-48BA-B68F-0F1DBA64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1872" y="4412557"/>
            <a:ext cx="1885950" cy="6762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73806A-34CE-4AC6-B8C7-D542FD6D8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1872" y="5157192"/>
            <a:ext cx="1885950" cy="6762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50D865-397A-4159-9CC5-3EE7BCB5D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1872" y="5901827"/>
            <a:ext cx="1885950" cy="676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3AE580-262D-4E17-A2CB-8606871A6C9C}"/>
                  </a:ext>
                </a:extLst>
              </p:cNvPr>
              <p:cNvSpPr txBox="1"/>
              <p:nvPr/>
            </p:nvSpPr>
            <p:spPr>
              <a:xfrm>
                <a:off x="3805043" y="1940488"/>
                <a:ext cx="22963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        +     2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3AE580-262D-4E17-A2CB-8606871A6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043" y="1940488"/>
                <a:ext cx="229633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B073DC-3B7B-4062-8FB7-9114F747BCE7}"/>
                  </a:ext>
                </a:extLst>
              </p:cNvPr>
              <p:cNvSpPr txBox="1"/>
              <p:nvPr/>
            </p:nvSpPr>
            <p:spPr>
              <a:xfrm rot="16200000">
                <a:off x="1760808" y="4323088"/>
                <a:ext cx="22963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        +     3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B073DC-3B7B-4062-8FB7-9114F747B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60808" y="4323088"/>
                <a:ext cx="229633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31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182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Have a go at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728625-E239-4A9A-A918-BBC1D6616A6B}"/>
                  </a:ext>
                </a:extLst>
              </p:cNvPr>
              <p:cNvSpPr txBox="1"/>
              <p:nvPr/>
            </p:nvSpPr>
            <p:spPr>
              <a:xfrm>
                <a:off x="983432" y="2492896"/>
                <a:ext cx="21863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728625-E239-4A9A-A918-BBC1D6616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2492896"/>
                <a:ext cx="2186368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062A48-4119-4D9C-A803-597A2EEF8640}"/>
                  </a:ext>
                </a:extLst>
              </p:cNvPr>
              <p:cNvSpPr txBox="1"/>
              <p:nvPr/>
            </p:nvSpPr>
            <p:spPr>
              <a:xfrm>
                <a:off x="983432" y="3429000"/>
                <a:ext cx="21863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062A48-4119-4D9C-A803-597A2EEF8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429000"/>
                <a:ext cx="218636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C606DA-B917-40D0-824A-808A1E14BDF4}"/>
                  </a:ext>
                </a:extLst>
              </p:cNvPr>
              <p:cNvSpPr txBox="1"/>
              <p:nvPr/>
            </p:nvSpPr>
            <p:spPr>
              <a:xfrm>
                <a:off x="1009509" y="4365104"/>
                <a:ext cx="21863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C606DA-B917-40D0-824A-808A1E14B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09" y="4365104"/>
                <a:ext cx="218636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77B411-2081-41B1-9CBF-B3EA960D0ABE}"/>
                  </a:ext>
                </a:extLst>
              </p:cNvPr>
              <p:cNvSpPr txBox="1"/>
              <p:nvPr/>
            </p:nvSpPr>
            <p:spPr>
              <a:xfrm>
                <a:off x="6131312" y="2490780"/>
                <a:ext cx="24139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+20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77B411-2081-41B1-9CBF-B3EA960D0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312" y="2490780"/>
                <a:ext cx="2413994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ABA71A-5D2A-4A45-8FAA-E265A493B22A}"/>
                  </a:ext>
                </a:extLst>
              </p:cNvPr>
              <p:cNvSpPr txBox="1"/>
              <p:nvPr/>
            </p:nvSpPr>
            <p:spPr>
              <a:xfrm>
                <a:off x="6131312" y="3370739"/>
                <a:ext cx="24139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+15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ABA71A-5D2A-4A45-8FAA-E265A493B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312" y="3370739"/>
                <a:ext cx="241399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351B2-5D3D-429A-9FE8-499F10A228D0}"/>
                  </a:ext>
                </a:extLst>
              </p:cNvPr>
              <p:cNvSpPr txBox="1"/>
              <p:nvPr/>
            </p:nvSpPr>
            <p:spPr>
              <a:xfrm>
                <a:off x="6134460" y="4330262"/>
                <a:ext cx="21863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351B2-5D3D-429A-9FE8-499F10A22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460" y="4330262"/>
                <a:ext cx="2186368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02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F286-AE7F-4ED9-B10B-E76F61BBD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0452"/>
            <a:ext cx="10972800" cy="1143000"/>
          </a:xfrm>
        </p:spPr>
        <p:txBody>
          <a:bodyPr/>
          <a:lstStyle/>
          <a:p>
            <a:r>
              <a:rPr lang="en-AU" dirty="0"/>
              <a:t>Why do we do these? A look ahead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27CFC94-FBB2-4D60-AAF9-F6BCD4787796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634427" y="1204951"/>
                <a:ext cx="527580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+6=(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+2)(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+3)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27CFC94-FBB2-4D60-AAF9-F6BCD478779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4427" y="1204951"/>
                <a:ext cx="5275803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BE2F61F-5599-41A0-944D-0F2789BE8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1849728"/>
            <a:ext cx="6419850" cy="4629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0DB13F-CE79-4D5F-8965-D812FF20F570}"/>
              </a:ext>
            </a:extLst>
          </p:cNvPr>
          <p:cNvSpPr txBox="1"/>
          <p:nvPr/>
        </p:nvSpPr>
        <p:spPr>
          <a:xfrm>
            <a:off x="7176120" y="1451172"/>
            <a:ext cx="46085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Being able to factorise can tell us the points a graph will cross the x axis. We can use this to solve all kinds of problems.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472F23-937D-48DE-8FED-3BED61E75932}"/>
              </a:ext>
            </a:extLst>
          </p:cNvPr>
          <p:cNvSpPr txBox="1"/>
          <p:nvPr/>
        </p:nvSpPr>
        <p:spPr>
          <a:xfrm>
            <a:off x="7032104" y="3429000"/>
            <a:ext cx="48965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Possible uses – investment bankers calculating if something will make money, missile targeting for the defence force, structural engineers designing a bridge, mobile phone designers calculating electrical resistance, designing a satellite tower, opticians looking at lenses, designing mirror arrangements for a solar </a:t>
            </a:r>
            <a:r>
              <a:rPr lang="en-AU" sz="2200"/>
              <a:t>power farm…</a:t>
            </a:r>
            <a:endParaRPr lang="en-AU" sz="22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AB7C491-B4ED-497A-BE90-04B8975DABFD}"/>
              </a:ext>
            </a:extLst>
          </p:cNvPr>
          <p:cNvSpPr/>
          <p:nvPr/>
        </p:nvSpPr>
        <p:spPr>
          <a:xfrm rot="20137580">
            <a:off x="2092323" y="1622645"/>
            <a:ext cx="576064" cy="2008709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350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294</Words>
  <Application>Microsoft Office PowerPoint</Application>
  <PresentationFormat>Widescreen</PresentationFormat>
  <Paragraphs>70</Paragraphs>
  <Slides>7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Martina</vt:lpstr>
      <vt:lpstr>Office Theme</vt:lpstr>
      <vt:lpstr>Warm up</vt:lpstr>
      <vt:lpstr>PowerPoint Presentation</vt:lpstr>
      <vt:lpstr>PowerPoint Presentation</vt:lpstr>
      <vt:lpstr>PowerPoint Presentation</vt:lpstr>
      <vt:lpstr>Do you understand? Fists of Five</vt:lpstr>
      <vt:lpstr>Now your turn</vt:lpstr>
      <vt:lpstr>Why do we do these? A look ahead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Hamilton Stott</cp:lastModifiedBy>
  <cp:revision>54</cp:revision>
  <dcterms:created xsi:type="dcterms:W3CDTF">2013-03-25T14:33:20Z</dcterms:created>
  <dcterms:modified xsi:type="dcterms:W3CDTF">2018-02-26T14:22:51Z</dcterms:modified>
</cp:coreProperties>
</file>