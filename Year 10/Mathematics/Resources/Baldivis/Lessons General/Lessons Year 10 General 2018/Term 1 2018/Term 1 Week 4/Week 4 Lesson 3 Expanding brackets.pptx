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5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6480" autoAdjust="0"/>
  </p:normalViewPr>
  <p:slideViewPr>
    <p:cSldViewPr snapToGrid="0">
      <p:cViewPr varScale="1">
        <p:scale>
          <a:sx n="85" d="100"/>
          <a:sy n="85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0D96F017-C43E-4E14-8759-FF92909C1AB2}"/>
    <pc:docChg chg="undo custSel addSld delSld modSld sldOrd">
      <pc:chgData name="Hamilton Stott" userId="e28223afab1f786a" providerId="LiveId" clId="{0D96F017-C43E-4E14-8759-FF92909C1AB2}" dt="2018-02-20T13:43:56.839" v="1168" actId="20577"/>
      <pc:docMkLst>
        <pc:docMk/>
      </pc:docMkLst>
      <pc:sldChg chg="addSp delSp modSp delAnim">
        <pc:chgData name="Hamilton Stott" userId="e28223afab1f786a" providerId="LiveId" clId="{0D96F017-C43E-4E14-8759-FF92909C1AB2}" dt="2018-02-20T12:38:20.833" v="147" actId="478"/>
        <pc:sldMkLst>
          <pc:docMk/>
          <pc:sldMk cId="4141119570" sldId="259"/>
        </pc:sldMkLst>
        <pc:spChg chg="del mod">
          <ac:chgData name="Hamilton Stott" userId="e28223afab1f786a" providerId="LiveId" clId="{0D96F017-C43E-4E14-8759-FF92909C1AB2}" dt="2018-02-20T12:38:20.833" v="147" actId="478"/>
          <ac:spMkLst>
            <pc:docMk/>
            <pc:sldMk cId="4141119570" sldId="259"/>
            <ac:spMk id="3" creationId="{6ADF4B1A-2A79-46F5-B0AC-5CC764A0EC72}"/>
          </ac:spMkLst>
        </pc:spChg>
        <pc:spChg chg="del">
          <ac:chgData name="Hamilton Stott" userId="e28223afab1f786a" providerId="LiveId" clId="{0D96F017-C43E-4E14-8759-FF92909C1AB2}" dt="2018-02-20T12:30:46.938" v="98" actId="478"/>
          <ac:spMkLst>
            <pc:docMk/>
            <pc:sldMk cId="4141119570" sldId="259"/>
            <ac:spMk id="6" creationId="{44E19A18-5307-4189-B7B8-487D054754DF}"/>
          </ac:spMkLst>
        </pc:spChg>
        <pc:spChg chg="mod">
          <ac:chgData name="Hamilton Stott" userId="e28223afab1f786a" providerId="LiveId" clId="{0D96F017-C43E-4E14-8759-FF92909C1AB2}" dt="2018-02-20T12:30:21.050" v="34" actId="20577"/>
          <ac:spMkLst>
            <pc:docMk/>
            <pc:sldMk cId="4141119570" sldId="259"/>
            <ac:spMk id="17" creationId="{EC05745E-D2A7-4A30-B812-5738EFA91614}"/>
          </ac:spMkLst>
        </pc:spChg>
        <pc:spChg chg="mod">
          <ac:chgData name="Hamilton Stott" userId="e28223afab1f786a" providerId="LiveId" clId="{0D96F017-C43E-4E14-8759-FF92909C1AB2}" dt="2018-02-20T12:30:41.049" v="96" actId="20577"/>
          <ac:spMkLst>
            <pc:docMk/>
            <pc:sldMk cId="4141119570" sldId="259"/>
            <ac:spMk id="18" creationId="{9C85288A-4CE0-4CC8-A16B-D6C8F38EAA17}"/>
          </ac:spMkLst>
        </pc:spChg>
        <pc:graphicFrameChg chg="del">
          <ac:chgData name="Hamilton Stott" userId="e28223afab1f786a" providerId="LiveId" clId="{0D96F017-C43E-4E14-8759-FF92909C1AB2}" dt="2018-02-20T12:30:45.394" v="97" actId="478"/>
          <ac:graphicFrameMkLst>
            <pc:docMk/>
            <pc:sldMk cId="4141119570" sldId="259"/>
            <ac:graphicFrameMk id="5" creationId="{9A976ADB-79F6-4126-95D4-351587B59C0D}"/>
          </ac:graphicFrameMkLst>
        </pc:graphicFrameChg>
        <pc:picChg chg="add mod">
          <ac:chgData name="Hamilton Stott" userId="e28223afab1f786a" providerId="LiveId" clId="{0D96F017-C43E-4E14-8759-FF92909C1AB2}" dt="2018-02-20T12:35:19.273" v="121" actId="1076"/>
          <ac:picMkLst>
            <pc:docMk/>
            <pc:sldMk cId="4141119570" sldId="259"/>
            <ac:picMk id="2" creationId="{545CA5DF-33EE-4154-9F87-6F50A858B265}"/>
          </ac:picMkLst>
        </pc:picChg>
        <pc:picChg chg="del">
          <ac:chgData name="Hamilton Stott" userId="e28223afab1f786a" providerId="LiveId" clId="{0D96F017-C43E-4E14-8759-FF92909C1AB2}" dt="2018-02-20T12:30:47.658" v="99" actId="478"/>
          <ac:picMkLst>
            <pc:docMk/>
            <pc:sldMk cId="4141119570" sldId="259"/>
            <ac:picMk id="4" creationId="{63E65B96-8CC3-41BE-AB50-0EE70503D34E}"/>
          </ac:picMkLst>
        </pc:picChg>
        <pc:picChg chg="add mod">
          <ac:chgData name="Hamilton Stott" userId="e28223afab1f786a" providerId="LiveId" clId="{0D96F017-C43E-4E14-8759-FF92909C1AB2}" dt="2018-02-20T12:36:33.433" v="130" actId="14100"/>
          <ac:picMkLst>
            <pc:docMk/>
            <pc:sldMk cId="4141119570" sldId="259"/>
            <ac:picMk id="7" creationId="{AA1D857E-5F8A-487F-8995-C42D918ADEB0}"/>
          </ac:picMkLst>
        </pc:picChg>
        <pc:picChg chg="add mod">
          <ac:chgData name="Hamilton Stott" userId="e28223afab1f786a" providerId="LiveId" clId="{0D96F017-C43E-4E14-8759-FF92909C1AB2}" dt="2018-02-20T12:36:50.875" v="133" actId="1076"/>
          <ac:picMkLst>
            <pc:docMk/>
            <pc:sldMk cId="4141119570" sldId="259"/>
            <ac:picMk id="8" creationId="{D9A1541A-DB5B-43B2-82DC-2F6F5213DA8F}"/>
          </ac:picMkLst>
        </pc:picChg>
        <pc:picChg chg="add mod">
          <ac:chgData name="Hamilton Stott" userId="e28223afab1f786a" providerId="LiveId" clId="{0D96F017-C43E-4E14-8759-FF92909C1AB2}" dt="2018-02-20T12:37:09.060" v="138" actId="14100"/>
          <ac:picMkLst>
            <pc:docMk/>
            <pc:sldMk cId="4141119570" sldId="259"/>
            <ac:picMk id="9" creationId="{6063A66D-16CA-4C78-A4D4-E3F04291894E}"/>
          </ac:picMkLst>
        </pc:picChg>
      </pc:sldChg>
      <pc:sldChg chg="del">
        <pc:chgData name="Hamilton Stott" userId="e28223afab1f786a" providerId="LiveId" clId="{0D96F017-C43E-4E14-8759-FF92909C1AB2}" dt="2018-02-20T13:24:13.012" v="619" actId="2696"/>
        <pc:sldMkLst>
          <pc:docMk/>
          <pc:sldMk cId="1160123271" sldId="260"/>
        </pc:sldMkLst>
      </pc:sldChg>
      <pc:sldChg chg="del">
        <pc:chgData name="Hamilton Stott" userId="e28223afab1f786a" providerId="LiveId" clId="{0D96F017-C43E-4E14-8759-FF92909C1AB2}" dt="2018-02-20T13:24:14.607" v="620" actId="2696"/>
        <pc:sldMkLst>
          <pc:docMk/>
          <pc:sldMk cId="2239089754" sldId="261"/>
        </pc:sldMkLst>
      </pc:sldChg>
      <pc:sldChg chg="delSp modSp add">
        <pc:chgData name="Hamilton Stott" userId="e28223afab1f786a" providerId="LiveId" clId="{0D96F017-C43E-4E14-8759-FF92909C1AB2}" dt="2018-02-20T12:38:15.249" v="146" actId="478"/>
        <pc:sldMkLst>
          <pc:docMk/>
          <pc:sldMk cId="1167262578" sldId="262"/>
        </pc:sldMkLst>
        <pc:spChg chg="del mod">
          <ac:chgData name="Hamilton Stott" userId="e28223afab1f786a" providerId="LiveId" clId="{0D96F017-C43E-4E14-8759-FF92909C1AB2}" dt="2018-02-20T12:38:15.249" v="146" actId="478"/>
          <ac:spMkLst>
            <pc:docMk/>
            <pc:sldMk cId="1167262578" sldId="262"/>
            <ac:spMk id="3" creationId="{6ADF4B1A-2A79-46F5-B0AC-5CC764A0EC72}"/>
          </ac:spMkLst>
        </pc:spChg>
        <pc:picChg chg="mod">
          <ac:chgData name="Hamilton Stott" userId="e28223afab1f786a" providerId="LiveId" clId="{0D96F017-C43E-4E14-8759-FF92909C1AB2}" dt="2018-02-20T12:37:53.217" v="141" actId="14100"/>
          <ac:picMkLst>
            <pc:docMk/>
            <pc:sldMk cId="1167262578" sldId="262"/>
            <ac:picMk id="7" creationId="{AA1D857E-5F8A-487F-8995-C42D918ADEB0}"/>
          </ac:picMkLst>
        </pc:picChg>
        <pc:picChg chg="del">
          <ac:chgData name="Hamilton Stott" userId="e28223afab1f786a" providerId="LiveId" clId="{0D96F017-C43E-4E14-8759-FF92909C1AB2}" dt="2018-02-20T12:37:23.321" v="140" actId="478"/>
          <ac:picMkLst>
            <pc:docMk/>
            <pc:sldMk cId="1167262578" sldId="262"/>
            <ac:picMk id="8" creationId="{D9A1541A-DB5B-43B2-82DC-2F6F5213DA8F}"/>
          </ac:picMkLst>
        </pc:picChg>
      </pc:sldChg>
      <pc:sldChg chg="del">
        <pc:chgData name="Hamilton Stott" userId="e28223afab1f786a" providerId="LiveId" clId="{0D96F017-C43E-4E14-8759-FF92909C1AB2}" dt="2018-02-20T12:31:06.879" v="115" actId="2696"/>
        <pc:sldMkLst>
          <pc:docMk/>
          <pc:sldMk cId="3951489622" sldId="262"/>
        </pc:sldMkLst>
      </pc:sldChg>
      <pc:sldChg chg="del">
        <pc:chgData name="Hamilton Stott" userId="e28223afab1f786a" providerId="LiveId" clId="{0D96F017-C43E-4E14-8759-FF92909C1AB2}" dt="2018-02-20T12:31:06.881" v="116" actId="2696"/>
        <pc:sldMkLst>
          <pc:docMk/>
          <pc:sldMk cId="836273100" sldId="263"/>
        </pc:sldMkLst>
      </pc:sldChg>
      <pc:sldChg chg="delSp modSp add">
        <pc:chgData name="Hamilton Stott" userId="e28223afab1f786a" providerId="LiveId" clId="{0D96F017-C43E-4E14-8759-FF92909C1AB2}" dt="2018-02-20T12:38:12.617" v="144" actId="478"/>
        <pc:sldMkLst>
          <pc:docMk/>
          <pc:sldMk cId="2939575640" sldId="263"/>
        </pc:sldMkLst>
        <pc:spChg chg="del">
          <ac:chgData name="Hamilton Stott" userId="e28223afab1f786a" providerId="LiveId" clId="{0D96F017-C43E-4E14-8759-FF92909C1AB2}" dt="2018-02-20T12:38:12.617" v="144" actId="478"/>
          <ac:spMkLst>
            <pc:docMk/>
            <pc:sldMk cId="2939575640" sldId="263"/>
            <ac:spMk id="3" creationId="{6ADF4B1A-2A79-46F5-B0AC-5CC764A0EC72}"/>
          </ac:spMkLst>
        </pc:spChg>
        <pc:picChg chg="mod">
          <ac:chgData name="Hamilton Stott" userId="e28223afab1f786a" providerId="LiveId" clId="{0D96F017-C43E-4E14-8759-FF92909C1AB2}" dt="2018-02-20T12:38:00.270" v="143" actId="14100"/>
          <ac:picMkLst>
            <pc:docMk/>
            <pc:sldMk cId="2939575640" sldId="263"/>
            <ac:picMk id="7" creationId="{AA1D857E-5F8A-487F-8995-C42D918ADEB0}"/>
          </ac:picMkLst>
        </pc:picChg>
      </pc:sldChg>
      <pc:sldChg chg="del">
        <pc:chgData name="Hamilton Stott" userId="e28223afab1f786a" providerId="LiveId" clId="{0D96F017-C43E-4E14-8759-FF92909C1AB2}" dt="2018-02-20T12:31:02.605" v="113" actId="2696"/>
        <pc:sldMkLst>
          <pc:docMk/>
          <pc:sldMk cId="3362548451" sldId="264"/>
        </pc:sldMkLst>
      </pc:sldChg>
      <pc:sldChg chg="addSp modSp add">
        <pc:chgData name="Hamilton Stott" userId="e28223afab1f786a" providerId="LiveId" clId="{0D96F017-C43E-4E14-8759-FF92909C1AB2}" dt="2018-02-20T12:40:28.909" v="229" actId="1076"/>
        <pc:sldMkLst>
          <pc:docMk/>
          <pc:sldMk cId="3654101676" sldId="264"/>
        </pc:sldMkLst>
        <pc:spChg chg="add mod">
          <ac:chgData name="Hamilton Stott" userId="e28223afab1f786a" providerId="LiveId" clId="{0D96F017-C43E-4E14-8759-FF92909C1AB2}" dt="2018-02-20T12:40:28.909" v="229" actId="1076"/>
          <ac:spMkLst>
            <pc:docMk/>
            <pc:sldMk cId="3654101676" sldId="264"/>
            <ac:spMk id="19" creationId="{DB4BC9EB-4A33-4B90-9405-BC45FF5EB5FF}"/>
          </ac:spMkLst>
        </pc:spChg>
        <pc:picChg chg="mod">
          <ac:chgData name="Hamilton Stott" userId="e28223afab1f786a" providerId="LiveId" clId="{0D96F017-C43E-4E14-8759-FF92909C1AB2}" dt="2018-02-20T12:38:47.676" v="150" actId="14100"/>
          <ac:picMkLst>
            <pc:docMk/>
            <pc:sldMk cId="3654101676" sldId="264"/>
            <ac:picMk id="7" creationId="{AA1D857E-5F8A-487F-8995-C42D918ADEB0}"/>
          </ac:picMkLst>
        </pc:picChg>
      </pc:sldChg>
      <pc:sldChg chg="modSp add">
        <pc:chgData name="Hamilton Stott" userId="e28223afab1f786a" providerId="LiveId" clId="{0D96F017-C43E-4E14-8759-FF92909C1AB2}" dt="2018-02-20T12:40:54.750" v="233" actId="14100"/>
        <pc:sldMkLst>
          <pc:docMk/>
          <pc:sldMk cId="144604681" sldId="265"/>
        </pc:sldMkLst>
        <pc:picChg chg="mod">
          <ac:chgData name="Hamilton Stott" userId="e28223afab1f786a" providerId="LiveId" clId="{0D96F017-C43E-4E14-8759-FF92909C1AB2}" dt="2018-02-20T12:40:54.750" v="233" actId="14100"/>
          <ac:picMkLst>
            <pc:docMk/>
            <pc:sldMk cId="144604681" sldId="265"/>
            <ac:picMk id="7" creationId="{AA1D857E-5F8A-487F-8995-C42D918ADEB0}"/>
          </ac:picMkLst>
        </pc:picChg>
      </pc:sldChg>
      <pc:sldChg chg="del">
        <pc:chgData name="Hamilton Stott" userId="e28223afab1f786a" providerId="LiveId" clId="{0D96F017-C43E-4E14-8759-FF92909C1AB2}" dt="2018-02-20T12:31:02.602" v="112" actId="2696"/>
        <pc:sldMkLst>
          <pc:docMk/>
          <pc:sldMk cId="3881512257" sldId="265"/>
        </pc:sldMkLst>
      </pc:sldChg>
      <pc:sldChg chg="add del">
        <pc:chgData name="Hamilton Stott" userId="e28223afab1f786a" providerId="LiveId" clId="{0D96F017-C43E-4E14-8759-FF92909C1AB2}" dt="2018-02-20T12:31:02.598" v="108" actId="2696"/>
        <pc:sldMkLst>
          <pc:docMk/>
          <pc:sldMk cId="216399434" sldId="266"/>
        </pc:sldMkLst>
      </pc:sldChg>
      <pc:sldChg chg="delSp add">
        <pc:chgData name="Hamilton Stott" userId="e28223afab1f786a" providerId="LiveId" clId="{0D96F017-C43E-4E14-8759-FF92909C1AB2}" dt="2018-02-20T12:41:02.969" v="235" actId="478"/>
        <pc:sldMkLst>
          <pc:docMk/>
          <pc:sldMk cId="4209052132" sldId="266"/>
        </pc:sldMkLst>
        <pc:picChg chg="del">
          <ac:chgData name="Hamilton Stott" userId="e28223afab1f786a" providerId="LiveId" clId="{0D96F017-C43E-4E14-8759-FF92909C1AB2}" dt="2018-02-20T12:41:02.969" v="235" actId="478"/>
          <ac:picMkLst>
            <pc:docMk/>
            <pc:sldMk cId="4209052132" sldId="266"/>
            <ac:picMk id="7" creationId="{AA1D857E-5F8A-487F-8995-C42D918ADEB0}"/>
          </ac:picMkLst>
        </pc:picChg>
      </pc:sldChg>
      <pc:sldChg chg="delSp modSp add">
        <pc:chgData name="Hamilton Stott" userId="e28223afab1f786a" providerId="LiveId" clId="{0D96F017-C43E-4E14-8759-FF92909C1AB2}" dt="2018-02-20T12:41:28.961" v="238" actId="478"/>
        <pc:sldMkLst>
          <pc:docMk/>
          <pc:sldMk cId="750287068" sldId="267"/>
        </pc:sldMkLst>
        <pc:spChg chg="mod">
          <ac:chgData name="Hamilton Stott" userId="e28223afab1f786a" providerId="LiveId" clId="{0D96F017-C43E-4E14-8759-FF92909C1AB2}" dt="2018-02-20T12:41:24.668" v="237" actId="1076"/>
          <ac:spMkLst>
            <pc:docMk/>
            <pc:sldMk cId="750287068" sldId="267"/>
            <ac:spMk id="19" creationId="{DB4BC9EB-4A33-4B90-9405-BC45FF5EB5FF}"/>
          </ac:spMkLst>
        </pc:spChg>
        <pc:picChg chg="del">
          <ac:chgData name="Hamilton Stott" userId="e28223afab1f786a" providerId="LiveId" clId="{0D96F017-C43E-4E14-8759-FF92909C1AB2}" dt="2018-02-20T12:41:28.961" v="238" actId="478"/>
          <ac:picMkLst>
            <pc:docMk/>
            <pc:sldMk cId="750287068" sldId="267"/>
            <ac:picMk id="9" creationId="{6063A66D-16CA-4C78-A4D4-E3F04291894E}"/>
          </ac:picMkLst>
        </pc:picChg>
      </pc:sldChg>
      <pc:sldChg chg="add del">
        <pc:chgData name="Hamilton Stott" userId="e28223afab1f786a" providerId="LiveId" clId="{0D96F017-C43E-4E14-8759-FF92909C1AB2}" dt="2018-02-20T12:31:06.890" v="117" actId="2696"/>
        <pc:sldMkLst>
          <pc:docMk/>
          <pc:sldMk cId="3093112211" sldId="267"/>
        </pc:sldMkLst>
      </pc:sldChg>
      <pc:sldChg chg="add del">
        <pc:chgData name="Hamilton Stott" userId="e28223afab1f786a" providerId="LiveId" clId="{0D96F017-C43E-4E14-8759-FF92909C1AB2}" dt="2018-02-20T12:31:06.876" v="114" actId="2696"/>
        <pc:sldMkLst>
          <pc:docMk/>
          <pc:sldMk cId="2326944885" sldId="268"/>
        </pc:sldMkLst>
      </pc:sldChg>
      <pc:sldChg chg="addSp delSp modSp add">
        <pc:chgData name="Hamilton Stott" userId="e28223afab1f786a" providerId="LiveId" clId="{0D96F017-C43E-4E14-8759-FF92909C1AB2}" dt="2018-02-20T13:23:55.960" v="617" actId="1076"/>
        <pc:sldMkLst>
          <pc:docMk/>
          <pc:sldMk cId="2366876402" sldId="268"/>
        </pc:sldMkLst>
        <pc:spChg chg="del">
          <ac:chgData name="Hamilton Stott" userId="e28223afab1f786a" providerId="LiveId" clId="{0D96F017-C43E-4E14-8759-FF92909C1AB2}" dt="2018-02-20T13:21:42.306" v="240" actId="478"/>
          <ac:spMkLst>
            <pc:docMk/>
            <pc:sldMk cId="2366876402" sldId="268"/>
            <ac:spMk id="19" creationId="{DB4BC9EB-4A33-4B90-9405-BC45FF5EB5FF}"/>
          </ac:spMkLst>
        </pc:spChg>
        <pc:picChg chg="del mod modCrop">
          <ac:chgData name="Hamilton Stott" userId="e28223afab1f786a" providerId="LiveId" clId="{0D96F017-C43E-4E14-8759-FF92909C1AB2}" dt="2018-02-20T13:23:51.602" v="615" actId="478"/>
          <ac:picMkLst>
            <pc:docMk/>
            <pc:sldMk cId="2366876402" sldId="268"/>
            <ac:picMk id="2" creationId="{545CA5DF-33EE-4154-9F87-6F50A858B265}"/>
          </ac:picMkLst>
        </pc:picChg>
        <pc:picChg chg="add mod">
          <ac:chgData name="Hamilton Stott" userId="e28223afab1f786a" providerId="LiveId" clId="{0D96F017-C43E-4E14-8759-FF92909C1AB2}" dt="2018-02-20T13:23:55.960" v="617" actId="1076"/>
          <ac:picMkLst>
            <pc:docMk/>
            <pc:sldMk cId="2366876402" sldId="268"/>
            <ac:picMk id="3" creationId="{28BD4994-70BF-4415-9EA5-DF36D9DD940B}"/>
          </ac:picMkLst>
        </pc:picChg>
      </pc:sldChg>
      <pc:sldChg chg="add del">
        <pc:chgData name="Hamilton Stott" userId="e28223afab1f786a" providerId="LiveId" clId="{0D96F017-C43E-4E14-8759-FF92909C1AB2}" dt="2018-02-20T12:31:02.599" v="109" actId="2696"/>
        <pc:sldMkLst>
          <pc:docMk/>
          <pc:sldMk cId="508321235" sldId="269"/>
        </pc:sldMkLst>
      </pc:sldChg>
      <pc:sldChg chg="addSp delSp modSp add">
        <pc:chgData name="Hamilton Stott" userId="e28223afab1f786a" providerId="LiveId" clId="{0D96F017-C43E-4E14-8759-FF92909C1AB2}" dt="2018-02-20T13:26:28.761" v="816" actId="1036"/>
        <pc:sldMkLst>
          <pc:docMk/>
          <pc:sldMk cId="1163164112" sldId="269"/>
        </pc:sldMkLst>
        <pc:picChg chg="add del mod">
          <ac:chgData name="Hamilton Stott" userId="e28223afab1f786a" providerId="LiveId" clId="{0D96F017-C43E-4E14-8759-FF92909C1AB2}" dt="2018-02-20T13:25:19.281" v="624" actId="478"/>
          <ac:picMkLst>
            <pc:docMk/>
            <pc:sldMk cId="1163164112" sldId="269"/>
            <ac:picMk id="2" creationId="{7EA76543-088E-4BFE-8FEE-2FF31626E3DD}"/>
          </ac:picMkLst>
        </pc:picChg>
        <pc:picChg chg="del">
          <ac:chgData name="Hamilton Stott" userId="e28223afab1f786a" providerId="LiveId" clId="{0D96F017-C43E-4E14-8759-FF92909C1AB2}" dt="2018-02-20T13:24:54.049" v="621" actId="478"/>
          <ac:picMkLst>
            <pc:docMk/>
            <pc:sldMk cId="1163164112" sldId="269"/>
            <ac:picMk id="3" creationId="{28BD4994-70BF-4415-9EA5-DF36D9DD940B}"/>
          </ac:picMkLst>
        </pc:picChg>
        <pc:picChg chg="add mod modCrop">
          <ac:chgData name="Hamilton Stott" userId="e28223afab1f786a" providerId="LiveId" clId="{0D96F017-C43E-4E14-8759-FF92909C1AB2}" dt="2018-02-20T13:26:28.761" v="816" actId="1036"/>
          <ac:picMkLst>
            <pc:docMk/>
            <pc:sldMk cId="1163164112" sldId="269"/>
            <ac:picMk id="4" creationId="{C71BF4D3-9D3C-461E-8C28-F3CC8A576442}"/>
          </ac:picMkLst>
        </pc:picChg>
        <pc:picChg chg="add mod">
          <ac:chgData name="Hamilton Stott" userId="e28223afab1f786a" providerId="LiveId" clId="{0D96F017-C43E-4E14-8759-FF92909C1AB2}" dt="2018-02-20T13:26:24.852" v="806" actId="14100"/>
          <ac:picMkLst>
            <pc:docMk/>
            <pc:sldMk cId="1163164112" sldId="269"/>
            <ac:picMk id="5" creationId="{950AC29B-AC30-4F8C-9C0E-320B9A2F63EE}"/>
          </ac:picMkLst>
        </pc:picChg>
      </pc:sldChg>
      <pc:sldChg chg="add del">
        <pc:chgData name="Hamilton Stott" userId="e28223afab1f786a" providerId="LiveId" clId="{0D96F017-C43E-4E14-8759-FF92909C1AB2}" dt="2018-02-20T12:31:02.599" v="110" actId="2696"/>
        <pc:sldMkLst>
          <pc:docMk/>
          <pc:sldMk cId="1083221776" sldId="270"/>
        </pc:sldMkLst>
      </pc:sldChg>
      <pc:sldChg chg="addSp modSp add">
        <pc:chgData name="Hamilton Stott" userId="e28223afab1f786a" providerId="LiveId" clId="{0D96F017-C43E-4E14-8759-FF92909C1AB2}" dt="2018-02-20T13:26:43.142" v="828" actId="1076"/>
        <pc:sldMkLst>
          <pc:docMk/>
          <pc:sldMk cId="2511407352" sldId="270"/>
        </pc:sldMkLst>
        <pc:picChg chg="add mod">
          <ac:chgData name="Hamilton Stott" userId="e28223afab1f786a" providerId="LiveId" clId="{0D96F017-C43E-4E14-8759-FF92909C1AB2}" dt="2018-02-20T13:26:43.142" v="828" actId="1076"/>
          <ac:picMkLst>
            <pc:docMk/>
            <pc:sldMk cId="2511407352" sldId="270"/>
            <ac:picMk id="2" creationId="{FE82839D-7092-40DE-B90C-CE24A1DB3BA4}"/>
          </ac:picMkLst>
        </pc:picChg>
        <pc:picChg chg="mod">
          <ac:chgData name="Hamilton Stott" userId="e28223afab1f786a" providerId="LiveId" clId="{0D96F017-C43E-4E14-8759-FF92909C1AB2}" dt="2018-02-20T13:26:34.121" v="826" actId="1036"/>
          <ac:picMkLst>
            <pc:docMk/>
            <pc:sldMk cId="2511407352" sldId="270"/>
            <ac:picMk id="4" creationId="{C71BF4D3-9D3C-461E-8C28-F3CC8A576442}"/>
          </ac:picMkLst>
        </pc:picChg>
      </pc:sldChg>
      <pc:sldChg chg="add del">
        <pc:chgData name="Hamilton Stott" userId="e28223afab1f786a" providerId="LiveId" clId="{0D96F017-C43E-4E14-8759-FF92909C1AB2}" dt="2018-02-20T12:31:02.600" v="111" actId="2696"/>
        <pc:sldMkLst>
          <pc:docMk/>
          <pc:sldMk cId="1424042536" sldId="271"/>
        </pc:sldMkLst>
      </pc:sldChg>
      <pc:sldChg chg="addSp modSp add">
        <pc:chgData name="Hamilton Stott" userId="e28223afab1f786a" providerId="LiveId" clId="{0D96F017-C43E-4E14-8759-FF92909C1AB2}" dt="2018-02-20T13:27:16.126" v="832" actId="14100"/>
        <pc:sldMkLst>
          <pc:docMk/>
          <pc:sldMk cId="3325320085" sldId="271"/>
        </pc:sldMkLst>
        <pc:picChg chg="add mod">
          <ac:chgData name="Hamilton Stott" userId="e28223afab1f786a" providerId="LiveId" clId="{0D96F017-C43E-4E14-8759-FF92909C1AB2}" dt="2018-02-20T13:27:16.126" v="832" actId="14100"/>
          <ac:picMkLst>
            <pc:docMk/>
            <pc:sldMk cId="3325320085" sldId="271"/>
            <ac:picMk id="3" creationId="{CA5C5306-770D-4B79-865F-D77816EE6FF4}"/>
          </ac:picMkLst>
        </pc:picChg>
      </pc:sldChg>
      <pc:sldChg chg="add del">
        <pc:chgData name="Hamilton Stott" userId="e28223afab1f786a" providerId="LiveId" clId="{0D96F017-C43E-4E14-8759-FF92909C1AB2}" dt="2018-02-20T12:30:57.197" v="107"/>
        <pc:sldMkLst>
          <pc:docMk/>
          <pc:sldMk cId="121630774" sldId="272"/>
        </pc:sldMkLst>
      </pc:sldChg>
      <pc:sldChg chg="addSp delSp modSp add">
        <pc:chgData name="Hamilton Stott" userId="e28223afab1f786a" providerId="LiveId" clId="{0D96F017-C43E-4E14-8759-FF92909C1AB2}" dt="2018-02-20T13:28:19.312" v="938" actId="1076"/>
        <pc:sldMkLst>
          <pc:docMk/>
          <pc:sldMk cId="1226905006" sldId="272"/>
        </pc:sldMkLst>
        <pc:spChg chg="add mod">
          <ac:chgData name="Hamilton Stott" userId="e28223afab1f786a" providerId="LiveId" clId="{0D96F017-C43E-4E14-8759-FF92909C1AB2}" dt="2018-02-20T13:28:16.814" v="936" actId="1076"/>
          <ac:spMkLst>
            <pc:docMk/>
            <pc:sldMk cId="1226905006" sldId="272"/>
            <ac:spMk id="5" creationId="{82215EAE-1333-4CD7-BDF9-3DCAB5B5EB02}"/>
          </ac:spMkLst>
        </pc:spChg>
        <pc:picChg chg="mod">
          <ac:chgData name="Hamilton Stott" userId="e28223afab1f786a" providerId="LiveId" clId="{0D96F017-C43E-4E14-8759-FF92909C1AB2}" dt="2018-02-20T13:28:19.312" v="938" actId="1076"/>
          <ac:picMkLst>
            <pc:docMk/>
            <pc:sldMk cId="1226905006" sldId="272"/>
            <ac:picMk id="2" creationId="{FE82839D-7092-40DE-B90C-CE24A1DB3BA4}"/>
          </ac:picMkLst>
        </pc:picChg>
        <pc:picChg chg="del">
          <ac:chgData name="Hamilton Stott" userId="e28223afab1f786a" providerId="LiveId" clId="{0D96F017-C43E-4E14-8759-FF92909C1AB2}" dt="2018-02-20T13:27:30.527" v="835" actId="478"/>
          <ac:picMkLst>
            <pc:docMk/>
            <pc:sldMk cId="1226905006" sldId="272"/>
            <ac:picMk id="3" creationId="{CA5C5306-770D-4B79-865F-D77816EE6FF4}"/>
          </ac:picMkLst>
        </pc:picChg>
        <pc:picChg chg="del">
          <ac:chgData name="Hamilton Stott" userId="e28223afab1f786a" providerId="LiveId" clId="{0D96F017-C43E-4E14-8759-FF92909C1AB2}" dt="2018-02-20T13:27:29.417" v="834" actId="478"/>
          <ac:picMkLst>
            <pc:docMk/>
            <pc:sldMk cId="1226905006" sldId="272"/>
            <ac:picMk id="4" creationId="{C71BF4D3-9D3C-461E-8C28-F3CC8A576442}"/>
          </ac:picMkLst>
        </pc:picChg>
      </pc:sldChg>
      <pc:sldChg chg="addSp modSp add">
        <pc:chgData name="Hamilton Stott" userId="e28223afab1f786a" providerId="LiveId" clId="{0D96F017-C43E-4E14-8759-FF92909C1AB2}" dt="2018-02-20T13:28:44.232" v="942" actId="14100"/>
        <pc:sldMkLst>
          <pc:docMk/>
          <pc:sldMk cId="333810780" sldId="273"/>
        </pc:sldMkLst>
        <pc:picChg chg="add mod">
          <ac:chgData name="Hamilton Stott" userId="e28223afab1f786a" providerId="LiveId" clId="{0D96F017-C43E-4E14-8759-FF92909C1AB2}" dt="2018-02-20T13:28:44.232" v="942" actId="14100"/>
          <ac:picMkLst>
            <pc:docMk/>
            <pc:sldMk cId="333810780" sldId="273"/>
            <ac:picMk id="3" creationId="{13116F2F-099E-4F6F-84E0-1B7F09B09755}"/>
          </ac:picMkLst>
        </pc:picChg>
      </pc:sldChg>
      <pc:sldChg chg="addSp modSp add modNotesTx">
        <pc:chgData name="Hamilton Stott" userId="e28223afab1f786a" providerId="LiveId" clId="{0D96F017-C43E-4E14-8759-FF92909C1AB2}" dt="2018-02-20T13:43:56.839" v="1168" actId="20577"/>
        <pc:sldMkLst>
          <pc:docMk/>
          <pc:sldMk cId="313564961" sldId="274"/>
        </pc:sldMkLst>
        <pc:picChg chg="add mod">
          <ac:chgData name="Hamilton Stott" userId="e28223afab1f786a" providerId="LiveId" clId="{0D96F017-C43E-4E14-8759-FF92909C1AB2}" dt="2018-02-20T13:29:19.700" v="946" actId="14100"/>
          <ac:picMkLst>
            <pc:docMk/>
            <pc:sldMk cId="313564961" sldId="274"/>
            <ac:picMk id="4" creationId="{7D725F4E-4D4D-45BD-977E-7899A13BB177}"/>
          </ac:picMkLst>
        </pc:picChg>
      </pc:sldChg>
      <pc:sldChg chg="addSp delSp modSp add mod ord setBg">
        <pc:chgData name="Hamilton Stott" userId="e28223afab1f786a" providerId="LiveId" clId="{0D96F017-C43E-4E14-8759-FF92909C1AB2}" dt="2018-02-20T13:41:11.560" v="966"/>
        <pc:sldMkLst>
          <pc:docMk/>
          <pc:sldMk cId="2259122711" sldId="275"/>
        </pc:sldMkLst>
        <pc:spChg chg="add del">
          <ac:chgData name="Hamilton Stott" userId="e28223afab1f786a" providerId="LiveId" clId="{0D96F017-C43E-4E14-8759-FF92909C1AB2}" dt="2018-02-20T13:40:17.781" v="951" actId="26606"/>
          <ac:spMkLst>
            <pc:docMk/>
            <pc:sldMk cId="2259122711" sldId="275"/>
            <ac:spMk id="7" creationId="{53BB5D57-6178-4F62-B472-0312F6D95A85}"/>
          </ac:spMkLst>
        </pc:spChg>
        <pc:spChg chg="add del">
          <ac:chgData name="Hamilton Stott" userId="e28223afab1f786a" providerId="LiveId" clId="{0D96F017-C43E-4E14-8759-FF92909C1AB2}" dt="2018-02-20T13:40:17.781" v="951" actId="26606"/>
          <ac:spMkLst>
            <pc:docMk/>
            <pc:sldMk cId="2259122711" sldId="275"/>
            <ac:spMk id="9" creationId="{4C61BD32-7542-4D52-BA5A-3ADE869BF8AC}"/>
          </ac:spMkLst>
        </pc:spChg>
        <pc:picChg chg="add del mod">
          <ac:chgData name="Hamilton Stott" userId="e28223afab1f786a" providerId="LiveId" clId="{0D96F017-C43E-4E14-8759-FF92909C1AB2}" dt="2018-02-20T13:40:40.529" v="955" actId="478"/>
          <ac:picMkLst>
            <pc:docMk/>
            <pc:sldMk cId="2259122711" sldId="275"/>
            <ac:picMk id="2" creationId="{7CCCB0CE-B214-46B3-947D-F156EB2A48BA}"/>
          </ac:picMkLst>
        </pc:picChg>
        <pc:picChg chg="add del mod">
          <ac:chgData name="Hamilton Stott" userId="e28223afab1f786a" providerId="LiveId" clId="{0D96F017-C43E-4E14-8759-FF92909C1AB2}" dt="2018-02-20T13:40:58.696" v="962" actId="478"/>
          <ac:picMkLst>
            <pc:docMk/>
            <pc:sldMk cId="2259122711" sldId="275"/>
            <ac:picMk id="3" creationId="{46944636-2B37-46EA-BA64-A1E09543D61D}"/>
          </ac:picMkLst>
        </pc:picChg>
        <pc:picChg chg="add mod">
          <ac:chgData name="Hamilton Stott" userId="e28223afab1f786a" providerId="LiveId" clId="{0D96F017-C43E-4E14-8759-FF92909C1AB2}" dt="2018-02-20T13:41:07.341" v="965" actId="14100"/>
          <ac:picMkLst>
            <pc:docMk/>
            <pc:sldMk cId="2259122711" sldId="275"/>
            <ac:picMk id="4" creationId="{4CBD6CEE-837F-4665-814D-43ECEC6065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441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253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921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53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4032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00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932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38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666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370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3598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312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After this the students can break into groups to complete the tarsia’s, they can expand the terms using the distributive law, a table </a:t>
            </a:r>
            <a:r>
              <a:rPr lang="en-AU"/>
              <a:t>or graphically.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10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20/02/2018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BD6CEE-837F-4665-814D-43ECEC60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4" y="0"/>
            <a:ext cx="10369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2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D857E-5F8A-487F-8995-C42D918A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62" y="2385148"/>
            <a:ext cx="5255172" cy="1629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A1541A-DB5B-43B2-82DC-2F6F5213D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911" y="2045331"/>
            <a:ext cx="2419350" cy="323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D857E-5F8A-487F-8995-C42D918A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62" y="2385148"/>
            <a:ext cx="5255172" cy="1629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6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D857E-5F8A-487F-8995-C42D918A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62" y="2669628"/>
            <a:ext cx="5255172" cy="1345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75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D857E-5F8A-487F-8995-C42D918A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62" y="2627586"/>
            <a:ext cx="5255172" cy="1387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BC9EB-4A33-4B90-9405-BC45FF5EB5FF}"/>
              </a:ext>
            </a:extLst>
          </p:cNvPr>
          <p:cNvSpPr txBox="1"/>
          <p:nvPr/>
        </p:nvSpPr>
        <p:spPr>
          <a:xfrm>
            <a:off x="8228336" y="2123837"/>
            <a:ext cx="54326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FOIL method</a:t>
            </a:r>
          </a:p>
          <a:p>
            <a:r>
              <a:rPr lang="en-GB" sz="2800" dirty="0"/>
              <a:t>F</a:t>
            </a:r>
            <a:r>
              <a:rPr lang="en-GB" dirty="0"/>
              <a:t>irst</a:t>
            </a:r>
          </a:p>
          <a:p>
            <a:r>
              <a:rPr lang="en-GB" sz="2800" dirty="0"/>
              <a:t>O</a:t>
            </a:r>
            <a:r>
              <a:rPr lang="en-GB" dirty="0"/>
              <a:t>utside</a:t>
            </a:r>
          </a:p>
          <a:p>
            <a:r>
              <a:rPr lang="en-GB" sz="2800" dirty="0"/>
              <a:t>I</a:t>
            </a:r>
            <a:r>
              <a:rPr lang="en-GB" dirty="0"/>
              <a:t>nside</a:t>
            </a:r>
          </a:p>
          <a:p>
            <a:r>
              <a:rPr lang="en-GB" sz="2800" dirty="0"/>
              <a:t>L</a:t>
            </a:r>
            <a:r>
              <a:rPr lang="en-GB" dirty="0"/>
              <a:t>ast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410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D857E-5F8A-487F-8995-C42D918A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62" y="3258208"/>
            <a:ext cx="5255172" cy="756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BC9EB-4A33-4B90-9405-BC45FF5EB5FF}"/>
              </a:ext>
            </a:extLst>
          </p:cNvPr>
          <p:cNvSpPr txBox="1"/>
          <p:nvPr/>
        </p:nvSpPr>
        <p:spPr>
          <a:xfrm>
            <a:off x="8228336" y="2123837"/>
            <a:ext cx="54326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FOIL method</a:t>
            </a:r>
          </a:p>
          <a:p>
            <a:r>
              <a:rPr lang="en-GB" sz="2800" dirty="0"/>
              <a:t>F</a:t>
            </a:r>
            <a:r>
              <a:rPr lang="en-GB" dirty="0"/>
              <a:t>irst</a:t>
            </a:r>
          </a:p>
          <a:p>
            <a:r>
              <a:rPr lang="en-GB" sz="2800" dirty="0"/>
              <a:t>O</a:t>
            </a:r>
            <a:r>
              <a:rPr lang="en-GB" dirty="0"/>
              <a:t>utside</a:t>
            </a:r>
          </a:p>
          <a:p>
            <a:r>
              <a:rPr lang="en-GB" sz="2800" dirty="0"/>
              <a:t>I</a:t>
            </a:r>
            <a:r>
              <a:rPr lang="en-GB" dirty="0"/>
              <a:t>nside</a:t>
            </a:r>
          </a:p>
          <a:p>
            <a:r>
              <a:rPr lang="en-GB" sz="2800" dirty="0"/>
              <a:t>L</a:t>
            </a:r>
            <a:r>
              <a:rPr lang="en-GB" dirty="0"/>
              <a:t>ast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60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3A66D-16CA-4C78-A4D4-E3F042918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380" y="1722214"/>
            <a:ext cx="2420322" cy="18723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BC9EB-4A33-4B90-9405-BC45FF5EB5FF}"/>
              </a:ext>
            </a:extLst>
          </p:cNvPr>
          <p:cNvSpPr txBox="1"/>
          <p:nvPr/>
        </p:nvSpPr>
        <p:spPr>
          <a:xfrm>
            <a:off x="8228336" y="2123837"/>
            <a:ext cx="54326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FOIL method</a:t>
            </a:r>
          </a:p>
          <a:p>
            <a:r>
              <a:rPr lang="en-GB" sz="2800" dirty="0"/>
              <a:t>F</a:t>
            </a:r>
            <a:r>
              <a:rPr lang="en-GB" dirty="0"/>
              <a:t>irst</a:t>
            </a:r>
          </a:p>
          <a:p>
            <a:r>
              <a:rPr lang="en-GB" sz="2800" dirty="0"/>
              <a:t>O</a:t>
            </a:r>
            <a:r>
              <a:rPr lang="en-GB" dirty="0"/>
              <a:t>utside</a:t>
            </a:r>
          </a:p>
          <a:p>
            <a:r>
              <a:rPr lang="en-GB" sz="2800" dirty="0"/>
              <a:t>I</a:t>
            </a:r>
            <a:r>
              <a:rPr lang="en-GB" dirty="0"/>
              <a:t>nside</a:t>
            </a:r>
          </a:p>
          <a:p>
            <a:r>
              <a:rPr lang="en-GB" sz="2800" dirty="0"/>
              <a:t>L</a:t>
            </a:r>
            <a:r>
              <a:rPr lang="en-GB" dirty="0"/>
              <a:t>ast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905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CA5DF-33EE-4154-9F87-6F50A858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594" y="1303330"/>
            <a:ext cx="8922994" cy="30645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BC9EB-4A33-4B90-9405-BC45FF5EB5FF}"/>
              </a:ext>
            </a:extLst>
          </p:cNvPr>
          <p:cNvSpPr txBox="1"/>
          <p:nvPr/>
        </p:nvSpPr>
        <p:spPr>
          <a:xfrm>
            <a:off x="2548594" y="4162844"/>
            <a:ext cx="54326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FOIL method</a:t>
            </a:r>
          </a:p>
          <a:p>
            <a:r>
              <a:rPr lang="en-GB" sz="2800" dirty="0"/>
              <a:t>F</a:t>
            </a:r>
            <a:r>
              <a:rPr lang="en-GB" dirty="0"/>
              <a:t>irst</a:t>
            </a:r>
          </a:p>
          <a:p>
            <a:r>
              <a:rPr lang="en-GB" sz="2800" dirty="0"/>
              <a:t>O</a:t>
            </a:r>
            <a:r>
              <a:rPr lang="en-GB" dirty="0"/>
              <a:t>utside</a:t>
            </a:r>
          </a:p>
          <a:p>
            <a:r>
              <a:rPr lang="en-GB" sz="2800" dirty="0"/>
              <a:t>I</a:t>
            </a:r>
            <a:r>
              <a:rPr lang="en-GB" dirty="0"/>
              <a:t>nside</a:t>
            </a:r>
          </a:p>
          <a:p>
            <a:r>
              <a:rPr lang="en-GB" sz="2800" dirty="0"/>
              <a:t>L</a:t>
            </a:r>
            <a:r>
              <a:rPr lang="en-GB" dirty="0"/>
              <a:t>ast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028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D4994-70BF-4415-9EA5-DF36D9DD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078" y="1303330"/>
            <a:ext cx="8529224" cy="252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7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BF4D3-9D3C-461E-8C28-F3CC8A5764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" r="61750"/>
          <a:stretch/>
        </p:blipFill>
        <p:spPr>
          <a:xfrm>
            <a:off x="3584222" y="1910349"/>
            <a:ext cx="2448000" cy="2181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0AC29B-AC30-4F8C-9C0E-320B9A2F6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222" y="1384143"/>
            <a:ext cx="2447994" cy="5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6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BF4D3-9D3C-461E-8C28-F3CC8A57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222" y="1910349"/>
            <a:ext cx="6400800" cy="2181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82839D-7092-40DE-B90C-CE24A1DB3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864" y="1375135"/>
            <a:ext cx="245080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07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BF4D3-9D3C-461E-8C28-F3CC8A57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222" y="1910349"/>
            <a:ext cx="6400800" cy="2181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82839D-7092-40DE-B90C-CE24A1DB3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864" y="1375135"/>
            <a:ext cx="2450804" cy="524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C5306-770D-4B79-865F-D77816EE6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816" y="4476644"/>
            <a:ext cx="7421992" cy="17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2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82839D-7092-40DE-B90C-CE24A1DB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2" y="1425429"/>
            <a:ext cx="2450804" cy="524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15EAE-1333-4CD7-BDF9-3DCAB5B5EB02}"/>
              </a:ext>
            </a:extLst>
          </p:cNvPr>
          <p:cNvSpPr txBox="1"/>
          <p:nvPr/>
        </p:nvSpPr>
        <p:spPr>
          <a:xfrm>
            <a:off x="2619022" y="2099734"/>
            <a:ext cx="741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Table method can also be used to expand binomial expressions</a:t>
            </a:r>
          </a:p>
        </p:txBody>
      </p:sp>
    </p:spTree>
    <p:extLst>
      <p:ext uri="{BB962C8B-B14F-4D97-AF65-F5344CB8AC3E}">
        <p14:creationId xmlns:p14="http://schemas.microsoft.com/office/powerpoint/2010/main" val="122690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82839D-7092-40DE-B90C-CE24A1DB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2" y="1425429"/>
            <a:ext cx="2450804" cy="524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15EAE-1333-4CD7-BDF9-3DCAB5B5EB02}"/>
              </a:ext>
            </a:extLst>
          </p:cNvPr>
          <p:cNvSpPr txBox="1"/>
          <p:nvPr/>
        </p:nvSpPr>
        <p:spPr>
          <a:xfrm>
            <a:off x="2619022" y="2099734"/>
            <a:ext cx="741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Table method can also be used to expand binomial expressions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16F2F-099E-4F6F-84E0-1B7F09B09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411" y="2469066"/>
            <a:ext cx="3946144" cy="222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903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Algebraic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expand a binomial expression graphically?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82839D-7092-40DE-B90C-CE24A1DB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2" y="1425429"/>
            <a:ext cx="2450804" cy="524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15EAE-1333-4CD7-BDF9-3DCAB5B5EB02}"/>
              </a:ext>
            </a:extLst>
          </p:cNvPr>
          <p:cNvSpPr txBox="1"/>
          <p:nvPr/>
        </p:nvSpPr>
        <p:spPr>
          <a:xfrm>
            <a:off x="2619022" y="2099734"/>
            <a:ext cx="741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Table method can also be used to expand binomial expressions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16F2F-099E-4F6F-84E0-1B7F09B09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411" y="2469066"/>
            <a:ext cx="3946144" cy="2222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725F4E-4D4D-45BD-977E-7899A13BB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639" y="4917726"/>
            <a:ext cx="5905120" cy="138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2429</TotalTime>
  <Words>359</Words>
  <Application>Microsoft Office PowerPoint</Application>
  <PresentationFormat>Widescreen</PresentationFormat>
  <Paragraphs>122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2018-02-20T13:43:57Z</dcterms:modified>
</cp:coreProperties>
</file>