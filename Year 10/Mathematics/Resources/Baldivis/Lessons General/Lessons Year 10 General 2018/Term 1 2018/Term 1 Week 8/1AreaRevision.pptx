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8" r:id="rId2"/>
    <p:sldId id="269" r:id="rId3"/>
    <p:sldId id="270" r:id="rId4"/>
    <p:sldId id="271" r:id="rId5"/>
    <p:sldId id="263" r:id="rId6"/>
    <p:sldId id="264" r:id="rId7"/>
    <p:sldId id="257" r:id="rId8"/>
    <p:sldId id="258" r:id="rId9"/>
    <p:sldId id="272" r:id="rId10"/>
    <p:sldId id="273" r:id="rId11"/>
    <p:sldId id="274" r:id="rId12"/>
    <p:sldId id="266" r:id="rId13"/>
    <p:sldId id="279" r:id="rId14"/>
    <p:sldId id="276" r:id="rId15"/>
    <p:sldId id="275" r:id="rId16"/>
    <p:sldId id="277" r:id="rId17"/>
    <p:sldId id="278" r:id="rId18"/>
    <p:sldId id="262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1530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need worksheet ‘</a:t>
            </a:r>
            <a:r>
              <a:rPr lang="en-AU" dirty="0" err="1"/>
              <a:t>AreaFormula</a:t>
            </a:r>
            <a:r>
              <a:rPr lang="en-AU" dirty="0"/>
              <a:t>’ once completed students need to glue into note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Each click reveals the correct formula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890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61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Handout – ‘</a:t>
            </a:r>
            <a:r>
              <a:rPr lang="en-AU" dirty="0" err="1"/>
              <a:t>AreaReviewWorksheet</a:t>
            </a:r>
            <a:r>
              <a:rPr lang="en-AU" dirty="0"/>
              <a:t>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544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6314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9563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4257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0438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18/03/2018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Ms </a:t>
            </a:r>
            <a:r>
              <a:rPr lang="en-AU" dirty="0" err="1"/>
              <a:t>Dhue</a:t>
            </a:r>
            <a:endParaRPr lang="en-AU" dirty="0"/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</p:spTree>
    <p:extLst>
      <p:ext uri="{BB962C8B-B14F-4D97-AF65-F5344CB8AC3E}">
        <p14:creationId xmlns:p14="http://schemas.microsoft.com/office/powerpoint/2010/main" val="245878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Match-Up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400" dirty="0"/>
              <a:t>Match the following formula’s with the correct shapes</a:t>
            </a:r>
          </a:p>
          <a:p>
            <a:pPr marL="0" indent="0">
              <a:buNone/>
            </a:pP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014708-CC79-4C53-9F5A-695A684D4D5D}"/>
                  </a:ext>
                </a:extLst>
              </p:cNvPr>
              <p:cNvSpPr txBox="1"/>
              <p:nvPr/>
            </p:nvSpPr>
            <p:spPr>
              <a:xfrm>
                <a:off x="1475656" y="2492896"/>
                <a:ext cx="1440160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014708-CC79-4C53-9F5A-695A684D4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2492896"/>
                <a:ext cx="1440160" cy="634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8313BA-9875-4215-8A81-F286BBFD889D}"/>
                  </a:ext>
                </a:extLst>
              </p:cNvPr>
              <p:cNvSpPr txBox="1"/>
              <p:nvPr/>
            </p:nvSpPr>
            <p:spPr>
              <a:xfrm>
                <a:off x="3716259" y="3073498"/>
                <a:ext cx="544771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8313BA-9875-4215-8A81-F286BBFD8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259" y="3073498"/>
                <a:ext cx="54477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F9B02-EB57-448A-B479-03ECB6CCEDBB}"/>
                  </a:ext>
                </a:extLst>
              </p:cNvPr>
              <p:cNvSpPr txBox="1"/>
              <p:nvPr/>
            </p:nvSpPr>
            <p:spPr>
              <a:xfrm>
                <a:off x="6765058" y="3575808"/>
                <a:ext cx="1008112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F9B02-EB57-448A-B479-03ECB6CCE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058" y="3575808"/>
                <a:ext cx="1008112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69FF7-1E13-4D7C-8222-5FFD34C5E953}"/>
                  </a:ext>
                </a:extLst>
              </p:cNvPr>
              <p:cNvSpPr txBox="1"/>
              <p:nvPr/>
            </p:nvSpPr>
            <p:spPr>
              <a:xfrm>
                <a:off x="1475656" y="3441278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569FF7-1E13-4D7C-8222-5FFD34C5E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441278"/>
                <a:ext cx="12241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195A70-25BA-4797-9B56-F3782065508A}"/>
                  </a:ext>
                </a:extLst>
              </p:cNvPr>
              <p:cNvSpPr txBox="1"/>
              <p:nvPr/>
            </p:nvSpPr>
            <p:spPr>
              <a:xfrm>
                <a:off x="3203848" y="3816306"/>
                <a:ext cx="1215752" cy="634789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195A70-25BA-4797-9B56-F37820655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3816306"/>
                <a:ext cx="1215752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7E4F34-1A97-4247-8597-34593078E36F}"/>
                  </a:ext>
                </a:extLst>
              </p:cNvPr>
              <p:cNvSpPr txBox="1"/>
              <p:nvPr/>
            </p:nvSpPr>
            <p:spPr>
              <a:xfrm>
                <a:off x="3356955" y="2338921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7E4F34-1A97-4247-8597-34593078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955" y="2338921"/>
                <a:ext cx="122413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302E0E-7A6F-4D2F-9147-17755BCDE5C9}"/>
                  </a:ext>
                </a:extLst>
              </p:cNvPr>
              <p:cNvSpPr txBox="1"/>
              <p:nvPr/>
            </p:nvSpPr>
            <p:spPr>
              <a:xfrm>
                <a:off x="5317006" y="2506123"/>
                <a:ext cx="1224136" cy="610936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302E0E-7A6F-4D2F-9147-17755BCDE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06" y="2506123"/>
                <a:ext cx="1224136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CF2805-C43D-48ED-8F0A-896B141440D8}"/>
                  </a:ext>
                </a:extLst>
              </p:cNvPr>
              <p:cNvSpPr txBox="1"/>
              <p:nvPr/>
            </p:nvSpPr>
            <p:spPr>
              <a:xfrm>
                <a:off x="4928579" y="3467238"/>
                <a:ext cx="1224136" cy="369332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CF2805-C43D-48ED-8F0A-896B14144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579" y="3467238"/>
                <a:ext cx="122413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6AB25-30B3-4A98-AD6F-7B59CAE9B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948" y="2060848"/>
            <a:ext cx="6115904" cy="372479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6A76CF-CA01-4E55-AA81-C0CB1C7087C3}"/>
              </a:ext>
            </a:extLst>
          </p:cNvPr>
          <p:cNvSpPr/>
          <p:nvPr/>
        </p:nvSpPr>
        <p:spPr>
          <a:xfrm>
            <a:off x="2771800" y="2371609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39281-2AFC-4FC4-A73C-C34A9DF29D3C}"/>
              </a:ext>
            </a:extLst>
          </p:cNvPr>
          <p:cNvSpPr/>
          <p:nvPr/>
        </p:nvSpPr>
        <p:spPr>
          <a:xfrm>
            <a:off x="4244664" y="2380572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80D802-58DF-4095-9EF4-8EAAEBFDEDE3}"/>
              </a:ext>
            </a:extLst>
          </p:cNvPr>
          <p:cNvSpPr/>
          <p:nvPr/>
        </p:nvSpPr>
        <p:spPr>
          <a:xfrm>
            <a:off x="5717528" y="2371609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17790E-57CE-4C20-BDA9-1939EDCAB0EE}"/>
              </a:ext>
            </a:extLst>
          </p:cNvPr>
          <p:cNvSpPr/>
          <p:nvPr/>
        </p:nvSpPr>
        <p:spPr>
          <a:xfrm>
            <a:off x="7247190" y="2361103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1C70C-1C37-4167-9EFF-8A82DC72BDD8}"/>
              </a:ext>
            </a:extLst>
          </p:cNvPr>
          <p:cNvSpPr/>
          <p:nvPr/>
        </p:nvSpPr>
        <p:spPr>
          <a:xfrm>
            <a:off x="2775009" y="4000752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039EEE-499F-4A26-B2B6-2E42C3C4CC44}"/>
              </a:ext>
            </a:extLst>
          </p:cNvPr>
          <p:cNvSpPr/>
          <p:nvPr/>
        </p:nvSpPr>
        <p:spPr>
          <a:xfrm>
            <a:off x="4283968" y="4011903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5D44A-FBE8-4120-8D2D-99210B68BAF0}"/>
              </a:ext>
            </a:extLst>
          </p:cNvPr>
          <p:cNvSpPr/>
          <p:nvPr/>
        </p:nvSpPr>
        <p:spPr>
          <a:xfrm>
            <a:off x="5761473" y="3990657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A9E287-033F-459E-97A6-113BEB3F516D}"/>
              </a:ext>
            </a:extLst>
          </p:cNvPr>
          <p:cNvSpPr/>
          <p:nvPr/>
        </p:nvSpPr>
        <p:spPr>
          <a:xfrm>
            <a:off x="7238978" y="4013097"/>
            <a:ext cx="1368152" cy="472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Calculate the area of a variety of shapes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Being able to calculate the area of a variety of shapes.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519DB-FD01-466C-99E3-3235E22F1D21}"/>
              </a:ext>
            </a:extLst>
          </p:cNvPr>
          <p:cNvSpPr txBox="1"/>
          <p:nvPr/>
        </p:nvSpPr>
        <p:spPr>
          <a:xfrm>
            <a:off x="3270437" y="2348880"/>
            <a:ext cx="55500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process for calculating the area of a shape is</a:t>
            </a:r>
          </a:p>
          <a:p>
            <a:endParaRPr lang="en-A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Identify the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Select the correct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Make sure the units are the same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Substitute the values into the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area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Remember to include the units</a:t>
            </a:r>
            <a:r>
              <a:rPr lang="en-AU" baseline="30000" dirty="0"/>
              <a:t>2</a:t>
            </a:r>
            <a:r>
              <a:rPr lang="en-AU" dirty="0"/>
              <a:t> in your answer</a:t>
            </a:r>
          </a:p>
        </p:txBody>
      </p:sp>
    </p:spTree>
    <p:extLst>
      <p:ext uri="{BB962C8B-B14F-4D97-AF65-F5344CB8AC3E}">
        <p14:creationId xmlns:p14="http://schemas.microsoft.com/office/powerpoint/2010/main" val="26522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A3C8E-31BA-459E-9F65-BFF7B9AEB718}"/>
              </a:ext>
            </a:extLst>
          </p:cNvPr>
          <p:cNvSpPr txBox="1"/>
          <p:nvPr/>
        </p:nvSpPr>
        <p:spPr>
          <a:xfrm>
            <a:off x="3059832" y="2276872"/>
            <a:ext cx="58326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Calculate the area of the following shape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                           </a:t>
            </a:r>
            <a:r>
              <a:rPr lang="en-AU" sz="1600" dirty="0"/>
              <a:t>12cm</a:t>
            </a:r>
          </a:p>
          <a:p>
            <a:endParaRPr lang="en-AU" dirty="0"/>
          </a:p>
          <a:p>
            <a:r>
              <a:rPr lang="en-AU" dirty="0"/>
              <a:t>Formula is Area = l x w</a:t>
            </a:r>
          </a:p>
          <a:p>
            <a:endParaRPr lang="en-AU" dirty="0"/>
          </a:p>
          <a:p>
            <a:r>
              <a:rPr lang="en-AU" dirty="0"/>
              <a:t>Substitute the values into the formula</a:t>
            </a:r>
          </a:p>
          <a:p>
            <a:r>
              <a:rPr lang="en-AU" dirty="0"/>
              <a:t>                    Area = 12cm x 5cm</a:t>
            </a:r>
          </a:p>
          <a:p>
            <a:r>
              <a:rPr lang="en-AU" dirty="0"/>
              <a:t>                    Area = 60cm </a:t>
            </a:r>
            <a:r>
              <a:rPr lang="en-AU" baseline="30000" dirty="0"/>
              <a:t>2</a:t>
            </a:r>
          </a:p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70DCA-D72E-4AC0-9E6F-8946BB037BC1}"/>
              </a:ext>
            </a:extLst>
          </p:cNvPr>
          <p:cNvSpPr/>
          <p:nvPr/>
        </p:nvSpPr>
        <p:spPr>
          <a:xfrm>
            <a:off x="3270437" y="2924944"/>
            <a:ext cx="3605819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49E5E-DB44-40D0-9BA7-7DF3D4D5A8CF}"/>
              </a:ext>
            </a:extLst>
          </p:cNvPr>
          <p:cNvSpPr txBox="1"/>
          <p:nvPr/>
        </p:nvSpPr>
        <p:spPr>
          <a:xfrm>
            <a:off x="7020272" y="3501008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5cm</a:t>
            </a:r>
          </a:p>
        </p:txBody>
      </p:sp>
    </p:spTree>
    <p:extLst>
      <p:ext uri="{BB962C8B-B14F-4D97-AF65-F5344CB8AC3E}">
        <p14:creationId xmlns:p14="http://schemas.microsoft.com/office/powerpoint/2010/main" val="375993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regular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A3C8E-31BA-459E-9F65-BFF7B9AEB718}"/>
              </a:ext>
            </a:extLst>
          </p:cNvPr>
          <p:cNvSpPr txBox="1"/>
          <p:nvPr/>
        </p:nvSpPr>
        <p:spPr>
          <a:xfrm>
            <a:off x="3059832" y="2276872"/>
            <a:ext cx="58326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Calculate the area of the following shape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                           </a:t>
            </a:r>
            <a:r>
              <a:rPr lang="en-AU" sz="1600" dirty="0"/>
              <a:t>12cm</a:t>
            </a:r>
          </a:p>
          <a:p>
            <a:endParaRPr lang="en-AU" dirty="0"/>
          </a:p>
          <a:p>
            <a:r>
              <a:rPr lang="en-AU" dirty="0"/>
              <a:t>Change 50mm to _______ cm</a:t>
            </a:r>
          </a:p>
          <a:p>
            <a:endParaRPr lang="en-AU" dirty="0"/>
          </a:p>
          <a:p>
            <a:r>
              <a:rPr lang="en-AU" dirty="0"/>
              <a:t>Formula is Area = l x w</a:t>
            </a:r>
          </a:p>
          <a:p>
            <a:r>
              <a:rPr lang="en-AU" dirty="0"/>
              <a:t>Substitute the values into the formula</a:t>
            </a:r>
          </a:p>
          <a:p>
            <a:r>
              <a:rPr lang="en-AU" dirty="0"/>
              <a:t>                    Area = 12cm x 5cm</a:t>
            </a:r>
          </a:p>
          <a:p>
            <a:r>
              <a:rPr lang="en-AU" dirty="0"/>
              <a:t>                    Area = 60cm </a:t>
            </a:r>
            <a:r>
              <a:rPr lang="en-AU" baseline="30000" dirty="0"/>
              <a:t>2</a:t>
            </a:r>
          </a:p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70DCA-D72E-4AC0-9E6F-8946BB037BC1}"/>
              </a:ext>
            </a:extLst>
          </p:cNvPr>
          <p:cNvSpPr/>
          <p:nvPr/>
        </p:nvSpPr>
        <p:spPr>
          <a:xfrm>
            <a:off x="3270437" y="2924944"/>
            <a:ext cx="3605819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49E5E-DB44-40D0-9BA7-7DF3D4D5A8CF}"/>
              </a:ext>
            </a:extLst>
          </p:cNvPr>
          <p:cNvSpPr txBox="1"/>
          <p:nvPr/>
        </p:nvSpPr>
        <p:spPr>
          <a:xfrm>
            <a:off x="7020272" y="3501008"/>
            <a:ext cx="792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50mm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3ADC8D65-F2E9-45D8-BACB-F86C503ED6B6}"/>
              </a:ext>
            </a:extLst>
          </p:cNvPr>
          <p:cNvSpPr/>
          <p:nvPr/>
        </p:nvSpPr>
        <p:spPr>
          <a:xfrm rot="8758045">
            <a:off x="6808242" y="3993925"/>
            <a:ext cx="1919360" cy="1954523"/>
          </a:xfrm>
          <a:prstGeom prst="wedgeEllipse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348546-7A5C-4F4A-898C-7E855CE3A378}"/>
              </a:ext>
            </a:extLst>
          </p:cNvPr>
          <p:cNvSpPr txBox="1"/>
          <p:nvPr/>
        </p:nvSpPr>
        <p:spPr>
          <a:xfrm>
            <a:off x="7236296" y="4293096"/>
            <a:ext cx="1296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Make sure the units are the same before calculating</a:t>
            </a:r>
          </a:p>
        </p:txBody>
      </p:sp>
    </p:spTree>
    <p:extLst>
      <p:ext uri="{BB962C8B-B14F-4D97-AF65-F5344CB8AC3E}">
        <p14:creationId xmlns:p14="http://schemas.microsoft.com/office/powerpoint/2010/main" val="269301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Shoulder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0E097-9796-4ED1-8A39-273B863E6033}"/>
              </a:ext>
            </a:extLst>
          </p:cNvPr>
          <p:cNvSpPr txBox="1"/>
          <p:nvPr/>
        </p:nvSpPr>
        <p:spPr>
          <a:xfrm>
            <a:off x="1475656" y="1772816"/>
            <a:ext cx="67687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Check that the person next to you has all the notes written down.</a:t>
            </a:r>
          </a:p>
          <a:p>
            <a:endParaRPr lang="en-AU" dirty="0"/>
          </a:p>
          <a:p>
            <a:r>
              <a:rPr lang="en-AU" dirty="0"/>
              <a:t>Are they ready to move on?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259CD001-517D-41BA-BE57-3E92332E6C4C}"/>
              </a:ext>
            </a:extLst>
          </p:cNvPr>
          <p:cNvSpPr/>
          <p:nvPr/>
        </p:nvSpPr>
        <p:spPr>
          <a:xfrm>
            <a:off x="2469846" y="3284984"/>
            <a:ext cx="1944216" cy="1944216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59F796A7-5D99-4FDA-9908-4A4DC77E84C3}"/>
              </a:ext>
            </a:extLst>
          </p:cNvPr>
          <p:cNvSpPr/>
          <p:nvPr/>
        </p:nvSpPr>
        <p:spPr>
          <a:xfrm rot="10800000">
            <a:off x="5580112" y="3284984"/>
            <a:ext cx="1944216" cy="1944216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B2661-8AF7-4B17-81F5-4108F427803A}"/>
              </a:ext>
            </a:extLst>
          </p:cNvPr>
          <p:cNvSpPr txBox="1"/>
          <p:nvPr/>
        </p:nvSpPr>
        <p:spPr>
          <a:xfrm>
            <a:off x="3815915" y="2780928"/>
            <a:ext cx="2088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Thumbs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36C0A-B350-4A8C-895D-9D1D2A2032B6}"/>
              </a:ext>
            </a:extLst>
          </p:cNvPr>
          <p:cNvSpPr txBox="1"/>
          <p:nvPr/>
        </p:nvSpPr>
        <p:spPr>
          <a:xfrm>
            <a:off x="3059832" y="3933056"/>
            <a:ext cx="75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74645D-CAC9-48C2-BEDF-18DD799B97A8}"/>
              </a:ext>
            </a:extLst>
          </p:cNvPr>
          <p:cNvSpPr txBox="1"/>
          <p:nvPr/>
        </p:nvSpPr>
        <p:spPr>
          <a:xfrm>
            <a:off x="6264187" y="425709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309579-30C1-4546-ACA5-881C10C822B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43514" t="48678" r="27800" b="34874"/>
          <a:stretch/>
        </p:blipFill>
        <p:spPr bwMode="auto">
          <a:xfrm>
            <a:off x="1619672" y="1556792"/>
            <a:ext cx="6048672" cy="25922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E1A319-CB42-48BA-AEA8-BDABC573F8A8}"/>
              </a:ext>
            </a:extLst>
          </p:cNvPr>
          <p:cNvSpPr txBox="1"/>
          <p:nvPr/>
        </p:nvSpPr>
        <p:spPr>
          <a:xfrm>
            <a:off x="1403648" y="4653136"/>
            <a:ext cx="676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Then do questions 5, 6, 7 &amp; 8 on both the front and back of the worksheet.</a:t>
            </a:r>
          </a:p>
        </p:txBody>
      </p:sp>
    </p:spTree>
    <p:extLst>
      <p:ext uri="{BB962C8B-B14F-4D97-AF65-F5344CB8AC3E}">
        <p14:creationId xmlns:p14="http://schemas.microsoft.com/office/powerpoint/2010/main" val="2284356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519DB-FD01-466C-99E3-3235E22F1D21}"/>
              </a:ext>
            </a:extLst>
          </p:cNvPr>
          <p:cNvSpPr txBox="1"/>
          <p:nvPr/>
        </p:nvSpPr>
        <p:spPr>
          <a:xfrm>
            <a:off x="3270437" y="2348880"/>
            <a:ext cx="555003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process for calculating the area of a shape is</a:t>
            </a:r>
          </a:p>
          <a:p>
            <a:endParaRPr lang="en-A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Break the shape into regular shapes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Identify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Select the correct formula’s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dimensions of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Make sure the units are the same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Substitute the values into the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Calculate the area of each shape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Combine the area’s (add or subtract)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AU" dirty="0"/>
              <a:t>Remember to include the units</a:t>
            </a:r>
            <a:r>
              <a:rPr lang="en-AU" baseline="30000" dirty="0"/>
              <a:t>2</a:t>
            </a:r>
            <a:r>
              <a:rPr lang="en-AU" dirty="0"/>
              <a:t> in your answer</a:t>
            </a:r>
          </a:p>
        </p:txBody>
      </p:sp>
    </p:spTree>
    <p:extLst>
      <p:ext uri="{BB962C8B-B14F-4D97-AF65-F5344CB8AC3E}">
        <p14:creationId xmlns:p14="http://schemas.microsoft.com/office/powerpoint/2010/main" val="3270150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/>
              <p:nvPr/>
            </p:nvSpPr>
            <p:spPr>
              <a:xfrm>
                <a:off x="3270437" y="2348880"/>
                <a:ext cx="5622043" cy="4464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Calculate the area of the following shape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Break the shape into shapes you know the formula’s for</a:t>
                </a:r>
              </a:p>
              <a:p>
                <a:r>
                  <a:rPr lang="en-AU" dirty="0"/>
                  <a:t>Select the formula’s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&amp;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Work out dimensions: l=8cm;w=5cm;b=5cm;h=2cm</a:t>
                </a:r>
              </a:p>
              <a:p>
                <a:r>
                  <a:rPr lang="en-AU" dirty="0"/>
                  <a:t>Calculate area’s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=8×5=40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5×2=5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en-AU" dirty="0"/>
                  <a:t>Area = 40 + 5 = 45cm</a:t>
                </a:r>
                <a:r>
                  <a:rPr lang="en-AU" baseline="30000" dirty="0"/>
                  <a:t>2</a:t>
                </a:r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437" y="2348880"/>
                <a:ext cx="5622043" cy="4464556"/>
              </a:xfrm>
              <a:prstGeom prst="rect">
                <a:avLst/>
              </a:prstGeom>
              <a:blipFill>
                <a:blip r:embed="rId3"/>
                <a:stretch>
                  <a:fillRect l="-867" t="-682" b="-1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8ED6476-2F20-4E12-AA07-234524E6AD86}"/>
              </a:ext>
            </a:extLst>
          </p:cNvPr>
          <p:cNvSpPr/>
          <p:nvPr/>
        </p:nvSpPr>
        <p:spPr>
          <a:xfrm>
            <a:off x="4355976" y="2874914"/>
            <a:ext cx="2304256" cy="936104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9B54EA-6FD7-4B49-BF42-AA2DB5B920A9}"/>
              </a:ext>
            </a:extLst>
          </p:cNvPr>
          <p:cNvSpPr txBox="1"/>
          <p:nvPr/>
        </p:nvSpPr>
        <p:spPr>
          <a:xfrm>
            <a:off x="3707904" y="3212976"/>
            <a:ext cx="50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5cm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5CC37-F5B9-4F37-A77C-182B20E4382B}"/>
              </a:ext>
            </a:extLst>
          </p:cNvPr>
          <p:cNvSpPr txBox="1"/>
          <p:nvPr/>
        </p:nvSpPr>
        <p:spPr>
          <a:xfrm>
            <a:off x="5004918" y="3880364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8cm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84D0AA-0BE4-457C-B621-A91D1B696C19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4355976" y="3342966"/>
            <a:ext cx="2304256" cy="0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8B2FA6-24B2-47AB-A7FB-F45FDBB26F52}"/>
              </a:ext>
            </a:extLst>
          </p:cNvPr>
          <p:cNvCxnSpPr/>
          <p:nvPr/>
        </p:nvCxnSpPr>
        <p:spPr>
          <a:xfrm>
            <a:off x="4429725" y="3887762"/>
            <a:ext cx="17264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0167266-BD09-4C6D-9B7F-ABEF2E7D8970}"/>
              </a:ext>
            </a:extLst>
          </p:cNvPr>
          <p:cNvSpPr txBox="1"/>
          <p:nvPr/>
        </p:nvSpPr>
        <p:spPr>
          <a:xfrm>
            <a:off x="4951544" y="3056149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10cm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9321ED3-1F34-4FFF-BFF3-900D92C60178}"/>
              </a:ext>
            </a:extLst>
          </p:cNvPr>
          <p:cNvCxnSpPr/>
          <p:nvPr/>
        </p:nvCxnSpPr>
        <p:spPr>
          <a:xfrm>
            <a:off x="6156176" y="2852936"/>
            <a:ext cx="0" cy="958082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53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15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area of composite shapes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/>
              <p:nvPr/>
            </p:nvSpPr>
            <p:spPr>
              <a:xfrm>
                <a:off x="3236901" y="2024903"/>
                <a:ext cx="5622043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Calculate the area of the following shape (shaded part)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Break the shape into shapes you know the formula’s for</a:t>
                </a:r>
              </a:p>
              <a:p>
                <a:r>
                  <a:rPr lang="en-AU" dirty="0"/>
                  <a:t>Select the formula’s (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AU" dirty="0"/>
                  <a:t>)</a:t>
                </a:r>
              </a:p>
              <a:p>
                <a:r>
                  <a:rPr lang="en-AU" dirty="0"/>
                  <a:t>Work out dimensions: l=6cm;w=10cm;&amp;l=2cm;w=5cm</a:t>
                </a:r>
              </a:p>
              <a:p>
                <a:r>
                  <a:rPr lang="en-AU" dirty="0"/>
                  <a:t>Calculate area’s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=6×10=60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=2×5=10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endParaRPr lang="en-AU" dirty="0"/>
              </a:p>
              <a:p>
                <a:pPr algn="ctr">
                  <a:lnSpc>
                    <a:spcPct val="150000"/>
                  </a:lnSpc>
                </a:pPr>
                <a:r>
                  <a:rPr lang="en-AU" dirty="0"/>
                  <a:t>Area = 60 - 10 = 50cm</a:t>
                </a:r>
                <a:r>
                  <a:rPr lang="en-AU" baseline="30000" dirty="0"/>
                  <a:t>2</a:t>
                </a:r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0E84BF-84EC-417C-AAD2-4B8FA9A0B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901" y="2024903"/>
                <a:ext cx="5622043" cy="4524315"/>
              </a:xfrm>
              <a:prstGeom prst="rect">
                <a:avLst/>
              </a:prstGeom>
              <a:blipFill>
                <a:blip r:embed="rId3"/>
                <a:stretch>
                  <a:fillRect l="-976" t="-674" b="-2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0B4703C7-7735-4B5F-958E-B7C3EBC64329}"/>
              </a:ext>
            </a:extLst>
          </p:cNvPr>
          <p:cNvSpPr/>
          <p:nvPr/>
        </p:nvSpPr>
        <p:spPr>
          <a:xfrm>
            <a:off x="4018844" y="2461204"/>
            <a:ext cx="2232248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A839F1-02A1-479C-98B0-17B4A8F4A2E4}"/>
              </a:ext>
            </a:extLst>
          </p:cNvPr>
          <p:cNvSpPr/>
          <p:nvPr/>
        </p:nvSpPr>
        <p:spPr>
          <a:xfrm>
            <a:off x="4450892" y="2742473"/>
            <a:ext cx="1368152" cy="5760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FBE4B9-0CC6-4F95-B79D-9FFE990C6028}"/>
              </a:ext>
            </a:extLst>
          </p:cNvPr>
          <p:cNvSpPr txBox="1"/>
          <p:nvPr/>
        </p:nvSpPr>
        <p:spPr>
          <a:xfrm>
            <a:off x="3384470" y="2785316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6m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8A6A7D-02E2-49D0-8B01-BD8436945238}"/>
              </a:ext>
            </a:extLst>
          </p:cNvPr>
          <p:cNvSpPr txBox="1"/>
          <p:nvPr/>
        </p:nvSpPr>
        <p:spPr>
          <a:xfrm>
            <a:off x="4846936" y="3702337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10m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771375-82DD-42C2-B8FE-EB542CB7394F}"/>
              </a:ext>
            </a:extLst>
          </p:cNvPr>
          <p:cNvSpPr txBox="1"/>
          <p:nvPr/>
        </p:nvSpPr>
        <p:spPr>
          <a:xfrm>
            <a:off x="5759890" y="2919383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A191D-05C3-406F-989D-EC99A71ADF84}"/>
              </a:ext>
            </a:extLst>
          </p:cNvPr>
          <p:cNvSpPr txBox="1"/>
          <p:nvPr/>
        </p:nvSpPr>
        <p:spPr>
          <a:xfrm>
            <a:off x="4846936" y="327271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5m</a:t>
            </a:r>
          </a:p>
        </p:txBody>
      </p:sp>
    </p:spTree>
    <p:extLst>
      <p:ext uri="{BB962C8B-B14F-4D97-AF65-F5344CB8AC3E}">
        <p14:creationId xmlns:p14="http://schemas.microsoft.com/office/powerpoint/2010/main" val="2113476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112474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B65FA3-0717-47C6-B4D8-88ADF67BA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636912"/>
            <a:ext cx="8748464" cy="205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0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D48759-583D-4BB3-98CC-1A1EAFE67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63688" y="1124744"/>
            <a:ext cx="5688632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Success Criteria </a:t>
            </a:r>
          </a:p>
          <a:p>
            <a:pPr marL="0" indent="0" algn="ctr">
              <a:buNone/>
            </a:pPr>
            <a:r>
              <a:rPr lang="en-AU" dirty="0"/>
              <a:t>- Being able to calculate the area of a variety of shapes.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Jot down 3 points that demonstrate you have meet the “Success Criteria”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777</Words>
  <Application>Microsoft Office PowerPoint</Application>
  <PresentationFormat>On-screen Show (4:3)</PresentationFormat>
  <Paragraphs>240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Wingdings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Match-Up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Activity</vt:lpstr>
      <vt:lpstr>Quick Write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27</cp:revision>
  <dcterms:created xsi:type="dcterms:W3CDTF">2016-10-20T03:14:06Z</dcterms:created>
  <dcterms:modified xsi:type="dcterms:W3CDTF">2018-03-18T03:25:08Z</dcterms:modified>
</cp:coreProperties>
</file>