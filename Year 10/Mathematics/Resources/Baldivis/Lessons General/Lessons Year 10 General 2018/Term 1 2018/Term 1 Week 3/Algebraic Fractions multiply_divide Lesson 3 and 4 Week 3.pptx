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58" r:id="rId3"/>
    <p:sldId id="259" r:id="rId4"/>
    <p:sldId id="263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C8AE83D5-2637-41F8-8DC7-ADEA6608F16B}"/>
    <pc:docChg chg="modSld">
      <pc:chgData name="Sarah James" userId="e5e3e68366f0feb3" providerId="LiveId" clId="{C8AE83D5-2637-41F8-8DC7-ADEA6608F16B}" dt="2018-02-01T13:56:42.034" v="1"/>
      <pc:docMkLst>
        <pc:docMk/>
      </pc:docMkLst>
      <pc:sldChg chg="modAnim">
        <pc:chgData name="Sarah James" userId="e5e3e68366f0feb3" providerId="LiveId" clId="{C8AE83D5-2637-41F8-8DC7-ADEA6608F16B}" dt="2018-02-01T13:56:42.034" v="1"/>
        <pc:sldMkLst>
          <pc:docMk/>
          <pc:sldMk cId="1013366416" sldId="2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D7B0E-F407-42E2-B619-F6EB073D4D24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695B8-F5AC-4503-A975-DE622E2D41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665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86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202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256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90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0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58171-E082-42DB-B0A3-F5917C888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DD1F2-25F3-4917-899E-5C0FCC68A2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BB9F1-FE37-4CFB-B3A2-BD8FBE74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A60BC-C071-4BC3-89DD-CCFA24B2E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5C6D1-C896-47BA-9662-E318C142C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501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AB1EE-42F8-42BE-A4E1-06F8ABE34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F465-36D8-437B-A550-C20ACF6CB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6970A-6DB9-4C0E-BA07-8048BBDC5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9ED56-0C3A-4621-AD9D-986440135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B865-45FA-4147-A70C-74A924EA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3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C0B6-CC5E-4EFF-963E-41FE748C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72FF1-606D-4F40-8595-D512A8DA7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B5818-56CE-42CF-A348-CBE7F7D2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E2AC-A4FF-487B-BEFF-47EF210D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FCCE5-64DF-48B8-839D-FCF9B8D4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516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0E3D-D3AC-4B0A-BB4F-AD554D2E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58101-0ED0-4AF6-B320-0E8A5BDFB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124F6-A8F2-4EBA-87F2-22C68B6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D0038-D5E4-4D3C-9735-D68E2D1D4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54BAE-759A-4F39-8558-A856070B3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A4685-A846-4671-94F5-17DB1C1C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0883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B7D1-D119-4DE5-B5A7-CEC6F1A02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22693-364C-4C83-BC44-421076B82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A3C0D-9DBF-453E-B4BF-5E68037D2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259E9-67DA-4E24-A6BA-FF7A077DA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FB167-FEBB-4701-8A25-08E740318F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869A3B-7AAD-48E6-94FB-7BA247242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A42080-D682-4DEA-AA5F-D16AD2A8F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E1112-A65C-4D17-93E8-7A59308FF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9587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B8053-7843-4FA6-A1C2-FB0121B97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51DBD-4D96-4870-97E3-085492431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9FA9D-7B5D-4DA0-9C63-E88F1976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204C5-76D1-4A2C-8CBA-C25507352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000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446C8-B953-422E-9196-2A0836C41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90D697-27A9-4D30-87BA-517E552E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08A06-81CB-4869-A3E3-E61B63AFE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983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DC7F-B013-46CD-83E3-4F5AC1513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2C063-F147-4BDD-8071-3A95A475B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369C0-A7B8-44EA-852F-6367D89F8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D57D2-79FC-4846-88FB-16AD47FC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26533-037F-4E76-9C96-64212AE3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5F523-98C0-40B5-AA9B-30B272240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4279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9166A-8491-4D22-951C-6B7FF597C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685F2-B190-4E5B-AC1B-8E48C3B85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A298A-49E9-4009-8D92-B149FDDE2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715E7-DD23-44E4-94AD-0576225D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8D55A-11AB-4182-9179-716782227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33832-D51D-4D8E-B718-62C1F995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676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AE890-7D5C-436F-893E-8767A9D6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4B6576-4ECD-4825-AF2B-B168A4B55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FE333-B59E-4689-A4C9-20E7C2BDE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71143-DF18-45FE-ADA9-A924656D0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7CD44-C90A-4927-AE0B-8F9542BB6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7314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C764BD-D5A2-486B-9AFE-32BE76205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48D74A-4C49-4E28-B1F3-BD00C0F7B7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0E2AB-0C52-4168-A3ED-27AEA77F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2398E-53B2-4278-B595-34615A545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B294C-3E83-4622-8CCC-F39E9A6D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537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BF338-533C-4A8B-B2F8-12C9CCBB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B0BE2-A080-4FCC-96A9-29EFCC058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91679-37E6-41B8-BD8A-08EF47F43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EE8D7-7DED-41DC-83E2-5AD5CC4F97D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8C452-BA01-488E-A676-0371CC2BB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B2D34-5AEA-4F45-9ED2-7797CE110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2436C-DCFA-4FED-8537-6FEB543B3D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029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3752165"/>
            <a:ext cx="9652164" cy="1261011"/>
          </a:xfrm>
        </p:spPr>
        <p:txBody>
          <a:bodyPr>
            <a:normAutofit fontScale="85000" lnSpcReduction="20000"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2495551" y="3105834"/>
            <a:ext cx="7267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multiply and divide algebraic fractions?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multiply and divide algebraic fractions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multiply and divide algebraic fractions?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8856" y="1483777"/>
            <a:ext cx="8651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Remember that when you multiply fractions, you multiply the numerators and multiply the denominators.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D2019AF-0198-4DB0-BB03-57B33CC5B232}"/>
              </a:ext>
            </a:extLst>
          </p:cNvPr>
          <p:cNvSpPr/>
          <p:nvPr/>
        </p:nvSpPr>
        <p:spPr>
          <a:xfrm>
            <a:off x="2371724" y="2376776"/>
            <a:ext cx="86513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Remember that to divide by a fraction, you multiply by its reciprocal.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3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A4E56-8251-472F-927C-69C3C18160A5}"/>
              </a:ext>
            </a:extLst>
          </p:cNvPr>
          <p:cNvSpPr txBox="1"/>
          <p:nvPr/>
        </p:nvSpPr>
        <p:spPr>
          <a:xfrm>
            <a:off x="1099595" y="1967696"/>
            <a:ext cx="510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Nelson WA </a:t>
            </a:r>
            <a:r>
              <a:rPr lang="en-US" dirty="0" err="1"/>
              <a:t>Maths</a:t>
            </a:r>
            <a:r>
              <a:rPr lang="en-US" dirty="0"/>
              <a:t> 10</a:t>
            </a:r>
          </a:p>
          <a:p>
            <a:r>
              <a:rPr lang="en-US" dirty="0"/>
              <a:t>Example 21-23 p105-106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CA35A-0CD4-4410-885F-51D5282A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6"/>
            <a:ext cx="8258175" cy="1603374"/>
          </a:xfrm>
        </p:spPr>
        <p:txBody>
          <a:bodyPr/>
          <a:lstStyle/>
          <a:p>
            <a:r>
              <a:rPr lang="en-US" dirty="0"/>
              <a:t>algebraic fractions multiply/divide</a:t>
            </a:r>
          </a:p>
          <a:p>
            <a:pPr lvl="1"/>
            <a:r>
              <a:rPr lang="en-US" dirty="0"/>
              <a:t>differentiated practice worksheets with space for answers</a:t>
            </a:r>
          </a:p>
          <a:p>
            <a:pPr lvl="1"/>
            <a:r>
              <a:rPr lang="en-US" dirty="0"/>
              <a:t>solutions included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082792-D036-4FA8-BF73-79499D866397}"/>
              </a:ext>
            </a:extLst>
          </p:cNvPr>
          <p:cNvSpPr txBox="1"/>
          <p:nvPr/>
        </p:nvSpPr>
        <p:spPr>
          <a:xfrm>
            <a:off x="3138237" y="5527917"/>
            <a:ext cx="500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S Reference Sans Serif" panose="020B0604030504040204" pitchFamily="34" charset="0"/>
              </a:rPr>
              <a:t>Remember “PEOPLE MATTER” and the 100% rule</a:t>
            </a:r>
            <a:endParaRPr lang="en-AU" b="1" dirty="0">
              <a:solidFill>
                <a:schemeClr val="accent6">
                  <a:lumMod val="60000"/>
                  <a:lumOff val="40000"/>
                </a:schemeClr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C0EC9A8-EFD8-4605-A9D2-27CBDC4C70CB}"/>
              </a:ext>
            </a:extLst>
          </p:cNvPr>
          <p:cNvSpPr txBox="1">
            <a:spLocks/>
          </p:cNvSpPr>
          <p:nvPr/>
        </p:nvSpPr>
        <p:spPr>
          <a:xfrm>
            <a:off x="914399" y="3429000"/>
            <a:ext cx="8258175" cy="1603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Problem Solving</a:t>
            </a:r>
          </a:p>
          <a:p>
            <a:pPr lvl="1"/>
            <a:r>
              <a:rPr lang="en-US" dirty="0"/>
              <a:t>Nelson WA </a:t>
            </a:r>
            <a:r>
              <a:rPr lang="en-US" dirty="0" err="1"/>
              <a:t>Maths</a:t>
            </a:r>
            <a:r>
              <a:rPr lang="en-US" dirty="0"/>
              <a:t> 10 p108 Q7 and Q9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127</Words>
  <Application>Microsoft Office PowerPoint</Application>
  <PresentationFormat>Widescreen</PresentationFormat>
  <Paragraphs>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DJB Fancy Nancy</vt:lpstr>
      <vt:lpstr>Kiwi School Handwriting</vt:lpstr>
      <vt:lpstr>MS Reference Sans Serif</vt:lpstr>
      <vt:lpstr>Office Theme</vt:lpstr>
      <vt:lpstr>Algebraic Fractions</vt:lpstr>
      <vt:lpstr>Learning Intentions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Sarah James</dc:creator>
  <cp:lastModifiedBy>Sarah James</cp:lastModifiedBy>
  <cp:revision>3</cp:revision>
  <dcterms:created xsi:type="dcterms:W3CDTF">2018-02-01T13:25:16Z</dcterms:created>
  <dcterms:modified xsi:type="dcterms:W3CDTF">2018-02-01T13:56:45Z</dcterms:modified>
</cp:coreProperties>
</file>