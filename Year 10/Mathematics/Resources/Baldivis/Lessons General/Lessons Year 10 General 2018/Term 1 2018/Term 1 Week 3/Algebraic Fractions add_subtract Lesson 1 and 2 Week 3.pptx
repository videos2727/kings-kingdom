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5" r:id="rId5"/>
    <p:sldId id="264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733" autoAdjust="0"/>
  </p:normalViewPr>
  <p:slideViewPr>
    <p:cSldViewPr snapToGrid="0">
      <p:cViewPr varScale="1">
        <p:scale>
          <a:sx n="55" d="100"/>
          <a:sy n="55" d="100"/>
        </p:scale>
        <p:origin x="10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h James" userId="e5e3e68366f0feb3" providerId="LiveId" clId="{45410CC8-B1F9-4EE5-A2CA-3014B40EA9EF}"/>
    <pc:docChg chg="undo modSld">
      <pc:chgData name="Sarah James" userId="e5e3e68366f0feb3" providerId="LiveId" clId="{45410CC8-B1F9-4EE5-A2CA-3014B40EA9EF}" dt="2018-02-01T13:55:23.943" v="32"/>
      <pc:docMkLst>
        <pc:docMk/>
      </pc:docMkLst>
      <pc:sldChg chg="modSp">
        <pc:chgData name="Sarah James" userId="e5e3e68366f0feb3" providerId="LiveId" clId="{45410CC8-B1F9-4EE5-A2CA-3014B40EA9EF}" dt="2018-02-01T13:40:22.646" v="14" actId="20577"/>
        <pc:sldMkLst>
          <pc:docMk/>
          <pc:sldMk cId="1720426387" sldId="258"/>
        </pc:sldMkLst>
        <pc:spChg chg="mod">
          <ac:chgData name="Sarah James" userId="e5e3e68366f0feb3" providerId="LiveId" clId="{45410CC8-B1F9-4EE5-A2CA-3014B40EA9EF}" dt="2018-02-01T13:40:22.646" v="14" actId="20577"/>
          <ac:spMkLst>
            <pc:docMk/>
            <pc:sldMk cId="1720426387" sldId="258"/>
            <ac:spMk id="14" creationId="{00000000-0000-0000-0000-000000000000}"/>
          </ac:spMkLst>
        </pc:spChg>
      </pc:sldChg>
      <pc:sldChg chg="modAnim">
        <pc:chgData name="Sarah James" userId="e5e3e68366f0feb3" providerId="LiveId" clId="{45410CC8-B1F9-4EE5-A2CA-3014B40EA9EF}" dt="2018-02-01T13:55:02.980" v="29"/>
        <pc:sldMkLst>
          <pc:docMk/>
          <pc:sldMk cId="1013366416" sldId="259"/>
        </pc:sldMkLst>
      </pc:sldChg>
      <pc:sldChg chg="modSp">
        <pc:chgData name="Sarah James" userId="e5e3e68366f0feb3" providerId="LiveId" clId="{45410CC8-B1F9-4EE5-A2CA-3014B40EA9EF}" dt="2018-02-01T13:54:16.909" v="22" actId="15"/>
        <pc:sldMkLst>
          <pc:docMk/>
          <pc:sldMk cId="744282148" sldId="262"/>
        </pc:sldMkLst>
        <pc:spChg chg="mod">
          <ac:chgData name="Sarah James" userId="e5e3e68366f0feb3" providerId="LiveId" clId="{45410CC8-B1F9-4EE5-A2CA-3014B40EA9EF}" dt="2018-02-01T13:42:57.674" v="15" actId="1076"/>
          <ac:spMkLst>
            <pc:docMk/>
            <pc:sldMk cId="744282148" sldId="262"/>
            <ac:spMk id="3" creationId="{EBBB58AC-5425-4760-AE1F-CB1C40786B1A}"/>
          </ac:spMkLst>
        </pc:spChg>
        <pc:spChg chg="mod">
          <ac:chgData name="Sarah James" userId="e5e3e68366f0feb3" providerId="LiveId" clId="{45410CC8-B1F9-4EE5-A2CA-3014B40EA9EF}" dt="2018-02-01T13:54:16.909" v="22" actId="15"/>
          <ac:spMkLst>
            <pc:docMk/>
            <pc:sldMk cId="744282148" sldId="262"/>
            <ac:spMk id="4" creationId="{83FCA35A-0CD4-4410-885F-51D5282AEB6C}"/>
          </ac:spMkLst>
        </pc:spChg>
      </pc:sldChg>
      <pc:sldChg chg="modAnim">
        <pc:chgData name="Sarah James" userId="e5e3e68366f0feb3" providerId="LiveId" clId="{45410CC8-B1F9-4EE5-A2CA-3014B40EA9EF}" dt="2018-02-01T13:55:23.943" v="32"/>
        <pc:sldMkLst>
          <pc:docMk/>
          <pc:sldMk cId="2096724483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4669B-1750-49C0-B012-5E5A5ABE2BD9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041D79-CBCF-4018-BCA4-14B08B938F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391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73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2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11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JIGSAW Activity</a:t>
            </a:r>
          </a:p>
          <a:p>
            <a:pPr marL="171450" indent="-171450">
              <a:buFontTx/>
              <a:buChar char="-"/>
            </a:pPr>
            <a:r>
              <a:rPr lang="en-US" dirty="0"/>
              <a:t>Students in groups of 4 </a:t>
            </a:r>
          </a:p>
          <a:p>
            <a:pPr marL="0" indent="0">
              <a:buFontTx/>
              <a:buNone/>
            </a:pPr>
            <a:r>
              <a:rPr lang="en-US" dirty="0"/>
              <a:t>12mins</a:t>
            </a:r>
          </a:p>
          <a:p>
            <a:pPr marL="171450" indent="-171450">
              <a:buFontTx/>
              <a:buChar char="-"/>
            </a:pPr>
            <a:r>
              <a:rPr lang="en-US" dirty="0"/>
              <a:t>1 student will complete Q1, 2 for the addition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subtraction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multiplication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1 student will complete Q1, 2 for the division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Students come back into their groups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12mins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-Each student has 3 mins to tell their group what they came up with for Q 2 and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Finally in their groups students are to discuss Q 4 and write a summary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Then ask the students what operations involving mixed numbers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AU" dirty="0"/>
          </a:p>
          <a:p>
            <a:pPr marL="171450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041D79-CBCF-4018-BCA4-14B08B938F62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1078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84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10B2F4-13B3-472F-9C24-063912BA975A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3630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23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610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0F1D6-F853-4154-BEEB-A7B59BE15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736570-5EF7-442C-9AA5-F8DE4CA76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867A5-D262-4C68-88F7-B3A207AD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46A64-D0C5-4228-A8D6-B49FAB7B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4C42F-2D85-4A7D-A06A-72FE27547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94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2A9C1-83BE-4181-AD7C-E31F3FD7F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6D105-BEE5-4A80-A79F-FC26A414E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EC6D5-09B7-4CC3-9CBF-38369FA82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554F2-0347-4B7A-BC7A-6967A40D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2E734-EC07-4C08-A0FA-D5F17F259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8226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6321-A830-4841-8ECD-73C6F654D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8A2CD-DF9B-4BA0-B2EA-57DB2F045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E0CEC-7EB0-4F28-BCD2-74DE1CC89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2B3EA-89B9-46D0-84B3-31B630E5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F168B-E0D3-4072-9DAF-ABB9C816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4845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7C3B-7368-404B-AFF8-503E7ED74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6042-59DF-4692-B1E6-634EF16818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B3064-65D9-448A-9584-B968195B6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2C155-6EF9-469C-BCD5-B1590A81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51A5F-AF97-43F7-9CEF-B35527ED5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9C175D-9C52-41A2-90F2-0AF7E05DE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23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65945-F9E3-4327-92AC-B1150A7C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91E5A-93DB-4AA8-B75B-EDC2AEE8F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64736-AB45-4766-8595-8F79BDDA2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D07F1A-100D-4224-93B5-BC410048C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610C8-5F52-4789-B6FC-78EAEC68B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24294-561A-4F84-9D12-FC4AA6EE3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46F91-299E-4F00-8047-D9E242BF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5F67A-844E-4B42-9A73-3A210B79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8423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6A735-A1D8-4C0D-A1A8-8647E985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9DCCD-4CA9-4698-8836-4FEC75DC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CA7238-47E2-41E9-9D9C-98CE30E2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96770-64BB-4181-8E17-0226CE26A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445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AF7E8-5FA5-45BC-8901-02A42AB80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03E5E-5500-4BA1-90FF-039FA5B3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C5CA9-84C2-4323-A442-4721CBE2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247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E9B3-0439-431D-958E-A193DB316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2F988-573F-46A8-9BDE-6685C191B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2AA59-884F-4C43-89F5-F22A768FF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1C9B0-D87F-483E-A06A-E985B6853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B3DAA-88E2-4BFB-AD8E-87BA78E5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3FC7E-28F4-4DCF-B30A-3A229B4D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064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6C46-52EE-4A24-9E3E-65664E470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84814C-FBC5-4186-9886-73C99154BA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90192-43D0-413D-9787-64E0A7A6D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0EFC2-B71F-4151-B0F3-9FDF464BB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41965-B20A-40DE-9ECD-DE3B960A3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BE797-9D0B-4A18-A6D0-88D18509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7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AF11-D7C9-4F31-88F0-DA23A8E3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321D9-DE64-4214-9F3E-5811B0D9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3D6D3-D989-4086-A6D5-7E73DD0A5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B7726-4CBE-422C-9ED0-5C576B0C6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D39C9-09BD-46D7-A3AB-18DBA6EDF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6810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735C5E-6A71-42EB-B9C8-D850031D5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DB974-84D7-4447-ABB6-295E291C0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6D805-142B-402D-B163-83757121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2D7F8-6FEF-4443-BB19-F5377D89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EED9D-99D8-4542-BD2B-843C211B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279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600CE-E645-444C-8980-04F22815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4BBA3-2632-4B50-8C16-7E35E84ED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DD38-71ED-4A49-8CD2-764438D15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BF126-959F-4901-946C-1EDF41A987A0}" type="datetimeFigureOut">
              <a:rPr lang="en-AU" smtClean="0"/>
              <a:t>1/02/2018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5701D-2CDD-4849-8953-AEDCC1427A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AB26F-0364-4556-9409-DE3534D6D1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73C8E-4C54-4544-8F85-3E5E5FC623F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53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1611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Algebraic Fractions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2051" y="3752165"/>
            <a:ext cx="9652164" cy="1261011"/>
          </a:xfrm>
        </p:spPr>
        <p:txBody>
          <a:bodyPr>
            <a:normAutofit fontScale="85000" lnSpcReduction="20000"/>
          </a:bodyPr>
          <a:lstStyle/>
          <a:p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  <a:p>
            <a:r>
              <a:rPr lang="en-US" sz="3200" b="1" dirty="0" err="1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Mrs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 James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98B30-C37E-4941-A491-474E43AA8F04}"/>
              </a:ext>
            </a:extLst>
          </p:cNvPr>
          <p:cNvSpPr/>
          <p:nvPr/>
        </p:nvSpPr>
        <p:spPr>
          <a:xfrm>
            <a:off x="2495551" y="3105834"/>
            <a:ext cx="7267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endParaRPr lang="en-AU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endParaRPr lang="en-US" sz="2400" dirty="0"/>
          </a:p>
          <a:p>
            <a:r>
              <a:rPr lang="en-US" sz="2400" dirty="0"/>
              <a:t>Define algebraic fractions</a:t>
            </a:r>
          </a:p>
          <a:p>
            <a:r>
              <a:rPr lang="en-US" sz="2400" dirty="0"/>
              <a:t>Add and subtract algebraic fractions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4" name="Picture 2" descr="Related image">
            <a:extLst>
              <a:ext uri="{FF2B5EF4-FFF2-40B4-BE49-F238E27FC236}">
                <a16:creationId xmlns:a16="http://schemas.microsoft.com/office/drawing/2014/main" id="{DDE2BA40-28F0-4CA8-B0D1-A0A7C2033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6782" y="2561325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75D1C9-0000-4308-A15C-121A5D4D718F}"/>
              </a:ext>
            </a:extLst>
          </p:cNvPr>
          <p:cNvSpPr txBox="1"/>
          <p:nvPr/>
        </p:nvSpPr>
        <p:spPr>
          <a:xfrm>
            <a:off x="10051142" y="4194013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28856" y="1483777"/>
            <a:ext cx="8651359" cy="2615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Algebraic fractions are fractions that involve algebraic expressions, rather than only numbers.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The algebraic part may be in the denominator or numerator. </a:t>
            </a: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endParaRPr lang="en-US" sz="2000" dirty="0">
              <a:solidFill>
                <a:prstClr val="black"/>
              </a:solidFill>
            </a:endParaRPr>
          </a:p>
          <a:p>
            <a:pPr marL="342900" indent="-342900" defTabSz="914126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</a:rPr>
              <a:t>REMEMBER: Algebraic fractions are added, subtracted, multiplied and divided in the same way as ordinary fractions.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2B4515-1276-4ABB-B8DB-1EF802BD6915}"/>
              </a:ext>
            </a:extLst>
          </p:cNvPr>
          <p:cNvSpPr txBox="1"/>
          <p:nvPr/>
        </p:nvSpPr>
        <p:spPr>
          <a:xfrm>
            <a:off x="2409825" y="4099750"/>
            <a:ext cx="7648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JIGSAW ACTIVITY (Groups of 4) on how to + - × and ÷ fractions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39C56A-DA70-4C84-A8CA-ED60F737E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" y="166687"/>
            <a:ext cx="9861028" cy="6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3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6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Algebraic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2553052"/>
            <a:ext cx="1720003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add and subtract algebraic fractions?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3C179A0-3A64-42B8-B2E5-9B8CC8B1DCD5}"/>
              </a:ext>
            </a:extLst>
          </p:cNvPr>
          <p:cNvSpPr txBox="1"/>
          <p:nvPr/>
        </p:nvSpPr>
        <p:spPr>
          <a:xfrm>
            <a:off x="2047876" y="1738377"/>
            <a:ext cx="809624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Adding and subtracting algebraic fractions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When adding and subtracting fractions, you must use a common denominator.</a:t>
            </a: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should use the lowest common denominator (LCD).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6724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4A4E56-8251-472F-927C-69C3C18160A5}"/>
              </a:ext>
            </a:extLst>
          </p:cNvPr>
          <p:cNvSpPr txBox="1"/>
          <p:nvPr/>
        </p:nvSpPr>
        <p:spPr>
          <a:xfrm>
            <a:off x="1099595" y="1967696"/>
            <a:ext cx="5104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Nelson WA </a:t>
            </a:r>
            <a:r>
              <a:rPr lang="en-US" dirty="0" err="1"/>
              <a:t>Maths</a:t>
            </a:r>
            <a:r>
              <a:rPr lang="en-US" dirty="0"/>
              <a:t> 10</a:t>
            </a:r>
          </a:p>
          <a:p>
            <a:r>
              <a:rPr lang="en-US" dirty="0"/>
              <a:t>Example 18-20 p103-104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B58AC-5425-4760-AE1F-CB1C40786B1A}"/>
              </a:ext>
            </a:extLst>
          </p:cNvPr>
          <p:cNvSpPr txBox="1"/>
          <p:nvPr/>
        </p:nvSpPr>
        <p:spPr>
          <a:xfrm>
            <a:off x="3595437" y="5651742"/>
            <a:ext cx="5001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MS Reference Sans Serif" panose="020B0604030504040204" pitchFamily="34" charset="0"/>
              </a:rPr>
              <a:t>Remember “PEOPLE MATTER” and the 100% rule</a:t>
            </a:r>
            <a:endParaRPr lang="en-AU" b="1" dirty="0">
              <a:solidFill>
                <a:schemeClr val="accent6">
                  <a:lumMod val="60000"/>
                  <a:lumOff val="40000"/>
                </a:schemeClr>
              </a:solidFill>
              <a:latin typeface="MS Reference Sans Serif" panose="020B060403050404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CA35A-0CD4-4410-885F-51D5282AE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437699" cy="2132917"/>
          </a:xfrm>
        </p:spPr>
        <p:txBody>
          <a:bodyPr/>
          <a:lstStyle/>
          <a:p>
            <a:r>
              <a:rPr lang="en-US" dirty="0"/>
              <a:t>algebraic fractions add/subtract </a:t>
            </a:r>
          </a:p>
          <a:p>
            <a:pPr lvl="1"/>
            <a:r>
              <a:rPr lang="en-US" dirty="0"/>
              <a:t>differentiated practice worksheets with space for answers</a:t>
            </a:r>
          </a:p>
          <a:p>
            <a:r>
              <a:rPr lang="en-US" dirty="0"/>
              <a:t>solutions included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300</Words>
  <Application>Microsoft Office PowerPoint</Application>
  <PresentationFormat>Widescreen</PresentationFormat>
  <Paragraphs>68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DJB Fancy Nancy</vt:lpstr>
      <vt:lpstr>Kiwi School Handwriting</vt:lpstr>
      <vt:lpstr>MS Reference Sans Serif</vt:lpstr>
      <vt:lpstr>Office Theme</vt:lpstr>
      <vt:lpstr>Algebraic Fractions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Algebraic Fractions</dc:title>
  <dc:creator>Sarah James</dc:creator>
  <cp:lastModifiedBy>Sarah James</cp:lastModifiedBy>
  <cp:revision>11</cp:revision>
  <dcterms:created xsi:type="dcterms:W3CDTF">2018-02-01T02:07:23Z</dcterms:created>
  <dcterms:modified xsi:type="dcterms:W3CDTF">2018-02-01T13:55:34Z</dcterms:modified>
</cp:coreProperties>
</file>