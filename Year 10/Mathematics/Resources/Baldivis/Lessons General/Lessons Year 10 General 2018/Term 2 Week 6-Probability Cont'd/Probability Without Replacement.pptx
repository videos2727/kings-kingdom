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89" r:id="rId2"/>
    <p:sldId id="306" r:id="rId3"/>
    <p:sldId id="326" r:id="rId4"/>
    <p:sldId id="329" r:id="rId5"/>
    <p:sldId id="336" r:id="rId6"/>
    <p:sldId id="260" r:id="rId7"/>
    <p:sldId id="337" r:id="rId8"/>
    <p:sldId id="338" r:id="rId9"/>
    <p:sldId id="339" r:id="rId10"/>
    <p:sldId id="332" r:id="rId11"/>
    <p:sldId id="334" r:id="rId12"/>
    <p:sldId id="2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2" d="100"/>
          <a:sy n="102" d="100"/>
        </p:scale>
        <p:origin x="-1104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3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14 6528,'-1'-1'156,"1"0"68,-1 0 62,1 0 55,0-1 130,0 1 59,0-1 347,0 1 63,1-2 976,0 3-1310,-1 0-36,1 0-130,0 0-40,0 0-47,0 1-53,0-1 1107,-1 1-120,1 0-118,0 0-110,-1 0-106,0 0-102,0 1-95,1-1-92,-1 1-86,-1-1-81,1 1-76,0-1-72,0 1-65,0 0-62,-1-1-56,1 1-51,-1 1-38,0-1-58,1 0-49,-1 0-40,-1 3-153,-2 5-410,3-7 503,0 0 72,0-1 88,0 0 99,0 0 117,1-1-73,-1 0 36,0 4-319,-1 0 33,-4 9-35,2-2 44,1-5-22,1-1-39,0 0-66,0 0-31,0-1-68,0 0-78,0 0-87,0-1 1,0 0-73,0 0-79,1 1-86,-1-1-90,0 0-97,0 0-103,1 0-108,-1-1 583,1-1 35,-1 3-382,0 0-47,-2 4-312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1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272 118 4224,'0'-2'938,"1"0"55,4-3 2141,-2 3-1088,-1-1-781,-1 1-307,0-1-111,-1 0-92,0 0-55,0 0-37,0 0-54,0 0-50,0 0-49,0 0-44,-1 0-44,1 0-38,0 1-38,-1-2 25,0 1-45,0 0-39,0 0-35,-1-1 12,0 0-35,-7-6 334,-3 1-83,0 0-111,-1 2-94,-1 1-83,3 2-88,-1 2-36,-7 0-20,-1 5-42,14-2-5,-1 1 1,0 0 0,1 0-1,0 1 1,-1 0 0,1 0-1,0 1 1,1-1 0,-1 1-1,0 1-1,-1 1-6,1 0 1,-1 1-1,1 0 0,1 0 0,-1 0 0,1 1 0,0-1 0,1 1 0,0 1 0,0-1 1,-1 7 5,2-6-3,0 0 0,1 0 1,1 0-1,-1 0 1,2 1-1,-1-1 1,1 0-1,0 0 0,1 1 1,0-1-1,2 5 3,-2-7 9,1 0 0,1-1 1,-1 1-1,1-1 0,0 0 0,1 1 0,-1-1 0,1-1 0,4 6-9,23 21 68,3 1-56,-6-6-30,6 7 18,-26-25 13,0 1 0,-1 1 0,3 3-13,4 16 77,-6 2 57,-8-25-82,1-1-1,-1 0 1,0 0-1,-1 4-51,0-3 73,-1 1 0,0-1 1,0 0-1,-1 2-73,-9 17 322,-5-3-63,-4-4-60,-3-2-55,-1-3-53,-2-2-50,0-1-47,1-1-42,-2-2 48,27-8-3,1 0 0,0 0 0,-1 1 0,0-1 0,1 0 0,-1 0 0,1 0 0,-1 0 0,1 0 0,-1 1 0,1-1 0,-1 0 0,1 0 0,-1 0 0,0 0 0,1-1 0,-1 1 0,1 0 0,-1 0 0,1 0 0,-1 0 3,2 0-59,2 2 43,0 0 0,0 0 1,0-1-1,1 1 1,-1-1-1,4 1 16,10 5-40,-12-5 45,-1 1-1,-1-1 0,1 1 0,0 0 1,-1 0-1,1 0 0,-1 0 1,1 2-5,0-1 8,-1 0 1,0 1 0,-1-1 0,1 1 0,-1 0 0,0 0 0,0 0 0,0 0 0,-1 0 0,0 0 0,0 0 0,0 0 0,-1 1 0,1-1 0,-1 0 0,0 1 0,-1 3-9,-4 32 109,-4 30-26,7-58-79,0 0 1,0 1-1,2-1 1,0 12-5,0-20 19,1 0 1,0 1-1,0-1 1,2 5-20,-2-8 3,0-1 0,-1 1 0,1 0 0,0-1 0,0 1 0,0 0 0,1-1 1,-1 1-1,0-1 0,0 0 0,1 1-3,1 0 15,-1-1 1,1 1 0,-1-1-1,1 1 1,0-1 0,0 0-1,-1 0 1,1 0 0,0 0-1,3 0-15,13 0 40,0-1-79,-8-1-51,0 0-64,-3 1-123,10-3-214,-12 2 293,-1 0-61,-1 0 24,0 0-52,0 0-58,0 0-69,0-1-134,0 1-105,1 0-116,-3 0 338,0 0-34,0 0-34,0 0-37,0 1-36,0-1-40,1 0-40,-1 0-41,0 0-44,0 0-43,0 1 260,-1-1 38,3 0-387,0 0-46,3 0-315</inkml:trace>
  <inkml:trace contextRef="#ctx0" brushRef="#br0" timeOffset="1202.842">465 551 7424,'-2'-2'403,"1"0"0,0 0 1,0 1-1,0-1 0,0 0 1,0 0-1,1 0 0,-1 0 1,1 0-1,-1-1-403,1-4 1309,1 1-47,2-2 222,-2 4-790,2 0-38,-1 1-43,1-1-46,-1 0-51,1 0-55,1-1 9,-1 0-91,1-1-98,-1 1-105,1-2 203,1 0-56,0-1-50,0 1-46,1-1-40,0 0-34,7-6 68,0 1-81,-9 10-103,0 0 0,0 0 0,0 1 0,0-1 0,0 1 0,1 0-1,2-1-36,6 0 137,-11 3-109,0 0-1,0 0 0,0 1 0,0-1 0,-1 0 1,1 1-1,0 0 0,0-1 0,0 1 1,0 0-1,-1 0 0,1 0 0,0 0 0,-1 0 1,1 0-1,-1 0 0,1 1 0,-1-1 1,0 1-1,1-1 0,-1 1 0,0-1 0,0 1 1,0 0-1,0-1 0,0 1 0,0 0-27,10 26 269,-8-14-188,-1-2-46,-1-2 4,-1 0 0,-1 0-1,1 0 1,-2 1 0,0 1-39,-2 6 45,0 0 0,-2 0 0,0-1 0,-2 4-45,-3 0 48,0 1 1,-2-2 0,0 1 0,-1-2-1,-15 16-48,6-9 67,-12 8-67,-27 19 4,60-51-11,1-1-1,-1 0 1,1 0-1,-1 0 0,0 0 1,1 0-1,-1 0 1,0-1-1,-1 1 8,3-3-31,9-3 18,19-7-4,-16 9-9,1-1 0,-1 2 1,1 0-1,0 0 0,10 1 26,11 2-30,-30 0 254,0-1-62,0 0-59,0 1-59,0-1-56,-1 0-55,1 0-54,0 0-52,0 0-52,0 0-48,0 0-49,-1 0-46,1 0-46,0 0-43,0-1-43,0 1-40,-1-1-40,1 1-38,0 0-36,-1-1-35,5 0-790,-1-1-122,0 1-112,0-1-101,0 0-87,0 0-78,-3 1 1165,0 0 114,0 0-30,2 0-242</inkml:trace>
  <inkml:trace contextRef="#ctx0" brushRef="#br0" timeOffset="1812.042">821 504 7936,'-3'0'733,"-1"0"-54,-5-1 930,5 1-1024,2 1 53,-1-1 259,1 0-398,2 1 40,-1-1 42,1 1 48,0 0 51,0 0 56,1 0 176,-1-1-571,0 0 64,-1-1-39,1 1-35,0-1-35,1 0 206,-1-1-107,1-1-38,0-1-96,0 1-33,1-1 55,5-5 63,0-1-63,1 0-55,0 0-50,2 0-45,0 0-38,11-9 3,-2 5-83,-14 11-20,0 1 0,0-1 0,0 1 0,1 0 0,-1 0 0,0 0-1,1 1 1,1-1 5,-3 2 6,0 0 0,0-1 0,0 2 0,0-1-1,-1 0 1,1 1 0,0-1-6,0 1 9,-1 0 0,0 0-1,-1 0 1,1 0 0,0 0 0,0 1 0,0-1 0,-1 1 0,1 0-1,0 0-8,0 1 24,-1-1 0,1 1 0,-1-1 0,0 1 0,0 0 0,0 0 1,0 0-1,0 0 0,-1 1 0,1-1 0,-1 0 0,1 4-24,-1-2 39,0 0 0,0 0 1,0 0-1,-1 1 0,0-1 1,0 0-1,0 0 0,-1 4-39,0-4 27,0 0 0,0 0 0,-1-1 1,1 1-1,-3 3-27,1-1 20,-1 0 1,-1 0 0,1-1 0,-4 4-21,1-2 35,-1 1 1,0-2-1,-1 1 1,0-1-1,0-1-35,-5 4 59,-1-1-1,-15 6-58,-9 2-25,38-16-59,5 0 34,11 0 16,18 0 20,-6 0-107,2 3 66,1 3 54,-2 4 42,-24-9-28,-1 0 0,1 0 0,0 0 0,-1 1 0,0-1 1,1 1-1,-1 0 0,0 0 0,0 0 0,-1 0 1,1 0-1,-1 1-13,0-1 10,-1 0 1,0-1 0,1 1-1,-1 0 1,0 1 0,-1-1-1,1 0 1,0 0 0,-1 0-1,0 0 1,0 0 0,0 1-1,0-1 1,0 0 0,-1 0-1,1 0 1,-1 1-11,-8 17 35,7-17-13,-1 0 1,0 0-1,-1-1 1,1 1 0,0-1-1,-1 1 1,0-1-1,0 0 1,-4 2-23,-9 4 29,-2-1-65,1-1-92,9-5 21,1 0-33,-15 1-416,15-3 335,-1 0-48,2-1-2,0 0-55,0-1-65,0 0-73,3 1 131,0 0-35,0-1-38,0 0-40,0 0-43,0 0-45,1 0-47,-1-1-50,1 1-53,0-1-55,1 0-57,-1 0-60,1 0-61,0-1-66,0 0-66,0 1-70,1 0 321,1 0 108,0 1-33,0-2-245,0 3 958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4.9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58 214 6784,'-8'-5'1994,"7"5"-1754,0-1 0,1 1 0,-1-1-1,1 1 1,-1-1 0,1 1 0,-1-1-1,1 0 1,-1 1 0,1-1-1,0 0 1,-1 1 0,1-1 0,0 0-1,0 1 1,0-1 0,-1 0 0,1 0-1,0 1 1,0-1-240,1-4 1413,0 0-67,1 1-291,0-1-77,0 1-90,1 0-102,0 0-117,-1 2-382,-1 0-35,1 0-35,-1 0-38,1 1-39,-1-1-42,1-1-31,0 1-91,0 0-94,-1 0-99,10-12 597,1 1-115,0 0-88,2 2-62,-11 9-95,1 0-1,-1 0 1,0 0 0,1 0 0,-1 1 0,1 0-1,-1-1 1,1 1 0,0 1 0,0-1-1,1 0-19,16 3 152,-16-1-108,-1 0 0,1 0 0,-1 1 0,1 0 1,-1 0-1,1 0 0,-1 1 0,0-1 0,0 1 0,0 0 0,-1 0 0,1 0 0,3 4-44,-4-3 47,0 0-1,0 0 1,-1 0-1,1 1 1,1 3-47,-2-1 48,1 1 0,-1-1 0,0 0 0,0 1-48,-1-1 42,-1-1 0,1 1 0,-1 0 0,0-1 0,-1 1-42,-6 35 168,2-24-74,-1-1 1,-1 1-1,-3 5-94,2-8 64,-1 0 0,0-1 0,-1 0 0,0 0 0,-11 10-64,-7 4 58,-1-5-52,25-20-17,1-1 0,0 0-1,-1-1 1,0 1 0,1 0 0,-1-1 0,-3 1 11,3-1-24,0 0 0,-1-1 0,1 1 0,-1-1 0,1 0 0,-1 0 1,0-1 23,3 1-15,-1 0 0,1 0 0,0-1 0,0 1 0,0-1 0,-1 0 0,1 1 0,0-1 0,0 0 1,0 0-1,0 0 0,0-1 0,1 1 0,-1 0 0,0-1 0,0 1 0,1-1 0,-1 0 1,1 1-1,0-1 0,-1 0 0,1 0 0,0 0 0,0 0 0,0 0 0,0 0 0,0 0 0,1 0 1,-1-2 14,1 2-7,-1 1 1,1 0-1,0 0 1,0 0 0,0 0-1,0 0 1,0 0-1,0 0 1,0 0 0,1-1-1,-1 1 1,0 0-1,0 0 1,1 0-1,-1 0 1,1 0 0,-1 0-1,1 0 1,-1 0-1,1 1 1,0-1 0,0-1 6,0 1-5,1 0 1,0 0-1,-1 0 0,1 0 1,0 0-1,-1 0 1,1 0-1,0 1 1,0-1-1,0 1 1,0-1-1,0 1 5,28-2 9,-6 3 39,-14 0-175,0 1 44,0 0 41,0 0 33,4 1 44,0 1 42,32 11 277,-27-8-245,-8-3-82,1 0-38,-1 0-46,0 0-53,1 0-63,-1-1-70,0 0-78,1 0-88,-5-1 84,1-1-44,-1 1-48,1-1-49,0 0-53,-1-1-54,1 1-56,0-1-61,-6 0 58,1 0-95,0-1-49,3 0-1106,-3 0 806,-1 1 614,0 0 34,1-1-344,1 0-40,3-1-276</inkml:trace>
  <inkml:trace contextRef="#ctx0" brushRef="#br0" timeOffset="406.116">541 86 8960,'-11'-5'3139,"10"4"-2516,0 0-53,0-1-18,0 1-107,0 0-269,1 0-34,-1 0-38,1 0-41,-1 0-43,1 1 723,1 1-41,-1-1-38,0 1-39,0-1-37,0 1-36,0 0-35,0 0-34,0 0 386,0 1-124,0 1-115,1-1-106,-1 0-258,0-1-34,0 2 139,0 1-113,-1 0-99,1 0-79,0 1-97,0 1-97,0 3-158,0-2 43,-1-2 120,1-1 66,0-1 60,0 0 52,0 0 59,0 0 68,0 0 77,0 14-247,-1 9-49,1-19-1,1-1 0,-1 1 0,1 0 0,2 4 24,-3-9-6,1 1-1,0-1 0,0 1 1,0-1-1,0 0 1,0 1-1,1-1 0,-1 0 1,1 0-1,-1 0 1,1 0-1,1 1 7,-1-1 1,0-1-1,0 0 1,0 0-1,0 1 1,0-1 0,0 0-1,0-1 1,0 1 0,0 0-1,1-1 0,20 4-75,31-2-3,-38-2 1,0 1-59,0 0-76,0 1-95,-9-1-63,11 2-431,-12-1 479,1-1-76,-1 1-78,-2-2 165,0 1-36,-1 0-40,1 0-43,0 0-48,0 0-52,-1-1-55,1 1-60,0 0-64,0 0-68,0-1-71,0 1-76,0-1-80,0 1-83,0-1-89,0 1-91,-1-1 491,0 1 106,2-1-30,1 2-236</inkml:trace>
  <inkml:trace contextRef="#ctx0" brushRef="#br0" timeOffset="702.92">716 11 8960,'-6'-4'1178,"3"2"-453,0 0-187,1 1-83,2 0-110,-1 1-35,0-1 216,-1 1-109,1 0-87,-1 1-18,-3 0 378,4 0-328,0-1-33,0 1 86,1-1 109,0 0-214,0 0 35,0 0 5,0 1 105,0 0 196,1 1 453,-1 1 125,1-1-482,-1 0-215,0-1-308,0 0-33,1 0 44,-1 1-120,0-1-109,0-1-37,0 1-39,0 0-41,0 9 702,-1 1-94,0 0-85,0 0-77,0-1-69,0 1-62,-1 0-53,1-1-45,-1 3-26,0 0-42,-2 29-17,4-23 25,0 5-19,0-11-63,0-1-37,1 0-39,-1 1-44,0-1-45,0 1-49,1-1-50,-1 1-54,0-1-58,1 1-59,-1-1-63,0 0-66,0 0-68,0 0-72,0-9 290,0 0 38,0 2-316,0 0 110,0 0 80,0 0 66,0 6-566,1-4 342,-1-3 222,1 0-62,-1-1 30,1 1-63,0-1-72,0 0-80,-1 1-91,2-1-98,-1 1-107,0-1-117,1 1 326,-1-1 111,1 1-31,2 2-244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9.4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9 9344,'-1'-1'1480,"0"-1"-57,1 0-79,0 1-98,1-1-118,-1 2-614,1 0-37,-1 0-40,0 0-42,0 0-45,0 1-46,0-1 582,1 1-99,-1-1-92,1 0-81,0 0-109,0 1-56,-1-1-49,1 1-43,0-1 26,0 1-38,0 3 581,-1 1-562,0 1-42,0-1-40,-1 1-39,0-1-34,0 1-35,-1 5 82,1-4-156,-1-1-36,-1 8-28,-2 2-121,-2 7-199,0-1-37,6-18 311,0 0-33,-2 4-138,0 0-114,0 0-104,0-1-89,0 0-77,0 1-66,0-1-51,-1 2-168,-5 14-1646,5-12 1456,2-8 390,1 1-71,-1 0-209,0 2-527,-1-1 66,2-2 535,0-1 325,0 0 38,0 3-392,0-1-43,-1 3-315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16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98 462 8064,'0'-2'729,"0"-1"76,0 1 271,0 0 76,0 0 301,0 1 791,0 1-33,-1 1-818,1 0-312,-1 0-97,1 0-263,-1 0-91,0 1-103,1-1-117,-1 0-252,1 0-33,-1 0-35,1 0-36,-1 0-39,0 0-38,1 0-42,-1 0-42,-2 5 444,0 0-90,1-1-109,1 0-35,-1 6 29,-4 11 26,1-8-262,0 0-88,1-5-10,0 0-76,1-1-23,0-1-72,-1 1-80,1-1-89,0-1 16,0 0-73,0 1-78,0-1-82,0-1-88,0 1-93,0 0-98,0 0-101,1-3 630,0 0 37,-1 4-380,-1 0-45,-1 4-309</inkml:trace>
  <inkml:trace contextRef="#ctx0" brushRef="#br0" timeOffset="2483.792">230 122 10368,'-2'-1'654,"1"1"-52,0-1-48,0 0-47,1 0-43,-1 1-43,0-1-40,0 0-37,1 0 23,-1-1-47,0 1-43,1 0-38,-1-1 55,1 0-64,-1 0-52,1 0-37,-1-2 184,0 2 355,1 0-61,0 0-58,0 0-55,1 0-54,0 0-49,0 0-46,0 0-45,1 0-41,-1 0-38,3-2 128,0 0-119,1 0-96,-1 0-82,0 1-38,10-7-49,-8 7 48,-1 0 75,-3 1-8,0 1 33,36-17 54,-27 13-137,1 1-1,-1 0 0,1 1 1,7-1-42,-13 3 17,-1 0 0,1 1 0,-1-1-1,0 2 1,1-1 0,-1 0 0,0 1 0,1 0 0,-1 0 0,0 1 0,1-1-17,-2 1 21,-1 0 1,0-1 0,0 1-1,1 0 1,-1 0-1,0 1 1,0-1-1,-1 1 1,1-1 0,2 3-22,5 13 95,-9-15-71,0 0-1,0 0 0,0 0 0,-1 0 1,1 0-1,-1 0 0,0 1 0,0 0-23,0 2 41,-1 0-1,0-1 0,0 1 0,-1-1 0,1 1 0,-1-1 0,0 0 0,-2 2-40,-10 18 115,-2-1-63,-1-3-86,2-3-109,8-11 148,-5 6 75,14-9-58,8 0-60,9 0-32,-18-4 71,48 5-10,5 0 37,-43-3-5,-1 0 0,0 0 0,0 1 1,1 1-24,7 4 40,1 1 71,0 1 56,-3 2 41,-14-10-177,0 0 0,0-1 0,0 1 0,0 0 0,-1 0 0,1 0 0,-1 0 0,1 0 0,-1 0 0,0 0 0,0 1 0,0-1 0,0 0 0,0 1 0,-1-1 0,1 1 0,-1-1 0,1 1 0,-1-1 0,0 1 0,0-1 0,0 1 0,0-1 0,-1 1 0,1-1 0,-1 1 0,1-1 0,-1 0 0,0 1 0,0 0-31,-11 16 46,10-16-28,-1 0-1,0 0 1,0-1-1,0 1 0,0-1 1,0 0-1,-2 1-17,0 0 28,0 0-1,-1-1 0,0 0 0,-4 1-27,-14 2 22,9-3-42,-1-1-34,0-1-39,1-1-47,0 0-52,1-1-59,0-1-64,2 0-71,7 2 103,-7-3-311,5 1 158,3 0 38,0 1-108,0-1-17,1 1-111,2 0 270,0 1-34,0-1-36,-1 1-39,1-1-40,0 1-42,0-1-45,1 0-47,-1 1-48,0-1-51,1 0-54,-1 0-54,1 1 393,0 0 35,0-1-341,-1 0-38,1-1-272</inkml:trace>
  <inkml:trace contextRef="#ctx0" brushRef="#br0" timeOffset="3077.441">805 174 9472,'-3'-2'916,"1"1"-43,0-1-40,1 0-41,-1 0-41,1 0-38,0 0-39,0 0-38,1 0-36,0-1-37,0 1-35,0 0-36,0-1-33,1 1-33,0-3 328,1-1-125,1 1-118,0 0-112,0 0-107,0 0-102,0 1-94,1-1-89,-1 1-83,12-13 213,-11 12-103,0 1-1,0 0 1,1 0-1,0 1 1,0-1 0,0 1-1,3-1-33,8-2 102,1 4 34,1 5 47,1 5 64,-2 6 56,-5 3-61,-5 3-50,-3 2-37,-4-13-99,-1 0 1,1-1-1,-1 1 1,-1-1-1,1 1 1,-1-1-1,-1 1 1,-2 6-57,-4 4 106,-1 1-1,-7 10-105,1-6 83,-1 0-1,0-1 1,-3-1-83,-7 5 16,6-12-62,4-4-59,-1-4-86,25-9 45,1 1 43,11-2 4,1 2 102,32 1 129,-37 1-123,-1 1-45,8 1-125,-12-2 32,-4 0-19,0 0-67,0 0-84,0 0-100,0-1-117,-3 1 209,0-1-35,1 0-38,-1 1-38,0-1-42,0 0-44,1 0-238,0 0-86,1 0-91,-1 0-95,0-1-99,0 1-106,1-1-110,-1 1-114,-2 0 988,-1-1 32,2 1-336,1 0-37,2 0-269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1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45 155 8704,'-7'-3'1067,"4"2"-612,-1-1 36,0 1 259,0-1-9,2 2-322,0-1 39,-2 0 397,3 1-379,-1 0 36,0-1 36,1 1 39,-1 0 42,0 0 44,1 0 110,-1 0-87,1-1-82,1 1-76,-1-1-71,1 0-66,1 0-60,-1 0-56,1-1 69,1 0-108,-1 1-118,0-1-40,1 0 8,0 0-40,13-15 154,1 0-70,10-7-36,3 2-85,-18 15-29,1 0 0,0 1 1,0 0-1,3 0 10,7-2 13,-1 3 36,2 3 130,0 4 74,-21-2-226,0 0 0,0 1 0,0-1 0,0 1 1,-1 0-1,1-1 0,0 1 0,-1 0 0,1 0 0,0 0 0,-1 0 0,1 0 1,-1 1-1,1-1 0,-1 0 0,0 1 0,0-1 0,0 1 0,1-1 1,-1 1-1,-1 0 0,1-1 0,0 1-27,1 3 28,-1 1 1,1-1-1,-1 0 1,0 0-1,-1 1 1,1-1-1,-1 0 0,0 1 1,-1 1-29,1-2 16,-1 1 0,0-1 0,0 0 0,-1 0 0,0 0 0,0 0 0,0 0 0,0 0 0,-1-1 0,0 2-16,-22 29 96,6-11-62,2-5-43,-2-4-48,2 1-11,10-9 8,0-2-47,9-3 5,3 0 42,14 6-34,-5-5 86,32 10 52,-2 3 95,-36-12-84,0 0-1,0 1 1,-1-1-1,1 2-54,-2-1 56,0 0 0,-1 0 0,0 0 0,0 1-1,2 3-55,-5-7 34,-1 1-1,0-1 1,1 1 0,-1 0-1,-1-1 1,1 1-1,0 0 1,0 0 0,-1-1-1,0 1 1,1 0-1,-1 0 1,0 0-1,-1 0 1,1 0 0,0-1-1,-1 1 1,0 0-1,0 0-33,0 2 58,0-1-1,-1 1 1,0-1-1,0 0 0,-1 2-57,1-2 33,0-1-1,-1 0 1,1 0-1,-1 0 1,1 0-1,-2 0-32,-2 2 18,-1 0-1,1-1 0,-1 1 1,0-2-1,0 1 1,0-1-1,-1 0 0,1 0 1,-3 0-18,-18 2 12,1-2-52,-9-4-111,19-1 23,-1-1-41,1-1-47,1 0-50,-1-2-55,2 0-61,10 5 62,1-1 69,0-1 51,-5-2-210,3 1 105,4 2 110,-1 0-39,0 0-47,1 0-55,-1 0-111,1-1-90,0 1-100,0-1-113,0 0-122,1 2 385,0 0-34,1 0-37,-1-1-37,0 1-41,1 0-39,-1-5-1623,1 1 80,2 0 93,1 1 104,-2 2 1217,1 1 112,-1-2-30,2 1-238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6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56 10880,'0'-1'791,"-1"0"-88,1 0-79,0 0-69,-1-1 31,1 0-70,-1 0 33,1-1 189,-1 0-19,1 1-204,0 0-39,1 1 58,-1 0-31,1 1 60,-1-1 72,1 1 80,0 0 294,-1 0-615,0 0 13,0 0 98,0 0 154,0 0-401,-2 26-66,-1-1 57,-4 5 654,-6 14-903,2-8 422,2 1-95,5-13-192,3 2-86,1-25-45,0 1 0,0 0-1,0 0 1,0 0 0,1 0-1,-1 0 1,1 0 0,-1 0-1,1 0 1,0-1 0,0 1-1,0 0 1,0 0 0,0 0-4,1-1 12,-1 1 1,1-1-1,0 1 0,-1-1 1,1 1-1,0-1 0,0 0 1,0 0-1,0 0 0,0 0 1,0 0-1,1-1 0,-1 1 1,0-1-1,0 1 1,2-1-13,4 1 50,0-1 0,0 0 0,0 0 0,6-2-50,13-2 57,-14 1-222,0 0 101,3 0 79,8-3 97,-6 1-46,-6 3-63,-3-1-42,1 1-49,-1 0-31,-1 1-47,0-1-53,0 1-61,2 0-163,0-1-116,-5 2 232,0-1-32,0 1-36,0 0-36,0 0-39,0-1-38,0 1-42,0 1-41,0-1-45,0 0-46,0 1-46,0-1-49,-2 0 79,-1 1-88,7-1-2020,-5 0 1683,-2 0 641,0 0 35,2 0-359,2 0-40,2 0-290</inkml:trace>
  <inkml:trace contextRef="#ctx0" brushRef="#br0" timeOffset="328.044">236 5 12032,'-1'0'180,"0"0"65,0 0 56,0-1 48,0 1 208,-1-1 61,-2 0 1395,3 0-1197,1 1-73,1 0-411,-1 0-33,1 0-38,0 0-42,0 0 674,-1 0-373,0 0-216,0 0 309,0 2-15,0 0-97,1 0-84,-1 1-77,1-1-66,0 0-56,0 0-46,1 0-38,3 9 319,-5-8-330,1-1 34,0 9 196,0 0-66,0 1-57,-1-1-51,-1 3-21,1 0-49,-1 3-27,-1 8-10,0 7 37,1-20-341,0 1 85,0 0 74,1 0 61,-1-1 48,1 1 36,-2 45 413,2-41-403,0 1-88,0-7-53,0-1-50,0 1-56,0 0-64,0 0-94,0 0-90,0 1-98,0-1-105,0 0-116,0 1-122,0-7 378,0 1-34,0 0-35,0-1-36,0 3-281,0 0-72,0 0-77,0 0-78,0 0-82,0 0-84,0-1-87,0 1-89,0-6 977,0 1 34,0 1-335,0 0-34,0 3-265</inkml:trace>
  <inkml:trace contextRef="#ctx0" brushRef="#br0" timeOffset="906.045">442 211 10368,'-3'-1'398,"2"0"40,-2-2 537,0 0 324,1-1 777,2 2-839,0 0-445,1 0-163,0 0-39,-1 1-133,1-1-37,0 0-41,-1 0-46,2 0 45,-1-2-113,2-3 197,0 0-43,1 0-40,0 0-37,0 0-37,1-1-33,4-6 179,-2 6-234,-1-1-36,7-7 89,4-3-76,10-6-59,-23 22-131,0 0 1,0-1-1,1 2 1,0-1-1,-1 0-4,0 2 11,-1 0 0,0-1 0,1 1-1,-1 0 1,1 1 0,-1-1-1,2 0-10,-2 1 8,-1 0-1,1 0 1,-1 0-1,0 1 1,1-1-1,-1 1 1,0-1-1,1 1 1,-1 0-1,0 0 1,0-1-1,1 2 1,-1-1-1,0 0 1,0 0-1,0 1 1,0-1-1,-1 1 0,1 0 1,0-1-1,-1 1 1,1 0-1,-1 0 1,1 1-8,1 2 12,-1-1 1,0 1-1,0-1 0,-1 1 0,0 0 1,1 0-1,-1-1 0,-1 1 1,1 0-1,-1 0 0,0 0 1,0 0-1,0 0 0,-1 0 0,0 0-12,-2 14 49,-1 0 0,-1-1 0,-2 3-49,-4 9 34,2-12-23,-1 0-1,-2 3-10,-1 1 25,-11 16 21,6-15 53,0 0 0,-13 13-99,-16 8 44,30-35-133,10-8 3,6-1 82,1 0 1,0 0 0,0 0-1,0 0 1,0-1 0,0 1 0,0 0-1,0 0 1,0 0 0,0-1-1,0 1 1,0 0 0,0 0 0,0 0-1,0 0 1,0-1 0,0 1-1,0 0 1,0 0 0,0 0 0,0-1-1,0 1 1,0 0 0,0 0-1,1 0 1,-1 0 0,0 0 0,0-1-1,0 1 1,0 0 0,0 0-1,0 0 1,0 0 0,1 0 0,-1 0-1,0-1 4,5-3-65,2 1 34,20 0 64,-11 2 9,34 0 71,3 4-102,-18 0-71,-28-3-142,0 1 78,15 1-80,-12 0 35,-5-2 26,0 1-52,0 0-63,0 0-73,1 0-134,-1 0-117,-2 0 242,0-1-34,-1 1-36,1 0-38,0-1-40,-1 1-42,1 0-43,0 0-45,-1-1-47,1 1-49,0 0-50,-1 0-52,0-1 97,-1 1-77,3 1-1996,-2-1 1686,-1-1 631,0 1 36,1 0-352,0 1-40,2 1-281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1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9 217 7296,'0'-2'821,"-1"0"-108,0 0-87,-1 0-64,-1-6 1314,2 6-1442,1 1 36,-1-1 107,1 1 72,0 0 87,1 1 104,-1-1 200,1 0-116,-1-1-98,0 0-84,0 0-131,0 0-42,0-9 1888,-1 8-1419,1 2-464,0 0 47,0 0-400,0 1 43,0 0-61,0 1-45,0 0-39,0 0-34,0 2 6,0 6-20,0-7 29,0 16 32,0 0-41,0 20-3,0 72-106,0-110 12,0 1 0,0 0 1,0-1-1,1 1 0,-1 0 0,0-1 0,0 1 0,0 0 0,0-1 0,1 1 0,-1 0 0,0-1 0,1 1 1,-1 0-1,0-1 0,1 1 6,8 3-26,14-4 42,-19-1-24,19-1 8,28-5-26,-45 6-134,-1-1 43,7 0-13,-1 0 97,17-2 43,-20 3-52,1-1-53,0 1-74,-1 1-90,1-1-111,-5 0 139,1 1-36,-1-1-71,1 1-50,0 0-51,0-1-55,0 1-58,-1 0-62,1 0-64,0-1-67,-1 1-72,1 0-74,0 0-76,-1 0-82,1 0-83,-1 0-86,1 0-91,-1 0-93,-1-1 351,1 0-1635,-3 1 1957,1 0 54,-1 0-158,1-1 116,0 1-30,1 0-247,-3 0 989</inkml:trace>
  <inkml:trace contextRef="#ctx0" brushRef="#br0" timeOffset="296.779">176 3 10624,'-1'0'236,"0"0"87,0 0 74,0-1 62,-1 1 40,1 0 36,-6-2 2113,5 2-1906,1 0-91,1 0 103,0 0-47,0 1-46,0-1-44,0 0-42,0 0-42,0 1-39,0-1-39,0 1-37,0 0-35,0 0 283,0 0-125,0 1-113,0-1-221,0 0-34,0 2 82,0-1-106,0 1-86,0 0-63,0-1-39,0 6-183,0-4 174,0-2 69,0 1 79,0-1 99,0-1-55,0 0 33,-1 22 263,1 0-92,-1-1-81,0 1-66,0-3-67,-1-1-33,-3 27 210,-4 4-311,-1 10 69,7-35-77,-1 4-75,2-14 1,1-1-33,-1 11-163,1-13 92,0 0-34,0 0-37,0 0-40,1 0-42,-1 0-46,1 0-100,-1 20-598,1-25 824,-1 0-36,1-1-8,0 0-45,0 0-54,0 0-63,0 1-133,0 0-100,1-1-108,-1 1-122,0-3 416,0-1-35,0 0-36,0 1-37,0-1-39,1 1-40,-1-1-41,0 1-43,0-2 315,1 0 34,-1 3-348,1 1-39,0 2-279</inkml:trace>
  <inkml:trace contextRef="#ctx0" brushRef="#br0" timeOffset="3609.944">572 631 8960,'-1'-1'437,"1"-1"75,-1 0 69,0 0 61,1-1 55,-1 1 49,0-1 42,1 0 35,0-3 1261,2 0 1446,1 5-2051,-3 1-1120,0 0 82,0 0 7,0 0-84,-1 0-73,1 0-63,-1 0-61,0 1-37,0-1 29,-3 3 137,3-2-167,0 0 43,-12 16 30,3-2 163,1 1 0,-1 4-365,-2 4 257,3-2-123,4-11-114,0 0-38,-1 4-68,0-1-81,0 0-91,-1 0-102,1 0-113,-1-1-121,3-6 247,0-1-34,1 1-37,-1-1-36,2-3 8,1 0-62,-2 1-160,1-1-93,0 1-97,-1 0-104,1-1-107,-1 0-114,0-1-120,1-1-123,-3 0-611,-3-3-949,8 1 2943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18 8832,'-2'-1'277,"0"1"23,1 0 53,0-1 46,0 1 37,-1-1 500,-2-3 1386,4 2-1656,0 0-57,0 2 1142,0-2 1216,0 1-1726,0 0-32,0 1-87,0-1-274,0 0-97,0 1-112,0 0-367,0 0-35,0 0-35,0 0-40,0 0-39,0 0-44,0 1-44,0-1-46,0 1-49,0 0-51,-1 1 248,0 1-45,-1 0-26,-2 3-26,-3 3 4,3-2-173,1 1 46,-5 6 30,1 1 102,-8 20 161,10-24-195,1 0-57,1-3-29,0-1-42,0 1-49,0 0-55,-1-1-61,1 1-67,0-1-73,-1 0-80,1 1-87,-1-1-91,1 0-99,-1 0-105,0 0-111,0 0-118,0 0-122,2-4 566,0 1-32,-1 0-50,0 2-285,-1 0-187,2-4 772,1 0-35,0 0 50,0 0-34,0-1-38,-1 1-42,1-1 56,0 1-36,0-1-37,0 1-41,0-1-43,0 1-45,0-1-48,0 1-51,0-1 278,0 0 40,0 1-375,-1 1-34,1 1-291,1-4 1169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29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58 184 10368,'0'-1'396,"-1"0"45,0-2 549,-1 1 33,-2-5 2025,2 5-1809,2 1-244,-1 1-552,1 0-43,0 0-50,1 0-55,-1 1-61,1 0-67,0-1 961,-1 0-688,0 0 18,0 0 113,0 0 167,0 0-452,0 7 150,0 0-43,-1 0-42,1 0-39,-1 0-37,0 0-34,-1 7 143,1-6-208,0 0-37,-3 9 42,0 2-95,-3 11-121,1-4-33,2-8 70,1-4 64,1 0 83,-3 11-144,-2 24 93,7-33-93,1 0-38,-1-15 34,1 0 1,-1 1-1,0-1 1,1 0 0,-1 0-1,1 0 1,-1 0 0,1 0-1,0 1 1,-1-1-1,1 0 1,0 0 0,0 0-1,0 0-1,1 0 8,0 0-1,0 1 1,0-1-1,0 0 0,0 0 1,0 0-1,0-1 1,0 1-1,0 0 1,0-1-1,1 1 0,0-1-7,30 1 80,-15-2-73,-14 0-14,9 0-152,1-1 102,5-1 93,12-4 132,-17 4-125,-4 1-49,1 0-50,0 0-66,0-1-80,0 2-94,0-1-108,0 0-123,-6 2 214,0-1-37,3 0-175,-1 1-72,0-1-75,0 1-80,0 0-84,1 0-89,-1 1-91,0-1-98,-5 0 413,1 1-90,4-1-2037,-4 0 1698,-1 0 645,-1 0 35,3 0-358,0 0-41,2 0-287</inkml:trace>
  <inkml:trace contextRef="#ctx0" brushRef="#br0" timeOffset="296.758">243 189 11520,'-8'-2'1517,"3"1"-581,2 0-243,0 1-106,2 0 158,-1 0-72,1 0-64,0 0-60,0 0-54,0 1-49,0-1-42,0 0-38,0 1 157,1 0-60,2 0 808,-2-1-856,0 0-46,1 0-44,-1 1-39,0-1-38,0 1-35,0 0 121,0 1-69,0 0-109,0 0-78,0 3 44,0-4-24,0 0 70,0 13 166,0 1-52,0-1-48,0 1-44,1-1-38,-1 1-35,0 14 32,1 7-77,0 50-23,-1-77-180,0 1 50,2 22-42,-1-18 33,-1-5-3,1 0-42,0 0-66,0 0-70,0 0-83,0 0-95,0-4 155,0 0-35,-1 0-38,1 0-38,0 0-41,0 0-43,0 0-46,0 0-47,0 0-49,0 0-51,0-1-53,0 1-56,0 0-58,0-1-59,0 1-61,0 0-64,-1-4 544,1 1-35,0 1-413,1 3-1322,-1-4 1604,0 0 41,1 0-122,-1 0 84,2 1-203,0 0 98,0 0 163</inkml:trace>
  <inkml:trace contextRef="#ctx0" brushRef="#br0" timeOffset="968.534">475 314 10752,'-9'1'1427,"3"0"-548,2-1-227,1 0-101,2 1-163,0-1-35,0-1 255,-1 1-117,1 0-99,0-1-49,-1 0-77,2 0-30,-2-1 250,2 2-271,0 0 22,0-1 57,0 1-83,0 0-46,1 0 238,-1 0-198,0 0-48,0-1 38,1 1 65,-1 0 64,0-1 76,0 1 85,0-4 28,1 0-58,0-1-53,1 1-51,1 0-47,-1-1-41,1 1-40,0-1-35,3-2 50,0 1-65,1-2-29,2-2-4,-4 4-62,1 1-61,0 0-1,0 0 1,1 0-1,-1 1 1,1 0 0,0 0-1,0 0 1,0 1-1,3-1-16,-2 2 12,0-1 0,0 1 0,0 0 0,0 1 0,0 0 0,0 0 1,0 1-1,7 0-12,-13 1 7,1 0 1,-1-1 0,0 1 0,0 0 0,0 0 0,0 1 0,0-1 0,-1 0 0,1 1 0,0-1 0,0 1-1,-1-1 1,1 1 0,-1 0 0,0-1 0,1 1 0,-1 0 0,0 0 0,0 0 0,0 0 0,0 0 0,-1 1-1,1-1 1,0 0 0,-1 0 0,0 0 0,1 1 0,-1-1 0,0 0-8,-1 4 20,0 0 0,-1 0 1,0 0-1,0 0 0,0 0 0,0 0 1,-1-1-1,0 1 0,0-1 1,-3 4-21,-4 5 20,-1 0 1,-5 5-21,-26 25-24,2-2-54,5 2-48,35-43 122,-1-1 1,1 0-1,0 1 0,0-1 0,-1 0 1,1 1-1,0-1 0,0 1 1,0-1-1,0 0 0,0 1 1,0-1-1,0 1 0,0-1 1,0 1-1,0-1 0,0 0 1,0 1-1,0-1 0,0 1 1,0-1-1,0 1 0,0-1 1,0 0-1,0 1 0,1-1 0,-1 1 1,0-1 3,11 8-28,8-3 7,-9-4-35,35 6 16,0 6 72,-2 3 75,-3 6 77,-38-21-172,0 0 0,0 1 1,0-1-1,0 1 0,0 0 1,-1 0-1,1 0 0,0 1-12,-1-1 6,1 0 0,-1 0 0,-1 0 0,1 0 0,0 0 0,0 0 0,-1 0 0,1 0 0,-1 1 0,0-1-1,1 0 1,-1 0 0,0 1-6,0 0 7,-1 0 0,1 0-1,-1 0 1,0 0 0,1 1-1,-1-1 1,-1-1 0,1 1-1,-1 2-6,-11 14 69,1-8-155,0 1 101,-2-1 62,-23 13 168,25-18-199,0 0-34,-3 0-58,0-2-84,6-1-2,-1-1-46,1-1-51,0-1-54,0 0-60,0 0-64,0-2-70,0 0-74,1-1-79,-1-1-83,2-1-89,-1-1-94,1-1-97,0 0-103,1-2-108,0-1-112,4 6 648,0 1-74,-4-10-1862,5 7 1572,0 1 181,0 0 116,1-1-35,0-3-260</inkml:trace>
  <inkml:trace contextRef="#ctx0" brushRef="#br0" timeOffset="2296.329">883 131 9472,'-2'-1'240,"0"0"81,1 0 70,-1 0 56,-2-1 551,-1-2 771,2 2-1038,1 0-49,1 0-96,0 1 449,1 0-80,-1-1-76,1 1-73,1 0-71,-1-1-66,0 0-65,1 1-60,0-1-59,0 0-53,0 0-53,0 0-47,0 0-46,1 0-43,-1 0-38,1 0-36,0 0-9,0-1-43,2-2 14,0 0-102,9-8-130,-9 9 117,-1 1 49,0 0 59,-1 1 71,0 0 87,6-6-206,3-1-52,-5 4-37,1 1 0,0 0 0,0 0 0,5-2 13,3 2 32,-13 3-20,-1 1 1,1 0-1,0 0 1,-1 0-1,1 0 1,0 0-1,0 0 1,-1 1-1,1-1 1,0 0-1,-1 1 1,1-1-1,0 1 1,-1 0-1,1 0 1,-1-1-1,1 1 1,-1 0-1,0 0 1,1 1-13,0 0 17,0 0 0,0 1 0,0-1-1,0 1 1,-1-1 0,1 1 0,-1 0 0,0 0 0,1 0 0,-1-1-1,0 2-16,1 4 49,-1 0-1,1 0 1,-2 0-1,1 0 1,-1 1-49,-1 17 234,-6 13 100,-5 0-108,-5-2-93,-5-4-80,10-17 46,0 1 0,-2 4-99,0 4 42,13-24-42,0 1 1,0 0-1,0-1 0,0 1 1,0 0-1,1 0 0,-1 0 0,1 0 1,-1 0-1,1 0 0,0 0 0,0 0 1,0 0-1,0 0 0,0 0 0,0 0 1,1 0-1,-1 0 0,1 0 0,-1-1 1,1 1-1,0 0 0,-1 0 1,1 0-1,0-1 0,0 1 0,1 0 1,-1-1-1,0 1 0,0-1 0,1 1 1,-1-1-1,1 0 0,-1 1 0,1-1 1,0 0-1,-1 0 0,1 0 1,0 0-1,1 0 0,22 5 53,4-3 89,-26-2-109,1-1 0,-1 0 0,1 0 0,0 0 0,-1-1 0,1 1 0,-1-1 0,1 0 0,-1 0 1,1 0-1,-1-1 0,2 0-33,-4 0 9,-4-1-85,0 4 68,-7 1 84,-3 1-45,9-2-32,-20 12 6,11 0-89,3 4 33,9-14 34,-1 0-1,1 0 1,0 0-1,0 1 1,0-1 0,1 0-1,-1 0 1,1 1-1,0-1 1,0 0 0,0 4 17,1-4-8,-1 0-1,1 1 1,0-1 0,0 1 0,0-1 0,1 0 0,0 1 8,1 2 11,0 0 0,1-1 0,0 0 0,1 0 0,-1 0 0,1 0 0,0-1 0,2 3-11,5 4 13,7 9 5,-5 2 39,-11-15-21,-1-1 0,1 1-1,-1-1 1,0 1-1,-1 0 1,1 4-36,-1-4 54,0 0 1,-1 1-1,0-1 0,-1 0 1,0 1-1,0-1 1,-1 5-55,0-5 56,0 0 0,-1 0 0,1-1 1,-2 1-1,1-1 0,0 0 0,-1 0 0,0 0 1,-1 0-1,1-1 0,-1 1 0,-5 3-56,3-3-214,0 0 87,-1 0 75,0 0 61,0-1 48,0 1 35,-20 10 310,15-10-255,0-1-62,-1 0-100,6-3-56,0 0-54,0-1-63,0 0-69,0 0-77,0 0-85,0-2-90,0 1-100,0-1-106,0-1-113,1 0-120,3 0 426,0 1-33,0-1-33,1 0-36,-1 1-35,0-2-36,1 1-38,-1 0-39,1-1-39,-1 0-40,2 2 290,1 0 40,-2-2-420,-1 0-51,0-1-344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8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31 15104,'0'0'1286,"-1"0"-109,1 0-106,0 0-99,0 0-96,0 0-90,0 0-87,0 0-80,0 0-76,1 0-71,-1 0-67,0 0-62,1 0-57,-1 0-52,1 0-47,0 0-43,0 0 32,0 0-106,1 0-70,1 0-87,-1 0 111,-1 0 66,0 0 80,19 0-107,-7 0-37,1 0-37,4-1-93,-11 1-233,-1-1 99,0 0 71,9-1-142,-6 0 52,-5 1 70,1 0-53,0 0-63,-1 0-77,1-1-144,-3 1 217,1 1-33,-1-1-35,1 0-37,-1 0-38,0 0-41,0 0-43,1 0-44,-1 0-48,0 0-47,0 0-52,0 0-52,0 0-54,0 0-57,-1 1 396,0-1 36,1 0-365,0 0-43,1-1-295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8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40 13312,'-2'0'152,"1"-1"64,-1 1 59,1 0 54,-1 0 48,0-1 42,-1 1 527,-2-1 418,0 0 1003,3 1-1383,0-1 104,2 1-477,0 0-68,0-1-82,1 1-93,0-1-107,1 0-120,-1 1-120,1 0-34,-1-1-37,1 1-37,4-1 44,3-2 25,0 1 45,20-4 182,-17 3-164,1 1-94,-7 1-25,0 0-42,1 0-68,1 0-67,-1-1-75,0 2-82,0-1-90,1 0-100,-1 0-107,1 1-114,-4-1 545,0 1-95,0 0-93,1-1-93,-1 1-10,-1-1-70,1 1-70,0 0-70,0-1-68,0 1-68,0 0-67,-1 0-67,0 0 564,-1 0 35,2 1-358,1-1-42,3 2-289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6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15 9472,'0'-1'672,"0"0"-48,0 0-47,-1 1-44,1-1-41,0 0-39,0 0-37,0 1-34,-1-1 188,1 0-77,0 0-68,-1 1-56,0-1 237,-1 0 242,1 1-461,1 0 68,-1 0 89,1 0-221,-1 0 36,1 0 40,0 0 44,-1 0 48,1 0 53,0 0 57,0 0 61,0 0-154,0 0 34,-1 0 36,1 0 37,-1 0-244,-1 0-33,-2 1 245,0 1-116,1 0-102,-1 1-90,-1 0-80,1 0-66,0 1-54,-3 2-40,-7 10-101,10-12 87,1 0 57,0 0 96,-23 26 21,3 1-58,0 1-50,2 1-38,-2 7-29,-2 7-47,-7 23 27,12-19 19,12-31 8,2 1-1,-2 14-26,4-17-3,2 1 0,0 0 0,1 0-1,1 0 1,1 5 3,0-9-3,1-1 0,0-1 0,1 1 0,1 0 0,0-1 0,1 1 0,2 2 3,-1-5 8,0 0 1,0-1 0,1 0-1,0 0 1,5 5-9,-9-12-187,-1 0 32,4 2-63,-1 1 105,0-1 90,1 1 69,-1-1 53,22 18 584,-19-17-568,-4-3-101,1 0-38,0 0-62,0 1-71,1-1-82,-1 0-91,1 0-101,-1 0-111,1-1-121,-3 0 283,0-1-34,0 0-35,0 0-37,0 0-37,0 0-40,0 0-39,0 0-42,0 0-43,0 0-43,1 0-46,-1 0-46,0 0-48,0 0-49,0-1-49,1 1-52,-1 0-53,1-1-54,-3 1 608,0-1 38,2 1-385,1 0-43,1 0-310</inkml:trace>
  <inkml:trace contextRef="#ctx0" brushRef="#br0" timeOffset="609.261">319 387 8960,'-1'-1'102,"0"0"121,0 0 108,0 1 96,0-1 196,-1 0 100,1 0 246,-2-1 620,1 1 54,1 1-579,0 0-227,1 1-67,0-1-194,0 1-74,0 0-86,1 0-97,0 0 740,-1-1-731,0 0-35,0 0 91,0 0-39,0 0-37,0 0-34,1-1 177,-1 0-114,1-1-56,1 1-109,-1-1-66,1-1-46,0 2 32,-2 0 63,7-7 101,0 1-69,0 0-60,1 0-50,10-3-29,-12 7-59,-1 1 1,1-1-1,0 2 0,2-2 11,7 1 5,-1 1 55,1 1 82,-12 1-94,-1-1-1,1 0 1,0 1 0,-1 0 0,1 0-1,-1 0 1,1 0 0,-1 0 0,1 0-1,-1 1 1,0-1 0,2 2-48,-2-1 40,0-1 0,0 1-1,-1 0 1,1 0 0,-1 0 0,1 0 0,-1 0 0,0 1-1,0-1 1,0 0 0,0 0 0,0 2-40,2 13 188,-4 1-41,-3 0-48,-4-1-53,-4 4 105,-15 18-151,-43 48 171,47-59-104,-6 1 42,16-17-79,1 0-58,5-3-37,1 0-51,5-8 115,1-1 0,0 1 0,-1-1 0,1 1 0,0 0 0,0-1 0,-1 1 0,1-1 0,0 1 0,0 0 0,0-1 0,0 1 0,0 0 0,0-1 0,0 1 0,0 0 1,0 0 0,0-1-1,0 0 1,0 0-1,0 1 1,1-1-1,-1 0 1,0 1-1,0-1 1,1 0-1,-1 0 1,0 1 0,0-1-1,1 0 1,-1 0-1,0 0 1,0 1-1,1-1 1,-1 0-1,0 0 1,1 0-1,-1 0 1,0 0-1,1 0 1,2 1-1,1-1-1,0 1 1,-1-1-1,1 0 0,-1-1 1,1 1 1,8-1-1,-6 1-19,-1 0-41,1 0-37,0 0-37,-1 0-34,1 0-34,5 1-293,-2-1 51,0 0-57,-1 0-50,1 0-44,8 1-707,0-1-108,32 1-2765,-38-1 3321,0 0 38,0 0-33,1 0 74,0 0 89,0 1 104,-11-1 79,0 0 38,0 0-371,1 0-40,1 0-295</inkml:trace>
  <inkml:trace contextRef="#ctx0" brushRef="#br0" timeOffset="1124.703">671 9 12160,'-1'0'330,"0"-1"-38,-1 1 198,1 0-103,-1 0-72,-2-1 347,3 1-342,-1-1 124,1 1-173,0-1 42,0 1-17,0 0 37,1-1 41,-1 0 42,0 1 48,0-1 51,0 0 54,0 0 58,1 2 529,1-1-116,-1 0-109,1 0-106,0 1-99,0-1-93,1 1-89,-1 0-83,1-1-89,-1 1-67,1 0-63,0 0-57,0-1-54,0 1-46,0 0-44,0 0-37,1 1-48,0-1-45,2 1-133,7 5-374,-9-5 467,1 0 59,-1-1 73,-1 1 76,1 0 88,-1 0 104,15 12-257,-1 1 0,-1 0 1,0 2-1,-1-1 0,-1 2 1,3 4-15,0 4 91,8 19-91,-9-15 169,2 12-169,-9-18-98,-1-1 69,-2 1 62,0 0 52,-1 20 184,-4-6 31,-1-16 85,-2-1 0,-4 22-385,1-17 205,-2 0-37,-5 12-11,5-20-132,0 1-42,-1-1-47,0-1-53,-2 1-57,1-1-63,-1-1-68,-1 1-73,0-1-77,-1-1-84,0 0-87,-1 0-94,0-1-99,0-1-103,12-11 767,0 0-16,0-1-38,1 0-39,-1 1-42,1-1-42,-1 0-45,1 1-47,-1-1-47,0 0-51,1 0-51,-1 0-53,1 0-55,-1-1-57,1 1-59,-1 0-59,1-1-63,0 0 403,0 1 38,0-1-381,0 0-43,-1 0-305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35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72 7552,'-1'-1'162,"0"1"36,0-1 125,0 0 55,0 0 50,0 0 44,0-1 144,0 1 44,0-1 178,0-1 473,1 4 397,0-2-126,0 0-122,0-1-120,0 0-116,0 0-113,0-1-111,0 1-108,0 0-105,0 0-102,0 2-99,0-1-96,0 2-94,0 1-90,0 1-87,0 2-85,0 6-274,0 0 39,0 0 37,0 0 33,0 12 61,0-1 107,0 3 121,0 0 83,0-1 49,0 33 593,0-22-439,0-14-277,0 0-63,0-5-99,0 0-53,0 0-58,0 0-67,0 0-73,0 0-80,0 0-87,0-1-94,0-3 56,0-1-55,0 0-56,0 1-59,0-1-61,0 0-65,0 1-65,0-1-70,0 0-72,0 0-73,0 1-77,0-1-79,0 0-82,0 0-84,0 1-86,0-1-90,0-12 904,0 0-38,0-1-441,0-4-1417,1 5 1715,-1-1 45,0 1 152,1-1 38,-1 0-372,1-1-38,1-1-296</inkml:trace>
  <inkml:trace contextRef="#ctx0" brushRef="#br0" timeOffset="437.402">37 125 9088,'-2'0'247,"-1"0"82,0 0 73,0-1 62,0 1 52,-1-1 43,1 1 152,-7-3 1377,6 2-1218,3 0 58,1 0-80,0 1-78,0-1-73,0 0-71,1 1-67,0-1-64,1 0-61,-1-1-83,1 1-47,-1 0-43,1-1-41,0 0-38,0 0-35,2-3 50,4-5 246,1 0-72,0 0-68,1 1-60,6-4 20,2 1-102,0 1-79,1 2-60,-11 6-36,1 1 0,-1-1 0,0 1-1,1 0 1,6 0 14,9 2-5,3 4 80,-14 0 9,0 2 41,-7-3-106,-1 0 0,1 0 1,-1 1-1,4 3-19,-5-3 33,1 0-1,-1 0 1,0 1-1,3 3-32,-4-2 37,0-1 0,1 1 0,-2 0 0,1 0 1,-1 0-1,0 0 0,0 0 0,0 1 0,-1-1 0,0 1 0,0-1 0,-1 1 0,0-1 0,0 1 0,-1-1 0,1 0 0,-1 1 0,-2 5-37,-9 21 144,-1-11-132,-12 11 127,12-20-117,-1-2-72,-1 0-105,7-6 11,-1 1-49,0-2-54,-1 1-61,1-1-66,-1 0-72,0 0-77,0-1-84,6-2 483,0 0-92,-1 0-92,1 0-91,-1-1-92,1 0-91,0 1-91,-1-2-91,1 1-91,0-1-91,1-1-91,-1 1-90,1-2-91,0 1-89,1-1-91,0-1-90,1 2 682,0 1 111,1-1-33,0 0-243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6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263 150 6784,'-1'-1'152,"-1"1"49,0 0 50,-1-1 46,1 1 45,-1-1 45,0 0 43,0 0 42,1 1 40,0-1 39,0 0 37,0 0 37,1 0 35,1 0 33,1-1 788,0 0 298,0-2-98,-1 1-643,0-1-84,0 1-236,0 0-80,-1 0-88,1 0-100,0 1-181,0 0-66,0 1-69,0 0-73,2-13 140,3 0 46,-3 10-151,1 1-1,-1-1 1,1 0 0,0 1-1,0 0 1,0-1 0,0 1-1,1 1 1,0-2-96,16-9 399,1 2-93,-6 5-179,-2 2-82,9-2-17,19 2 83,-36 3-94,-1 2 1,1-1-1,0 1 1,0-1-1,-1 1 1,1 1-1,1 0-17,-4-2 5,0 1 1,0 0-1,0 0 1,0 0-1,0 1 0,0-1 1,0 0-1,-1 1 1,2 0-6,-1 1 12,0 0 0,0 0 0,0 0 1,-1 0-1,1 0 0,-1 1 0,0-1 1,0 0-1,0 1 0,0-1 0,-1 1 1,1-1-1,-1 1 0,0-1 0,0 1 1,0 1-13,-4 28 66,-2-4-35,3-17-20,-1 0 0,0 0-1,-1 0 1,0-1 0,-1 1 0,0-1 0,-1-1 0,-3 4-11,-2 2 19,-1-1 1,-1-1 0,0 0-1,-16 12-19,23-21-1,-7 6-31,0 0 0,-1 0 1,0-2-1,-10 5 32,22-12 0,0 0 0,0 0 0,0 0 0,0 0 0,0 0 0,1 0 0,-2 2 0,4-4 0,0 0 0,-1 1 0,1-1 0,0 0 0,-1 1 0,1-1 0,0 1 0,0-1 0,0 0 0,-1 1 0,1-1 0,0 1 0,0-1 0,0 1 0,0-1 0,0 0 0,0 1 0,0-1 0,0 1 0,0-1 0,0 1 0,0-1 0,0 1 0,1-1 0,-1 1 0,1-1 0,-1 1 0,1-1 0,-1 0 0,1 1 0,-1-1 0,1 0 0,-1 1 0,1-1 0,-1 0 0,1 0 0,-1 1 0,1-1 0,0 0 0,-1 0 0,1 0 0,0 0 0,-1 0 0,1 0 0,0 0 0,18 1-96,1-1 69,42-8 130,-33 4-87,-14 2-46,0 1-37,4 0-94,0 2-99,-9 0 10,-5-1 4,0 0-50,0 0-112,-1 0-38,0 0-113,-2 0 232,0 0-35,0 0-37,0 0-37,1-1-384,0 1-121,-1 0 421,0 0-33,-1 0-36,1 0-36,0-1-38,-1 1-38,1 0-40,0 0-42,-1 0-42,1-1-43,0 1-45,0 0-45,-1 0 483,0 0 36,2-1-352,0 1-40,2 0-281</inkml:trace>
  <inkml:trace contextRef="#ctx0" brushRef="#br0" timeOffset="468.6">26 552 9472,'-1'0'240,"-1"0"82,0 0 70,0 0 58,0 0 35,0 0 34,-5 1 1269,5-1-1046,-1 1-47,1-1-94,5 0 481,0-1-74,1 0-72,0 0-70,-1 0-68,1 1-64,0-1-62,0 0-60,0 0-58,0 1-54,1-1-53,-1 0-50,0 0-48,1 1-45,-1-1-43,1 0-40,3 0 83,1-1-109,0 1-94,-1 0-80,3 0-74,-1-1-63,23-2-454,-19 2 360,-5 1 130,-1 0 46,1 0 67,0 0 91,0-1 109,-4 2-70,-1-1 33,21-1-235,-1-1 46,57-1 128,-46 3-130,-15 0-45,0 1-43,1-1-53,-1 0-63,1 0-72,-1-1-80,0 0-92,1 0-99,-14 1 387,0 1-92,0-1-95,0 0-98,0 1-99,-1 0-104,1-1-105,0 1-108,0 0-111,0 0-112,0 0-117,0 0-118,0-1-122,0 1-122,0 0-128,0 0-128,-1 0 84,0 0-106,-2 0 1004,0 0 116,0 0-31,2 0-249</inkml:trace>
  <inkml:trace contextRef="#ctx0" brushRef="#br0" timeOffset="1140.349">145 685 9984,'-4'-1'1498,"2"0"-79,0 0-83,2-1-84,-1 0-85,2-1-88,-1 1-89,2-1-90,-1 0-93,1 0-94,0 0-96,1 0-98,-1 0-99,0 1-101,1 0-102,-1 1-105,8-5 201,1 0-61,1 0-57,0 2-49,0-1-43,1 1-36,13-2-16,-16 5-58,1 0-1,-1 0 1,0 0 0,1 2-1,-1-1 1,2 1 7,3 2 33,-1 1 40,3 1-79,10 4 59,-1 3 91,-23-11-112,-1 0 0,0 1 0,0 0 0,1 0 0,-1-1 0,0 1 0,-1 1 0,2 0-32,3 8 177,-4 2 36,-4-3-91,-2-1-34,1-5-59,0 1 1,-1-1 0,1-1 0,-1 1 0,0 0-30,-3 4 47,-12 11 51,4-5-61,1 2-42,1 0-51,2 0-61,11-15 114,-1-1 1,1 1-1,0 0 0,-1-1 1,1 1-1,0 0 0,0-1 1,0 1-1,-1 0 0,1-1 1,0 1-1,0 0 0,0-1 1,0 1-1,0 0 1,0-1-1,1 1 0,-1 0 1,0-1-1,0 1 0,0 0 1,1-1-1,-1 1 0,0-1 1,0 1-1,1 0 0,-1-1 3,2 2-5,-1-1-1,0 0 1,1 1-1,-1-1 0,1 0 1,-1 0-1,1 0 1,0 0-1,-1-1 0,3 2 6,21 5-13,-4-3 69,-20-3-51,37 8 20,-29-6 18,-1 0-1,1 1 0,6 4-42,3 5 109,-5 2 33,-4 3 37,-8 2 39,-5-6-34,-4-3-39,6-8-118,-1-1 0,0 1 1,1-1-1,-1 0 0,0 0 0,-1 0 1,1 0-28,-20 8 79,-8-1-33,15-5-242,0-1 64,-39 3-124,32-5 95,11-1 37,0-1-39,0 0-46,0 0-55,2 0-3,0-1-48,0 0-53,1 0-57,-1-1-62,1 1-66,-1-2-71,1 1-76,0-1-80,0 0-85,1-1-89,-1 0-94,1 0-99,0-1-103,0 0-108,1 0-113,5 4 977,-1 0 36,0-1-367,-2-1-40,-1-2-295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5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86 135 11520,'-2'0'394,"1"0"45,-1 0 40,0-1 33,-1 1 141,1 0 33,-6 0 1486,2 0-359,4 1-675,1 0-477,1 0-50,1 0-60,0 1-69,0-2 23,0 1-59,0 0-57,0-1-53,1 1-49,-1 0-45,1-1-43,-1 0-39,1 1-14,1-1-45,-1 0-39,0 1-32,3-1-59,4 1-125,-5-1 103,-1 0 67,-1 0 50,0 1 58,4-1-266,0 1 64,13 1 12,-11-2 0,-4 0-5,1 0-33,-1 0-43,0 1-49,1-1-90,-1 0-79,1 0-92,0 0-101,-1 0-111,1 0-122,-2 0 346,-1 0-33,0 0-36,1 0-37,0 0-229,0 0-68,0 0-72,1 0-73,-3 0 642,0 0 50,0 0 42,0 0 36,0 0-140,3-1-364,-3 1 457,0 0-56,1 0-163,-1-1 194,-1 1-40,1 0-72,0 0-55,0-1-61,0 1-65,0 0-71,0-1-76,0 1-80,0 0-86,0-1 467,-1 1 34,2 0-318,0 0-30,1 0-248</inkml:trace>
  <inkml:trace contextRef="#ctx0" brushRef="#br0" timeOffset="281.288">8 19 13824,'-1'1'309,"0"-1"49,0 1 41,0 0 36,0 0 314,-1 1 1491,2-2-1328,-1-1-473,1 1-34,1 0-40,-1-1-48,0 1-53,0-1-62,1 0-67,-1 0-75,1-1 492,1 0-83,-1 1-76,1-1-71,0 1-64,0 0-58,1 0-51,-1 1-45,3-1-17,-1 0-75,10 0-165,-8 1 128,-3 0 66,-1 0 51,7-2-266,-1 1 96,19-1 66,-21 1-19,1 1-37,-1 0-51,0-1-62,0 1-74,0 0-87,-2 0 109,-1 0-32,1 0-35,-1 0-37,0 0-39,1 0-42,-1 1-43,1-1-45,-1 0-48,0 0-50,1 0-52,-1 1-53,0-1-57,1 0-59,-1 1-59,0-1-63,-1 1 477,0-1 35,1 1-351,2 0-40,1 0-282,-6-1 1096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43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28 8960,'-2'-3'3898,"2"2"-1409,1 0-1011,1 0-76,-1-1-93,2 1-107,-2 0-294,1 0-94,0 0-101,0 0-111,-1-1-119,0 2-289,0-1-32,0 0-36,-1 0-34,1 0-36,-1 0-38,2-2 364,-1 1-43,0 0-40,0 1-38,-1 2 159,0 2-121,0 0-134,0 1-55,-2 4-25,1-1-67,-1 4-44,-7 42 61,1-11 26,4-13-50,3 0 16,1 38-30,0-45 32,0 0 35,0-21-63,0 1 1,1 0-1,-1 0 1,0-1-1,0 1 0,1 0 1,-1 0-1,1-1 1,0 1-1,-1-1 1,1 1-1,0 0 0,0-1 1,0 1-1,0-1 1,0 0-1,0 1 1,1 0-2,1 0 5,-1 0 0,1-1-1,-1 1 1,1 0 0,0-1 0,0 0 0,0 0 0,0 0 0,0 0 0,1 0-5,10 2 22,0-1-1,0-1 1,0-1-1,9 0-21,-9 0 4,-5 0-39,1 0-66,0 0-56,0 0-48,9 0-278,35 0-1137,-43 0 1305,1 0 37,-5 0-395,-3-1 158,0 1 21,0 0-76,-1-1 24,0 1-73,1-1-84,-1 1-93,0-1 54,-1 1-76,1-1-82,0 0-89,0 1-92,-1-1-100,1 0-104,0 1-110,-2-1 940,0 1 33,2-1-337,0 1-37,1-2-269,-4 2 1064</inkml:trace>
  <inkml:trace contextRef="#ctx0" brushRef="#br0" timeOffset="343.88">309 56 7168,'0'0'1741,"-1"0"-124,1-1-120,-1 1-117,1 1-111,0-1-108,-1 0-103,1 0-99,0 1-94,0-1-91,-1 1-87,1-1-80,0 1-79,0 0-72,0 0-70,-1 0-64,1-1-108,0 1-37,0 1 77,0-1-119,0 1-102,0 0-102,0 0-92,0 0-37,0 3-329,0-2 255,0-1 174,0-1 35,0 1 49,0-1 96,0 1 72,0-1 90,-1 0 101,1 0 111,-3 39-103,0 0-45,1-1-66,2 1-85,0-13-110,0 0-53,0-1-60,0 1-64,1-5-23,-1-1-48,0 1-50,0 0-54,0-18 37,0 0 52,-2 17-584,1-15 464,0-3 125,1 1-37,-1 1-245,1-3 197,-1 1-36,1-1-41,0 1-42,-1-1-46,1 1-49,0-1-52,0 1-54,-1-1-59,1 1-61,0-1-64,0 0-67,0 1-70,0-1-73,0-1 563,0-1 34,1 1-330,0 0-36,0 0-263</inkml:trace>
  <inkml:trace contextRef="#ctx0" brushRef="#br0" timeOffset="796.643">14 536 8704,'-1'0'-113,"1"0"106,-1 0 69,0 1 66,0-1 62,1 0 58,-1 0 52,0 1 50,0-1 45,0 1 447,-1-1 116,1 1-85,0 0 45,-1 2 2204,2-1-1828,1 0-65,-1-1-665,1 1-40,0-1 186,2-1-101,0 0-91,1 0-80,0-1-69,1 0-60,0 1-48,0-1-37,9-1 364,-3 1-301,0 0-50,0 1-44,0 0-40,11 1 53,1 1-98,29 0-20,-29-2-26,-1-1-99,0 0 41,51 0 135,-42 1-107,-12 0-44,-1 0-33,-2 1-24,-1-1-32,1 1-38,-1 0-43,0 0-46,1 0-51,-1 0-57,1 1-59,-6-1-63,11 2-406,-13-3 536,-1 1-60,-1 0 2,0-1-71,0 1-86,0-1-99,-1 0 21,0 1-86,0-1-94,-1 0-103,1 0-109,0 0-119,0 0-126,-2 0 580,-1 0-35,0 0 252,0 0 35,2 0-341,0 0-38,2 0-272</inkml:trace>
  <inkml:trace contextRef="#ctx0" brushRef="#br0" timeOffset="1437.108">309 625 10624,'-1'2'276,"-1"-1"107,1 1 158,0-1 83,-2 1 1649,2-2-1366,0 0-499,0-1-50,0 1-61,0-1-71,1 1 690,-1 1-100,0-1-92,0 1-87,0 1-83,0-1-75,0 1-72,-1 0-64,0 2 39,-1-1-100,1 1-86,-1 0-70,-1 2-40,-6 10-43,7-10 25,0-1 88,2-3-30,1 0 39,-9 24 101,0 0-85,-2 12-31,2 2-103,6-22-48,1 0 0,1 1 0,0 6 1,2 2 25,3 0 40,1-5-76,4-2 48,-7-16-16,1 0 1,0 0-1,0 0 0,0 0 1,0 0-1,1-1 1,-1 0-1,1 1 0,0-1 1,0-1-1,0 1 0,4 2-21,-4-3 15,1-1 0,-1 1 0,0-1 0,1 1 0,1-1-15,12 1 6,1-4-38,-3 0-6,2-3-36,-10 3 8,0 0 1,-1-1-1,1 0 0,-1-1 0,7-4 66,-11 6-25,0 0-1,0 0 0,0 0 0,0-1 0,-1 0 0,1 1 0,0-3 26,5-12-74,-6-1 57,-6-1 52,3 16-27,-1 0 0,1 0 0,-1 0 0,1 0 0,-1 0 0,0 0 0,-1-1-8,1 2 17,0 0-1,0 0 0,0 1 1,0-1-1,-1 0 0,1 1 1,0 0-1,-1-1-16,-1 1 28,0-1 0,0 1 0,0 0 0,0 0 0,0 0-1,0 1 1,0-1 0,0 1 0,-1 0 0,1 0 0,-1 1-28,-22 3 88,0 4-104,14-4-44,1 1-43,1 0-48,1-1-53,6-2-68,1 0 81,-7 4-208,6-4 155,2 0 29,0-1-72,-1 1-104,1 0-114,1-1 204,-1-1-35,1 1-38,0 0-40,0 0-42,0-1-44,-1 1-48,1 0-49,0 0-51,0-1-54,-1 1-56,1 0-58,0-1-148,-1 1-53,1-1-47,0 0-40,1-2-1207,1 0-98,1 1 1595,-1 0 114,1-1-30,1 1-242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2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110 155 12544,'-1'1'337,"0"-1"103,-1 1 91,1-1 80,0 1 212,-1-1 80,1 1 259,-1-1 673,0 1 558,2-1-1635,0 0-34,-1 0-154,1 1-36,1-1-41,-1 0-47,0 0 38,1 0-92,-1 0-102,1 0-112,1 1-122,-2-1-78,1 0-34,0 0-37,0 0-36,0 0-39,-1 1-39,6 0 103,0-1 36,22 1-99,-19-2 50,-1 0-87,-2 0-15,0-1-72,0 1-86,0 0-97,-3 0 164,1 0-35,-1 0-39,0 0-39,0 0-41,1 0-45,-1 0-45,0-1-48,0 1-51,0 0-51,0 0-54,0 0-57,0-1-57,1 1-61,-1 0-61,0 0-65,-2 0 486,0 0-46,5-3-2467,-5 3 2084,0 0 551,0 1 33,0-1-330,1-1-33,1 1-260,-3 1 1035</inkml:trace>
  <inkml:trace contextRef="#ctx0" brushRef="#br0" timeOffset="249.958">23 27 15488,'-2'0'202,"1"0"70,0 1 61,0-1 55,-1 0 365,0 1 98,0 0 46,-3 0 1251,4 0-1522,0-1-36,-1 1-36,1-1-63,0 1-74,0-1-86,9-4 595,1 0-95,-4 2-462,0 0-39,1 0-41,-1 1-47,3-2 1,0 1-102,1 0-112,-1 0-123,-2 1-32,-1 0-55,1 0-57,-1 0-61,1 0-62,0 1-65,-1-1-69,1 0-70,-1 1-73,1-1-76,-1 1-78,1-1-81,-1 1-84,0 0-86,0 0-89,0 0-92,-2 0 684,-1 0 38,2 0-402,1 1-48,3 0-325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0.0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171 107 5888,'-3'-9'770,"1"3"-295,1 2-121,0 0-55,1 4-217,0 0 0,0 0-1,0 0 1,0-1-1,0 1 1,0 0-1,-1 0 1,1 0 0,0 0-1,0 0 1,0-1-1,0 1 1,-1 0-1,1 0 1,0 0 0,0 0-1,0 0 1,0 0-1,-1 0 1,1-1-1,0 1 1,0 0 0,0 0-1,-1 0 1,1 0-1,0 0 1,0 0-1,0 0 1,-1 0 0,1 0-1,0 0 1,0 0-1,0 0 1,-1 0 0,1 1-1,0-1 1,0 0-1,0 0 1,-1 0-1,1 0 1,0 0 0,0 0-1,0 0-81,-3 2 1704,4-2-901,1-2-44,-1 2 271,-1-1-87,0-1-80,0 1-72,0-1-66,0 0-58,0 0-51,0 1-43,0-3 542,0 2 404,-1 2-1181,0 0-32,-1 1 212,0-1-111,0 1-95,-1 1-41,1 0-89,-1 2-45,0 5 0,-1 28 41,2 1-78,2 7-53,3 23-44,0-15 21,-2-37-105,0 0 45,2 36 49,-2-29-38,0-10-24,0 0-36,0 1-56,1 0-61,-1 0-72,0 1-83,1 0-149,-2-7 205,1 0-34,0 0-37,0 0-37,0-1-39,0 1-42,0 0-44,0 0-44,-1 0-47,1-1-49,0 1-51,0 0-51,0 0-55,0 0-56,0-6 465,-1 0 90,0 0 75,0 0 59,1 0-9,-1 4-169,1-5 229,-1 1-43,0-1 20,0 0-36,1 0-40,-1 0-46,1 1-94,-1-1-73,1 1-79,-1-1-87,1 1-95,0 0-104,0-1-110,0 1-118,-1 0 217,1 0 114,0 0-33,0 0-253</inkml:trace>
  <inkml:trace contextRef="#ctx0" brushRef="#br0" timeOffset="593.615">22 399 15104,'-6'2'1993,"2"-1"-765,1 0-318,2-1-505,0 0-40,-1 1 274,1-1-68,0 1-62,0 0-57,0 0-53,1 0-46,-1 0-41,1 0-37,0 0 104,1 0-59,1-2 511,2-2-639,0 1-45,0-1-39,2 0-35,0 0-22,2 1-34,15-6-72,-9 3 19,-6 2 45,6-2 19,-1 1-83,1 0-83,0 1-86,1 0-87,-1 0-90,1 0-90,-1 2-92,1-1-95,0 1-96,0 0-98,0 0-99,-1 1-101,1 0-103,0 1-105,-1-1-106,-6 1 678,10 2-1026,-7 0 746,-6-2 505,1 1 67,-1 0 82,1 0 98,-3-1 144,1 0 49,-1 0 52,1 0 56,-1 0 60,1 0 63,0 0 68,-1 0 71,-1-1 247,0 1 87,-1-1-93,0 0 40,1 1 705,0-1 62,1 1 1924,-2-1-2326,0 0-47,0 0 95,0-1-114,0 1-258,0 0-113,0-1-316,-1 1-33,1 0-37,0-1-38,-1 1-39,1 0-43,0-1-44,-1 1-45,1 0-48,0-1-50,0 1-51,0-1-54,-1 1 246,4-2 149,1 0-36,0-1-12,0 0-41,-2 2-43,-1 0 0,1 0 0,0 1 0,-1-1 0,1 0 0,0 1 0,0-1 0,0 1 0,1 0-1,0 0-2,-1 1 1,1-1-1,0 1 0,-1-1 0,1 1 1,-1 0-1,1 1 0,-1-1 0,3 2 2,11 8 30,0 3 33,-3 2 42,-2 2 47,-3 0 55,-4 1 63,-3-12-111,-1 0 0,-1 1 0,1 7-159,-3 9 291,1-19-225,0 1 0,-1-1 0,1 0 1,-1 0-1,0 0 0,-2 2-66,-10 12 172,-4-5-75,-6-5-90,-5-8-104,18-2-64,-1-2 53,7 1 73,0 0 0,0 0 1,0-1-1,0 1 0,1-1 1,-2-1 34,-7-7-138,5 4 10,2-1-47,-2-3-127,2 0-113,3 6 159,1-1-36,0 0-39,0 0-41,1 0-44,0-1-47,0 1-49,1 0-52,0-1-55,1 1-56,0 0-61,0-1-62,0 4 125,0-1-94,1 1-45,1-6-1148,-1 4 844,-1 2 637,0 1 35,1-3-355,1-1-40,2-3-285</inkml:trace>
  <inkml:trace contextRef="#ctx0" brushRef="#br0" timeOffset="906.034">847 80 11264,'-1'-1'229,"-1"0"65,0 0 229,0-1 96,0 1-41,-1-1 38,-4-2 1492,5 3-1244,-1-1-63,2 2-444,0-1-35,0 1 391,1 0-46,0 1-42,0-1-42,0 0-40,0 1-38,0-1-38,0 1-36,0-1-34,0 1-34,0 0 270,0 1-115,0 0-104,0 0-122,0 0-67,0 0-60,0 0-49,-1 0-25,1 1-61,0 6-81,0-6 97,0-1 107,0 27 9,-1 0-45,-1 0-45,0-1-43,0 10-56,0 1-71,2-1-69,1 0-65,-1-28-60,0 0 49,1 22-410,0-18 337,-1-5 89,0-1-40,0-1 13,0 0-38,0-1-44,0 1-48,1 0-54,-1 0-59,0 0-64,0-1-69,0 1-75,1 0-79,-1-1-84,0 1-91,0 0-94,1 0-101,-1-1-105,1 1-110,-1-5 884,0 0 35,1 2-358,-1 1-41,1 2-287</inkml:trace>
  <inkml:trace contextRef="#ctx0" brushRef="#br0" timeOffset="1155.977">685 368 15104,'-8'1'2016,"3"0"-774,2 0-321,1-1-511,1 0-40,-1 0 606,1 1-71,1-1-73,-1 0-73,1 1-76,1-1-75,-1 1-76,1-1-79,-1 1-79,1-1-80,0 0-81,0 1-82,0-1-84,0 0-84,0 0-86,0 0-86,16-4 28,0-1-63,-5 2 29,-1 0-53,4-1-181,-7 2 177,-1 1-36,1-1-38,-1 0-41,1 0-44,-1 1-47,1-1-50,0 1-51,-1-1-56,1 1-58,0 0-60,0 0-64,0 1-66,0-1-69,0 1 238,1-1-104,0 1-97,0 0-93,0 0-87,0 0-82,-1 1-76,1-1-71,-3 0 501,1 1 111,0 0-32,4 0-251</inkml:trace>
  <inkml:trace contextRef="#ctx0" brushRef="#br0" timeOffset="1593.376">1246 310 10880,'-1'-1'277,"1"0"41,-1 0 40,1 1 35,-2-2 489,1 1 109,0 1 62,0-1 61,-1 0 2675,0 1-2228,2 0-810,-1 0-39,1 0-49,-1 0-56,1 0-215,0 0-35,-1 0-38,1 0-41,-8 0 367,-1 2-124,1 0-112,0 1-101,-1 1-87,1 1-78,0 0-65,0 0-54,-5 5-72,-14 15-212,19-18 220,1 0 55,-1 1 92,-6 8-134,1 0 1,0 2-1,1 0 1,0 0 0,2 1-1,-6 13 27,0 0-12,14-28 13,0 0-1,0 0 1,0 0 0,1 0-1,0 0 1,0 1-1,0-1 1,0 0 0,1 1-1,-1-1 1,1 2-1,0-5 0,0 0 0,1 0 0,-1 0 0,0 0 0,0 0 1,1 0-1,-1 0 0,0 0 0,1 0 0,-1 0 0,1 0 0,-1-1 0,1 1 0,0 0 1,-1 0-1,1-1 0,0 1 0,-1 0 0,1-1 0,1 1 0,-1 0 0,1 0 0,0-1-1,0 1 1,-1-1 0,1 1 0,0-1-1,0 0 1,0 0 0,0 0 0,0 0-1,-1 0 1,1 0 0,0 0 0,0 0 0,0-1-1,4-1-4,-1 1 0,0-1 0,0 0 0,0-1 0,0 1-1,0-1 1,0 0 0,-1 0 0,1-1 0,-1 0-1,1 0 7,12-13-36,-1 0 0,0-2 35,-3 4-7,-6 6 22,0 0 0,-1 1 0,0-2-1,-1 1 1,1-1 0,-2 0 0,4-9-15,-1-4 3,-6 20-16,0 0 0,-1 0-1,0 0 1,1 0 0,-1 0 0,0 0 0,-1-1 13,1-5 44,0 13-110,0 2 10,0 0 32,0 6 56,0 2 73,2 18 213,-2-21-252,1-1-38,1 3-63,0 0-95,0 0-116,-1-7 72,0 0-38,1 1-39,-1-1-44,1 0-46,0 0-49,0 0-51,0 0-54,0-1-57,1 1-60,0 0-169,-2-3 385,0-2 121,0 0-53,0 1-66,0-1-77,0 0 11,0 0-69,0 0-75,0 1-83,0-1-88,0 0-96,1 0-103,-1 0-110,0 0 232,0 1 96,0-2 241,0 1 35,1 1-404,0 0 265</inkml:trace>
  <inkml:trace contextRef="#ctx0" brushRef="#br0" timeOffset="1968.286">1400 91 8448,'-2'-1'1161,"0"0"-76,0 0-73,1 1-67,0 0-65,0 0-60,0 1-56,0 0-51,1 0-48,0 0-43,0 0-40,0 1-35,0 1 459,0 1-92,1 8 1430,-1-7-1301,-1-1-536,0 0-56,0 0-53,1 0-49,-1 1-47,0-1-43,1 0-40,-1 1-36,0 1 16,1 0-57,-1 1-48,0-1-39,1 3-30,-2 14-66,2-13 49,0-2 54,0 0 76,0 40-67,1-16-52,0 8-73,0-20-21,-1 0-41,-1 17-306,1-21 201,-1-4-4,1 0-75,0 0-95,0 0-116,0-7 206,0 1-38,0 0-38,0 0-43,0 0-44,0 0-48,1 0-49,-1 0-53,1 2-291,-1 0-105,1 0-109,1 0-117,-1-1-122,0-3 633,-1 0-33,1 0-33,0 0-35,0 0-35,0-1-36,0 0 417,0-1 35,0 3-356,1 0-38,2 3-282</inkml:trace>
  <inkml:trace contextRef="#ctx0" brushRef="#br0" timeOffset="2561.903">1570 18 11264,'-6'-6'1495,"2"3"-575,1 1-237,1 0-107,1 1 89,-1 0-37,-1 0 529,0 0-110,0 1-87,2 0-238,0 1 316,3-1 676,-1 0-1042,-1 0-98,0 1-89,0-1-81,0 0-71,0 1-62,0 0-53,0-1-43,0 2 79,0 0 53,0-1-150,1-1 57,-1 1 79,10 3-289,0 0 0,-1 1 1,1 1-1,4 4-4,-4-3 13,-1 0-1,0 1 1,-1 1 0,0 0-13,3 3 28,-1 2-1,-1-1 1,0 1 0,-1 1 0,0 0-1,0 4-27,3 8 58,-1 1-1,-2 0 0,-1 1 0,-1 2-57,2 12 113,-3 7-113,-3-22-49,-1 0 65,-1 2 99,-1 0-1,-2 5-114,-4 5 43,2-16-72,-1-1-56,-1 0-70,-2 0-81,0-1-96,-2-1-108,-2 0-120,7-11 230,-1-1-35,4-5-165,-1 1 113,2-1 149,-1-1 44,-11 15-625,9-12 520,1-1-97,-1-1-32,1 0-116,2-2 237,0 0-38,0 0-39,-1-1-44,1 1-45,0-1-48,-1 1-51,1-1-53,0 0-57,-1 1-59,1-1-63,-1 0-63,1-1 379,1 1 38,-2-1-384,-1 1-44,0 1-311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57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10 10880,'-7'-4'1484,"4"3"-745,1 0-321,1 0 45,-2 0 242,2 0-309,0 1 32,0 0 159,0 0 61,0-1 68,1 2 71,-1-1 79,1 0 84,-1 1 89,1 0 94,0 1-267,-1 0-112,0 0-104,-1 1-94,1-1-87,-2 1-79,1-1-71,-1 1-63,-2 1 44,0 1-106,-2 0-56,-2 2-2,4-4-38,1 1 56,-28 23 57,4 5-75,2 2-57,4 2-42,5-2-22,1 1-1,1 0 1,-4 20-15,10-26-32,2 2 0,-3 18 32,6-22 0,2-1 0,0 1 0,2 0 0,1 0 0,2 7 0,0-12-18,1 0 0,5 15 18,-3-18-36,1 0-1,1 0 1,1 2 36,20 27-130,6-3-59,-29-37-3,12 12-161,-10-11 158,0-1-67,-5-4 88,1 0-36,0 0-71,0 0-56,1 1-64,-1-1-69,0 0-77,1 0-84,-1 0-89,1 1-96,-3-3 452,3 2-335,-3-2 434,0-1-42,-1 0 10,1 0-47,0 0-57,-1 0-64,1-1 22,-1 1-55,1-1-62,-1 1-66,1-1-70,0 0-76,0 1-81,-1-1-85,1 0 441,-1 0 36,2 0-366,0 0-41,1 0-292</inkml:trace>
  <inkml:trace contextRef="#ctx0" brushRef="#br0" timeOffset="562.395">280 611 12032,'-5'-5'1585,"3"1"-608,0 2-253,0 0-112,1 1-129,0 0-106,1 1-17,-1 2 111,1-2-471,-1 3 357,0 1 41,0-1 37,0 0 33,0-1 3,1-1-42,-1 0-41,0-1-39,1 1-6,0-1-41,0 0-41,1 0-37,0 1 60,0 0 320,-1-1-259,0 0-89,0 0 38,0 0-67,1 0-51,-1 0-44,1 1-38,2 1 17,4 2-19,-5-2 25,-1-2-107,0 1 0,0 0 0,0-1 0,0 1 1,0-1-1,0 1 0,1-1 0,-1 1 0,0-1 0,0 0 0,0 0 0,1 1 0,-1-1 1,1 0-11,17-5 82,0-5-74,-1-2-92,-14 9 37,6-4-44,-1-1-1,0 0 1,-1 0-1,1-2 92,17-22-203,-9 3 100,-4 0 87,-8 10-69,-3-3 63,-3 0 60,-4 0 57,-4 3 55,-4 4 52,11 14-171,1 0 1,-1 0-1,0 0 1,0 0-1,0 0 1,0 0-1,0 0 1,-1 0-32,0 1 42,1-1 1,-1 1 0,0-1-1,0 1 1,1 0 0,-1 0-1,-1 1-42,0-1 27,0 1 0,0 0 0,1 0-1,-1 0 1,1 0 0,-4 2-27,3-1 20,1 0 1,-1 0-1,1 0 0,0 1 1,0-1-1,-1 1-20,0 2 18,0 0 0,-1 0-1,2 0 1,-1 1 0,0 0 0,1-1-1,0 1 1,0 1-18,-2 6 9,1 0 1,0 0-1,-1 10-9,-3 35-58,7-41-7,1 1 48,1-6 36,0-1 0,1 1-1,0 0 1,2 2-19,4 11-17,-1-12-38,1 0-44,1-1-56,1-2-66,2-1-76,1-2-86,2-2-96,1-3-107,12-3-1445,-16-1 1081,-5 0 368,0-1-51,-1 1-62,1-1-72,-2 1 66,0-1-64,0 0-68,0 1-75,-1-1-81,1-1-87,-1 1-92,0 0-99,0 1 515,-1-1 102,2 0-30,3-1-228,-8 4 896</inkml:trace>
  <inkml:trace contextRef="#ctx0" brushRef="#br0" timeOffset="1655.871">556 431 10368,'-1'0'1102,"1"0"-66,0 0-63,0 1-60,0-1-60,-1 1-57,1 0-55,0-1-54,0 1-49,0 0-50,0 1-47,0-1-44,0 0-44,-1 1-39,1-1-40,0 1-36,0-1 22,0 1-45,0 1-44,0-1-38,0 2 128,0 0-112,-1 1-62,1 8 103,0-11-200,0-1 33,2 24 78,2 0-85,5 11-51,-2-16-45,1-1 0,9 17-20,-11-25 36,2 0 40,2 1 56,8 2 110,-16-13-212,0-1 1,0 1-1,0 0 0,0 0 0,0-1 1,0 1-1,0-1 0,2 1-30,9-3 133,-2-3-56,0-5-39,1-10 57,-3-11-9,-7 22-59,2-8 50,-1 0 1,1-15-78,-2-42 58,0 80 4,3 6-91,1 3-9,-5-10 38,1 1 0,0-1 1,0 0-1,1 1 1,0-1-1,0 0 0,0 0 1,0-1-1,1 1 1,-1-1-1,1 1 0,0-1 1,1-1-1,3 4 0,-5-5 9,1 1 1,0-1-1,0 0 0,0 0 0,0-1 0,0 1 0,0-1 0,4 1-9,-3-1 17,-1-1 0,0 0-1,0 1 1,1-2 0,-1 1 0,0 0-1,1-1 1,-1 0 0,3-1-17,-3 1 5,1-1 1,-1 0-1,-1 0 0,1 0 1,0-1-1,0 1 0,-1-1 1,0 0-1,1 0 0,-1 0 1,0-1-1,-1 1 0,1-1 1,-1 1-1,1-1 0,-1 0 1,1-2-6,2-5 11,0 0 1,-1-1 0,0 0-1,-1 1 1,1-8-12,0-2 66,-2-13 192,-2 29-201,-1 0 0,1 0 0,-1 0 0,0 0-1,-1-2-56,-6-12 112,7 19-110,1-1 0,-1 0 0,1 1 0,-1-1 0,1 0 0,-1 1 0,1-1 0,-1 1-1,1-1 1,-1 1 0,0-1 0,1 1 0,-1 0 0,0-1 0,1 1 0,-1 0 0,0-1 0,0 1 0,1 0 0,-1 0 0,0-1-1,0 1 1,0 0 0,1 0 0,-2 0-2,1 1 1,-1-1 0,1 0 0,0 1 0,-1 0 0,1-1 0,0 1 0,0 0 0,-1-1-1,1 1 1,0 0 0,0 0 0,0 0 0,-1 1-1,-2 4-2,-1-1-1,1 1 1,0 0 0,1 0-1,-3 4 3,0 6-9,-1-1 0,-2 14 9,-1 12-67,-1 12 67,9-40-9,0-1 1,1 1 0,0 0-1,1 0 1,1 0 0,0-1-1,1 8 9,-1-17-7,0 0-1,0 0 0,0-1 1,0 1-1,0 0 1,2 2 7,10 11-140,5-5-76,3-6-55,-15-4 174,-1-1-1,1 0 1,0 0 0,0 0 0,0-1 0,0 0-1,-1 0 1,1 0 0,0-1 0,-1 0 0,1 0-1,-1 0 1,4-3 97,5-6-283,0-3 71,-3-1 75,0 0 76,1-8 55,-6 10 51,-2 0 36,0-1 39,-2 1 41,0-1 44,-2 2 48,0 7-151,-2-2-16,0 4-4,1 7 80,0 16-60,-1 0-52,1-9-35,0 0 0,0 0 0,2 10-15,0-11 4,1 0 0,0-1 0,0 1 0,3 3-4,1 3 38,2-3 41,-8-12-67,1-1 0,-1 1 0,0-1-1,0 1 1,1-1 0,-1 1 0,1-1 0,-1 0-1,0 1 1,1-1 0,-1 0 0,1 1-1,-1-1 1,1 0 0,-1 1 0,1-1 0,-1 0-1,1 0 1,-1 0 0,1 0 0,0 1-12,-1-2 8,1 1 1,-1 0-1,1 0 1,0 0-1,-1 0 1,1 0-1,-1-1 1,1 1-1,-1 0 1,1 0-1,-1-1 1,1 1-1,-1 0 1,1-1-1,-1 1 1,0-1-1,1 1-8,7-12 69,-1-1-47,-4 6-19,19-39 33,-2-2-79,-1 4-108,1-1 151,4 4-49,6 4 58,-19 27 66,-1 5 44,1 2 35,-10 2-125,1 1-1,-1 0 0,1 0 1,0 0-1,-1 0 0,1 0 1,-1 1-1,1-1 0,-1 0 0,1 1 1,0-1-1,0 1-28,11 8 192,-7-2-127,-1-1 0,0 1 0,0 0 1,0 0-1,-1 0 0,3 6-65,4 14 127,-3-4-73,-1 1-66,-1 0-84,0-1-103,-2-5-37,1-1-81,-4-13 89,0 0 51,3 16-407,-3-15 376,0 1-75,1-1-101,-2-2 146,1-1-35,0 2-153,0-1-75,-1 1-86,1-1-91,0 0 37,0 0-75,0 0-78,0-1-83,0 1-88,0 0-92,0 0-97,0-1-101,-1-1 738,1 0 38,-1 1-384,1 0-45,0 1-309,-1-3 1212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39:56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52 10880,'0'-1'287,"0"0"-10,0-1 46,-1 1 39,1-1 32,-1 0 451,-1-5 1259,2 5-1492,-1 0-46,0 1 26,0 0-338,0 0-33,1 0 143,0 1 112,-1-1 96,1 1 80,0-1-12,0 1 39,0-1 2643,0 1-2230,0 0-595,1 1-42,-1-1-49,0 1-56,0-1-63,0 1-70,0-1-114,0 1-37,0-1-39,0 1-39,0 0-44,0 0-44,0 0-46,0-1-49,1 31 379,-1 0-43,2 30 36,1-1-100,6 79-11,-5-96-12,0-1 46,-2-19-120,1 29 67,-1-30-127,-2-11-12,1 1-45,0-1-52,0 0-61,0 0-69,0 1-75,0-10 429,-1 1-122,0 0-113,0 1-105,1-1-97,-1 0-90,0 1-79,0-1-74,0 0 10,0 0-47,0 1-40,0-1-34,0 2-727,-1 9-2870,0-10 2553,1-3 1289,0 0-33,-1 0-421,0 1-1348,0-2 1644,1 0 44,0 0 145,0 0 36,-1 1-354,1-1-35,0 0-281</inkml:trace>
  <inkml:trace contextRef="#ctx0" brushRef="#br0" timeOffset="390.575">18 166 11904,'-6'-5'1585,"2"3"-608,1 0-253,1 0-112,1 1-129,0 0-108,0 0-21,1-1 93,0-3 87,0-3 350,0 6-294,0 1-121,0 0-107,1 1-93,-1-1-51,1 0-89,-1 1-60,1-1-53,0 0 3,0 1 38,-1 0 36,0-1 54,5-6 307,6-9 465,0 4-362,-8 10-513,36-27 623,-24 21-482,2 2-46,9-3-4,-1-2-48,21-6-15,-39 15-68,1-1 0,0 2 0,0-1 0,0 1 0,0 0-1,0 1 1,0 0 0,2 0-4,8 2-55,-1 2 72,7 4 113,-2 4 82,-19-9-168,0-1 0,0 0 1,-1 1-1,1-1 0,0 1 0,-1 0 0,0 0 1,0 0-1,0 0 0,0 1 0,1 2-44,2 10 129,-3 3-40,-6 20-12,2-30-27,-1 0 0,1 0 0,-2 0 0,1-1 0,-4 7-50,-7 8 81,-6 2-62,9-13-54,0 0-39,-1-2-43,-1 1-50,0-2-56,0 0-62,8-5-95,-1-1 73,-15 6-486,12-6 404,3-2 103,0 0-59,-1 0-189,3-1 216,1 1-38,-1-1-42,0 0-46,1-1-47,-1 1-53,1-1-55,0 1-59,-1-1-62,1 0-65,0 0-70,0 0-72,0-1-76,0 0-78,1 1 203,-1-1 117,1 0-39,-2-1-275,4 3 1069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1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9 12544,'-5'1'1839,"2"1"-84,1-1-96,1 0-105,1 1-118,0-1-764,1-1-34,0 1-35,0-1-35,0 1-37,1 0-39,-1-1-40,1 1-42,0-1-41,-1 1-45,1-1-45,0 1-47,0-1-47,0 0-50,0 1-50,0-1-53,0 0-53,-1 0-54,1 1-56,0-1-58,-1 0-58,0 0-61,4 0 206,1-1 38,18-2-67,-16 2 28,-1-1-88,-3 1 34,0 0-43,1 0-48,-1 0-56,0 0-60,0 0-66,0 0-72,0 0-78,0 0-65,0 0-84,0 0-90,0 0-95,0 0-100,0 0-106,0 0-110,0 0-117,-3 1 840,1-1 37,2 1-377,0 0-43,2 0-305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1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23 11520,'-2'0'207,"0"1"119,-1-1 106,1 1 93,-2 0 209,-1 0 90,0 0 253,-2 0 635,2 1-283,3-2-517,1 1-196,1-1-54,0 0 69,1 0-414,0 0-35,1 0-40,0-1-43,1 1-46,0 0-50,46-7 122,-33 5-235,-8 1-39,0 0-37,1 0-49,-1 0-52,0 0-60,1 0-66,-1 0-74,0 0-79,0 0-87,1 0-93,-1 0-101,0 0-106,1 0-114,-1-1-121,0 1-126,-4 0 557,0 1-35,1-1-34,-1 0-36,0 1-38,0-1-37,0 0-16,1 1 114,0 0-36,3-1-263,-8 1 1025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3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31 13440,'-1'0'219,"0"0"58,0 0 53,0 0 45,-1 0 304,1 0 71,-2 0 1641,3-1-1822,0 1-36,0-1-48,0 1-58,0-1-182,0 1-35,1-1-38,-1 0-43,0 1 611,1-1-86,0 1-81,1-1-76,-1 0-71,1 1-66,0-1-61,0 0-56,1 0 12,1 0-86,0 0-73,0-1-59,1 1-55,9-3-186,-8 3 169,-2 0 93,-3 0 15,1 1 35,42-6-152,2 4 47,0 5 44,-3 6 43,-24-1 6,-2 7 34,-16-14-115,0 0 0,0 1 0,0-1-1,0 0 1,0 1 0,-1-1 0,1 1-1,0 0 1,-1-1 0,1 1-1,-1-1 1,1 1 0,-1 0 0,0 0-1,0-1 1,0 1 0,0 0 0,0-1-1,0 1 1,0 0 0,0-1-1,-1 1 1,0 1-15,-8 19 175,-2-3-50,-4-1-50,-3 0-55,11-12-8,-7 6-19,-1 2-34,4 1-40,10-14 69,0 1-1,1-1 1,-1 0 0,1 0-1,-1 1 1,1-1 0,0 0-1,-1 1 1,1-1 0,0 1 12,0-1-1,0 0 1,1-1-1,-1 1 1,0 0-1,0-1 1,1 1-1,-1 0 1,0-1-1,1 1 1,-1-1-1,1 1 1,-1-1-1,1 1 0,-1-1 1,1 1-1,-1-1 1,1 1-1,-1-1 1,1 0-1,0 1 1,-1-1-1,1 0 1,0 1-1,0-1 1,20 6-51,-18-5 19,16 4-2,11 2 36,1 4 82,-4 4 107,-17-6-48,-2 3 36,-8-11-159,1 0-1,-1-1 1,0 1 0,0 0-1,1 0 1,-1 0-1,0 0 1,0 0 0,0 0-1,0 0 1,0 0 0,0-1-1,0 1 1,0 0-1,0 0 1,0 0 0,-1 1-20,1-1 26,-1 0 0,0 1 0,1-1 0,-1 0 1,0 0-1,0 0 0,0 1 0,0-1 1,0 0-1,-1 0-26,-13 10 184,1-5-84,-20 5-39,10-8-75,3-2-59,0-2-74,8 0 8,0-1-40,0 0-46,0 0-51,0-1-54,1 1-60,0-2-64,1 1-68,2 0 148,0 0-50,0 0-53,0 0-57,0 0-61,0-1-66,0 1-68,0-1-74,1-1-76,0 1-81,0 0-84,0-1-89,0 0-92,1 0-96,1 0-101,0-1-103,4 4 1042,0 1 35,-1-3-355,-1 0-39,-1-1-283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2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16 11008,'0'-1'274,"-1"0"58,0 0 51,0 0 42,0 0 497,-1-3 1390,1 2-1650,1 1-61,0 0-282,-1 0-33,1 0-40,0 0-43,0 5 1168,0 0-112,0 0-110,0 0-104,0 1-100,0-1-96,0 0-91,0 1-88,0 1 50,0-1-120,0 1-112,0 0-103,0 0-94,0 0-87,0 0-78,0 0-69,0 0-60,0 0-52,0 0-42,0 0-35,0 2-80,1 15-476,0-14 420,0 0 80,-1-1 69,1 1 93,1-1 119,-2-4 5,1 1 38,0-1 42,-1 0 43,2 3-393,0 4-18,1 3-50,-2-5-4,1-2-51,-1 1-114,0-2-37,0 0-114,0-2 232,-1-1-34,1 0-36,-1 0-39,1 3-381,-1-1-122,1-3 421,-1 1-33,0 0-35,0-1-36,1 1-37,-1 0-39,0-1-39,0 1-42,0-1-40,0 1-44,0-1-45,0 1-44,0-2 453,0 0 36,0 2-370,0 0-41,0 2-297</inkml:trace>
  <inkml:trace contextRef="#ctx0" brushRef="#br0" timeOffset="390.507">22 418 11648,'-1'0'-70,"0"0"44,0 0 42,1 0 39,-1 0 37,0 0 37,-1 0 228,1 0-9,0 0 62,0 0 56,-1 0 49,1 0 43,0 0 37,-1 1 682,-3-1 2742,5 0-2762,-1 0-671,1 0-37,1 0 77,-1 0-79,1 0-89,0-1-102,0 1-114,0 0-167,-1 0-33,1 0-34,0-1-36,0 1-37,0 0-39,21-5 711,0 1-86,0-1-81,0 1-76,0 0-70,0 0-66,1 0-60,-1 0-56,5-1-43,0 1-63,0 0-56,0 0-46,5 0-67,0 1-38,65-6-482,-81 8 240,-6 1 118,-1 0 17,0 0-47,-2 0 14,0 0-50,0 0-56,0 0-65,-1 0 30,0 1-53,0-1-59,0 1-64,-1 0-66,1 0-72,0 0-76,0 0-81,-3-1 240,0 1-88,5 1-2039,-4 0 1706,-3-2 648,1 1 34,0 0-361,2 0-43,0 2-291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09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99 123 8320,'-2'-2'1329,"-1"1"-71,1-1 167,1 1-95,-1 0-93,2 1-86,-1-1-83,1 0-79,0 0-73,1-1-70,-1 0-23,0 0-68,0-2-61,1 0-57,-1-1-96,2 0-65,0 1-60,2-1-57,0 0-51,0 0-47,1 1-42,1-1-38,3-1 41,0-1-66,3 0-30,2-1 6,12-5-1,-18 9-119,0 0 1,1 1 0,0 0 0,1 0-13,-7 2 2,0 1 0,0-1 1,0 1-1,1 0 0,-1-1 1,0 2-1,0-1 0,0 0 1,0 0-1,1 1 0,-1 0 1,1 0-3,-2 0 8,0 0 0,0 0 0,0 0 0,0 0 0,0 1 0,0-1 0,0 0 1,-1 1-1,1 0 0,-1-1 0,2 3-8,0-1 18,-1 1 1,0-1-1,1 1 0,-2-1 1,1 1-1,0 0 0,-1 0 1,0 0-1,1 0 0,-2 0 1,1 0-1,0 0 0,-1 0 1,0 3-19,0-1 19,-1 0 0,1-1 0,-2 1 1,1 0-1,0-1 0,-1 0 0,0 1 0,-1-1 1,-2 5-20,-1 1 22,0-1 1,-2 0 0,1 0 0,-4 3-23,-34 32 12,20-20-6,12-11-13,5-5-29,1-3-24,0-1-35,33-2 31,-8-3 10,1 1-103,0-1-95,-1 1-89,1-1-72,-1 1-70,0-1-63,0 0-56,-15 0-167,-1 0 100,1 1 86,0-1 70,-1 0 100,0 0 35,7 2-1236,-6-2 999,0 1-104,-2-1 307,0 0-41,1 1-47,0-1-51,0 0-275,0 0-113,-1 0 423,0 0-33,1 0-35,-1 0-36,0 0 130,0 0 37,2 0-360,0 0-38,2 0-286</inkml:trace>
  <inkml:trace contextRef="#ctx0" brushRef="#br0" timeOffset="546.611">30 428 7296,'-2'0'263,"0"1"46,0-1 45,0 1 42,0-1 40,0 1 37,0-1 36,0 1 33,-1 0 631,0 0 106,0 0 87,1 0 70,0 0 50,1-1 34,2 1 1548,2-1-1259,1-1-60,-1 0-632,2 0-51,29-6-1123,1 2 71,4 0 62,52-3 174,-58 7-192,-7 1-43,-1 0-33,0 1-43,0 0-49,11 1-150,-18-1 78,0 1-38,0 0-40,0 0-45,0 0-47,0 0-49,-12-1-20,12 1-563,-10-2 496,-5 0 230,0 1-34,1-1-38,-1 0-46,1 0-101,0 0-72,0 0-79,-1 0-87,1 0-97,0 0-103,0 0-112,0 0-120,-2 0 435,1 0-44,-1 0-44,0 0-46,0 0 356,0 0 36,1 0-362,1 0-41,2 0-291</inkml:trace>
  <inkml:trace contextRef="#ctx0" brushRef="#br0" timeOffset="1140.219">239 537 7936,'-2'0'192,"1"1"47,-1-1 106,1 1 59,0-1 51,-1 1 48,1-1 152,-1 0 50,0-1 422,-1-1 56,3 1-867,-1 1 39,1-1 312,-1 1 82,1 0 494,1-1 95,-1 0 1093,1-1-878,-1 0-372,0 0-646,1 0-45,-2 0-163,1 0-50,-2 0-46,1 1-40,-1 1-37,0 0-34,-2 2 39,-2 1-75,-5 5-32,7-5-47,1 1 0,-1 0 1,1 1-1,-1-1 1,1 1-1,0-1 1,0 3-6,-17 37 4,19-43-4,-10 26-24,2 0-1,0 0 1,-1 15 24,8-32-13,0 0 0,1 1 0,0-1 1,1 1-1,0-1 0,1 1 1,0-1-1,0 0 0,1 1 1,1-1-1,1 4 13,-2-10 3,-1 0 0,1 0 0,0 0 0,0-1 0,0 1 1,0-1-1,1 0 0,0 1 0,-1-1 0,1-1 0,0 1 0,1 0 0,-1-1 1,3 2-4,-1-1 10,1 0 0,-1 0 1,1-1-1,-1 0 0,1 0 1,0-1-1,0 0 0,0 0 0,3 0-10,25 0 19,1-4-42,-3-3-62,-2-2-79,-21 6 134,-1-1 1,0 0-1,0-1 1,0 1-1,0-2 1,0 0 29,-6 4-7,-1 0 0,1-1 0,0 1 0,0-1 0,-1 1 0,1-1 0,-1 0 0,0 0 0,1 1 0,-1-1 0,0 0 0,0 0 7,-1 0-5,1 1 0,-1 0 0,0 0 0,0 0 1,1 0-1,-1 0 0,0-1 0,0 1 0,0 0 0,-1 0 0,1 0 0,0 0 0,0-1 0,-1 1 0,1 0 1,0 0-1,-1 0 0,1 0 0,-1 0 0,1 0 0,-1 0 0,0 0 0,0 0 5,-11-11-48,-13-1 22,-1 5 0,11 4-23,5 3-135,0-1 76,0 1 65,0 1 54,-11 1 124,11 0 28,0 1 0,0 0 0,-6 2-163,2 1 77,1 1-87,5-3-50,0 1-48,1 0-54,0 1-60,-1 0-91,1 0-85,0 1-92,0 0-100,1 0-109,0 0-116,0 1-123,3-4 419,1 1-33,0-2-173,1-1-109,0 1-6,-1 1-1185,1-1 871,0-1 650,1 0 37,0 1-373,-1 1-43,1 1-300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7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83 8448,'0'0'950,"0"0"-36,-1 0-33,1-1-35,-1 0 750,1 0-127,0-1-119,-1 0-115,1-1-108,0 1-103,0-1-96,0 0-90,0 1-86,0-1-79,0 0-72,0 0-68,0 1-61,0 0-56,0-2 184,0 2-115,0 12-286,0 4 46,2 44 662,0-31-571,0 0-93,-1-14-176,0-2-43,1 4-49,0 0-50,-1 0-46,1 0-42,0 0-40,-1 0-36,2 15-335,-1-1-91,1 0-79,-1 4-151,2 43-1264,-3-49 1426,-1-6 207,1 0 38,-1-1 49,0 1 56,0-19 91,0-1 43,0 1-156,0 2-212,0-2 383,0-1-39,0 0 3,0 0-46,0 0-56,0 0-65,0 0 17,-1 0-56,1 0-61,0 0-66,-1 0-73,1 0-75,-1 0-83,1-1-86,-1 1 453,1 0 34,-1 0-346,0 0-37,-1 0-275,2 0 1056</inkml:trace>
  <inkml:trace contextRef="#ctx0" brushRef="#br0" timeOffset="359.32">44 72 10496,'-9'3'1393,"3"-2"-534,2 1-222,0-1-97,0-1 550,-1 0-49,0-1-43,2 0-38,-1 0 702,7 4-69,-2-2-856,-1-1-322,0 0-115,0 0-65,0 0-58,-1-1-49,1 1 10,1-2-32,0 1-53,-1 1 36,8-4 242,1-1-60,-1 1-53,1-1-47,0 0-47,-1 0-33,10-4 12,-3 1-74,23-6-23,-18 9-17,0 1 0,1 1 0,0 1 11,1 0 27,1 2 0,-1 0 0,1 2 0,9 1-27,-25-1 19,0-1 0,0 1 1,0 0-1,0 1 0,-1 0 0,1 0 0,1 1-19,-1 0 24,-1 0-1,1 1 0,-1-1 0,0 1 1,0 1-1,-1-1 0,1 1 0,-1 0 1,-1 0-1,1 1 0,-1-1 1,0 1-1,0 0 0,-1 0 0,0 0 1,1 6-24,-3-9 12,3 7 23,-2 1-1,1-1 1,-1 3-35,-3 10 6,0-21-14,1 0 0,-1 0 0,0 0 0,0 0 0,0 0 0,-2 3 8,-15 21-499,11-18 288,0 0-38,0-2 4,0 0-41,0 0-46,0-1-52,1-1 20,0 0-45,0 0-47,-1-1-51,1 0-54,0 0-59,-1-1-60,1 0-66,0 0 295,-1-1-104,2 0-94,-1-1-86,2 0 133,0 0-40,-4-1-746,0 0-115,0-1-84,6 0 1135,-1 1 33,-1-1-334,0 0-35,-3 0-266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29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 11520,'0'-2'1278,"0"-4"1798,0 1-1269,0 4-1099,0-1-37,0 1-44,0 1-50,0-1-58,0 1-65,0 1-71,0 0-78,0 0 661,0-1-594,0 0 13,0 0 89,0 0-92,0 0-89,0 0-77,0 1-66,0-1-45,0 0-52,0 3-36,0-2 18,0 1 22,0-1 38,0 15 336,-1 1-78,0-1-72,0 1-64,0-1-56,0 1-49,-1-1-41,1 0-35,-2 12-29,-2 37-79,5-45 79,0 1 37,0 24-169,1-23 20,-1 0-35,1-1-34,-1 0-43,1 0-48,-1 0-53,0-8-29,0 0-84,0-6 173,0-1-34,1 1-38,-1-1-43,0 3-197,1 0-94,0-1-103,-1 1-114,1-2 53,0 0-92,0 0-98,0-1-103,0 1-110,1 0-114,-1 0-122,1-1-127,-2-4 963,1 1-39,1 3-1633,-1-4 1345,0 1-91,0-2 579,-1 1 36,2 0-344,0 2-32,1 0-269,-3-4 1077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0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16 10624,'-2'-2'298,"0"1"120,0-1 108,0 0 94,-1 1 231,1-1 97,-1 0 284,-2 0 734,0 1 27,2 0-713,0 1-275,1 1-80,-1-1-231,1 1-83,0 0-97,-1 1-108,0-1-222,0 1 60,-1 0 33,1 0 35,-13 10 1321,12-7-1101,2 1-98,1-3-267,1 0-41,1 0-47,1 1-51,2 2-28,0 0 0,1-1 0,0 1 0,0-1 0,0 0 0,1 0 0,0-1 0,0 0 0,6 4 0,8 6 11,9 7 53,2-3-31,25 11-33,-18-11 70,-9-4 56,-19-9-70,16 12 243,-16-8-222,-10-8-73,0-1 0,1 0 0,-1 1 0,0-1 0,1 1 0,-1 0 0,0-1 0,1 1-1,-1-1 1,0 1 0,0-1 0,0 1 0,1 0 0,-1-1 0,0 1 0,0 0 0,0-1 0,0 1 0,0-1 0,0 1 0,0 0 0,0-1-1,-1 1-3,-7 16 84,-7-1-22,-1-2-34,11-9-31,-7 5-88,1-1 72,-1 0 50,-16 11 99,11-9-106,6-3-66,0-1-65,-1 1-81,2 0-97,-1 0-113,5-4 151,1 0-35,0 1-36,0-1-39,-1 1-40,1-1-43,4-3 337,0 0-43,0 0-43,-1 0-40,1 0-40,0 0-40,-1 1-38,1-1-38,-1 0-43,1 0-36,-1 0-37,1 0-34,-1 0-34,1 0-33,-2 2-697,1-1-121,0 0-113,0 1-106,1-1-98,1-2 1245,0 1-34,-1-1-413,2 1-1323,-1-1 1607,1 0 41,-1 0 144,1 0 34,0 1-345,1-1-36,0 2-273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2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 11392,'-2'-1'379,"1"1"53,-1 0 50,1 0 42,0 0 633,0 0 110,1 2 2509,2 0-2222,-2-1-827,1-1-44,0 1-54,0 0-64,1 0-71,-1 0-82,0 0-89,0-1-100,0 1-134,0-1-51,0 1-53,-1-1-56,1 0-59,0 1-62,0-1-64,-1 0-67,8 2 276,12-1 112,-11-2-97,0 0-105,-5 0 16,0 0-44,-1 1-9,0-1-37,1 0-40,-1 0-44,0 0-48,0 0-50,1-1-53,-1 1-58,0 0-60,0 0-64,1 0-67,-1-1-70,0 1-73,0 0-78,0 0-80,0-1-83,-1 2 595,0-1 34,1-1-360,2 0-43,1-1-294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2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16128,'-9'0'2117,"4"0"-812,1 0-339,2 0-537,1 0-41,-1 0 303,1 0-80,0 1-75,0 0-67,1 0-61,0 0-54,0 0-48,0 1-39,1-1 8,-1 1-36,3 2 730,1-3-959,-1 0-33,1 1-35,0-1-33,5 0-188,-1 1-125,1-1-121,0-1-117,0 0-111,0 0-106,0 0-103,0-1-97,0 0-92,-1 0-88,1 0-84,-1 0-77,0-1-75,0 1-68,-5 0 1017,1 0 38,3 0-389,2-1-43,3 0-311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30.8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28 337 11008,'0'0'1236,"-1"0"-51,1 0-52,-1 0-49,1 0-50,-1 0-48,1 0-47,0 0-46,-1 0-45,1 1-44,0-1-43,-1 0-42,1 1-41,0-1-41,-1 1-38,1-1-38,0 1-37,-1-1-35,1 1-36,0 0-34,-1 0 322,1 1-124,-1-1-115,1 1-107,0 0-100,-1 0-91,1 0-67,-1 1-107,1 0-90,0-1-79,0 1-91,-1 1-60,1 6-836,-1-6 682,1-1 223,0-1 48,0 1 64,0-1 59,0 0 68,0 0 77,0-1 86,0 1 95,-1 0 103,1-1 114,-7 90-361,4-53-126,0 0-69,3-33 50,-1 0 0,1 0 1,0 0-1,1 1 0,-1-1 1,1 0-1,0 0 0,0 1 13,0-4-3,0 0 0,0 0-1,0 0 1,0-1-1,0 1 1,0 0-1,0 0 1,1-1-1,-1 1 1,1 0-1,-1-1 1,1 1-1,0-1 1,0 0-1,-1 0 1,1 0 0,0 0-1,0 0 1,0 0-1,2 0 4,6 3-26,0-2-47,0 0-42,1-1-34,15 0-313,15-2-344,-22 0 460,-2 1 57,-5 0-104,0 0-95,-4 0 86,0 0-79,-1 0 9,0 0-74,1 0-81,-1 0-92,-1 0 46,-1 0-75,1 0-78,0 0-83,0 0-89,-1 0-94,1 0-97,-1 0-104,-2 0 800,0 0 36,2 0-366,1 0-42,4 0-294</inkml:trace>
  <inkml:trace contextRef="#ctx0" brushRef="#br0" timeOffset="328.049">260 337 12800,'-2'0'288,"0"0"104,-1 0 89,0 0 74,0 0 48,0 0 44,-10 0 2573,10 0-2307,0 0-103,3 0-20,0 1-55,0-1-53,0 0-51,0 0-49,0 1-47,0-1-47,0 1-43,0-1-43,0 1-40,-1-1-39,1 1-37,0 0-35,0 0-33,0 0 125,0 1-132,0 0-79,0 0-71,0-1-60,0 1-45,0 0-35,0 1-108,0 4-316,0-5 389,0 0 44,0 0 63,0 0 94,0 0 114,0-2-51,0 1 36,0 16-420,0 0 97,-1 0 83,1 0 71,-1 3 80,0 1 62,-3 39 476,2-29-358,1-15-185,0-1-46,0 6-71,1-10-32,-1-1-33,1 7-143,-1 1-115,1-10 126,0 1-33,0 0-36,0 0-37,0 5-307,0 1-117,1-1-124,-1-6 389,1-1-34,-1 0-36,1 1-36,-1-1-37,1 0-38,0 1-39,-1-1-40,1 0-42,0 1-42,-1-8 792,0 2-318,0 0 36,2 3-649,-2-2 512,1-1-89,0-1 231,-1 0-34,1 1-85,0-1-55,0 0-62,0 0-67,0 1-75,0-1-80,0 0-89,1 0-93,-1 0 507,0-1 34,2 2-331,-1 0-35,3 1-261,-5-3 1041</inkml:trace>
  <inkml:trace contextRef="#ctx0" brushRef="#br0" timeOffset="734.211">440 568 12160,'-1'0'480,"1"0"-79,-1 0-68,1-1-55,-1 1 16,-2 0 380,2 0-348,1 0 35,-1 1 101,0-1-151,1 0 47,0 0 50,0 1 58,-1-1 61,1 0 69,0 1 72,0-1 79,0 1 693,0-1-989,0 0-43,0 0 201,1 0-70,-1-1-67,1 1-64,-1 0-58,0-1-54,1 1-50,-1-1-47,1 0-15,-1 1-52,1-1-47,-1 0-38,2-1-48,-1-2-121,0 3 99,0 0 74,-1 0 43,0 1 62,12-17 96,1 0-99,3-2-72,11-8-95,3 4-56,-9 11 50,-2 4 50,0 2 65,-15 5-51,1 1 1,0-1-1,0 0 0,-1 1 1,1 0-1,0 0 0,0 1 1,0 0-45,-1-1 51,0 1 0,0 0 0,0 1 0,0-1 0,0 1 0,0 0 0,-1 0 1,1 0-1,-1 0 0,1 0 0,-1 1 0,3 3-51,-2-3 61,-1 1 0,0 0 0,0 0 0,0 0 0,0 1 0,0-1 0,-1 1-1,0 0 1,0-1 0,0 4-61,0-2 70,-1 0-1,0 0 1,0 0 0,0 0-1,-1 5-69,-1 13 99,-3-1 61,2-16-59,0 1 0,-1 0-1,0-1 1,0 1-1,0-1 1,-1 0 0,-5 6-101,-11 12 263,6-11-151,-1-1-48,2-3-63,1-1 1,-1 0 0,-2 0-2,9-6-4,0 0 1,0 0-1,0-1 1,-1 0-1,1 0 1,0 0-1,-1-1 1,1 0-1,-2 0 4,-22-1-72,9-4-36,9-1 4,1-1-37,1-3-41,2-3-48,1-3-191,4 8 192,0-1 0,1 1-1,0-1 1,1-1 229,-1-6-367,1 3 22,1-1-48,0 1-59,1-1-70,0 5 154,0 0-34,1 1-38,-1-1-41,1 0-42,0 1-47,0-1-48,1 1-52,-1 0-54,1 0-57,0 0-60,0 0-62,0 1-66,0-1-68,0 1-72,1 0-72,-2 3 671,-1 1 37,3-4-377,0 1-42,3-4-303</inkml:trace>
  <inkml:trace contextRef="#ctx0" brushRef="#br0" timeOffset="1187.227">795 33 11648,'-13'-5'1517,"6"1"-581,1 2-243,2 0-106,2 2-180,1-1-42,-1 0-41,1 1-36,-2-2 185,2 1-119,-1 0-55,1 0-104,0 0-78,0-1 88,0 1-101,1 0 41,0 0 59,-1 1 76,0-1 471,1 1-42,-1-1-42,1 1-42,-1-1-41,0 0-42,1 1-41,-1-1-41,0 1 80,1-1-71,-1 1-70,1 0-71,0-1-70,0 2-70,0-1-69,1 0-70,0 1 186,1 0-94,0 2-52,0 1-35,2 2-30,-2 0-5,0-3 22,43 58 26,-22-29-49,4 6-18,-8-5 45,-1 0-1,-1 2 1,-2 0 0,1 6-45,-5-6 96,-1 1 0,2 18-96,-6-18 119,-2 0 0,-1 0-119,-2 0 165,-2-1-1,-1 4-164,-3 9 520,-7 21-520,4-29 140,-2-1-34,0-7-49,0-1-36,-2-1-41,-1-1-46,6-15-112,-11 18-114,11-23 156,1 0-55,0-1-25,0-2-64,-1 1-76,1-1-86,-1 0-99,0-1-110,-1 0-121,5-3 337,-1 0-35,1-1 317,1 0-51,0 0-51,0-1-50,-1 1-52,1 0-50,0-1-51,0 0-51,0 0-52,0 1-50,0-1-52,0-1-50,0 1-53,0 0-50,-1 0-52,1-1-51,1 1 395,-1-1 38,-1 1-392,0-1-45,-3 0-319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18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27 8064,'0'0'7,"-4"0"413,2 0 95,0 0 196,0-1 473,1-1 28,1 0-448,1 0-186,0-1-76,-1 2 1205,0 0-122,0-1-120,-1 1-121,1-1-118,-1 0-119,-1 1-118,1-1-116,-1 1-115,0-1-116,0 2-114,-1-1-113,0 1-112,0 0-112,-1 1-111,0 0-109,-12 7 271,2 2-77,0 3-61,2 0-45,-2 5 0,1 1-1,-3 7-58,-25 46 77,-6 21-77,15-21 57,21-45-46,2 2 0,0-1 1,2 1-1,2 0 0,0 1 0,2 3-11,2-8-1,0-1 0,2 0 0,2 8 1,0-12-20,0 0 0,2-1 0,0 0 0,2 4 20,0-6-141,0-1 57,8 10 32,15 12 57,-16-23-29,1 0-51,2-2-76,0 1-112,-7-8 83,-1 0-38,0-1-40,1 1-44,0-1-48,-1 0-51,1 0-54,0 0-57,0-1-62,0 0-64,0 0-69,1-1-71,-1 1-74,0-1-79,-5-2 204,-1 0-96,1 0-45,4 0-1226,-3 0 895,-6-1 1107,3 0-427,-1 1 38,4-1-385,0 1-43,3 0-310</inkml:trace>
  <inkml:trace contextRef="#ctx0" brushRef="#br0" timeOffset="8903.334">587 238 8704,'0'-3'310,"0"1"-55,0-1-6,-1 0 53,1 0 29,0 0-70,0 1 10,-1-1 70,1 0 12,-1-1 73,1 0 85,-1-1 97,1 4-382,-1-3 31,0 0-66,0 1-35,0 1 2,1-1 37,-1 1 1,1 0 35,0 0 40,-1 0 45,1 0-15,0 0 38,0 1 40,0-1 44,0 0 45,1 1 48,-1-1 52,0 1 54,2-21 3699,-2 11-2422,-1 2-452,1 1 70,0 41-1387,0 8 63,1 60 315,1-37-245,0-18-139,1-2-78,-2-34-104,0 0-111,0 0-103,0-1-96,-1 1-87,1 0-80,-1 0-71,1 0-64,-1-1-41,1 1-46,0 9-866,-1-4 279,1 21-1860,-1-23 2089,0 0-34,1 1 68,-1 0 69,0 0 114,0-7 498,0 0 37,0 0 39,0 0 41,0-6-194,0 0 35,0 1-352,0 1-38,0 1-281</inkml:trace>
  <inkml:trace contextRef="#ctx0" brushRef="#br0" timeOffset="9168.91">461 488 12288,'-2'0'393,"0"0"90,0 0-13,0 0 47,0 0 42,0 0 32,-2 0 531,-3 1 1569,5-1-1786,1 1-71,-1 0-95,2 0-413,0 0-34,0 0 40,0 0-73,0 0-80,1 1-88,-1-3 378,0 1-42,0-1-42,1 0-39,-1 1-36,1-1-35,1-1 178,0 0-114,1 0-99,1 0-82,-1 0-66,3-2-39,5-2-66,-6 4 40,-1 0 60,-1 0 89,15-4-296,-1 1 83,0 0 56,23-4 91,-16 4-105,-10 2-63,1 1-63,-6 1 5,0 0-34,0 0-39,0 0-43,1 0-46,-1 0-50,0 0-54,0 0-58,0 0-62,1 0-65,-1 1-70,0-1-72,0 0-78,1 1-80,-1-1-85,0 0-88,-1 1 122,0-1-64,-1 1-66,1-1-68,-5 1 620,1 0 36,2-1-370,1 1-42,5 0-299</inkml:trace>
  <inkml:trace contextRef="#ctx0" brushRef="#br0" timeOffset="9606.326">908 483 14336,'-2'-3'1450,"1"1"-43,0 1-507,1-1-38,0 1-179,0 0-36,0 0-41,0 0-45,1 0 69,0 0-85,1 0-96,-1 0-103,1 0-112,0 1-121,-1-1-104,1 1-34,-1-1-34,0 1-36,15-5 328,0-2-77,7-3-39,-18 8-105,1 0 0,-1 1 0,1-1 0,0 1 0,2 0-12,-2 1-3,44-2-48,-25 6 86,-13 0 19,-1 2 33,10 9 110,-17-12-120,0 1 0,0 0 0,0-1 0,-1 2 0,2 1-77,-3-3 51,0 0 0,0 1 0,0-1 0,-1 0 0,1 1 0,-1-1 0,0 1 0,0 1-51,0 19 237,-1-18-159,-1-1 0,0 1 0,0-1-1,-1 1 1,0 0-78,1-3 39,0 1 0,-1-1 0,1 0 0,-1 1 0,0-1 0,0 0 0,0 0 0,0-1 0,-1 1 0,1 0 0,-1-1 0,0 1 0,-2 1-39,-15 7 170,-2-3-42,-2-1-44,-1-4-49,0-3-50,1-4-53,1-4-56,2-5-59,18 11 36,-11-9-243,8 5 194,0 0-100,3 3 102,0-1-37,-1 0-120,2-1-80,-1 0-90,1 0-103,1 0-114,1 0-124,0 2 381,0 0-36,0 1-37,1-1-39,0-1-6,1-1-88,0 1-73,0 0-62,2-3-768,7-8-2298,-7 11 3074,-1 0 102,1 1 79,-1-1 58,3-1-232</inkml:trace>
  <inkml:trace contextRef="#ctx0" brushRef="#br0" timeOffset="9918.719">1435 172 11264,'-2'-2'716,"1"0"-84,-1 1-70,1-1-60,-2-1 360,0-2 410,2 3-693,0 0 81,0 0 105,0 1-172,1 0 73,-1 1 85,1-1 95,0 1 105,-1 0 117,1 0-487,0 0 32,0 0 36,0 0 34,0 15-424,0 1-42,-1-1-39,1 0-36,-2 16 52,0-1-98,0 7-70,-2 50-74,5-55 83,-1-20-155,1 0 42,-1 26-36,0-16 35,1-8-18,-1-2-25,0 0-50,0-2-17,1 0-47,-1 0-53,1 0-60,-1-2 9,1 1-50,0-1-51,-1 0-56,1 0-59,0 1-63,0-1-66,0 0-70,0 0 160,0-3 161,0 0-128,-1-2 236,0 0-36,1 0-42,-1 0-48,1 0-53,-1-1-58,1 2-287,-1-2 379,1 0-34,0 0-34,-1 0-37,1-1-37,-1 1-40,1 0 178,0 0 36,0 1-352,2 1-40,0 2-281</inkml:trace>
  <inkml:trace contextRef="#ctx0" brushRef="#br0" timeOffset="10137.421">1224 499 16128,'-8'3'2140,"3"-1"-821,4-2-814,-1 1-33,1-1-37,-1 1-43,1-1 94,1 1-40,-1-1-37,0 1-36,0 0 273,1 0-122,-1 0-107,2 0-96,-1 1-80,0-1-67,1 0-57,0 0-37,1 2 73,-1-2-64,-1-1 102,8 2-87,0-2-34,2-1-14,0-3-41,8-1-20,21-3-264,-26 6 146,0-1-33,-2 1-7,0 0-36,-1 0-41,1 0-48,-1 0-3,-1 0-42,0 0-47,1 1-51,-1-1-54,0 0-58,1 0-61,-1 0-66,0 0-69,1 0-72,-1 0-76,0 0-80,1 0-85,-1 0-86,1 0-91,-1 0-95,-5 1 842,0 0 36,4-1-358,1 0-39,6-1-286,-15 3 1105</inkml:trace>
  <inkml:trace contextRef="#ctx0" brushRef="#br0" timeOffset="10621.721">1839 441 14592,'-5'2'1593,"3"-2"-559,0 1-202,0-1-37,1 0-167,0 0-37,0-1-41,0 1-47,0-1-123,1 0-40,-1 1-41,0-1-45,1 0-48,-1 0-51,0 0-53,0 0-57,1 0-64,-1 0-72,0 1 863,0-1-66,0 0-63,-1 0-63,0 0-59,0-1-57,-1 1-56,0 0-54,0 0-51,0 0-49,-1 0-48,0 0-45,0 1-43,0-1-41,0 1-40,-1 1-36,-6 1 89,0 2-57,3 1-54,0 0-1,0 1 1,0-1-1,1 1 1,-2 2 21,-2 3-36,0-1 0,1 1 0,1 1-1,-1 0 1,-3 8 36,8-13-24,1 1 0,1 0-1,-1-1 1,1 1-1,0 1 25,2-4-27,0 0-1,0 0 1,0 1-1,0-1 1,1 0-1,0 1 1,0-1-1,1 2 28,-1-6-6,0 0-1,0 0 1,0 0 0,1 0-1,-1 0 1,0 0-1,0 0 1,1 0 0,-1 0-1,1 0 1,-1 0-1,1 0 1,-1 0 0,1 0-1,0 0 1,-1 0-1,1-1 1,0 1 0,0 0-1,-1-1 1,1 1 0,0 0-1,0-1 1,0 1-1,0-1 1,0 1 0,0-1-1,0 0 7,1 1-8,-1-1-1,1 0 0,-1 0 1,0 0-1,1 0 0,-1 0 1,1 0-1,-1 0 0,1-1 1,-1 1-1,1-1 9,11-5-30,-4 0-5,0-1 0,0 0 0,-1 0 0,2-3 35,10-12-15,0 0 46,4-6 82,-12 14-76,5-9 70,-6-3-29,-8 8-92,-3 25-19,0 8 18,1 19 84,-1-24-79,1 1-42,0 1-71,1-1-91,0 1-110,-1-6 114,1 0-35,-2-4-33,1 1 64,-1 0 20,1 2-19,0 1-15,0-2 27,0-1-30,0 0-79,-1 0-25,1 0-83,0-1-95,0 1-108,0-1 13,0 0-92,0 0-98,0 0-105,0 0-112,0-1-120,1 1-127,-2-1 581,1-1-34,0 1 204,0-1 36,0 2-380,1 0-43,1 1-309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1 166 6400,'0'-1'693,"-1"0"37,1-2 820,1 0-84,2-4 2017,-1 4-2279,0 0-54,0 0-71,0 1-92,-1 0-390,0 0-55,1 0-61,-1 1-67,0-1-57,0 1-87,0 0-95,-1 0-100,3-3 460,0 0-37,-1 0-38,1 1-34,3-5 323,0 1-126,0 0-114,0 0-103,1 0-92,-1 0-82,3-1-46,-1 1-82,0 1-66,-1 0-33,20-11-83,-15 11 71,0 0 61,1 1 97,2 1-248,0 1 80,1 2 64,-1 2 45,-13-1-77,-1 1 1,1-1-1,0 0 1,-1 1-1,1 0 0,-1-1 1,1 1-1,-1 0 1,1 0-1,-1-1 1,0 1-1,1 0 0,-1 1 1,0-1-1,0 0 1,0 0-1,0 0 1,0 1-1,0-1 0,0 0 1,0 1-1,0-1 1,-1 1-16,1 0 18,0 1 0,0-1 0,-1 1 0,1-1 0,-1 1 0,0-1 0,0 3-18,0 7 35,-2 1-1,1-1 0,-2 0 0,0 0 0,0 0 0,-1 0 0,0 0 0,-2 2-34,-20 39 86,-2-5-61,12-22-24,-5 5-111,-8 9 110,6-13-8,11-10-71,4-4 66,6-4 42,3-1 41,3-2 51,5 0 60,13-1-17,1-2-44,27-4 14,-18 0-104,-28 1-142,1 0 38,9 0-22,-6 0 46,-3 0-13,-1 0-21,1 0-36,-2 0-15,1 0-37,-1 0-40,1 0-47,-1 0 5,0 0-39,0 0-40,0 0-45,0-1-46,0 1-50,0 0-52,-1-1-55,1 1 52,-1 0-41,1-1-44,-1 1-45,0-1-46,1 1-50,-1-1-49,0 0-52,0 1-53,1-1-55,-1 0-56,0 0-59,0 1-60,1-1-61,-1 0-63,0 0-65,-1 0 831,0 1 35,2-1-366,0 0-39,1 0-292,-4 1 1154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3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37 126 15360,'-7'1'5601,"7"-1"-4263,1 1-69,0-1-93,1 1-114,-1-1-581,0 1-37,0-1-41,0 0-41,0 0-47,0 1-47,0-1-52,1 0-54,-1 0-56,0 1-60,0-1-63,0 0-64,0 0-69,0 0-70,0 0-74,0 0-77,22-1 291,-12 1 19,0-2-73,0 1-107,-1 0-67,-6 0 110,1 1-33,0-1-36,0 0-39,-1 1-40,1-1-45,-1 0 34,0 1-35,0-1-34,0 0-36,-1 1-38,1-1-40,0 1-41,0-1-42,0 1-45,0-1-45,0 1-47,-1-1-49,1 1-49,0 0-53,0-1-53,0 1-55,-2 0 500,0 0 38,1-1-385,2 1-43,1 0-310</inkml:trace>
  <inkml:trace contextRef="#ctx0" brushRef="#br0" timeOffset="265.56">14 28 16767,'0'1'131,"-1"-1"69,0 0 65,1 0 57,-1 0 52,0 0 46,0 0 41,0 1 33,-1-1 826,-1 1 969,2-1-1337,0 0 99,1 0-461,0 0-66,0 0-78,1 1-92,-1-1-104,1 0-116,0 0-114,0 0-34,0 0-35,0 0-37,10 0 32,0-1 73,25-3 217,-21 2-226,-7 0-63,0 1-53,-1 0-63,1-1-72,-1 1-54,0 0-78,0 0-86,0-1-93,1 1-102,-1 0-109,0 0-117,0 0-124,-1 0 491,-3 1 211,0 0-35,-1-1-39,1 1-42,0-1-46,-1 1-48,1-1-51,0 1-57,-1-1-58,1 1-62,0-1-66,0 0-69,-1 1-72,1-1-75,-1 1 501,0 0 39,1-1-386,2 1-42,1 0-309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2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14 7552,'-1'0'178,"-1"1"221,1 0 72,0-1 167,-1 1 415,1-4 740,1 2-1243,0-1-48,0 2 469,0 0-34,0 0 839,0 0-130,1 0-123,-1 0-122,1 0-115,0 0-111,0 0-108,0 0-103,0-1-99,0 1-94,1 0-89,-1 0-87,1 0-81,-1 0-77,1 0-73,-1 0-95,1 0-52,0 0-49,-1 0-46,1 0-43,0 0-40,-1 0-36,1 0-34,2 0-105,-1 0-85,0 0-15,0 0-33,6 0-696,-5 0 587,0 0 64,0 0 107,-2 0 151,0 0 52,0 0 59,-1 0 65,1 0 71,0 0 77,-1 0 85,0 0 90,107-5-368,-61 2-72,-1 1-70,-15 2-35,-1 1-57,-21 0-212,-1-1 112,-1 1 108,0-1 47,17 0-104,-14 0 89,0 0-84,-4 0 58,-1 0-37,-1 0-17,1 0-37,0 0-41,-1 0-46,1 0-50,-1 0-52,1 0-58,0 0-61,-2 0 103,0 0-37,1 0-38,-1 0-39,1 0-42,-1 0-43,0-1-44,1 1-47,-1 0-47,0 0-48,1 0-52,-1 0-52,0 0-53,1 0-56,-1 0-57,0 0-58,-1 0 645,-1 0 37,2 0-374,0 0-41,2 0-297</inkml:trace>
  <inkml:trace contextRef="#ctx0" brushRef="#br0" timeOffset="562.402">294 103 11776,'-1'0'268,"0"-1"92,0 1 80,-1 0 69,1-1 126,-1 1 53,-3-1 1723,3 1-1407,1 0-443,0 0-40,0 0 180,1 0-36,0 0-35,-1 0-36,1 0-34,0 1-32,-1-1 431,0 1-121,0 1-115,0-1-106,0 0-101,0 1-93,-1 0-86,1 0-79,0 0-71,0 0-65,0 0-57,-1 1-50,1-1-44,0 1-50,-1 0-39,-4 10-596,4-9 560,0 0 90,1-2 92,0 1 75,0-1 87,0 0 100,-4 9-282,1 1 0,0 0 0,-2 10-8,3-4-26,0 0 0,1 7 26,1 3-67,1 0 0,1 0 0,3 10 67,0-14-20,3-2-61,3-1-53,3-2-42,-10-16 126,0 0-1,0 0 1,0-1 0,0 1 0,1 0 0,-1-1 0,2 1 50,-1-2-47,-1 1-1,1 0 1,0-1 0,-1 0 0,1 0 0,0 0-1,0 0 1,0-1 0,0 0 0,0 1 0,0-1-1,0-1 1,0 1 47,2-1-80,1 0-1,-1 0 1,0-1-1,-1 0 1,1 0-1,0 0 81,15-9-186,-3-2 44,-2-4 51,-3-1 56,-5-2 64,-5-2 69,-4 10-44,-3 1 40,-6-6 127,8 14-178,0 1 0,-1 0 0,1 0 0,0 0 0,-1 0 0,1 0 0,-1 1 0,0-1 0,0 1 0,1 0 0,-1 0 0,0 0 0,0 0 0,-1 0-43,-11 0 145,1 3-45,3 1-246,1 1 76,0 1 53,-13 9 49,16-8-57,1-1-25,1-1-38,0 1-46,0 0-54,0 0-16,1-1-49,0 1-53,1 0-58,-1-1-63,0 1-69,0 0-73,1 0-78,-1 0-82,1 0-89,0 1-92,-1-1-98,1 0-102,0 0-108,0 0-112,0 1-118,2-4 733,-1 0-63,-1 4-2020,2-5 2233,1 0 35,0 0 69,-1 1 34,1 0-338,0 1-34,0 1-267,0-4 1064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1:40:45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198 23 12416,'0'-1'834,"-1"0"-92,0-1-79,1 1-64,-2-2 366,-1-3 495,2 4-799,0 0 58,0 0 91,1 2-361,0-1 33,-1 0 38,1 1 41,0 0 45,0 0 48,0 0 52,0 0 55,0 0 60,1 1 62,-1-1 67,0 1 70,1 1-628,-1-1-82,1 1-71,-1 0-63,0 1-35,0-1-60,-1 1-43,1 2-43,-1 1 21,1-3 89,0 14-287,0 0 95,0-1 81,0 1 65,0 5 91,0 40 439,0-35-396,0-3-119,0-13-86,0 1-40,0 1-49,0-1-55,0 0-59,0 1-67,0-1-72,0 0-78,0 1-83,0-1-90,0 0-95,0 1-102,0-1-107,0 0-113,0 0-119,0 1-125,0-7 584,0 0-32,0 0-36,0 0-34,0-2 12,0-1-92,1 7-2199,-1-8 2435,0 0 36,0 0 68,1 0 38,-1 2-387,1 0-45,1 3-313</inkml:trace>
  <inkml:trace contextRef="#ctx0" brushRef="#br0" timeOffset="406.152">8 619 15744,'-2'-1'2084,"0"0"-801,1 0-331,0 0-528,1 1-42,-1 0-44,1 0-41,0 0 196,-1-1-34,1 1 108,0 0 262,0 0 76,0 0 184,0 0-765,0 0-36,0 0 60,0 0-40,0 0-38,0 0-36,1 0 138,-1 0-113,0 0-103,1-1-65,0 1-43,1-1-80,-1 0 44,1 0 55,-1 1 82,6-3 97,0 1-40,8-3 107,-4 1-155,0 1-52,12-4-7,16-5-48,-6 2-84,21-4 66,-31 9-45,1 0-50,0 1-72,-11 1 18,0 1-33,0 0-38,0 0-42,0 0-47,0 0-49,0 0-55,0 0-58,-7 1 207,2 0-268,4-1-156,1 0-15,-4 0 181,-2 1 25,0 0-74,-1 0 20,0 1-76,0-1-89,0 1-100,-1 0 46,0 0-86,0 0-90,0 1-99,0-1-104,0 1-113,0-1-118,-1 1-126,-2 0 951,0-1 39,1 2-387,2-1-41,1 2-308</inkml:trace>
  <inkml:trace contextRef="#ctx0" brushRef="#br0" timeOffset="1031.009">154 775 15872,'-4'-2'2208,"2"1"-91,1 0-1107,1 0-39,0 0-44,0 1-50,1-1-56,0 0-60,0 0-65,0 1-73,0-1-75,1 0-83,0 0-87,-1 1-93,1-1-140,-1 0-53,0 1-54,1-1-56,-1 1-58,0-1-61,0 0-61,0 1-64,12-9 397,0 0-44,7-5-12,14-4-21,-11 8-33,36-9-31,-21 11 53,-11 4 57,-1 3 83,-13 3-21,-4 1-37,-8-2-119,0-1-1,-1 1 1,1 0 0,0-1 0,-1 1 0,1 0 0,-1-1 0,1 1 0,-1 0 0,1-1 0,-1 1 0,1 0 0,-1 0 0,0 0 0,1 0 0,-1-1 0,0 2-10,0 0 12,0 1 1,0-1 0,0 1 0,0 0-1,0-1 1,-1 1 0,1-1 0,-1 1-1,0-1 1,0 1 0,0-1 0,0 1-1,0 0-12,-9 14 24,0 0 0,0 0 0,-10 10-24,-19 21-14,4-4-102,24-29 64,8-12 27,1 1 0,0-1 0,1 1 0,-1-1 0,0 1 0,1 0 25,1-3-7,-1 1-1,1-1 0,0 0 0,-1 0 0,1 1 0,0-1 1,0 0-1,0 1 0,0-1 0,1 0 0,-1 0 0,0 1 1,0-1-1,1 0 0,-1 0 0,1 1 0,-1-1 0,1 0 8,0 1-3,0-1 0,0 0 0,0 1-1,0-1 1,0 0 0,1 0-1,-1 0 1,0 0 0,1 0-1,-1 0 1,1 0 3,38 16 39,22 0 122,-42-12-67,0 1-1,0 0 0,13 7-93,-24-8 74,-1 1 45,-1 2 64,-2 4 137,-4 2-10,-4-4-142,-1-1-69,-2 0-49,-8 5 92,-3-2-46,-1-3-55,-2-1-64,-1-2-72,0-2-80,0-1-89,2-1-98,-16 0-428,24-3 467,0 0-70,1 0-5,1-1-80,0 0-92,0 0-108,2 0 22,0-1-92,0 0-99,0 0-109,0-1-115,0 0-125,4 2 549,0 0-33,0 0-36,0 0-36,0-1 169,0 1 41,0 0 39,0-1 32,-4-3-553,-2-2-348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0:56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40 9856,'-1'-2'158,"1"0"49,-1 0 43,1 0 38,-1-1 174,0 1 50,0-2 150,0 1 373,0 1-188,0 2-316,1 2 68,0 2-97,0-3 278,0 1-60,1-1-56,-1 0-56,1 0-51,-1 0-50,1-1-48,0 1-44,0-1-43,1 1-40,-1-1-37,0 0-34,2 0 164,0-1-111,1 1-54,-1-1-97,8-3 113,-9 3-190,-1 0 36,0 1 54,9-4 90,-1 0-44,2 1-38,0 0-36,2 0-10,1 0-38,7 0-3,0 2-43,21 3 25,-15 4 29,-7 2 66,-1 3 112,-13-3-79,-6 1-55,-3 1-46,-2-1-37,0 1-22,-4 11-56,4-11-47,0 0-1,-1 0 1,0 0-1,-4 4 57,-7 4-48,22-18-1,16-3-75,-7 4 100,26 9 88,-25-7-18,0 1 41,-13-4-48,8 4 264,-6-2-146,-4 3-41,-2-1-102,-1 0-35,0-1 27,1 0 0,-1-1 0,1 1 0,-1-1 0,0 0-1,0 0 1,0 0 0,0 0 0,-1 0-6,-19 7-17,7-5-27,0-2-35,0 0-39,1 0-46,1-1-30,1 1-48,-8 1-493,13-2 362,4-1 114,-1 0-51,1 1-64,-1-1-73,2 0 9,-1 0-66,0 0-73,1 0-78,-1-1-87,0 1-92,0 0-98,0-1-107,3 1 343,0-1-86,-3 0-2000,2 0 1672,2 1 635,-1-1 35,0 0-352,0 0-38,-1 0-282,2 1 1108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0:56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67 11008,'-1'1'155,"0"-1"34,-1 0 308,0 1 113,0-1-30,1 1 46,-2 1 1543,2-1-1277,0 1-71,1-1-458,0 0-39,0 0 1416,0-1-1080,1 0-156,-1 0-48,1 0-44,0 0-44,0 0-40,0 0-38,0-1-36,0 1-33,0 0 131,1-1-104,0 1-85,-1-1-66,1 0-42,3 0-3,-3 0 50,0 1 60,0 0 110,21 0 192,1-2-85,-1 0-78,1 0-69,12-3 2,0-1-112,0 0-88,-1-1-59,75-12-156,-75 14 183,0 2 79,-8 1-258,-10 1 22,-2 0-36,-1 0-83,-6 0 78,0 1-38,0-1-42,-1 1-46,1-1-51,0 1-56,0-1-59,-1 1-64,1-1-68,0 0-73,-1 1-77,1-1-82,-1 1-86,1-1-90,-1 1-94,0-1-100,-4 1 557,-1 0-74,5 0-1853,-4 0 1564,-1 0 180,1 1 114,0-1-35,1 2-261</inkml:trace>
  <inkml:trace contextRef="#ctx0" brushRef="#br0" timeOffset="687.339">553 198 9216,'-5'5'1212,"3"-1"-466,0-2-192,0 0-85,1-1-98,1 0-76,-1-4 436,0 2-734,1-1 100,-1 0 94,1 0 84,0 0 153,-1 0 97,1-1 85,-1 1 71,0 0 151,1-1 56,-5-3 2186,3 4-1787,0 2-559,0-1-42,-2 0-316,1 0-37,-3-1 229,0-1-120,0 1-100,1 0-114,0 0-45,-2-1 20,-12-1 216,-4 4-207,1 2-61,1 3-54,0 1-44,-11 9-40,-15 10-89,29-15 37,-4 1-22,-1-1-62,21-9 104,0 1-1,0-1 0,0 1 0,1-1 0,-1 1 0,0 0 0,1 0 0,-1 0 0,0 0 20,2-1-3,0-1 0,-1 1 1,1 0-1,0-1 0,-1 1 0,1-1 0,0 1 0,0 0 0,-1-1 0,1 1 1,0 0-1,0-1 0,0 1 0,0 0 0,0-1 0,0 1 0,0 0 1,0-1-1,0 1 0,1 0 0,-1-1 0,0 1 0,0 0 0,0-1 0,1 1 3,0 0-7,0 1-1,0-1 0,0 0 0,0 0 0,0 1 0,0-1 0,0 0 0,1 0 0,-1 0 0,0-1 0,1 1 8,22 10-87,-12-7 62,-10-3 24,34 9 73,16 1-72,-29-7 41,0 1-1,0 1 1,0 2 0,9 4-41,-28-11 14,-1 1-1,0 0 1,0 0 0,0 0-1,0 1 1,0-1 0,0 1-1,-1-1-13,-1-1 5,0 0 1,0 0-1,-1 0 0,1 0 0,0 0 0,-1 0 0,1 0 0,0 0 0,-1 0 0,0 0 0,1 1 0,-1-1 0,0 0 0,1 0 0,-1 0 0,0 1 0,0-1 0,0 0 0,0 0 0,0 1 0,0-1 0,-1 0 0,1 0 0,0 0 0,-1 0 0,1 2-5,-8 12-22,-2 2 56,-1-1 55,-2 0 51,-2-1 48,0-2 48,-2-3 43,-1-3 41,16-6-305,1-1 1,0 0-1,-1 0 1,1 1-1,-1-1 1,1 0 0,-1 0-1,1 0 1,-1-1-1,0 1-15,1 0 6,0-1 0,0 1 0,0 0-1,0-1 1,0 1 0,0-1 0,0 1 0,1-1-1,-1 0 1,0 1 0,0-1 0,0 0-6,-6-12 3,3-4-46,3 7-8,0 1 0,1-1 1,1 1-1,0-5 51,1-1-46,0 3-89,1 0 35,3-11-17,1 0 61,1 0 0,2-3 56,-3 11-74,0 0-52,2-2-114,-5 8 76,1 0-34,-1 1-37,1-1-40,0 1-44,0 0-47,-1-1-51,1 1-52,0 0-58,0-1-59,0 1-64,0 0-66,0 0-71,0 0-72,-1 1 238,-2 4 266,1-1-32,-1 1-37,0 0-38,1-1-42,-1 1-43,0 0-47,1 0-49,-1 0-52,1 0-55,-1 1-58,0-1-59,1 1-64,-1-1-65,0 2 482,0 0 38,1-2-380,1 1-40,2-1-300,-6 3 1156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01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67 7680,'-1'3'348,"1"-1"-83,-1 1-19,0 2 65,0-2-92,1-1 62,-1 0-41,1-1 56,0 1 0,0-1 52,-1-1 58,2 1 66,-2-5-117,0-2 77,1 1 77,-1 0 77,1 5 293,0-1-42,1 1-42,-1 0-39,0-1-39,0 1-38,0 0-37,1 0-36,-1-1-36,0 1-33,1 0 437,0-1-124,0 0-117,0 1-110,0-1-101,0 1-95,1-1-85,-1 1-78,1-1-71,-1 0-63,1 1-55,0-1-52,1 0-95,5-1-389,-6 1 402,-1 1 43,1 0 56,-1-1 70,0 1 85,0 0 97,19-6-210,10-8-111,4-1-40,-5 6 69,3 1 59,0 4 59,-28 4-88,0 0 0,0 0 0,-1 1 0,1-1 0,0 1 0,2 0-30,-5 0 11,0-1 0,0 0 0,0 1 1,0-1-1,0 1 0,-1-1 0,1 1 0,0-1 1,0 1-1,0 0 0,0-1 0,0 1 0,-1 0 0,1 0 1,0-1-1,-1 1 0,1 0 0,-1 0 0,1 0 1,-1 0-1,1 0-11,-1 0 13,1 1-1,-1-1 1,0 1 0,0-1 0,0 0 0,0 1 0,0-1 0,0 1 0,0-1 0,-1 1 0,1-1-1,0 0 1,-1 1 0,1-1-13,-12 23 126,-2-4-57,8-12-55,-5 8-10,-18 23 110,15-25-93,6-6-68,-2 7-145,7-5 23,4-7 113,3-2 34,40 0 45,22 5 72,-62-3 42,-2 1-53,-5 9-30,2-10-55,0 0 0,-1 0 0,0 0 0,0 0-1,0 0 1,0-1 0,0 1 0,-1 0 1,-29 18-11,20-14-30,0 0-40,1-1-47,2-2-221,-1 0 76,-6 0-63,-11-4-97,16-2 210,-1 0-75,1-2-102,5 1 140,1 0-41,-1 0-47,0 0-50,1 0-56,0-1-59,0 0-66,0 0-68,0 0-75,0 0-79,1-1-82,-1 1-89,1-1-92,0 0-97,0 0-102,1 0-107,2 3 490,0 0 68,-1-2-1142,2 3 1388,-1 0 37,1 0-252,0 0 108,0-1-30,0 1-233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02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53 11392,'-2'-4'2237,"1"1"-802,0 1-337,1 1-597,0 0-40,0 0-111,0 0-34,0 0-38,0 0-40,0 1-44,0-1-46,-1 0-51,1 1-53,1-1 808,-1 1-52,0 0-51,0 0-50,0 0-48,1 0-46,-1 0-45,1 0-44,-1 0-42,1 0-39,0 0-40,-1 0-37,1 0-36,0 0-34,1 0 192,-1 0-138,1 0-94,0 0-82,0 0-74,0 0-63,0 0-38,2 1-101,-2-1-9,8 1-441,-8-1 459,0 0 54,0 1 69,0-1 88,0 0 107,-1 0-63,0 0 33,32 2-82,2-3-45,7-4-32,20-6-41,16-1-13,-44 8-39,-11 2-13,-5 0-23,1 1-40,-4 0-15,1 1-40,-1-1-45,1 1-50,-10 0-117,0 0 94,0 1 69,8-1-245,-6 1 124,-3-1 83,0 0-71,-2 1 99,0-1-36,0 0-40,0 0-44,0 1-47,0-1-51,0 0-56,0 0-58,0 0-63,0 0-67,0 0-71,0 1-74,0-1-78,0 0-82,0 0-86,0 0-89,-3 0 716,1 0 35,0 0-358,0 0-42,0 0-289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03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12 10624,'-1'0'220,"0"0"59,0 0 70,0 0 52,0 0 45,0 0 38,-2-1 500,-2 0 1988,2-1-1774,2 2-634,1-1-51,-1 1-46,1-1-41,-1 1 43,1 0-38,1 0 742,-1 0-466,1 0-196,-1 0-45,1-1 48,-1 1-41,0-1 46,0 0 53,0-1 60,0 2-397,0 0 42,1 0-49,0 0-36,1 1 96,0 1-106,0-1-80,0 1-52,4 2 12,-4-4-9,39 2 124,1-3-45,9-1-21,-42 2-94,0 1-1,-1 0 0,1 0 0,4 2-16,-11-3 6,0 1 0,-1 0 0,1-1 0,0 1 0,-1 0 0,1 0 0,-1 0-1,1 0 1,-1 0 0,1 0 0,-1 0 0,0 1 0,1-1 0,-1 0-6,0 1 4,1 0-1,-1 0 1,0 1 0,0-1 0,0 0 0,0 0 0,0 1 0,-1-1 0,1 2-4,0 5 0,0 0 1,-1 0 0,0-1 0,0 1-1,-1 3 0,-1 2 2,1 5-34,-8 24 57,6-30-74,-1 0-65,-1 1-114,3-7 65,-1 0-37,1 0-40,-1 0-45,1-1-49,-1 1-51,2-4 2,0 1 71,-2 6-438,1-6 407,1 0-86,0-2 71,0 1-72,1-1 5,-1 0-69,0 0-77,0 0-84,0 0 37,0 0-69,0-1-74,0 1-79,0 0-83,0-1-89,0 1-93,0 0-97,1-2 699,0 1 38,-1 0-374,1 1-43,0 1-301</inkml:trace>
  <inkml:trace contextRef="#ctx0" brushRef="#br0" timeOffset="281.185">79 180 13952,'-1'0'541,"0"0"-89,0 1-75,0-1-61,0 0 5,-1 2 448,1-2-395,0 0-54,0 1 61,1-1 79,-1 1 94,-1-1 111,2 0-287,-1 1 35,0-1 35,1 0 37,-1 0 40,0 1 42,2-1 363,0-1-102,1 1-95,-1 0-91,1 0-86,0 0-80,0 0-74,1 0-70,0 0-17,0 0-84,0 0-73,1 0-65,0 0-54,1 0-64,1 0-67,2 1-116,-1-1 25,-2 0 89,-1 0 47,0 0 41,-1 0 37,-1 0 42,1 0 45,-1 0 52,17 0-223,5 0 45,-8 0-51,-2 0-73,-1-1-112,-2 0-71,-5 1 113,0-1-32,-1 0-37,1 0-37,-1 0-40,1 0-43,-3 1 296,1-1-56,-1 1-59,1 0-62,0-1-64,-1 1-68,1 0-69,0 0-72,-1-1 41,0 1-53,1 0-54,-1 0-55,0 0-56,0-1-59,0 1-59,0 0-61,0-1-63,0 1-63,0-1-67,0 0-66,-1 0-69,1 1-69,0-1-72,-1-1-73,0 2 654,0-1 92,-1 0 223,0 1 34,2-1-367,0 1 174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36.3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 9856,'0'0'1609,"0"-1"-83,0 1-80,0 0-79,0 0-76,0 0-75,0 0-73,1 0-70,-1 0-69,0 0-67,0 0-64,1 0-63,-1 0-60,0 0-60,1 0-56,-1 1-54,1-1-54,-1 0-50,0 0-49,1 0-46,-1 0-46,1 1-42,0-1-41,-1 0-38,1 0-38,-1 0-34,1 1 45,1-1-115,-1 1-99,0 0-114,1-1-92,0 1-44,2 1-608,-2-2 544,-1 1 162,0-1 42,1 1 53,-1-1 61,-1 0 50,1 0 41,0 0 43,0 1 48,0-1 51,-1 0 55,1 0 59,0 0 61,115 7 329,2-5-714,-18-2 225,-58-1-173,0 1-35,2 0-8,56-3 153,-69 2-152,-1-1-52,-8 0-31,-1 0-45,1 0-50,0-1-60,-15 2-34,-1 0 74,2 0 36,9-2-137,-11 2 148,-2 0 0,1 0-38,-1 0-46,1 0-55,0 0-106,-1 0-90,1 0-100,0-1-114,0 1-124,-2 1 356,-1-1-35,1 0-37,-1 1-38,0-1-40,1 0-42,-2 1 277,1 0-43,0-1-42,-1 1-39,1 0-40,0 0-36,-1 0-36,1 0-35,1 0-740,1 0-122,-1 1-109,-1-1-98,0 1 1159,-1-1 41,1 1-409,1 1-43,2 1-326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37.3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70 1 11904,'-5'0'870,"-14"0"3039,16 1-3019,0 0 51,-1 1 182,1 0 101,0 1 120,2-1-620,-1 0 37,1-1 57,-1 0-114,0 0-96,0 0-78,-1 0 31,-6-1 828,5 0-748,2 0-324,1 1 371,2 1-366,1-1-41,1 0-60,0 1-80,1-1-100,-1 0-119,44 2 266,25-3-52,-29-1-76,124 0 20,83-6-59,-3 1-15,-81 5 47,-12 1 10,0 3 62,-5 5 225,7 6-350,-118-9-2,19 1 108,24 2 68,-74-7-239,1 1 68,-3-1-39,-2 0-57,0-1-49,1 0-75,-3 0 50,-1 0-300,-1 1-656,0-1-62,-2-1-907,-4-1-1421,4 1 2038,2 1 28,0-1 85,0 1 756,0 0 44,1 0 39,-1 0 34,0 0-61,0 0 34,-2 0-915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39.92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33 12544,'0'0'1104,"0"0"-51,0 0-52,0 0-51,0 0-48,0 0-48,0 0-46,1-1-46,-1 1-44,0 0-43,0 0-41,1 0-42,-1 0-38,0 0-39,1 0-37,-1 0-36,1 0-34,-1 0-34,1-1 278,0 1-119,1 0-109,-1 0-102,0 0-90,1 0-82,-1 0-72,1 0-60,-1 0-40,2 0-113,-1-1-80,5 1-370,-5 0 445,-1 0 47,1 0 60,0 0 81,-1 0 97,1 0 112,-1 0 106,-1 0-133,1 0 34,24 0 268,0 0-113,0-1-101,0-1-89,5 1-54,0-2-88,6 1-68,19-3-87,-5 1-1,-17 1 71,-4 1 54,-1 0 67,14 0-103,30 1 131,-41 1-122,0 1-67,1-1-101,-10 0-42,1 1-80,-1-1-93,0 0-105,-20 0 151,0 0 79,0 0 69,1 0 59,-1 0 43,1 0 44,7-1 84,-6 1-81,-2 0-34,1 0-38,0 0-142,-1-1 60,0 1-39,0 0-46,-1 0-47,1 0-53,-1 0-56,1 0-279,-1-1 292,0 1-35,0 0-36,0 0-38,0 0-40,-1 0-41,1 0-42,-1 0-44,1 0-46,-1-1-46,1 1-49,-1 0-49,0 0-52,1 0-52,-2 1 337,-1 0-57,-3 1-1531,2 0 927,0 0 497,2-1 306,-1-1 35,-1 3-356,-1-1-38,-2 2-282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0.32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 10 11264,'-1'0'-6,"0"0"93,0 1 87,0-1 81,0 0 76,1 0 70,-1 0 63,0 1 57,1-1 125,-1 1 56,1-1 48,-1 1 41,1 0 842,-1 2 2301,1-2-2788,0 1-66,0-2-478,0 1-37,0 0-41,0 0-47,0 0 79,0 0-102,0 0-113,1 1-125,-1-2 109,1 1-71,0 0-62,1-1-50,1 0-26,0 1-42,5 0 62,-5-1-55,-2 0 50,9 1 90,1 1-50,0-2-47,0 1-39,2-1-30,0-1-39,2 1-39,9-2-59,2 0-16,-8 2 61,3-1-27,0 0 32,20-1 47,85-6 280,-96 5-256,-1 1-40,1 0-56,-1 1-70,-9 0-3,0-1-42,-1 2-46,1-1-50,-12 1 32,13-1-260,-14 1 287,-1 0-21,1 0-48,0-1-61,-1 1-74,1 0-86,-1 0-99,1 0-110,-1-1-125,-2 1 203,0 0-65,0-1-67,1 1-72,-1 0-75,0-1-80,-1 1-83,1-1-86,-2 1 528,-1 0-60,0-1-194,0 1-488,0 0 49,-1 0 511,1 0 315,-1 0 37,0 0-364,0 1-38,0 0-287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0.71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30 13696,'0'0'1800,"0"0"-691,0 0-287,0 0-456,0 0-37,0 0-38,0 0-34,0 0 167,0 0-25,0 0 102,0 0-136,0 0 36,0 0 37,0 0 38,0 0 956,0 0-891,0 0-239,0 0-39,0 0 442,0 0 191,0 0-555,0 0 10,0 0 82,0 1-54,1-1-82,-1 0-70,1 1-59,-1 0-37,1 0-46,3 3 67,-3-2-51,0-2-5,0 1 38,5 2 111,1 0-45,0 0-40,-1-2-36,9 1 29,0-1-96,-3-1-61,22-4-89,-19 1 82,-6 2 36,0-1 37,25-2-82,1-1 63,95-12 339,-97 13-315,-4 2-43,0-1-47,0 1-59,1 0-69,-1 0-82,0 1-93,0 0-104,1 1-117,-26 0 237,1 0 88,0 0 60,5 1-157,-4 0 44,-2-1 41,0 1-74,-2-1 67,1 1-40,-1-1-46,1 0-50,-1 0-53,1 1-59,-1-1-62,0 0-68,1 0-71,-1 1-76,1-1-80,-1 0-85,1 0-88,-1 0-95,1 0-96,-1 0-103,-1 0 758,1 0 40,0 0-413,1 0-49,1 0-336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1.50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 86 10624,'-3'0'290,"1"0"88,-1 0 77,-1 0 62,1 0 40,0 0 36,-12 0 2316,11 0-2095,1 0-96,1 1 91,0-1-39,1 0-37,0 0-37,0 1-35,0-1-34,0 2 526,1-1-125,0 1-118,1 0-110,0 0-101,1 0-94,0 0-84,0 0-79,0 0-68,1-1-61,-1 0-54,1 0-44,-1 0-38,11 1 205,0 0-99,1-2-84,0 0-70,10-2-19,16-3-72,-23 2 6,-9 2-2,11-2-115,1 0 35,19-4 44,88-18 309,-100 20-288,1-1-48,-1 1-61,0-1-76,0 1-90,0 0-105,0-1-118,-13 4 186,0-1-36,0 1-36,-1-1-39,1 1-41,0-1-42,-12 3 90,1-1 48,0 1 44,-1-1 39,4 0-160,-1 0 102,10-2-428,-12 3 558,1-1-34,-1 0-79,1 1-69,0-1-87,-1 1-101,1 0 4,-1 0-89,0 0-98,0 0-107,1 0-116,-1 0-125,-1 0 495,-1 0-35,1 0-36,0 0-36,-1 1 146,1-1 41,0 0-408,1 1-45,2 0-325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1.82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0 147 14976,'2'-1'815,"-1"1"-39,0-1-40,0 0-37,0 0-36,1 0-36,-1 1-34,0-1-34,2 0 464,0-1-120,0 1-112,0 0-103,0 0 14,1 0-121,-1 0-106,1 0-90,1-1-22,-1 1-83,1 0-17,3 0 75,-1 0 11,-3 0-36,10-2-4,-1 0-49,1-1-46,0 1-41,13-4 69,0-1-108,-8 3-83,60-15 64,-33 10-162,30-5 108,-43 10-60,6-2-78,-18 3-15,0 1-45,1-1-53,-1 1-61,6-2-182,-13 3 167,0 0-36,-6 0-209,1 1 105,-1 0 78,10-2-346,-6 1 187,-6 2 180,0-1-57,-1 1-69,1-1-80,1 1-168,-4 0 292,0-1-35,1 1-38,-1 0-38,0 0-43,0 0-43,1 0-46,-1 0-47,0 1-51,0-1-52,1 0-54,-1 0-57,0 0-58,0 1-60,-1-1 532,-1 0 35,2 1-355,1-1-39,1 1-287,-5-1 1125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2.18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67 14592,'0'0'696,"0"0"-37,0 0-39,0 1-35,0-1-33,0 0-35,0 1 420,0-1-123,0 1-115,0 0-104,0 0-95,0 1-86,0-1-77,0 0-72,0 1-56,0-1-47,0 1-40,0 0-5,1 4 105,0-3-96,0-1 42,0 0 77,0 1 109,0-2-129,-1 0 36,1 0 38,0 0 43,0-1 46,0 1 48,2 2 96,0-1-73,1-1-68,-1 1-62,2-1-54,-1 1-49,1-1-42,-1 0-35,8 0 102,6 0 31,-11-1-128,24-1 90,0-2-93,8-3-63,19-6-67,18-2-8,-57 11-109,1 1 59,12-3 67,22-3 114,-31 5-108,1 0-51,-1 0-75,-2 0-75,0 0-97,0 1-116,-11 0 141,1 1-36,5-1-228,0 0-100,0 0-108,0-1-115,0 1-1289,-11 1 1375,0 0-33,-1 0 97,0-1-36,1 1-41,-1 0-46,-1 0 92,1-1-39,-1 1-43,0 0-46,0-1-49,1 1-54,-1-1-55,0 0-60,-1 1 507,1-1 40,2 0-401,0-2-42,4-2-320,-9 6 1264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7.72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9 147 8704,'-2'-1'621,"0"0"-49,0 1 68,0 0 265,2 1-4,0-1-270,1 1-69,1-1 46,-2 0 184,0 0 48,0 0-381,0 0-50,0 0-46,1 0-44,-1 0-41,0 0-37,0 0 139,1 0-87,-1 0-108,1 0-75,1 0 52,0 0 11,-1 0 5,0 0 79,3 0 351,0 0-33,5-1 479,-1 1-121,0 0-112,0-1-107,0 1-97,1-1-89,-1 0-83,2 0-9,0 0-94,0-1-81,0 1-66,-1 0-67,0-1-34,32-4 181,-24 3-80,-8 2-44,-1-1 48,28-3 33,-1-1-63,0 0-53,0 0-42,25-5-22,79-11-39,-53 11-11,56-5 124,-81 9-97,11 0-65,-33 3-30,0 0-40,-1 1-49,1-1-55,-32 4-44,-1-1 67,16-1-252,-13 0 183,-4 2 59,0-1-53,0 0-65,0 1-77,0-1-87,-1 1-98,1-1-111,0 1-122,-2-1 197,1 1-62,-1 0-67,0 0-68,0 0-73,0 0-76,0 0-79,0 0-83,-2 0 113,0 0-54,-1 0-265,0 0-721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8.20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1 124 11776,'0'0'1148,"0"0"-60,0 0-58,1 0-58,-1 0-54,1-1-54,0 1-52,0 0-50,0 0-48,0 0-48,0 0-45,1 0-44,-1 0-42,1 0-40,0 0-39,-1 0-38,2-1 55,-1 1-53,0 0-49,1 0-46,0 0-41,-1-1-41,1 1-35,0 0-33,2 0 73,1-1-82,3 1-19,5-2-34,-8 2-24,-1-1 77,-1 0 111,12-1-72,-1-1-33,17-2 86,-1 0-97,1 0-64,60-8 49,150-18 41,-143 18-176,1 1-75,-89 10-194,0 1 111,2 0 77,7-1 78,-3 0-5,-5 1-69,-2 0-60,0 0-90,-2 0-46,0 0-90,0 0-101,0 0-113,-1-1-2,0 1-95,-1 0-102,1 0-109,-1 0-117,1-1-122,-4 2 507,0-1-33,0 0-35,1 0-35,-3 1-257,-1 0-98,1 0-309,-1 0-791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8.612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 19 8704,'-4'-7'2072,"4"6"-1210,0 0-181,1 2-46,-1 1-60,0 0-72,0-1 159,0-1 36,0 0 45,0 0 44,0 0 824,0 0-903,0 1-115,0-1-104,0 1-95,0 0-82,0 0-73,0 0-60,0 1-51,0 0 7,0 3 41,0-3-58,0-1 42,0 0 75,0 0 95,1 0 114,1 1-36,2 0-49,-1 0-46,1 0-41,0-1-39,1 0-32,5 1 114,1 0-48,15 1 180,-20-3-313,19 1 101,0-2-68,5-1-35,16-2-16,13-1 13,-11 1-63,176-7 193,-200 11-292,34-1 55,-38 0-73,2 0-89,-11 0 26,0 1-36,-2-1-18,0 1-35,4-1-116,-1 0-95,-1 0-102,1-1-107,-1 0-113,0 0-117,0-1-125,-5 2 442,-1 0-34,6-2-584,-4 2 169,1 0-108,1 0-324,4 0-826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49.87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13 222 8704,'-2'-3'288,"1"0"61,-1 0 59,1 0 53,0 0 50,0 0 46,0 0 43,0 0 38,0 0 173,1-1 44,-1-4 957,1 1-99,-1-10 2363,1 13-3188,0 0-680,0 0 98,0 1 24,0 0 46,0 0 204,2-2 833,0 3-771,0 1-366,0 0-41,0 1-47,0 0-55,1-1-63,1 1-70,13 0 327,1-1-44,-1 0-40,1 0-35,8-2 44,1 0-59,-1-1-48,0 0-34,72-9 202,7 4-50,1 1-65,98-8 88,-62 4-97,73 1-19,-56 3-27,-53 1 5,-27 3-44,-44 4-36,4 0 68,-1 0 94,-26 0-128,-7-3-303,-3 1 41,-1 0 23,0 0-45,0 1-54,-1-1-62,1 1-5,-1-1-54,1 1-61,-1-1-64,0 1-69,1 0-76,-1 0-80,0 0-84,0 1-448,0 0-733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5-25T23:51:52.79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6 116 7808,'-1'-1'91,"0"0"44,1 0 42,-1 0 38,0 1 37,1-1 35,-1 0 377,1 0 106,0 1 86,0-1 65,1 1 45,2-1 1886,-1 1-1939,0 0-49,-1 0-194,0 0-56,1 0-67,0 0-76,-1 1-196,0-1-45,0 0-49,0 0-53,0 0-56,0 0-59,0 0-64,0 0-65,11 0 690,-1 0-34,12-1 444,1 1-124,-1-1-116,0-1-108,0 1-100,0-1-93,0 1-84,4-2-30,1 1-98,-1-1-84,1 0-71,5-1-59,-1 0-61,66-8-215,-64 7 206,-1 1 59,0 0 84,1 0 110,-5 0-342,0 0 80,6 0 65,17-4 95,8 0 27,-19 3-113,-8 0-87,1 2-109,-6 0-72,0 0-111,-14 2 136,0 0-34,0 0-36,1 0-38,-11 1 47,7-1-164,-6 1 222,1 0-98,0 1-112,-2-1 93,-1 1-67,0 0-75,0 0-85,0 1-93,0 0-103,-2 0-111,1 0-121,-1 1 85,-1-1-98,0 1-300,0 2-765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5-30T01:19:47.736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19868 6347 408 0,'-11'-10'154'0,"11"10"-120"0,0-5 21 0,0 5 1 15,0 0-14-15,0-5-2 16,0 5-9-16,6 0-5 15,-6 0-14-15,0 0-3 0,0 0-2 16,5 15 1-16,1 10 0 16,0 20-2-16,-6 10 1 15,5 10-4-15,1 5-2 16,0 0-3-16,-1 5 1 16,1 1 1-16,5-6 0 15,-5 0 0-15,-1-5 2 16,1-10-12-16,0-20-6 15,-1-5-20-15,-5 0-10 16,0-10-41-16,0-20-18 16,0-10-89-1</inkml:trace>
  <inkml:trace contextRef="#ctx0" brushRef="#br0" timeOffset="374.641">19778 6392 484 0,'-22'-5'181'0,"16"5"-141"0,0-5 7 16,6 5-8-16,6 0-15 15,5-5-2-15,6-5-6 16,6-5-2-16,5-5-8 16,6 0-2-16,5 0 2 0,6 5-3 15,0 5 0-15,6 5-1 16,0 5-2-16,-1 5 1 0,1 10-1 15,0 5 0-15,-6 10 0 16,0 0 0-16,-17 0 2 16,-5 5-1-16,-6 0-1 15,-6 0 3-15,-11 0 0 16,-11 0 1-16,-6-5 2 16,-6 0-3-16,-5-5 0 15,-17-5-1-15,5-5 1 16,-5-5-7-16,0-5-1 15,0-5-20-15,6-5-9 16,5-5-33-16,6-5-15 16,11-5-132-1</inkml:trace>
  <inkml:trace contextRef="#ctx0" brushRef="#br0" timeOffset="1175.427">21130 6072 428 0,'-5'-10'162'0,"5"10"-126"0,0-5 18 16,0 5 0-16,0 0-14 15,0 0 2-15,0 0-11 16,0 0-2-16,0 0-16 15,-6 0 3-15,1 5 2 0,-7 0-6 16,-5 5-2-16,-5 5-3 0,-6 10-2 16,-6 20-3-16,0 25 1 15,-5 20-4-15,5 5 0 16,0 5-1-16,11-5 0 16,7 0 2-16,10 1 0 15,6-1 0-15,11-25 0 16,0-15 0-16,18 10 2 15,-7-10-1-15,23 5 2 16,-11-15-7-16,17-5-1 16,5 0-7-16,-16-15-3 15,-7-5-27-15,-4-5-10 16,4-5-55-16,-4-5-21 0,-7-15-70 31</inkml:trace>
  <inkml:trace contextRef="#ctx0" brushRef="#br0" timeOffset="2956.961">22128 7013 272 0,'0'-5'101'0,"5"5"-78"0,-5 0 20 16,0 0 2-16,0 0 1 15,0 0 4-15,0 0 1 16,0 0 3-16,0 0-29 15,0 0 8-15,0 0 4 0,0 10-5 16,-5 0 1-16,-6 5-16 16,-6 10-8-16,0 10-5 0,-6 15-4 15,-5 15 1-15,0-5-1 16,5-5-3-16,1-5 2 16,5-5-37-16,6-15-14 15,5-10-73-15,6-15-30 16,0-15-25-1</inkml:trace>
  <inkml:trace contextRef="#ctx0" brushRef="#br0" timeOffset="3663.148">22872 6567 264 0,'-6'0'99'0,"6"-5"-77"0,6-5 42 15,-6 10 16-15,0-5-20 16,5 0-7-16,-5-5-8 15,-5-5-2-15,-1 0-24 16,0 0 7-16,-5 0 4 0,0 0-7 16,-6 0-4-16,-6 5-8 15,-5 5-5-15,-6 5-6 16,-5 10 0-16,-1 15 0 0,-5 10 0 16,0 5-3-16,6 5 0 15,-1 5 2 1,12 0 2-16,6 0-5 15,5-4 1-15,6-6 1 0,5 0 3 16,12-5 2-16,5-5 1 16,11-5-5-16,7-5-1 15,4-5 1-15,7 0 2 16,5-10-2-16,0 0 0 16,-6-5-1-16,1-5 0 15,-6 0 2-15,-1-5 0 16,-4-5 0-16,-7 0 2 15,-5-5-1-15,0-5-1 16,-6 5 3-16,0 0 0 0,-5 0-1 16,-6 5-2-16,6 5 3 15,-6 5 0-15,0 0 1 16,0 5 0-16,0 0-5 16,0 10 1-16,0 5-2 15,0 5 0-15,0 0 2 16,0 5 0-16,5 0 0 15,-5 5 0-15,0 0 0 16,0 0 2-16,6 0-10 16,-6 0-4-16,6-5-34 15,-6 0-13-15,0-5-81 16,0-5-37-16,0 0 12 16</inkml:trace>
  <inkml:trace contextRef="#ctx0" brushRef="#br0" timeOffset="4324.423">23041 5956 372 0,'-17'-15'140'0,"5"15"-109"0,1-10 27 0,11 5 3 16,0 5-13-16,0 0-4 15,0 0-16-15,-5-5-7 16,5 5-12-16,11 0-4 0,6 5 1 16,5 0-5-16,6 10-1 15,12 6 0-15,5 4 2 16,11 5-3-16,6 10-2 16,6 15 2-16,-6 20 2 15,0 20 0-15,-6 15-1 16,-11 5 1-16,-11 0-1 15,-17 10 0-15,-17 21 2 16,-11-1 1-16,-17-5 1 16,-12-15-2-16,-11-10 1 0,-5-15-2 15,-6-9 2 1,6-16-2-16,-1-10 2 0,7-15-15 16,5-15-5-16,-1-15-84 15,1-15-35-15,0-10-61 16</inkml:trace>
  <inkml:trace contextRef="#ctx0" brushRef="#br0" timeOffset="7220.837">21350 6402 228 0,'-5'-5'85'0,"5"5"-66"0,5 0 23 16,-5 0 8-16,0 0-4 16,6 0 0-16,-6 0 1 15,0 0 0-15,0 0-25 16,6 5 5-16,-6 5 3 0,5 10-10 15,-5 15-1-15,0 10-7 0,0 10-2 16,0 15-6-16,0 0-1 16,0 1-1-16,6-1-2 15,-6 0-2-15,5-5 1 16,1-5 3-16,0-20 1 16,-6-10-4-16,5 0 1 15,-5-5-24-15,6 0-12 16,-6-10-43-16,0-15-19 15,11-5-73 1</inkml:trace>
  <inkml:trace contextRef="#ctx0" brushRef="#br0" timeOffset="7914.055">21316 6462 348 0,'-11'-10'132'0,"6"10"-103"0,-1-5 21 0,12 5 3 16,-1-5-16-16,1-5-1 16,5 0-10-16,0-5-2 15,6-5-13-15,0 0 0 0,6 0 0 16,-1 0-6-16,1-5-3 15,5 10-1-15,0 5-1 16,6 5-3-16,0 5 2 16,-6 10 3-16,0 5 1 15,-5 10-4-15,-6 0 1 16,-6 0 2-16,-6 10 1 16,-10 0 1-16,-6 5 0 15,-6 0 0-15,-6 0 0 16,-5-5 0-16,0 0 0 15,0 0 0-15,-6 0 0 0,6 0-2 16,-1-10 1-16,1 1-2 16,6-6 2-16,-1 0 0 15,6-5 1-15,6 5-2 16,5-5 1-16,18 5 2 16,5 0 0-1,5 0 2-15,6 0-4 16,12 0-2-16,-1 0 0 15,6 0-1-15,0 0 0 16,-5 5 2-16,-6 0-3 0,-6 5 0 16,-6 0-28-16,-5-10-13 15,-6 5-73-15,1-10-33 16,5-5-36 0</inkml:trace>
  <inkml:trace contextRef="#ctx0" brushRef="#br0" timeOffset="9130.299">24066 7003 436 0,'-11'-10'162'0,"5"10"-126"0,1 5 14 16,5-5-3-16,0 0-14 0,0 0 0 15,0 0-9-15,5-5-5 16,6 5-11-16,6-5-1 16,6 0 0-16,5-5-3 0,0 5-1 15,6-5-1-15,0 5-2 16,0-5 1-16,-6 5-1 15,0 0-22-15,-5 0-10 16,-7 0-48-16,-4 5-21 16</inkml:trace>
  <inkml:trace contextRef="#ctx0" brushRef="#br0" timeOffset="9354.686">23987 6637 480 0,'-39'15'178'0,"33"-5"-138"0,6-5 0 0,0-5-9 0,6 5-13 16,5 0-1-16,12 0-5 16,5 0-2-16,6-5-6 15,11-5-1-15,0 0 1 0,5 0-9 16,-5 0-2-16,-5 0-60 15,-6 5-28-15,-12 5-112 16</inkml:trace>
  <inkml:trace contextRef="#ctx0" brushRef="#br0" timeOffset="12745.861">24996 6122 200 0,'0'-10'77'0,"5"5"-60"0,1 5 30 0,-6 0 10 0,6 0 2 15,-6-5 4-15,5 5-2 16,-5 0 2-16,0 0-35 15,0 0 9-15,0 0 3 0,0 0-6 16,0 0-2-16,0 0-12 16,0 0-2-16,0 5-11 15,0 10-2 1,0 0-3-16,0 0 1 16,0 5 0-16,0 0-1 15,0 0-2-15,0 0 3 16,0-5 2-16,6 0-2 15,0 0-2-15,-1-5 0 16,7 0-1-16,-1-5 2 0,6-5 3 16,5-5-2-16,1 0 0 15,5 0-1-15,0 0-2 16,6 0 1-16,0 5-1 16,0 0-3-16,-1 5 2 15,1 5 1-15,0 0 0 16,0 5-3-16,-6 0 2 15,0 0 1-15,-5 0 2 16,-1 0 1-16,-5 0 1 16,-6 0-2-16,-5 0-2 0,-6 0 3 15,-6 5 0 1,-5 0-1-16,-6 5-2 16,0 0 1-16,-5-5 1 0,-6 0-1 15,-1 0-1 1,-4-5-6-16,-1-5-4 15,0-10-21-15,0-5-7 0,6-10-36 16,0-10-13-16,11-5-121 16</inkml:trace>
  <inkml:trace contextRef="#ctx0" brushRef="#br0" timeOffset="13110.237">25013 6142 376 0,'-17'0'143'0,"11"5"-112"0,1 0 27 0,5-5 4 15,0 0-14-15,0 0-1 16,0 0-16-16,0 0-4 16,5 0-16-16,12-5 0 0,0 0 0 15,6 0-4-15,10 0 1 16,1 0-5-16,11 0 0 16,0 5-1-16,6 0-2 0,-6 0-2 15,-5 0 1-15,-1 0-19 16,-5 5-7-16,-6 0-37 15,-6 5-14-15,1 0-131 16</inkml:trace>
  <inkml:trace contextRef="#ctx0" brushRef="#br0" timeOffset="13558.165">24962 6848 376 0,'-17'-5'140'0,"17"0"-109"0,0 10 22 0,0-5 4 16,0 0-11-16,11 0-2 0,1 0-8 16,-1 0-2-16,0 0-19 15,6 0 0-15,6 0-1 16,10 5-3-16,12-5 1 0,6 0-9 15,6 0-2-15,-1 0-1 16,6 5 0-16,0-5 2 16,-6 0 1-16,1 0-12 15,-12 0-4-15,-6 0-23 16,0 0-9-16,-10 5-64 16,-1 0-28-16,-6 0-49 15</inkml:trace>
  <inkml:trace contextRef="#ctx0" brushRef="#br0" timeOffset="14338.08">25520 7148 432 0,'-6'-15'162'0,"12"10"-126"0,-12-5 7 16,6 5-5-16,0 0-10 16,-5 0 3-16,-1-5-6 15,0 0-1-15,1-5-13 16,-12 5 0-16,0-5 2 0,-6 5-1 16,-5 0 1-16,-6 0-3 15,-5 5-1-15,-1 5-8 16,1 0 0-16,0 5-3 15,-1 5 0-15,6 5 2 16,6 0 0-16,0 0-3 16,5 0 0-16,7 5 2 15,4 0 0-15,7 0-2 0,10 5 0 16,12 5-1-16,0-10 3 16,0-5 0-16,17 5 1 15,-6-5-3-15,17 5 2 16,-6 0 1-16,12 5 0 15,17 5 0-15,-12 0 0 16,-11-5 2-16,-11-5 1 0,-6 0-4 16,-11 0 1-1,6 5 2-15,-18-5 3 16,-5 0-2-16,-5 0-2 16,-7-4 2-16,-10 4 2 15,-1-5-2-15,-5-5 0 16,-6 0 1-16,0 0 2 0,1-10 3 15,5 0 5 1,-1-10-6-16,7 0 0 0,5-10-4 16,11-5-3-16,6-11-3 15,17-14 1-15,6-5-1 16,11-5-2-16,5 0-6 16,0 5-2-16,6 10-20 15,1-5-9-15,-1 10-40 16,0 10-18-16,0 0-111 15</inkml:trace>
  <inkml:trace contextRef="#ctx0" brushRef="#br0" timeOffset="14591.075">26658 6602 424 0,'-17'-5'159'0,"17"10"-124"0,-6 0 28 0,6-5 6 0,0 0-24 16,-5 5-3-16</inkml:trace>
  <inkml:trace contextRef="#ctx0" brushRef="#br0" timeOffset="14743.736">26624 6627 875 0,'-11'10'18'0,"-6"5"-6"0,-6 5-7 16,-5 10-4-16,-6 5-3 16,-5 6 1-16,-12-1-1 15,1 0 0-15,-7 0-16 16,1 0-5-16,11 0-35 15,5-5-13-15,12-10-58 16,17-15-117 0</inkml:trace>
  <inkml:trace contextRef="#ctx0" brushRef="#br0" timeOffset="15000.323">26286 6642 544 0,'-28'5'203'0,"22"0"-158"0,12 0-1 16,-6-5-11 0,11 5-15-16,6 5 1 15,0 5-6-15,6 0-3 16,-1 5-5-16,6 5-4 0,0 1 0 16,1 4-1-16,-1 0 0 15,6 0-7-15,-1 0 0 0,1 0-17 16,0-5-4-1,-6 0-28-15,6-5-9 16,-6-5-83-16,6 0-34 0,0-5 18 16</inkml:trace>
  <inkml:trace contextRef="#ctx0" brushRef="#br0" timeOffset="19413.284">28253 6983 472 0,'-17'-5'178'0,"17"10"-138"0,-6-10 13 16,6 5-3-16,0 0-18 15,0 0-3-15,11 0-9 16,6 0-2-16,0 0-10 15,6 0-3-15,5-5-1 0,6 0-5 16,5 0 1-16,1 0-5 0,-1 0 1 16,-5 0-22-1,-6 0-8-15,0 0-54 0,-5 0-22 16,-6 0-95 0</inkml:trace>
  <inkml:trace contextRef="#ctx0" brushRef="#br0" timeOffset="19624.046">28264 6853 496 0,'-28'0'184'0,"28"-5"-143"0,0 5 4 0,0 0-7 0,11 0-17 16,6-5-2-16,5 0-9 15,1 0-4-15,5 0-3 16,0 0-3-16,0 0 1 0,6 0-37 15,6 5-15-15,-1-5-120 16,1-5-50-16,-7-5 56 16</inkml:trace>
  <inkml:trace contextRef="#ctx0" brushRef="#br0" timeOffset="20357.992">29999 5977 420 0,'-22'5'156'0,"22"-5"-121"0,-6 0 30 0,6 0 6 15,0 0-26-15,0 0-7 16,0 0-15-16,0 0-4 16,0 10-11-1,0 0-3-15,6 10 1 0,-6 5-3 0,5 5 0 16,1 10-1-16,0 10-2 16,-1 10 1-16,1-10-1 15,0-5-11-15,-1 0-3 16,-5-5-24-16,6 0-10 15,-1 5-37-15,1-20-16 0,0-5-92 16</inkml:trace>
  <inkml:trace contextRef="#ctx0" brushRef="#br0" timeOffset="20838.287">30349 6042 484 0,'-29'0'181'0,"29"5"-141"0,-5-5 11 16,5 0-3-16,0 0-22 0,0 5-3 15,-6 0-11-15,1 5-3 16,-1 0-5-16,0 5-3 0,1 0 2 16,-1 0-4-16,0 0 0 15,1 5 1-15,-1-5 0 16,6 0 0-16,6-5 0 15,5 0 2-15,6-5 3 16,5 0 2-16,7-5 1 16,4 0-4-16,7 0-1 15,5 0-1-15,0 0-2 16,-6 5 1-16,7 0 1 16,-1 5-3-16,-6 0 0 15,-5 5 1-15,0 0 2 16,-12 5-1-16,-5 5 2 15,-11-5-2-15,-6 0 2 0,-6 5-4 16,-11 0 0-16,-5 0 3 16,-6-5 1-16,5-5-4 15,-11 0-1-15,-17 0-8 16,1-5-4-16,-1-10-21 16,17-5-10-16,6 0-38 15,6-15-17-15,-1-20-86 16,12-5-53-1,5 0 112-15</inkml:trace>
  <inkml:trace contextRef="#ctx0" brushRef="#br0" timeOffset="21079.513">30354 6007 456 0,'-34'5'170'0,"29"-5"-132"0,-1 5 16 0,6-5-4 16,0 0-17-16,0 0-2 15,0 0-7-15,11 5-3 16,6 0-11-16,6-5-2 0,5 0 2 16,6 0 0-16,5 0 2 15,1-5-9-15,5 0-1 16,0 0-15-16,6 0-7 16,-1 0-27-16,-5 0-12 15,6 0-57-15,-6 5-26 16,-5 0-42-1</inkml:trace>
  <inkml:trace contextRef="#ctx0" brushRef="#br0" timeOffset="21859.351">29644 6828 420 0,'-5'-10'156'0,"5"5"-121"0,5 5 21 0,-5 0 0 15,0 0-7-15,0 0 3 0,12 0-14 16,-1 0-5-16,0 0-19 15,0 0 0-15,6 0 2 0,6 0-6 16,11 5-1-16,11 0-3 16,5-5 1-16,12 0-2 15,12-5 0-15,10 5-3 16,18-5 1-16,-1 5-2 16,0 0-1-16,-5 0 1 15,-6 0-1-15,-11 0 0 16,-11 5 2-16,-1 0-1 15,-16-5-1-15,-6 5 1 16,-11-5-1-16,-6 5-3 16,-5-5 0-16,-6 5 2 15,-6-5 0-15,-5 0-2 16,-6 0 2-16,0 0-1 16,0 0 0-16,0 0 0 0,0-5 0 15,-6 5 0-15,0 0-2 16,1 0-4-16,-1-5 0 15,6 0-7-15,0 0-3 16,-6 5-6-16,6-5-2 16,-5 5-4-16,5 0 1 15,-6 5-2-15,6-5 0 16,0 0 3-16,0 0 3 16,-5-5 9-16,5 5 5 15,0-5 4-15,0 5 5 16,-6 0-12-16,0 0-4 15,6 0-36-15,-5-5-18 16,10-10-83 0</inkml:trace>
  <inkml:trace contextRef="#ctx0" brushRef="#br0" timeOffset="37698.061">26990 6082 284 0,'-16'-5'107'0,"16"0"-83"0,-6 5 28 0,6 0 9 15,0 0-8-15,0 0 1 0,0 0-10 16,0-5-3-16,6 0-23 15,-1 0 3-15,6 0 2 0,1-5-3 16,-1 10-2-16,6-5-6 16,5 5 0-16,1-5-7 15,5 5-1-15,0 0-2 16,0 5-2-16,6-5 1 16,0 5-1-16,-6 0 0 15,-5 0 2-15,-1 0-1 16,-5 5-1-16,-5 0 1 15,-12 0 1-15,-6 5-1 16,-5 0 2-16,-6 5-4 16,0 0 0-16,-6 0 1 15,1 0 0-15,-1 0 0 0,1 0 2 16,-1-5-1 0,6 0-1-16,0-5-2 0,6 0 1 15,0 0 1-15,5-5 0 16,6-5 0-16,0 0 0 15,11 10-3-15,6-5 2 16,6 5-1-16,-1 0 0 16,7 5 4-16,-1 0 1 15,0 0-4-15,-6 0 1 16,1 5 0-16,-6 0 0 16,0-5 0-16,-12 0 2 15,1 0-1-15,-12 0 2 16,1 0 2-16,-12 0 2 0,-6 0 1 15,-5 0 0-15,-6 0-7 16,-5 0 0-16,-1 0-3 16,-5 0 0-16,6-5-7 15,0-5-4-15,5-5-20 16,11-10-6-16,6-10-29 16,0-10-11-16,6 0-84 15,11 0-72 1,0 5 86-16</inkml:trace>
  <inkml:trace contextRef="#ctx0" brushRef="#br0" timeOffset="40430.3">26996 6998 312 0,'-17'-10'115'0,"12"15"-89"0,5-10 34 0,0 5 9 16,0 0-14-16,0-5-5 16,0 0-2-16,5 0-1 0,-5 0-25 15,0 0 5-15,0 0 3 0,0 5-5 16,0 0 0-16,6-5-10 16,-1 0-4-16,7 5-4 15,5 0-2-15,11 0-3 16,11 0-2-16,6 0 3 15,6 0 0-15,5 0-1 16,1 0-2-16,-7-5-2 16,1 0-1-16,-6 0-9 15,-5 5-5-15,-12 0-16 16,-6 0-4-16,-5 0-40 16,-5 5-17-16,-7 10-119 15</inkml:trace>
  <inkml:trace contextRef="#ctx0" brushRef="#br0" timeOffset="40985.829">26934 7293 468 0,'-22'-10'176'0,"16"5"-137"0,0 0 13 16,6 5-4-16,0 0-19 15,6-5-5-15,5 5-9 16,0-5-2-16,6 5-8 16,-5 0 1-16,16 0 4 0,11-5-4 15,6 5-1-15,-5 0-2 16,5 0-3-16,0 0 1 16,-6 0-1-16,-5 0 0 15,0 0 2-15,-6 0-1 16,-5 5 2-16,-6 0-2 15,-6 5-1-15,0 5 1 0,-5 5-1 16,-6 10 0-16,0 5 2 16,-6 5-1-16,-5 10-1 15,0 0 1-15,-1 0-1 16,-5-4-3-16,1-1 2 16,4-5-8-16,1-5-4 15,5 0-13-15,-5-10-4 16,5-5-22-16,1-5-9 15,-1-5-44-15,1-5-19 16,5-5-42 0</inkml:trace>
  <inkml:trace contextRef="#ctx0" brushRef="#br0" timeOffset="41231.935">27047 7584 472 0,'-28'5'178'0,"28"0"-138"0,5 0 6 16,-5-5-5-16,12 5-14 16,4-5-1-16,7 0-6 15,5 0 0-15,6 0-11 16,5 0-3-16,6 0 0 0,-5 0-3 16,5 0 0-16,0 0-10 15,0-5-3-15,6 0-35 16,0-5-13-16,-1 0-67 15,1-6-30-15,-12-9-22 16</inkml:trace>
  <inkml:trace contextRef="#ctx0" brushRef="#br0" timeOffset="51360.883">29667 7093 384 0,'0'-5'143'0,"5"5"-112"0,1 0 23 0,-6 0 3 0,0 0-11 16,0 0 0-16,0 0-15 15,0 10-7-15,6 0-13 16,-1 5-1-16,-5 0 1 0,6 0-2 16,0 0 0-16,-1 5-8 15,1-5 0-15,5-5-1 16,0 0 0-16,1 0 0 15,-1 0 0-15,6 0 0 16,0 5 0-16,5-5 0 16,7 0 0-16,-1 0 0 15,0 0 2-15,0-5-3 16,6 0 0-16,0 0 1 16,5-5 2-16,-5 0-1 15,0 5-1-15,-6 0 1 0,-6 0 1 16,-5 0-1-16,-5 10-1 15,-1 10 1-15,-6-5-1 16,1 0 0-16,-12 5 0 16,-10 10 0-16,-1-10 2 15,5-5-1-15,-16 0 2 16,-17 6 0-16,-6-6 1 16,1-10-11-16,-1-5-5 15,-5-5-16-15,5-5-5 16,0-10-34-16,6-6-14 15,6-4-83 1,11-10-74-16,11-5 86 16</inkml:trace>
  <inkml:trace contextRef="#ctx0" brushRef="#br0" timeOffset="51632.173">29656 7073 452 0,'-12'5'167'0,"12"0"-129"0,6 0 4 15,5 0-5-15,0-5-5 16,6 5 5-16,6-5-9 16,5-5-4-16,6 5-14 0,5-5-4 15,6 0-2-15,0-5-2 16,6 0 1-16,0 5-4 15,0 0-2-15,-1 0-34 0,-5 0-12 16,-5 5-55-16,-6 5-24 16,-1 5-60-1</inkml:trace>
  <inkml:trace contextRef="#ctx0" brushRef="#br0" timeOffset="52258.086">30597 7073 400 0,'-17'-10'148'0,"22"5"-115"0,-10 0 28 16,5 5 4-16,0 0-18 16,0 0-2-16,0 0-13 15,-6 0-5-15,0 0-15 0,1 0-1 0,-7 5 2 16,1 5-7-16,-6 10-1 15,-5 10-5-15,-1 10-1 16,1 15 1-16,-1 0 0 16,6 0 0-16,6 0 2 15,5-5-3-15,6-5-2 16,17 0 2-16,6-5 2 16,5-9 0-16,6-6-1 15,11-5 1-15,6-5-1 16,-1-10 0-16,1-5 2 15,0-5-6-15,-12-5 1 16,-5-5 1-16,0 0 1 16,-6-5 1-16,-6-6 2 0,-5 1-1 15,-5-5 2-15,-12 0 0 16,-6 5 1-16,-5 0 0 16,-6 10 2-16,-11 10-5 15,-6 10-1-15,-11 10-2 16,-12 10 0-16,1 10-3 15,5 0-1-15,1 0-30 16,10 1-14-16,12-6-91 16,11-5-41-16,11-20-2 15</inkml:trace>
  <inkml:trace contextRef="#ctx0" brushRef="#br0" timeOffset="57050.074">20026 8855 268 0,'-6'-15'101'0,"6"5"-78"0,0-5 48 16,0 10 19-16,0 0-18 15,0-5-5-15,0 0-14 16,0 0-6-16,0 0-26 16,0 5 1-16,0 0-1 0,0 0-7 15,6 5-3-15,-6 0-9 16,6 15-3-16,-1 15 0 16,1 20 0-16,5 20 1 15,1 0 0-15,-1 5 0 0,0-5 0 16,0-4 0-16,1-6 0 15,-1 0 0-15,0-5 0 16,-5-5 2-16,-1-5 1 16,1-5-17-16,0-10-7 15,-1 0-30-15,1-10-12 16,-6-10-42-16,0-10-18 16,6-10-50-1</inkml:trace>
  <inkml:trace contextRef="#ctx0" brushRef="#br0" timeOffset="57425.553">19964 8960 420 0,'-22'-25'156'0,"16"10"-121"0,12-10 10 16,-1 15-3-16,6-5-11 15,1-5-1-15,5-5-8 16,5 0-1-16,6 0-12 15,6 5-1-15,0 0-1 0,5 5-6 16,7 5 0-16,-1 5-3 16,0 5 0-16,5 5 2 15,-5 10 0-15,-5 5-3 16,-6 0 2-16,-6 5 1 16,-6 5 2-16,-5 5-3 15,-5 0-2-15,-12 5 4 16,-6-5 1-16,-5 0 0 15,-6 0 1-15,-6-5-2 0,-5-5-1 16,-11-5 3-16,-1 0 0 16,-5-5-15-16,0-10-4 15,0-5-27-15,6-10-11 16,5-5-55-16,17-10-25 16,6-5-28-1</inkml:trace>
  <inkml:trace contextRef="#ctx0" brushRef="#br0" timeOffset="58266.303">21339 8530 340 0,'-6'-25'129'0,"6"15"-100"16,0 0 37-16,0 5 11 0,0 0-17 15,0 0-5-15,-5 5-16 16,-1 0-5-16,0 0-19 16,1 0-2-16,-1 0 0 0,1 5-1 15,-1 5 1-15,-5 0-7 16,-1 5-2-16,-5 5-2 16,-5 5 1-16,-6 10-4 15,0 10 0-15,-6 20 1 16,-6 20 0-16,1 5 0 15,-1 10 0-15,1-5-3 0,5-5 2 16,12 1 1 0,10-1 0-16,7 5 0 0,16-5 2 15,6 0-1-15,17-10 2 16,5-10-2-16,6-5 2 16,0-15-2-16,0-10 2 15,0-5-2-15,-5-10-1 16,-6-4 3-16,0-6 2 15,-12-10-13-15,1 0-5 16,-6-5-24-16,-6 0-11 16,0-5-63-16,0 0-26 15,-5-10-57 1</inkml:trace>
  <inkml:trace contextRef="#ctx0" brushRef="#br0" timeOffset="59107.298">21942 8810 456 0,'-11'-15'170'0,"11"10"-132"0,0-5 18 0,0 10-2 15,0-5-14-15,0 0 2 0,-6-5-15 16,0 0-7-16,-5 0-11 16,0 0-4-16,-6 0-1 0,0 5 4 15,-6 0 5-15,-10 0-7 16,-1 5-3-16,0 5-2 15,-5 10-1-15,-1 10-3 16,1 15 2-16,-1 10-1 16,1 10-2-16,5 10 3 15,6-5 0-15,5-5 1 16,6 0 0-16,6-4-3 16,5-11 2-16,12-5 1 15,5-5 2-15,6-5-3 16,6-5 0-16,11-5 1 15,5-5 0-15,6-5 0 16,0-5 0-16,-5-5 2 16,-1 0 1-16,-5-5-1 0,0-5-2 15,0-5 1-15,-12 0-1 16,-5-5 0-16,-6 0 2 16,-5-5 1-16,0 0 1 15,-6 0-2-15,0 0-2 16,0 5 3-16,0 5 0 15,0 5-4-15,0 5 1 16,0 5-2-16,-6 15-2 16,0 5 3-16,6 5 0 15,0 5-10-15,0 0-3 0,0 0 16 16,6 0 7-16,0 0-3 16,-1 0-3-16,6-5-7 15,1 0-2-15,-1-5-22 16,0 0-6-16,0-5-69 15,6 0-30-15,-5 0-79 16</inkml:trace>
  <inkml:trace contextRef="#ctx0" brushRef="#br0" timeOffset="59740.063">22257 9461 376 0,'-5'-5'143'0,"5"5"-112"0,5-5 27 0,-5 5 6 16,0 0-9-16,0 0 3 15,0 0-20-15,0 0-6 16,0 10-18-16,0 0-2 0,-5 10-1 16,-1 5-4-16,-5 5-2 15,0 10-2-15,-1 5 0 16,-5 5-4-16,1 0-2 15,-1 5-47-15,0-10-21 16,0-10-165 0</inkml:trace>
  <inkml:trace contextRef="#ctx0" brushRef="#br0" timeOffset="63626.327">22370 9040 292 0,'-11'-5'110'0,"11"0"-86"0,0 0 35 15,0 5 12-15,0-5-15 16,0 0-5-16,5 0-12 16,-5 0-4-16,6 0-20 15,-6 0 4-15,0 0 4 0,0 5-8 16,0 0-3-16,6 15-7 16,-1 10-2-16,1 5 1 15,-6 5 0-15,0-5-5 0,6 15 1 16,-1 1 0-16,1-1 2 15,-6-5-1-15,0-5 2 16,0-10-2-16,0 0-1 16,6 0 1-16,-6-5 1 15,0-10 3-15,0-10 2 16,0 0-3-16,0-10-1 16,0-10-1-16,0 5 1 15,0 5-4-15,0-25 0 16,0-25 1-16,0-10 2 15,5-11-1-15,1 1-1 16,5 5-2-16,0 10 1 0,6 5 1 16,0 10 2-16,6 10-3 15,-6 15 0-15,-1 5-1 16,7 5 0-16,11 0 0 16,-6 5 0-16,-5 0 2 15,-1 15 0-15,6 10 0 16,-5 0 0-16,-6 10 0 15,-6 5 2-15,-11 5-1 16,-6 5-1-16,-5 5-2 16,0-5-1-16,0-10-1 15,-12 10 3-15,-11 5 0 16,0-5 3-16,6-5-1 16,0-5-1-16,5-10 1 15,1 1-1-15,5-6 0 16,6-5 0-16,0-5 0 0,5 0 2 15,6-5-3-15,11 5-2 16,6 5 4-16,6 0 1 16,5 0 0-16,0 10-2 15,-6-5 1-15,18 5-1 16,11 5 0-16,-6 0 2 16,0 0-1-16,-6 0-1 15,-5-5 1-15,0 0 1 16,-12-5-1-16,1-5 2 15,-6-5-22-15,-6 0-9 16,0 0-50-16,-5-15-20 16,0-20-105-1</inkml:trace>
  <inkml:trace contextRef="#ctx0" brushRef="#br0" timeOffset="64181.006">22894 8264 400 0,'-45'15'151'0,"34"-10"-118"0,5 0 16 0,6-5-1 16,0 0-23-16,0 0-6 15,0 0-3-15,11 5 2 16,1 0-10-16,-1 0 2 0,6 5 3 15,11 0-7-15,6 5-3 16,0 5-2-16,5 11 1 16,6 4-1-16,6 5-1 15,5 5 3-15,-11-5 0 0,-11-5-4 16,6 35 1-16,-1-10 2 16,-11 30 1-16,-5-15 1 15,-18 25 0-15,-5-25 2 16,-22 25 1-16,5-19 1 15,-23 29 0-15,7-20-2 16,-12 0-1-16,11-15-3 16,-11 5-2-16,5-15 1 15,1-5 1-15,5-15-21 16,0-15-7-16,0-15-36 16,23-20-15-16,0 5-131 15</inkml:trace>
  <inkml:trace contextRef="#ctx0" brushRef="#br0" timeOffset="64618.939">23728 9231 384 0,'-11'25'143'0,"11"-25"-112"0,5-5 16 15,-5 5 1-15,0 0 4 16,0 0 5-16,6 0-8 16,0 0-5-16,5 0-25 15,-5 0-5-15,10 0-2 0,-4 0-5 16,10-10 1-16,1 5-7 16,5-5-1-16,0 5 0 15,6 0 0-15,-6 0-14 16,6-5-5-16,-6 0-37 15,0-11-16-15,-5 6-68 0,-6-10-30 16,0 5 3 0</inkml:trace>
  <inkml:trace contextRef="#ctx0" brushRef="#br0" timeOffset="64814.173">23683 9050 540 0,'-34'20'203'0,"34"-20"-158"0,6-5 1 0,-6 5-10 15,5 0-16-15,1 0 0 16,11-5-5-16,-6 0 1 16,12-5-9-16,-1 0-4 0,12 0-2 15,6-5-1-15,-1 0 0 0,0 5-25 16,-5 0-10-16,0 5-90 16,0 0-41-16,-6 0-44 15</inkml:trace>
  <inkml:trace contextRef="#ctx0" brushRef="#br0" timeOffset="67994.227">24827 8460 400 0,'-12'-10'151'0,"12"10"-118"0,0-5 20 16,0 5 2-16,0 0-16 16,6-5-2-16,5 0-13 15,1 0-2-15,5 0-13 16,5 0 1-16,6-5 1 0,6 5-6 15,6 0-1-15,5 0-2 16,0 0-2-16,0 5 1 16,0 0 1-16,0 10-3 15,-11-5 0-15,-6 5 3 16,-6 0 3-16,-5 5-2 16,-5-5 0-16,-12 5-1 15,-6 0 1-15,-11 5 0 0,-5-5 1 16,-1 0-2-16,-5 0-2 15,0 5 1-15,-1-5-1 16,1-5 0-16,6 0 0 16,5 0 0-16,6 0 0 15,-1-5-3-15,7 5 0 16,5 0-1-16,5-5 0 16,12 5 3-16,0 0 0 15,6-5-2-15,5 5 2 16,6 0 1-16,-6 0 0 15,0 0 2-15,-5 5 1 16,-7-5-1-16,1 5 1 16,-5 0-2-16,-12 0-1 15,-6 0 3-15,-5 0 2 0,-6 0-2 16,-6 0 0 0,-5 0-3-16,-6-5-1 0,-5 0-1 15,-1-10-2-15,1 0-15 16,0-10-7-16,5-5-27 15,6-5-9-15,-1 0-35 16,12 0-16-16,12 0-57 16</inkml:trace>
  <inkml:trace contextRef="#ctx0" brushRef="#br0" timeOffset="68342.212">24776 9080 460 0,'-22'0'173'0,"22"5"-135"0,-6-5 8 0,6 0-6 15,0 0-15-15,11 10-2 16,0-5-7-16,18 0-2 0,-1-5-8 16,6 0 0-16,16-5 1 0,7 0-3 15,5-5-3-15,11 0 0 16,0 0-1-16,-17 0-7 16,23 5-3-16,-5 0-25 15,-12 5-12-15,-6 0-69 16,-5 5-29-16,-1-5-31 15</inkml:trace>
  <inkml:trace contextRef="#ctx0" brushRef="#br0" timeOffset="68941.358">25362 9361 408 0,'0'-5'154'0,"11"5"-120"0,1-10 10 0,-1 5-4 16,0 0-3-16,0 0 4 15,1-5-5-15,-1 5-1 16,-11-5-20-16,0 0 0 0,-6 0 1 16,-5 0-4-16,-6 5-2 15,-5 0-5-15,-7 0-2 16,-4 0-1-16,-7 5 1 15,-5 5-4-15,-6 5-2 16,1 0 2-16,5 5 0 16,0 0-4-16,5 5 1 15,6 0 2-15,12 5 1 0,5 0-2 16,6-5 0-16,5 0-1 16,12 0 0-16,10 0 0 15,7 0 3-15,16 0 0 16,7-5 1-16,4 5-3 15,7 0 2-15,-7 5 1 16,-5 5 2-16,-11 0-3 16,-6 0-2-16,-11 5 2 15,-5 0 2-15,-12 5 0 16,-12-10 2-16,-5-5 0 16,-5-5 1-16,-6-5-2 15,-1-5 1-15,1-10 4 16,6-5 4-16,-1-10-4 0,6-10 1 15,6-10-5-15,5-15 0 16,12 0-3-16,5 0-1 16,6 0-1-16,11 5 0 15,6-5-7-15,6 5-4 16,5 5-24-16,5 0-11 16,7-5-52-16,5 5-24 15,5-5-69 1</inkml:trace>
  <inkml:trace contextRef="#ctx0" brushRef="#br0" timeOffset="69285.305">26495 9145 356 0,'-23'0'132'0,"29"0"-103"0,-12 0 34 15,6 0 7-15,6 0-15 16,-6 0-5-16,0 0-9 16,0 0-1-16,0 0-22 0,0 0 3 0,0 5 0 15,-12 5-11-15,1 0-3 16,-6 11-5-1,-5 4-2-15,-12 0 1 0,-6 5 1 16,-5 5-12-16,-5-5-3 16,10-5-36-16,1 0-13 15,11-5-72-15,5-5-28 16,12-10-15 0</inkml:trace>
  <inkml:trace contextRef="#ctx0" brushRef="#br0" timeOffset="69481.798">26117 9100 548 0,'-17'20'206'0,"17"-10"-160"0,6 5-9 0,5-5-13 0,6 5-18 16,11 6 2-16,6-1-5 15,0 5-2-15,5 0 0 16,12 0-10-16,-6 5-4 0,-6 5-42 15,7 0-18-15,-1 0-148 16</inkml:trace>
  <inkml:trace contextRef="#ctx0" brushRef="#br0" timeOffset="70846.558">27103 8655 308 0,'-6'-10'115'0,"1"0"-89"0,5 0 38 0,0 5 14 16,0 0-30-16,0 0-9 15,0 0-11-15,5 0-1 16,-5 5-15-16,0 0 4 0,0 0 4 16,0 10-7-16,0 5-2 15,-5 5-6-15,5 0-4 16,0 5 0-16,0 5 1 16,0-5-1-16,5 0-1 0,7 0 3 15,-1-5 2-15,6-5 2 16,0-5 3-16,5-10 1 15,7 0 1-15,-1-5-4 16,0-5-3-16,6 0-2 16,0-5-3-16,-6 5-2 15,0 0 1-15,0 0 1 16,0 5 0-16,0 5 0 16,1 0 0-16,-1 5 0 15,-6 5 0-15,-5 0 0 16,0 5 0-16,-6 0 2 15,-5 5 3-15,-6 0-2 16,-6 5 0-16,-11 10 1 16,-5-10 0-16,-1 0-2 0,-5-5 1 15,-6 0-2-15,-5-5-1 16,-1-5-6-16,-5-10-4 16,6 0-14-16,0-10-7 15,-1-5-33-15,1-5-13 16,-1-10-77-16,18 0-33 15,5 0 40 1</inkml:trace>
  <inkml:trace contextRef="#ctx0" brushRef="#br0" timeOffset="71076.814">27058 8610 448 0,'-28'-5'167'0,"28"0"-129"0,0 5 8 15,0 0-5-15,11 0-11 16,6 0 0-16,6-5-9 16,10 0-2-16,1 0-11 15,11 0-3-15,0-5-1 0,0 5-2 16,6-5-2-16,11 0-13 16,6 0-4-16,-1 0-48 15,1 5-21-15,0 0-122 16</inkml:trace>
  <inkml:trace contextRef="#ctx0" brushRef="#br0" timeOffset="71536.661">26872 9331 396 0,'-17'-5'148'0,"12"0"-115"0,-7 10 24 16,12-5 2-16,-5 0-16 15,5 0 0-15,0 5-9 16,0 0-4-16,0-5-16 16,11 5-2-16,11-5 1 0,12 0-1 15,17 0 3-15,5-5-6 16,12 0-3-16,0 0-1 15,5 0-1-15,6 0-2 16,5 0 1-16,1 0-4 16,-1 5-2-16,-11 0-23 0,-5 0-7 15,-6-5-39-15,-6 5-16 16,-5-5-133 0</inkml:trace>
  <inkml:trace contextRef="#ctx0" brushRef="#br0" timeOffset="72032.05">27182 9496 332 0,'-11'-10'126'0,"11"5"-98"0,0 0 41 15,0 5 10-15,0 0-19 16,5 0-7-16,7 0-16 16,-1 0-4-16,0-5-18 15,6 0 0-15,11 0-1 0,0 0-3 16,1-5 1-16,4 5-9 15,1 0-2-15,0 0-1 16,0 0 2-16,-6 5-1 16,0 5-1-16,-11 5 1 15,0 0 1-15,-11 10-1 0,-6 5 2 16,0 5 0 0,-6 5 1-16,0 10-2 15,-5 0-2-15,0 5 1 0,0 0 1 16,-1 0-3-16,7-5-2 15,-1-5-5-15,0-5-2 16,1-5-22-16,-1-5-9 16,0-4-29-16,6-6-13 15,0-5-55-15,12-30-89 32</inkml:trace>
  <inkml:trace contextRef="#ctx0" brushRef="#br0" timeOffset="72279.791">27329 9741 496 0,'-34'0'184'0,"28"0"-143"0,6 0 8 16,0 0-5-16,6-5-17 16,5 0-1-16,6 0-6 15,0-5-1-15,5 0-10 16,6-5-5-16,1 0-1 0,4 0-2 15,7 0 2-15,5 5-7 16,6 0 1-16,-1 0-30 16,7 5-11-16,-1-5-70 15,6 5-28-15,-11-5-57 16</inkml:trace>
  <inkml:trace contextRef="#ctx0" brushRef="#br0" timeOffset="73071.493">28630 9266 436 0,'-17'0'162'0,"17"5"-126"0,-5-5 27 15,5 0 3-15,0 0-19 16,0 0-4-16,0 0-14 15,0 0-4-15,11 5-14 16,6 0 0-16,5 0 0 0,6-5-6 16,6 0-1-16,6 0-2 15,5-5 1-15,0-5-4 0,-6 0 0 16,1 0-21 0,-6 0-10-16,-1 0-39 0,-4 0-15 15,-1-10-140 1</inkml:trace>
  <inkml:trace contextRef="#ctx0" brushRef="#br0" timeOffset="73250.682">28647 9070 608 0,'-39'0'225'0,"39"0"-175"0,11-5-14 0,0 0-19 16,12 0-17-16,10-5 2 0,7 0-8 15,5 0-3-15,0 0 5 16,6 5-54-16,-1 5-22 0,12-5-156 16</inkml:trace>
  <inkml:trace contextRef="#ctx0" brushRef="#br0" timeOffset="74631.426">30044 8374 428 0,'-11'0'162'0,"11"-5"-126"0,0 5 16 16,0 0 1-16,0 5-9 15,0-5 1-15,0 6-16 16,0-1-7-16,0 5-13 16,0 0 0-16,0 0 4 0,6 10-3 15,-1 0 0-15,1 5-4 16,0 0 1-16,5 0-4 16,0 0-2-16,0 5 0 15,1 0-1-15,-7 0-3 16,1 0 2-16,0 0-12 0,-1 0-7 15,1 0-25 1,0 0-8-16,-1-5-50 0,1-5-19 16,11-5-70-1</inkml:trace>
  <inkml:trace contextRef="#ctx0" brushRef="#br0" timeOffset="75845.881">29723 9191 392 0,'-28'5'145'0,"22"-5"-112"0,1 0 36 16,5 0 11-16,0 0-23 15,0 0-8-15,0 0-20 16,17 5-6-16,0-5-13 16,11 0 2-16,11 0 2 0,12 0-3 15,16-5 1-15,29 0-3 16,28-5 0-16,11-6-5 15,6 6-1-15,0 0-1 0,-28 0-2 16,-17 5 1-16,22 0 1 16,23-5-8-16,-23 5-1 15,-22 0-7-15,-34 0-2 16,-11 0 2-16,-12 0 1 16,6 0-1-16,-11-5-1 15,-11 0-25-15,-7 0-9 16,-4 0-83-16,-7-5-34 15,-5 0-11 1</inkml:trace>
  <inkml:trace contextRef="#ctx0" brushRef="#br0" timeOffset="77782.584">30011 9456 380 0,'-12'-5'143'0,"7"0"-112"0,5 10 30 0,0-5 6 0,0 0-17 16,0 0-4-16,0 5-18 15,0 5-5-15,-6 5-13 16,0 0-4-16,6 0 0 0,-5 5-3 16,5 0 0-16,0 0-1 15,0 0-2-15,0 0-2 16,5 0 1-16,7-5 1 16,-1-5 2-16,6 0-1 15,5-5-1-15,1-5 1 16,11-5-1-16,5 0 0 15,6 0 2-15,0 0-3 0,6 0 0 16,0 5 1 0,-1 0 0-16,-4 5-3 15,-1 5 2-15,-6 5 3 16,-11 0 1-16,-5 0 1 0,-1 5 0 16,-10 0-2-16,-1 0-2 15,-11 10 3-15,-11-5 0 16,-12 5-1-16,-5 0 1 15,-12 0-4-15,-5-5 0 16,-5-5-4-16,-1-5-1 16,0-5-13-16,6-4-3 15,0-12-37-15,6-9-14 16,16-15-138 0</inkml:trace>
  <inkml:trace contextRef="#ctx0" brushRef="#br0" timeOffset="78014.111">30078 9471 452 0,'-51'-5'170'0,"46"0"-132"0,5 10 11 16,0-5-2-16,11 0-19 16,6-5-4-16,6-5-7 15,5 0-3-15,6 0-8 16,-1 0-2-16,12 0 2 0,0 5-5 15,6 0-1-15,6 0-11 16,5 5-5-16,5-5-50 0,12 5-19 16,6-5-123-1</inkml:trace>
  <inkml:trace contextRef="#ctx0" brushRef="#br0" timeOffset="78441.924">31154 9321 472 0,'-62'0'176'0,"45"5"-137"0,1-5 11 0,10 5-3 16,6 0-19-16,0 0-1 15,0 0-5-15,-6 0-2 16,1 0-10-16,-1 5-2 0,0 0-1 16,-5 10-3-16,-6 5-1 15,0 5-1-15,0 5 1 0,1 10-4 16,4 5-2-16,7 5-1 15,5 0 3-15,5-5-5 16,12 0 2 0,11-5-5-16,17-10-1 0,6-5 2 15,11-10 3-15,0-10 0 16,0-5 4-16,0-10 0 16,-11 0 1-16,-1-5 2 15,-10-5 1-15,-12-5 1 16,-5 0 2-16,-12-5 3 15,-11-5 2-15,-6-5-1 16,-11 0 1-16,-16 5-4 16,-13 5-2-16,-10 5-2 0,-6 10 0 15,-5 15-7-15,-1 10 1 16,6 10-10-16,6 10-2 16,11 0-56-16,22 10-25 15,17-20-132 1</inkml:trace>
  <inkml:trace contextRef="#ctx0" brushRef="#br0" timeOffset="87329.754">30467 8354 372 0,'0'-10'140'0,"0"15"-109"0,0-5 24 0,0 0 6 16,0 0-12-16,0 10-1 15,0 0-16-15,0 1-5 16,0 4-16-16,0 0 0 0,6 5 2 16,-1 0-7-16,6 0-1 15,1 0-1-15,-1-5 2 16,0-5-1-16,6 0 2 0,0-5 0 16,0 0 1-16,6-5 0 15,-1 0 0-15,1 0-2 16,-1 0-1-16,6-5-6 15,1 5 1-15,4 0-2 16,-5 0 0-16,1 0 2 16,-1 0 0-16,0 5 0 15,0 0 0-15,0 0 0 16,-5 0 0-16,-1 5 0 16,-5 0 2-16,-5 0-1 15,-12 5 2-15,0 0-2 16,-6 5 2-16,-11 5-2 0,0 0-1 15,-5 5 1 1,-7 0 1-16,1-5-1 0,-6 0-1 16,-5-5-2-16,0-5-1 15,-6-5-12-15,5-10-2 16,1-5-19-16,-1-5-6 16,6-5-36-16,12 5-12 15,5 0-59-15,0-5-25 16,-6-10 38-1</inkml:trace>
  <inkml:trace contextRef="#ctx0" brushRef="#br0" timeOffset="87601.055">30523 8344 384 0,'-22'5'145'0,"16"0"-112"0,0 0 19 15,6-5 0-15,0 0-9 16,0 0-1-16,0 0-10 16,6 5-3-16,5 0-16 15,6 0 1-15,6-5 2 0,-1 6-2 16,12-6 0-16,6-6-8 16,-1 1-2-16,1 0-2 15,5-5-2-15,0 0-24 16,0 0-9-16,0 0-89 15,0-5-37-15,0-5-38 16</inkml:trace>
  <inkml:trace contextRef="#ctx0" brushRef="#br0" timeOffset="141918.709">20263 11233 508 0,'-6'-15'189'0,"6"5"-147"0,0 5 0 0,0 5-12 16,0 0-14-16,0 0 1 15,6 5-9-15,-1 10-3 16,1 15-3-16,0 20 1 0,-1 20 2 16,1 15-2-16,-6 10-2 15,0 1 0-15,0-1 1 16,6 0-1-16,-1 0-1 0,1 0 3 15,-6-25 0-15,0-15-1 16,5 5-2 0,1 0-6-16,5-10-1 15,-5-15-30-15,0-15-11 0,-1-10-43 16,7-40-18-16,4-15-81 16</inkml:trace>
  <inkml:trace contextRef="#ctx0" brushRef="#br0" timeOffset="142278.501">20274 11358 488 0,'-45'-15'184'0,"39"10"-143"0,6 0 1 0,0 5-9 16,6 0-17-16,11-5 1 16,0 0-6-16,11-5 1 15,11 0-7-15,1-5-3 0,-1 0-1 16,6 0-1-16,0 5 0 15,6 0-3-15,0 10 2 16,-6 5 3-16,-6 5 1 16,-10 10-1-16,-7 10-2 15,-11 10 1-15,-11 10-1 16,-5 5 0-16,-12 5 0 16,-11 0 0-16,-6-4 2 0,0-1 1 15,-5-5 1 1,-7-10-2-16,-4-5 1 15,5-5-2-15,0-5-1 0,5-10-6 16,-5-5-1-16,11-10-37 16,6-5-13-16,11-10-81 15,6-10-36-15,5-15 5 16</inkml:trace>
  <inkml:trace contextRef="#ctx0" brushRef="#br0" timeOffset="142984.327">21452 10813 496 0,'-6'-10'187'0,"0"10"-146"0,1-5 4 15,5 5-9-15,0 0-13 16,0 5-2-16,0-5-7 15,0 10-4-15,-6 0-5 16,0 5-2-16,1 10 3 0,-6 5-1 16,-6 15 2-16,-6 10-2 15,-5 15 0-15,-6 20-1 16,0 30 2-16,-5 5-3 16,5 5 0-16,0-4-1 15,6 14 1-15,11 10-2 0,12-40 2 16,5-20 0-16,11 10 1 15,17 20 0-15,6-14 2 16,5-21-1-16,1-15 2 16,10-15-4-16,1-5 0 15,5-15 1-15,1-5 0 16,-6-5-2-16,-18-10 1 16,-4 0-2-16,-1-5-1 15,0 0-4-15,-6 0-2 16,-5-5-11-16,-5 0-3 15,-7 0-37-15,-5-5-15 16,0-5-169 0</inkml:trace>
  <inkml:trace contextRef="#ctx0" brushRef="#br0" timeOffset="147233.059">21970 11894 272 0,'0'-5'101'0,"6"5"-78"0,-1 5-7 15,1-5 108-15,0-5-40 16,-1 0-16-16,-5-5-15 16,0 5-33-16,0-5 2 0,0 5-1 15,0 0-5-15,0-5 1 16,-5 0-10-16,-7 0-2 16,-5 0 1-16,-5 5 1 15,-6 10-3-15,-6 5-1 0,-6 10-3 16,-5 10-3-1,6 5-1-15,11 0 3 16,5-5-2-16,1 15-1 0,5-10 3 16,6 5 2-16,5 10-2 15,6-20 0-15,0-5 1 16,17-10 0-16,17-5 0 16,5-15 2-16,0-10-3 15,7-5 0-15,-7-5 1 16,-5 0 2-16,0-5-1 15,-12-5-1-15,1-5 1 16,-6 0 1-16,-6-5-1 16,-6-10 2-16,1-10-2 15,-6-5-1-15,0 5 1 0,0 0-1 16,0 9 0 0,0 1 0-16,0 10 0 0,0 15 0 15,0 5 2-15,0 5 1 16,0 10-1-16,0 20 1 15,0 25-2-15,0 5 2 16,0-5-2-16,6 35 2 16,-1 21-2-16,7-21-1 15,-7-15 1-15,7 20 1 16,4 20-3-16,1-30 0 16,-5-10-1-16,5-5-2 0,-6-5-15 15,6-10-5-15,0-5-30 16,5-25-10-16,12-15-62 15,11-15-26-15,0-15-8 16</inkml:trace>
  <inkml:trace contextRef="#ctx0" brushRef="#br0" timeOffset="147419.421">22455 11799 484 0,'-29'5'181'0,"18"5"-141"0,0 0 14 16,5-5-6-16,1 10-24 15,-1 10-3-15,6 5-9 16,0 0 0-16,6 5-7 15,-1 0-3-15,7 5 1 0,-1 5-7 16,6 0 1-16,0-5-26 16,-6-15-8-16,0 0-23 15,0-5-10-15,1-5-46 0,-1-15-19 16,6-15-18 0</inkml:trace>
  <inkml:trace contextRef="#ctx0" brushRef="#br0" timeOffset="147547.655">22404 11463 460 0,'-34'-50'173'0,"28"45"-135"0,1-5-10 0,5 10-15 15,0 0-27-15,0 0-5 16,17 5-74-16,5 0-31 16,6 5-36-16,12 0-14 15</inkml:trace>
  <inkml:trace contextRef="#ctx0" brushRef="#br0" timeOffset="147908.315">23227 11528 464 0,'-34'-5'173'0,"22"0"-135"0,7-20 23 16,-1 20 2-16,1-10-29 16,-1-5-7-16,0-5-7 15,-5 0-4-15,-6-5-8 16,0 0-3-16,-5 0 1 0,-12 0-3 15,0 0 0-15,-5 5-1 16,-1 5-2-16,-5 10-2 16,0 10-1-16,0 15-3 15,0 25-1-15,5 30 1 16,1 25 2-16,5 20-1 0,17-24 1 16,6-21 0-16,5 65 3 15,12 40-2-15,11-20 1 16,5-10 2-16,1-19 2 15,5-26-6-15,-5-30 1 16,-6-15-17-16,0 0-6 16,-1-10-34-16,-4-15-13 15,-1 5-44-15,-5-25-110 32</inkml:trace>
  <inkml:trace contextRef="#ctx0" brushRef="#br0" timeOffset="148105.184">22483 11979 524 0,'-23'10'195'0,"23"-10"-152"0,6 5-14 15,5 0-18-15,6 0-10 16,11-5 1-16,17 0 0 16,12 0-2-16,5 0 1 15,5 0-10-15,6-5-4 0,6 0-26 16,-11-5-10-16,-12 5-50 15,23-10-19-15,28-20-46 16</inkml:trace>
  <inkml:trace contextRef="#ctx0" brushRef="#br0" timeOffset="148403.487">23728 11458 440 0,'-28'-60'165'0,"11"25"-129"0,-11-20 26 0,11 35 1 15,-6-5-24-15,-5 0-5 16,0 0-11-16,-6 5-5 15,0 5-10-15,-5 0-3 0,5 10-1 16,-5 0-2-16,5 10 1 16,0 5-4-16,-5 15 0 15,5 15-1-15,6 15 0 16,-1 25 2-16,7 15 0 16,5 20 0-16,6 1 2 15,11 14-1-15,5 10-1 16,7 0-2-16,5-10 1 15,5-15 1-15,-5-34 0 0,0-16-9 16,0-5-4-16,-6-10-18 16,0-5-7-16,1-10-42 15,-7-10-18-15,1 0-101 16</inkml:trace>
  <inkml:trace contextRef="#ctx0" brushRef="#br0" timeOffset="149469.441">22962 11919 476 0,'-74'5'178'0,"63"5"-138"0,6 0 19 15,5-10-1-15,5 5-40 0,-5-5-13 16,23 5-5-16,5-5-2 16,6 5 2-16,5-5-5 0,6 0-1 15,6 0-24-15,0 0-10 16,-1 5-39-16,-5 0-15 15,-5 5-27-15,-6-5-12 16,-12 0 63-16,-5 5 29 16,0 0 113-16,0 0 52 15,-6 0-19-15,0 0-11 16,1-5-37-16,5 0-13 16,5-5-17-16,1-5-5 15,11 0-11-15,-1-5-2 16,7-5-5-16,-1-5-3 15,-5 0-3-15,0 0 1 16,-12 0 3-16,-5-5 1 16,-5 0 3-16,-12 5 1 0,-12 5 5 15,-5 5 3-15,-5 5-8 16,-12 10-2-16,0 10-3 16,0 5-2-16,1 5-2 15,-1 10-1-15,11 5-1 16,6 5 0-16,6 5 3 15,11 0 0-15,11-5-2 16,12-5 0-16,11-10-1 16,5-10 3-16,6-10-2 15,0-10 1-15,0-10 2 16,0 0 0-16,-11-5 2 16,0-5 1-16,-6 0-1 15,-5 0 1-15,-6 0 0 0,-6 0 3 16,-5 0-3-16,-1 5-2 15,1 5-3-15,-1 5-1 16,-5 5-1-16,6 5 3 16,-6 10-2-16,6 0 1 15,-1 0 0-15,1 0 0 16,-6 0 2-16,6 0 2 16,-6-5 5-16,0 0 6 15,0-10 4-15,0 0 4 16,0 0-5-16,0-5 1 15,0-5-8-15,0-5-1 0,5-5-4 16,1-5-1-16,0-5-1 16,-1 0-2-16,6 5 1 15,-5 0-1-15,0 5-5 16,-1 5 1-16,7 15-5 16,-1 10 3-1,0 0 3-15,6 5 0 16,6 0 1-16,-1 0 2 15,6 0 0-15,6 0 0 16,0-10 0-16,0-5-3 16,0 0 2-16,-1-5 1 15,1-5 2-15,-6-5-1 16,-5 0 2-16,-6 0 0 16,-6-5 1-16,-5-5-5 15,-6 5 1-15,-6 0-2 16,-5 5 0-16,-6 10-3 15,-11 10 1-15,0 10 0 0,-6 5-1 16,0 10 1-16,6 10 3 16,5 5 0-16,12 0 1 15,5 0-3-15,6-15 0 16,0-5-1-16,12 0 3 16,-1-5-9-16,17-5-1 15,11-5-29-15,7-5-12 16,4-5-74-16,12-5-34 15,6-5-11 1</inkml:trace>
  <inkml:trace contextRef="#ctx0" brushRef="#br0" timeOffset="150299.302">24568 12094 424 0,'-34'-20'159'0,"28"15"-124"0,-5 0 31 0,11 5 3 15,0 0-29-15,0 0-8 16,0 0-19-16,0 0-6 16,0 0-5-16,5 10-2 0,1 10 3 15,5 0-2-15,1 5-1 16,-1 5 1-16,0 0-1 16,0-5 0-16,-5-5 0 15,0-5 0-15,-1 0 2 16,7-5 1-16,-1-10 3 15,0-5-1-15,6-10 0 16,0-5-3-16,6-5 1 16,-1-10-2-16,1 0 2 0,-1 0-2 15,1 0-1 1,-1 10 1-16,-5 5-1 0,-6 5-5 16,-5 10 1-16,0 15 0 15,-1 10-1-15,1 5 4 16,0 10 0-16,5 0-2 15,0 0 2-15,0 0 1 16,6-5 0-16,0-5 0 16,6-5 2-16,-1-10-1 15,6-15-1-15,1-5-2 16,-1-10-1-16,0-10-1 16,6-5 3-16,-6-5-2 15,6-5 1-15,-6-15 2 16,0-10 0-16,-5-15 0 15,-1-15 0-15,-5 0 0 0,-6 10 2 16,-5 9 3-16,0 11 4 16,-6 20 2-16,0 10 3 15,0 10-7-15,0 10-2 16,0 15-5-16,0 20-1 16,-6 25 1-16,0 25 2 15,6 10 1-15,0 10 3 16,0-4-3-16,6-1-2 15,0 0 0-15,5 0 1 16,0-5-3-16,0-5-2 0,-5-10-14 16,0-15-4-16,-1-10-27 15,1-5-9-15,0-10-54 16,-1-10-21-16,1-15-48 16</inkml:trace>
  <inkml:trace contextRef="#ctx0" brushRef="#br0" timeOffset="150479.168">25137 11884 532 0,'-40'0'200'0,"35"10"-155"0,-1-5-4 15,6-5-14-15,11 5-20 16,6 0-2-16,11 0-3 16,12 0 1-16,10-5-2 15,7 5-1-15,-6-5 3 0,5 0-24 0,0 0-8 16,-5 0-72-16,5-10-29 15,1-10-65 1</inkml:trace>
  <inkml:trace contextRef="#ctx0" brushRef="#br0" timeOffset="150926.127">26528 11969 344 0,'-11'-15'129'0,"5"10"-100"0,6-5 33 0,-5 10 10 15,-1-5-20-15,1 0-8 16</inkml:trace>
  <inkml:trace contextRef="#ctx0" brushRef="#br0" timeOffset="151136.395">26472 11919 790 0,'-22'-5'34'0,"-1"5"-6"16,-5 0-11-16,-6 5-3 16,-5 5-8-16,-1 5-2 0,-5 5-4 15,6 5-1 1,-1 5-1-16,12 5 0 0,11 0 0 16,11 0-2-16,12 0 0 15,17-5 3-15,10-10-5 16,18-10 0-16,17-10-15 15,-6-10-4-15,5-10-40 16,7-10-15-16,-7 0-65 16,-5 0-27-16,-5 0 29 15</inkml:trace>
  <inkml:trace contextRef="#ctx0" brushRef="#br0" timeOffset="151466.541">26743 11954 452 0,'-57'10'167'0,"40"-5"-129"0,-5 0 13 16,16 0-2-16,0-5-17 0,1 5-1 15,5-5-18-15,5-5-6 16,1 0-4-16,5 0-3 0,6-5 3 16,6 0-2-16,5 5-1 15,6 0-2-15,0 5-1 16,5 5 2-16,0 5 0 16,-10-5-2-16,4 10 2 15,-4 5 1-15,-12-5 2 16,-6 5 1-16,-11 0 3 15,-11 0-3-15,-12 0 0 16,-11 0-1-16,-5-5-2 16,-6 0 5-16,0 0 1 15,0-5 0-15,5-5-1 16,1-10-6-16,10 0 1 16,7-5-13-16,5-5-5 0,11-5-21 15,6-5-8-15,12 0-48 16,10 0-19-16,18 0-68 15</inkml:trace>
  <inkml:trace contextRef="#ctx0" brushRef="#br0" timeOffset="151858.037">27069 11523 432 0,'-22'-15'162'0,"22"15"-126"0,-6 0 18 0,6 0 2 16,0 0-21-16,0 10-3 16,0 0-14-16,0 5-4 15,-5 10-8-15,5 6-2 0,0 9 0 16,0 10-2-16,0 5-2 0,5 0 1 16,1 0-1-16,5 5-5 15,0 0-1-15,6 0-35 16,0-5-13-16,0-5-45 15,0-10-17-15</inkml:trace>
  <inkml:trace contextRef="#ctx0" brushRef="#br0" timeOffset="152338.499">27272 12054 464 0,'-34'-10'173'0,"29"10"-135"0,-1-5 12 0,6 5-5 15,6-5-23-15,-1 0-2 16,7-5-12-16,5 0-5 16,5 0-2-16,1 0 1 0,-1 5 1 15,6 0-4-15,0 0 1 16,1 0-2-16,-7 10 0 16,1 0 2-16,-6 5 0 0,0 5 0 15,-12 0 2-15,-5 5-1 16,-5 0-1-16,-7 5 3 15,1-5 0-15,-6 0 1 16,-11 0 0-16,0-5-2 16,-6-5 1-16,0-5-2 15,0-5 2-15,1-5-13 16,4-5-3-16,7-5-21 16,5-5-7-16,6-5-26 15,11 0-9-15,17 0-55 16,11 0-23-16,17-5 23 15</inkml:trace>
  <inkml:trace contextRef="#ctx0" brushRef="#br0" timeOffset="152730.538">27616 11949 428 0,'-6'10'162'0,"1"-10"-126"0,-1 10 21 0,6-5 1 16,-6 0-30-16,6 5-7 15,0 5-14-15,0 0-5 16,6 5-1-16,5 5-1 0,0 5 0 15,6 5 0-15,6 5 0 16,-1-5 0-16,1-5 0 16,5-10 0-16,-5-5 0 15,5-10 2-15,-6-5 1 16,1-10 1-16,-6-10 2 16,0 0-1-16,0-5 2 15,-6-5 2-15,0 5 2 16,-5-5-3-16,-1 5 0 15,1 5-5-15,0 5 0 16,-6 5-1-16,0 5-2 0,0 5 1 16,0 5 1-16,5 10-3 15,1 0 0-15,0 5 1 16,-1 5 0-16,7 0-3 16,-1 0 2-16,6 0-10 15,0-5-5-15,5-5-21 16,1-5-9-16,5-5-33 15,6-10-12-15,5 0-95 16</inkml:trace>
  <inkml:trace contextRef="#ctx0" brushRef="#br0" timeOffset="152819.941">28247 12004 480 0,'-40'-5'181'0,"29"10"-141"0,-6 5 7 0,17 0-8 16,-5 0-20-16,5 5-3 15</inkml:trace>
  <inkml:trace contextRef="#ctx0" brushRef="#br0" timeOffset="153015.004">28179 12079 829 0,'6'20'2'0,"0"-5"-1"16,-1 0-1-16,1 0 2 15,-1-5-1-15,-5 0 2 16,0-10 4-16,0 0 4 16,0 0 0-16,0-5 3 0,6-5-5 15,0-5-3-15,5-5-3 16,0-5-3-16,1-5-8 15,-1-5-3-15,6-5-27 16,5 5-13-16,6 5-57 16,1 5-23-16,16 5-55 15</inkml:trace>
  <inkml:trace contextRef="#ctx0" brushRef="#br0" timeOffset="153402.963">28737 11904 464 0,'-28'0'176'0,"17"5"-137"0,-12 0 24 0,12-5 3 16,0 5-24-16,-6-5-6 16,0 5-15-16,-6-5-6 15,1 5-8 1,-1 0-3-16,-5 5 0 0,0 0-5 0,0 0 1 16,0 0-2-16,5 0 0 15,0 5 0-15,7-5-2 16,4 0 0-16,7 0 3 15,5 0-5-15,11 0 0 16,6 0 0-16,5 0 2 16,12 5-1-16,6 0 1 15,5 5-2-15,0 0-1 16,0 0-1-16,-11 5 2 16,-6 0 4-16,-6-5 3 15,-10 5 0-15,-12-5 2 16,-12 0 0-16,-5 0 1 15,-5-5-5-15,-6 0 1 0,0-10-11 16,-1-5-3-16,1-10-37 16,0-5-17-16,5-5-81 15,18-5-34-15,5-5 24 16</inkml:trace>
  <inkml:trace contextRef="#ctx0" brushRef="#br0" timeOffset="153780.339">28608 11178 376 0,'-40'-30'143'0,"34"25"-112"0,-10 5 30 0,16 0 3 15,0 0-21-15,0 0-5 16,0 0-16-16,0 0-4 15,0 0-10-15,5 5-3 0,1 5 1 16,5 5-3-16,6 10 0 16,11 10-3-16,6 15-1 15,5 20 1-15,7 10 0 16,-1 15-3-16,5 1 2 16,1-1 1-16,-6 10 2 15,-11 15-1-15,-12 10-1 16,-16 5 3-16,-17-5 0 15,-17-4-1-15,-12-16 1 16,-11-15 0-16,-5-10 1 0,0-10-16 16,5-15-4-16,0-20-38 15,6-15-16-15,11-10-137 16</inkml:trace>
  <inkml:trace contextRef="#ctx0" brushRef="#br0" timeOffset="154335.408">29357 12079 428 0,'-39'5'162'0,"27"-5"-126"0,1 5 34 16,11-5 8-16,0 0-36 16,0 0-13-16,11 5-12 15,6 0-4-15,6-5-7 0,5 0-2 16,6-5 2-16,5 0-5 0,1 0-1 16,-7 0-16-16,1 0-6 15,-6 0-64-15,-5 0-26 16</inkml:trace>
  <inkml:trace contextRef="#ctx0" brushRef="#br0" timeOffset="154514.724">29329 11959 464 0,'-57'0'173'0,"46"5"-135"0,-6-5 25 0,17 0 3 15,0 0-37-15,0 0-10 16,17-5-13-16,6 0-3 15,5 0-1-15,0 5-4 0,6-5 1 0,5 5-10 16,6-5-3-16,0 5-64 16,1-5-27-16,-7 0-104 15</inkml:trace>
  <inkml:trace contextRef="#ctx0" brushRef="#br0" timeOffset="-273359.776">30033 11148 456 0,'0'-20'170'0,"6"15"-132"0,-6 0 18 0,0 5 0 0,0 0-21 15,0 0-3-15,0 0-18 16,0 10-7-16,0 10-4 16,0 5-3-16,0 5 1 0,5 10-4 15,1 0 2-15,0 5 1 16,-1 0 2-16,1-5-14 15,0-5-7-15,5-5-30 16,0-5-11-16,0-5-57 16,12-15-23-16,5-15-25 15</inkml:trace>
  <inkml:trace contextRef="#ctx0" brushRef="#br0" timeOffset="-272955.261">30411 11133 492 0,'-45'-10'184'0,"28"10"-143"0,0 10 6 0,11-5-8 16,0 0-18-16,1 0-1 15,-6 5-10-15,-6 10-2 16,0 0-4-16,5 0-1 0,1 0 3 16,0 0-5-16,5 0-1 15,6-5 0-15,6 0 0 16,11 0 0-16,5 0 0 15,7 0-3-15,10 0 2 16,6 0 1-16,6 5 0 16,-1 0 0-16,7 0 0 15,-6 0 0-15,-6 0 2 16,-6-5-1-16,-11 5 2 0,0-5-2 16,-5 0-1-16,-12-5 3 15,-11 0 0-15,-5 5-1 16,-12-4-2-16,-11-1 1 15,-6 0 1-15,-11 0-10 16,-6-5-4-16,-5-5-14 16,-1-10-4-16,7-5-28 15,4-11-13-15,7-4-46 16,11-15-21-16,17 5-17 16</inkml:trace>
  <inkml:trace contextRef="#ctx0" brushRef="#br0" timeOffset="-272758.503">30371 11173 488 0,'-17'-10'184'0,"12"10"-143"0,5 0 6 0,0 0-6 15,0 0-18-15,0 0-4 16,11 0-6-16,0 0-3 16,12 0-6-16,5 0-5 0,6-5 0 15,11 0 1-15,5 0 0 16,1 5-18-16,6-5-5 15,-1 0-64-15,11 0-28 16,-10 5-88 0</inkml:trace>
  <inkml:trace contextRef="#ctx0" brushRef="#br0" timeOffset="-272413.906">29881 11984 448 0,'-28'0'167'0,"28"0"-129"0,0 0 17 0,5 0-1 15,12 0-18-15,6-5-1 16,5 5-14-16,11-10-3 16,12 5-10-16,17-5-3 0,16 0-1 15,12-5-2-15,0 5-2 16,5-5-2-16,-5 5 1 16,-6 0-26-16,-5 0-11 15,-1 0-45-15,-16 5-20 16,-6 0-99-1</inkml:trace>
  <inkml:trace contextRef="#ctx0" brushRef="#br0" timeOffset="-271874.813">30078 12289 432 0,'-5'-10'162'0,"10"5"-126"0,-5-5 12 15,6 10-4-15,-6-5-6 0,0 5 4 16,0 0-10-1,0 0-2-15,-6 5-17 16,1 5-6-16,-1 5 0 0,-5 5-6 0,-1 5-1 16,1 5 0-16,0 6 2 15,0-11-3-15,5 0-2 16,6-5 2-16,0 0 2 16,6-5 0-16,5 0-1 15,6-5-2-15,11 0 1 16,6 0 1-16,5 0 0 15,6 0 0-15,0 0 2 16,-5 5-1-16,-6 0-1 16,-6 0-2-16,-6 0 1 15,-10 0 1-15,-12 5 2 16,-6 0-3-16,-11 0 0 16,-6-5-1-16,-10 5 0 15,-1-5-3-15,-6 0 1 0,7-5-11 16,-1 0-6-16,0-15-35 15,6 0-13-15,17-35-207 16,11-15 90 0</inkml:trace>
  <inkml:trace contextRef="#ctx0" brushRef="#br0" timeOffset="-271678.49">30050 12314 548 0,'-28'0'206'0,"22"5"-160"0,6-5-5 15,0 0-11-15,6 0-22 0,5-5-2 16,6 0-4-16,11-5 1 16,12-5-2-16,5 0-1 0,5 0 1 15,7 0-10-15,5 5-4 16,-6 0-37-16,0 5-15 16,-5 0-88-16,5 5-36 15,-5 5 25 1</inkml:trace>
  <inkml:trace contextRef="#ctx0" brushRef="#br0" timeOffset="-271289.683">30754 12164 416 0,'-50'-5'156'0,"38"10"-121"0,-5 0 19 0,12 0 1 0,-1 5-16 15,-5 0 0-15,0 5-16 16,-1 10-4-16,-5 10-11 15,1 5-3-15,-7 15 1 0,0 6-1 16,1-1 0-16,5 0-6 16,6 0-1-16,5-10 1 15,6 0 0-15,11-5 1 16,12-5 2-16,11-15-6 16,5 0 1-16,1-10-1 15,5-5 2-15,0-10-4 16,5-5 0-16,-10-5 3 15,-12 0 1-15,-5 0 2 16,-6-5 2-16,-12 0 1 16,-10 0 3-16,-7 0-1 0,-10 0 0 15,-12 5-3-15,-6 10-2 16,-10-5-2-16,5 15 1 16,5 0-10-16,6 0-5 15,6-5-54-15,11 5-24 16,17-5-112-1</inkml:trace>
  <inkml:trace contextRef="#ctx0" brushRef="#br0" timeOffset="-270161.349">32067 11193 444 0,'-22'-10'165'0,"16"5"-129"0,0 10 21 15,6-5 2-15,-5 5-22 16,-1 5-4-16,0 0-15 16,1 10-4-16,5 5-8 0,0 10-2 0,5 10 0 15,7 10-2-15,-1 0-2 16,0 0-2-16,6 0 1 16,0-9-26-16,0-6-11 15,0-10-36-15,0-5-16 16,11-15-111-1</inkml:trace>
  <inkml:trace contextRef="#ctx0" brushRef="#br0" timeOffset="-269759.269">32501 11268 480 0,'-56'-15'181'0,"44"10"-141"0,1 5 20 0,11 0 0 0,0 5-32 15,-5 0-10-15,-1 5-9 16,6 5-2-16,-6 0-4 16,1 5-2-16,-1 0 2 0,0 5-4 15,1 0-2-15,5 5 2 16,0-5 0-16,5 0 1 16,7 0 0-16,10 0 0 15,6-10 0-15,6 0 0 16,11-5 2-16,6 0-3 15,0 5 0-15,-1 1 1 16,1-1 2-16,-12 5-1 16,-10 0-1-16,-12 0 1 15,-17 0-1-15,-6 0 2 16,-11 0 1-16,-11-5-1 16,-6 0 1-16,-5-5-2 0,-1-5-1 15,1-5-17-15,-1 0-6 16,6-10-38-16,1-5-13 15,-1-10-142 1,11-10-65-16,6-5 142 16</inkml:trace>
  <inkml:trace contextRef="#ctx0" brushRef="#br0" timeOffset="-269576.092">32439 11268 556 0,'-17'-10'206'0,"23"5"-160"0,5 0-7 0,0 5-12 0,6-5-19 15,11 0 0-15,1 0-4 16,4-5-1-16,12 5-1 16,6 0-6-16,-11 5 0 0,-7 0-29 15,12 0-13-15,-5 0-53 16,-1 10-22-16,-5-5-74 16</inkml:trace>
  <inkml:trace contextRef="#ctx0" brushRef="#br0" timeOffset="-269247.749">31763 12164 500 0,'-28'5'187'0,"16"0"-146"0,7 0 15 0,5-5-1 16,0 0-29-16,0 0-4 16,0 0-4-16,11 5-3 15,12-5-7-15,16-5-1 0,23 0 3 16,23-5-6-16,22 0-2 16,5 0-1-16,12-5-1 15,6 0 0-15,-29 5 0 16,-16 5-22-16,22 5-8 15,-23 0-27-15,1 5-11 16,-12 0-74-16,-11 5-34 16,-11 0 5-16</inkml:trace>
  <inkml:trace contextRef="#ctx0" brushRef="#br0" timeOffset="-268631.597">32090 12675 304 0,'-6'-20'112'0,"6"15"-87"0,6 0 46 0,-6 0 14 15,0 5-20-15,0-5-5 0,0 5-15 16,0 0-4-16,-6 5-23 16,0 0 1-16,1 5-1 0,-6 5-10 15,5 0-2-15,0 0-2 16,6 0 0-16,6 0-5 16,5 0 1-16,12-5 2 15,11 5 1-15,5-5-1 16,0 0 1-16,12 0-4 15,-6 5 0-15,6-5 1 16,-6 5 0-16,-6-5 0 16,-10 5 2-16,-7 0-1 15,-5 5-1-15,-11-5 1 16,-12 5 1-16,-5-5 1 16,-12 0 1-16,-5-5-2 15,-6 0-2-15,-5-5-4 16,-6-5 0-16,0-5-20 0,-6 0-7 15,6-5-39-15,5-5-18 16,7 0-123 0</inkml:trace>
  <inkml:trace contextRef="#ctx0" brushRef="#br0" timeOffset="-268419.809">32073 12680 476 0,'-11'0'178'0,"11"0"-138"0,5 0 15 0,-5 0-4 15,17 0-23-15,6 0-5 0,5-5-17 16,11-5-3-16,6 0-3 16,12-5 0-16,-1 0 0 0,0 0-3 15,6 5 2-15,0-5-19 16,-5 5-7-16,-1-5-21 16,-11 10-10-16,-5 0-38 15,-7 0-16-15</inkml:trace>
  <inkml:trace contextRef="#ctx0" brushRef="#br0" timeOffset="-268046.661">32907 12435 556 0,'-40'0'209'0,"23"5"-163"0,-5 5 1 0,11 0-11 15,-1 0-19-15,1 5 1 16,-6 5-9-16,0 5-3 15,0 0-3-15,0 5-5 0,1 10-1 16,-1 5 2-16,5 0 0 16,1 0-2-16,11 0 2 15,0 0-1-15,11 0-2 16,12-5 0-16,11-5 3 16,11-10-5-16,11-10 0 15,6-5-2-15,-11-10 0 16,-12 0 5-16,6-5 1 15,6-10 2-15,-23 5 2 16,-5 0 1-16,-12 0 1 16,-11-10 0-16,-17 5 2 15,-11 0-3-15,-12 5-2 16,-10 5-3-16,-7 10 1 0,7 0-10 16,-1 10-3-16,12 0-86 15,16 5-35-15,17 0-82 16</inkml:trace>
  <inkml:trace contextRef="#ctx0" brushRef="#br0" timeOffset="-267489.743">29098 14452 472 0,'-12'5'178'0,"18"-5"-138"0,-6 5 22 16,0-5-1-16,6 5-31 0,5 0-6 15,6 0-13 1,0 0-5-16,5-5-3 15,7 0-3-15,4-5 1 0,12 5-26 0,-5-5-10 16,-6 0-66-16,-1 0-27 16,1-10-71-1</inkml:trace>
  <inkml:trace contextRef="#ctx0" brushRef="#br0" timeOffset="-267295.387">29120 14262 520 0,'-39'-5'192'0,"39"5"-149"0,0 0-4 0,0 0-12 0,5 0-20 16,7 0-4-16,5 0-2 15,5-5-1-15,6 5 0 16,12-5-7-16,5 0 0 16,0 0-41-16,23-5-18 0,5-5-120 15,6-5-79 1,11-5 114-16</inkml:trace>
  <inkml:trace contextRef="#ctx0" brushRef="#br0" timeOffset="-266726.481">30027 13906 400 0,'-56'0'151'0,"45"0"-118"0,-6-5 20 0,17 5 2 16,0 0-18-16,0-5-1 15,0 0-12-15,6-5-3 16,5 0-12-16,0 0 1 0,6-5 1 16,6 0-6-16,5 0-1 15,11 5-4-15,6 0-1 16,6 5 1-16,0 0 2 16,5 5-3-16,-5 5 0 15,-6 5 1-15,-6 0 2 16,-11 0-1-16,-5 0 2 15,-12 0 0-15,-11 0 1 16,-5 5 2-16,-12 0 3 16,-6 5-2-16,-5 0 1 15,-6 5-5-15,-5 5 0 16,5 1-3-16,6-1-3 0,5 0-1 16,6-5 3-16,6 0-2 15,11 5-1-15,6-5 0 16,11-5 3-16,11 0 0 15,6-5 1-15,-1 5 0 16,7-5 2 0,-1 0-1-16,-5 0 2 0,-6 0-2 15,-5 0-1-15,-6-5 1 16,-12 5-1-16,-10-5 4 16,-7 0 2-16,-10 0-2 15,-6 0-1-15,-12-5-1 16,1 0-2-16,-6-5-4 15,5-5 0-15,1 0-16 16,5-10-6-16,6 0-34 16,11-5-11-16,11-5-53 0,18 0-22 15,10-5-15 1</inkml:trace>
  <inkml:trace contextRef="#ctx0" brushRef="#br0" timeOffset="-266317.983">30760 14007 484 0,'-23'-11'181'0,"18"11"-141"0,-6 0 14 0,5 0-6 15,6 0-19-15,6 0-5 0,-1-5-11 16,6 0-4-16,12-5-5 16,-1 0-1-16,7 0 1 0,4 5-2 15,1 0-2-15,6 5 1 16,5 5-1-16,6 5 0 15,5 5 0-15,-5 10 0 16,-1 1 0-16,-5 4-3 16,-11 0 2-16,-11 0 1 15,-12 5 2-15,-11-5-1 16,-11 0 2-16,-17-5 0 16,-6 0 1-16,-11-5 0 15,0-5 0-15,-1-10 0 16,1 0 0-16,6-5 0 15,0-10 0-15,5-5 0 16,6-5 0-16,5-10-7 16,6-5-2-16,6-5-7 0,5-10 0 15,12 5-23-15,11 0-7 16,5 4-60-16,6 6-26 16,12 15-70-1</inkml:trace>
  <inkml:trace contextRef="#ctx0" brushRef="#br0" timeOffset="-265929.643">29988 14782 508 0,'-23'5'189'0,"29"-5"-147"0,-6 0-11 15,17 0 27 1,11-5-27-16,23 0-8 15,22-5-4-15,23 0-12 0,11 0-2 0,11-5-1 16,1 0-2 0,16 0 1-16,6 0-4 15,-6 0 0-15,-11 5-15 16,-11 5-6-16,-18-5-38 0,-10 5-16 16,-12 0-99-16,-11 5-44 15,-11 5 63 1</inkml:trace>
  <inkml:trace contextRef="#ctx0" brushRef="#br0" timeOffset="-265344.428">30388 15133 364 0,'-6'-5'134'0,"6"5"-104"0,6-5 23 15,-6 5 3-15,6 0-4 16,-1 0 4-16,-5 0-7 15,0 0-1-15,0 0-26 0,-5 0-4 0,-7 5-3 16,1 5-8-16,-6 5-2 16,0 5-3-16,6 0-2 15,0 0 1-15,5 0-1 16,6 0-3-16,6-5 2 16,11-5 3-16,11-5 1 15,11 0 1-15,6-5 2 16,6 5-3-16,0-5 0 15,0 5-3-15,-1 0-1 16,-10 0-1-16,-1 0 0 16,-5 5 0-16,-12 0 0 15,-5 5 4-15,-11 0 1 16,-6 0-1-16,-11 0 1 16,-6 0-2-16,-6 0 2 15,-16 0-2-15,-1-5 2 0,-5 0-7 16,-11-5 1-1,0-5-6-15,-1 0-1 0,7-5-15 16,5 0-6-16,5-5-31 16,12-5-10-16,5-5-50 15,12-10-22-15,17-10-19 16</inkml:trace>
  <inkml:trace contextRef="#ctx0" brushRef="#br0" timeOffset="-265133.507">30343 15088 444 0,'-17'5'167'0,"17"-5"-129"0,-6 5 32 16,6-5 7-16,0 0-34 0,0 0-11 16,6 5-14-16,5 0-4 15,12 0-8-15,11-5-2 0,5 0 0 16,6 0-2-16,6-5-2 16,5 0 1-16,6 0-1 15,0-5-18-15,6 0-8 16,-6 0-26-16,0 0-12 15,-6 0-52-15,1 0-23 16,-12 5-37 0</inkml:trace>
  <inkml:trace contextRef="#ctx0" brushRef="#br0" timeOffset="-264698.927">31380 15053 476 0,'-17'-5'178'0,"11"5"-138"0,-5 0 11 16,5 0-6-16,1 5-16 16,-1 0-2-16,-11 5-9 15,0 5-3-15,-5 5-9 16,-6 5-4-16,-6 10-1 0,0 0-1 15,6 5 2-15,5 0-3 16,1 5-2-16,10 0 2 0,12-5 0 16,12-5-4-1,10-5-1-15,12-10 0 0,11-5 2 16,11-10-1-16,6-5 4 16,-5-5-2-16,-1-5 1 15,-5 0 0-15,-12 0-2 16,-11 0 3-16,-22-5 2 15,-17 0 2 1,-17 5-1-16,-17 5 1 16,-12 0-2-16,-5 5 2 15,-5 5-4-15,5 5 0 16,11 0-28-16,11 0-10 16,18 5-188-1</inkml:trace>
  <inkml:trace contextRef="#ctx0" brushRef="#br0" timeOffset="-264214.812">29177 16425 404 0,'-6'0'151'0,"6"5"-118"0,0-5 40 0,0 0 11 16,0 0-26-16,0 0-8 15,0 0-21-15,6 5-8 16,5 0-12-16,0 0-4 0,6 0 1 0,11 0-5 15,12 0-1-15,-1-5-7 16,6 0-3-16,0-5-41 16,0 0-16-16,-5-5-94 15,-1 0-38-15,-11 5 28 16</inkml:trace>
  <inkml:trace contextRef="#ctx0" brushRef="#br0" timeOffset="-264021.708">29177 16229 556 0,'-23'0'209'0,"29"5"-163"0,-1-5-10 0,7 0-18 16,5-5-16-16,11 0 1 16,17 0-2-16,0 5 2 15,6 0-2-15,5 0-16 0,0 0-7 16,-5 0-66-16,0 0-30 15,-12 5-87 1</inkml:trace>
  <inkml:trace contextRef="#ctx0" brushRef="#br0" timeOffset="-263331.831">30529 15959 340 0,'-11'0'129'0,"11"0"-100"0,0-5 37 16,0 5 13-16,0 0-13 15,0 0-2-15,0 0-19 16,5 5-5-16,-5-5-23 16,6 10 1-16,0 0 0 0,-1 0-4 15,1 5 0-15,-1 10-8 16,1 0-2-16,0 5-2 15,-6 5-2-15,0 0-2 16,0 5 1-16,0 0-15 16,0-5-6-16,0 0-18 15,0-5-7-15,5-10-37 16,7-5-16-16,10-10-101 16</inkml:trace>
  <inkml:trace contextRef="#ctx0" brushRef="#br0" timeOffset="-262820.137">31109 15954 472 0,'-5'-5'178'0,"10"5"-138"0,1-5 8 0,-6 5-4 15,0 0-6-15,0 0 2 0,-6 5-14 16,1 0-3-16,-7 5-13 16,-5 5-2-16,1 0-1 0,-1 5-3 15,5 0-3-15,1 0 0 16,0-5-1-16,5 0 0 16,6 0 0-16,0-5-3 15,12 0 2-15,4-5 1 16,13 0 2-16,4-5-8 15,12 0-1-15,1 5 8 16,-1 0 6-16,0 0-5 16,0 5-1-16,-6 0-3 15,-5 0-2-15,0 5 5 16,-6-5 1-16,-5 5 0 16,-12-5 1-16,-6 5-2 15,-5-5 2-15,-5 0-2 16,-12 0-1-16,-11 5 1 0,-12-5 1 15,-5 0-6-15,-11 0 1 16,0 0-10-16,-1-5-2 16,6-5-19-16,6 0-5 15,6-5-31-15,11-10-12 16,5-5-83-16,18-10-36 16,10-5 59-1</inkml:trace>
  <inkml:trace contextRef="#ctx0" brushRef="#br0" timeOffset="-262610.095">31014 15989 472 0,'-51'0'178'0,"40"0"-138"0,-1 0 22 15,12 0-1-15,0 0-26 16,0 0-7-16,12 0-11 16,10-5-3-16,12 0-8 15,5-5-2-15,12 5 2 0,5 0-3 16,6 0 0-16,0 0-8 15,0 5-2-15,0 0-29 16,0 0-12-16,-5 0-63 16,-1-5-29-16,0-10-56 15</inkml:trace>
  <inkml:trace contextRef="#ctx0" brushRef="#br0" timeOffset="-262147.503">30005 16785 428 0,'-6'-5'162'0,"6"5"-126"0,6 0 21 0,-6 0-1 0,11 0-7 15,0 0 3-15,1 0-18 16,5-5-6-16,11 0-16 16,11 0 1-16,23 0 3 0,23-5-4 15,16-5-2-15,17-10-3 16,23 0 0-16,34-5-6 15,5 0-1-15,-5 0 0 16,-12 0 2-16,-5 0-1 16,-11 5-1-16,-12 5-4 15,-22 5-2-15,-23 0-4 16,-23 5 1-16,-16 0 3 16,-17 5 1-16,-12 0-4 15,-10 0 1-15,-12 0-9 16,0-1-2-16,-6 6-34 15,-5-5-13-15,5 5-164 16</inkml:trace>
  <inkml:trace contextRef="#ctx0" brushRef="#br0" timeOffset="-261333.569">30630 17035 468 0,'-22'0'176'0,"11"0"-137"0,5 0 15 0,6 0 0 16,0 0-23-16,0 0-3 15,11-5-10-15,6-5-1 16,11-5-10-16,6-5 0 0,6 0 3 15,5 0-6-15,0 5 0 16,0 5-2-16,0 5-2 16,0 5-2-16,-6 10 1 15,-5 5 1-15,-6 5 0 16,-11 5 2-16,-17 5 1 0,-5 5-1 16,-12 5-2-16,-6 0 3 15,-11 0 0-15,1 0-1 16,-7 1 1-16,-5-6-2 15,-6-5-1-15,1-5 1 16,-7-5-1-16,12-5 0 16,6-5 2-16,5-5-3 15,11-5-2-15,6-5-1 16,12 0 3-16,5-5-2 16,17 0 1-16,5 5 2 15,12 0 0-15,0 5-3 16,11 5 2-16,6 0 1 15,-6 0 2-15,5 0-3 0,12 0 0 16,0-5-8-16,6-5-4 16,0-5-31-1,-1 0-13-15,1-10-70 0,5 0-29 16,0 0-26 0</inkml:trace>
  <inkml:trace contextRef="#ctx0" brushRef="#br0" timeOffset="-260866.315">31774 16950 564 0,'-17'-15'209'0,"12"5"-163"0,-7 0 1 0,12 5-13 0,-5 0-16 15,-1-5 0-15,-5 0-6 16,-6-5 0-16,0 5-7 16,-6 0-1-16,-5 0 0 0,-6 5-2 15,-5 10-2-15,-6 5 1 16,0 5-1-16,0 0-3 15,5 5 2-15,12 0-1 16,6 5 0-16,10-5 0 16,12 5-2-16,12-5 0 15,10 5 3-15,6 0 0 16,6 0 1-16,6-5 0 16,5 5 2-16,5-5-3 15,1 0 0-15,0 0-1 16,-6 0-2-16,-6 1-2 15,-10-1-1-15,-7 0 1 0,-11 0 4 16,-11 0 3-16,-5 0 2 16,-7 0 3-16,-10-5 1 15,-1-5 1-15,-5-5 0 16,0-5-2-16,0-5-1 16,5-10-1-16,6-10 2 15,12-15-5-15,10-5-1 16,12-11-7-16,0 21 0 15,0 5-19-15,17-25-8 16,28-25-134-16,6 0-61 16,-7 5 26-1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6:44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7 505 7296,'-1'5'807,"0"-1"317,-1-6 704,2-1-844,-1-1 104,1 1-491,0 1 42,0-1 48,0 0 54,0 0 22,0 1 58,-1-1 63,1 1 69,0 0 72,0 0 78,0 1 82,0-1 87,1 4-993,1 0-73,1-2-61,1 1-47,1-1-27,5 0 21,-6 0-13,52 0-98,1 1 58,186-3 352,-221 0-393,21 0-49,-15 2-77,-22 0-108,0 1 91,15-1-84,-12 0 50,-4 0 25,-1-1-56,1 1-69,0 0-80,0 0-148,-3-1 206,1 1-34,-1 0-36,1 0-38,-1-1-41,1 1-42,0 0-44,-1-1-46,1 1-48,-1 0-51,1-1-51,-1 1-55,1-1-55,-1 1-59,0-1 425,0 1 35,1-1-355,2 0-41,2 0-287</inkml:trace>
  <inkml:trace contextRef="#ctx0" brushRef="#br0" timeOffset="609.243">131 583 10880,'-1'0'447,"1"0"-77,-1 0-64,1 0-53,-1-1-1,-1 1 345,1 0-303,1-1 33,-1 1 87,1 0-136,-1-1 40,1 1 45,0-1 48,0 1 55,0-1 57,0 1 63,0-1 67,0 1-108,0 1-34,0-1 414,1 0-124,0 0-115,0 0-107,1 0-100,0 0-92,0 0-84,0 0-88,0 0-61,0 0-53,0 0-47,2-1-51,0 1-85,9-1-402,-7 0 362,-4 1 121,0 0 56,0-1 66,0 1 78,20-3-158,0 1 1,0 1-1,0 1 0,2 1-41,-13 1 48,-1-1 0,1 1 1,3 2-49,-11-3 15,-1 0 1,0 0 0,0 0 0,1 0-1,-1 0 1,0 1 0,-1-1 0,1 1-1,0 0 1,0-1 0,-1 1 0,1 0 0,0 0-1,-1 0 1,0 0 0,0 0 0,1 0-1,-1 1 1,-1-1 0,1 0 0,0 1-1,0-1 1,-1 0 0,1 1 0,-1 1-16,2 31 140,-4-4-61,2-25-246,-1-1 35,0 7-36,-1-1 111,1 0 92,-1 0 69,1 0 52,-5 26 482,3-22-417,2-7-145,0 0-33,-1 0-41,0 0-47,1 1-80,-1 0-87,0 1-99,0-1-109,1-4 145,-1 0-36,1 0-39,0 0-40,0 0-41,0 0-44,0 0-45,0-1-47,-1 1-49,1 0-50,0 0-52,0 0-55,0 0-55,-1 0-57,1-1-60,0 1-60,0-3 439,1-1-48,-2 3-1374,1-2 680,0 0 509,1-1 346,0 0 34,-1 1-333,1 0-31,0 2-260</inkml:trace>
  <inkml:trace contextRef="#ctx0" brushRef="#br0" timeOffset="890.414">223 742 12416,'-8'1'1642,"3"0"-629,2-1-262,1 0-115,0 1-28,1-1-83,0 0-73,0 1-62,0-1 11,0 1-56,-1 1 531,2-1-311,0-1-106,0 1-1,0-1 89,0 0-10,1 1 85,-1-1 95,0 0 106,24-1-505,0 0-94,0 0-107,-1-2-124,-11 1-46,0 0-37,0 0-38,0 0-39,-1-1-42,1 0-44,0-1-45,0 1-46,5-3-978,-9 3 743,0 1-44,-2 0 170,-1 0-41,0 1 47,-1-1-39,1 1-42,-1-1-48,0 1 56,0 0-38,0 0-42,-1 0-45,1 0-46,0 0-51,-1 0-52,1 1-55,-2-1 355,1 1 36,3-1-367,0 0-40,3 0-295</inkml:trace>
  <inkml:trace contextRef="#ctx0" brushRef="#br0" timeOffset="12776.039">86 49 9088,'-1'0'842,"1"-1"-34,-1 1-33,1-1-33,-1 1 646,0-1-123,1 0-400,-1 1-62,1 0-61,0-1-57,0 1-56,-1 0-54,1 0-50,0 0-50,0 0-45,0 0-44,0 0-42,0 1-39,0-1-37,0 1-35,0 0 139,0 0-82,0 2-114,0 0-78,-1 3-82,0 5 309,0 0-70,0 0-62,1 0-52,-1 3-28,1-1-47,0 27 9,0-34-86,0 4 32,0 1 39,3 11 146,-2-21-187,-1 0-1,0 0 1,1 0-1,-1 1 1,1-1-1,0 0 0,-1 0 1,1 0-1,0 0 1,-1 0-1,1 0 1,0 0-1,0 0 0,0 0 1,0 0-1,0-1 1,0 1-1,0 0 0,0-1 1,0 1-1,1 0 1,-1-1-1,0 0 1,0 1-1,0-1 0,1 0 1,-1 1-1,0-1 1,0 0-1,1 0 1,-1 0-19,5 0 14,-1-1 0,1 1 0,-1-1 0,0-1 0,1 1-14,28-10 7,7-3-26,-37 14 2,17-5-40,0 1 45,23 0 82,-39 4-52,0 0-1,0 0 0,0 1 1,0-1-1,0 1 0,-1 0 1,1 1-1,0-1 0,-1 1 1,1 0-1,-1 0 0,0 0 1,1 1-1,-1-1 0,0 1 1,2 3-18,-3-4 37,0 1 1,-1 0 0,1 0 0,-1 0 0,0 0 0,0 1-1,0 0-37,0-1 30,-1 0-1,0 0 0,0 1 0,0-1 0,0 0 1,-1 1-1,1 1-29,-1-1 24,0 0 1,0 0-1,0 0 1,0 0-1,-1 0 1,0 0-25,-9 25 92,-6-2-52,-6-3-48,-2-4-47,-1-4-44,20-14-54,-1 1 38,-15 4-157,12-5 128,-3 1-118,5-2 63,1 0-53,-1-1-61,1 1-72,0-1 5,1 0-61,0-1-66,0 1-70,-1-1-76,1 0-81,0 0-87,0 0-91,1-1-97,-1 0-101,1 0-108,-1 0-111,1-1-118,0 0-123,1 0-127,1 1 799,0 0-34,0-1-162,-1 0 92,1 0-109,-2-2-455</inkml:trace>
  <inkml:trace contextRef="#ctx0" brushRef="#br0" timeOffset="13104.12">38 45 11264,'0'0'981,"1"0"-42,0 0-41,0 0-42,0 0-39,-1 0-39,1 0-39,0 0-37,1 0-36,-1 0-36,0-1-34,0 1-35,2 0 463,-1-1-125,0 1-304,1 0-63,-1-1-61,0 1-58,1-1-56,-1 1-52,1 0-50,-1-1-47,1 1-43,0-1-41,0 1-39,-1-1-34,4 0-44,0 0-107,0 0-62,-1 0-50,13-3-631,-10 3 514,-4 0 172,0 0 40,0 1 57,0-1 40,-1 1 46,1-1 52,-1 0 57,0 1 62,0 0 69,0-1 73,23-2-470,-9 1-36,-10 1 51,0 0-36,0 0-44,0 0-51,-1 0-18,0 0-51,0 0-54,0 1-59,1-1-63,-1 0-70,0 0-72,0 0-79,0 0-82,1 1-88,-1-1-92,0 0-97,1 0-102,-1 0-105,0 1-112,1-1-116,-5 1 1024,1 0 35,2-1-355,1 1-39,3 0-283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14 187 8704,'-2'0'579,"0"0"35,-1 0 704,-1-1 670,2-2 1389,1 1-1966,1 1-265,0-1-70,1 1-91,0-1-110,-1 1-485,1 0-36,-1 0-37,1 0-40,-1-1-44,1 1-44,-1 0-48,1 0-50,-1 0-56,1 0-37,-1 0-39,1 0-41,0 0-41,-1 0-44,1 0-45,-1 0-46,6-12 855,1 0-84,-1 0-76,2 1-71,-1-1-63,1 2-56,0-1-51,1 1-42,3-1-18,0 1-41,-6 7-71,-1 0 0,1 0 1,0 0-1,0 1 0,0 0 0,1 0 0,-1 1 0,1 0 0,-1 0 1,6-1-25,-12 3 0,4-1 15,1 0 0,0 1 1,-1-1-1,1 1 0,-1 0 0,3 1-15,-6-1 7,1 0 1,-1 0-1,0 1 0,1-1 0,-1 1 0,0-1 0,0 1 0,1-1 0,-1 1 0,1 0-7,-1 0 10,0 0 1,0 0-1,0 0 1,0 1-1,-1-1 1,1 0-1,0 0 1,0 0-1,-1 0 1,1 1-1,0-1 1,-1 0-11,2 6 43,0-1 1,-1 0 0,1 0 0,-1 4-44,-1 24 124,-1-23-97,-1-1 0,0 0 0,0 0 0,-2 0 0,-3 9-27,0-3 12,-2 0 0,0 0 0,-1-1 0,0 0 0,-1 0 0,-11 10-12,8-11 0,-1-1-1,0-1 1,-3 2 0,-21 16-31,34-25 26,-6 5-41,5-7-84,12 1 92,10-1-52,6-2 34,1 0 34,10 3 38,0 0 39,36 4 91,-44-8-124,-6 0-13,-5 2-72,-12-2-218,0 0 108,0 1 102,0-1 40,2 0 51,3 1 77,-3 0-84,0 0-89,-2-1-5,0 0-35,1 1-168,-2-1 95,1 1-37,-1-1-38,1 0-41,-1 1-44,1-1-47,-1 1 28,0-1-35,0 1-38,0-1-40,0 1-40,0-1-42,0 1-45,0-1-44,0 1-48,0-1-49,0 1-50,0-1-52,0 1-54,0 0-54,0 0-57,-1-1-59,3 4-1107,2 1-990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0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70 9856,'-3'-1'1933,"1"1"-99,1-2-103,1 1-107,-1-1-110,2 0-113,0 0-118,0 0-122,0-1-124,1 1-129,-1 1-504,-1 0-33,1-1-34,0 1-34,0 0-36,0 0-35,0 1-35,0-1-37,0 0-37,-1 0-37,1 1-38,0-1-37,4-1 269,0 0-60,1 0-55,0 1-45,2 0-28,0 1-43,17 0-38,-11 0 4,-6 0 40,230-15-89,-152 8 63,-80 7-330,-1-1 63,0 1 58,1-1 53,2 1 22,0-1 86,0 0 67,0 0 48,17-1 292,-15 1-271,-4 0-88,0 1-35,-1-1-41,1 1-50,-1 0-25,0-1-44,0 1-47,0 0-51,-1 0-55,1 0-60,0-1-63,0 1-68,-1 0 30,0 0-52,0 0-54,0 0-57,0 1-60,0-1-61,0 0-64,0 0-67,0 0-68,0 1-72,0-1-73,0 0-76,0 1-79,0-1-80,0 1-83,0-1-86,-3 0 1043,0 1 34,1-1-344,1 1-37,1-1-274</inkml:trace>
  <inkml:trace contextRef="#ctx0" brushRef="#br0" timeOffset="624.89">190 135 9600,'-1'-2'509,"0"0"107,0 1 224,0 0 529,1 1-14,0 1-538,0 1-230,0 0-115,0-1 1453,0-1-1173,0 0-326,0 0-51,0 0 648,0 0-386,0 1-44,1-1-43,0 0-44,-1 1-40,1-1-40,0 0-40,0 1-38,0 0 85,0-1-72,0 1-69,1 0-65,-1-1-63,0 1-60,1-1-56,-1 0-53,11 0 198,0 0-50,5 0-16,0 0-64,2 0-43,25-2-33,-29 1 40,-5 0-34,1 0 44,5 2 84,0 2 52,-14-3-145,-1 1 0,1 0-1,0-1 1,0 1 0,-1 0-1,1 0 1,0 0 0,-1 0-1,1 0 1,-1 1-1,0-1 1,1 0 0,-1 1-1,0-1-27,0 1 20,0-1-1,0 1 1,0-1-1,0 1 1,-1 0-1,1-1 1,0 1-1,-1 0 1,0 0-1,1 1-19,0 7 22,-1 0-1,0 0 1,-1 0-1,1 1 1,-2-1-1,0 0 1,-1 3-22,-9 31 45,-3-2-65,10-26-12,4-13-311,0 0 85,0 0 76,0 0 68,-1 1 53,1 0 71,0 2 71,-2 2 130,0 4 132,1-8-267,1 1-39,0-2-42,0 1-42,0-1-46,0 1-54,0-1-22,0 0-45,0 0-50,0 0-53,0-1-56,0 1-62,0 0-64,0 0-68,0-1 39,0 0-52,0 1-54,0-1-57,0 0-59,0 0-60,0 0-64,0 0-65,0 0-68,0 0-69,0 0-72,0 0-75,0 0-75,-1 0-79,1-1-81,0 1-82,1-2 1053,0 1 36,-1 0-358,1 1-35,0 0-282</inkml:trace>
  <inkml:trace contextRef="#ctx0" brushRef="#br0" timeOffset="906.043">235 311 12288,'-3'0'1664,"2"0"-876,0-1-36,0 1-41,1-1-47,-1 1-52,1-1-56,0 0 86,1 0-122,-1 0-311,0 1-34,0-1-38,0 0-38,1 1-30,-1-1-73,0 1 980,1 0-89,-1 1-86,1-1-83,1 0-79,-1 0-76,1 1-75,-1-1-70,1 0-68,0 0-64,-1 0-62,1 0-59,-1 0-55,0 0-53,0 0-49,0 0-47,9 0 77,0 0 45,23-4 318,-19 2-264,-6 1-91,0-1-38,1 1-52,0-1-63,0 0-77,0 1-85,-4 0 62,0 0-38,1 0-39,-1 0-42,0 0-45,1 0-46,-1 0-49,0 0-52,1 0-53,-1 0-57,0 0-57,1 1-62,-1-1-63,0 0-65,1 1-68,-1-1-71,-1 1 481,-1 0 37,5-1-400,1 1-49,4 0-326,-13 0 1253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0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8064,'0'1'1023,"1"-1"-41,-1 1-41,1 0-39,-1-1-40,0 1-38,1 0-37,-1 0-38,0 0-35,1 0-35,-1-1-35,0 1-34,1 2 514,-1-1-127,1 0-118,-1 1-112,1-1-108,-1 1-99,0 0-95,0 0-87,1 0-82,-1 0-76,0 1-45,0 0-90,0 0-77,0 0-68,0 2-116,0-1-81,0 15-786,-1-12 684,1-5 237,0 1 54,0 0 63,0 0 73,0-1 85,0 1 93,0-1 106,0 0 114,4 75-471,5 0 53,3 36 117,-9-84 1,-2-20-85,-1-2 55,1-4 81,-2-5 105,-5-35-323,1-1-127,2-37 128,3 30-15,5-16-41,3 1-34,-5 38 33,2 1 0,0 0 1,2 0-1,5-12 57,-5 19 21,2 1-34,-6 8-3,0 1 0,0 0 1,0 0-1,1 1 0,-1-1 0,1 0 0,-1 1 0,1 0 0,1-1 16,-2 2-12,0 0 1,0 0-1,0 0 0,0 1 0,0-1 0,1 1 0,-1-1 12,14 3-20,-3 2 38,0 5 42,-11-6-44,0-1 0,0 1 0,0 0 0,0 0 0,-1 0 0,1 0 0,1 4-16,-3-4 10,1 0-1,-1 0 0,0 0 1,0 0-1,0 0 1,0 0-1,-1 0 1,1 3-10,-1-1 6,0-1 1,0 1 0,-1-1 0,1 1 0,-1-1-1,0 1 1,0-1 0,-1 0 0,1 0-1,-1 1 1,0-1 0,0 0 0,-1-1 0,0 2-7,-6 8 48,0-1 0,0-1 0,-2 1 0,-8 7-48,-4 0-34,10-10-34,1-1-44,10-7 91,1 0 1,-1 0-1,0 0 0,1 0 0,-1 1 0,1-1 0,0 1 0,-1-1 0,1 1 1,0-1-1,-1 2 21,2-3-7,0 1 1,-1 0 0,1-1 0,0 1 0,0-1-1,0 1 1,0-1 0,0 1 0,0-1-1,0 1 1,0 0 0,0-1 0,0 1-1,0-1 1,0 1 0,0-1 0,1 1 0,-1-1-1,0 1 7,7 8-20,20 15 0,15 10 58,12 12 20,-18-12-96,-34-32-130,1 1 48,2 2-10,-2-2 100,6 6 20,-4-4-48,-2-2-20,1 0-46,-1 0-59,0-1-68,-1 0 54,0 0-34,0-1-36,0 1-39,0-1-42,0 0-44,0 0-48,1 1-49,-1-1-53,0 0-55,0 0-58,0 0-60,1-1-64,-1 1-65,0 0-69,0-1-71,-1 0 519,1 1 33,0-1-346,0 1-41,2 1-281</inkml:trace>
  <inkml:trace contextRef="#ctx0" brushRef="#br0" timeOffset="734.209">421 122 11392,'-1'0'136,"-2"1"849,-1 0 60,-6 4 2238,7-2-1691,1-1-839,2 0-41,-1 1 159,2 0-110,-1-2-542,1 1-34,0 1 96,-1 1-137,0-1-48,0 3-8,1 7-66,0-8 26,9 42 62,8 24-36,-9-37-11,0 0 56,-4-11 5,0 0 47,-4-18 34,0-5-82,-2-4-63,0-2-48,-4-21-92,-5-41 37,7 30-39,2-1 0,1 0 0,2-2 82,3-15-26,-4 50 13,0 1 0,0 0-1,1 0 1,-1 0 0,1 0 0,0 0-1,1 0 14,-1 1-1,0 1 0,0-1 0,0 1-1,1 0 1,-1-1 0,1 1 0,0 0-1,0 1 1,0-1 0,1 1-1,-1-1 1,0 1 0,1 0 0,0 0-1,0 0 2,2 0 0,0 0-1,0 0 1,1 0 0,-1 1-1,1 0 1,-1 0-1,1 1 1,0 0-1,-1 0 1,1 0 0,-1 1-1,4 0 1,-8 0 1,1 0 1,-1-1-1,0 1 0,0 0 1,1 0-1,-1 0 0,0 0 0,0 0 1,0 1-1,0-1 0,-1 1 1,1-1-1,0 1 0,0 0 0,0 1-1,-1-1 5,0 0 0,0 0 0,0 1 0,0-1 0,0 0 0,0 1-1,-1-1 1,1 0 0,-1 1 0,0-1 0,0 0 0,0 1-1,0-1 1,0 1 0,0-1 0,-1 0 0,1 1 0,-1 0-5,-1 3 12,0 0 1,0 1 0,0-1 0,-1 0 0,0-1 0,0 1 0,-1 0-13,-1 2 34,-1 0 0,0 0 0,-1-1 0,-3 3-34,-33 24 197,-1-3 72,27-20-140,4-1-59,6 1 76,7-11-136,0 1 0,0-1-1,0 1 1,-1-1 0,1 1 0,1-1 0,-1 1-1,0 0 1,0-1 0,0 1 0,0-1 0,0 1-1,0-1 1,1 1 0,-1-1 0,0 1 0,0-1-1,1 1 1,-1-1-10,15 12 190,28 12-13,4 2-101,-24-12-64,-1 0 0,1 3-12,-13-10-130,-1 1 105,1 1 83,14 14 187,-16-15-202,-2-2-52,0 1-50,0-1-60,0 1-73,-2-2 4,0-1-47,0 1-51,0 0-55,1 0-60,-1 0-64,0-1-68,0 1-73,-2-3 383,-1-1-16,0 1 43,3 2-320,-3-3 259,0 0 67,0 0-37,0 0 2,0 0-36,0 0-44,0-1-46,0 1-54,0 0-56,0 0-64,0 0-67,0 0-98,0 0-85,0 0-89,1 0-94,-1 0 469,-1 0 37,2 1-363,1 0-41,1 2-292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2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73 9216,'-3'-1'627,"0"0"-168,1 0-35,-1 0 49,1 1-35,0-1 48,0 0 52,0 1 60,0-1-51,1 1 50,-1 0 52,1 0 55,0 0 61,0 0 62,1 0 66,0 0 71,0 0-413,-2 0 395,1 0-484,1 0-52,-1 0-181,1 0-47,0 1-72,0-1-44,0 1-50,1 0-55,0 2 357,-1 0-51,1-1-46,-1 1-40,1 3 81,-1 0-96,1 13 168,4 11-59,-1 1-88,1 16-32,-1 1-99,4 33-22,-1-28 65,-4-28-41,0-1 75,0-3 55,0 0 76,0 0 86,1-1 97,-3-12-308,-4-15 23,-3-9-9,5 9-117,-2-14-58,2 0 0,0 0 0,1 1 0,2-3 22,-1-28-34,0 5 30,1-1 0,3 1 4,-1 22-83,6-22 83,0 13-97,3 1-51,-3 14 49,0 1 46,-6 12 52,-1 1 0,1 0 0,0-1-1,0 1 1,4-2 1,-6 4 5,1 0-1,0 0 1,0 1 0,0-1 0,0 1-1,0-1 1,0 1 0,0 0-1,1 0 1,-1 1 0,0-1 0,1 1-1,-1-1 1,0 1 0,1 0-1,-1 0 1,0 1 0,1-1-1,-1 1 1,0-1 0,2 2-5,-3-2 0,1 1 1,-1 0 0,1 0-1,-1 0 1,1 1 0,-1-1-1,0 1 1,0-1-1,0 1 1,1 1-1,0-1 10,-1 1-1,0-1 1,0 1-1,0 0 1,-1 0-1,1 0 1,-1 0-1,1 0 1,-1 0-1,0 0 1,0 1-1,0-1-9,0 3 17,0-1 1,-1 0-1,0 1 0,1-1 0,-2 0 0,1 1 0,-1 3-17,-7 19 16,-11 3-32,13-24 29,0 1 0,-1-1 1,0 0-1,-4 3-13,-34 21 44,14-14-77,28-15 38,-5 2-65,1 1-70,7-5 125,-1 1-1,1-1 0,0 0 1,0 0-1,0 0 1,0 0-1,-1 0 0,1 1 1,0-1-1,0 0 1,0 0-1,0 0 0,0 0 1,0 1-1,0-1 0,0 0 1,-1 0-1,1 0 1,0 1-1,0-1 0,0 0 1,0 0-1,0 0 1,0 1-1,0-1 0,0 0 1,0 0-1,0 0 0,0 1 1,0-1-1,0 0 1,0 0-1,1 0 0,-1 1 1,0-1-1,0 0 1,0 0-1,0 0 0,0 1 1,0-1-1,0 0 0,1 0 1,-1 0-1,0 0 1,0 0-1,0 1 0,0-1 1,1 0-1,-1 0 0,0 0 1,0 0-1,0 0 1,1 0-1,-1 0 0,0 0 1,0 0-1,0 0 1,1 0-1,-1 0 0,0 0 1,0 0-1,0 0 0,1 0 1,-1 0 5,10 4-3,0 1 1,0 0-1,-1 0 1,6 5 2,4 2 10,0-1-54,0 1 57,38 29 188,-34-22-160,-9-7-61,-1-1-48,2 3-70,-1-1-82,0 1-94,0 0-108,-10-11 23,0 1-9,-1-1 101,-1 0-1,1-1-72,-1 0-6,0 0-76,0 0-90,1 0-102,-2-1 22,1 1-86,0-1-94,0 0-101,0 1-109,0-1-114,0 0-124,-1-1 582,0 1-33,0-1 232,0 0 35,0 1-355,1 0-40,1 0-285</inkml:trace>
  <inkml:trace contextRef="#ctx0" brushRef="#br0" timeOffset="640.297">721 59 8320,'-1'-1'991,"0"0"-37,0 0-35,0 0-37,0-1-33,0 1-35,-1-1 714,0 0-594,0 0-55,1 0-52,-1 1-50,1-1-51,-1 0-47,0 0-46,0 1-45,1-1-44,-1 0-41,0 1-41,0-1-39,0 1-38,0-1-35,0 1-35,0-1-33,-3 0 190,0 0-115,1 0-101,-2 1-91,1 1-78,-1 0-66,0 0-55,0 2-41,2-1 80,1 0 0,-1 0 0,1 1 0,0 0 0,0-1 0,0 1 0,-2 2-5,1-1-10,0 0 0,0 1 0,1 0 0,-1 0 0,1 0 1,0 0-1,0 0 0,0 1 10,-2 5-40,0 0 0,1 0 0,-1 5 40,-5 14-39,-2 26 41,5 4-35,7-47 20,0 0-1,1 0 1,0 0-1,0 0 1,1 0-1,1 0 1,0-1-1,4 8 14,3 0 0,3-3 47,-10-14-30,0 1 0,0-1 0,-1 0 0,1 0 0,1 0 0,-1 0-1,0-1 1,0 1 0,1-1 0,-1 0 0,1 0 0,-1 0 0,1 0 0,-1-1 0,1 0-1,-1 1 1,1-1 0,0 0 0,-1-1 0,1 1 0,-1-1 0,1 1 0,-1-1 0,1 0 0,3-2-17,-3 2 3,-1-1 1,1 0 0,0 0 0,0 0 0,-1 0 0,1 0 0,-1-1-1,1 0 1,-1 0 0,0 0 0,0 0 0,-1 0 0,1 0 0,-1-1-1,1 0 1,-1 1 0,0-1 0,0 0 0,0-3-4,0 1 19,-1 0 0,0 1 0,0-1-1,0 0 1,-1 1 0,0-2-19,0-3 269,0 9-20,0 9-20,0 3-66,1 0-82,-1-3-101,1 0-46,0 2 47,3 20 106,-1-17-76,-2-5-38,1-1-37,-1 0-23,1-1-36,-1 1-42,1-1-47,-1 1-52,1-1-57,0 1-62,0-1-67,-1 0 19,1-1-52,0 0-58,-1 0-58,1 1-63,0-1-65,0 0-69,0 0-70,0 0-75,0 1-77,0-1-81,0 0-82,0 0-87,0 0-89,1-1-92,-1 1-95,-1-3 1010,0 0 41,1 2-392,1 1-40,0 3-307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5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84 12032,'-1'-2'859,"1"1"-37,-1 0-37,1 0-36,-1-1-36,1 1-34,0 0-33,-1-1-34,0 0 518,0-1-121,0 1-115,1-1-107,-1 1-139,0 0-84,0-1-78,0 1-73,1 0-68,-1 0-62,0-1-55,0 1-51,0 0-48,0 0-37,-1-2-2,0 0-88,-3-5-107,3 6 100,0 0 39,0 0 55,-1 1 69,0-1 87,1 1 100,1 1-340,0 0 0,0 0-1,0 1 1,0-1 0,0 1 0,0-1-1,0 1 1,0-1 0,0 1 0,0 0 0,0-1-1,0 1 1,-1 0-5,1 0-4,-1 0 0,1 0 0,-1 0 0,1 0 0,0 0-1,-1 1 1,1-1 0,0 1 0,-1-1 0,1 1 0,0-1 0,0 1 0,-1 0 0,1-1 0,0 1 4,-17 16-114,9-6 83,9-11 31,-21 30-93,2 1 36,8-9 26,0 1 1,2 0-1,-6 22 31,3 5-72,10-39 70,0 1 0,1 0 1,0 0-1,1 0 1,1-1-1,-1 1 0,2 0 1,0 0-1,1 3 2,-1-10 2,-1-1-1,1 1 1,-1-1-1,1 0 1,1 0 0,-1 0-1,1 0 1,-1 0-1,1-1 1,0 1-1,2 1-1,-2-3 7,0 1-1,0-1 0,0 0 0,0-1 0,0 1 0,0 0 1,0-1-1,1 0 0,-1 0 0,1 0 0,-1 0 0,1 0 0,-1-1 1,1 0-1,-1 0 0,2 0-6,3 0 12,-1-1-1,1 0 1,-1 0 0,0-1-1,0 0 1,1 0 0,-1-1-1,0 0 1,-1 0 0,1-1-1,-1 0 1,1 0 0,-1 0-1,0-1 1,-1 0-12,8-6 57,0-1 1,5-8-58,2-2 92,-3-1 33,-5 3-99,-8 10 19,-2 0 98,-1 5-19,-1 0 44,5 17-132,1 0-56,-4-6-74,-1 0 34,9 23-59,-7-20 23,1 0-83,-1-3-17,-1 0-70,1 1-80,0-1-93,-1-2 151,-1-1-34,1 1-36,0-1-38,-1 0-40,1 1-42,0-1-44,0 0-45,-1 1-48,1-1-50,0 0-51,0 0-54,0 1-56,0-1-57,-1 0-60,1 0-60,-1-1 485,0-1 38,2 3-386,-1 0-47,2 2-313,-4-6 1213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29 100 11392,'-2'-1'1170,"1"-1"-37,-1 1-39,1 0-43,1 0-44,-1 1-48,0 0-49,1 0-53,-1 0-55,1 0-58,0 1-59,0-1-64,0 1-65,0 0-67,0 1-71,1-1-73,-1 0-86,0 1-71,0 0-74,1 0-75,-1-1-78,0 2-81,0-1-82,0 0-84,0 18 459,1 0-34,2 21 52,2 8-75,4 24-63,0 0 17,-4-25 79,-2-29-42,-1 3 54,-2-20-130,1 1 0,-1 0 0,-1 0 1,1-1-1,0 1 0,-1 0 0,1 0 1,-1-1-1,0 3-31,1-5 1,-1 0 1,1 0-1,0 0 1,0 0-1,0 0 1,0 0-1,0 0 1,0 1-1,0-1 0,0 0 1,0 0-1,0 0 1,-1 0-1,1 0 1,0 0-1,0 0 1,0 0-1,0 0 1,0 0-1,0 0 0,0 0 1,0 0-1,-1 0 1,1 0-1,0 0 1,0 0-1,0 0 1,0 0-1,0 0 1,0 0-1,0 0 0,0 0 1,-1 0-1,1 0 1,0 0-1,0 0 1,0 0-1,0-1 1,0 1-1,0 0 1,0 0-1,0 0 0,0 0 1,0 0-1,-1 0 1,1 0-1,0 0 1,0 0-1,0 0-1,-6-8 10,-5-10-75,5 3 44,0-1-1,1 0 1,1 0-1,0-1 1,2 1 0,-1-11 21,0-51-60,4 28 61,0 29-53,1-1-1,1 1 1,5-19 52,-5 29-23,1 0 1,0 0-1,3-4 23,-3 6-8,1 0 1,0 1-1,1-1 0,2-1 8,-5 7-16,-1 0 0,1 0 0,0 0 0,1 0 0,-1 1 0,0 0 0,1-1 0,2 0 16,-2 1-7,-1 1 1,1-1-1,-1 1 0,1 0 1,-1 0-1,1 1 0,0-1 0,-1 1 1,2 0 6,-2 0 3,1 0 0,-1 0 1,0 0-1,0 1 0,0 0 0,0 0 1,0 0-1,0 0 0,0 0 0,2 1-3,-2 0 14,0 0 0,-1 0 0,1 0-1,0 0 1,-1 0 0,0 1-1,1-1 1,-1 1 0,0-1-1,0 1 1,0 1-14,1 2 18,0 0 0,0 0 0,-1 0 0,1 0 0,-1 1 0,-1-1 0,1 2-18,-1-1 24,0-1 0,-1 1 1,0 0-1,0 0 1,0-1-1,-1 1 0,0 0 1,0-1-1,-1 1 1,-1 1-25,0 1 26,0 0 1,-1-1-1,0 0 0,-1 1 1,0-2-1,0 1 1,-3 2-27,1-1 7,-1-1 0,0 0 0,-6 4-7,6-5-39,-9 7-58,8-5-2,9-9 99,0 0 1,0 0-1,-1 1 0,1-1 0,0 0 0,0 0 1,0 1-1,0-1 0,0 0 0,0 1 0,0-1 1,0 0-1,0 1 0,0-1 0,0 0 0,0 1 1,0-1-1,0 0 0,0 1 0,0-1 0,0 0 1,0 0-1,0 1 0,0-1 0,1 0 0,5 10 84,11 5 185,11 6-26,1-2-89,1-1-71,0-1-49,48 30-36,-75-45-157,0 0 42,2 1-17,1 1 94,6 3 39,-7-4-39,0 0-64,-1 0-94,-1-1 56,-1 0-34,2 0-117,-1 0-75,0 0-83,0 0-91,0 0 15,0 0-74,-1-1-79,1 1-84,-1 0-88,1 0-93,-1 0-98,1-1-103,-2 0 614,0 0 38,2 1-397,0 0-49,1 2-325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17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97 9728,'-1'0'805,"0"-1"-117,0 1-100,0-1-83,0 0-74,0 0-47,-1-2 735,1 1-603,0 1 99,1 0-260,0 0 40,-1 1 135,1-1 75,0 0 84,0 1 93,0 1-223,0 0-44,-1-1-40,0-1-38,-1 0 337,1-2-115,-1 1-92,1 0-70,2 2 380,-6-7-578,1-5 1,-2-3 49,3 10-188,-1-1 42,-12-10 231,4 7-198,-5 3-35,8 6-152,1 3-41,-10 6 51,1 0-44,-30 21-110,37-23 81,2 1 0,-1 0 0,1 0 1,1 0-1,-1 1 0,1 1 0,1-1 0,0 1 1,0 0 13,-9 19-66,2 0 0,-6 18 66,11-24-3,1 1-1,-1 8 4,4-12-26,1 0-1,0 0 1,2 0-1,1 20 27,1-24-13,1 0 0,0 0 0,1 0 1,1 0-1,1 0 0,2 4 13,-1-6 11,0 0 1,1 0-1,1-1 1,3 5-12,-7-13 5,0 0 1,0 0 0,0 0-1,1 0 1,-1-1-1,1 1 1,0-1-1,1-1 1,-1 1 0,1-1-1,3 2-5,-5-3 7,0 0 0,1-1 1,-1 0-1,0 0 0,1 0 0,-1 0 0,1-1 0,-1 0 1,1 0-1,0 0 0,-1 0 0,1-1 0,-1 0 1,1 0-1,-1 0 0,1 0-7,5-3 24,-1 0 0,0 0 0,0-1 0,0 0-1,3-4-23,1 1 14,-10 6 8,0-1-1,0 1 0,0-1 0,0 1 1,0-1-1,-1 0 0,1 0 1,0-2-22,1-1 18,-1 0 0,0-1 0,0 1 0,0-1 0,-1 0 0,2-6-18,2-19 66,-5 13 10,0 5 19,-1 4 40,1 37-111,1-7 74,1 1-1,2 4-97,1-1-2,0-4-73,1-1-90,0 0-112,-3-10 90,-1 0-35,-1-7 18,0 3-141,0 0-51,0-2 90,0 0-46,-1 0 17,1 0-43,-1-1-49,1 1-53,0-1 34,0 0-44,-1-1-48,1 1-49,0-1-55,0 1-56,0-1-60,0 0-63,1-1-213,0 1-71,0-1-291,3 0-775</inkml:trace>
  <inkml:trace contextRef="#ctx0" brushRef="#br0" timeOffset="827.914">842 184 9984,'-6'-4'2097,"1"4"1114,3 0-1674,0 0-34,1-3-53,0-2-70,0 2-851,0-1-39,0 0-38,-1 1-37,-1-1-35,1 0-33,-4-4 254,0 0-113,-1 0-100,0 1-86,1 0-74,-4-4 15,2 2-98,6 6-94,-1 0-1,0 0 1,0 0 0,0 0 0,0 0-1,0 1 1,0 0 0,-1-1 0,1 1-51,-17-4 184,9 7-139,-1 1-43,6 1-20,1-1 1,-1 1-1,1 0 1,-1 0-1,1 1 1,0 0-1,1 0 1,-1 0-1,1 0 1,0 1 0,0-1-1,0 1 1,0 0-1,1 1 1,0-1-1,0 0 1,0 1-1,0 2 18,-4 9-50,1-1 0,1 2 0,-1 3 50,-4 25-20,6-23-2,0-1 0,2 1 0,0 0 0,2 0 1,0 0-1,3 10 22,6 8 8,-6-33 7,0 0 0,0-1 0,1 0 0,0 1-15,-1-2 26,1-1-1,0 0 0,0 0 1,0 0-1,2 1-25,-1-2 43,0 0-1,-1 0 1,2 0-1,-1-1 1,5 3-43,-7-5 8,-1 0 0,1 0 0,0 0 0,-1 0-1,1-1 1,0 1 0,0-1 0,0 1-8,0-1 4,0 0-1,1-1 0,-1 1 1,0 0-1,0-1 1,1 0-1,-1 1 0,0-2 1,0 1-1,1-1-3,0 1 2,-1-1-1,1 0 1,-1 0 0,0-1 0,0 1-1,0-1 1,0 1 0,0-1-1,-1 0 1,1 0 0,-1 0-1,0-1 1,0 1 0,0 0 0,1-4-2,10-33 141,-10 28-69,0 0 37,1 0 49,1 1 60,-4 11 37,0 3-78,1 3-64,0 1-49,0 4-33,2 15-25,-2-17 31,-1-4-128,0 1 36,0 2 28,1 1 44,2 16 71,-2-16-114,-1-1-63,1-1-48,-1 0-69,1 0-82,-1 0-94,1-1-16,0-1-81,-1 1-86,1-1-94,0 1-102,0-1-107,0 0-115,0 0-121,-1-3 301,0 1-109,1-1-54,1 2-1360,-2-3 1645,0 0 38,0 1 76,1-1 40,0 1-421,2 1-47,1 1-341,-5-4 1331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8-06-10T14:47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20 8064,'2'-2'437,"-1"0"45,1 1 43,0 0 43,-1-1 42,1 1 40,0 0 41,0 0 38,1-1 580,0 0 103,0 0 96,0 0 93,-4 2-731,1 0-54,0 1-52,0-1-50,0 0-48,0 1-47,-1 0-46,1-1-44,0 1-42,0 0-41,0-1-39,-1 1-38,1 0-36,0 0-34,0 1 200,-1 0-140,1 0-95,-1 0-83,1 0-73,-1 0-67,1 0-39,-1 2-89,1-2-18,-2 9-396,2-8 418,0-1 54,-1 1 71,1-1 91,0 1 108,-1-2-75,1 0 34,-6 57 192,1 2-93,1 0-100,1 1-107,2-1-113,1 1-122,0-31 25,1 0-34,0 0-33,1 0-35,-2-14-425,0-9 275,0-3 104,0-1-57,0 1-68,0 0-79,0-1-42,0 1-86,0-1-94,0 1-102,0-2-10,0 0-90,0-1-74,1 0-62,0-1-712,1-1-995</inkml:trace>
  <inkml:trace contextRef="#ctx0" brushRef="#br0" timeOffset="515.482">36 297 9472,'-5'0'1252,"0"0"111,3 1-631,0-1 39,0 0 42,0 1 47,0-1-4,1 1 48,-1-1 51,0 0 54,0 1 57,0-1 60,0 0 64,0 0 67,1 0-483,0 0-72,1 0-67,-1 0-65,1 0-61,0 0-57,0 0-55,0 0-50,1 0-48,-1 1-44,1-1-40,-1 0-38,2 0 80,0 0-108,0 1-77,5-1-83,-4 0 63,-1 0 102,-1 0-24,0 0 44,16-1 118,-1-1-38,18 0 153,0 0-120,-1 1-102,6 0-77,-1 1-79,-1 1-52,50 4-92,-34 0 106,-22-1 62,0 0 63,-13-1-178,24 6 80,-29-6-53,-1 0-58,-3 0-20,0 0-48,-1 0-56,1 0-64,-8-3-83,-1 0 13,0 0-129,0 0 35,-1 0-347,1 0 115,-1 0 96,1 0 85,-1 0 56,-3 0-830,3 0 693,-1 0-105,1 0 289,0 0-43,-1-1-706,-1 1-66,0-1-70,0 0-75,0 0 216,1 0-42,-2-1-274,-1 0-772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1FBB1-E461-4EE2-8064-F0C5B06BD487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0EBA9-1C23-4FC6-AAC6-74DECE9A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159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43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949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6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14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39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9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2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9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8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9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5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1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5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8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2235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87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95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40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04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9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63" Type="http://schemas.openxmlformats.org/officeDocument/2006/relationships/image" Target="../media/image33.png"/><Relationship Id="rId68" Type="http://schemas.openxmlformats.org/officeDocument/2006/relationships/customXml" Target="../ink/ink33.xml"/><Relationship Id="rId76" Type="http://schemas.openxmlformats.org/officeDocument/2006/relationships/customXml" Target="../ink/ink37.xml"/><Relationship Id="rId7" Type="http://schemas.openxmlformats.org/officeDocument/2006/relationships/image" Target="../media/image5.png"/><Relationship Id="rId71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7.xml"/><Relationship Id="rId29" Type="http://schemas.openxmlformats.org/officeDocument/2006/relationships/image" Target="../media/image16.png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74" Type="http://schemas.openxmlformats.org/officeDocument/2006/relationships/customXml" Target="../ink/ink36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61" Type="http://schemas.openxmlformats.org/officeDocument/2006/relationships/image" Target="../media/image32.png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4.png"/><Relationship Id="rId73" Type="http://schemas.openxmlformats.org/officeDocument/2006/relationships/image" Target="../media/image38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69" Type="http://schemas.openxmlformats.org/officeDocument/2006/relationships/image" Target="../media/image36.png"/><Relationship Id="rId77" Type="http://schemas.openxmlformats.org/officeDocument/2006/relationships/image" Target="../media/image40.png"/><Relationship Id="rId8" Type="http://schemas.openxmlformats.org/officeDocument/2006/relationships/customXml" Target="../ink/ink3.xml"/><Relationship Id="rId51" Type="http://schemas.openxmlformats.org/officeDocument/2006/relationships/image" Target="../media/image27.png"/><Relationship Id="rId72" Type="http://schemas.openxmlformats.org/officeDocument/2006/relationships/customXml" Target="../ink/ink35.xml"/><Relationship Id="rId3" Type="http://schemas.openxmlformats.org/officeDocument/2006/relationships/image" Target="../media/image3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70" Type="http://schemas.openxmlformats.org/officeDocument/2006/relationships/customXml" Target="../ink/ink34.xml"/><Relationship Id="rId75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3.xml"/><Relationship Id="rId26" Type="http://schemas.openxmlformats.org/officeDocument/2006/relationships/image" Target="../media/image95.png"/><Relationship Id="rId39" Type="http://schemas.openxmlformats.org/officeDocument/2006/relationships/customXml" Target="../ink/ink50.xml"/><Relationship Id="rId34" Type="http://schemas.openxmlformats.org/officeDocument/2006/relationships/image" Target="../media/image99.png"/><Relationship Id="rId42" Type="http://schemas.openxmlformats.org/officeDocument/2006/relationships/image" Target="../media/image103.png"/><Relationship Id="rId47" Type="http://schemas.openxmlformats.org/officeDocument/2006/relationships/customXml" Target="../ink/ink54.xml"/><Relationship Id="rId63" Type="http://schemas.openxmlformats.org/officeDocument/2006/relationships/customXml" Target="../ink/ink59.xml"/><Relationship Id="rId68" Type="http://schemas.openxmlformats.org/officeDocument/2006/relationships/image" Target="../media/image52.png"/><Relationship Id="rId76" Type="http://schemas.openxmlformats.org/officeDocument/2006/relationships/image" Target="../media/image56.png"/><Relationship Id="rId7" Type="http://schemas.openxmlformats.org/officeDocument/2006/relationships/customXml" Target="../ink/ink40.xml"/><Relationship Id="rId12" Type="http://schemas.openxmlformats.org/officeDocument/2006/relationships/image" Target="../media/image88.png"/><Relationship Id="rId33" Type="http://schemas.openxmlformats.org/officeDocument/2006/relationships/customXml" Target="../ink/ink47.xml"/><Relationship Id="rId38" Type="http://schemas.openxmlformats.org/officeDocument/2006/relationships/image" Target="../media/image101.png"/><Relationship Id="rId46" Type="http://schemas.openxmlformats.org/officeDocument/2006/relationships/image" Target="../media/image105.png"/><Relationship Id="rId59" Type="http://schemas.openxmlformats.org/officeDocument/2006/relationships/customXml" Target="../ink/ink57.xml"/><Relationship Id="rId67" Type="http://schemas.openxmlformats.org/officeDocument/2006/relationships/customXml" Target="../ink/ink61.xml"/><Relationship Id="rId71" Type="http://schemas.openxmlformats.org/officeDocument/2006/relationships/customXml" Target="../ink/ink63.xml"/><Relationship Id="rId2" Type="http://schemas.openxmlformats.org/officeDocument/2006/relationships/image" Target="../media/image47.png"/><Relationship Id="rId29" Type="http://schemas.openxmlformats.org/officeDocument/2006/relationships/customXml" Target="../ink/ink45.xml"/><Relationship Id="rId41" Type="http://schemas.openxmlformats.org/officeDocument/2006/relationships/customXml" Target="../ink/ink51.xml"/><Relationship Id="rId62" Type="http://schemas.openxmlformats.org/officeDocument/2006/relationships/image" Target="../media/image49.png"/><Relationship Id="rId70" Type="http://schemas.openxmlformats.org/officeDocument/2006/relationships/image" Target="../media/image53.png"/><Relationship Id="rId75" Type="http://schemas.openxmlformats.org/officeDocument/2006/relationships/customXml" Target="../ink/ink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customXml" Target="../ink/ink42.xml"/><Relationship Id="rId32" Type="http://schemas.openxmlformats.org/officeDocument/2006/relationships/image" Target="../media/image98.png"/><Relationship Id="rId37" Type="http://schemas.openxmlformats.org/officeDocument/2006/relationships/customXml" Target="../ink/ink49.xml"/><Relationship Id="rId40" Type="http://schemas.openxmlformats.org/officeDocument/2006/relationships/image" Target="../media/image102.png"/><Relationship Id="rId45" Type="http://schemas.openxmlformats.org/officeDocument/2006/relationships/customXml" Target="../ink/ink53.xml"/><Relationship Id="rId58" Type="http://schemas.openxmlformats.org/officeDocument/2006/relationships/image" Target="../media/image111.png"/><Relationship Id="rId66" Type="http://schemas.openxmlformats.org/officeDocument/2006/relationships/image" Target="../media/image51.png"/><Relationship Id="rId74" Type="http://schemas.openxmlformats.org/officeDocument/2006/relationships/image" Target="../media/image55.png"/><Relationship Id="rId5" Type="http://schemas.openxmlformats.org/officeDocument/2006/relationships/customXml" Target="../ink/ink39.xml"/><Relationship Id="rId28" Type="http://schemas.openxmlformats.org/officeDocument/2006/relationships/image" Target="../media/image96.png"/><Relationship Id="rId36" Type="http://schemas.openxmlformats.org/officeDocument/2006/relationships/image" Target="../media/image100.png"/><Relationship Id="rId49" Type="http://schemas.openxmlformats.org/officeDocument/2006/relationships/customXml" Target="../ink/ink55.xml"/><Relationship Id="rId57" Type="http://schemas.openxmlformats.org/officeDocument/2006/relationships/customXml" Target="../ink/ink56.xml"/><Relationship Id="rId61" Type="http://schemas.openxmlformats.org/officeDocument/2006/relationships/customXml" Target="../ink/ink58.xml"/><Relationship Id="rId10" Type="http://schemas.openxmlformats.org/officeDocument/2006/relationships/image" Target="../media/image87.png"/><Relationship Id="rId31" Type="http://schemas.openxmlformats.org/officeDocument/2006/relationships/customXml" Target="../ink/ink46.xml"/><Relationship Id="rId44" Type="http://schemas.openxmlformats.org/officeDocument/2006/relationships/image" Target="../media/image104.png"/><Relationship Id="rId60" Type="http://schemas.openxmlformats.org/officeDocument/2006/relationships/image" Target="../media/image48.png"/><Relationship Id="rId65" Type="http://schemas.openxmlformats.org/officeDocument/2006/relationships/customXml" Target="../ink/ink60.xml"/><Relationship Id="rId73" Type="http://schemas.openxmlformats.org/officeDocument/2006/relationships/customXml" Target="../ink/ink64.xml"/><Relationship Id="rId4" Type="http://schemas.openxmlformats.org/officeDocument/2006/relationships/image" Target="../media/image84.png"/><Relationship Id="rId9" Type="http://schemas.openxmlformats.org/officeDocument/2006/relationships/customXml" Target="../ink/ink41.xml"/><Relationship Id="rId27" Type="http://schemas.openxmlformats.org/officeDocument/2006/relationships/customXml" Target="../ink/ink44.xml"/><Relationship Id="rId30" Type="http://schemas.openxmlformats.org/officeDocument/2006/relationships/image" Target="../media/image97.png"/><Relationship Id="rId35" Type="http://schemas.openxmlformats.org/officeDocument/2006/relationships/customXml" Target="../ink/ink48.xml"/><Relationship Id="rId43" Type="http://schemas.openxmlformats.org/officeDocument/2006/relationships/customXml" Target="../ink/ink52.xml"/><Relationship Id="rId48" Type="http://schemas.openxmlformats.org/officeDocument/2006/relationships/image" Target="../media/image106.png"/><Relationship Id="rId56" Type="http://schemas.openxmlformats.org/officeDocument/2006/relationships/image" Target="../media/image110.png"/><Relationship Id="rId64" Type="http://schemas.openxmlformats.org/officeDocument/2006/relationships/image" Target="../media/image50.png"/><Relationship Id="rId69" Type="http://schemas.openxmlformats.org/officeDocument/2006/relationships/customXml" Target="../ink/ink62.xml"/><Relationship Id="rId8" Type="http://schemas.openxmlformats.org/officeDocument/2006/relationships/image" Target="../media/image86.png"/><Relationship Id="rId72" Type="http://schemas.openxmlformats.org/officeDocument/2006/relationships/image" Target="../media/image54.png"/><Relationship Id="rId3" Type="http://schemas.openxmlformats.org/officeDocument/2006/relationships/customXml" Target="../ink/ink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59" y="1697490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759" y="3500278"/>
            <a:ext cx="9446339" cy="10403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Mathematics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05990" y="2934381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probability without replacement?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Constructs and uses tree diagrams to calculate probabilities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b="1" dirty="0">
                <a:solidFill>
                  <a:srgbClr val="00B050"/>
                </a:solidFill>
              </a:rPr>
              <a:t>B grade and above: </a:t>
            </a:r>
            <a:r>
              <a:rPr lang="en-AU" dirty="0"/>
              <a:t>Constructs and uses tree diagrams to calculate probabilities in situations involving replacement and where there is no replacement</a:t>
            </a:r>
          </a:p>
          <a:p>
            <a:pPr>
              <a:buFontTx/>
              <a:buChar char="-"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19D216-B07E-4AE4-BA93-E37EBA1901CB}"/>
              </a:ext>
            </a:extLst>
          </p:cNvPr>
          <p:cNvSpPr txBox="1"/>
          <p:nvPr/>
        </p:nvSpPr>
        <p:spPr>
          <a:xfrm>
            <a:off x="2159724" y="1448895"/>
            <a:ext cx="952395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In some experiments, the sample space, (list of possible outcomes) may change for the different events. </a:t>
            </a:r>
          </a:p>
          <a:p>
            <a:endParaRPr lang="en-AU" sz="2000" dirty="0"/>
          </a:p>
          <a:p>
            <a:r>
              <a:rPr lang="en-AU" sz="2000" dirty="0"/>
              <a:t>The probability for each event will be different.</a:t>
            </a:r>
          </a:p>
          <a:p>
            <a:endParaRPr lang="en-AU" dirty="0"/>
          </a:p>
          <a:p>
            <a:r>
              <a:rPr lang="en-AU" sz="2000" u="sng" dirty="0"/>
              <a:t>Example:</a:t>
            </a:r>
            <a:r>
              <a:rPr lang="en-AU" sz="2000" dirty="0"/>
              <a:t> </a:t>
            </a:r>
          </a:p>
          <a:p>
            <a:r>
              <a:rPr lang="en-AU" sz="2000" dirty="0"/>
              <a:t>There are 10 marbles in a bag. When you choose one and keep it there were 10 marbles in this first selection. </a:t>
            </a:r>
          </a:p>
          <a:p>
            <a:endParaRPr lang="en-AU" sz="2000" dirty="0"/>
          </a:p>
          <a:p>
            <a:r>
              <a:rPr lang="en-AU" sz="2000" dirty="0"/>
              <a:t>If you choose another marble and keep it, there are 9 marbles to choose from in the second selection.</a:t>
            </a:r>
          </a:p>
          <a:p>
            <a:endParaRPr lang="en-AU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D7588-2DDC-4041-8B56-9CD5F8B6D576}"/>
              </a:ext>
            </a:extLst>
          </p:cNvPr>
          <p:cNvSpPr txBox="1"/>
          <p:nvPr/>
        </p:nvSpPr>
        <p:spPr>
          <a:xfrm>
            <a:off x="-39446" y="1712736"/>
            <a:ext cx="207574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probability without replacement?</a:t>
            </a:r>
          </a:p>
        </p:txBody>
      </p:sp>
    </p:spTree>
    <p:extLst>
      <p:ext uri="{BB962C8B-B14F-4D97-AF65-F5344CB8AC3E}">
        <p14:creationId xmlns:p14="http://schemas.microsoft.com/office/powerpoint/2010/main" val="277489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5" y="124263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probability without replacement?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05D72D-5F7C-48F3-98C3-EDB4A007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11410" r="39135" b="56131"/>
          <a:stretch/>
        </p:blipFill>
        <p:spPr>
          <a:xfrm>
            <a:off x="34556" y="1841286"/>
            <a:ext cx="6451258" cy="4063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754E1F-7EDF-4DEC-86E3-CB52A086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66309" r="43169" b="11538"/>
          <a:stretch/>
        </p:blipFill>
        <p:spPr>
          <a:xfrm>
            <a:off x="6485814" y="2211723"/>
            <a:ext cx="5656912" cy="2824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05BB9-E6E4-4638-84B0-4C6245C341ED}"/>
              </a:ext>
            </a:extLst>
          </p:cNvPr>
          <p:cNvSpPr txBox="1"/>
          <p:nvPr/>
        </p:nvSpPr>
        <p:spPr>
          <a:xfrm>
            <a:off x="7415005" y="1348599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Since the cards are selected at the same time there is no replacement.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645A-6684-4983-A67E-FFB3B752665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311090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5" y="124263"/>
            <a:ext cx="8452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</a:t>
            </a:r>
            <a:r>
              <a:rPr lang="en-AU" sz="2800" dirty="0"/>
              <a:t>Two step Probability without replacement </a:t>
            </a:r>
            <a:endParaRPr lang="en-AU" sz="28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-410060" y="1326777"/>
            <a:ext cx="218687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/>
              <a:t>What is experimental probability without replacement?</a:t>
            </a:r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05D72D-5F7C-48F3-98C3-EDB4A007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11410" r="39135" b="56131"/>
          <a:stretch/>
        </p:blipFill>
        <p:spPr>
          <a:xfrm>
            <a:off x="34556" y="1841286"/>
            <a:ext cx="6451258" cy="40630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1754E1F-7EDF-4DEC-86E3-CB52A0869A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75" t="66309" r="43169" b="11538"/>
          <a:stretch/>
        </p:blipFill>
        <p:spPr>
          <a:xfrm>
            <a:off x="6485814" y="2211723"/>
            <a:ext cx="5656912" cy="2824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C05BB9-E6E4-4638-84B0-4C6245C341ED}"/>
              </a:ext>
            </a:extLst>
          </p:cNvPr>
          <p:cNvSpPr txBox="1"/>
          <p:nvPr/>
        </p:nvSpPr>
        <p:spPr>
          <a:xfrm>
            <a:off x="7415005" y="1348599"/>
            <a:ext cx="3842238" cy="5847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600" dirty="0"/>
              <a:t>Since the cards are selected at the same time there is no replacement.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F4645A-6684-4983-A67E-FFB3B752665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FA78AF3-0573-4956-9AC2-7E07D382F205}"/>
                  </a:ext>
                </a:extLst>
              </p14:cNvPr>
              <p14:cNvContentPartPr/>
              <p14:nvPr/>
            </p14:nvContentPartPr>
            <p14:xfrm>
              <a:off x="7186964" y="2741815"/>
              <a:ext cx="25200" cy="6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FA78AF3-0573-4956-9AC2-7E07D382F20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7964" y="2733175"/>
                <a:ext cx="428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F9C829-3206-45AE-8BBF-EECF94C7647A}"/>
                  </a:ext>
                </a:extLst>
              </p14:cNvPr>
              <p14:cNvContentPartPr/>
              <p14:nvPr/>
            </p14:nvContentPartPr>
            <p14:xfrm>
              <a:off x="6740204" y="2440495"/>
              <a:ext cx="383040" cy="415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F9C829-3206-45AE-8BBF-EECF94C764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1564" y="2431495"/>
                <a:ext cx="4006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6EBAA4F-E92F-40D9-9542-517C0EA7B022}"/>
                  </a:ext>
                </a:extLst>
              </p14:cNvPr>
              <p14:cNvContentPartPr/>
              <p14:nvPr/>
            </p14:nvContentPartPr>
            <p14:xfrm>
              <a:off x="7267244" y="2572975"/>
              <a:ext cx="299520" cy="1814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6EBAA4F-E92F-40D9-9542-517C0EA7B0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58594" y="2563975"/>
                <a:ext cx="317181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2313B5A-E9F5-46FA-ADC6-59D8290B2AAB}"/>
                  </a:ext>
                </a:extLst>
              </p14:cNvPr>
              <p14:cNvContentPartPr/>
              <p14:nvPr/>
            </p14:nvContentPartPr>
            <p14:xfrm>
              <a:off x="8090204" y="2705455"/>
              <a:ext cx="32040" cy="1051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2313B5A-E9F5-46FA-ADC6-59D8290B2A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81564" y="2696815"/>
                <a:ext cx="496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42D3C71-E1DE-4A7A-9E76-43E66CA4C8F2}"/>
                  </a:ext>
                </a:extLst>
              </p14:cNvPr>
              <p14:cNvContentPartPr/>
              <p14:nvPr/>
            </p14:nvContentPartPr>
            <p14:xfrm>
              <a:off x="7647764" y="2561095"/>
              <a:ext cx="376560" cy="2437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42D3C71-E1DE-4A7A-9E76-43E66CA4C8F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639116" y="2552095"/>
                <a:ext cx="394217" cy="26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EF4E1F2-1B7E-4C35-B949-94D453065BF8}"/>
                  </a:ext>
                </a:extLst>
              </p14:cNvPr>
              <p14:cNvContentPartPr/>
              <p14:nvPr/>
            </p14:nvContentPartPr>
            <p14:xfrm>
              <a:off x="8238884" y="2531215"/>
              <a:ext cx="134280" cy="1850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EF4E1F2-1B7E-4C35-B949-94D453065BF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29884" y="2522215"/>
                <a:ext cx="1519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4912C17-3E76-4651-8DE0-812EE1D73813}"/>
                  </a:ext>
                </a:extLst>
              </p14:cNvPr>
              <p14:cNvContentPartPr/>
              <p14:nvPr/>
            </p14:nvContentPartPr>
            <p14:xfrm>
              <a:off x="8763764" y="2538775"/>
              <a:ext cx="268200" cy="2041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4912C17-3E76-4651-8DE0-812EE1D7381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755124" y="2530135"/>
                <a:ext cx="2858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C7C42978-0C15-4C67-815A-3568D2C25D41}"/>
                  </a:ext>
                </a:extLst>
              </p14:cNvPr>
              <p14:cNvContentPartPr/>
              <p14:nvPr/>
            </p14:nvContentPartPr>
            <p14:xfrm>
              <a:off x="8429684" y="2505655"/>
              <a:ext cx="206280" cy="318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C7C42978-0C15-4C67-815A-3568D2C25D4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20684" y="2496655"/>
                <a:ext cx="22392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0A9CEC9-500E-4DFE-A216-F462400C09D9}"/>
                  </a:ext>
                </a:extLst>
              </p14:cNvPr>
              <p14:cNvContentPartPr/>
              <p14:nvPr/>
            </p14:nvContentPartPr>
            <p14:xfrm>
              <a:off x="9105764" y="2709415"/>
              <a:ext cx="58680" cy="1062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0A9CEC9-500E-4DFE-A216-F462400C09D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097124" y="2700775"/>
                <a:ext cx="763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23DB7BB-D4C4-41F3-80D1-30DA8020E04F}"/>
                  </a:ext>
                </a:extLst>
              </p14:cNvPr>
              <p14:cNvContentPartPr/>
              <p14:nvPr/>
            </p14:nvContentPartPr>
            <p14:xfrm>
              <a:off x="9255524" y="2479735"/>
              <a:ext cx="388080" cy="3247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23DB7BB-D4C4-41F3-80D1-30DA8020E04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246884" y="2471095"/>
                <a:ext cx="40572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E1FFA3A-94FD-43B6-A5B1-4D4226503400}"/>
                  </a:ext>
                </a:extLst>
              </p14:cNvPr>
              <p14:cNvContentPartPr/>
              <p14:nvPr/>
            </p14:nvContentPartPr>
            <p14:xfrm>
              <a:off x="7550924" y="3830455"/>
              <a:ext cx="67680" cy="115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E1FFA3A-94FD-43B6-A5B1-4D422650340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42284" y="3821455"/>
                <a:ext cx="853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BBF0D0D-69CF-4406-A155-18F387DAFE31}"/>
                  </a:ext>
                </a:extLst>
              </p14:cNvPr>
              <p14:cNvContentPartPr/>
              <p14:nvPr/>
            </p14:nvContentPartPr>
            <p14:xfrm>
              <a:off x="7512044" y="3766015"/>
              <a:ext cx="82440" cy="144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BBF0D0D-69CF-4406-A155-18F387DAFE3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503404" y="3757375"/>
                <a:ext cx="10008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E0C19F9-2F22-494D-96AF-795BB030C63B}"/>
                  </a:ext>
                </a:extLst>
              </p14:cNvPr>
              <p14:cNvContentPartPr/>
              <p14:nvPr/>
            </p14:nvContentPartPr>
            <p14:xfrm>
              <a:off x="7103804" y="3649375"/>
              <a:ext cx="330480" cy="322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E0C19F9-2F22-494D-96AF-795BB030C63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95155" y="3640375"/>
                <a:ext cx="348139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4C6939-9F7F-41AB-8CBE-E3A1062E420E}"/>
                  </a:ext>
                </a:extLst>
              </p14:cNvPr>
              <p14:cNvContentPartPr/>
              <p14:nvPr/>
            </p14:nvContentPartPr>
            <p14:xfrm>
              <a:off x="6913364" y="3692575"/>
              <a:ext cx="123120" cy="23688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4C6939-9F7F-41AB-8CBE-E3A1062E42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04724" y="3683589"/>
                <a:ext cx="140760" cy="254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5799C7E-2F64-49CC-B2C4-3B88CA7AE1DD}"/>
                  </a:ext>
                </a:extLst>
              </p14:cNvPr>
              <p14:cNvContentPartPr/>
              <p14:nvPr/>
            </p14:nvContentPartPr>
            <p14:xfrm>
              <a:off x="8434724" y="3669895"/>
              <a:ext cx="248040" cy="3708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5799C7E-2F64-49CC-B2C4-3B88CA7AE1D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426084" y="3660886"/>
                <a:ext cx="265680" cy="3884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01C9AA6-3A81-4632-A950-8351B71766F2}"/>
                  </a:ext>
                </a:extLst>
              </p14:cNvPr>
              <p14:cNvContentPartPr/>
              <p14:nvPr/>
            </p14:nvContentPartPr>
            <p14:xfrm>
              <a:off x="8198564" y="3816775"/>
              <a:ext cx="86760" cy="547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01C9AA6-3A81-4632-A950-8351B71766F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189526" y="3807834"/>
                <a:ext cx="104474" cy="72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05DB5E5-4B74-412A-9389-2FF11777173B}"/>
                  </a:ext>
                </a:extLst>
              </p14:cNvPr>
              <p14:cNvContentPartPr/>
              <p14:nvPr/>
            </p14:nvContentPartPr>
            <p14:xfrm>
              <a:off x="7831004" y="3650455"/>
              <a:ext cx="232920" cy="380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05DB5E5-4B74-412A-9389-2FF1177717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22004" y="3641446"/>
                <a:ext cx="250560" cy="398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C38E939-3988-4A77-A5AC-0012DE5F7EAF}"/>
                  </a:ext>
                </a:extLst>
              </p14:cNvPr>
              <p14:cNvContentPartPr/>
              <p14:nvPr/>
            </p14:nvContentPartPr>
            <p14:xfrm>
              <a:off x="8410964" y="4388095"/>
              <a:ext cx="91800" cy="594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C38E939-3988-4A77-A5AC-0012DE5F7EA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01964" y="4379455"/>
                <a:ext cx="1094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8D2CCF-D484-4DF9-9007-ACC1458BA8A1}"/>
                  </a:ext>
                </a:extLst>
              </p14:cNvPr>
              <p14:cNvContentPartPr/>
              <p14:nvPr/>
            </p14:nvContentPartPr>
            <p14:xfrm>
              <a:off x="7702124" y="4269295"/>
              <a:ext cx="635040" cy="3096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8D2CCF-D484-4DF9-9007-ACC1458BA8A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693124" y="4260655"/>
                <a:ext cx="65268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F74DD73-B81C-43EF-B09F-987CEA2A9A65}"/>
                  </a:ext>
                </a:extLst>
              </p14:cNvPr>
              <p14:cNvContentPartPr/>
              <p14:nvPr/>
            </p14:nvContentPartPr>
            <p14:xfrm>
              <a:off x="7094444" y="4263535"/>
              <a:ext cx="517680" cy="3492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F74DD73-B81C-43EF-B09F-987CEA2A9A6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85444" y="4254535"/>
                <a:ext cx="5353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BB2EC61-D40B-4EE7-86EB-56065D928776}"/>
                  </a:ext>
                </a:extLst>
              </p14:cNvPr>
              <p14:cNvContentPartPr/>
              <p14:nvPr/>
            </p14:nvContentPartPr>
            <p14:xfrm>
              <a:off x="6873044" y="4306015"/>
              <a:ext cx="142200" cy="241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BB2EC61-D40B-4EE7-86EB-56065D92877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64044" y="4297375"/>
                <a:ext cx="1598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03C2EBD-FF4B-4D0D-9F6B-5D5BB749532F}"/>
                  </a:ext>
                </a:extLst>
              </p14:cNvPr>
              <p14:cNvContentPartPr/>
              <p14:nvPr/>
            </p14:nvContentPartPr>
            <p14:xfrm>
              <a:off x="8989484" y="4450735"/>
              <a:ext cx="60120" cy="90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03C2EBD-FF4B-4D0D-9F6B-5D5BB749532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80844" y="4442095"/>
                <a:ext cx="777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0B8E635-18E7-4EC8-AF1A-26FD8FBA2A28}"/>
                  </a:ext>
                </a:extLst>
              </p14:cNvPr>
              <p14:cNvContentPartPr/>
              <p14:nvPr/>
            </p14:nvContentPartPr>
            <p14:xfrm>
              <a:off x="8959604" y="4387735"/>
              <a:ext cx="90000" cy="118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0B8E635-18E7-4EC8-AF1A-26FD8FBA2A2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50964" y="4378735"/>
                <a:ext cx="1076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8318551-2D98-4F64-BD31-1669AB7A9FBF}"/>
                  </a:ext>
                </a:extLst>
              </p14:cNvPr>
              <p14:cNvContentPartPr/>
              <p14:nvPr/>
            </p14:nvContentPartPr>
            <p14:xfrm>
              <a:off x="9260564" y="4434535"/>
              <a:ext cx="139680" cy="12780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8318551-2D98-4F64-BD31-1669AB7A9FB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251564" y="4425535"/>
                <a:ext cx="1573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6F35D899-3FE4-4E80-947C-7F6452B440FD}"/>
                  </a:ext>
                </a:extLst>
              </p14:cNvPr>
              <p14:cNvContentPartPr/>
              <p14:nvPr/>
            </p14:nvContentPartPr>
            <p14:xfrm>
              <a:off x="9207284" y="4243375"/>
              <a:ext cx="218160" cy="1512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6F35D899-3FE4-4E80-947C-7F6452B440F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198284" y="4234375"/>
                <a:ext cx="23580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4720C487-664C-420A-8EA6-AA06F2E776FF}"/>
                  </a:ext>
                </a:extLst>
              </p14:cNvPr>
              <p14:cNvContentPartPr/>
              <p14:nvPr/>
            </p14:nvContentPartPr>
            <p14:xfrm>
              <a:off x="8647124" y="4240855"/>
              <a:ext cx="214560" cy="33624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4720C487-664C-420A-8EA6-AA06F2E776F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638124" y="4231845"/>
                <a:ext cx="232200" cy="353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4285A86-5C41-4F1C-9BBB-0AD7B91BD93B}"/>
                  </a:ext>
                </a:extLst>
              </p14:cNvPr>
              <p14:cNvContentPartPr/>
              <p14:nvPr/>
            </p14:nvContentPartPr>
            <p14:xfrm>
              <a:off x="6778364" y="5113135"/>
              <a:ext cx="174240" cy="2268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4285A86-5C41-4F1C-9BBB-0AD7B91BD93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769364" y="5104495"/>
                <a:ext cx="19188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E2587CD-F947-4D42-90F6-FB08223FEFD8}"/>
                  </a:ext>
                </a:extLst>
              </p14:cNvPr>
              <p14:cNvContentPartPr/>
              <p14:nvPr/>
            </p14:nvContentPartPr>
            <p14:xfrm>
              <a:off x="7778084" y="5081815"/>
              <a:ext cx="10800" cy="2232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E2587CD-F947-4D42-90F6-FB08223FEFD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769084" y="5072815"/>
                <a:ext cx="284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4208C0D-DDB6-462A-BCD1-9D621A88D71C}"/>
                  </a:ext>
                </a:extLst>
              </p14:cNvPr>
              <p14:cNvContentPartPr/>
              <p14:nvPr/>
            </p14:nvContentPartPr>
            <p14:xfrm>
              <a:off x="7900484" y="5123215"/>
              <a:ext cx="113040" cy="16884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4208C0D-DDB6-462A-BCD1-9D621A88D71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891484" y="5114215"/>
                <a:ext cx="13068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C56877B-2C55-47E4-8BCC-48ACE0BAA503}"/>
                  </a:ext>
                </a:extLst>
              </p14:cNvPr>
              <p14:cNvContentPartPr/>
              <p14:nvPr/>
            </p14:nvContentPartPr>
            <p14:xfrm>
              <a:off x="8583404" y="5242735"/>
              <a:ext cx="50400" cy="111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C56877B-2C55-47E4-8BCC-48ACE0BAA50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74764" y="5233735"/>
                <a:ext cx="680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75E79E5-7B95-4442-B3F2-B2E372CA3768}"/>
                  </a:ext>
                </a:extLst>
              </p14:cNvPr>
              <p14:cNvContentPartPr/>
              <p14:nvPr/>
            </p14:nvContentPartPr>
            <p14:xfrm>
              <a:off x="8554604" y="5183695"/>
              <a:ext cx="63720" cy="90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75E79E5-7B95-4442-B3F2-B2E372CA3768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5964" y="5175055"/>
                <a:ext cx="813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B540F588-55F6-44C8-AEC1-84654862A948}"/>
                  </a:ext>
                </a:extLst>
              </p14:cNvPr>
              <p14:cNvContentPartPr/>
              <p14:nvPr/>
            </p14:nvContentPartPr>
            <p14:xfrm>
              <a:off x="8110724" y="5010535"/>
              <a:ext cx="354240" cy="3999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B540F588-55F6-44C8-AEC1-84654862A94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101733" y="5001535"/>
                <a:ext cx="371862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B8238C0-4D66-49E5-A512-DB49BE88CCAC}"/>
                  </a:ext>
                </a:extLst>
              </p14:cNvPr>
              <p14:cNvContentPartPr/>
              <p14:nvPr/>
            </p14:nvContentPartPr>
            <p14:xfrm>
              <a:off x="7049804" y="5056255"/>
              <a:ext cx="665280" cy="3549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B8238C0-4D66-49E5-A512-DB49BE88CCA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040799" y="5047615"/>
                <a:ext cx="68293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D50929BF-A7C3-4B29-9B69-79AF4F9A0524}"/>
                  </a:ext>
                </a:extLst>
              </p14:cNvPr>
              <p14:cNvContentPartPr/>
              <p14:nvPr/>
            </p14:nvContentPartPr>
            <p14:xfrm>
              <a:off x="8813084" y="5039695"/>
              <a:ext cx="122760" cy="16200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D50929BF-A7C3-4B29-9B69-79AF4F9A052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804084" y="5031055"/>
                <a:ext cx="1404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3D0D439C-AF84-408B-BB2C-6C99493720F4}"/>
                  </a:ext>
                </a:extLst>
              </p14:cNvPr>
              <p14:cNvContentPartPr/>
              <p14:nvPr/>
            </p14:nvContentPartPr>
            <p14:xfrm>
              <a:off x="9125924" y="5249575"/>
              <a:ext cx="82800" cy="478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3D0D439C-AF84-408B-BB2C-6C99493720F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117284" y="5240870"/>
                <a:ext cx="100440" cy="65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468E7BA-7B8A-4D73-8695-E68336A2DB95}"/>
                  </a:ext>
                </a:extLst>
              </p14:cNvPr>
              <p14:cNvContentPartPr/>
              <p14:nvPr/>
            </p14:nvContentPartPr>
            <p14:xfrm>
              <a:off x="8778884" y="5270095"/>
              <a:ext cx="190080" cy="1864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468E7BA-7B8A-4D73-8695-E68336A2DB9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770244" y="5261095"/>
                <a:ext cx="20772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151ADAD-035C-438D-8151-999248DA577A}"/>
                  </a:ext>
                </a:extLst>
              </p14:cNvPr>
              <p14:cNvContentPartPr/>
              <p14:nvPr/>
            </p14:nvContentPartPr>
            <p14:xfrm>
              <a:off x="9316004" y="5064895"/>
              <a:ext cx="193680" cy="4197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151ADAD-035C-438D-8151-999248DA577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307021" y="5056255"/>
                <a:ext cx="211287" cy="43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55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probability without replacement?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76812" y="1482353"/>
            <a:ext cx="99345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Step 1:</a:t>
            </a:r>
            <a:r>
              <a:rPr lang="en-AU" sz="2400" dirty="0"/>
              <a:t> Draw the Probability Tree Diagram and write the probability of each branch. (Remember that the objects are not replaced) </a:t>
            </a:r>
          </a:p>
          <a:p>
            <a:br>
              <a:rPr lang="en-AU" sz="2400" dirty="0"/>
            </a:br>
            <a:r>
              <a:rPr lang="en-AU" sz="2400" b="1" dirty="0"/>
              <a:t>Step 2:</a:t>
            </a:r>
            <a:r>
              <a:rPr lang="en-AU" sz="2400" dirty="0"/>
              <a:t> Look for all the available paths (or branches) of a particular outcome. </a:t>
            </a:r>
          </a:p>
          <a:p>
            <a:br>
              <a:rPr lang="en-AU" sz="2400" dirty="0"/>
            </a:br>
            <a:r>
              <a:rPr lang="en-AU" sz="2400" b="1" dirty="0"/>
              <a:t>Step 3:</a:t>
            </a:r>
            <a:r>
              <a:rPr lang="en-AU" sz="2400" dirty="0"/>
              <a:t> Multiply along the branches and add vertically to find the probability of the outcome.</a:t>
            </a:r>
          </a:p>
          <a:p>
            <a:endParaRPr lang="en-AU" sz="1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B9640D5-6CF3-4BC6-BC4E-6B13D2FE40D6}"/>
              </a:ext>
            </a:extLst>
          </p:cNvPr>
          <p:cNvSpPr txBox="1"/>
          <p:nvPr/>
        </p:nvSpPr>
        <p:spPr>
          <a:xfrm>
            <a:off x="9376756" y="180435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139439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96901" y="1349808"/>
            <a:ext cx="9914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jar consists of 21 sweets. 12 are green and 9 are blue. William picked two sweets at random.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067721-F29B-4904-A1CA-A6FF79357130}"/>
              </a:ext>
            </a:extLst>
          </p:cNvPr>
          <p:cNvSpPr txBox="1"/>
          <p:nvPr/>
        </p:nvSpPr>
        <p:spPr>
          <a:xfrm>
            <a:off x="1796895" y="1948820"/>
            <a:ext cx="99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a) Draw a tree diagram to represent the experiment.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EC57D-0765-4D61-B0AD-C1D4E88B7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6" t="4214" r="2974" b="2689"/>
          <a:stretch/>
        </p:blipFill>
        <p:spPr>
          <a:xfrm>
            <a:off x="3742296" y="2290108"/>
            <a:ext cx="3593788" cy="4516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E832F5-87C0-418F-B1EC-B5ECF9347D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861" y="3184451"/>
            <a:ext cx="955812" cy="281460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C1FAC9-E590-4B84-9F09-669855D63CDF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341053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65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36561"/>
            <a:ext cx="1531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000" b="1" dirty="0"/>
              <a:t>What is probability without replacement?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A3F5CE8-7297-49E1-A8F4-E91AFBE2D35D}"/>
              </a:ext>
            </a:extLst>
          </p:cNvPr>
          <p:cNvSpPr txBox="1"/>
          <p:nvPr/>
        </p:nvSpPr>
        <p:spPr>
          <a:xfrm>
            <a:off x="1796901" y="1349808"/>
            <a:ext cx="9914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jar consists of 21 sweets. 12 are green and 9 are blue. William picked two sweets at random.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5240BF-44C7-424B-8332-B5E495FB2B23}"/>
              </a:ext>
            </a:extLst>
          </p:cNvPr>
          <p:cNvCxnSpPr>
            <a:cxnSpLocks/>
          </p:cNvCxnSpPr>
          <p:nvPr/>
        </p:nvCxnSpPr>
        <p:spPr>
          <a:xfrm>
            <a:off x="15319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067721-F29B-4904-A1CA-A6FF79357130}"/>
              </a:ext>
            </a:extLst>
          </p:cNvPr>
          <p:cNvSpPr txBox="1"/>
          <p:nvPr/>
        </p:nvSpPr>
        <p:spPr>
          <a:xfrm>
            <a:off x="1796895" y="1948820"/>
            <a:ext cx="991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a) Draw a tree diagram to represent the experiment.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2EC57D-0765-4D61-B0AD-C1D4E88B7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76" t="4214" r="2974" b="2689"/>
          <a:stretch/>
        </p:blipFill>
        <p:spPr>
          <a:xfrm>
            <a:off x="1796889" y="2281525"/>
            <a:ext cx="3593788" cy="45166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75D356-E749-4DDA-A216-5C0F5755707B}"/>
              </a:ext>
            </a:extLst>
          </p:cNvPr>
          <p:cNvSpPr txBox="1"/>
          <p:nvPr/>
        </p:nvSpPr>
        <p:spPr>
          <a:xfrm>
            <a:off x="6416748" y="2595151"/>
            <a:ext cx="56512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b) Find the probability that </a:t>
            </a:r>
            <a:br>
              <a:rPr lang="en-AU" dirty="0"/>
            </a:br>
            <a:r>
              <a:rPr lang="en-AU" dirty="0"/>
              <a:t>	</a:t>
            </a:r>
            <a:r>
              <a:rPr lang="en-AU" dirty="0" err="1"/>
              <a:t>i</a:t>
            </a:r>
            <a:r>
              <a:rPr lang="en-AU" dirty="0"/>
              <a:t>) both sweets are blue.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	ii) one sweet is blue and one sweet is green.</a:t>
            </a:r>
          </a:p>
          <a:p>
            <a:endParaRPr lang="en-AU" dirty="0"/>
          </a:p>
          <a:p>
            <a:pPr lvl="1"/>
            <a:r>
              <a:rPr lang="en-AU" dirty="0"/>
              <a:t>= P(G,B) + P(B,G)</a:t>
            </a:r>
          </a:p>
          <a:p>
            <a:endParaRPr lang="en-AU" dirty="0"/>
          </a:p>
          <a:p>
            <a:endParaRPr lang="en-GB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D362981-F7B6-4977-A70D-3DB8CE163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699" y="3189273"/>
            <a:ext cx="3333412" cy="11817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6DA57A5-3488-4018-AAE7-C988882E8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338" y="4888177"/>
            <a:ext cx="4634023" cy="27909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838922D-0A87-4093-B7E3-91C8CD7476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169" y="5494279"/>
            <a:ext cx="1402901" cy="6140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EFE5632-0A5C-4A3A-BC54-7817831819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7270" y="3156634"/>
            <a:ext cx="969476" cy="28548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5016718-DD37-40F8-A3FF-94436B60CA54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13/06/2018</a:t>
            </a:r>
          </a:p>
        </p:txBody>
      </p:sp>
    </p:spTree>
    <p:extLst>
      <p:ext uri="{BB962C8B-B14F-4D97-AF65-F5344CB8AC3E}">
        <p14:creationId xmlns:p14="http://schemas.microsoft.com/office/powerpoint/2010/main" val="180596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ACD-C0FC-4B12-9538-640CF4BE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B0402-1438-4F49-945B-CAD4A784A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42" t="90365" r="44183" b="4957"/>
          <a:stretch/>
        </p:blipFill>
        <p:spPr>
          <a:xfrm>
            <a:off x="6096000" y="1644757"/>
            <a:ext cx="5738513" cy="363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422AD-5DD1-482F-956B-23929193E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94" t="16161" r="39241" b="12023"/>
          <a:stretch/>
        </p:blipFill>
        <p:spPr>
          <a:xfrm>
            <a:off x="526471" y="1482846"/>
            <a:ext cx="5828627" cy="529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38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8ACD-C0FC-4B12-9538-640CF4BE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DB0402-1438-4F49-945B-CAD4A784AA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4242" t="90365" r="44183" b="4957"/>
          <a:stretch/>
        </p:blipFill>
        <p:spPr>
          <a:xfrm>
            <a:off x="6096000" y="1644757"/>
            <a:ext cx="5738513" cy="3631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6422AD-5DD1-482F-956B-23929193E8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60" t="16161" r="39241" b="12023"/>
          <a:stretch/>
        </p:blipFill>
        <p:spPr>
          <a:xfrm>
            <a:off x="685799" y="1510555"/>
            <a:ext cx="5741343" cy="52954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4812781-658B-41F0-80B9-38FA86D9B1F5}"/>
                  </a:ext>
                </a:extLst>
              </p14:cNvPr>
              <p14:cNvContentPartPr/>
              <p14:nvPr/>
            </p14:nvContentPartPr>
            <p14:xfrm>
              <a:off x="2235943" y="5852520"/>
              <a:ext cx="114120" cy="90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4812781-658B-41F0-80B9-38FA86D9B1F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31623" y="5848200"/>
                <a:ext cx="1227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D12B16D-29C6-4EFD-8FF3-ED8EA9AD40F7}"/>
                  </a:ext>
                </a:extLst>
              </p14:cNvPr>
              <p14:cNvContentPartPr/>
              <p14:nvPr/>
            </p14:nvContentPartPr>
            <p14:xfrm>
              <a:off x="2194543" y="5977440"/>
              <a:ext cx="240120" cy="189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D12B16D-29C6-4EFD-8FF3-ED8EA9AD40F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90223" y="5973120"/>
                <a:ext cx="24876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98C4A7B-E7A8-451C-8FDA-EEF3EF767FB3}"/>
                  </a:ext>
                </a:extLst>
              </p14:cNvPr>
              <p14:cNvContentPartPr/>
              <p14:nvPr/>
            </p14:nvContentPartPr>
            <p14:xfrm>
              <a:off x="4601143" y="4704840"/>
              <a:ext cx="98640" cy="109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98C4A7B-E7A8-451C-8FDA-EEF3EF767F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96823" y="4700520"/>
                <a:ext cx="107280" cy="11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70642E6-B44B-4D3F-BA52-BCD4D41E7050}"/>
                  </a:ext>
                </a:extLst>
              </p14:cNvPr>
              <p14:cNvContentPartPr/>
              <p14:nvPr/>
            </p14:nvContentPartPr>
            <p14:xfrm>
              <a:off x="4561183" y="4852800"/>
              <a:ext cx="200160" cy="19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70642E6-B44B-4D3F-BA52-BCD4D41E705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56863" y="4848480"/>
                <a:ext cx="2088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C5CF198-1DB8-4B95-B609-30300F576144}"/>
                  </a:ext>
                </a:extLst>
              </p14:cNvPr>
              <p14:cNvContentPartPr/>
              <p14:nvPr/>
            </p14:nvContentPartPr>
            <p14:xfrm>
              <a:off x="4613383" y="4914720"/>
              <a:ext cx="130320" cy="117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C5CF198-1DB8-4B95-B609-30300F57614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609063" y="4910400"/>
                <a:ext cx="1389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D37DEBD-5DA5-4915-B858-A3C5EA78D463}"/>
                  </a:ext>
                </a:extLst>
              </p14:cNvPr>
              <p14:cNvContentPartPr/>
              <p14:nvPr/>
            </p14:nvContentPartPr>
            <p14:xfrm>
              <a:off x="3420703" y="4425840"/>
              <a:ext cx="318240" cy="14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D37DEBD-5DA5-4915-B858-A3C5EA78D46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385063" y="4354200"/>
                <a:ext cx="3898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70779E8-CE02-4A42-B92A-C31024E87470}"/>
                  </a:ext>
                </a:extLst>
              </p14:cNvPr>
              <p14:cNvContentPartPr/>
              <p14:nvPr/>
            </p14:nvContentPartPr>
            <p14:xfrm>
              <a:off x="5855743" y="4974120"/>
              <a:ext cx="658440" cy="234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70779E8-CE02-4A42-B92A-C31024E8747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20103" y="4902480"/>
                <a:ext cx="73008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76EE15F-D9CA-4D27-A9F3-C141C29B1AA1}"/>
                  </a:ext>
                </a:extLst>
              </p14:cNvPr>
              <p14:cNvContentPartPr/>
              <p14:nvPr/>
            </p14:nvContentPartPr>
            <p14:xfrm>
              <a:off x="4518703" y="4753440"/>
              <a:ext cx="282960" cy="12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76EE15F-D9CA-4D27-A9F3-C141C29B1AA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482703" y="4681440"/>
                <a:ext cx="35460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0A13F10-582C-4DD7-A142-9D2EDC215AC9}"/>
                  </a:ext>
                </a:extLst>
              </p14:cNvPr>
              <p14:cNvContentPartPr/>
              <p14:nvPr/>
            </p14:nvContentPartPr>
            <p14:xfrm>
              <a:off x="4546063" y="4917960"/>
              <a:ext cx="255240" cy="133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0A13F10-582C-4DD7-A142-9D2EDC215AC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10063" y="4846320"/>
                <a:ext cx="3268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5376CA0-9061-45B3-AC8C-73774AB77668}"/>
                  </a:ext>
                </a:extLst>
              </p14:cNvPr>
              <p14:cNvContentPartPr/>
              <p14:nvPr/>
            </p14:nvContentPartPr>
            <p14:xfrm>
              <a:off x="4570183" y="5022720"/>
              <a:ext cx="252360" cy="19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5376CA0-9061-45B3-AC8C-73774AB7766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534183" y="4951080"/>
                <a:ext cx="32400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FACF4BE-ECD8-4616-8BDC-64BA1D967B55}"/>
                  </a:ext>
                </a:extLst>
              </p14:cNvPr>
              <p14:cNvContentPartPr/>
              <p14:nvPr/>
            </p14:nvContentPartPr>
            <p14:xfrm>
              <a:off x="2263663" y="4409640"/>
              <a:ext cx="266040" cy="41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FACF4BE-ECD8-4616-8BDC-64BA1D967B55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228023" y="4338000"/>
                <a:ext cx="33768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409392A-033B-4F32-9424-CE4DBD33A4BB}"/>
                  </a:ext>
                </a:extLst>
              </p14:cNvPr>
              <p14:cNvContentPartPr/>
              <p14:nvPr/>
            </p14:nvContentPartPr>
            <p14:xfrm>
              <a:off x="2262943" y="4559040"/>
              <a:ext cx="271800" cy="532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409392A-033B-4F32-9424-CE4DBD33A4BB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26943" y="4487040"/>
                <a:ext cx="34344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83F7496-9B7B-45C0-9DD2-D73959FC0CFB}"/>
                  </a:ext>
                </a:extLst>
              </p14:cNvPr>
              <p14:cNvContentPartPr/>
              <p14:nvPr/>
            </p14:nvContentPartPr>
            <p14:xfrm>
              <a:off x="2246023" y="4728960"/>
              <a:ext cx="270360" cy="43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83F7496-9B7B-45C0-9DD2-D73959FC0CF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210383" y="4656960"/>
                <a:ext cx="34200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B668D02-3212-4B53-83F5-4C4842551C2E}"/>
                  </a:ext>
                </a:extLst>
              </p14:cNvPr>
              <p14:cNvContentPartPr/>
              <p14:nvPr/>
            </p14:nvContentPartPr>
            <p14:xfrm>
              <a:off x="2128303" y="5861520"/>
              <a:ext cx="424440" cy="529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B668D02-3212-4B53-83F5-4C4842551C2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092663" y="5789880"/>
                <a:ext cx="4960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3EDFD3B-0E8B-4FB4-A6CE-7954E6AA7E06}"/>
                  </a:ext>
                </a:extLst>
              </p14:cNvPr>
              <p14:cNvContentPartPr/>
              <p14:nvPr/>
            </p14:nvContentPartPr>
            <p14:xfrm>
              <a:off x="2191663" y="6027120"/>
              <a:ext cx="336960" cy="4464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3EDFD3B-0E8B-4FB4-A6CE-7954E6AA7E0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156023" y="5955480"/>
                <a:ext cx="40860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F80031B-008B-44C6-BABA-CFCA03F4AACB}"/>
                  </a:ext>
                </a:extLst>
              </p14:cNvPr>
              <p14:cNvContentPartPr/>
              <p14:nvPr/>
            </p14:nvContentPartPr>
            <p14:xfrm>
              <a:off x="2240263" y="6127920"/>
              <a:ext cx="302040" cy="1944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F80031B-008B-44C6-BABA-CFCA03F4AAC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204263" y="6056280"/>
                <a:ext cx="3736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9E3FDB8-F99F-4A21-80F9-F38FE0F9689B}"/>
                  </a:ext>
                </a:extLst>
              </p14:cNvPr>
              <p14:cNvContentPartPr/>
              <p14:nvPr/>
            </p14:nvContentPartPr>
            <p14:xfrm>
              <a:off x="3399463" y="5895000"/>
              <a:ext cx="556560" cy="79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9E3FDB8-F99F-4A21-80F9-F38FE0F9689B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363463" y="5823360"/>
                <a:ext cx="62820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3B86A3E-9DED-4670-8443-431300108C4B}"/>
                  </a:ext>
                </a:extLst>
              </p14:cNvPr>
              <p14:cNvContentPartPr/>
              <p14:nvPr/>
            </p14:nvContentPartPr>
            <p14:xfrm>
              <a:off x="5906143" y="5551920"/>
              <a:ext cx="394560" cy="421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3B86A3E-9DED-4670-8443-431300108C4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5870503" y="5479920"/>
                <a:ext cx="466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8B28F8-D1E9-4767-AE4C-A0569E3CCCD8}"/>
                  </a:ext>
                </a:extLst>
              </p14:cNvPr>
              <p14:cNvContentPartPr/>
              <p14:nvPr/>
            </p14:nvContentPartPr>
            <p14:xfrm>
              <a:off x="7107840" y="2131560"/>
              <a:ext cx="4826160" cy="4129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8B28F8-D1E9-4767-AE4C-A0569E3CCCD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076280" y="2122200"/>
                <a:ext cx="7867080" cy="45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CC8E674-4E23-45B9-938F-5EB27872B7CD}"/>
                  </a:ext>
                </a:extLst>
              </p14:cNvPr>
              <p14:cNvContentPartPr/>
              <p14:nvPr/>
            </p14:nvContentPartPr>
            <p14:xfrm>
              <a:off x="4590969" y="5377265"/>
              <a:ext cx="215640" cy="3528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CC8E674-4E23-45B9-938F-5EB27872B7C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582329" y="5368265"/>
                <a:ext cx="23328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1BEBC88-4A7B-4CA8-A6AB-CBD9EA0BBEAF}"/>
                  </a:ext>
                </a:extLst>
              </p14:cNvPr>
              <p14:cNvContentPartPr/>
              <p14:nvPr/>
            </p14:nvContentPartPr>
            <p14:xfrm>
              <a:off x="4614369" y="6258545"/>
              <a:ext cx="122760" cy="1555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1BEBC88-4A7B-4CA8-A6AB-CBD9EA0BBEA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605369" y="6249545"/>
                <a:ext cx="1404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EE67A9D-A8EE-4242-9643-E9A863ED16C8}"/>
                  </a:ext>
                </a:extLst>
              </p14:cNvPr>
              <p14:cNvContentPartPr/>
              <p14:nvPr/>
            </p14:nvContentPartPr>
            <p14:xfrm>
              <a:off x="4553529" y="6455465"/>
              <a:ext cx="234360" cy="1771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EE67A9D-A8EE-4242-9643-E9A863ED16C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44529" y="6446483"/>
                <a:ext cx="252000" cy="1947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01F6342-8643-46D2-86D8-D50A309DBD85}"/>
                  </a:ext>
                </a:extLst>
              </p14:cNvPr>
              <p14:cNvContentPartPr/>
              <p14:nvPr/>
            </p14:nvContentPartPr>
            <p14:xfrm>
              <a:off x="6649357" y="3879665"/>
              <a:ext cx="281160" cy="1886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01F6342-8643-46D2-86D8-D50A309DBD8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640706" y="3871025"/>
                <a:ext cx="298823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7EF4EBB-805E-4667-B679-A576CE93E4B2}"/>
                  </a:ext>
                </a:extLst>
              </p14:cNvPr>
              <p14:cNvContentPartPr/>
              <p14:nvPr/>
            </p14:nvContentPartPr>
            <p14:xfrm>
              <a:off x="6747997" y="4893785"/>
              <a:ext cx="287640" cy="2080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7EF4EBB-805E-4667-B679-A576CE93E4B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739008" y="4884801"/>
                <a:ext cx="305258" cy="2256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33DF019-5FEA-4FDB-8CFA-6FD4ED336177}"/>
                  </a:ext>
                </a:extLst>
              </p14:cNvPr>
              <p14:cNvContentPartPr/>
              <p14:nvPr/>
            </p14:nvContentPartPr>
            <p14:xfrm>
              <a:off x="6642157" y="5496785"/>
              <a:ext cx="138600" cy="16236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33DF019-5FEA-4FDB-8CFA-6FD4ED33617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633157" y="5488145"/>
                <a:ext cx="1562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90E755F-DF80-41E4-93AB-BE857BF8F867}"/>
                  </a:ext>
                </a:extLst>
              </p14:cNvPr>
              <p14:cNvContentPartPr/>
              <p14:nvPr/>
            </p14:nvContentPartPr>
            <p14:xfrm>
              <a:off x="6879757" y="5459705"/>
              <a:ext cx="148320" cy="1857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90E755F-DF80-41E4-93AB-BE857BF8F86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871117" y="5451065"/>
                <a:ext cx="1659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5B7A795-6D90-49F0-B083-9B6AA1528A79}"/>
                  </a:ext>
                </a:extLst>
              </p14:cNvPr>
              <p14:cNvContentPartPr/>
              <p14:nvPr/>
            </p14:nvContentPartPr>
            <p14:xfrm>
              <a:off x="6633877" y="6366905"/>
              <a:ext cx="308520" cy="2635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5B7A795-6D90-49F0-B083-9B6AA1528A7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624887" y="6357905"/>
                <a:ext cx="326139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41E10C8-7771-46DF-B5DA-096D04391DA3}"/>
                  </a:ext>
                </a:extLst>
              </p14:cNvPr>
              <p14:cNvContentPartPr/>
              <p14:nvPr/>
            </p14:nvContentPartPr>
            <p14:xfrm>
              <a:off x="11139997" y="4237865"/>
              <a:ext cx="213840" cy="2134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41E10C8-7771-46DF-B5DA-096D04391DA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11130997" y="4229225"/>
                <a:ext cx="231480" cy="2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187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Dwyer Year 10 Text, Exercise 8.4, Questions 1-4, p.107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5B740C-03A6-4C1E-A03F-B71FA988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249</TotalTime>
  <Words>410</Words>
  <Application>Microsoft Office PowerPoint</Application>
  <PresentationFormat>Widescreen</PresentationFormat>
  <Paragraphs>91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DJB Fancy Nancy</vt:lpstr>
      <vt:lpstr>Kiwi School Handwriting</vt:lpstr>
      <vt:lpstr>BSC Theme</vt:lpstr>
      <vt:lpstr>Probability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Magdeline Lum</cp:lastModifiedBy>
  <cp:revision>10</cp:revision>
  <dcterms:created xsi:type="dcterms:W3CDTF">2018-06-02T10:27:40Z</dcterms:created>
  <dcterms:modified xsi:type="dcterms:W3CDTF">2018-06-10T14:47:38Z</dcterms:modified>
</cp:coreProperties>
</file>