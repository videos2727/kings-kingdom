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15" r:id="rId2"/>
    <p:sldId id="259" r:id="rId3"/>
    <p:sldId id="258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43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00" autoAdjust="0"/>
    <p:restoredTop sz="92883" autoAdjust="0"/>
  </p:normalViewPr>
  <p:slideViewPr>
    <p:cSldViewPr>
      <p:cViewPr>
        <p:scale>
          <a:sx n="75" d="100"/>
          <a:sy n="75" d="100"/>
        </p:scale>
        <p:origin x="840" y="4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4/11/16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4/11/16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Topic: </a:t>
            </a:r>
            <a:r>
              <a:rPr lang="en-GB" b="1" dirty="0" smtClean="0"/>
              <a:t>Non Linear</a:t>
            </a: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Moving </a:t>
            </a:r>
            <a:r>
              <a:rPr lang="en-GB" b="1" dirty="0" smtClean="0"/>
              <a:t>Parabolas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9132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</a:t>
            </a:r>
            <a:r>
              <a:rPr lang="en-GB" sz="2800" b="1" dirty="0" smtClean="0"/>
              <a:t>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Vertically?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08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</a:t>
            </a:r>
            <a:r>
              <a:rPr lang="en-GB" sz="2800" b="1" dirty="0" smtClean="0"/>
              <a:t>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Vertically?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75019" y="2146413"/>
            <a:ext cx="562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graphs below are of y </a:t>
            </a:r>
            <a:r>
              <a:rPr lang="en-US" dirty="0" smtClean="0"/>
              <a:t>=x</a:t>
            </a:r>
            <a:r>
              <a:rPr lang="en-US" baseline="30000" dirty="0" smtClean="0"/>
              <a:t> 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smtClean="0"/>
              <a:t>- 2    </a:t>
            </a:r>
            <a:r>
              <a:rPr lang="en-US" dirty="0"/>
              <a:t>y </a:t>
            </a:r>
            <a:r>
              <a:rPr lang="en-US" dirty="0" smtClean="0"/>
              <a:t>= 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= and </a:t>
            </a:r>
            <a:r>
              <a:rPr lang="en-US" dirty="0" smtClean="0"/>
              <a:t> y = x</a:t>
            </a:r>
            <a:r>
              <a:rPr lang="en-US" baseline="30000" dirty="0" smtClean="0"/>
              <a:t>2</a:t>
            </a:r>
            <a:r>
              <a:rPr lang="en-US" dirty="0" smtClean="0"/>
              <a:t> + 2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65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</a:t>
            </a:r>
            <a:r>
              <a:rPr lang="en-GB" sz="2800" b="1" dirty="0" smtClean="0"/>
              <a:t>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Vertically?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75019" y="2146413"/>
            <a:ext cx="562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graphs below are of y </a:t>
            </a:r>
            <a:r>
              <a:rPr lang="en-US" dirty="0" smtClean="0"/>
              <a:t>=x</a:t>
            </a:r>
            <a:r>
              <a:rPr lang="en-US" baseline="30000" dirty="0" smtClean="0"/>
              <a:t> 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smtClean="0"/>
              <a:t>- 2    </a:t>
            </a:r>
            <a:r>
              <a:rPr lang="en-US" dirty="0"/>
              <a:t>y </a:t>
            </a:r>
            <a:r>
              <a:rPr lang="en-US" dirty="0" smtClean="0"/>
              <a:t>= 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= and </a:t>
            </a:r>
            <a:r>
              <a:rPr lang="en-US" dirty="0" smtClean="0"/>
              <a:t> y = x</a:t>
            </a:r>
            <a:r>
              <a:rPr lang="en-US" baseline="30000" dirty="0" smtClean="0"/>
              <a:t>2</a:t>
            </a:r>
            <a:r>
              <a:rPr lang="en-US" dirty="0" smtClean="0"/>
              <a:t> + 2 .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964" y="2622391"/>
            <a:ext cx="65405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1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</a:t>
            </a:r>
            <a:r>
              <a:rPr lang="en-GB" sz="2800" b="1" dirty="0" smtClean="0"/>
              <a:t>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Vertically?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75019" y="2146413"/>
            <a:ext cx="562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graphs below are of y </a:t>
            </a:r>
            <a:r>
              <a:rPr lang="en-US" dirty="0" smtClean="0"/>
              <a:t>=x</a:t>
            </a:r>
            <a:r>
              <a:rPr lang="en-US" baseline="30000" dirty="0" smtClean="0"/>
              <a:t> 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smtClean="0"/>
              <a:t>- 2    </a:t>
            </a:r>
            <a:r>
              <a:rPr lang="en-US" dirty="0"/>
              <a:t>y </a:t>
            </a:r>
            <a:r>
              <a:rPr lang="en-US" dirty="0" smtClean="0"/>
              <a:t>= 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= and </a:t>
            </a:r>
            <a:r>
              <a:rPr lang="en-US" dirty="0" smtClean="0"/>
              <a:t> y = x</a:t>
            </a:r>
            <a:r>
              <a:rPr lang="en-US" baseline="30000" dirty="0" smtClean="0"/>
              <a:t>2</a:t>
            </a:r>
            <a:r>
              <a:rPr lang="en-US" dirty="0" smtClean="0"/>
              <a:t> + 2 .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964" y="2622391"/>
            <a:ext cx="6540500" cy="3238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9514" y="5651662"/>
            <a:ext cx="3797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 units to a parabola shifts it </a:t>
            </a:r>
            <a:r>
              <a:rPr lang="en-US" b="1" i="1" u="sng" dirty="0"/>
              <a:t>up</a:t>
            </a:r>
            <a:r>
              <a:rPr lang="en-US" dirty="0"/>
              <a:t>,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655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</a:t>
            </a:r>
            <a:r>
              <a:rPr lang="en-GB" sz="2800" b="1" dirty="0" smtClean="0"/>
              <a:t>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Vertically?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75019" y="2146413"/>
            <a:ext cx="562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graphs below are of y </a:t>
            </a:r>
            <a:r>
              <a:rPr lang="en-US" dirty="0" smtClean="0"/>
              <a:t>=x</a:t>
            </a:r>
            <a:r>
              <a:rPr lang="en-US" baseline="30000" dirty="0" smtClean="0"/>
              <a:t> 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smtClean="0"/>
              <a:t>- 2    </a:t>
            </a:r>
            <a:r>
              <a:rPr lang="en-US" dirty="0"/>
              <a:t>y </a:t>
            </a:r>
            <a:r>
              <a:rPr lang="en-US" dirty="0" smtClean="0"/>
              <a:t>= 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= and </a:t>
            </a:r>
            <a:r>
              <a:rPr lang="en-US" dirty="0" smtClean="0"/>
              <a:t> y = x</a:t>
            </a:r>
            <a:r>
              <a:rPr lang="en-US" baseline="30000" dirty="0" smtClean="0"/>
              <a:t>2</a:t>
            </a:r>
            <a:r>
              <a:rPr lang="en-US" dirty="0" smtClean="0"/>
              <a:t> + 2 .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964" y="2622391"/>
            <a:ext cx="6540500" cy="3238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9514" y="5651662"/>
            <a:ext cx="46809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 units to a parabola shifts it </a:t>
            </a:r>
            <a:r>
              <a:rPr lang="en-US" b="1" i="1" u="sng" dirty="0"/>
              <a:t>up</a:t>
            </a:r>
            <a:r>
              <a:rPr lang="en-US" dirty="0"/>
              <a:t>, </a:t>
            </a:r>
          </a:p>
          <a:p>
            <a:r>
              <a:rPr lang="en-US" dirty="0" smtClean="0"/>
              <a:t>and </a:t>
            </a:r>
          </a:p>
          <a:p>
            <a:r>
              <a:rPr lang="en-US" dirty="0" smtClean="0"/>
              <a:t>subtracting units from a parabola shifts it </a:t>
            </a:r>
            <a:r>
              <a:rPr lang="en-US" b="1" i="1" u="sng" dirty="0" smtClean="0"/>
              <a:t>down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98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</a:t>
            </a:r>
            <a:r>
              <a:rPr lang="en-GB" sz="2800" b="1" dirty="0" smtClean="0"/>
              <a:t>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Horizontally?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9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</a:t>
            </a:r>
            <a:r>
              <a:rPr lang="en-GB" sz="2800" b="1" dirty="0" smtClean="0"/>
              <a:t>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Horizontally?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91" y="2110207"/>
            <a:ext cx="62992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8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</a:t>
            </a:r>
            <a:r>
              <a:rPr lang="en-GB" sz="2800" b="1" dirty="0" smtClean="0"/>
              <a:t>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Horizontally?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91" y="2110207"/>
            <a:ext cx="6299200" cy="533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3" y="2714047"/>
            <a:ext cx="5420981" cy="240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2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</a:t>
            </a:r>
            <a:r>
              <a:rPr lang="en-GB" sz="2800" b="1" dirty="0" smtClean="0"/>
              <a:t>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Horizontally?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91" y="2110207"/>
            <a:ext cx="6299200" cy="533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3" y="2714047"/>
            <a:ext cx="5420981" cy="240072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76" y="5040867"/>
            <a:ext cx="90170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8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</a:t>
            </a:r>
            <a:r>
              <a:rPr lang="en-GB" sz="2800" b="1" dirty="0" smtClean="0"/>
              <a:t>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05" y="2066833"/>
            <a:ext cx="880703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3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07382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4446</TotalTime>
  <Words>355</Words>
  <Application>Microsoft Macintosh PowerPoint</Application>
  <PresentationFormat>On-screen Show (4:3)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Arial</vt:lpstr>
      <vt:lpstr>Office Theme</vt:lpstr>
      <vt:lpstr>Topic: Non Linear  Moving Parabolas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115</cp:revision>
  <dcterms:created xsi:type="dcterms:W3CDTF">2014-05-14T02:58:57Z</dcterms:created>
  <dcterms:modified xsi:type="dcterms:W3CDTF">2016-11-04T07:21:44Z</dcterms:modified>
</cp:coreProperties>
</file>