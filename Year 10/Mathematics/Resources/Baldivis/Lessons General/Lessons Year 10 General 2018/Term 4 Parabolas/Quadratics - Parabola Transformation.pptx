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9" r:id="rId2"/>
    <p:sldId id="326" r:id="rId3"/>
    <p:sldId id="340" r:id="rId4"/>
    <p:sldId id="341" r:id="rId5"/>
    <p:sldId id="342" r:id="rId6"/>
    <p:sldId id="343" r:id="rId7"/>
    <p:sldId id="344" r:id="rId8"/>
    <p:sldId id="345" r:id="rId9"/>
    <p:sldId id="260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deline Lum" initials="ML" lastIdx="1" clrIdx="0">
    <p:extLst>
      <p:ext uri="{19B8F6BF-5375-455C-9EA6-DF929625EA0E}">
        <p15:presenceInfo xmlns:p15="http://schemas.microsoft.com/office/powerpoint/2012/main" userId="84ffe2a5011a3e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4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60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33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1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23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comments" Target="../comments/comment2.xm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comments" Target="../comments/comment3.xml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5.xm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6.xml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Quadratics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759" y="3500278"/>
            <a:ext cx="9446339" cy="1040326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0</a:t>
            </a:r>
            <a:r>
              <a:rPr lang="en-US" sz="3200" b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the parabola be transformed?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Transformations in mathematics involves, reflection, translation, and dilation. These can be applied to parabolas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922" y="1387627"/>
            <a:ext cx="207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transformation?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/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simplest parabola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b="0" dirty="0"/>
                  <a:t> and this is what will be transformed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blipFill>
                <a:blip r:embed="rId3"/>
                <a:stretch>
                  <a:fillRect l="-704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172334" y="2512310"/>
            <a:ext cx="1829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the simplest parabola?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F5F73-051A-4FDD-8115-47AA097F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271" y="3120902"/>
            <a:ext cx="4425705" cy="34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dilate or reduce a parabola?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06013-CD1C-403C-9721-3070F348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264" y="1435836"/>
            <a:ext cx="6803018" cy="5284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/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/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18C949-9BAE-4601-AD12-E08978096928}"/>
              </a:ext>
            </a:extLst>
          </p:cNvPr>
          <p:cNvCxnSpPr>
            <a:cxnSpLocks/>
          </p:cNvCxnSpPr>
          <p:nvPr/>
        </p:nvCxnSpPr>
        <p:spPr>
          <a:xfrm flipH="1">
            <a:off x="5495157" y="1646327"/>
            <a:ext cx="417963" cy="9105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E5267F-B5EA-4666-A677-3A3CC25F89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33193" y="2489454"/>
            <a:ext cx="1141186" cy="278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4ABE5F-3785-4186-AA1B-D88F62656278}"/>
              </a:ext>
            </a:extLst>
          </p:cNvPr>
          <p:cNvCxnSpPr>
            <a:cxnSpLocks/>
          </p:cNvCxnSpPr>
          <p:nvPr/>
        </p:nvCxnSpPr>
        <p:spPr>
          <a:xfrm flipH="1">
            <a:off x="5780117" y="3456304"/>
            <a:ext cx="803563" cy="154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increases, the parabola becomes steeper.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blipFill>
                <a:blip r:embed="rId7"/>
                <a:stretch>
                  <a:fillRect l="-1421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/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decreases, the parabola becomes wider as a decreases.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blipFill>
                <a:blip r:embed="rId8"/>
                <a:stretch>
                  <a:fillRect l="-1421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06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E729E1-9D5D-4F93-8AED-70E2CB6A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92" y="1534359"/>
            <a:ext cx="6649452" cy="518400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reflect a parabola about the x-axis?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when a is less than zero, the parabola is reflected about the x-axis.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blipFill>
                <a:blip r:embed="rId5"/>
                <a:stretch>
                  <a:fillRect l="-1421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/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/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/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/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/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45CB9-1C49-4255-ABF4-456F1499F174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F620B-EBBC-440E-95DE-E79F39CAE8AC}"/>
              </a:ext>
            </a:extLst>
          </p:cNvPr>
          <p:cNvCxnSpPr>
            <a:cxnSpLocks/>
          </p:cNvCxnSpPr>
          <p:nvPr/>
        </p:nvCxnSpPr>
        <p:spPr>
          <a:xfrm flipH="1">
            <a:off x="5495157" y="3336048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821C1-0DFE-4555-B554-84FA8CBCC62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400770" y="4971630"/>
            <a:ext cx="879330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0BD4CF-B78F-40AF-ACAB-0414720F6915}"/>
              </a:ext>
            </a:extLst>
          </p:cNvPr>
          <p:cNvCxnSpPr>
            <a:cxnSpLocks/>
          </p:cNvCxnSpPr>
          <p:nvPr/>
        </p:nvCxnSpPr>
        <p:spPr>
          <a:xfrm flipH="1">
            <a:off x="5750047" y="5780956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7C7BD-62F6-4372-8A81-251BB144C9C4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745892" y="2833889"/>
            <a:ext cx="845092" cy="184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A46E2-8FFB-4FFB-BDC9-FD20D9F41806}"/>
              </a:ext>
            </a:extLst>
          </p:cNvPr>
          <p:cNvCxnSpPr>
            <a:cxnSpLocks/>
          </p:cNvCxnSpPr>
          <p:nvPr/>
        </p:nvCxnSpPr>
        <p:spPr>
          <a:xfrm>
            <a:off x="3713632" y="5361464"/>
            <a:ext cx="887409" cy="329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E729E1-9D5D-4F93-8AED-70E2CB6A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92" y="1534359"/>
            <a:ext cx="6649452" cy="518400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reflect a parabola about the x-axis?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when a is less than zero, the parabola is reflected about the x-axis.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blipFill>
                <a:blip r:embed="rId5"/>
                <a:stretch>
                  <a:fillRect l="-1421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/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/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/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/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/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45CB9-1C49-4255-ABF4-456F1499F174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F620B-EBBC-440E-95DE-E79F39CAE8AC}"/>
              </a:ext>
            </a:extLst>
          </p:cNvPr>
          <p:cNvCxnSpPr>
            <a:cxnSpLocks/>
          </p:cNvCxnSpPr>
          <p:nvPr/>
        </p:nvCxnSpPr>
        <p:spPr>
          <a:xfrm flipH="1">
            <a:off x="5495157" y="3336048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821C1-0DFE-4555-B554-84FA8CBCC62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400770" y="4971630"/>
            <a:ext cx="879330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0BD4CF-B78F-40AF-ACAB-0414720F6915}"/>
              </a:ext>
            </a:extLst>
          </p:cNvPr>
          <p:cNvCxnSpPr>
            <a:cxnSpLocks/>
          </p:cNvCxnSpPr>
          <p:nvPr/>
        </p:nvCxnSpPr>
        <p:spPr>
          <a:xfrm flipH="1">
            <a:off x="5750047" y="5780956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7C7BD-62F6-4372-8A81-251BB144C9C4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745892" y="2833889"/>
            <a:ext cx="845092" cy="184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A46E2-8FFB-4FFB-BDC9-FD20D9F41806}"/>
              </a:ext>
            </a:extLst>
          </p:cNvPr>
          <p:cNvCxnSpPr>
            <a:cxnSpLocks/>
          </p:cNvCxnSpPr>
          <p:nvPr/>
        </p:nvCxnSpPr>
        <p:spPr>
          <a:xfrm>
            <a:off x="3713632" y="5361464"/>
            <a:ext cx="887409" cy="329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54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B883C-F864-4B05-936D-11F6A0CA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503" y="1440959"/>
            <a:ext cx="6789830" cy="527474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vertically?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when c is positive, the parabola moves up c units. If c is negative the parabola moves down c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2664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448053" y="3195054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 flipH="1">
            <a:off x="5453694" y="4028208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35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Quadratics Transformation Worksheet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328</TotalTime>
  <Words>470</Words>
  <Application>Microsoft Office PowerPoint</Application>
  <PresentationFormat>Widescreen</PresentationFormat>
  <Paragraphs>100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Quadratics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Magdeline Lum</cp:lastModifiedBy>
  <cp:revision>21</cp:revision>
  <dcterms:created xsi:type="dcterms:W3CDTF">2018-06-02T10:27:40Z</dcterms:created>
  <dcterms:modified xsi:type="dcterms:W3CDTF">2018-11-12T17:10:29Z</dcterms:modified>
</cp:coreProperties>
</file>