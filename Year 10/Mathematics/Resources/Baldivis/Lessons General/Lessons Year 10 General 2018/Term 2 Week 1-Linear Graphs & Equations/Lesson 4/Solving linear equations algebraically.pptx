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89" r:id="rId2"/>
    <p:sldId id="257" r:id="rId3"/>
    <p:sldId id="288" r:id="rId4"/>
    <p:sldId id="290" r:id="rId5"/>
    <p:sldId id="295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701460-196D-4B51-8C80-47B045278E94}" type="datetimeFigureOut">
              <a:rPr lang="en-AU" smtClean="0"/>
              <a:t>5/05/2018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92D476-8F9A-4972-B029-39225AC284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8628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9220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C92C515F-24A1-4DC7-9280-A75D5BC32D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A4407C5C-ACAA-422D-BAEF-CCB435D4FD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AU" altLang="en-US"/>
              <a:t>Input</a:t>
            </a: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63161303-3697-41C5-8777-AB6D91543D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86350ED-B9AF-4128-B76A-F7AEDFE8458D}" type="slidenum">
              <a:rPr lang="en-AU" altLang="en-US" smtClean="0">
                <a:latin typeface="Calibri" panose="020F0502020204030204" pitchFamily="34" charset="0"/>
              </a:rPr>
              <a:pPr/>
              <a:t>3</a:t>
            </a:fld>
            <a:endParaRPr lang="en-AU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7060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31E74-F64A-49DE-8599-322D473DD97E}" type="datetimeFigureOut">
              <a:rPr lang="en-AU" smtClean="0"/>
              <a:t>5/05/2018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6AD1B-281F-44D1-AAE6-EE4EACEFAF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6252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31E74-F64A-49DE-8599-322D473DD97E}" type="datetimeFigureOut">
              <a:rPr lang="en-AU" smtClean="0"/>
              <a:t>5/05/2018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6AD1B-281F-44D1-AAE6-EE4EACEFAF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9019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31E74-F64A-49DE-8599-322D473DD97E}" type="datetimeFigureOut">
              <a:rPr lang="en-AU" smtClean="0"/>
              <a:t>5/05/2018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6AD1B-281F-44D1-AAE6-EE4EACEFAF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274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31E74-F64A-49DE-8599-322D473DD97E}" type="datetimeFigureOut">
              <a:rPr lang="en-AU" smtClean="0"/>
              <a:t>5/05/2018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6AD1B-281F-44D1-AAE6-EE4EACEFAF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8301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31E74-F64A-49DE-8599-322D473DD97E}" type="datetimeFigureOut">
              <a:rPr lang="en-AU" smtClean="0"/>
              <a:t>5/05/2018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6AD1B-281F-44D1-AAE6-EE4EACEFAF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162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31E74-F64A-49DE-8599-322D473DD97E}" type="datetimeFigureOut">
              <a:rPr lang="en-AU" smtClean="0"/>
              <a:t>5/05/2018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6AD1B-281F-44D1-AAE6-EE4EACEFAF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7102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31E74-F64A-49DE-8599-322D473DD97E}" type="datetimeFigureOut">
              <a:rPr lang="en-AU" smtClean="0"/>
              <a:t>5/05/2018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6AD1B-281F-44D1-AAE6-EE4EACEFAF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124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31E74-F64A-49DE-8599-322D473DD97E}" type="datetimeFigureOut">
              <a:rPr lang="en-AU" smtClean="0"/>
              <a:t>5/05/2018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6AD1B-281F-44D1-AAE6-EE4EACEFAF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1561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31E74-F64A-49DE-8599-322D473DD97E}" type="datetimeFigureOut">
              <a:rPr lang="en-AU" smtClean="0"/>
              <a:t>5/05/2018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6AD1B-281F-44D1-AAE6-EE4EACEFAF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9153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31E74-F64A-49DE-8599-322D473DD97E}" type="datetimeFigureOut">
              <a:rPr lang="en-AU" smtClean="0"/>
              <a:t>5/05/2018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6AD1B-281F-44D1-AAE6-EE4EACEFAF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8550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31E74-F64A-49DE-8599-322D473DD97E}" type="datetimeFigureOut">
              <a:rPr lang="en-AU" smtClean="0"/>
              <a:t>5/05/2018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6AD1B-281F-44D1-AAE6-EE4EACEFAF80}" type="slidenum">
              <a:rPr lang="en-AU" smtClean="0"/>
              <a:t>‹#›</a:t>
            </a:fld>
            <a:endParaRPr lang="en-A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55344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31E74-F64A-49DE-8599-322D473DD97E}" type="datetimeFigureOut">
              <a:rPr lang="en-AU" smtClean="0"/>
              <a:t>5/05/2018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6AD1B-281F-44D1-AAE6-EE4EACEFAF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4313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31E74-F64A-49DE-8599-322D473DD97E}" type="datetimeFigureOut">
              <a:rPr lang="en-AU" smtClean="0"/>
              <a:t>5/05/2018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6AD1B-281F-44D1-AAE6-EE4EACEFAF80}" type="slidenum">
              <a:rPr lang="en-AU" smtClean="0"/>
              <a:t>‹#›</a:t>
            </a:fld>
            <a:endParaRPr lang="en-A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75032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31E74-F64A-49DE-8599-322D473DD97E}" type="datetimeFigureOut">
              <a:rPr lang="en-AU" smtClean="0"/>
              <a:t>5/05/2018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6AD1B-281F-44D1-AAE6-EE4EACEFAF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88552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31E74-F64A-49DE-8599-322D473DD97E}" type="datetimeFigureOut">
              <a:rPr lang="en-AU" smtClean="0"/>
              <a:t>5/05/2018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6AD1B-281F-44D1-AAE6-EE4EACEFAF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67242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31E74-F64A-49DE-8599-322D473DD97E}" type="datetimeFigureOut">
              <a:rPr lang="en-AU" smtClean="0"/>
              <a:t>5/05/2018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6AD1B-281F-44D1-AAE6-EE4EACEFAF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5371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D31E74-F64A-49DE-8599-322D473DD97E}" type="datetimeFigureOut">
              <a:rPr lang="en-AU" smtClean="0"/>
              <a:t>5/05/2018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FD6AD1B-281F-44D1-AAE6-EE4EACEFAF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4634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Qyd_v3DGzTM" TargetMode="External"/><Relationship Id="rId2" Type="http://schemas.openxmlformats.org/officeDocument/2006/relationships/hyperlink" Target="https://www.youtube.com/watch?v=l3XzepN03KQ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0951" y="1459533"/>
            <a:ext cx="7766936" cy="164630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Linear relationships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Mrs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 James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543392-3F6D-430F-85B7-9B79A4D93A42}"/>
              </a:ext>
            </a:extLst>
          </p:cNvPr>
          <p:cNvSpPr/>
          <p:nvPr/>
        </p:nvSpPr>
        <p:spPr>
          <a:xfrm>
            <a:off x="1377786" y="3105835"/>
            <a:ext cx="67675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AU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solve linear equations?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48E80-7716-4163-A602-8BDF18FA1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560" y="419072"/>
            <a:ext cx="8764840" cy="921026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In your Cornell Notes glue in the two video note-taking worksheet</a:t>
            </a:r>
            <a:br>
              <a:rPr lang="en-US" sz="2400" dirty="0"/>
            </a:br>
            <a:endParaRPr lang="en-AU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A3FE5-F475-423B-8755-4C98FD263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560" y="1641415"/>
            <a:ext cx="7763254" cy="2811145"/>
          </a:xfrm>
        </p:spPr>
        <p:txBody>
          <a:bodyPr>
            <a:normAutofit/>
          </a:bodyPr>
          <a:lstStyle/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544FDA-D041-4F44-BDD4-D0E52A5C4C7D}"/>
              </a:ext>
            </a:extLst>
          </p:cNvPr>
          <p:cNvSpPr txBox="1"/>
          <p:nvPr/>
        </p:nvSpPr>
        <p:spPr>
          <a:xfrm>
            <a:off x="1159497" y="1489435"/>
            <a:ext cx="571264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You will use this worksheets to collect notes on how to solve equations</a:t>
            </a:r>
          </a:p>
          <a:p>
            <a:pPr marL="285750" indent="-285750">
              <a:buFontTx/>
              <a:buChar char="-"/>
            </a:pPr>
            <a:r>
              <a:rPr lang="en-US" dirty="0"/>
              <a:t>You will then be given 5-10 mins in class to create a summary of your notes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>
                <a:hlinkClick r:id="rId2"/>
              </a:rPr>
              <a:t>https://www.youtube.com/watch?v=l3XzepN03KQ</a:t>
            </a:r>
            <a:r>
              <a:rPr lang="en-US" dirty="0"/>
              <a:t> (Solving equations using addition and subtraction)</a:t>
            </a:r>
          </a:p>
          <a:p>
            <a:pPr marL="285750" indent="-285750">
              <a:buFontTx/>
              <a:buChar char="-"/>
            </a:pPr>
            <a:r>
              <a:rPr lang="en-US" dirty="0">
                <a:hlinkClick r:id="rId3"/>
              </a:rPr>
              <a:t>https://www.youtube.com/watch?v=Qyd_v3DGzTM</a:t>
            </a:r>
            <a:r>
              <a:rPr lang="en-US" dirty="0"/>
              <a:t>  (Solving equations using multiplication and division)</a:t>
            </a:r>
          </a:p>
          <a:p>
            <a:pPr marL="285750" indent="-285750">
              <a:buFontTx/>
              <a:buChar char="-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29465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Box 1">
            <a:extLst>
              <a:ext uri="{FF2B5EF4-FFF2-40B4-BE49-F238E27FC236}">
                <a16:creationId xmlns:a16="http://schemas.microsoft.com/office/drawing/2014/main" id="{20E7F014-BB8A-4DC8-A0A0-05194457C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8138" y="5724525"/>
            <a:ext cx="4127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800" dirty="0">
                <a:latin typeface="Arial" panose="020B0604020202020204" pitchFamily="34" charset="0"/>
              </a:rPr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03C2DA6-9F01-7941-BD69-9E57756FC732}"/>
              </a:ext>
            </a:extLst>
          </p:cNvPr>
          <p:cNvCxnSpPr/>
          <p:nvPr/>
        </p:nvCxnSpPr>
        <p:spPr>
          <a:xfrm>
            <a:off x="2667000" y="1592263"/>
            <a:ext cx="6858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53CB483-B303-D342-849D-C50A083668FC}"/>
              </a:ext>
            </a:extLst>
          </p:cNvPr>
          <p:cNvCxnSpPr/>
          <p:nvPr/>
        </p:nvCxnSpPr>
        <p:spPr>
          <a:xfrm>
            <a:off x="2667000" y="2295525"/>
            <a:ext cx="6858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364" name="TextBox 6">
            <a:extLst>
              <a:ext uri="{FF2B5EF4-FFF2-40B4-BE49-F238E27FC236}">
                <a16:creationId xmlns:a16="http://schemas.microsoft.com/office/drawing/2014/main" id="{41F5B476-30B7-4FDD-A164-69FAC06E2B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6850" y="969963"/>
            <a:ext cx="4318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24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7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30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633B1E-C1D3-2841-B65A-C1103ECBF296}"/>
              </a:ext>
            </a:extLst>
          </p:cNvPr>
          <p:cNvCxnSpPr/>
          <p:nvPr/>
        </p:nvCxnSpPr>
        <p:spPr>
          <a:xfrm>
            <a:off x="4854575" y="2295526"/>
            <a:ext cx="0" cy="38338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366" name="TextBox 9">
            <a:extLst>
              <a:ext uri="{FF2B5EF4-FFF2-40B4-BE49-F238E27FC236}">
                <a16:creationId xmlns:a16="http://schemas.microsoft.com/office/drawing/2014/main" id="{06C292D8-0E47-4158-9C45-66B89ECE0F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3614" y="1160464"/>
            <a:ext cx="2512226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2100" dirty="0">
                <a:latin typeface="Arial" panose="020B0604020202020204" pitchFamily="34" charset="0"/>
              </a:rPr>
              <a:t>Linear relationships</a:t>
            </a:r>
          </a:p>
        </p:txBody>
      </p:sp>
      <p:sp>
        <p:nvSpPr>
          <p:cNvPr id="15367" name="TextBox 10">
            <a:extLst>
              <a:ext uri="{FF2B5EF4-FFF2-40B4-BE49-F238E27FC236}">
                <a16:creationId xmlns:a16="http://schemas.microsoft.com/office/drawing/2014/main" id="{520E6683-D1C0-4ADD-9379-45F4964A6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7063" y="936625"/>
            <a:ext cx="1187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800">
                <a:latin typeface="Arial" panose="020B0604020202020204" pitchFamily="34" charset="0"/>
              </a:rPr>
              <a:t>Date</a:t>
            </a:r>
          </a:p>
        </p:txBody>
      </p:sp>
      <p:sp>
        <p:nvSpPr>
          <p:cNvPr id="15368" name="TextBox 11">
            <a:extLst>
              <a:ext uri="{FF2B5EF4-FFF2-40B4-BE49-F238E27FC236}">
                <a16:creationId xmlns:a16="http://schemas.microsoft.com/office/drawing/2014/main" id="{DD5202A0-6271-4728-92EA-ED0218A02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5900" y="1654175"/>
            <a:ext cx="646588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126">
              <a:buNone/>
            </a:pPr>
            <a:r>
              <a:rPr lang="en-AU" sz="1600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solve linear equations?</a:t>
            </a:r>
          </a:p>
        </p:txBody>
      </p:sp>
      <p:sp>
        <p:nvSpPr>
          <p:cNvPr id="15369" name="AutoShape 2" descr="angle of elevation">
            <a:extLst>
              <a:ext uri="{FF2B5EF4-FFF2-40B4-BE49-F238E27FC236}">
                <a16:creationId xmlns:a16="http://schemas.microsoft.com/office/drawing/2014/main" id="{3C04D40F-CEBB-4DB0-AC19-D7A335896E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1700" y="33147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AU" altLang="en-US" sz="1800">
              <a:latin typeface="Arial" panose="020B0604020202020204" pitchFamily="34" charset="0"/>
            </a:endParaRPr>
          </a:p>
        </p:txBody>
      </p:sp>
      <p:sp>
        <p:nvSpPr>
          <p:cNvPr id="15371" name="Text Box 11">
            <a:extLst>
              <a:ext uri="{FF2B5EF4-FFF2-40B4-BE49-F238E27FC236}">
                <a16:creationId xmlns:a16="http://schemas.microsoft.com/office/drawing/2014/main" id="{19AB3100-DA34-49A7-BED1-80F1353AB7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6011" y="2466975"/>
            <a:ext cx="7140081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sz="1600" dirty="0"/>
              <a:t>Equations are algebraic sentences that can be solved to give a numerical solution. 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600" dirty="0"/>
              <a:t> Equations are solved by undoing any operation that has been performed on the pronumeral. 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600" dirty="0"/>
              <a:t>When solving two-step equations, the reverse order of operations must be applied. 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600" dirty="0"/>
              <a:t>That is:  address addition and subtraction first, then multiplication and division, then exponents and roots and, lastly, any bracketed numbers.</a:t>
            </a:r>
          </a:p>
        </p:txBody>
      </p:sp>
    </p:spTree>
    <p:extLst>
      <p:ext uri="{BB962C8B-B14F-4D97-AF65-F5344CB8AC3E}">
        <p14:creationId xmlns:p14="http://schemas.microsoft.com/office/powerpoint/2010/main" val="136082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FA08-AFC8-4EA6-B552-4DC0D4B73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5360" y="184213"/>
            <a:ext cx="8719709" cy="1096900"/>
          </a:xfrm>
        </p:spPr>
        <p:txBody>
          <a:bodyPr/>
          <a:lstStyle/>
          <a:p>
            <a:pPr algn="l"/>
            <a:r>
              <a:rPr lang="en-US" sz="3600" dirty="0"/>
              <a:t>This is where you will need to work independently. GIVE YOUR 100%</a:t>
            </a:r>
            <a:endParaRPr lang="en-AU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E0A740-36FC-4CE2-A004-ACF2767E9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760" y="2325625"/>
            <a:ext cx="7297737" cy="37528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792F02-B96A-45E5-AFC7-2484347695AB}"/>
              </a:ext>
            </a:extLst>
          </p:cNvPr>
          <p:cNvSpPr txBox="1"/>
          <p:nvPr/>
        </p:nvSpPr>
        <p:spPr>
          <a:xfrm>
            <a:off x="1188720" y="1713374"/>
            <a:ext cx="2245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One-step equations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331254-2237-45AD-82FC-CBE9E25D1480}"/>
              </a:ext>
            </a:extLst>
          </p:cNvPr>
          <p:cNvSpPr txBox="1"/>
          <p:nvPr/>
        </p:nvSpPr>
        <p:spPr>
          <a:xfrm>
            <a:off x="1188720" y="1271068"/>
            <a:ext cx="5051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I’ll do the first one in each set for you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9984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FA08-AFC8-4EA6-B552-4DC0D4B73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5360" y="184213"/>
            <a:ext cx="8719709" cy="1096900"/>
          </a:xfrm>
        </p:spPr>
        <p:txBody>
          <a:bodyPr/>
          <a:lstStyle/>
          <a:p>
            <a:pPr algn="l"/>
            <a:r>
              <a:rPr lang="en-US" sz="3600" dirty="0"/>
              <a:t>This is where you will need to work independently. GIVE YOUR 100%</a:t>
            </a:r>
            <a:endParaRPr lang="en-AU" sz="3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BA157E-1E91-4EE2-9BB0-8E66161CB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92398"/>
            <a:ext cx="5950902" cy="43509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BD350B-F17A-4137-824A-FE7984805380}"/>
              </a:ext>
            </a:extLst>
          </p:cNvPr>
          <p:cNvSpPr txBox="1"/>
          <p:nvPr/>
        </p:nvSpPr>
        <p:spPr>
          <a:xfrm>
            <a:off x="853440" y="1452089"/>
            <a:ext cx="2245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Two-step equations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30E6AB-87B0-497B-ADD8-21284EF9100F}"/>
              </a:ext>
            </a:extLst>
          </p:cNvPr>
          <p:cNvSpPr txBox="1"/>
          <p:nvPr/>
        </p:nvSpPr>
        <p:spPr>
          <a:xfrm>
            <a:off x="853440" y="1181935"/>
            <a:ext cx="5051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I’ll do the first one in each set for you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3127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</TotalTime>
  <Words>240</Words>
  <Application>Microsoft Office PowerPoint</Application>
  <PresentationFormat>Widescreen</PresentationFormat>
  <Paragraphs>33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DJB Fancy Nancy</vt:lpstr>
      <vt:lpstr>Kiwi School Handwriting</vt:lpstr>
      <vt:lpstr>Trebuchet MS</vt:lpstr>
      <vt:lpstr>Wingdings 3</vt:lpstr>
      <vt:lpstr>Facet</vt:lpstr>
      <vt:lpstr>Linear relationships</vt:lpstr>
      <vt:lpstr>In your Cornell Notes glue in the two video note-taking worksheet </vt:lpstr>
      <vt:lpstr>PowerPoint Presentation</vt:lpstr>
      <vt:lpstr>This is where you will need to work independently. GIVE YOUR 100%</vt:lpstr>
      <vt:lpstr>This is where you will need to work independently. GIVE YOUR 100%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relationships</dc:title>
  <dc:creator>Sarah James</dc:creator>
  <cp:lastModifiedBy>Sarah James</cp:lastModifiedBy>
  <cp:revision>2</cp:revision>
  <dcterms:created xsi:type="dcterms:W3CDTF">2018-05-05T12:45:14Z</dcterms:created>
  <dcterms:modified xsi:type="dcterms:W3CDTF">2018-05-05T13:07:08Z</dcterms:modified>
</cp:coreProperties>
</file>