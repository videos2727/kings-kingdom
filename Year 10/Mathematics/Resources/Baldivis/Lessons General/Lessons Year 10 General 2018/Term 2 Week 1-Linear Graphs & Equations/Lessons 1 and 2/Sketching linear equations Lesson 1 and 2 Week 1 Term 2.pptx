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4" r:id="rId2"/>
    <p:sldId id="289" r:id="rId3"/>
    <p:sldId id="288" r:id="rId4"/>
    <p:sldId id="256" r:id="rId5"/>
    <p:sldId id="257" r:id="rId6"/>
    <p:sldId id="291" r:id="rId7"/>
    <p:sldId id="290" r:id="rId8"/>
    <p:sldId id="292" r:id="rId9"/>
    <p:sldId id="294" r:id="rId10"/>
    <p:sldId id="293" r:id="rId11"/>
    <p:sldId id="296" r:id="rId12"/>
    <p:sldId id="295" r:id="rId13"/>
    <p:sldId id="297" r:id="rId14"/>
    <p:sldId id="298" r:id="rId15"/>
    <p:sldId id="299" r:id="rId16"/>
    <p:sldId id="30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705FF487-E9B8-4725-8334-C12EA53C9D8A}"/>
    <pc:docChg chg="undo custSel addSld modSld sldOrd">
      <pc:chgData name="Sarah James" userId="e5e3e68366f0feb3" providerId="LiveId" clId="{705FF487-E9B8-4725-8334-C12EA53C9D8A}" dt="2018-04-24T05:24:46.978" v="850"/>
      <pc:docMkLst>
        <pc:docMk/>
      </pc:docMkLst>
      <pc:sldChg chg="modSp modAnim">
        <pc:chgData name="Sarah James" userId="e5e3e68366f0feb3" providerId="LiveId" clId="{705FF487-E9B8-4725-8334-C12EA53C9D8A}" dt="2018-04-24T05:20:30.909" v="800"/>
        <pc:sldMkLst>
          <pc:docMk/>
          <pc:sldMk cId="3209984161" sldId="256"/>
        </pc:sldMkLst>
        <pc:spChg chg="mod">
          <ac:chgData name="Sarah James" userId="e5e3e68366f0feb3" providerId="LiveId" clId="{705FF487-E9B8-4725-8334-C12EA53C9D8A}" dt="2018-04-24T05:19:49.820" v="795" actId="1076"/>
          <ac:spMkLst>
            <pc:docMk/>
            <pc:sldMk cId="3209984161" sldId="256"/>
            <ac:spMk id="4" creationId="{30663359-9B99-4240-9C53-0474C4B9E12D}"/>
          </ac:spMkLst>
        </pc:spChg>
      </pc:sldChg>
      <pc:sldChg chg="modSp modAnim">
        <pc:chgData name="Sarah James" userId="e5e3e68366f0feb3" providerId="LiveId" clId="{705FF487-E9B8-4725-8334-C12EA53C9D8A}" dt="2018-04-24T05:21:21.806" v="807"/>
        <pc:sldMkLst>
          <pc:docMk/>
          <pc:sldMk cId="3829465617" sldId="257"/>
        </pc:sldMkLst>
        <pc:spChg chg="mod">
          <ac:chgData name="Sarah James" userId="e5e3e68366f0feb3" providerId="LiveId" clId="{705FF487-E9B8-4725-8334-C12EA53C9D8A}" dt="2018-04-24T05:21:04.836" v="802" actId="1076"/>
          <ac:spMkLst>
            <pc:docMk/>
            <pc:sldMk cId="3829465617" sldId="257"/>
            <ac:spMk id="7" creationId="{D029352F-6318-4DC6-8B82-C93BC7C484D3}"/>
          </ac:spMkLst>
        </pc:spChg>
      </pc:sldChg>
      <pc:sldChg chg="modAnim">
        <pc:chgData name="Sarah James" userId="e5e3e68366f0feb3" providerId="LiveId" clId="{705FF487-E9B8-4725-8334-C12EA53C9D8A}" dt="2018-04-24T05:19:36.116" v="794"/>
        <pc:sldMkLst>
          <pc:docMk/>
          <pc:sldMk cId="136082148" sldId="288"/>
        </pc:sldMkLst>
      </pc:sldChg>
      <pc:sldChg chg="modSp modAnim">
        <pc:chgData name="Sarah James" userId="e5e3e68366f0feb3" providerId="LiveId" clId="{705FF487-E9B8-4725-8334-C12EA53C9D8A}" dt="2018-04-24T05:22:16.723" v="817"/>
        <pc:sldMkLst>
          <pc:docMk/>
          <pc:sldMk cId="610739307" sldId="290"/>
        </pc:sldMkLst>
        <pc:spChg chg="mod">
          <ac:chgData name="Sarah James" userId="e5e3e68366f0feb3" providerId="LiveId" clId="{705FF487-E9B8-4725-8334-C12EA53C9D8A}" dt="2018-04-24T04:58:32.722" v="126"/>
          <ac:spMkLst>
            <pc:docMk/>
            <pc:sldMk cId="610739307" sldId="290"/>
            <ac:spMk id="3" creationId="{C21BB35B-F1C8-4D7E-9733-C5223ABB1002}"/>
          </ac:spMkLst>
        </pc:spChg>
      </pc:sldChg>
      <pc:sldChg chg="modAnim">
        <pc:chgData name="Sarah James" userId="e5e3e68366f0feb3" providerId="LiveId" clId="{705FF487-E9B8-4725-8334-C12EA53C9D8A}" dt="2018-04-24T05:21:43.060" v="811"/>
        <pc:sldMkLst>
          <pc:docMk/>
          <pc:sldMk cId="1247228857" sldId="291"/>
        </pc:sldMkLst>
      </pc:sldChg>
      <pc:sldChg chg="modSp modAnim">
        <pc:chgData name="Sarah James" userId="e5e3e68366f0feb3" providerId="LiveId" clId="{705FF487-E9B8-4725-8334-C12EA53C9D8A}" dt="2018-04-24T05:22:34.885" v="821"/>
        <pc:sldMkLst>
          <pc:docMk/>
          <pc:sldMk cId="1854323006" sldId="292"/>
        </pc:sldMkLst>
        <pc:spChg chg="mod">
          <ac:chgData name="Sarah James" userId="e5e3e68366f0feb3" providerId="LiveId" clId="{705FF487-E9B8-4725-8334-C12EA53C9D8A}" dt="2018-04-24T04:58:17.778" v="125"/>
          <ac:spMkLst>
            <pc:docMk/>
            <pc:sldMk cId="1854323006" sldId="292"/>
            <ac:spMk id="3" creationId="{C7714CCC-0F5C-464C-98B2-5E3A6163F663}"/>
          </ac:spMkLst>
        </pc:spChg>
      </pc:sldChg>
      <pc:sldChg chg="addSp modSp modAnim">
        <pc:chgData name="Sarah James" userId="e5e3e68366f0feb3" providerId="LiveId" clId="{705FF487-E9B8-4725-8334-C12EA53C9D8A}" dt="2018-04-24T05:23:26.915" v="833"/>
        <pc:sldMkLst>
          <pc:docMk/>
          <pc:sldMk cId="2626116505" sldId="293"/>
        </pc:sldMkLst>
        <pc:spChg chg="mod">
          <ac:chgData name="Sarah James" userId="e5e3e68366f0feb3" providerId="LiveId" clId="{705FF487-E9B8-4725-8334-C12EA53C9D8A}" dt="2018-04-24T04:48:16.429" v="48" actId="27636"/>
          <ac:spMkLst>
            <pc:docMk/>
            <pc:sldMk cId="2626116505" sldId="293"/>
            <ac:spMk id="2" creationId="{B688994A-6E35-4DE0-94D5-90551CA72F90}"/>
          </ac:spMkLst>
        </pc:spChg>
        <pc:spChg chg="mod">
          <ac:chgData name="Sarah James" userId="e5e3e68366f0feb3" providerId="LiveId" clId="{705FF487-E9B8-4725-8334-C12EA53C9D8A}" dt="2018-04-24T04:50:30.559" v="61" actId="1076"/>
          <ac:spMkLst>
            <pc:docMk/>
            <pc:sldMk cId="2626116505" sldId="293"/>
            <ac:spMk id="3" creationId="{A38CB355-8D8A-4CFA-9B53-156BA5CE395A}"/>
          </ac:spMkLst>
        </pc:spChg>
        <pc:picChg chg="add mod">
          <ac:chgData name="Sarah James" userId="e5e3e68366f0feb3" providerId="LiveId" clId="{705FF487-E9B8-4725-8334-C12EA53C9D8A}" dt="2018-04-24T04:52:27.509" v="72" actId="1076"/>
          <ac:picMkLst>
            <pc:docMk/>
            <pc:sldMk cId="2626116505" sldId="293"/>
            <ac:picMk id="4" creationId="{358ED66C-93B9-45AD-8103-B6B356518B29}"/>
          </ac:picMkLst>
        </pc:picChg>
        <pc:picChg chg="add mod">
          <ac:chgData name="Sarah James" userId="e5e3e68366f0feb3" providerId="LiveId" clId="{705FF487-E9B8-4725-8334-C12EA53C9D8A}" dt="2018-04-24T04:52:31.155" v="73" actId="1076"/>
          <ac:picMkLst>
            <pc:docMk/>
            <pc:sldMk cId="2626116505" sldId="293"/>
            <ac:picMk id="5" creationId="{A2B4D782-8665-4033-A88A-7E7B0AFD936A}"/>
          </ac:picMkLst>
        </pc:picChg>
      </pc:sldChg>
      <pc:sldChg chg="modSp modAnim">
        <pc:chgData name="Sarah James" userId="e5e3e68366f0feb3" providerId="LiveId" clId="{705FF487-E9B8-4725-8334-C12EA53C9D8A}" dt="2018-04-24T05:23:12.237" v="829"/>
        <pc:sldMkLst>
          <pc:docMk/>
          <pc:sldMk cId="3590121072" sldId="294"/>
        </pc:sldMkLst>
        <pc:spChg chg="mod">
          <ac:chgData name="Sarah James" userId="e5e3e68366f0feb3" providerId="LiveId" clId="{705FF487-E9B8-4725-8334-C12EA53C9D8A}" dt="2018-04-24T04:58:04.684" v="124" actId="1076"/>
          <ac:spMkLst>
            <pc:docMk/>
            <pc:sldMk cId="3590121072" sldId="294"/>
            <ac:spMk id="15371" creationId="{19AB3100-DA34-49A7-BED1-80F1353AB7A7}"/>
          </ac:spMkLst>
        </pc:spChg>
      </pc:sldChg>
      <pc:sldChg chg="addSp modSp add modAnim">
        <pc:chgData name="Sarah James" userId="e5e3e68366f0feb3" providerId="LiveId" clId="{705FF487-E9B8-4725-8334-C12EA53C9D8A}" dt="2018-04-24T05:24:09.743" v="840"/>
        <pc:sldMkLst>
          <pc:docMk/>
          <pc:sldMk cId="3474256678" sldId="295"/>
        </pc:sldMkLst>
        <pc:spChg chg="mod">
          <ac:chgData name="Sarah James" userId="e5e3e68366f0feb3" providerId="LiveId" clId="{705FF487-E9B8-4725-8334-C12EA53C9D8A}" dt="2018-04-24T04:55:30.720" v="108" actId="20577"/>
          <ac:spMkLst>
            <pc:docMk/>
            <pc:sldMk cId="3474256678" sldId="295"/>
            <ac:spMk id="2" creationId="{726F7712-A4A8-42D1-8EFE-02AECA944B94}"/>
          </ac:spMkLst>
        </pc:spChg>
        <pc:spChg chg="mod">
          <ac:chgData name="Sarah James" userId="e5e3e68366f0feb3" providerId="LiveId" clId="{705FF487-E9B8-4725-8334-C12EA53C9D8A}" dt="2018-04-24T04:56:25.886" v="115"/>
          <ac:spMkLst>
            <pc:docMk/>
            <pc:sldMk cId="3474256678" sldId="295"/>
            <ac:spMk id="3" creationId="{AD1FD2D4-A5A1-4098-B1DE-D1B53E907E1C}"/>
          </ac:spMkLst>
        </pc:spChg>
        <pc:picChg chg="add mod">
          <ac:chgData name="Sarah James" userId="e5e3e68366f0feb3" providerId="LiveId" clId="{705FF487-E9B8-4725-8334-C12EA53C9D8A}" dt="2018-04-24T04:56:32.773" v="116" actId="14100"/>
          <ac:picMkLst>
            <pc:docMk/>
            <pc:sldMk cId="3474256678" sldId="295"/>
            <ac:picMk id="4" creationId="{FC566E52-DFC2-4249-8788-1FB8D8D81F03}"/>
          </ac:picMkLst>
        </pc:picChg>
      </pc:sldChg>
      <pc:sldChg chg="modSp add ord modAnim">
        <pc:chgData name="Sarah James" userId="e5e3e68366f0feb3" providerId="LiveId" clId="{705FF487-E9B8-4725-8334-C12EA53C9D8A}" dt="2018-04-24T05:23:56.581" v="837"/>
        <pc:sldMkLst>
          <pc:docMk/>
          <pc:sldMk cId="1440409126" sldId="296"/>
        </pc:sldMkLst>
        <pc:spChg chg="mod">
          <ac:chgData name="Sarah James" userId="e5e3e68366f0feb3" providerId="LiveId" clId="{705FF487-E9B8-4725-8334-C12EA53C9D8A}" dt="2018-04-24T04:57:39.450" v="121"/>
          <ac:spMkLst>
            <pc:docMk/>
            <pc:sldMk cId="1440409126" sldId="296"/>
            <ac:spMk id="15371" creationId="{19AB3100-DA34-49A7-BED1-80F1353AB7A7}"/>
          </ac:spMkLst>
        </pc:spChg>
      </pc:sldChg>
      <pc:sldChg chg="modSp modAnim">
        <pc:chgData name="Sarah James" userId="e5e3e68366f0feb3" providerId="LiveId" clId="{705FF487-E9B8-4725-8334-C12EA53C9D8A}" dt="2018-04-24T05:24:27.958" v="845"/>
        <pc:sldMkLst>
          <pc:docMk/>
          <pc:sldMk cId="1639779167" sldId="297"/>
        </pc:sldMkLst>
        <pc:spChg chg="mod">
          <ac:chgData name="Sarah James" userId="e5e3e68366f0feb3" providerId="LiveId" clId="{705FF487-E9B8-4725-8334-C12EA53C9D8A}" dt="2018-04-24T05:01:32.709" v="164" actId="14100"/>
          <ac:spMkLst>
            <pc:docMk/>
            <pc:sldMk cId="1639779167" sldId="297"/>
            <ac:spMk id="15371" creationId="{19AB3100-DA34-49A7-BED1-80F1353AB7A7}"/>
          </ac:spMkLst>
        </pc:spChg>
      </pc:sldChg>
      <pc:sldChg chg="addSp delSp modSp modAnim">
        <pc:chgData name="Sarah James" userId="e5e3e68366f0feb3" providerId="LiveId" clId="{705FF487-E9B8-4725-8334-C12EA53C9D8A}" dt="2018-04-24T05:24:43.869" v="848"/>
        <pc:sldMkLst>
          <pc:docMk/>
          <pc:sldMk cId="2148832337" sldId="298"/>
        </pc:sldMkLst>
        <pc:spChg chg="mod">
          <ac:chgData name="Sarah James" userId="e5e3e68366f0feb3" providerId="LiveId" clId="{705FF487-E9B8-4725-8334-C12EA53C9D8A}" dt="2018-04-24T05:01:57.373" v="166" actId="20577"/>
          <ac:spMkLst>
            <pc:docMk/>
            <pc:sldMk cId="2148832337" sldId="298"/>
            <ac:spMk id="2" creationId="{726F7712-A4A8-42D1-8EFE-02AECA944B94}"/>
          </ac:spMkLst>
        </pc:spChg>
        <pc:spChg chg="mod">
          <ac:chgData name="Sarah James" userId="e5e3e68366f0feb3" providerId="LiveId" clId="{705FF487-E9B8-4725-8334-C12EA53C9D8A}" dt="2018-04-24T05:03:29.141" v="180" actId="14100"/>
          <ac:spMkLst>
            <pc:docMk/>
            <pc:sldMk cId="2148832337" sldId="298"/>
            <ac:spMk id="3" creationId="{AD1FD2D4-A5A1-4098-B1DE-D1B53E907E1C}"/>
          </ac:spMkLst>
        </pc:spChg>
        <pc:picChg chg="del">
          <ac:chgData name="Sarah James" userId="e5e3e68366f0feb3" providerId="LiveId" clId="{705FF487-E9B8-4725-8334-C12EA53C9D8A}" dt="2018-04-24T05:02:53.383" v="177" actId="478"/>
          <ac:picMkLst>
            <pc:docMk/>
            <pc:sldMk cId="2148832337" sldId="298"/>
            <ac:picMk id="4" creationId="{FC566E52-DFC2-4249-8788-1FB8D8D81F03}"/>
          </ac:picMkLst>
        </pc:picChg>
        <pc:picChg chg="add mod">
          <ac:chgData name="Sarah James" userId="e5e3e68366f0feb3" providerId="LiveId" clId="{705FF487-E9B8-4725-8334-C12EA53C9D8A}" dt="2018-04-24T05:03:32.757" v="182" actId="1076"/>
          <ac:picMkLst>
            <pc:docMk/>
            <pc:sldMk cId="2148832337" sldId="298"/>
            <ac:picMk id="5" creationId="{B0B32E4E-4018-412F-8004-F03C4BAC52DF}"/>
          </ac:picMkLst>
        </pc:picChg>
      </pc:sldChg>
      <pc:sldChg chg="addSp delSp modSp add modAnim">
        <pc:chgData name="Sarah James" userId="e5e3e68366f0feb3" providerId="LiveId" clId="{705FF487-E9B8-4725-8334-C12EA53C9D8A}" dt="2018-04-24T05:24:46.978" v="850"/>
        <pc:sldMkLst>
          <pc:docMk/>
          <pc:sldMk cId="3876411128" sldId="299"/>
        </pc:sldMkLst>
        <pc:spChg chg="del">
          <ac:chgData name="Sarah James" userId="e5e3e68366f0feb3" providerId="LiveId" clId="{705FF487-E9B8-4725-8334-C12EA53C9D8A}" dt="2018-04-24T05:03:50.791" v="184"/>
          <ac:spMkLst>
            <pc:docMk/>
            <pc:sldMk cId="3876411128" sldId="299"/>
            <ac:spMk id="2" creationId="{A454AABF-EA74-4478-9BD7-955DBF4EEB43}"/>
          </ac:spMkLst>
        </pc:spChg>
        <pc:spChg chg="del">
          <ac:chgData name="Sarah James" userId="e5e3e68366f0feb3" providerId="LiveId" clId="{705FF487-E9B8-4725-8334-C12EA53C9D8A}" dt="2018-04-24T05:04:34.548" v="185"/>
          <ac:spMkLst>
            <pc:docMk/>
            <pc:sldMk cId="3876411128" sldId="299"/>
            <ac:spMk id="3" creationId="{BD88F2D2-61E4-4E1E-AAC5-5A4BDDB7423C}"/>
          </ac:spMkLst>
        </pc:spChg>
        <pc:picChg chg="add mod">
          <ac:chgData name="Sarah James" userId="e5e3e68366f0feb3" providerId="LiveId" clId="{705FF487-E9B8-4725-8334-C12EA53C9D8A}" dt="2018-04-24T05:24:46.282" v="849" actId="1076"/>
          <ac:picMkLst>
            <pc:docMk/>
            <pc:sldMk cId="3876411128" sldId="299"/>
            <ac:picMk id="4" creationId="{94DCB3CE-B2DA-4D1E-8704-7E12DC422521}"/>
          </ac:picMkLst>
        </pc:picChg>
      </pc:sldChg>
      <pc:sldChg chg="addSp delSp modSp add">
        <pc:chgData name="Sarah James" userId="e5e3e68366f0feb3" providerId="LiveId" clId="{705FF487-E9B8-4725-8334-C12EA53C9D8A}" dt="2018-04-24T05:19:02.644" v="790" actId="14100"/>
        <pc:sldMkLst>
          <pc:docMk/>
          <pc:sldMk cId="1485369653" sldId="300"/>
        </pc:sldMkLst>
        <pc:spChg chg="mod">
          <ac:chgData name="Sarah James" userId="e5e3e68366f0feb3" providerId="LiveId" clId="{705FF487-E9B8-4725-8334-C12EA53C9D8A}" dt="2018-04-24T05:05:29.964" v="209" actId="20577"/>
          <ac:spMkLst>
            <pc:docMk/>
            <pc:sldMk cId="1485369653" sldId="300"/>
            <ac:spMk id="2" creationId="{79331364-E5E1-485F-BFB1-46666CF98571}"/>
          </ac:spMkLst>
        </pc:spChg>
        <pc:spChg chg="mod">
          <ac:chgData name="Sarah James" userId="e5e3e68366f0feb3" providerId="LiveId" clId="{705FF487-E9B8-4725-8334-C12EA53C9D8A}" dt="2018-04-24T05:15:53.109" v="552" actId="20577"/>
          <ac:spMkLst>
            <pc:docMk/>
            <pc:sldMk cId="1485369653" sldId="300"/>
            <ac:spMk id="3" creationId="{38BF123A-6D89-47FF-AE67-0D2BBA526F6E}"/>
          </ac:spMkLst>
        </pc:spChg>
        <pc:spChg chg="add mod">
          <ac:chgData name="Sarah James" userId="e5e3e68366f0feb3" providerId="LiveId" clId="{705FF487-E9B8-4725-8334-C12EA53C9D8A}" dt="2018-04-24T05:16:20.691" v="576" actId="20577"/>
          <ac:spMkLst>
            <pc:docMk/>
            <pc:sldMk cId="1485369653" sldId="300"/>
            <ac:spMk id="4" creationId="{C5281C6B-06A0-450C-82E2-AA433FAD6458}"/>
          </ac:spMkLst>
        </pc:spChg>
        <pc:spChg chg="add del">
          <ac:chgData name="Sarah James" userId="e5e3e68366f0feb3" providerId="LiveId" clId="{705FF487-E9B8-4725-8334-C12EA53C9D8A}" dt="2018-04-24T05:16:03.230" v="555"/>
          <ac:spMkLst>
            <pc:docMk/>
            <pc:sldMk cId="1485369653" sldId="300"/>
            <ac:spMk id="5" creationId="{9146A9B5-75ED-4739-91ED-2C498CEF6CA0}"/>
          </ac:spMkLst>
        </pc:spChg>
        <pc:spChg chg="add mod">
          <ac:chgData name="Sarah James" userId="e5e3e68366f0feb3" providerId="LiveId" clId="{705FF487-E9B8-4725-8334-C12EA53C9D8A}" dt="2018-04-24T05:19:02.644" v="790" actId="14100"/>
          <ac:spMkLst>
            <pc:docMk/>
            <pc:sldMk cId="1485369653" sldId="300"/>
            <ac:spMk id="6" creationId="{61F4DC49-305E-4851-A40C-52C5C3D290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D850E-63CD-4ECD-910F-98593A96F593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E6FBB-228D-465B-8887-BEBEB5561E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669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7AB8-DC1E-419C-8293-5A20E2670C6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8258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75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63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6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41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9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749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11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783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13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88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094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26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3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91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18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7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72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57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9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50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9459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71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0756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1810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343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08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21AD3-F2B9-42AF-857C-6E1AADBEF52A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3A99E4-FB1E-4EAE-B96B-B7F039C5C8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05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884B-B375-4398-B23A-F361B5EE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Setting up Interactive Notebook for Term 2</a:t>
            </a:r>
            <a:endParaRPr lang="en-A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3EAE-3564-4D8D-B198-87CA6EE86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1600"/>
          </a:xfrm>
        </p:spPr>
        <p:txBody>
          <a:bodyPr>
            <a:normAutofit/>
          </a:bodyPr>
          <a:lstStyle/>
          <a:p>
            <a:r>
              <a:rPr lang="en-US" sz="2400" dirty="0"/>
              <a:t>Cover page- Linear relationships</a:t>
            </a:r>
          </a:p>
          <a:p>
            <a:r>
              <a:rPr lang="en-US" sz="2400" dirty="0"/>
              <a:t>Contents page x 2</a:t>
            </a:r>
          </a:p>
          <a:p>
            <a:r>
              <a:rPr lang="en-US" sz="2400" dirty="0"/>
              <a:t>Glossary x2</a:t>
            </a:r>
          </a:p>
          <a:p>
            <a:r>
              <a:rPr lang="en-US" sz="2400" dirty="0"/>
              <a:t>Rule up Cornell notes taking for 4 lessons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2007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459533"/>
            <a:ext cx="7766936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Linear relationships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05835"/>
            <a:ext cx="67675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64658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19AB3100-DA34-49A7-BED1-80F1353A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2" y="2466975"/>
            <a:ext cx="541068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A linear graph has an equation that can be written in the standard form y = mx + c, where m is the gradient of the line, and c is the y-intercept.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The gradient (or slope) is a measure of the steepness of a graph.</a:t>
            </a:r>
          </a:p>
          <a:p>
            <a:pPr marL="285750" indent="-285750">
              <a:spcBef>
                <a:spcPct val="50000"/>
              </a:spcBef>
            </a:pPr>
            <a:r>
              <a:rPr lang="en-US" sz="1600" i="1" dirty="0"/>
              <a:t>If the gradient, m, of the line is positive, the graph will have an upward slope to the right.</a:t>
            </a:r>
          </a:p>
          <a:p>
            <a:pPr marL="285750" indent="-285750">
              <a:spcBef>
                <a:spcPct val="50000"/>
              </a:spcBef>
            </a:pPr>
            <a:r>
              <a:rPr lang="en-US" sz="1600" i="1" dirty="0"/>
              <a:t>If the gradient, m, of the line is negative, the graph will have a downward slope to the right. </a:t>
            </a:r>
          </a:p>
          <a:p>
            <a:pPr marL="285750" indent="-285750">
              <a:spcBef>
                <a:spcPct val="50000"/>
              </a:spcBef>
            </a:pPr>
            <a:r>
              <a:rPr lang="en-US" sz="1600" i="1" dirty="0"/>
              <a:t>The greater the magnitude of the gradient, the steeper the linear graph will be.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790" y="119417"/>
            <a:ext cx="8938959" cy="1646302"/>
          </a:xfrm>
        </p:spPr>
        <p:txBody>
          <a:bodyPr/>
          <a:lstStyle/>
          <a:p>
            <a:pPr algn="l"/>
            <a:r>
              <a:rPr lang="en-US" sz="3600" dirty="0"/>
              <a:t>Remember, read and have a class discussion on the following…</a:t>
            </a:r>
            <a:endParaRPr lang="en-AU" sz="3600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0663359-9B99-4240-9C53-0474C4B9E12D}"/>
              </a:ext>
            </a:extLst>
          </p:cNvPr>
          <p:cNvSpPr txBox="1">
            <a:spLocks noGrp="1" noChangeArrowheads="1"/>
          </p:cNvSpPr>
          <p:nvPr>
            <p:ph type="subTitle" idx="1"/>
          </p:nvPr>
        </p:nvSpPr>
        <p:spPr bwMode="auto">
          <a:xfrm>
            <a:off x="562848" y="1848010"/>
            <a:ext cx="945093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l">
              <a:spcBef>
                <a:spcPct val="0"/>
              </a:spcBef>
            </a:pPr>
            <a:r>
              <a:rPr lang="en-US" sz="1800" dirty="0"/>
              <a:t>A linear graph is drawn on a Cartesian plane, with two axes (x and y) meeting at the origin (0, 0). </a:t>
            </a:r>
          </a:p>
          <a:p>
            <a:pPr marL="285750" indent="-285750" algn="l">
              <a:spcBef>
                <a:spcPct val="0"/>
              </a:spcBef>
            </a:pPr>
            <a:r>
              <a:rPr lang="en-US" sz="1800" dirty="0"/>
              <a:t>The axes divide the plane into four regions, or quadrants. </a:t>
            </a:r>
          </a:p>
          <a:p>
            <a:pPr marL="285750" indent="-285750" algn="l">
              <a:spcBef>
                <a:spcPct val="0"/>
              </a:spcBef>
            </a:pPr>
            <a:r>
              <a:rPr lang="en-US" sz="1800" dirty="0"/>
              <a:t>A point is specified by its x- and y-coordinates. </a:t>
            </a:r>
          </a:p>
          <a:p>
            <a:pPr marL="285750" indent="-285750" algn="l">
              <a:spcBef>
                <a:spcPct val="0"/>
              </a:spcBef>
            </a:pPr>
            <a:r>
              <a:rPr lang="en-US" sz="1800" dirty="0"/>
              <a:t>A graph of the line y = 2x + 5 is shown in the figure at right. </a:t>
            </a:r>
          </a:p>
          <a:p>
            <a:pPr marL="285750" indent="-285750" algn="l">
              <a:spcBef>
                <a:spcPct val="0"/>
              </a:spcBef>
            </a:pPr>
            <a:r>
              <a:rPr lang="en-US" sz="1800" dirty="0"/>
              <a:t>One method which can be used to draw a graph of an equation is to simply plot the points on graph paper. </a:t>
            </a:r>
          </a:p>
          <a:p>
            <a:pPr marL="285750" indent="-285750" algn="l">
              <a:spcBef>
                <a:spcPct val="0"/>
              </a:spcBef>
            </a:pPr>
            <a:r>
              <a:rPr lang="en-US" sz="1800" dirty="0"/>
              <a:t>The points can be plotted manually, or a graphing calculator can be used to plot the points.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6D9F9-84FE-41F4-A938-C88B22C5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635" y="4238625"/>
            <a:ext cx="23050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A7589-7CB3-48DE-8189-B78C079A8C75}"/>
              </a:ext>
            </a:extLst>
          </p:cNvPr>
          <p:cNvSpPr txBox="1"/>
          <p:nvPr/>
        </p:nvSpPr>
        <p:spPr>
          <a:xfrm>
            <a:off x="8324093" y="0"/>
            <a:ext cx="3867907" cy="304698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Tips to help you:</a:t>
            </a:r>
          </a:p>
          <a:p>
            <a:endParaRPr lang="en-US" sz="1600" dirty="0"/>
          </a:p>
          <a:p>
            <a:pPr>
              <a:buAutoNum type="arabicPeriod"/>
            </a:pPr>
            <a:r>
              <a:rPr lang="en-US" sz="1600" dirty="0"/>
              <a:t>Create a table of values using the given x-values.</a:t>
            </a:r>
          </a:p>
          <a:p>
            <a:endParaRPr lang="en-US" sz="1600" dirty="0"/>
          </a:p>
          <a:p>
            <a:r>
              <a:rPr lang="en-US" sz="1600" dirty="0"/>
              <a:t>2. Find the corresponding y-values by substituting each x-value into the rule.</a:t>
            </a:r>
          </a:p>
          <a:p>
            <a:endParaRPr lang="en-US" sz="1600" dirty="0"/>
          </a:p>
          <a:p>
            <a:r>
              <a:rPr lang="en-US" sz="1600" dirty="0"/>
              <a:t>3.Plot the points on a Cartesian plane and rule a straight line through them. A minimum of two points are necessary to plot and sketch a straight 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9352F-6318-4DC6-8B82-C93BC7C484D3}"/>
              </a:ext>
            </a:extLst>
          </p:cNvPr>
          <p:cNvSpPr/>
          <p:nvPr/>
        </p:nvSpPr>
        <p:spPr>
          <a:xfrm>
            <a:off x="0" y="1276329"/>
            <a:ext cx="82478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Plot the linear graph defined by the rule y = 2x - 5 for the x-values -3, -2, -1, 0, 1, 2, 3.</a:t>
            </a:r>
            <a:endParaRPr lang="en-AU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77D55B-C6F9-437C-8978-75001DCD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2" y="1850423"/>
            <a:ext cx="4181475" cy="82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AD24B2-11DF-4E68-A2C3-71BDF16CA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42" y="2660953"/>
            <a:ext cx="4219575" cy="904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4F29D0-5362-4078-AE4D-55566D0F6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517" y="3113390"/>
            <a:ext cx="27527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19AB3100-DA34-49A7-BED1-80F1353A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2" y="2466975"/>
            <a:ext cx="54106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Two methods can be used to plot a straight line: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Method 1: The x- and y-intercept method.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Method 2: The gradient–intercept method. 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sz="1600" dirty="0"/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b="1" u="sng" dirty="0"/>
              <a:t>Sketching a straight line using the x- and y-intercept method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As the name implies, this method involves finding the x- and y-intercepts, then joining them to sketch the straight line.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If the equation is in the form y = mx + c, the value of c gives the y-intercept.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F0710-33CF-4341-B74C-35BB49469FE1}"/>
              </a:ext>
            </a:extLst>
          </p:cNvPr>
          <p:cNvSpPr/>
          <p:nvPr/>
        </p:nvSpPr>
        <p:spPr>
          <a:xfrm>
            <a:off x="2744788" y="16491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126">
              <a:buNone/>
            </a:pPr>
            <a:r>
              <a:rPr lang="en-AU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124722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D648-FB3A-44FF-9E7A-03F89C12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2: We will do this together. Complete this in your Interactive notebook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BB35B-F1C8-4D7E-9733-C5223ABB1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236030"/>
                <a:ext cx="9401386" cy="1320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Sketch a graph of the following linear equation by finding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𝑖𝑛𝑡𝑒𝑟𝑐𝑒𝑝𝑡𝑠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buAutoNum type="alphaLcParenR"/>
                </a:pPr>
                <a:r>
                  <a:rPr lang="en-US" dirty="0"/>
                  <a:t>2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+ y = 6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accent5"/>
                    </a:solidFill>
                  </a:rPr>
                  <a:t>T</a:t>
                </a:r>
                <a:r>
                  <a:rPr lang="en-AU" sz="1400" dirty="0">
                    <a:solidFill>
                      <a:schemeClr val="accent5"/>
                    </a:solidFill>
                  </a:rPr>
                  <a:t>his equation is not in the standard form so you will need to do some substituting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BB35B-F1C8-4D7E-9733-C5223ABB1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236030"/>
                <a:ext cx="9401386" cy="1320800"/>
              </a:xfrm>
              <a:blipFill>
                <a:blip r:embed="rId2"/>
                <a:stretch>
                  <a:fillRect l="-519" t="-3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846255-7EA2-454A-A1F2-8E4D81ADA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434562"/>
            <a:ext cx="5306023" cy="2347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196483-1897-4475-A117-313CDFA9E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0" y="4705605"/>
            <a:ext cx="5698670" cy="223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3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ACE3-EE11-4C13-9F98-CF0CD3189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08" y="15623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Example 3: This is where you will need to work independently. GIVE YOUR 100%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14CCC-0F5C-464C-98B2-5E3A6163F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707" y="1375398"/>
                <a:ext cx="9142527" cy="38807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Sketch a graph of the following linear equation by finding the x- and y-intercepts. </a:t>
                </a:r>
              </a:p>
              <a:p>
                <a:pPr>
                  <a:buAutoNum type="alphaLcParenR"/>
                </a:pPr>
                <a:r>
                  <a:rPr lang="en-AU" dirty="0"/>
                  <a:t>y = -3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– 12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chemeClr val="accent5"/>
                    </a:solidFill>
                  </a:rPr>
                  <a:t>The equation is in the form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14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40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400" dirty="0">
                    <a:solidFill>
                      <a:schemeClr val="accent5"/>
                    </a:solidFill>
                  </a:rPr>
                  <a:t>, so compare this with the equation above to find the y-intercept, c.</a:t>
                </a:r>
                <a:endParaRPr lang="en-AU" sz="1400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14CCC-0F5C-464C-98B2-5E3A6163F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707" y="1375398"/>
                <a:ext cx="9142527" cy="3880773"/>
              </a:xfrm>
              <a:blipFill>
                <a:blip r:embed="rId2"/>
                <a:stretch>
                  <a:fillRect l="-600" t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184D475-F030-4866-A28C-C0D05848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" y="2589212"/>
            <a:ext cx="5398770" cy="2053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ECBD0E-52B0-46D1-98D3-5FA86387D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91" y="4642381"/>
            <a:ext cx="5601970" cy="23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2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8611" y="2328644"/>
                <a:ext cx="6714571" cy="4401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b="1" u="sng" dirty="0"/>
                  <a:t>Sketching a straight line using the gradient-intercept method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This method is often used if the equation is in the form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600" dirty="0"/>
                  <a:t>where m represents the gradient (slope) of the straight line, and c represents the y-intercept.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 steps below outline how to use the gradient–intercept method to sketch a linear graph.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i="1" dirty="0"/>
                  <a:t>Step 1: Plot a point at the y-intercept.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i="1" dirty="0"/>
                  <a:t>Step 2: Write the gradient in the form m = rise run. (To write a whole number as a fraction, place it over a denominator of 1.)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i="1" dirty="0"/>
                  <a:t> Step 3: Starting from the y-intercept, move up the number of units suggested by the rise (move down if the gradient is negative).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i="1" dirty="0"/>
                  <a:t>Step 4: Move to the right the number of units suggested by the run and plot the second point.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i="1" dirty="0"/>
                  <a:t>Step 5: Rule a straight line through the two points.</a:t>
                </a:r>
              </a:p>
            </p:txBody>
          </p:sp>
        </mc:Choice>
        <mc:Fallback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8611" y="2328644"/>
                <a:ext cx="6714571" cy="4401205"/>
              </a:xfrm>
              <a:prstGeom prst="rect">
                <a:avLst/>
              </a:prstGeom>
              <a:blipFill>
                <a:blip r:embed="rId3"/>
                <a:stretch>
                  <a:fillRect l="-545" t="-416" r="-1090" b="-8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FDF0710-33CF-4341-B74C-35BB49469FE1}"/>
              </a:ext>
            </a:extLst>
          </p:cNvPr>
          <p:cNvSpPr/>
          <p:nvPr/>
        </p:nvSpPr>
        <p:spPr>
          <a:xfrm>
            <a:off x="2744788" y="16491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126">
              <a:buNone/>
            </a:pPr>
            <a:r>
              <a:rPr lang="en-AU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359012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994A-6E35-4DE0-94D5-90551CA7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4: We will do this together. Complete this in your Interactive notebook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CB355-8D8A-4CFA-9B53-156BA5CE39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13328"/>
                <a:ext cx="8596668" cy="38807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Plot the graph of 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- 3 using the gradient-intercept method.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CB355-8D8A-4CFA-9B53-156BA5CE3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13328"/>
                <a:ext cx="8596668" cy="3880773"/>
              </a:xfrm>
              <a:blipFill>
                <a:blip r:embed="rId2"/>
                <a:stretch>
                  <a:fillRect l="-5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58ED66C-93B9-45AD-8103-B6B35651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4128"/>
            <a:ext cx="6248082" cy="3800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4D782-8665-4033-A88A-7E7B0AFD9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082" y="3034128"/>
            <a:ext cx="5708060" cy="310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1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4575" y="2328644"/>
                <a:ext cx="6684754" cy="2185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b="1" u="sng" dirty="0"/>
                  <a:t>Sketching linear graphs of the form </a:t>
                </a:r>
                <a14:m>
                  <m:oMath xmlns:m="http://schemas.openxmlformats.org/officeDocument/2006/math"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u="sng" dirty="0"/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These graphs have the value of c = 0.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They pass through the origin (0, 0), providing only one point to plot.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This means that a second point must be determined by either: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	• choosing any x-value, then calculating the corresponding y-value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	• using the gradient–intercept method.</a:t>
                </a:r>
                <a:endParaRPr lang="en-US" sz="1600" i="1" dirty="0"/>
              </a:p>
            </p:txBody>
          </p:sp>
        </mc:Choice>
        <mc:Fallback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4575" y="2328644"/>
                <a:ext cx="6684754" cy="2185214"/>
              </a:xfrm>
              <a:prstGeom prst="rect">
                <a:avLst/>
              </a:prstGeom>
              <a:blipFill>
                <a:blip r:embed="rId3"/>
                <a:stretch>
                  <a:fillRect l="-456" t="-838" b="-27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FDF0710-33CF-4341-B74C-35BB49469FE1}"/>
              </a:ext>
            </a:extLst>
          </p:cNvPr>
          <p:cNvSpPr/>
          <p:nvPr/>
        </p:nvSpPr>
        <p:spPr>
          <a:xfrm>
            <a:off x="2744788" y="16491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126">
              <a:buNone/>
            </a:pPr>
            <a:r>
              <a:rPr lang="en-AU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14404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7712-A4A8-42D1-8EFE-02AECA94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5: We will do this together. Complete this in your Interactive notebook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1FD2D4-A5A1-4098-B1DE-D1B53E907E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812719"/>
                <a:ext cx="8596668" cy="38807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Sketch the graph of y = 3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1FD2D4-A5A1-4098-B1DE-D1B53E907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812719"/>
                <a:ext cx="8596668" cy="3880773"/>
              </a:xfrm>
              <a:blipFill>
                <a:blip r:embed="rId2"/>
                <a:stretch>
                  <a:fillRect l="-567" t="-9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566E52-DFC2-4249-8788-1FB8D8D8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" y="2285365"/>
            <a:ext cx="7563733" cy="446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5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4574" y="2328644"/>
                <a:ext cx="7231405" cy="2800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b="1" u="sng" dirty="0"/>
                  <a:t>Sketching linear graphs of the form</a:t>
                </a:r>
                <a14:m>
                  <m:oMath xmlns:m="http://schemas.openxmlformats.org/officeDocument/2006/math"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b="1" i="1" u="sng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sz="1600" b="1" u="sng" dirty="0"/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 It is possible to have an equation for a straight line that contains only an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-term or only a y-term.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These equations can be written in the form y = c or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= a, where c and a are both constants.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Lines of the form y = c are parallel to the x-axis, having a gradient of zero and a y-intercept of c.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Lines of the form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1600" dirty="0"/>
                  <a:t>a are parallel to the y-axis, having an undefined (infinite) gradient and no y-intercept (since they do not cross the y-axis). </a:t>
                </a:r>
                <a:endParaRPr lang="en-US" sz="1600" i="1" dirty="0"/>
              </a:p>
            </p:txBody>
          </p:sp>
        </mc:Choice>
        <mc:Fallback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4574" y="2328644"/>
                <a:ext cx="7231405" cy="2800767"/>
              </a:xfrm>
              <a:prstGeom prst="rect">
                <a:avLst/>
              </a:prstGeom>
              <a:blipFill>
                <a:blip r:embed="rId3"/>
                <a:stretch>
                  <a:fillRect l="-421" t="-654" b="-19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FDF0710-33CF-4341-B74C-35BB49469FE1}"/>
              </a:ext>
            </a:extLst>
          </p:cNvPr>
          <p:cNvSpPr/>
          <p:nvPr/>
        </p:nvSpPr>
        <p:spPr>
          <a:xfrm>
            <a:off x="2744788" y="16491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126">
              <a:buNone/>
            </a:pPr>
            <a:r>
              <a:rPr lang="en-AU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sketch a linear graph using different forms of a linear equation?</a:t>
            </a:r>
          </a:p>
        </p:txBody>
      </p:sp>
    </p:spTree>
    <p:extLst>
      <p:ext uri="{BB962C8B-B14F-4D97-AF65-F5344CB8AC3E}">
        <p14:creationId xmlns:p14="http://schemas.microsoft.com/office/powerpoint/2010/main" val="163977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7712-A4A8-42D1-8EFE-02AECA94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6: We will do this together. Complete this in your Interactive notebook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D2D4-A5A1-4098-B1DE-D1B53E907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2720"/>
            <a:ext cx="8596668" cy="761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Sketch graphs of the following linear equations.   a) y = -3 			b) x = 4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32E4E-4018-412F-8004-F03C4BAC5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87" y="2359342"/>
            <a:ext cx="69056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3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DCB3CE-B2DA-4D1E-8704-7E12DC422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904" y="1027747"/>
            <a:ext cx="7009345" cy="480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1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2478776"/>
          </a:xfrm>
        </p:spPr>
        <p:txBody>
          <a:bodyPr>
            <a:normAutofit/>
          </a:bodyPr>
          <a:lstStyle/>
          <a:p>
            <a:r>
              <a:rPr lang="en-US" dirty="0"/>
              <a:t>Complete the following worksheets:</a:t>
            </a:r>
          </a:p>
          <a:p>
            <a:pPr lvl="1"/>
            <a:r>
              <a:rPr lang="en-US" dirty="0"/>
              <a:t>Sketching linear graphs worksheet 1 (easiest)</a:t>
            </a:r>
          </a:p>
          <a:p>
            <a:pPr lvl="1"/>
            <a:r>
              <a:rPr lang="en-US" dirty="0"/>
              <a:t>Graphs of linear equations worksheet 2 (moderate)</a:t>
            </a:r>
          </a:p>
          <a:p>
            <a:pPr lvl="1"/>
            <a:r>
              <a:rPr lang="en-US" dirty="0"/>
              <a:t>More graphs of linear equations worksheet 3 (challenging)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These worksheets will be on CONNECT along with this PowerPoint to support your revision and study of this topic.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1124374" y="39043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900853" y="4564755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Continue to work through the worksheets above</a:t>
            </a:r>
          </a:p>
          <a:p>
            <a:pPr lvl="1"/>
            <a:r>
              <a:rPr lang="en-US" dirty="0"/>
              <a:t>Write your summary of this topic, ensuring you can sketch all the graphs covered in these class notes 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1225</Words>
  <Application>Microsoft Office PowerPoint</Application>
  <PresentationFormat>Widescreen</PresentationFormat>
  <Paragraphs>129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DJB Fancy Nancy</vt:lpstr>
      <vt:lpstr>Kiwi School Handwriting</vt:lpstr>
      <vt:lpstr>Trebuchet MS</vt:lpstr>
      <vt:lpstr>Wingdings 3</vt:lpstr>
      <vt:lpstr>Facet</vt:lpstr>
      <vt:lpstr>Setting up Interactive Notebook for Term 2</vt:lpstr>
      <vt:lpstr>Linear relationships</vt:lpstr>
      <vt:lpstr>PowerPoint Presentation</vt:lpstr>
      <vt:lpstr>Remember, read and have a class discussion on the following…</vt:lpstr>
      <vt:lpstr>Example 1: We will do this together. Complete this in your Interactive notebook</vt:lpstr>
      <vt:lpstr>PowerPoint Presentation</vt:lpstr>
      <vt:lpstr>Example 2: We will do this together. Complete this in your Interactive notebook</vt:lpstr>
      <vt:lpstr>Example 3: This is where you will need to work independently. GIVE YOUR 100%</vt:lpstr>
      <vt:lpstr>PowerPoint Presentation</vt:lpstr>
      <vt:lpstr>Example 4: We will do this together. Complete this in your Interactive notebook</vt:lpstr>
      <vt:lpstr>PowerPoint Presentation</vt:lpstr>
      <vt:lpstr>Example 5: We will do this together. Complete this in your Interactive notebook</vt:lpstr>
      <vt:lpstr>PowerPoint Presentation</vt:lpstr>
      <vt:lpstr>Example 6: We will do this together. Complete this in your Interactive notebook</vt:lpstr>
      <vt:lpstr>PowerPoint Presentation</vt:lpstr>
      <vt:lpstr>Your turn to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Interactive Notebook for Term 2</dc:title>
  <dc:creator>Sarah James</dc:creator>
  <cp:lastModifiedBy>Sarah James</cp:lastModifiedBy>
  <cp:revision>6</cp:revision>
  <dcterms:created xsi:type="dcterms:W3CDTF">2018-04-24T03:49:40Z</dcterms:created>
  <dcterms:modified xsi:type="dcterms:W3CDTF">2018-04-24T05:24:56Z</dcterms:modified>
</cp:coreProperties>
</file>