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9"/>
  </p:notesMasterIdLst>
  <p:sldIdLst>
    <p:sldId id="257" r:id="rId2"/>
    <p:sldId id="343" r:id="rId3"/>
    <p:sldId id="344" r:id="rId4"/>
    <p:sldId id="345" r:id="rId5"/>
    <p:sldId id="346" r:id="rId6"/>
    <p:sldId id="347" r:id="rId7"/>
    <p:sldId id="348"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A81FAE2-396C-4EDD-AC27-FC71003682D8}">
          <p14:sldIdLst>
            <p14:sldId id="257"/>
            <p14:sldId id="343"/>
            <p14:sldId id="344"/>
            <p14:sldId id="345"/>
            <p14:sldId id="346"/>
            <p14:sldId id="347"/>
            <p14:sldId id="348"/>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gdeline Lum" initials="ML" lastIdx="1" clrIdx="0">
    <p:extLst>
      <p:ext uri="{19B8F6BF-5375-455C-9EA6-DF929625EA0E}">
        <p15:presenceInfo xmlns:p15="http://schemas.microsoft.com/office/powerpoint/2012/main" userId="84ffe2a5011a3e7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F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84" d="100"/>
          <a:sy n="84" d="100"/>
        </p:scale>
        <p:origin x="102" y="4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milton Stott" userId="e28223afab1f786a" providerId="LiveId" clId="{E2D5A2C6-F7EE-4FFA-976E-3927ADF26FA1}"/>
    <pc:docChg chg="undo custSel addSld delSld modSld modSection">
      <pc:chgData name="Hamilton Stott" userId="e28223afab1f786a" providerId="LiveId" clId="{E2D5A2C6-F7EE-4FFA-976E-3927ADF26FA1}" dt="2018-06-17T11:53:26.514" v="844" actId="2696"/>
      <pc:docMkLst>
        <pc:docMk/>
      </pc:docMkLst>
      <pc:sldChg chg="addSp modSp">
        <pc:chgData name="Hamilton Stott" userId="e28223afab1f786a" providerId="LiveId" clId="{E2D5A2C6-F7EE-4FFA-976E-3927ADF26FA1}" dt="2018-06-17T11:28:16.333" v="21" actId="20577"/>
        <pc:sldMkLst>
          <pc:docMk/>
          <pc:sldMk cId="506761459" sldId="257"/>
        </pc:sldMkLst>
        <pc:spChg chg="mod">
          <ac:chgData name="Hamilton Stott" userId="e28223afab1f786a" providerId="LiveId" clId="{E2D5A2C6-F7EE-4FFA-976E-3927ADF26FA1}" dt="2018-06-17T11:28:16.333" v="21" actId="20577"/>
          <ac:spMkLst>
            <pc:docMk/>
            <pc:sldMk cId="506761459" sldId="257"/>
            <ac:spMk id="2" creationId="{00000000-0000-0000-0000-000000000000}"/>
          </ac:spMkLst>
        </pc:spChg>
        <pc:picChg chg="add mod">
          <ac:chgData name="Hamilton Stott" userId="e28223afab1f786a" providerId="LiveId" clId="{E2D5A2C6-F7EE-4FFA-976E-3927ADF26FA1}" dt="2018-06-17T11:27:57.970" v="2" actId="1076"/>
          <ac:picMkLst>
            <pc:docMk/>
            <pc:sldMk cId="506761459" sldId="257"/>
            <ac:picMk id="4" creationId="{23A724D7-CC16-45EA-8608-B8636E885673}"/>
          </ac:picMkLst>
        </pc:picChg>
      </pc:sldChg>
      <pc:sldChg chg="del">
        <pc:chgData name="Hamilton Stott" userId="e28223afab1f786a" providerId="LiveId" clId="{E2D5A2C6-F7EE-4FFA-976E-3927ADF26FA1}" dt="2018-06-17T11:53:17.517" v="843" actId="2696"/>
        <pc:sldMkLst>
          <pc:docMk/>
          <pc:sldMk cId="3704257803" sldId="260"/>
        </pc:sldMkLst>
      </pc:sldChg>
      <pc:sldChg chg="del">
        <pc:chgData name="Hamilton Stott" userId="e28223afab1f786a" providerId="LiveId" clId="{E2D5A2C6-F7EE-4FFA-976E-3927ADF26FA1}" dt="2018-06-17T11:53:26.514" v="844" actId="2696"/>
        <pc:sldMkLst>
          <pc:docMk/>
          <pc:sldMk cId="1900796813" sldId="305"/>
        </pc:sldMkLst>
      </pc:sldChg>
      <pc:sldChg chg="del">
        <pc:chgData name="Hamilton Stott" userId="e28223afab1f786a" providerId="LiveId" clId="{E2D5A2C6-F7EE-4FFA-976E-3927ADF26FA1}" dt="2018-06-17T11:28:37.744" v="22" actId="2696"/>
        <pc:sldMkLst>
          <pc:docMk/>
          <pc:sldMk cId="547947872" sldId="333"/>
        </pc:sldMkLst>
      </pc:sldChg>
      <pc:sldChg chg="addSp modSp">
        <pc:chgData name="Hamilton Stott" userId="e28223afab1f786a" providerId="LiveId" clId="{E2D5A2C6-F7EE-4FFA-976E-3927ADF26FA1}" dt="2018-06-17T11:32:33.425" v="348" actId="1076"/>
        <pc:sldMkLst>
          <pc:docMk/>
          <pc:sldMk cId="126630564" sldId="343"/>
        </pc:sldMkLst>
        <pc:spChg chg="add mod">
          <ac:chgData name="Hamilton Stott" userId="e28223afab1f786a" providerId="LiveId" clId="{E2D5A2C6-F7EE-4FFA-976E-3927ADF26FA1}" dt="2018-06-17T11:32:33.425" v="348" actId="1076"/>
          <ac:spMkLst>
            <pc:docMk/>
            <pc:sldMk cId="126630564" sldId="343"/>
            <ac:spMk id="12" creationId="{59F1ED9E-CE15-4A46-AEEC-3BFDCF31D8DF}"/>
          </ac:spMkLst>
        </pc:spChg>
        <pc:spChg chg="mod">
          <ac:chgData name="Hamilton Stott" userId="e28223afab1f786a" providerId="LiveId" clId="{E2D5A2C6-F7EE-4FFA-976E-3927ADF26FA1}" dt="2018-06-17T11:30:52.674" v="266" actId="403"/>
          <ac:spMkLst>
            <pc:docMk/>
            <pc:sldMk cId="126630564" sldId="343"/>
            <ac:spMk id="13" creationId="{975F7A3F-5FE9-42C0-8413-D3D6815AE3BC}"/>
          </ac:spMkLst>
        </pc:spChg>
        <pc:spChg chg="mod">
          <ac:chgData name="Hamilton Stott" userId="e28223afab1f786a" providerId="LiveId" clId="{E2D5A2C6-F7EE-4FFA-976E-3927ADF26FA1}" dt="2018-06-17T11:28:55.881" v="65" actId="20577"/>
          <ac:spMkLst>
            <pc:docMk/>
            <pc:sldMk cId="126630564" sldId="343"/>
            <ac:spMk id="33" creationId="{00000000-0000-0000-0000-000000000000}"/>
          </ac:spMkLst>
        </pc:spChg>
      </pc:sldChg>
      <pc:sldChg chg="addSp delSp modSp add modAnim">
        <pc:chgData name="Hamilton Stott" userId="e28223afab1f786a" providerId="LiveId" clId="{E2D5A2C6-F7EE-4FFA-976E-3927ADF26FA1}" dt="2018-06-17T11:36:55.790" v="397" actId="1076"/>
        <pc:sldMkLst>
          <pc:docMk/>
          <pc:sldMk cId="2345478817" sldId="344"/>
        </pc:sldMkLst>
        <pc:spChg chg="add mod">
          <ac:chgData name="Hamilton Stott" userId="e28223afab1f786a" providerId="LiveId" clId="{E2D5A2C6-F7EE-4FFA-976E-3927ADF26FA1}" dt="2018-06-17T11:35:40.973" v="385" actId="403"/>
          <ac:spMkLst>
            <pc:docMk/>
            <pc:sldMk cId="2345478817" sldId="344"/>
            <ac:spMk id="2" creationId="{A0F5FB79-7F3A-4E18-A7F7-F8AEA8CE53DA}"/>
          </ac:spMkLst>
        </pc:spChg>
        <pc:spChg chg="add mod">
          <ac:chgData name="Hamilton Stott" userId="e28223afab1f786a" providerId="LiveId" clId="{E2D5A2C6-F7EE-4FFA-976E-3927ADF26FA1}" dt="2018-06-17T11:36:55.790" v="397" actId="1076"/>
          <ac:spMkLst>
            <pc:docMk/>
            <pc:sldMk cId="2345478817" sldId="344"/>
            <ac:spMk id="3" creationId="{4CA39538-D097-4AF4-8C66-9B798516FE2C}"/>
          </ac:spMkLst>
        </pc:spChg>
        <pc:spChg chg="del mod">
          <ac:chgData name="Hamilton Stott" userId="e28223afab1f786a" providerId="LiveId" clId="{E2D5A2C6-F7EE-4FFA-976E-3927ADF26FA1}" dt="2018-06-17T11:34:34.267" v="371" actId="478"/>
          <ac:spMkLst>
            <pc:docMk/>
            <pc:sldMk cId="2345478817" sldId="344"/>
            <ac:spMk id="12" creationId="{59F1ED9E-CE15-4A46-AEEC-3BFDCF31D8DF}"/>
          </ac:spMkLst>
        </pc:spChg>
        <pc:spChg chg="mod">
          <ac:chgData name="Hamilton Stott" userId="e28223afab1f786a" providerId="LiveId" clId="{E2D5A2C6-F7EE-4FFA-976E-3927ADF26FA1}" dt="2018-06-17T11:35:21.809" v="378"/>
          <ac:spMkLst>
            <pc:docMk/>
            <pc:sldMk cId="2345478817" sldId="344"/>
            <ac:spMk id="13" creationId="{975F7A3F-5FE9-42C0-8413-D3D6815AE3BC}"/>
          </ac:spMkLst>
        </pc:spChg>
      </pc:sldChg>
      <pc:sldChg chg="del">
        <pc:chgData name="Hamilton Stott" userId="e28223afab1f786a" providerId="LiveId" clId="{E2D5A2C6-F7EE-4FFA-976E-3927ADF26FA1}" dt="2018-06-17T11:28:37.768" v="23" actId="2696"/>
        <pc:sldMkLst>
          <pc:docMk/>
          <pc:sldMk cId="3151445634" sldId="344"/>
        </pc:sldMkLst>
      </pc:sldChg>
      <pc:sldChg chg="delSp del">
        <pc:chgData name="Hamilton Stott" userId="e28223afab1f786a" providerId="LiveId" clId="{E2D5A2C6-F7EE-4FFA-976E-3927ADF26FA1}" dt="2018-06-17T11:28:41.532" v="35" actId="2696"/>
        <pc:sldMkLst>
          <pc:docMk/>
          <pc:sldMk cId="884313433" sldId="345"/>
        </pc:sldMkLst>
        <pc:picChg chg="del">
          <ac:chgData name="Hamilton Stott" userId="e28223afab1f786a" providerId="LiveId" clId="{E2D5A2C6-F7EE-4FFA-976E-3927ADF26FA1}" dt="2018-06-17T11:27:52.525" v="0" actId="478"/>
          <ac:picMkLst>
            <pc:docMk/>
            <pc:sldMk cId="884313433" sldId="345"/>
            <ac:picMk id="2" creationId="{0BE3BD08-55FC-4F8A-A013-7ADB0AE626F5}"/>
          </ac:picMkLst>
        </pc:picChg>
      </pc:sldChg>
      <pc:sldChg chg="addSp delSp modSp add modAnim">
        <pc:chgData name="Hamilton Stott" userId="e28223afab1f786a" providerId="LiveId" clId="{E2D5A2C6-F7EE-4FFA-976E-3927ADF26FA1}" dt="2018-06-17T11:39:00.634" v="429"/>
        <pc:sldMkLst>
          <pc:docMk/>
          <pc:sldMk cId="2539332559" sldId="345"/>
        </pc:sldMkLst>
        <pc:spChg chg="mod">
          <ac:chgData name="Hamilton Stott" userId="e28223afab1f786a" providerId="LiveId" clId="{E2D5A2C6-F7EE-4FFA-976E-3927ADF26FA1}" dt="2018-06-17T11:37:22.865" v="404" actId="404"/>
          <ac:spMkLst>
            <pc:docMk/>
            <pc:sldMk cId="2539332559" sldId="345"/>
            <ac:spMk id="2" creationId="{A0F5FB79-7F3A-4E18-A7F7-F8AEA8CE53DA}"/>
          </ac:spMkLst>
        </pc:spChg>
        <pc:spChg chg="mod">
          <ac:chgData name="Hamilton Stott" userId="e28223afab1f786a" providerId="LiveId" clId="{E2D5A2C6-F7EE-4FFA-976E-3927ADF26FA1}" dt="2018-06-17T11:37:27.958" v="406" actId="1076"/>
          <ac:spMkLst>
            <pc:docMk/>
            <pc:sldMk cId="2539332559" sldId="345"/>
            <ac:spMk id="3" creationId="{4CA39538-D097-4AF4-8C66-9B798516FE2C}"/>
          </ac:spMkLst>
        </pc:spChg>
        <pc:spChg chg="add del mod">
          <ac:chgData name="Hamilton Stott" userId="e28223afab1f786a" providerId="LiveId" clId="{E2D5A2C6-F7EE-4FFA-976E-3927ADF26FA1}" dt="2018-06-17T11:37:32.953" v="407" actId="478"/>
          <ac:spMkLst>
            <pc:docMk/>
            <pc:sldMk cId="2539332559" sldId="345"/>
            <ac:spMk id="5" creationId="{5B6903BB-F23E-4B54-B723-4212BCD84BBB}"/>
          </ac:spMkLst>
        </pc:spChg>
        <pc:spChg chg="add del">
          <ac:chgData name="Hamilton Stott" userId="e28223afab1f786a" providerId="LiveId" clId="{E2D5A2C6-F7EE-4FFA-976E-3927ADF26FA1}" dt="2018-06-17T11:37:36.380" v="409" actId="478"/>
          <ac:spMkLst>
            <pc:docMk/>
            <pc:sldMk cId="2539332559" sldId="345"/>
            <ac:spMk id="6" creationId="{1A73EE0E-612C-4273-B9F7-DA669A08F32B}"/>
          </ac:spMkLst>
        </pc:spChg>
        <pc:spChg chg="add mod">
          <ac:chgData name="Hamilton Stott" userId="e28223afab1f786a" providerId="LiveId" clId="{E2D5A2C6-F7EE-4FFA-976E-3927ADF26FA1}" dt="2018-06-17T11:38:54.109" v="427" actId="14100"/>
          <ac:spMkLst>
            <pc:docMk/>
            <pc:sldMk cId="2539332559" sldId="345"/>
            <ac:spMk id="8" creationId="{CEAD6EB3-84ED-4411-B91C-C33230567F4E}"/>
          </ac:spMkLst>
        </pc:spChg>
        <pc:spChg chg="mod">
          <ac:chgData name="Hamilton Stott" userId="e28223afab1f786a" providerId="LiveId" clId="{E2D5A2C6-F7EE-4FFA-976E-3927ADF26FA1}" dt="2018-06-17T11:37:19.144" v="403" actId="404"/>
          <ac:spMkLst>
            <pc:docMk/>
            <pc:sldMk cId="2539332559" sldId="345"/>
            <ac:spMk id="13" creationId="{975F7A3F-5FE9-42C0-8413-D3D6815AE3BC}"/>
          </ac:spMkLst>
        </pc:spChg>
        <pc:spChg chg="add mod">
          <ac:chgData name="Hamilton Stott" userId="e28223afab1f786a" providerId="LiveId" clId="{E2D5A2C6-F7EE-4FFA-976E-3927ADF26FA1}" dt="2018-06-17T11:38:56.929" v="428" actId="1076"/>
          <ac:spMkLst>
            <pc:docMk/>
            <pc:sldMk cId="2539332559" sldId="345"/>
            <ac:spMk id="14" creationId="{E6A6F01D-6112-451B-8162-D0FB5EC7C7F3}"/>
          </ac:spMkLst>
        </pc:spChg>
        <pc:spChg chg="add del">
          <ac:chgData name="Hamilton Stott" userId="e28223afab1f786a" providerId="LiveId" clId="{E2D5A2C6-F7EE-4FFA-976E-3927ADF26FA1}" dt="2018-06-17T11:37:52.188" v="413"/>
          <ac:spMkLst>
            <pc:docMk/>
            <pc:sldMk cId="2539332559" sldId="345"/>
            <ac:spMk id="15" creationId="{8C3D6841-2CBE-4994-88BE-B752518569BB}"/>
          </ac:spMkLst>
        </pc:spChg>
      </pc:sldChg>
      <pc:sldChg chg="addSp delSp modSp add modAnim">
        <pc:chgData name="Hamilton Stott" userId="e28223afab1f786a" providerId="LiveId" clId="{E2D5A2C6-F7EE-4FFA-976E-3927ADF26FA1}" dt="2018-06-17T11:42:30.010" v="483" actId="20577"/>
        <pc:sldMkLst>
          <pc:docMk/>
          <pc:sldMk cId="1089972779" sldId="346"/>
        </pc:sldMkLst>
        <pc:spChg chg="del">
          <ac:chgData name="Hamilton Stott" userId="e28223afab1f786a" providerId="LiveId" clId="{E2D5A2C6-F7EE-4FFA-976E-3927ADF26FA1}" dt="2018-06-17T11:40:03.420" v="435" actId="478"/>
          <ac:spMkLst>
            <pc:docMk/>
            <pc:sldMk cId="1089972779" sldId="346"/>
            <ac:spMk id="2" creationId="{A0F5FB79-7F3A-4E18-A7F7-F8AEA8CE53DA}"/>
          </ac:spMkLst>
        </pc:spChg>
        <pc:spChg chg="del">
          <ac:chgData name="Hamilton Stott" userId="e28223afab1f786a" providerId="LiveId" clId="{E2D5A2C6-F7EE-4FFA-976E-3927ADF26FA1}" dt="2018-06-17T11:40:02.117" v="434" actId="478"/>
          <ac:spMkLst>
            <pc:docMk/>
            <pc:sldMk cId="1089972779" sldId="346"/>
            <ac:spMk id="3" creationId="{4CA39538-D097-4AF4-8C66-9B798516FE2C}"/>
          </ac:spMkLst>
        </pc:spChg>
        <pc:spChg chg="add del">
          <ac:chgData name="Hamilton Stott" userId="e28223afab1f786a" providerId="LiveId" clId="{E2D5A2C6-F7EE-4FFA-976E-3927ADF26FA1}" dt="2018-06-17T11:41:41.467" v="444"/>
          <ac:spMkLst>
            <pc:docMk/>
            <pc:sldMk cId="1089972779" sldId="346"/>
            <ac:spMk id="5" creationId="{24A234F2-FDEE-47C7-850B-6AB7E948D1C1}"/>
          </ac:spMkLst>
        </pc:spChg>
        <pc:spChg chg="del">
          <ac:chgData name="Hamilton Stott" userId="e28223afab1f786a" providerId="LiveId" clId="{E2D5A2C6-F7EE-4FFA-976E-3927ADF26FA1}" dt="2018-06-17T11:39:58.860" v="432" actId="478"/>
          <ac:spMkLst>
            <pc:docMk/>
            <pc:sldMk cId="1089972779" sldId="346"/>
            <ac:spMk id="8" creationId="{CEAD6EB3-84ED-4411-B91C-C33230567F4E}"/>
          </ac:spMkLst>
        </pc:spChg>
        <pc:spChg chg="mod">
          <ac:chgData name="Hamilton Stott" userId="e28223afab1f786a" providerId="LiveId" clId="{E2D5A2C6-F7EE-4FFA-976E-3927ADF26FA1}" dt="2018-06-17T11:40:34.951" v="442" actId="14100"/>
          <ac:spMkLst>
            <pc:docMk/>
            <pc:sldMk cId="1089972779" sldId="346"/>
            <ac:spMk id="13" creationId="{975F7A3F-5FE9-42C0-8413-D3D6815AE3BC}"/>
          </ac:spMkLst>
        </pc:spChg>
        <pc:spChg chg="del">
          <ac:chgData name="Hamilton Stott" userId="e28223afab1f786a" providerId="LiveId" clId="{E2D5A2C6-F7EE-4FFA-976E-3927ADF26FA1}" dt="2018-06-17T11:40:00.322" v="433" actId="478"/>
          <ac:spMkLst>
            <pc:docMk/>
            <pc:sldMk cId="1089972779" sldId="346"/>
            <ac:spMk id="14" creationId="{E6A6F01D-6112-451B-8162-D0FB5EC7C7F3}"/>
          </ac:spMkLst>
        </pc:spChg>
        <pc:spChg chg="add mod">
          <ac:chgData name="Hamilton Stott" userId="e28223afab1f786a" providerId="LiveId" clId="{E2D5A2C6-F7EE-4FFA-976E-3927ADF26FA1}" dt="2018-06-17T11:42:30.010" v="483" actId="20577"/>
          <ac:spMkLst>
            <pc:docMk/>
            <pc:sldMk cId="1089972779" sldId="346"/>
            <ac:spMk id="15" creationId="{C960E299-1C81-4FE9-BF5D-392B0F7F651E}"/>
          </ac:spMkLst>
        </pc:spChg>
      </pc:sldChg>
      <pc:sldChg chg="del">
        <pc:chgData name="Hamilton Stott" userId="e28223afab1f786a" providerId="LiveId" clId="{E2D5A2C6-F7EE-4FFA-976E-3927ADF26FA1}" dt="2018-06-17T11:28:37.792" v="25" actId="2696"/>
        <pc:sldMkLst>
          <pc:docMk/>
          <pc:sldMk cId="3127200649" sldId="346"/>
        </pc:sldMkLst>
      </pc:sldChg>
      <pc:sldChg chg="del">
        <pc:chgData name="Hamilton Stott" userId="e28223afab1f786a" providerId="LiveId" clId="{E2D5A2C6-F7EE-4FFA-976E-3927ADF26FA1}" dt="2018-06-17T11:28:37.806" v="26" actId="2696"/>
        <pc:sldMkLst>
          <pc:docMk/>
          <pc:sldMk cId="126528499" sldId="347"/>
        </pc:sldMkLst>
      </pc:sldChg>
      <pc:sldChg chg="addSp delSp modSp add">
        <pc:chgData name="Hamilton Stott" userId="e28223afab1f786a" providerId="LiveId" clId="{E2D5A2C6-F7EE-4FFA-976E-3927ADF26FA1}" dt="2018-06-17T11:46:55.121" v="515" actId="1076"/>
        <pc:sldMkLst>
          <pc:docMk/>
          <pc:sldMk cId="201500157" sldId="347"/>
        </pc:sldMkLst>
        <pc:spChg chg="add del mod">
          <ac:chgData name="Hamilton Stott" userId="e28223afab1f786a" providerId="LiveId" clId="{E2D5A2C6-F7EE-4FFA-976E-3927ADF26FA1}" dt="2018-06-17T11:46:13.266" v="506"/>
          <ac:spMkLst>
            <pc:docMk/>
            <pc:sldMk cId="201500157" sldId="347"/>
            <ac:spMk id="2" creationId="{1B9BA3F1-ABCE-4616-AC75-03AD8CC81E3D}"/>
          </ac:spMkLst>
        </pc:spChg>
        <pc:spChg chg="add del mod">
          <ac:chgData name="Hamilton Stott" userId="e28223afab1f786a" providerId="LiveId" clId="{E2D5A2C6-F7EE-4FFA-976E-3927ADF26FA1}" dt="2018-06-17T11:46:13.265" v="504" actId="478"/>
          <ac:spMkLst>
            <pc:docMk/>
            <pc:sldMk cId="201500157" sldId="347"/>
            <ac:spMk id="12" creationId="{B96B7206-79FB-4B70-BA40-E3ED5F215C95}"/>
          </ac:spMkLst>
        </pc:spChg>
        <pc:spChg chg="del">
          <ac:chgData name="Hamilton Stott" userId="e28223afab1f786a" providerId="LiveId" clId="{E2D5A2C6-F7EE-4FFA-976E-3927ADF26FA1}" dt="2018-06-17T11:42:42.238" v="485" actId="478"/>
          <ac:spMkLst>
            <pc:docMk/>
            <pc:sldMk cId="201500157" sldId="347"/>
            <ac:spMk id="13" creationId="{975F7A3F-5FE9-42C0-8413-D3D6815AE3BC}"/>
          </ac:spMkLst>
        </pc:spChg>
        <pc:spChg chg="add del">
          <ac:chgData name="Hamilton Stott" userId="e28223afab1f786a" providerId="LiveId" clId="{E2D5A2C6-F7EE-4FFA-976E-3927ADF26FA1}" dt="2018-06-17T11:43:39.417" v="494"/>
          <ac:spMkLst>
            <pc:docMk/>
            <pc:sldMk cId="201500157" sldId="347"/>
            <ac:spMk id="14" creationId="{667762A8-3AEC-48DF-9356-DDDA43C6E5A3}"/>
          </ac:spMkLst>
        </pc:spChg>
        <pc:spChg chg="mod">
          <ac:chgData name="Hamilton Stott" userId="e28223afab1f786a" providerId="LiveId" clId="{E2D5A2C6-F7EE-4FFA-976E-3927ADF26FA1}" dt="2018-06-17T11:46:42.623" v="513" actId="404"/>
          <ac:spMkLst>
            <pc:docMk/>
            <pc:sldMk cId="201500157" sldId="347"/>
            <ac:spMk id="15" creationId="{C960E299-1C81-4FE9-BF5D-392B0F7F651E}"/>
          </ac:spMkLst>
        </pc:spChg>
        <pc:picChg chg="add mod">
          <ac:chgData name="Hamilton Stott" userId="e28223afab1f786a" providerId="LiveId" clId="{E2D5A2C6-F7EE-4FFA-976E-3927ADF26FA1}" dt="2018-06-17T11:46:47.523" v="514" actId="1076"/>
          <ac:picMkLst>
            <pc:docMk/>
            <pc:sldMk cId="201500157" sldId="347"/>
            <ac:picMk id="3" creationId="{1F2467C8-8BA1-4272-B2BD-00407B7E5492}"/>
          </ac:picMkLst>
        </pc:picChg>
        <pc:picChg chg="add mod">
          <ac:chgData name="Hamilton Stott" userId="e28223afab1f786a" providerId="LiveId" clId="{E2D5A2C6-F7EE-4FFA-976E-3927ADF26FA1}" dt="2018-06-17T11:46:55.121" v="515" actId="1076"/>
          <ac:picMkLst>
            <pc:docMk/>
            <pc:sldMk cId="201500157" sldId="347"/>
            <ac:picMk id="5" creationId="{90AA214B-ED60-4FE9-B066-3401FF298020}"/>
          </ac:picMkLst>
        </pc:picChg>
      </pc:sldChg>
      <pc:sldChg chg="addSp delSp modSp add">
        <pc:chgData name="Hamilton Stott" userId="e28223afab1f786a" providerId="LiveId" clId="{E2D5A2C6-F7EE-4FFA-976E-3927ADF26FA1}" dt="2018-06-17T11:53:05.708" v="842" actId="1076"/>
        <pc:sldMkLst>
          <pc:docMk/>
          <pc:sldMk cId="74651720" sldId="348"/>
        </pc:sldMkLst>
        <pc:spChg chg="mod">
          <ac:chgData name="Hamilton Stott" userId="e28223afab1f786a" providerId="LiveId" clId="{E2D5A2C6-F7EE-4FFA-976E-3927ADF26FA1}" dt="2018-06-17T11:52:59.595" v="841" actId="20577"/>
          <ac:spMkLst>
            <pc:docMk/>
            <pc:sldMk cId="74651720" sldId="348"/>
            <ac:spMk id="15" creationId="{C960E299-1C81-4FE9-BF5D-392B0F7F651E}"/>
          </ac:spMkLst>
        </pc:spChg>
        <pc:picChg chg="add mod">
          <ac:chgData name="Hamilton Stott" userId="e28223afab1f786a" providerId="LiveId" clId="{E2D5A2C6-F7EE-4FFA-976E-3927ADF26FA1}" dt="2018-06-17T11:53:05.708" v="842" actId="1076"/>
          <ac:picMkLst>
            <pc:docMk/>
            <pc:sldMk cId="74651720" sldId="348"/>
            <ac:picMk id="2" creationId="{3912EB0F-AD01-44E3-9DA2-214C41EF003C}"/>
          </ac:picMkLst>
        </pc:picChg>
        <pc:picChg chg="del">
          <ac:chgData name="Hamilton Stott" userId="e28223afab1f786a" providerId="LiveId" clId="{E2D5A2C6-F7EE-4FFA-976E-3927ADF26FA1}" dt="2018-06-17T11:48:46.034" v="518" actId="478"/>
          <ac:picMkLst>
            <pc:docMk/>
            <pc:sldMk cId="74651720" sldId="348"/>
            <ac:picMk id="3" creationId="{1F2467C8-8BA1-4272-B2BD-00407B7E5492}"/>
          </ac:picMkLst>
        </pc:picChg>
        <pc:picChg chg="del">
          <ac:chgData name="Hamilton Stott" userId="e28223afab1f786a" providerId="LiveId" clId="{E2D5A2C6-F7EE-4FFA-976E-3927ADF26FA1}" dt="2018-06-17T11:48:45.323" v="517" actId="478"/>
          <ac:picMkLst>
            <pc:docMk/>
            <pc:sldMk cId="74651720" sldId="348"/>
            <ac:picMk id="5" creationId="{90AA214B-ED60-4FE9-B066-3401FF298020}"/>
          </ac:picMkLst>
        </pc:picChg>
      </pc:sldChg>
      <pc:sldChg chg="del">
        <pc:chgData name="Hamilton Stott" userId="e28223afab1f786a" providerId="LiveId" clId="{E2D5A2C6-F7EE-4FFA-976E-3927ADF26FA1}" dt="2018-06-17T11:28:37.782" v="24" actId="2696"/>
        <pc:sldMkLst>
          <pc:docMk/>
          <pc:sldMk cId="1429008280" sldId="348"/>
        </pc:sldMkLst>
      </pc:sldChg>
      <pc:sldChg chg="del">
        <pc:chgData name="Hamilton Stott" userId="e28223afab1f786a" providerId="LiveId" clId="{E2D5A2C6-F7EE-4FFA-976E-3927ADF26FA1}" dt="2018-06-17T11:28:37.812" v="27" actId="2696"/>
        <pc:sldMkLst>
          <pc:docMk/>
          <pc:sldMk cId="2913476754" sldId="349"/>
        </pc:sldMkLst>
      </pc:sldChg>
      <pc:sldChg chg="del">
        <pc:chgData name="Hamilton Stott" userId="e28223afab1f786a" providerId="LiveId" clId="{E2D5A2C6-F7EE-4FFA-976E-3927ADF26FA1}" dt="2018-06-17T11:28:37.839" v="29" actId="2696"/>
        <pc:sldMkLst>
          <pc:docMk/>
          <pc:sldMk cId="196631434" sldId="350"/>
        </pc:sldMkLst>
      </pc:sldChg>
      <pc:sldChg chg="del">
        <pc:chgData name="Hamilton Stott" userId="e28223afab1f786a" providerId="LiveId" clId="{E2D5A2C6-F7EE-4FFA-976E-3927ADF26FA1}" dt="2018-06-17T11:28:37.823" v="28" actId="2696"/>
        <pc:sldMkLst>
          <pc:docMk/>
          <pc:sldMk cId="957028" sldId="351"/>
        </pc:sldMkLst>
      </pc:sldChg>
      <pc:sldChg chg="del">
        <pc:chgData name="Hamilton Stott" userId="e28223afab1f786a" providerId="LiveId" clId="{E2D5A2C6-F7EE-4FFA-976E-3927ADF26FA1}" dt="2018-06-17T11:28:37.845" v="30" actId="2696"/>
        <pc:sldMkLst>
          <pc:docMk/>
          <pc:sldMk cId="2214379903" sldId="352"/>
        </pc:sldMkLst>
      </pc:sldChg>
      <pc:sldChg chg="del">
        <pc:chgData name="Hamilton Stott" userId="e28223afab1f786a" providerId="LiveId" clId="{E2D5A2C6-F7EE-4FFA-976E-3927ADF26FA1}" dt="2018-06-17T11:28:37.857" v="31" actId="2696"/>
        <pc:sldMkLst>
          <pc:docMk/>
          <pc:sldMk cId="951757480" sldId="353"/>
        </pc:sldMkLst>
      </pc:sldChg>
      <pc:sldChg chg="del">
        <pc:chgData name="Hamilton Stott" userId="e28223afab1f786a" providerId="LiveId" clId="{E2D5A2C6-F7EE-4FFA-976E-3927ADF26FA1}" dt="2018-06-17T11:28:37.873" v="32" actId="2696"/>
        <pc:sldMkLst>
          <pc:docMk/>
          <pc:sldMk cId="2697727763" sldId="354"/>
        </pc:sldMkLst>
      </pc:sldChg>
      <pc:sldChg chg="del">
        <pc:chgData name="Hamilton Stott" userId="e28223afab1f786a" providerId="LiveId" clId="{E2D5A2C6-F7EE-4FFA-976E-3927ADF26FA1}" dt="2018-06-17T11:28:37.879" v="33" actId="2696"/>
        <pc:sldMkLst>
          <pc:docMk/>
          <pc:sldMk cId="1140729100" sldId="355"/>
        </pc:sldMkLst>
      </pc:sldChg>
      <pc:sldChg chg="del">
        <pc:chgData name="Hamilton Stott" userId="e28223afab1f786a" providerId="LiveId" clId="{E2D5A2C6-F7EE-4FFA-976E-3927ADF26FA1}" dt="2018-06-17T11:28:37.887" v="34" actId="2696"/>
        <pc:sldMkLst>
          <pc:docMk/>
          <pc:sldMk cId="2266198459" sldId="35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F2282E-A42A-413E-AE2C-48286DBF7EC2}" type="datetimeFigureOut">
              <a:rPr lang="en-AU" smtClean="0"/>
              <a:t>17/06/2018</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425140-7458-4828-80E5-6CAE1A8C668C}" type="slidenum">
              <a:rPr lang="en-AU" smtClean="0"/>
              <a:t>‹#›</a:t>
            </a:fld>
            <a:endParaRPr lang="en-AU"/>
          </a:p>
        </p:txBody>
      </p:sp>
    </p:spTree>
    <p:extLst>
      <p:ext uri="{BB962C8B-B14F-4D97-AF65-F5344CB8AC3E}">
        <p14:creationId xmlns:p14="http://schemas.microsoft.com/office/powerpoint/2010/main" val="24442547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1</a:t>
            </a:fld>
            <a:endParaRPr lang="en-US"/>
          </a:p>
        </p:txBody>
      </p:sp>
    </p:spTree>
    <p:extLst>
      <p:ext uri="{BB962C8B-B14F-4D97-AF65-F5344CB8AC3E}">
        <p14:creationId xmlns:p14="http://schemas.microsoft.com/office/powerpoint/2010/main" val="42821593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2</a:t>
            </a:fld>
            <a:endParaRPr lang="en-US"/>
          </a:p>
        </p:txBody>
      </p:sp>
    </p:spTree>
    <p:extLst>
      <p:ext uri="{BB962C8B-B14F-4D97-AF65-F5344CB8AC3E}">
        <p14:creationId xmlns:p14="http://schemas.microsoft.com/office/powerpoint/2010/main" val="39433553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3</a:t>
            </a:fld>
            <a:endParaRPr lang="en-US"/>
          </a:p>
        </p:txBody>
      </p:sp>
    </p:spTree>
    <p:extLst>
      <p:ext uri="{BB962C8B-B14F-4D97-AF65-F5344CB8AC3E}">
        <p14:creationId xmlns:p14="http://schemas.microsoft.com/office/powerpoint/2010/main" val="28110757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4</a:t>
            </a:fld>
            <a:endParaRPr lang="en-US"/>
          </a:p>
        </p:txBody>
      </p:sp>
    </p:spTree>
    <p:extLst>
      <p:ext uri="{BB962C8B-B14F-4D97-AF65-F5344CB8AC3E}">
        <p14:creationId xmlns:p14="http://schemas.microsoft.com/office/powerpoint/2010/main" val="593424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5</a:t>
            </a:fld>
            <a:endParaRPr lang="en-US"/>
          </a:p>
        </p:txBody>
      </p:sp>
    </p:spTree>
    <p:extLst>
      <p:ext uri="{BB962C8B-B14F-4D97-AF65-F5344CB8AC3E}">
        <p14:creationId xmlns:p14="http://schemas.microsoft.com/office/powerpoint/2010/main" val="9973956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6</a:t>
            </a:fld>
            <a:endParaRPr lang="en-US"/>
          </a:p>
        </p:txBody>
      </p:sp>
    </p:spTree>
    <p:extLst>
      <p:ext uri="{BB962C8B-B14F-4D97-AF65-F5344CB8AC3E}">
        <p14:creationId xmlns:p14="http://schemas.microsoft.com/office/powerpoint/2010/main" val="39901130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7</a:t>
            </a:fld>
            <a:endParaRPr lang="en-US"/>
          </a:p>
        </p:txBody>
      </p:sp>
    </p:spTree>
    <p:extLst>
      <p:ext uri="{BB962C8B-B14F-4D97-AF65-F5344CB8AC3E}">
        <p14:creationId xmlns:p14="http://schemas.microsoft.com/office/powerpoint/2010/main" val="18044126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23E78394-75B3-4DDA-93C4-891EE6443567}" type="datetimeFigureOut">
              <a:rPr lang="en-AU" smtClean="0"/>
              <a:t>17/06/2018</a:t>
            </a:fld>
            <a:endParaRPr lang="en-AU"/>
          </a:p>
        </p:txBody>
      </p:sp>
      <p:sp>
        <p:nvSpPr>
          <p:cNvPr id="5" name="Footer Placeholder 4"/>
          <p:cNvSpPr>
            <a:spLocks noGrp="1"/>
          </p:cNvSpPr>
          <p:nvPr>
            <p:ph type="ftr" sz="quarter" idx="11"/>
          </p:nvPr>
        </p:nvSpPr>
        <p:spPr>
          <a:xfrm>
            <a:off x="1371600" y="4323845"/>
            <a:ext cx="6400800" cy="365125"/>
          </a:xfrm>
        </p:spPr>
        <p:txBody>
          <a:bodyPr/>
          <a:lstStyle/>
          <a:p>
            <a:endParaRPr lang="en-AU"/>
          </a:p>
        </p:txBody>
      </p:sp>
      <p:sp>
        <p:nvSpPr>
          <p:cNvPr id="6" name="Slide Number Placeholder 5"/>
          <p:cNvSpPr>
            <a:spLocks noGrp="1"/>
          </p:cNvSpPr>
          <p:nvPr>
            <p:ph type="sldNum" sz="quarter" idx="12"/>
          </p:nvPr>
        </p:nvSpPr>
        <p:spPr>
          <a:xfrm>
            <a:off x="8077200" y="1430866"/>
            <a:ext cx="2743200" cy="365125"/>
          </a:xfrm>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3226286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3E78394-75B3-4DDA-93C4-891EE6443567}" type="datetimeFigureOut">
              <a:rPr lang="en-AU" smtClean="0"/>
              <a:t>17/06/2018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2715968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23E78394-75B3-4DDA-93C4-891EE6443567}" type="datetimeFigureOut">
              <a:rPr lang="en-AU" smtClean="0"/>
              <a:t>17/06/2018</a:t>
            </a:fld>
            <a:endParaRPr lang="en-AU"/>
          </a:p>
        </p:txBody>
      </p:sp>
      <p:sp>
        <p:nvSpPr>
          <p:cNvPr id="5" name="Footer Placeholder 4"/>
          <p:cNvSpPr>
            <a:spLocks noGrp="1"/>
          </p:cNvSpPr>
          <p:nvPr>
            <p:ph type="ftr" sz="quarter" idx="11"/>
          </p:nvPr>
        </p:nvSpPr>
        <p:spPr>
          <a:xfrm>
            <a:off x="685800" y="381001"/>
            <a:ext cx="6991492" cy="364065"/>
          </a:xfrm>
        </p:spPr>
        <p:txBody>
          <a:bodyPr/>
          <a:lstStyle/>
          <a:p>
            <a:endParaRPr lang="en-AU"/>
          </a:p>
        </p:txBody>
      </p:sp>
      <p:sp>
        <p:nvSpPr>
          <p:cNvPr id="6" name="Slide Number Placeholder 5"/>
          <p:cNvSpPr>
            <a:spLocks noGrp="1"/>
          </p:cNvSpPr>
          <p:nvPr>
            <p:ph type="sldNum" sz="quarter" idx="12"/>
          </p:nvPr>
        </p:nvSpPr>
        <p:spPr>
          <a:xfrm>
            <a:off x="10862452" y="381000"/>
            <a:ext cx="643748" cy="365125"/>
          </a:xfrm>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22726098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3E78394-75B3-4DDA-93C4-891EE6443567}" type="datetimeFigureOut">
              <a:rPr lang="en-AU" smtClean="0"/>
              <a:t>17/06/2018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4003741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3E78394-75B3-4DDA-93C4-891EE6443567}" type="datetimeFigureOut">
              <a:rPr lang="en-AU" smtClean="0"/>
              <a:t>17/06/2018</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105503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3E78394-75B3-4DDA-93C4-891EE6443567}" type="datetimeFigureOut">
              <a:rPr lang="en-AU" smtClean="0"/>
              <a:t>17/06/2018</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3021281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E78394-75B3-4DDA-93C4-891EE6443567}" type="datetimeFigureOut">
              <a:rPr lang="en-AU" smtClean="0"/>
              <a:t>17/06/2018</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3776768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3E78394-75B3-4DDA-93C4-891EE6443567}" type="datetimeFigureOut">
              <a:rPr lang="en-AU" smtClean="0"/>
              <a:t>17/06/2018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24439410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3E78394-75B3-4DDA-93C4-891EE6443567}" type="datetimeFigureOut">
              <a:rPr lang="en-AU" smtClean="0"/>
              <a:t>17/06/2018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12120567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3E78394-75B3-4DDA-93C4-891EE6443567}" type="datetimeFigureOut">
              <a:rPr lang="en-AU" smtClean="0"/>
              <a:t>17/06/2018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3059283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23E78394-75B3-4DDA-93C4-891EE6443567}" type="datetimeFigureOut">
              <a:rPr lang="en-AU" smtClean="0"/>
              <a:t>17/06/2018</a:t>
            </a:fld>
            <a:endParaRPr lang="en-AU"/>
          </a:p>
        </p:txBody>
      </p:sp>
      <p:sp>
        <p:nvSpPr>
          <p:cNvPr id="6" name="Footer Placeholder 5"/>
          <p:cNvSpPr>
            <a:spLocks noGrp="1"/>
          </p:cNvSpPr>
          <p:nvPr>
            <p:ph type="ftr" sz="quarter" idx="11"/>
          </p:nvPr>
        </p:nvSpPr>
        <p:spPr>
          <a:xfrm>
            <a:off x="685800" y="379941"/>
            <a:ext cx="6991492" cy="365125"/>
          </a:xfrm>
        </p:spPr>
        <p:txBody>
          <a:bodyPr/>
          <a:lstStyle/>
          <a:p>
            <a:endParaRPr lang="en-AU"/>
          </a:p>
        </p:txBody>
      </p:sp>
      <p:sp>
        <p:nvSpPr>
          <p:cNvPr id="7" name="Slide Number Placeholder 6"/>
          <p:cNvSpPr>
            <a:spLocks noGrp="1"/>
          </p:cNvSpPr>
          <p:nvPr>
            <p:ph type="sldNum" sz="quarter" idx="12"/>
          </p:nvPr>
        </p:nvSpPr>
        <p:spPr>
          <a:xfrm>
            <a:off x="10862452" y="381000"/>
            <a:ext cx="643748" cy="365125"/>
          </a:xfrm>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20937715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23E78394-75B3-4DDA-93C4-891EE6443567}" type="datetimeFigureOut">
              <a:rPr lang="en-AU" smtClean="0"/>
              <a:t>17/06/2018</a:t>
            </a:fld>
            <a:endParaRPr lang="en-AU"/>
          </a:p>
        </p:txBody>
      </p:sp>
      <p:sp>
        <p:nvSpPr>
          <p:cNvPr id="6" name="Footer Placeholder 5"/>
          <p:cNvSpPr>
            <a:spLocks noGrp="1"/>
          </p:cNvSpPr>
          <p:nvPr>
            <p:ph type="ftr" sz="quarter" idx="11"/>
          </p:nvPr>
        </p:nvSpPr>
        <p:spPr>
          <a:xfrm>
            <a:off x="685800" y="379941"/>
            <a:ext cx="6991492" cy="365125"/>
          </a:xfrm>
        </p:spPr>
        <p:txBody>
          <a:bodyPr/>
          <a:lstStyle/>
          <a:p>
            <a:endParaRPr lang="en-AU"/>
          </a:p>
        </p:txBody>
      </p:sp>
      <p:sp>
        <p:nvSpPr>
          <p:cNvPr id="7" name="Slide Number Placeholder 6"/>
          <p:cNvSpPr>
            <a:spLocks noGrp="1"/>
          </p:cNvSpPr>
          <p:nvPr>
            <p:ph type="sldNum" sz="quarter" idx="12"/>
          </p:nvPr>
        </p:nvSpPr>
        <p:spPr>
          <a:xfrm>
            <a:off x="10862452" y="381000"/>
            <a:ext cx="643748" cy="365125"/>
          </a:xfrm>
        </p:spPr>
        <p:txBody>
          <a:bodyPr/>
          <a:lstStyle/>
          <a:p>
            <a:fld id="{D9ADFE24-42A0-4DE0-9667-D0ACECBB6A47}" type="slidenum">
              <a:rPr lang="en-AU" smtClean="0"/>
              <a:t>‹#›</a:t>
            </a:fld>
            <a:endParaRPr lang="en-AU"/>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5915981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23E78394-75B3-4DDA-93C4-891EE6443567}" type="datetimeFigureOut">
              <a:rPr lang="en-AU" smtClean="0"/>
              <a:t>17/06/2018</a:t>
            </a:fld>
            <a:endParaRPr lang="en-AU"/>
          </a:p>
        </p:txBody>
      </p:sp>
      <p:sp>
        <p:nvSpPr>
          <p:cNvPr id="6" name="Footer Placeholder 5"/>
          <p:cNvSpPr>
            <a:spLocks noGrp="1"/>
          </p:cNvSpPr>
          <p:nvPr>
            <p:ph type="ftr" sz="quarter" idx="11"/>
          </p:nvPr>
        </p:nvSpPr>
        <p:spPr>
          <a:xfrm>
            <a:off x="685800" y="378883"/>
            <a:ext cx="6991492" cy="365125"/>
          </a:xfrm>
        </p:spPr>
        <p:txBody>
          <a:bodyPr/>
          <a:lstStyle/>
          <a:p>
            <a:endParaRPr lang="en-AU"/>
          </a:p>
        </p:txBody>
      </p:sp>
      <p:sp>
        <p:nvSpPr>
          <p:cNvPr id="7" name="Slide Number Placeholder 6"/>
          <p:cNvSpPr>
            <a:spLocks noGrp="1"/>
          </p:cNvSpPr>
          <p:nvPr>
            <p:ph type="sldNum" sz="quarter" idx="12"/>
          </p:nvPr>
        </p:nvSpPr>
        <p:spPr>
          <a:xfrm>
            <a:off x="10862452" y="381000"/>
            <a:ext cx="643748" cy="365125"/>
          </a:xfrm>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32157152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23E78394-75B3-4DDA-93C4-891EE6443567}" type="datetimeFigureOut">
              <a:rPr lang="en-AU" smtClean="0"/>
              <a:t>17/06/2018</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35591163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23E78394-75B3-4DDA-93C4-891EE6443567}" type="datetimeFigureOut">
              <a:rPr lang="en-AU" smtClean="0"/>
              <a:t>17/06/2018</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21270440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3E78394-75B3-4DDA-93C4-891EE6443567}" type="datetimeFigureOut">
              <a:rPr lang="en-AU" smtClean="0"/>
              <a:t>17/06/2018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6361549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23E78394-75B3-4DDA-93C4-891EE6443567}" type="datetimeFigureOut">
              <a:rPr lang="en-AU" smtClean="0"/>
              <a:t>17/06/2018</a:t>
            </a:fld>
            <a:endParaRPr lang="en-AU"/>
          </a:p>
        </p:txBody>
      </p:sp>
      <p:sp>
        <p:nvSpPr>
          <p:cNvPr id="5" name="Footer Placeholder 4"/>
          <p:cNvSpPr>
            <a:spLocks noGrp="1"/>
          </p:cNvSpPr>
          <p:nvPr>
            <p:ph type="ftr" sz="quarter" idx="11"/>
          </p:nvPr>
        </p:nvSpPr>
        <p:spPr>
          <a:xfrm>
            <a:off x="685800" y="381000"/>
            <a:ext cx="6991492" cy="365125"/>
          </a:xfrm>
        </p:spPr>
        <p:txBody>
          <a:bodyPr/>
          <a:lstStyle/>
          <a:p>
            <a:endParaRPr lang="en-AU"/>
          </a:p>
        </p:txBody>
      </p:sp>
      <p:sp>
        <p:nvSpPr>
          <p:cNvPr id="6" name="Slide Number Placeholder 5"/>
          <p:cNvSpPr>
            <a:spLocks noGrp="1"/>
          </p:cNvSpPr>
          <p:nvPr>
            <p:ph type="sldNum" sz="quarter" idx="12"/>
          </p:nvPr>
        </p:nvSpPr>
        <p:spPr>
          <a:xfrm>
            <a:off x="10862452" y="381000"/>
            <a:ext cx="643748" cy="365125"/>
          </a:xfrm>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298383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3-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23E78394-75B3-4DDA-93C4-891EE6443567}" type="datetimeFigureOut">
              <a:rPr lang="en-AU" smtClean="0"/>
              <a:t>17/06/2018</a:t>
            </a:fld>
            <a:endParaRPr lang="en-AU"/>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9ADFE24-42A0-4DE0-9667-D0ACECBB6A47}" type="slidenum">
              <a:rPr lang="en-AU" smtClean="0"/>
              <a:t>‹#›</a:t>
            </a:fld>
            <a:endParaRPr lang="en-AU"/>
          </a:p>
        </p:txBody>
      </p:sp>
    </p:spTree>
    <p:extLst>
      <p:ext uri="{BB962C8B-B14F-4D97-AF65-F5344CB8AC3E}">
        <p14:creationId xmlns:p14="http://schemas.microsoft.com/office/powerpoint/2010/main" val="243556180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1988820"/>
            <a:ext cx="4476750" cy="1639681"/>
          </a:xfrm>
        </p:spPr>
        <p:txBody>
          <a:bodyPr>
            <a:normAutofit/>
          </a:bodyPr>
          <a:lstStyle/>
          <a:p>
            <a:r>
              <a:rPr lang="en-US" sz="6600" b="1" cap="none" dirty="0">
                <a:solidFill>
                  <a:srgbClr val="0070C0"/>
                </a:solidFill>
                <a:latin typeface="DJB Fancy Nancy" panose="02000500000000000000" pitchFamily="2" charset="0"/>
              </a:rPr>
              <a:t>Statistics</a:t>
            </a:r>
            <a:br>
              <a:rPr lang="en-US" sz="6600" b="1" cap="none" dirty="0">
                <a:solidFill>
                  <a:srgbClr val="0070C0"/>
                </a:solidFill>
                <a:latin typeface="DJB Fancy Nancy" panose="02000500000000000000" pitchFamily="2" charset="0"/>
              </a:rPr>
            </a:br>
            <a:r>
              <a:rPr lang="en-US" sz="4000" b="1" cap="none" dirty="0">
                <a:solidFill>
                  <a:srgbClr val="0070C0"/>
                </a:solidFill>
                <a:latin typeface="DJB Fancy Nancy" panose="02000500000000000000" pitchFamily="2" charset="0"/>
              </a:rPr>
              <a:t>Analysing Data</a:t>
            </a:r>
            <a:endParaRPr lang="en-US" sz="6600" b="1" cap="none" dirty="0">
              <a:solidFill>
                <a:srgbClr val="0070C0"/>
              </a:solidFill>
              <a:latin typeface="DJB Fancy Nancy" panose="02000500000000000000" pitchFamily="2" charset="0"/>
            </a:endParaRPr>
          </a:p>
        </p:txBody>
      </p:sp>
      <p:sp>
        <p:nvSpPr>
          <p:cNvPr id="3" name="Subtitle 2"/>
          <p:cNvSpPr>
            <a:spLocks noGrp="1"/>
          </p:cNvSpPr>
          <p:nvPr>
            <p:ph type="subTitle" idx="1"/>
          </p:nvPr>
        </p:nvSpPr>
        <p:spPr>
          <a:xfrm>
            <a:off x="1367875" y="3628501"/>
            <a:ext cx="9446339" cy="1384675"/>
          </a:xfrm>
        </p:spPr>
        <p:txBody>
          <a:bodyPr>
            <a:normAutofit/>
          </a:bodyPr>
          <a:lstStyle/>
          <a:p>
            <a:r>
              <a:rPr lang="en-US" sz="3200" b="1" dirty="0">
                <a:solidFill>
                  <a:schemeClr val="accent2">
                    <a:lumMod val="75000"/>
                  </a:schemeClr>
                </a:solidFill>
                <a:latin typeface="Kiwi School Handwriting" panose="00000500000000000000" pitchFamily="2" charset="0"/>
              </a:rPr>
              <a:t>Year 10 Mathematics</a:t>
            </a:r>
          </a:p>
        </p:txBody>
      </p:sp>
      <p:pic>
        <p:nvPicPr>
          <p:cNvPr id="4" name="Picture 3">
            <a:extLst>
              <a:ext uri="{FF2B5EF4-FFF2-40B4-BE49-F238E27FC236}">
                <a16:creationId xmlns:a16="http://schemas.microsoft.com/office/drawing/2014/main" id="{23A724D7-CC16-45EA-8608-B8636E885673}"/>
              </a:ext>
            </a:extLst>
          </p:cNvPr>
          <p:cNvPicPr>
            <a:picLocks noChangeAspect="1"/>
          </p:cNvPicPr>
          <p:nvPr/>
        </p:nvPicPr>
        <p:blipFill>
          <a:blip r:embed="rId3"/>
          <a:stretch>
            <a:fillRect/>
          </a:stretch>
        </p:blipFill>
        <p:spPr>
          <a:xfrm>
            <a:off x="6010275" y="414337"/>
            <a:ext cx="5467350" cy="5400675"/>
          </a:xfrm>
          <a:prstGeom prst="rect">
            <a:avLst/>
          </a:prstGeom>
        </p:spPr>
      </p:pic>
    </p:spTree>
    <p:extLst>
      <p:ext uri="{BB962C8B-B14F-4D97-AF65-F5344CB8AC3E}">
        <p14:creationId xmlns:p14="http://schemas.microsoft.com/office/powerpoint/2010/main" val="506761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2784930"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Statistics</a:t>
            </a:r>
          </a:p>
        </p:txBody>
      </p:sp>
      <p:sp>
        <p:nvSpPr>
          <p:cNvPr id="11" name="TextBox 10"/>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/06/2018</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How do I assess data quality</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3" name="TextBox 12">
            <a:extLst>
              <a:ext uri="{FF2B5EF4-FFF2-40B4-BE49-F238E27FC236}">
                <a16:creationId xmlns:a16="http://schemas.microsoft.com/office/drawing/2014/main" id="{975F7A3F-5FE9-42C0-8413-D3D6815AE3BC}"/>
              </a:ext>
            </a:extLst>
          </p:cNvPr>
          <p:cNvSpPr txBox="1"/>
          <p:nvPr/>
        </p:nvSpPr>
        <p:spPr>
          <a:xfrm>
            <a:off x="2100883" y="1350330"/>
            <a:ext cx="9083038" cy="2792111"/>
          </a:xfrm>
          <a:prstGeom prst="rect">
            <a:avLst/>
          </a:prstGeom>
          <a:noFill/>
        </p:spPr>
        <p:txBody>
          <a:bodyPr wrap="square" rtlCol="0">
            <a:spAutoFit/>
          </a:bodyPr>
          <a:lstStyle/>
          <a:p>
            <a:pPr>
              <a:lnSpc>
                <a:spcPct val="150000"/>
              </a:lnSpc>
            </a:pPr>
            <a:r>
              <a:rPr lang="en-AU" sz="2400" dirty="0"/>
              <a:t>There are 2 types of data collected</a:t>
            </a:r>
          </a:p>
          <a:p>
            <a:pPr marL="285750" indent="-285750">
              <a:lnSpc>
                <a:spcPct val="150000"/>
              </a:lnSpc>
              <a:buFont typeface="Arial" panose="020B0604020202020204" pitchFamily="34" charset="0"/>
              <a:buChar char="•"/>
            </a:pPr>
            <a:r>
              <a:rPr lang="en-AU" sz="2400" u="sng" dirty="0"/>
              <a:t>Primary Data </a:t>
            </a:r>
            <a:r>
              <a:rPr lang="en-AU" sz="2400" dirty="0"/>
              <a:t>– Collected by the investigator for a specific purpose</a:t>
            </a:r>
          </a:p>
          <a:p>
            <a:pPr marL="285750" indent="-285750">
              <a:lnSpc>
                <a:spcPct val="150000"/>
              </a:lnSpc>
              <a:buFont typeface="Arial" panose="020B0604020202020204" pitchFamily="34" charset="0"/>
              <a:buChar char="•"/>
            </a:pPr>
            <a:r>
              <a:rPr lang="en-AU" sz="2400" u="sng" dirty="0"/>
              <a:t>Secondary Data </a:t>
            </a:r>
            <a:r>
              <a:rPr lang="en-AU" sz="2400" dirty="0"/>
              <a:t>– </a:t>
            </a:r>
            <a:r>
              <a:rPr lang="en-GB" sz="2400" dirty="0"/>
              <a:t>Collected by someone else or for some other purpose</a:t>
            </a:r>
            <a:endParaRPr lang="en-AU" sz="2400" dirty="0"/>
          </a:p>
        </p:txBody>
      </p:sp>
      <p:sp>
        <p:nvSpPr>
          <p:cNvPr id="12" name="TextBox 11">
            <a:extLst>
              <a:ext uri="{FF2B5EF4-FFF2-40B4-BE49-F238E27FC236}">
                <a16:creationId xmlns:a16="http://schemas.microsoft.com/office/drawing/2014/main" id="{59F1ED9E-CE15-4A46-AEEC-3BFDCF31D8DF}"/>
              </a:ext>
            </a:extLst>
          </p:cNvPr>
          <p:cNvSpPr txBox="1"/>
          <p:nvPr/>
        </p:nvSpPr>
        <p:spPr>
          <a:xfrm>
            <a:off x="2199891" y="4142441"/>
            <a:ext cx="9083038" cy="1130118"/>
          </a:xfrm>
          <a:prstGeom prst="rect">
            <a:avLst/>
          </a:prstGeom>
          <a:noFill/>
        </p:spPr>
        <p:txBody>
          <a:bodyPr wrap="square" rtlCol="0">
            <a:spAutoFit/>
          </a:bodyPr>
          <a:lstStyle/>
          <a:p>
            <a:pPr>
              <a:lnSpc>
                <a:spcPct val="150000"/>
              </a:lnSpc>
            </a:pPr>
            <a:r>
              <a:rPr lang="en-AU" sz="2400" dirty="0"/>
              <a:t>When collecting data it is essential to state the source of the data</a:t>
            </a:r>
          </a:p>
        </p:txBody>
      </p:sp>
    </p:spTree>
    <p:extLst>
      <p:ext uri="{BB962C8B-B14F-4D97-AF65-F5344CB8AC3E}">
        <p14:creationId xmlns:p14="http://schemas.microsoft.com/office/powerpoint/2010/main" val="126630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2784930"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Statistics</a:t>
            </a:r>
          </a:p>
        </p:txBody>
      </p:sp>
      <p:sp>
        <p:nvSpPr>
          <p:cNvPr id="11" name="TextBox 10"/>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/06/2018</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How do I assess data quality</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3" name="TextBox 12">
            <a:extLst>
              <a:ext uri="{FF2B5EF4-FFF2-40B4-BE49-F238E27FC236}">
                <a16:creationId xmlns:a16="http://schemas.microsoft.com/office/drawing/2014/main" id="{975F7A3F-5FE9-42C0-8413-D3D6815AE3BC}"/>
              </a:ext>
            </a:extLst>
          </p:cNvPr>
          <p:cNvSpPr txBox="1"/>
          <p:nvPr/>
        </p:nvSpPr>
        <p:spPr>
          <a:xfrm>
            <a:off x="2100883" y="1350330"/>
            <a:ext cx="9083038" cy="984885"/>
          </a:xfrm>
          <a:prstGeom prst="rect">
            <a:avLst/>
          </a:prstGeom>
          <a:noFill/>
        </p:spPr>
        <p:txBody>
          <a:bodyPr wrap="square" rtlCol="0">
            <a:spAutoFit/>
          </a:bodyPr>
          <a:lstStyle/>
          <a:p>
            <a:r>
              <a:rPr lang="en-GB" sz="2000" u="sng" dirty="0"/>
              <a:t>A fair sample</a:t>
            </a:r>
            <a:r>
              <a:rPr lang="en-GB" sz="2000" dirty="0"/>
              <a:t> is collected from a sample that is like the rest of the population. </a:t>
            </a:r>
            <a:r>
              <a:rPr lang="en-GB" sz="2000" u="sng" dirty="0"/>
              <a:t>A biased sample </a:t>
            </a:r>
            <a:r>
              <a:rPr lang="en-GB" sz="2000" dirty="0"/>
              <a:t>is not typical of the population.</a:t>
            </a:r>
          </a:p>
          <a:p>
            <a:endParaRPr lang="en-GB" dirty="0"/>
          </a:p>
        </p:txBody>
      </p:sp>
      <p:sp>
        <p:nvSpPr>
          <p:cNvPr id="2" name="Rectangle 1">
            <a:extLst>
              <a:ext uri="{FF2B5EF4-FFF2-40B4-BE49-F238E27FC236}">
                <a16:creationId xmlns:a16="http://schemas.microsoft.com/office/drawing/2014/main" id="{A0F5FB79-7F3A-4E18-A7F7-F8AEA8CE53DA}"/>
              </a:ext>
            </a:extLst>
          </p:cNvPr>
          <p:cNvSpPr/>
          <p:nvPr/>
        </p:nvSpPr>
        <p:spPr>
          <a:xfrm>
            <a:off x="2100882" y="2335215"/>
            <a:ext cx="8252787" cy="1292662"/>
          </a:xfrm>
          <a:prstGeom prst="rect">
            <a:avLst/>
          </a:prstGeom>
        </p:spPr>
        <p:txBody>
          <a:bodyPr wrap="square">
            <a:spAutoFit/>
          </a:bodyPr>
          <a:lstStyle/>
          <a:p>
            <a:r>
              <a:rPr lang="en-GB" sz="2000" u="sng" dirty="0"/>
              <a:t>Biased methods</a:t>
            </a:r>
            <a:r>
              <a:rPr lang="en-GB" sz="2000" dirty="0"/>
              <a:t> and </a:t>
            </a:r>
            <a:r>
              <a:rPr lang="en-GB" sz="2000" u="sng" dirty="0"/>
              <a:t>biased questions</a:t>
            </a:r>
            <a:r>
              <a:rPr lang="en-GB" sz="2000" dirty="0"/>
              <a:t> are likely to influence results in a particular direction. Fair ones are not likely to influence results in a particular way. </a:t>
            </a:r>
          </a:p>
          <a:p>
            <a:endParaRPr lang="en-GB" dirty="0"/>
          </a:p>
        </p:txBody>
      </p:sp>
      <p:sp>
        <p:nvSpPr>
          <p:cNvPr id="3" name="Rectangle 2">
            <a:extLst>
              <a:ext uri="{FF2B5EF4-FFF2-40B4-BE49-F238E27FC236}">
                <a16:creationId xmlns:a16="http://schemas.microsoft.com/office/drawing/2014/main" id="{4CA39538-D097-4AF4-8C66-9B798516FE2C}"/>
              </a:ext>
            </a:extLst>
          </p:cNvPr>
          <p:cNvSpPr/>
          <p:nvPr/>
        </p:nvSpPr>
        <p:spPr>
          <a:xfrm>
            <a:off x="2100881" y="3547867"/>
            <a:ext cx="8584019" cy="1631216"/>
          </a:xfrm>
          <a:prstGeom prst="rect">
            <a:avLst/>
          </a:prstGeom>
        </p:spPr>
        <p:txBody>
          <a:bodyPr wrap="square">
            <a:spAutoFit/>
          </a:bodyPr>
          <a:lstStyle/>
          <a:p>
            <a:r>
              <a:rPr lang="en-GB" sz="2000" dirty="0"/>
              <a:t>Fair questions with fair samples will not give reliable results if the sample is too small. A clear pattern in results of a good survey does suggest that a sample is sufficient. However, conclusions drawn from surveys where frequencies are less than 5 should be regarded with </a:t>
            </a:r>
            <a:r>
              <a:rPr lang="en-AU" sz="2000" dirty="0"/>
              <a:t>suspicion.</a:t>
            </a:r>
            <a:endParaRPr lang="en-AU" sz="2800" dirty="0"/>
          </a:p>
        </p:txBody>
      </p:sp>
    </p:spTree>
    <p:extLst>
      <p:ext uri="{BB962C8B-B14F-4D97-AF65-F5344CB8AC3E}">
        <p14:creationId xmlns:p14="http://schemas.microsoft.com/office/powerpoint/2010/main" val="2345478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2784930"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Statistics</a:t>
            </a:r>
          </a:p>
        </p:txBody>
      </p:sp>
      <p:sp>
        <p:nvSpPr>
          <p:cNvPr id="11" name="TextBox 10"/>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/06/2018</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How do I assess data quality</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3" name="TextBox 12">
            <a:extLst>
              <a:ext uri="{FF2B5EF4-FFF2-40B4-BE49-F238E27FC236}">
                <a16:creationId xmlns:a16="http://schemas.microsoft.com/office/drawing/2014/main" id="{975F7A3F-5FE9-42C0-8413-D3D6815AE3BC}"/>
              </a:ext>
            </a:extLst>
          </p:cNvPr>
          <p:cNvSpPr txBox="1"/>
          <p:nvPr/>
        </p:nvSpPr>
        <p:spPr>
          <a:xfrm>
            <a:off x="2100882" y="1387755"/>
            <a:ext cx="9083038" cy="923330"/>
          </a:xfrm>
          <a:prstGeom prst="rect">
            <a:avLst/>
          </a:prstGeom>
          <a:noFill/>
        </p:spPr>
        <p:txBody>
          <a:bodyPr wrap="square" rtlCol="0">
            <a:spAutoFit/>
          </a:bodyPr>
          <a:lstStyle/>
          <a:p>
            <a:r>
              <a:rPr lang="en-GB" u="sng" dirty="0"/>
              <a:t>A fair sample</a:t>
            </a:r>
            <a:r>
              <a:rPr lang="en-GB" dirty="0"/>
              <a:t> is collected from a sample that is like the rest of the population. </a:t>
            </a:r>
            <a:r>
              <a:rPr lang="en-GB" u="sng" dirty="0"/>
              <a:t>A biased sample </a:t>
            </a:r>
            <a:r>
              <a:rPr lang="en-GB" dirty="0"/>
              <a:t>is not typical of the population.</a:t>
            </a:r>
          </a:p>
          <a:p>
            <a:endParaRPr lang="en-GB" dirty="0"/>
          </a:p>
        </p:txBody>
      </p:sp>
      <p:sp>
        <p:nvSpPr>
          <p:cNvPr id="2" name="Rectangle 1">
            <a:extLst>
              <a:ext uri="{FF2B5EF4-FFF2-40B4-BE49-F238E27FC236}">
                <a16:creationId xmlns:a16="http://schemas.microsoft.com/office/drawing/2014/main" id="{A0F5FB79-7F3A-4E18-A7F7-F8AEA8CE53DA}"/>
              </a:ext>
            </a:extLst>
          </p:cNvPr>
          <p:cNvSpPr/>
          <p:nvPr/>
        </p:nvSpPr>
        <p:spPr>
          <a:xfrm>
            <a:off x="2100882" y="2152918"/>
            <a:ext cx="8252787" cy="1200329"/>
          </a:xfrm>
          <a:prstGeom prst="rect">
            <a:avLst/>
          </a:prstGeom>
        </p:spPr>
        <p:txBody>
          <a:bodyPr wrap="square">
            <a:spAutoFit/>
          </a:bodyPr>
          <a:lstStyle/>
          <a:p>
            <a:r>
              <a:rPr lang="en-GB" u="sng" dirty="0"/>
              <a:t>Biased methods</a:t>
            </a:r>
            <a:r>
              <a:rPr lang="en-GB" dirty="0"/>
              <a:t> and </a:t>
            </a:r>
            <a:r>
              <a:rPr lang="en-GB" u="sng" dirty="0"/>
              <a:t>biased questions</a:t>
            </a:r>
            <a:r>
              <a:rPr lang="en-GB" dirty="0"/>
              <a:t> are likely to influence results in a particular direction. Fair ones are not likely to influence results in a particular way. </a:t>
            </a:r>
          </a:p>
          <a:p>
            <a:endParaRPr lang="en-GB" dirty="0"/>
          </a:p>
        </p:txBody>
      </p:sp>
      <p:sp>
        <p:nvSpPr>
          <p:cNvPr id="3" name="Rectangle 2">
            <a:extLst>
              <a:ext uri="{FF2B5EF4-FFF2-40B4-BE49-F238E27FC236}">
                <a16:creationId xmlns:a16="http://schemas.microsoft.com/office/drawing/2014/main" id="{4CA39538-D097-4AF4-8C66-9B798516FE2C}"/>
              </a:ext>
            </a:extLst>
          </p:cNvPr>
          <p:cNvSpPr/>
          <p:nvPr/>
        </p:nvSpPr>
        <p:spPr>
          <a:xfrm>
            <a:off x="2100882" y="3105047"/>
            <a:ext cx="8584019" cy="1200329"/>
          </a:xfrm>
          <a:prstGeom prst="rect">
            <a:avLst/>
          </a:prstGeom>
        </p:spPr>
        <p:txBody>
          <a:bodyPr wrap="square">
            <a:spAutoFit/>
          </a:bodyPr>
          <a:lstStyle/>
          <a:p>
            <a:r>
              <a:rPr lang="en-GB" dirty="0"/>
              <a:t>Fair questions with fair samples will not give reliable results if the sample is too small. A clear pattern in results of a good survey does suggest that a sample is sufficient. However, conclusions drawn from surveys where frequencies are less than 5 should be regarded with </a:t>
            </a:r>
            <a:r>
              <a:rPr lang="en-AU" dirty="0"/>
              <a:t>suspicion.</a:t>
            </a:r>
            <a:endParaRPr lang="en-AU" sz="2400" dirty="0"/>
          </a:p>
        </p:txBody>
      </p:sp>
      <p:sp>
        <p:nvSpPr>
          <p:cNvPr id="14" name="Rectangle 13">
            <a:extLst>
              <a:ext uri="{FF2B5EF4-FFF2-40B4-BE49-F238E27FC236}">
                <a16:creationId xmlns:a16="http://schemas.microsoft.com/office/drawing/2014/main" id="{E6A6F01D-6112-451B-8162-D0FB5EC7C7F3}"/>
              </a:ext>
            </a:extLst>
          </p:cNvPr>
          <p:cNvSpPr/>
          <p:nvPr/>
        </p:nvSpPr>
        <p:spPr>
          <a:xfrm>
            <a:off x="2100882" y="4528286"/>
            <a:ext cx="9083038" cy="707886"/>
          </a:xfrm>
          <a:prstGeom prst="rect">
            <a:avLst/>
          </a:prstGeom>
        </p:spPr>
        <p:txBody>
          <a:bodyPr wrap="square">
            <a:spAutoFit/>
          </a:bodyPr>
          <a:lstStyle/>
          <a:p>
            <a:r>
              <a:rPr lang="en-GB" sz="2000" u="sng" dirty="0"/>
              <a:t>Non-compliant data</a:t>
            </a:r>
            <a:r>
              <a:rPr lang="en-GB" sz="2000" dirty="0"/>
              <a:t> is obviously wrong, like someone’s age being 164.</a:t>
            </a:r>
          </a:p>
          <a:p>
            <a:endParaRPr lang="en-GB" sz="2000" dirty="0"/>
          </a:p>
        </p:txBody>
      </p:sp>
      <p:sp>
        <p:nvSpPr>
          <p:cNvPr id="8" name="Rectangle 7">
            <a:extLst>
              <a:ext uri="{FF2B5EF4-FFF2-40B4-BE49-F238E27FC236}">
                <a16:creationId xmlns:a16="http://schemas.microsoft.com/office/drawing/2014/main" id="{CEAD6EB3-84ED-4411-B91C-C33230567F4E}"/>
              </a:ext>
            </a:extLst>
          </p:cNvPr>
          <p:cNvSpPr/>
          <p:nvPr/>
        </p:nvSpPr>
        <p:spPr>
          <a:xfrm>
            <a:off x="2100882" y="5236172"/>
            <a:ext cx="8871918" cy="707886"/>
          </a:xfrm>
          <a:prstGeom prst="rect">
            <a:avLst/>
          </a:prstGeom>
        </p:spPr>
        <p:txBody>
          <a:bodyPr wrap="square">
            <a:spAutoFit/>
          </a:bodyPr>
          <a:lstStyle/>
          <a:p>
            <a:r>
              <a:rPr lang="en-GB" sz="2000" u="sng" dirty="0"/>
              <a:t>Outliers</a:t>
            </a:r>
            <a:r>
              <a:rPr lang="en-GB" sz="2000" dirty="0"/>
              <a:t> are data items that are a long way from the rest of the data, but that could be </a:t>
            </a:r>
            <a:r>
              <a:rPr lang="en-AU" sz="2000" dirty="0"/>
              <a:t>correct.</a:t>
            </a:r>
            <a:endParaRPr lang="en-AU" sz="2800" dirty="0"/>
          </a:p>
        </p:txBody>
      </p:sp>
    </p:spTree>
    <p:extLst>
      <p:ext uri="{BB962C8B-B14F-4D97-AF65-F5344CB8AC3E}">
        <p14:creationId xmlns:p14="http://schemas.microsoft.com/office/powerpoint/2010/main" val="2539332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2784930"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Statistics</a:t>
            </a:r>
          </a:p>
        </p:txBody>
      </p:sp>
      <p:sp>
        <p:nvSpPr>
          <p:cNvPr id="11" name="TextBox 10"/>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/06/2018</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How do I assess data quality</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3" name="TextBox 12">
            <a:extLst>
              <a:ext uri="{FF2B5EF4-FFF2-40B4-BE49-F238E27FC236}">
                <a16:creationId xmlns:a16="http://schemas.microsoft.com/office/drawing/2014/main" id="{975F7A3F-5FE9-42C0-8413-D3D6815AE3BC}"/>
              </a:ext>
            </a:extLst>
          </p:cNvPr>
          <p:cNvSpPr txBox="1"/>
          <p:nvPr/>
        </p:nvSpPr>
        <p:spPr>
          <a:xfrm>
            <a:off x="2192321" y="1387755"/>
            <a:ext cx="9694875" cy="1015663"/>
          </a:xfrm>
          <a:prstGeom prst="rect">
            <a:avLst/>
          </a:prstGeom>
          <a:noFill/>
        </p:spPr>
        <p:txBody>
          <a:bodyPr wrap="square" rtlCol="0">
            <a:spAutoFit/>
          </a:bodyPr>
          <a:lstStyle/>
          <a:p>
            <a:r>
              <a:rPr lang="en-GB" sz="2000" dirty="0"/>
              <a:t>If data is collected in a biased way, contains many non-compliant items or lots of outliers, or is collected using very small samples, then it is likely to be of poor quality.</a:t>
            </a:r>
          </a:p>
        </p:txBody>
      </p:sp>
      <p:sp>
        <p:nvSpPr>
          <p:cNvPr id="15" name="TextBox 14">
            <a:extLst>
              <a:ext uri="{FF2B5EF4-FFF2-40B4-BE49-F238E27FC236}">
                <a16:creationId xmlns:a16="http://schemas.microsoft.com/office/drawing/2014/main" id="{C960E299-1C81-4FE9-BF5D-392B0F7F651E}"/>
              </a:ext>
            </a:extLst>
          </p:cNvPr>
          <p:cNvSpPr txBox="1"/>
          <p:nvPr/>
        </p:nvSpPr>
        <p:spPr>
          <a:xfrm>
            <a:off x="2192321" y="2692907"/>
            <a:ext cx="9694875" cy="3416320"/>
          </a:xfrm>
          <a:prstGeom prst="rect">
            <a:avLst/>
          </a:prstGeom>
          <a:noFill/>
        </p:spPr>
        <p:txBody>
          <a:bodyPr wrap="square" rtlCol="0">
            <a:spAutoFit/>
          </a:bodyPr>
          <a:lstStyle/>
          <a:p>
            <a:r>
              <a:rPr lang="en-GB" sz="2400" dirty="0"/>
              <a:t>A survey of shoppers about their holiday plans is conducted as a competition. Survey forms are left in fast food outlets and prizes go to the first 3 names drawn. Respondents are asked questions about their income, family, desired holiday destinations and the kinds of holidays they prefer. They complete the forms by filling in their name, phone number, email and address and put them in boxes at the shops.</a:t>
            </a:r>
          </a:p>
          <a:p>
            <a:endParaRPr lang="en-GB" sz="2400" dirty="0"/>
          </a:p>
          <a:p>
            <a:r>
              <a:rPr lang="en-GB" sz="2400" dirty="0"/>
              <a:t>Discuss with a partner why this is likely to give poor quality data.</a:t>
            </a:r>
            <a:endParaRPr lang="en-GB" sz="2800" dirty="0"/>
          </a:p>
        </p:txBody>
      </p:sp>
    </p:spTree>
    <p:extLst>
      <p:ext uri="{BB962C8B-B14F-4D97-AF65-F5344CB8AC3E}">
        <p14:creationId xmlns:p14="http://schemas.microsoft.com/office/powerpoint/2010/main" val="1089972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2784930"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Statistics</a:t>
            </a:r>
          </a:p>
        </p:txBody>
      </p:sp>
      <p:sp>
        <p:nvSpPr>
          <p:cNvPr id="11" name="TextBox 10"/>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/06/2018</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How do I assess data quality</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5" name="TextBox 14">
            <a:extLst>
              <a:ext uri="{FF2B5EF4-FFF2-40B4-BE49-F238E27FC236}">
                <a16:creationId xmlns:a16="http://schemas.microsoft.com/office/drawing/2014/main" id="{C960E299-1C81-4FE9-BF5D-392B0F7F651E}"/>
              </a:ext>
            </a:extLst>
          </p:cNvPr>
          <p:cNvSpPr txBox="1"/>
          <p:nvPr/>
        </p:nvSpPr>
        <p:spPr>
          <a:xfrm>
            <a:off x="2135171" y="1387755"/>
            <a:ext cx="9694875" cy="1323439"/>
          </a:xfrm>
          <a:prstGeom prst="rect">
            <a:avLst/>
          </a:prstGeom>
          <a:noFill/>
        </p:spPr>
        <p:txBody>
          <a:bodyPr wrap="square" rtlCol="0">
            <a:spAutoFit/>
          </a:bodyPr>
          <a:lstStyle/>
          <a:p>
            <a:r>
              <a:rPr lang="en-GB" sz="1600" dirty="0"/>
              <a:t>A survey of shoppers about their holiday plans is conducted as a competition. Survey forms are left in fast food outlets and prizes go to the first 3 names drawn. Respondents are asked questions about their income, family, desired holiday destinations and the kinds of holidays they prefer. They complete the forms by filling in their name, phone number, email and address and put them in boxes at the shops.</a:t>
            </a:r>
          </a:p>
        </p:txBody>
      </p:sp>
      <p:pic>
        <p:nvPicPr>
          <p:cNvPr id="3" name="Picture 2">
            <a:extLst>
              <a:ext uri="{FF2B5EF4-FFF2-40B4-BE49-F238E27FC236}">
                <a16:creationId xmlns:a16="http://schemas.microsoft.com/office/drawing/2014/main" id="{1F2467C8-8BA1-4272-B2BD-00407B7E5492}"/>
              </a:ext>
            </a:extLst>
          </p:cNvPr>
          <p:cNvPicPr>
            <a:picLocks noChangeAspect="1"/>
          </p:cNvPicPr>
          <p:nvPr/>
        </p:nvPicPr>
        <p:blipFill>
          <a:blip r:embed="rId3"/>
          <a:stretch>
            <a:fillRect/>
          </a:stretch>
        </p:blipFill>
        <p:spPr>
          <a:xfrm>
            <a:off x="2223710" y="2711194"/>
            <a:ext cx="8353425" cy="1362075"/>
          </a:xfrm>
          <a:prstGeom prst="rect">
            <a:avLst/>
          </a:prstGeom>
        </p:spPr>
      </p:pic>
      <p:pic>
        <p:nvPicPr>
          <p:cNvPr id="5" name="Picture 4">
            <a:extLst>
              <a:ext uri="{FF2B5EF4-FFF2-40B4-BE49-F238E27FC236}">
                <a16:creationId xmlns:a16="http://schemas.microsoft.com/office/drawing/2014/main" id="{90AA214B-ED60-4FE9-B066-3401FF298020}"/>
              </a:ext>
            </a:extLst>
          </p:cNvPr>
          <p:cNvPicPr>
            <a:picLocks noChangeAspect="1"/>
          </p:cNvPicPr>
          <p:nvPr/>
        </p:nvPicPr>
        <p:blipFill>
          <a:blip r:embed="rId4"/>
          <a:stretch>
            <a:fillRect/>
          </a:stretch>
        </p:blipFill>
        <p:spPr>
          <a:xfrm>
            <a:off x="2223710" y="4073269"/>
            <a:ext cx="8305800" cy="2924175"/>
          </a:xfrm>
          <a:prstGeom prst="rect">
            <a:avLst/>
          </a:prstGeom>
        </p:spPr>
      </p:pic>
    </p:spTree>
    <p:extLst>
      <p:ext uri="{BB962C8B-B14F-4D97-AF65-F5344CB8AC3E}">
        <p14:creationId xmlns:p14="http://schemas.microsoft.com/office/powerpoint/2010/main" val="201500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2784930"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Statistics</a:t>
            </a:r>
          </a:p>
        </p:txBody>
      </p:sp>
      <p:sp>
        <p:nvSpPr>
          <p:cNvPr id="11" name="TextBox 10"/>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/06/2018</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How do I assess data quality</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5" name="TextBox 14">
            <a:extLst>
              <a:ext uri="{FF2B5EF4-FFF2-40B4-BE49-F238E27FC236}">
                <a16:creationId xmlns:a16="http://schemas.microsoft.com/office/drawing/2014/main" id="{C960E299-1C81-4FE9-BF5D-392B0F7F651E}"/>
              </a:ext>
            </a:extLst>
          </p:cNvPr>
          <p:cNvSpPr txBox="1"/>
          <p:nvPr/>
        </p:nvSpPr>
        <p:spPr>
          <a:xfrm>
            <a:off x="2135171" y="1387755"/>
            <a:ext cx="9694875" cy="1938992"/>
          </a:xfrm>
          <a:prstGeom prst="rect">
            <a:avLst/>
          </a:prstGeom>
          <a:noFill/>
        </p:spPr>
        <p:txBody>
          <a:bodyPr wrap="square" rtlCol="0">
            <a:spAutoFit/>
          </a:bodyPr>
          <a:lstStyle/>
          <a:p>
            <a:r>
              <a:rPr lang="en-GB" sz="2000" dirty="0"/>
              <a:t>In the last lesson we saw that misunderstood statistics could lead to unintended consequences, e.g. prevent shark attacks by banning ice cream sales.</a:t>
            </a:r>
          </a:p>
          <a:p>
            <a:endParaRPr lang="en-GB" sz="2000" dirty="0"/>
          </a:p>
          <a:p>
            <a:r>
              <a:rPr lang="en-GB" sz="2000" dirty="0"/>
              <a:t>Working in groups of 3-4 consider what the unintended consequences for these actions could be / have been</a:t>
            </a:r>
          </a:p>
        </p:txBody>
      </p:sp>
      <p:pic>
        <p:nvPicPr>
          <p:cNvPr id="2" name="Picture 1">
            <a:extLst>
              <a:ext uri="{FF2B5EF4-FFF2-40B4-BE49-F238E27FC236}">
                <a16:creationId xmlns:a16="http://schemas.microsoft.com/office/drawing/2014/main" id="{3912EB0F-AD01-44E3-9DA2-214C41EF003C}"/>
              </a:ext>
            </a:extLst>
          </p:cNvPr>
          <p:cNvPicPr>
            <a:picLocks noChangeAspect="1"/>
          </p:cNvPicPr>
          <p:nvPr/>
        </p:nvPicPr>
        <p:blipFill>
          <a:blip r:embed="rId3"/>
          <a:stretch>
            <a:fillRect/>
          </a:stretch>
        </p:blipFill>
        <p:spPr>
          <a:xfrm>
            <a:off x="2401212" y="3531254"/>
            <a:ext cx="9428834" cy="2920335"/>
          </a:xfrm>
          <a:prstGeom prst="rect">
            <a:avLst/>
          </a:prstGeom>
        </p:spPr>
      </p:pic>
    </p:spTree>
    <p:extLst>
      <p:ext uri="{BB962C8B-B14F-4D97-AF65-F5344CB8AC3E}">
        <p14:creationId xmlns:p14="http://schemas.microsoft.com/office/powerpoint/2010/main" val="74651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BSC Theme">
  <a:themeElements>
    <a:clrScheme name="Vapor Trail">
      <a:dk1>
        <a:sysClr val="windowText" lastClr="000000"/>
      </a:dk1>
      <a:lt1>
        <a:sysClr val="window" lastClr="FFFFFF"/>
      </a:lt1>
      <a:dk2>
        <a:srgbClr val="454545"/>
      </a:dk2>
      <a:lt2>
        <a:srgbClr val="DADADA"/>
      </a:lt2>
      <a:accent1>
        <a:srgbClr val="C4220D"/>
      </a:accent1>
      <a:accent2>
        <a:srgbClr val="EB7712"/>
      </a:accent2>
      <a:accent3>
        <a:srgbClr val="ECBD31"/>
      </a:accent3>
      <a:accent4>
        <a:srgbClr val="92CE4A"/>
      </a:accent4>
      <a:accent5>
        <a:srgbClr val="50CFB4"/>
      </a:accent5>
      <a:accent6>
        <a:srgbClr val="0D8EC5"/>
      </a:accent6>
      <a:hlink>
        <a:srgbClr val="EA5A0C"/>
      </a:hlink>
      <a:folHlink>
        <a:srgbClr val="F09D3A"/>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SC Theme" id="{C1CBADD6-BB5F-440A-B968-1DF8E3AA1E88}" vid="{968D037D-C1E6-4504-B0AA-F343FEB667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BSC Theme</Template>
  <TotalTime>7160</TotalTime>
  <Words>662</Words>
  <Application>Microsoft Office PowerPoint</Application>
  <PresentationFormat>Widescreen</PresentationFormat>
  <Paragraphs>65</Paragraphs>
  <Slides>7</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Century Gothic</vt:lpstr>
      <vt:lpstr>DJB Fancy Nancy</vt:lpstr>
      <vt:lpstr>Kiwi School Handwriting</vt:lpstr>
      <vt:lpstr>BSC Theme</vt:lpstr>
      <vt:lpstr>Statistics Analysing Data</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Statistics in the media</dc:title>
  <dc:creator>Hamilton Stott</dc:creator>
  <cp:lastModifiedBy>Hamilton Stott</cp:lastModifiedBy>
  <cp:revision>54</cp:revision>
  <dcterms:created xsi:type="dcterms:W3CDTF">2017-10-15T23:31:24Z</dcterms:created>
  <dcterms:modified xsi:type="dcterms:W3CDTF">2018-06-17T11:53:26Z</dcterms:modified>
</cp:coreProperties>
</file>