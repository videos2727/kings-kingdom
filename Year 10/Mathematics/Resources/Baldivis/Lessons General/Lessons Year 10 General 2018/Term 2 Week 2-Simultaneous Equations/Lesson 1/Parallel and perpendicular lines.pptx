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89" r:id="rId2"/>
    <p:sldId id="288" r:id="rId3"/>
    <p:sldId id="292" r:id="rId4"/>
    <p:sldId id="301" r:id="rId5"/>
    <p:sldId id="257" r:id="rId6"/>
    <p:sldId id="290" r:id="rId7"/>
    <p:sldId id="291" r:id="rId8"/>
    <p:sldId id="294" r:id="rId9"/>
    <p:sldId id="295" r:id="rId10"/>
    <p:sldId id="303" r:id="rId11"/>
    <p:sldId id="304" r:id="rId12"/>
    <p:sldId id="30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27C43E8B-1AF4-49AA-8CCB-1CF49B51B9CE}"/>
    <pc:docChg chg="undo custSel addSld delSld modSld sldOrd">
      <pc:chgData name="Sarah James" userId="e5e3e68366f0feb3" providerId="LiveId" clId="{27C43E8B-1AF4-49AA-8CCB-1CF49B51B9CE}" dt="2018-04-25T11:46:26.796" v="137" actId="20577"/>
      <pc:docMkLst>
        <pc:docMk/>
      </pc:docMkLst>
      <pc:sldChg chg="addSp delSp">
        <pc:chgData name="Sarah James" userId="e5e3e68366f0feb3" providerId="LiveId" clId="{27C43E8B-1AF4-49AA-8CCB-1CF49B51B9CE}" dt="2018-04-25T11:36:01.279" v="27"/>
        <pc:sldMkLst>
          <pc:docMk/>
          <pc:sldMk cId="1232187812" sldId="292"/>
        </pc:sldMkLst>
        <pc:spChg chg="add del">
          <ac:chgData name="Sarah James" userId="e5e3e68366f0feb3" providerId="LiveId" clId="{27C43E8B-1AF4-49AA-8CCB-1CF49B51B9CE}" dt="2018-04-25T11:35:57.638" v="25" actId="478"/>
          <ac:spMkLst>
            <pc:docMk/>
            <pc:sldMk cId="1232187812" sldId="292"/>
            <ac:spMk id="15" creationId="{7245E152-242F-4B30-B898-9C2D6D518BAF}"/>
          </ac:spMkLst>
        </pc:spChg>
        <pc:spChg chg="add">
          <ac:chgData name="Sarah James" userId="e5e3e68366f0feb3" providerId="LiveId" clId="{27C43E8B-1AF4-49AA-8CCB-1CF49B51B9CE}" dt="2018-04-25T11:36:01.279" v="27"/>
          <ac:spMkLst>
            <pc:docMk/>
            <pc:sldMk cId="1232187812" sldId="292"/>
            <ac:spMk id="16" creationId="{EC4AB6EE-19C3-4594-8743-6DD60A3421AA}"/>
          </ac:spMkLst>
        </pc:spChg>
        <pc:spChg chg="del">
          <ac:chgData name="Sarah James" userId="e5e3e68366f0feb3" providerId="LiveId" clId="{27C43E8B-1AF4-49AA-8CCB-1CF49B51B9CE}" dt="2018-04-25T11:35:59.779" v="26" actId="478"/>
          <ac:spMkLst>
            <pc:docMk/>
            <pc:sldMk cId="1232187812" sldId="292"/>
            <ac:spMk id="15368" creationId="{DD5202A0-6271-4728-92EA-ED0218A02149}"/>
          </ac:spMkLst>
        </pc:spChg>
      </pc:sldChg>
      <pc:sldChg chg="addSp delSp modSp delAnim">
        <pc:chgData name="Sarah James" userId="e5e3e68366f0feb3" providerId="LiveId" clId="{27C43E8B-1AF4-49AA-8CCB-1CF49B51B9CE}" dt="2018-04-25T11:32:59.155" v="9" actId="1076"/>
        <pc:sldMkLst>
          <pc:docMk/>
          <pc:sldMk cId="452736427" sldId="294"/>
        </pc:sldMkLst>
        <pc:spChg chg="del mod">
          <ac:chgData name="Sarah James" userId="e5e3e68366f0feb3" providerId="LiveId" clId="{27C43E8B-1AF4-49AA-8CCB-1CF49B51B9CE}" dt="2018-04-25T11:32:20.680" v="4" actId="478"/>
          <ac:spMkLst>
            <pc:docMk/>
            <pc:sldMk cId="452736427" sldId="294"/>
            <ac:spMk id="2" creationId="{C1ACA796-A33D-47B4-8A84-CB32C82A7D81}"/>
          </ac:spMkLst>
        </pc:spChg>
        <pc:spChg chg="add mod">
          <ac:chgData name="Sarah James" userId="e5e3e68366f0feb3" providerId="LiveId" clId="{27C43E8B-1AF4-49AA-8CCB-1CF49B51B9CE}" dt="2018-04-25T11:32:30.120" v="7" actId="14100"/>
          <ac:spMkLst>
            <pc:docMk/>
            <pc:sldMk cId="452736427" sldId="294"/>
            <ac:spMk id="4" creationId="{54F921DC-B667-4009-892A-BFD6C5E79EB1}"/>
          </ac:spMkLst>
        </pc:spChg>
        <pc:spChg chg="del">
          <ac:chgData name="Sarah James" userId="e5e3e68366f0feb3" providerId="LiveId" clId="{27C43E8B-1AF4-49AA-8CCB-1CF49B51B9CE}" dt="2018-04-25T11:32:23.137" v="5" actId="478"/>
          <ac:spMkLst>
            <pc:docMk/>
            <pc:sldMk cId="452736427" sldId="294"/>
            <ac:spMk id="7" creationId="{3B4230AE-9315-4F13-BA0E-CA26894A8CBD}"/>
          </ac:spMkLst>
        </pc:spChg>
        <pc:picChg chg="del mod">
          <ac:chgData name="Sarah James" userId="e5e3e68366f0feb3" providerId="LiveId" clId="{27C43E8B-1AF4-49AA-8CCB-1CF49B51B9CE}" dt="2018-04-25T11:32:18.656" v="3" actId="478"/>
          <ac:picMkLst>
            <pc:docMk/>
            <pc:sldMk cId="452736427" sldId="294"/>
            <ac:picMk id="3" creationId="{04F8A83C-E1C7-4B41-8132-12B3BC9D2E9C}"/>
          </ac:picMkLst>
        </pc:picChg>
        <pc:picChg chg="add mod">
          <ac:chgData name="Sarah James" userId="e5e3e68366f0feb3" providerId="LiveId" clId="{27C43E8B-1AF4-49AA-8CCB-1CF49B51B9CE}" dt="2018-04-25T11:32:59.155" v="9" actId="1076"/>
          <ac:picMkLst>
            <pc:docMk/>
            <pc:sldMk cId="452736427" sldId="294"/>
            <ac:picMk id="5" creationId="{B00C3800-B7D5-48E5-B6DE-DE3ECD17EB68}"/>
          </ac:picMkLst>
        </pc:picChg>
      </pc:sldChg>
      <pc:sldChg chg="addSp delSp modSp ord delAnim modAnim">
        <pc:chgData name="Sarah James" userId="e5e3e68366f0feb3" providerId="LiveId" clId="{27C43E8B-1AF4-49AA-8CCB-1CF49B51B9CE}" dt="2018-04-25T11:38:38.701" v="43"/>
        <pc:sldMkLst>
          <pc:docMk/>
          <pc:sldMk cId="1732969547" sldId="295"/>
        </pc:sldMkLst>
        <pc:spChg chg="del">
          <ac:chgData name="Sarah James" userId="e5e3e68366f0feb3" providerId="LiveId" clId="{27C43E8B-1AF4-49AA-8CCB-1CF49B51B9CE}" dt="2018-04-25T11:33:14.848" v="11"/>
          <ac:spMkLst>
            <pc:docMk/>
            <pc:sldMk cId="1732969547" sldId="295"/>
            <ac:spMk id="2" creationId="{C1ACA796-A33D-47B4-8A84-CB32C82A7D81}"/>
          </ac:spMkLst>
        </pc:spChg>
        <pc:spChg chg="add mod">
          <ac:chgData name="Sarah James" userId="e5e3e68366f0feb3" providerId="LiveId" clId="{27C43E8B-1AF4-49AA-8CCB-1CF49B51B9CE}" dt="2018-04-25T11:33:47.361" v="15" actId="14100"/>
          <ac:spMkLst>
            <pc:docMk/>
            <pc:sldMk cId="1732969547" sldId="295"/>
            <ac:spMk id="3" creationId="{14F70157-4882-4BFA-8722-F9291DCD28F3}"/>
          </ac:spMkLst>
        </pc:spChg>
        <pc:spChg chg="del">
          <ac:chgData name="Sarah James" userId="e5e3e68366f0feb3" providerId="LiveId" clId="{27C43E8B-1AF4-49AA-8CCB-1CF49B51B9CE}" dt="2018-04-25T11:33:11.852" v="10"/>
          <ac:spMkLst>
            <pc:docMk/>
            <pc:sldMk cId="1732969547" sldId="295"/>
            <ac:spMk id="7" creationId="{3B4230AE-9315-4F13-BA0E-CA26894A8CBD}"/>
          </ac:spMkLst>
        </pc:spChg>
        <pc:picChg chg="del">
          <ac:chgData name="Sarah James" userId="e5e3e68366f0feb3" providerId="LiveId" clId="{27C43E8B-1AF4-49AA-8CCB-1CF49B51B9CE}" dt="2018-04-25T11:33:16.298" v="12" actId="478"/>
          <ac:picMkLst>
            <pc:docMk/>
            <pc:sldMk cId="1732969547" sldId="295"/>
            <ac:picMk id="4" creationId="{8C457F2D-49FC-474D-86BF-559D13916771}"/>
          </ac:picMkLst>
        </pc:picChg>
        <pc:picChg chg="add mod">
          <ac:chgData name="Sarah James" userId="e5e3e68366f0feb3" providerId="LiveId" clId="{27C43E8B-1AF4-49AA-8CCB-1CF49B51B9CE}" dt="2018-04-25T11:34:35.987" v="17" actId="1076"/>
          <ac:picMkLst>
            <pc:docMk/>
            <pc:sldMk cId="1732969547" sldId="295"/>
            <ac:picMk id="5" creationId="{A543F1A6-B04E-4366-8E4C-7EA4F7EB09FB}"/>
          </ac:picMkLst>
        </pc:picChg>
      </pc:sldChg>
      <pc:sldChg chg="modSp">
        <pc:chgData name="Sarah James" userId="e5e3e68366f0feb3" providerId="LiveId" clId="{27C43E8B-1AF4-49AA-8CCB-1CF49B51B9CE}" dt="2018-04-25T11:46:26.796" v="137" actId="20577"/>
        <pc:sldMkLst>
          <pc:docMk/>
          <pc:sldMk cId="1485369653" sldId="300"/>
        </pc:sldMkLst>
        <pc:spChg chg="mod">
          <ac:chgData name="Sarah James" userId="e5e3e68366f0feb3" providerId="LiveId" clId="{27C43E8B-1AF4-49AA-8CCB-1CF49B51B9CE}" dt="2018-04-25T11:46:26.796" v="137" actId="20577"/>
          <ac:spMkLst>
            <pc:docMk/>
            <pc:sldMk cId="1485369653" sldId="300"/>
            <ac:spMk id="3" creationId="{38BF123A-6D89-47FF-AE67-0D2BBA526F6E}"/>
          </ac:spMkLst>
        </pc:spChg>
      </pc:sldChg>
      <pc:sldChg chg="addSp delSp">
        <pc:chgData name="Sarah James" userId="e5e3e68366f0feb3" providerId="LiveId" clId="{27C43E8B-1AF4-49AA-8CCB-1CF49B51B9CE}" dt="2018-04-25T11:36:11.402" v="29"/>
        <pc:sldMkLst>
          <pc:docMk/>
          <pc:sldMk cId="854787417" sldId="301"/>
        </pc:sldMkLst>
        <pc:spChg chg="add">
          <ac:chgData name="Sarah James" userId="e5e3e68366f0feb3" providerId="LiveId" clId="{27C43E8B-1AF4-49AA-8CCB-1CF49B51B9CE}" dt="2018-04-25T11:36:11.402" v="29"/>
          <ac:spMkLst>
            <pc:docMk/>
            <pc:sldMk cId="854787417" sldId="301"/>
            <ac:spMk id="15" creationId="{299BEA4B-1608-46A8-9E92-008BE89F8A7B}"/>
          </ac:spMkLst>
        </pc:spChg>
        <pc:spChg chg="del">
          <ac:chgData name="Sarah James" userId="e5e3e68366f0feb3" providerId="LiveId" clId="{27C43E8B-1AF4-49AA-8CCB-1CF49B51B9CE}" dt="2018-04-25T11:36:07.974" v="28" actId="478"/>
          <ac:spMkLst>
            <pc:docMk/>
            <pc:sldMk cId="854787417" sldId="301"/>
            <ac:spMk id="15368" creationId="{DD5202A0-6271-4728-92EA-ED0218A02149}"/>
          </ac:spMkLst>
        </pc:spChg>
      </pc:sldChg>
      <pc:sldChg chg="delSp modSp add del delAnim">
        <pc:chgData name="Sarah James" userId="e5e3e68366f0feb3" providerId="LiveId" clId="{27C43E8B-1AF4-49AA-8CCB-1CF49B51B9CE}" dt="2018-04-25T11:40:45.177" v="67" actId="2696"/>
        <pc:sldMkLst>
          <pc:docMk/>
          <pc:sldMk cId="1296102849" sldId="302"/>
        </pc:sldMkLst>
        <pc:spChg chg="del mod">
          <ac:chgData name="Sarah James" userId="e5e3e68366f0feb3" providerId="LiveId" clId="{27C43E8B-1AF4-49AA-8CCB-1CF49B51B9CE}" dt="2018-04-25T11:35:14.142" v="22" actId="478"/>
          <ac:spMkLst>
            <pc:docMk/>
            <pc:sldMk cId="1296102849" sldId="302"/>
            <ac:spMk id="3" creationId="{14F70157-4882-4BFA-8722-F9291DCD28F3}"/>
          </ac:spMkLst>
        </pc:spChg>
        <pc:spChg chg="del">
          <ac:chgData name="Sarah James" userId="e5e3e68366f0feb3" providerId="LiveId" clId="{27C43E8B-1AF4-49AA-8CCB-1CF49B51B9CE}" dt="2018-04-25T11:35:12.581" v="21" actId="478"/>
          <ac:spMkLst>
            <pc:docMk/>
            <pc:sldMk cId="1296102849" sldId="302"/>
            <ac:spMk id="6" creationId="{17DAD084-640C-454F-94F1-8E3339B8EDE5}"/>
          </ac:spMkLst>
        </pc:spChg>
        <pc:picChg chg="del">
          <ac:chgData name="Sarah James" userId="e5e3e68366f0feb3" providerId="LiveId" clId="{27C43E8B-1AF4-49AA-8CCB-1CF49B51B9CE}" dt="2018-04-25T11:35:08.874" v="19" actId="478"/>
          <ac:picMkLst>
            <pc:docMk/>
            <pc:sldMk cId="1296102849" sldId="302"/>
            <ac:picMk id="5" creationId="{A543F1A6-B04E-4366-8E4C-7EA4F7EB09FB}"/>
          </ac:picMkLst>
        </pc:picChg>
      </pc:sldChg>
      <pc:sldChg chg="addSp delSp modSp add">
        <pc:chgData name="Sarah James" userId="e5e3e68366f0feb3" providerId="LiveId" clId="{27C43E8B-1AF4-49AA-8CCB-1CF49B51B9CE}" dt="2018-04-25T11:37:20.560" v="42" actId="2711"/>
        <pc:sldMkLst>
          <pc:docMk/>
          <pc:sldMk cId="430665474" sldId="303"/>
        </pc:sldMkLst>
        <pc:spChg chg="add mod">
          <ac:chgData name="Sarah James" userId="e5e3e68366f0feb3" providerId="LiveId" clId="{27C43E8B-1AF4-49AA-8CCB-1CF49B51B9CE}" dt="2018-04-25T11:37:20.560" v="42" actId="2711"/>
          <ac:spMkLst>
            <pc:docMk/>
            <pc:sldMk cId="430665474" sldId="303"/>
            <ac:spMk id="2" creationId="{7E7AF598-073B-4DAB-8BE9-F63AC88E73BB}"/>
          </ac:spMkLst>
        </pc:spChg>
        <pc:spChg chg="del mod">
          <ac:chgData name="Sarah James" userId="e5e3e68366f0feb3" providerId="LiveId" clId="{27C43E8B-1AF4-49AA-8CCB-1CF49B51B9CE}" dt="2018-04-25T11:36:37.687" v="34" actId="478"/>
          <ac:spMkLst>
            <pc:docMk/>
            <pc:sldMk cId="430665474" sldId="303"/>
            <ac:spMk id="3" creationId="{37E474BD-E809-43AB-8091-4D0A3AD0FE39}"/>
          </ac:spMkLst>
        </pc:spChg>
        <pc:spChg chg="del">
          <ac:chgData name="Sarah James" userId="e5e3e68366f0feb3" providerId="LiveId" clId="{27C43E8B-1AF4-49AA-8CCB-1CF49B51B9CE}" dt="2018-04-25T11:36:34.839" v="32" actId="478"/>
          <ac:spMkLst>
            <pc:docMk/>
            <pc:sldMk cId="430665474" sldId="303"/>
            <ac:spMk id="5" creationId="{91196A2B-A79E-4A07-A696-D73BF077AA84}"/>
          </ac:spMkLst>
        </pc:spChg>
        <pc:spChg chg="add">
          <ac:chgData name="Sarah James" userId="e5e3e68366f0feb3" providerId="LiveId" clId="{27C43E8B-1AF4-49AA-8CCB-1CF49B51B9CE}" dt="2018-04-25T11:36:30.259" v="31"/>
          <ac:spMkLst>
            <pc:docMk/>
            <pc:sldMk cId="430665474" sldId="303"/>
            <ac:spMk id="13" creationId="{0386CADE-CBEE-4949-9A86-FF5C1FC8DD59}"/>
          </ac:spMkLst>
        </pc:spChg>
        <pc:spChg chg="del">
          <ac:chgData name="Sarah James" userId="e5e3e68366f0feb3" providerId="LiveId" clId="{27C43E8B-1AF4-49AA-8CCB-1CF49B51B9CE}" dt="2018-04-25T11:36:28.978" v="30" actId="478"/>
          <ac:spMkLst>
            <pc:docMk/>
            <pc:sldMk cId="430665474" sldId="303"/>
            <ac:spMk id="15368" creationId="{DD5202A0-6271-4728-92EA-ED0218A02149}"/>
          </ac:spMkLst>
        </pc:spChg>
      </pc:sldChg>
      <pc:sldChg chg="addSp delSp modSp">
        <pc:chgData name="Sarah James" userId="e5e3e68366f0feb3" providerId="LiveId" clId="{27C43E8B-1AF4-49AA-8CCB-1CF49B51B9CE}" dt="2018-04-25T11:40:40.908" v="66" actId="1076"/>
        <pc:sldMkLst>
          <pc:docMk/>
          <pc:sldMk cId="1396067854" sldId="304"/>
        </pc:sldMkLst>
        <pc:spChg chg="add mod">
          <ac:chgData name="Sarah James" userId="e5e3e68366f0feb3" providerId="LiveId" clId="{27C43E8B-1AF4-49AA-8CCB-1CF49B51B9CE}" dt="2018-04-25T11:40:17.459" v="64" actId="20577"/>
          <ac:spMkLst>
            <pc:docMk/>
            <pc:sldMk cId="1396067854" sldId="304"/>
            <ac:spMk id="2" creationId="{BEE87769-448A-46CD-B685-36B54841638C}"/>
          </ac:spMkLst>
        </pc:spChg>
        <pc:spChg chg="del">
          <ac:chgData name="Sarah James" userId="e5e3e68366f0feb3" providerId="LiveId" clId="{27C43E8B-1AF4-49AA-8CCB-1CF49B51B9CE}" dt="2018-04-25T11:39:16.280" v="46"/>
          <ac:spMkLst>
            <pc:docMk/>
            <pc:sldMk cId="1396067854" sldId="304"/>
            <ac:spMk id="3" creationId="{14F70157-4882-4BFA-8722-F9291DCD28F3}"/>
          </ac:spMkLst>
        </pc:spChg>
        <pc:spChg chg="mod">
          <ac:chgData name="Sarah James" userId="e5e3e68366f0feb3" providerId="LiveId" clId="{27C43E8B-1AF4-49AA-8CCB-1CF49B51B9CE}" dt="2018-04-25T11:39:10.806" v="45" actId="20577"/>
          <ac:spMkLst>
            <pc:docMk/>
            <pc:sldMk cId="1396067854" sldId="304"/>
            <ac:spMk id="6" creationId="{17DAD084-640C-454F-94F1-8E3339B8EDE5}"/>
          </ac:spMkLst>
        </pc:spChg>
        <pc:picChg chg="add mod">
          <ac:chgData name="Sarah James" userId="e5e3e68366f0feb3" providerId="LiveId" clId="{27C43E8B-1AF4-49AA-8CCB-1CF49B51B9CE}" dt="2018-04-25T11:40:40.908" v="66" actId="1076"/>
          <ac:picMkLst>
            <pc:docMk/>
            <pc:sldMk cId="1396067854" sldId="304"/>
            <ac:picMk id="4" creationId="{AF90A8A8-F3B5-4ABC-9F49-EEFF3093F600}"/>
          </ac:picMkLst>
        </pc:picChg>
        <pc:picChg chg="del">
          <ac:chgData name="Sarah James" userId="e5e3e68366f0feb3" providerId="LiveId" clId="{27C43E8B-1AF4-49AA-8CCB-1CF49B51B9CE}" dt="2018-04-25T11:40:15.260" v="63" actId="478"/>
          <ac:picMkLst>
            <pc:docMk/>
            <pc:sldMk cId="1396067854" sldId="304"/>
            <ac:picMk id="5" creationId="{A543F1A6-B04E-4366-8E4C-7EA4F7EB09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53CF5-0D5C-46CA-8911-91F12CDDBF67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BCB8C-79AC-45B7-9105-5A987FC44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12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65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2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86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50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4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935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10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00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73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67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83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47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028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997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659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95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76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8698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3504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131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506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395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8103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860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806B1-3094-4FC4-AD18-DA0C694708AE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84EA10-76D1-4C0D-9578-8835F9F2CF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894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459533"/>
            <a:ext cx="7766936" cy="164630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Linear relationships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05835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does the gradient differ between parallel and perpendicular lines?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642001" y="2259012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does the gradient differ between parallel and perpendicular lines?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77C06FA-41CC-406E-A392-7AA35EB5D8B3}"/>
                  </a:ext>
                </a:extLst>
              </p:cNvPr>
              <p:cNvSpPr/>
              <p:nvPr/>
            </p:nvSpPr>
            <p:spPr>
              <a:xfrm>
                <a:off x="3642001" y="2380696"/>
                <a:ext cx="7322376" cy="20005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 a graph, parallel lines have the same gradient.</a:t>
                </a:r>
              </a:p>
              <a:p>
                <a:endParaRPr lang="en-US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solidFill>
                      <a:srgbClr val="33333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2</m:t>
                    </m:r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+ 3 </m:t>
                    </m:r>
                  </m:oMath>
                </a14:m>
                <a:r>
                  <a:rPr lang="en-US" dirty="0">
                    <a:solidFill>
                      <a:srgbClr val="33333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2</m:t>
                    </m:r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− 4 </m:t>
                    </m:r>
                  </m:oMath>
                </a14:m>
                <a:r>
                  <a:rPr lang="en-US" dirty="0">
                    <a:solidFill>
                      <a:srgbClr val="33333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are parallel because they both have a gradient of 2.</a:t>
                </a:r>
              </a:p>
              <a:p>
                <a:endParaRPr lang="en-US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Collinear points are points which all lie on the same straight line.</a:t>
                </a:r>
              </a:p>
              <a:p>
                <a:endParaRPr lang="en-US" sz="1600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77C06FA-41CC-406E-A392-7AA35EB5D8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001" y="2380696"/>
                <a:ext cx="7322376" cy="2000548"/>
              </a:xfrm>
              <a:prstGeom prst="rect">
                <a:avLst/>
              </a:prstGeom>
              <a:blipFill>
                <a:blip r:embed="rId3"/>
                <a:stretch>
                  <a:fillRect l="-666" t="-18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8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503614" y="2250757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DB5B9-C9C0-45BB-A59B-B11B87BA31C7}"/>
                  </a:ext>
                </a:extLst>
              </p:cNvPr>
              <p:cNvSpPr/>
              <p:nvPr/>
            </p:nvSpPr>
            <p:spPr>
              <a:xfrm>
                <a:off x="3654286" y="2409923"/>
                <a:ext cx="8070353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33333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Remember that perpendicular lines will always cross at right angles.</a:t>
                </a:r>
              </a:p>
              <a:p>
                <a:endParaRPr lang="en-US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solidFill>
                      <a:srgbClr val="33333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 this diagram, the lines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2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+ 3 </m:t>
                    </m:r>
                  </m:oMath>
                </a14:m>
                <a:r>
                  <a:rPr lang="en-US" dirty="0">
                    <a:solidFill>
                      <a:srgbClr val="33333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−1/2 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−1 </m:t>
                    </m:r>
                  </m:oMath>
                </a14:m>
                <a:r>
                  <a:rPr lang="en-US" dirty="0">
                    <a:solidFill>
                      <a:srgbClr val="333333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cross at right angles.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DB5B9-C9C0-45BB-A59B-B11B87BA31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286" y="2409923"/>
                <a:ext cx="8070353" cy="923330"/>
              </a:xfrm>
              <a:prstGeom prst="rect">
                <a:avLst/>
              </a:prstGeom>
              <a:blipFill>
                <a:blip r:embed="rId3"/>
                <a:stretch>
                  <a:fillRect l="-604" t="-3289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42AD7B79-6D21-44AF-B556-136095940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083" y="3333253"/>
            <a:ext cx="5611917" cy="3306298"/>
          </a:xfrm>
          <a:prstGeom prst="rect">
            <a:avLst/>
          </a:prstGeom>
        </p:spPr>
      </p:pic>
      <p:sp>
        <p:nvSpPr>
          <p:cNvPr id="16" name="TextBox 11">
            <a:extLst>
              <a:ext uri="{FF2B5EF4-FFF2-40B4-BE49-F238E27FC236}">
                <a16:creationId xmlns:a16="http://schemas.microsoft.com/office/drawing/2014/main" id="{EC4AB6EE-19C3-4594-8743-6DD60A34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does the gradient differ between parallel and perpendicular lines?</a:t>
            </a:r>
          </a:p>
        </p:txBody>
      </p:sp>
    </p:spTree>
    <p:extLst>
      <p:ext uri="{BB962C8B-B14F-4D97-AF65-F5344CB8AC3E}">
        <p14:creationId xmlns:p14="http://schemas.microsoft.com/office/powerpoint/2010/main" val="123218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503614" y="2250757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E474BD-E809-43AB-8091-4D0A3AD0FE39}"/>
              </a:ext>
            </a:extLst>
          </p:cNvPr>
          <p:cNvSpPr/>
          <p:nvPr/>
        </p:nvSpPr>
        <p:spPr>
          <a:xfrm>
            <a:off x="3544888" y="237282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gradients of these lines are 2 and -</a:t>
            </a:r>
            <a:r>
              <a:rPr lang="en-US" baseline="30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baseline="-25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product of the gradients is 2 </a:t>
            </a:r>
            <a:r>
              <a:rPr lang="en-US" i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-</a:t>
            </a:r>
            <a:r>
              <a:rPr lang="en-US" baseline="30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baseline="-25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-1.</a:t>
            </a:r>
            <a:endParaRPr lang="en-US" b="0" i="0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96A2B-A79E-4A07-A696-D73BF077AA84}"/>
              </a:ext>
            </a:extLst>
          </p:cNvPr>
          <p:cNvSpPr/>
          <p:nvPr/>
        </p:nvSpPr>
        <p:spPr>
          <a:xfrm>
            <a:off x="3544886" y="3417614"/>
            <a:ext cx="80143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 can work out whether 2 lines are perpendicular by multiplying their gradients.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product of the gradient of perpendicular lines will always be -1.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lines are perpendicular, M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× M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= − 1</a:t>
            </a:r>
            <a:endParaRPr lang="en-US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299BEA4B-1608-46A8-9E92-008BE89F8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does the gradient differ between parallel and perpendicular lines?</a:t>
            </a:r>
          </a:p>
        </p:txBody>
      </p:sp>
    </p:spTree>
    <p:extLst>
      <p:ext uri="{BB962C8B-B14F-4D97-AF65-F5344CB8AC3E}">
        <p14:creationId xmlns:p14="http://schemas.microsoft.com/office/powerpoint/2010/main" val="85478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 We will do this together. Complete this in your Interactive notebook</a:t>
            </a:r>
            <a:endParaRPr lang="en-AU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FE5-F475-423B-8755-4C98FD26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0" y="1641415"/>
            <a:ext cx="7763254" cy="2811145"/>
          </a:xfrm>
        </p:spPr>
        <p:txBody>
          <a:bodyPr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BBA9AF-71D9-4602-B5AC-5C2BCBAFA622}"/>
              </a:ext>
            </a:extLst>
          </p:cNvPr>
          <p:cNvSpPr/>
          <p:nvPr/>
        </p:nvSpPr>
        <p:spPr>
          <a:xfrm>
            <a:off x="234824" y="1340098"/>
            <a:ext cx="11806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Show that AB is parallel to CD given that A has coordinates (−1, −5), B has coordinates (5, 7), C has coordinates (−3, 1) and D has coordinates (4, 15).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33C70B-913E-4914-B6D6-92E4BAD3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24" y="2157412"/>
            <a:ext cx="100393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/>
          <a:lstStyle/>
          <a:p>
            <a:pPr algn="l"/>
            <a:r>
              <a:rPr lang="en-US" sz="2400" dirty="0"/>
              <a:t>Example 2: We will do this together. Complete this in your Interactive notebook</a:t>
            </a:r>
            <a:endParaRPr lang="en-AU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5E08E-ABC8-4491-9925-87F799A080C1}"/>
              </a:ext>
            </a:extLst>
          </p:cNvPr>
          <p:cNvSpPr/>
          <p:nvPr/>
        </p:nvSpPr>
        <p:spPr>
          <a:xfrm>
            <a:off x="914966" y="911304"/>
            <a:ext cx="8249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Show that the points A(2, 0), B(4, 1) and C(10, 4) are collinear.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7BD92-A3A2-4F4D-A811-EEA63A2A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43" y="1418828"/>
            <a:ext cx="8820955" cy="54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DAD084-640C-454F-94F1-8E3339B8EDE5}"/>
              </a:ext>
            </a:extLst>
          </p:cNvPr>
          <p:cNvSpPr txBox="1">
            <a:spLocks/>
          </p:cNvSpPr>
          <p:nvPr/>
        </p:nvSpPr>
        <p:spPr>
          <a:xfrm>
            <a:off x="150560" y="419072"/>
            <a:ext cx="8764840" cy="9210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Example 3: We will do this together. Complete this in your Interactive notebook</a:t>
            </a:r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01BC6-40E1-472E-8CF8-729C9E18764A}"/>
              </a:ext>
            </a:extLst>
          </p:cNvPr>
          <p:cNvSpPr/>
          <p:nvPr/>
        </p:nvSpPr>
        <p:spPr>
          <a:xfrm>
            <a:off x="274320" y="1253906"/>
            <a:ext cx="899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Show that the lines 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 = −5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 + 2 and 5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 − 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 + 15 = 0 are perpendicular to one another.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8C75D-DF00-4368-8AC4-F91FF3D26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22" y="1843722"/>
            <a:ext cx="94392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1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DAD084-640C-454F-94F1-8E3339B8EDE5}"/>
              </a:ext>
            </a:extLst>
          </p:cNvPr>
          <p:cNvSpPr txBox="1">
            <a:spLocks/>
          </p:cNvSpPr>
          <p:nvPr/>
        </p:nvSpPr>
        <p:spPr>
          <a:xfrm>
            <a:off x="150560" y="419072"/>
            <a:ext cx="8764840" cy="8233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Example 4: We will do this together. Complete this in your Interactive notebook</a:t>
            </a:r>
          </a:p>
          <a:p>
            <a:endParaRPr lang="en-AU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F921DC-B667-4009-892A-BFD6C5E79EB1}"/>
              </a:ext>
            </a:extLst>
          </p:cNvPr>
          <p:cNvSpPr/>
          <p:nvPr/>
        </p:nvSpPr>
        <p:spPr>
          <a:xfrm>
            <a:off x="150560" y="1242391"/>
            <a:ext cx="1001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equation of the straight line that passes through the point (3, -1) and is parallel to the straight line with equation y = 2x + 1.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C3800-B7D5-48E5-B6DE-DE3ECD17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2065710"/>
            <a:ext cx="72390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DAD084-640C-454F-94F1-8E3339B8EDE5}"/>
              </a:ext>
            </a:extLst>
          </p:cNvPr>
          <p:cNvSpPr txBox="1">
            <a:spLocks/>
          </p:cNvSpPr>
          <p:nvPr/>
        </p:nvSpPr>
        <p:spPr>
          <a:xfrm>
            <a:off x="150560" y="419072"/>
            <a:ext cx="8764840" cy="8233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Example 5: We will do this together. Complete this in your Interactive notebook</a:t>
            </a:r>
          </a:p>
          <a:p>
            <a:endParaRPr lang="en-AU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70157-4882-4BFA-8722-F9291DCD28F3}"/>
              </a:ext>
            </a:extLst>
          </p:cNvPr>
          <p:cNvSpPr/>
          <p:nvPr/>
        </p:nvSpPr>
        <p:spPr>
          <a:xfrm>
            <a:off x="150560" y="1372215"/>
            <a:ext cx="976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equation of the line that passes through the point (0, 3) and is perpendicular to a straight line with a gradient of 5.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3F1A6-B04E-4366-8E4C-7EA4F7EB0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17" y="2263140"/>
            <a:ext cx="73247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6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503614" y="2250757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386CADE-CBEE-4949-9A86-FF5C1FC8D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does the gradient differ between parallel and perpendicular lines?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7AF598-073B-4DAB-8BE9-F63AC88E73BB}"/>
              </a:ext>
            </a:extLst>
          </p:cNvPr>
          <p:cNvSpPr/>
          <p:nvPr/>
        </p:nvSpPr>
        <p:spPr>
          <a:xfrm>
            <a:off x="3634408" y="2381299"/>
            <a:ext cx="64438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Horizontal lines are parallel to the x-axis, have a gradient of zero, are expressed in the form y = c and have no x-intercept.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Vertical lines are parallel to the y-axis, have an undefined (infinite) gradient, are expressed in the form x = a and have no y-intercept.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665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DAD084-640C-454F-94F1-8E3339B8EDE5}"/>
              </a:ext>
            </a:extLst>
          </p:cNvPr>
          <p:cNvSpPr txBox="1">
            <a:spLocks/>
          </p:cNvSpPr>
          <p:nvPr/>
        </p:nvSpPr>
        <p:spPr>
          <a:xfrm>
            <a:off x="150560" y="419072"/>
            <a:ext cx="8764840" cy="8233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Example 6: We will do this together. Complete this in your Interactive notebook</a:t>
            </a:r>
          </a:p>
          <a:p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E87769-448A-46CD-B685-36B54841638C}"/>
              </a:ext>
            </a:extLst>
          </p:cNvPr>
          <p:cNvSpPr/>
          <p:nvPr/>
        </p:nvSpPr>
        <p:spPr>
          <a:xfrm>
            <a:off x="381317" y="1291100"/>
            <a:ext cx="95776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equation of: </a:t>
            </a:r>
          </a:p>
          <a:p>
            <a:endParaRPr lang="en-US" dirty="0"/>
          </a:p>
          <a:p>
            <a:pPr marL="342900" indent="-342900">
              <a:buAutoNum type="alphaLcParenR"/>
            </a:pPr>
            <a:r>
              <a:rPr lang="en-US" dirty="0"/>
              <a:t>the vertical line that passes through the point (2, -3) </a:t>
            </a:r>
          </a:p>
          <a:p>
            <a:pPr marL="342900" indent="-342900">
              <a:buAutoNum type="alphaLcParenR"/>
            </a:pPr>
            <a:r>
              <a:rPr lang="en-US" dirty="0"/>
              <a:t>the horizontal line that passes through the point (-2, 6)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0A8A8-F3B5-4ABC-9F49-EEFF3093F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47" y="3160707"/>
            <a:ext cx="6143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6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1364-E5E1-485F-BFB1-46666CF9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to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123A-6D89-47FF-AE67-0D2BBA52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7789"/>
            <a:ext cx="9043708" cy="2478776"/>
          </a:xfrm>
        </p:spPr>
        <p:txBody>
          <a:bodyPr>
            <a:normAutofit/>
          </a:bodyPr>
          <a:lstStyle/>
          <a:p>
            <a:r>
              <a:rPr lang="en-US" dirty="0"/>
              <a:t>Complete the following worksheets:</a:t>
            </a:r>
          </a:p>
          <a:p>
            <a:pPr lvl="1"/>
            <a:r>
              <a:rPr lang="en-US" dirty="0"/>
              <a:t>Parallel and perpendicular lines Worksheet 1(easiest)</a:t>
            </a:r>
          </a:p>
          <a:p>
            <a:pPr lvl="1"/>
            <a:r>
              <a:rPr lang="en-US" dirty="0"/>
              <a:t>More difficult parallel and perpendicular lines Worksheet 2(moderate- challenging)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/>
                </a:solidFill>
              </a:rPr>
              <a:t>These worksheets will be on CONNECT along with this PowerPoint to support your revision and study of this topic.</a:t>
            </a:r>
          </a:p>
          <a:p>
            <a:pPr lvl="1"/>
            <a:endParaRPr lang="en-US" dirty="0"/>
          </a:p>
          <a:p>
            <a:pPr lvl="1"/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281C6B-06A0-450C-82E2-AA433FAD6458}"/>
              </a:ext>
            </a:extLst>
          </p:cNvPr>
          <p:cNvSpPr txBox="1">
            <a:spLocks/>
          </p:cNvSpPr>
          <p:nvPr/>
        </p:nvSpPr>
        <p:spPr>
          <a:xfrm>
            <a:off x="1124374" y="390435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Homework/Revision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DC49-305E-4851-A40C-52C5C3D29094}"/>
              </a:ext>
            </a:extLst>
          </p:cNvPr>
          <p:cNvSpPr txBox="1">
            <a:spLocks/>
          </p:cNvSpPr>
          <p:nvPr/>
        </p:nvSpPr>
        <p:spPr>
          <a:xfrm>
            <a:off x="900853" y="4564755"/>
            <a:ext cx="7646799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Continue to work through the worksheets above</a:t>
            </a:r>
          </a:p>
          <a:p>
            <a:pPr lvl="1"/>
            <a:r>
              <a:rPr lang="en-US" dirty="0"/>
              <a:t>Write your summary of this topic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53696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1446</TotalTime>
  <Words>630</Words>
  <Application>Microsoft Office PowerPoint</Application>
  <PresentationFormat>Widescreen</PresentationFormat>
  <Paragraphs>86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Cambria Math</vt:lpstr>
      <vt:lpstr>DJB Fancy Nancy</vt:lpstr>
      <vt:lpstr>Helvetica</vt:lpstr>
      <vt:lpstr>Kiwi School Handwriting</vt:lpstr>
      <vt:lpstr>Times New Roman</vt:lpstr>
      <vt:lpstr>Trebuchet MS</vt:lpstr>
      <vt:lpstr>Wingdings 3</vt:lpstr>
      <vt:lpstr>Facet</vt:lpstr>
      <vt:lpstr>Linear relationships</vt:lpstr>
      <vt:lpstr>PowerPoint Presentation</vt:lpstr>
      <vt:lpstr>PowerPoint Presentation</vt:lpstr>
      <vt:lpstr>PowerPoint Presentation</vt:lpstr>
      <vt:lpstr>Example 1: We will do this together. Complete this in your Interactive notebook</vt:lpstr>
      <vt:lpstr>Example 2: We will do this together. Complete this in your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 to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relationships</dc:title>
  <dc:creator>Sarah James</dc:creator>
  <cp:lastModifiedBy>Sarah James</cp:lastModifiedBy>
  <cp:revision>6</cp:revision>
  <dcterms:created xsi:type="dcterms:W3CDTF">2018-04-24T11:39:36Z</dcterms:created>
  <dcterms:modified xsi:type="dcterms:W3CDTF">2018-04-25T11:46:32Z</dcterms:modified>
</cp:coreProperties>
</file>