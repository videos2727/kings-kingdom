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70" r:id="rId2"/>
    <p:sldId id="271" r:id="rId3"/>
    <p:sldId id="263" r:id="rId4"/>
    <p:sldId id="264" r:id="rId5"/>
    <p:sldId id="257" r:id="rId6"/>
    <p:sldId id="258" r:id="rId7"/>
    <p:sldId id="266" r:id="rId8"/>
    <p:sldId id="268" r:id="rId9"/>
    <p:sldId id="260" r:id="rId10"/>
    <p:sldId id="267" r:id="rId11"/>
    <p:sldId id="269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/>
    <p:restoredTop sz="94718"/>
  </p:normalViewPr>
  <p:slideViewPr>
    <p:cSldViewPr>
      <p:cViewPr varScale="1">
        <p:scale>
          <a:sx n="84" d="100"/>
          <a:sy n="84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18/5/18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understanding/ independent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18/5/18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97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863" y="2204864"/>
            <a:ext cx="4507201" cy="3393452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000" dirty="0"/>
              <a:t>Simultaneous equations – </a:t>
            </a:r>
            <a:r>
              <a:rPr lang="en-AU" sz="4000" dirty="0" smtClean="0"/>
              <a:t>Elimina</a:t>
            </a:r>
            <a:r>
              <a:rPr lang="en-AU" sz="4000" dirty="0" smtClean="0"/>
              <a:t>tion Method</a:t>
            </a:r>
            <a:r>
              <a:rPr lang="en-AU" sz="4000" dirty="0"/>
              <a:t/>
            </a:r>
            <a:br>
              <a:rPr lang="en-AU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8731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Review previous lesson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3352800"/>
            <a:ext cx="89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Watch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36320" y="4175760"/>
            <a:ext cx="6488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education.abc.net.au</a:t>
            </a:r>
            <a:r>
              <a:rPr lang="en-US" dirty="0"/>
              <a:t>/home#!/media/1605241/linear-simultaneous-equations-elimination</a:t>
            </a:r>
          </a:p>
        </p:txBody>
      </p:sp>
    </p:spTree>
    <p:extLst>
      <p:ext uri="{BB962C8B-B14F-4D97-AF65-F5344CB8AC3E}">
        <p14:creationId xmlns:p14="http://schemas.microsoft.com/office/powerpoint/2010/main" val="101775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>
                <a:solidFill>
                  <a:schemeClr val="tx2"/>
                </a:solidFill>
                <a:latin typeface="Baskerville Old Face" pitchFamily="18" charset="0"/>
              </a:rPr>
              <a:t>Do you agree?</a:t>
            </a:r>
            <a:endParaRPr lang="en-AU" b="1" dirty="0">
              <a:solidFill>
                <a:schemeClr val="tx2"/>
              </a:solidFill>
              <a:latin typeface="Baskerville Old Face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5+3=8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7−3=4</m:t>
                      </m:r>
                    </m:oMath>
                  </m:oMathPara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smtClean="0"/>
                  <a:t>What would happen if we add each side of the equations together? (5+3+7-3) and (8+4)</a:t>
                </a:r>
              </a:p>
              <a:p>
                <a:pPr marL="0" indent="0">
                  <a:buNone/>
                </a:pPr>
                <a:r>
                  <a:rPr lang="en-AU" dirty="0"/>
                  <a:t> </a:t>
                </a:r>
                <a:endParaRPr lang="en-AU" dirty="0" smtClean="0"/>
              </a:p>
              <a:p>
                <a:pPr marL="0" indent="0">
                  <a:buNone/>
                </a:pPr>
                <a:r>
                  <a:rPr lang="en-AU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5+3+7−3</m:t>
                    </m:r>
                    <m:r>
                      <a:rPr lang="en-AU" b="0" i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?</m:t>
                    </m:r>
                  </m:oMath>
                </a14:m>
                <a:endParaRPr lang="en-AU" b="0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AU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5+7=12</m:t>
                    </m:r>
                  </m:oMath>
                </a14:m>
                <a:r>
                  <a:rPr lang="en-AU" b="0" dirty="0" smtClean="0">
                    <a:solidFill>
                      <a:srgbClr val="FF0000"/>
                    </a:solidFill>
                  </a:rPr>
                  <a:t/>
                </a:r>
                <a:br>
                  <a:rPr lang="en-AU" b="0" dirty="0" smtClean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8+4=12</m:t>
                      </m:r>
                    </m:oMath>
                  </m:oMathPara>
                </a14:m>
                <a:endParaRPr lang="en-AU" b="0" dirty="0" smtClean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AU" dirty="0" smtClean="0">
                    <a:solidFill>
                      <a:srgbClr val="7030A0"/>
                    </a:solidFill>
                  </a:rPr>
                  <a:t>They are the same. </a:t>
                </a:r>
                <a:r>
                  <a:rPr lang="en-AU" b="0" dirty="0" smtClean="0"/>
                  <a:t/>
                </a:r>
                <a:br>
                  <a:rPr lang="en-AU" b="0" dirty="0" smtClean="0"/>
                </a:br>
                <a:endParaRPr lang="en-AU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rot="21206743">
            <a:off x="3665028" y="3662440"/>
            <a:ext cx="2373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7030A0"/>
                </a:solidFill>
              </a:rPr>
              <a:t>The 3s get eliminated</a:t>
            </a:r>
          </a:p>
          <a:p>
            <a:r>
              <a:rPr lang="en-AU" b="1" dirty="0" smtClean="0">
                <a:solidFill>
                  <a:srgbClr val="7030A0"/>
                </a:solidFill>
              </a:rPr>
              <a:t>(3-3=0)</a:t>
            </a:r>
            <a:endParaRPr lang="en-AU" b="1" dirty="0">
              <a:solidFill>
                <a:srgbClr val="7030A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308200" y="3944307"/>
            <a:ext cx="1327696" cy="3487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337186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can we solve simultaneous equations with the elimination method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69535" y="2352684"/>
            <a:ext cx="6769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education.abc.net.au</a:t>
            </a:r>
            <a:r>
              <a:rPr lang="en-US" dirty="0"/>
              <a:t>/home#!/media/1605241/linear-simultaneous-equations-elimination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2788" y="2005348"/>
            <a:ext cx="822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Watch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17049" y="3205677"/>
            <a:ext cx="6758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If two (or more) equations have the same variables and the same solutions then they are simultaneous equations</a:t>
            </a:r>
            <a:r>
              <a:rPr lang="en-AU" sz="2400" dirty="0" smtClean="0"/>
              <a:t>.</a:t>
            </a:r>
          </a:p>
          <a:p>
            <a:endParaRPr lang="en-AU" sz="2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717049" y="4265333"/>
            <a:ext cx="67587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  <a:p>
            <a:r>
              <a:rPr lang="en-AU" sz="2400" dirty="0"/>
              <a:t>'Solving' simultaneous equations means finding the values of 'x' and 'y' that make them true. The following steps will demonstrate how to solve simultaneous equations by the </a:t>
            </a:r>
            <a:r>
              <a:rPr lang="en-AU" sz="2400" b="1" dirty="0"/>
              <a:t>substitution method</a:t>
            </a:r>
            <a:r>
              <a:rPr lang="en-AU" sz="2400" dirty="0"/>
              <a:t>.   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- Solve Simultaneous equations using the elimination method.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/>
          <p:cNvSpPr/>
          <p:nvPr/>
        </p:nvSpPr>
        <p:spPr>
          <a:xfrm rot="20245003">
            <a:off x="6228184" y="2708920"/>
            <a:ext cx="648072" cy="100013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2987824" y="3062726"/>
            <a:ext cx="576064" cy="72631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71600" y="337186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can we solve simultaneous equations with the elimination method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211563" y="2204863"/>
            <a:ext cx="7086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elimination method is where we eliminate one of the variables in order to solve.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561354" y="3062726"/>
                <a:ext cx="14636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354" y="3062726"/>
                <a:ext cx="1463606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>
            <a:off x="5652120" y="2851195"/>
            <a:ext cx="0" cy="3933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998" y="3062726"/>
            <a:ext cx="20737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 each side together to eliminate.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Solve for the variable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Solve for other variable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561354" y="3982323"/>
                <a:ext cx="14580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+0=16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354" y="3982323"/>
                <a:ext cx="1458028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65311" y="4429795"/>
                <a:ext cx="10540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=16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11" y="4429795"/>
                <a:ext cx="105407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221791" y="4799127"/>
                <a:ext cx="7975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791" y="4799127"/>
                <a:ext cx="797591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247628" y="5445224"/>
                <a:ext cx="165301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d>
                        <m:d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6+3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b="0" dirty="0" smtClean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628" y="5445224"/>
                <a:ext cx="1653017" cy="1200329"/>
              </a:xfrm>
              <a:prstGeom prst="rect">
                <a:avLst/>
              </a:prstGeom>
              <a:blipFill rotWithShape="1">
                <a:blip r:embed="rId6"/>
                <a:stretch>
                  <a:fillRect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558540" y="6253894"/>
                <a:ext cx="18652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=2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𝑎𝑛𝑑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540" y="6253894"/>
                <a:ext cx="1865254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228183" y="2655008"/>
                <a:ext cx="16769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</m:t>
                      </m:r>
                    </m:oMath>
                  </m:oMathPara>
                </a14:m>
                <a:endParaRPr lang="en-AU" b="0" dirty="0" smtClean="0"/>
              </a:p>
              <a:p>
                <a:endParaRPr lang="en-AU" dirty="0" smtClean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3" y="2655008"/>
                <a:ext cx="1676934" cy="92333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228183" y="3565988"/>
                <a:ext cx="14614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0+2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=19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=9.5</m:t>
                      </m:r>
                    </m:oMath>
                  </m:oMathPara>
                </a14:m>
                <a:endParaRPr lang="en-AU" b="0" dirty="0" smtClean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3" y="3565988"/>
                <a:ext cx="1461426" cy="923330"/>
              </a:xfrm>
              <a:prstGeom prst="rect">
                <a:avLst/>
              </a:prstGeom>
              <a:blipFill rotWithShape="1">
                <a:blip r:embed="rId9"/>
                <a:stretch>
                  <a:fillRect b="-19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045921" y="4760741"/>
                <a:ext cx="18259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9.5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21" y="4760741"/>
                <a:ext cx="1825949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823973" y="5153978"/>
                <a:ext cx="1230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=19.5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973" y="5153978"/>
                <a:ext cx="1230401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338551" y="5523310"/>
                <a:ext cx="2384563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19.5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  <m:f>
                        <m:f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551" y="5523310"/>
                <a:ext cx="2384563" cy="617348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045921" y="6182447"/>
                <a:ext cx="2448747" cy="6347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=2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𝑎𝑛𝑑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=9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5921" y="6182447"/>
                <a:ext cx="2448747" cy="634789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Use the elimination method to solve these please!</a:t>
            </a:r>
            <a:endParaRPr lang="en-AU" sz="4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64904"/>
            <a:ext cx="914400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95736" y="260648"/>
            <a:ext cx="468052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</a:t>
            </a:r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nswers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50" y="2420888"/>
            <a:ext cx="8829675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980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1115616" y="3056186"/>
            <a:ext cx="1728192" cy="9009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2960993" y="1988840"/>
            <a:ext cx="2115063" cy="10673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3690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Simultaneous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can we solve simultaneous equations with the elimination method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91880" y="2060848"/>
                <a:ext cx="149656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=31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:r>
                  <a:rPr lang="en-AU" b="0" dirty="0" smtClean="0"/>
                  <a:t/>
                </a:r>
                <a:br>
                  <a:rPr lang="en-AU" b="0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−3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060848"/>
                <a:ext cx="1496564" cy="923330"/>
              </a:xfrm>
              <a:prstGeom prst="rect">
                <a:avLst/>
              </a:prstGeom>
              <a:blipFill rotWithShape="1"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/>
          <p:cNvSpPr/>
          <p:nvPr/>
        </p:nvSpPr>
        <p:spPr>
          <a:xfrm>
            <a:off x="3208962" y="2060848"/>
            <a:ext cx="288032" cy="2880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8" name="Oval 7"/>
          <p:cNvSpPr/>
          <p:nvPr/>
        </p:nvSpPr>
        <p:spPr>
          <a:xfrm>
            <a:off x="3203848" y="2604451"/>
            <a:ext cx="288032" cy="275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4" name="Oval 13"/>
          <p:cNvSpPr/>
          <p:nvPr/>
        </p:nvSpPr>
        <p:spPr>
          <a:xfrm>
            <a:off x="1331640" y="3356992"/>
            <a:ext cx="288032" cy="275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63688" y="3309955"/>
                <a:ext cx="7553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−3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309955"/>
                <a:ext cx="755335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57263" y="3335294"/>
                <a:ext cx="20663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i="1" smtClean="0"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+3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=−93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263" y="3335294"/>
                <a:ext cx="2066335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328285" y="3894036"/>
                <a:ext cx="14636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2</m:t>
                      </m:r>
                      <m:r>
                        <a:rPr lang="en-AU" i="1">
                          <a:latin typeface="Cambria Math"/>
                        </a:rPr>
                        <m:t>𝑥</m:t>
                      </m:r>
                      <m:r>
                        <a:rPr lang="en-AU" i="1">
                          <a:latin typeface="Cambria Math"/>
                        </a:rPr>
                        <m:t>−3</m:t>
                      </m:r>
                      <m:r>
                        <a:rPr lang="en-AU" i="1">
                          <a:latin typeface="Cambria Math"/>
                        </a:rPr>
                        <m:t>𝑦</m:t>
                      </m:r>
                      <m:r>
                        <a:rPr lang="en-AU" i="1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8285" y="3894036"/>
                <a:ext cx="1463606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43539" y="4509120"/>
                <a:ext cx="210371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−13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+0=−91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=7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539" y="4509120"/>
                <a:ext cx="2103717" cy="9233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38692" y="3356992"/>
                <a:ext cx="165301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5</m:t>
                      </m:r>
                      <m:d>
                        <m:dPr>
                          <m:ctrlPr>
                            <a:rPr lang="en-AU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7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=31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35−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=31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=−4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  <m:r>
                        <a:rPr lang="en-AU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8692" y="3356992"/>
                <a:ext cx="1653017" cy="1200329"/>
              </a:xfrm>
              <a:prstGeom prst="rect">
                <a:avLst/>
              </a:prstGeom>
              <a:blipFill rotWithShape="1">
                <a:blip r:embed="rId8"/>
                <a:stretch>
                  <a:fillRect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143539" y="5705812"/>
                <a:ext cx="474082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=7 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𝑎𝑛𝑑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2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AU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539" y="5705812"/>
                <a:ext cx="4740829" cy="5847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7" grpId="0"/>
      <p:bldP spid="18" grpId="0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18506" y="332656"/>
            <a:ext cx="61069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Answer these please</a:t>
            </a:r>
            <a:endParaRPr lang="en-U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24" y="2132856"/>
            <a:ext cx="8908376" cy="2583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6571696" cy="1737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61193" y="476672"/>
            <a:ext cx="26216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Answers</a:t>
            </a:r>
            <a:endParaRPr lang="en-U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313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Summary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dirty="0" smtClean="0"/>
              <a:t>Write the steps to solving simultaneous equations with the elimination method.</a:t>
            </a:r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Which is your favourite method (graphically, substitution or elimination)? Why?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1983</TotalTime>
  <Words>408</Words>
  <Application>Microsoft Macintosh PowerPoint</Application>
  <PresentationFormat>On-screen Show (4:3)</PresentationFormat>
  <Paragraphs>101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Baskerville Old Face</vt:lpstr>
      <vt:lpstr>Calibri</vt:lpstr>
      <vt:lpstr>Cambria Math</vt:lpstr>
      <vt:lpstr>Trebuchet MS</vt:lpstr>
      <vt:lpstr>Wingdings 3</vt:lpstr>
      <vt:lpstr>Arial</vt:lpstr>
      <vt:lpstr>Facet</vt:lpstr>
      <vt:lpstr>Simultaneous equations – Elimination Method </vt:lpstr>
      <vt:lpstr>Hook</vt:lpstr>
      <vt:lpstr>Do you agree?</vt:lpstr>
      <vt:lpstr>PowerPoint Presentation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Kath Farmer</cp:lastModifiedBy>
  <cp:revision>19</cp:revision>
  <dcterms:created xsi:type="dcterms:W3CDTF">2016-10-20T03:14:06Z</dcterms:created>
  <dcterms:modified xsi:type="dcterms:W3CDTF">2018-05-18T14:37:48Z</dcterms:modified>
</cp:coreProperties>
</file>