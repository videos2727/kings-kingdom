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322" r:id="rId2"/>
    <p:sldId id="338" r:id="rId3"/>
    <p:sldId id="257" r:id="rId4"/>
    <p:sldId id="333" r:id="rId5"/>
    <p:sldId id="339" r:id="rId6"/>
    <p:sldId id="340" r:id="rId7"/>
    <p:sldId id="260" r:id="rId8"/>
    <p:sldId id="335" r:id="rId9"/>
    <p:sldId id="341" r:id="rId10"/>
    <p:sldId id="342" r:id="rId11"/>
    <p:sldId id="30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322"/>
            <p14:sldId id="338"/>
            <p14:sldId id="257"/>
            <p14:sldId id="333"/>
            <p14:sldId id="339"/>
            <p14:sldId id="340"/>
            <p14:sldId id="260"/>
            <p14:sldId id="335"/>
            <p14:sldId id="341"/>
            <p14:sldId id="342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gdeline Lum" initials="ML" lastIdx="1" clrIdx="0">
    <p:extLst>
      <p:ext uri="{19B8F6BF-5375-455C-9EA6-DF929625EA0E}">
        <p15:presenceInfo xmlns:p15="http://schemas.microsoft.com/office/powerpoint/2012/main" userId="84ffe2a5011a3e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6" d="100"/>
          <a:sy n="86" d="100"/>
        </p:scale>
        <p:origin x="6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6-08T00:44:56.220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6-08T00:44:56.220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33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81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676" y="722439"/>
            <a:ext cx="8532652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</a:t>
            </a:r>
            <a:r>
              <a:rPr lang="en-AU" sz="3200" dirty="0" err="1"/>
              <a:t>PRobability</a:t>
            </a:r>
            <a:br>
              <a:rPr lang="en-AU" sz="4800" dirty="0"/>
            </a:br>
            <a:r>
              <a:rPr lang="en-AU" sz="2400" dirty="0"/>
              <a:t>EQ: What is independence?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scientific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</a:t>
            </a:r>
            <a:r>
              <a:rPr lang="en-AU" sz="2000"/>
              <a:t>, summary, </a:t>
            </a:r>
            <a:r>
              <a:rPr lang="en-AU" sz="2000" dirty="0"/>
              <a:t>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32328" y="1692209"/>
            <a:ext cx="5427657" cy="502567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Solve</a:t>
            </a:r>
            <a:r>
              <a:rPr lang="en-AU" dirty="0"/>
              <a:t>(on LHS)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8" name="Picture 7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D914EB96-FF4B-4D18-B9CB-B8048EFAE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00" y="2075861"/>
            <a:ext cx="4525241" cy="463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6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scientific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summary,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32328" y="1692209"/>
            <a:ext cx="5427657" cy="502567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Answer</a:t>
            </a: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6" name="Picture 5" descr="A close up of text on a white background&#10;&#10;Description generated with very high confidence">
            <a:extLst>
              <a:ext uri="{FF2B5EF4-FFF2-40B4-BE49-F238E27FC236}">
                <a16:creationId xmlns:a16="http://schemas.microsoft.com/office/drawing/2014/main" id="{3381200C-9621-43FD-99A4-AEB24F478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221" y="2088113"/>
            <a:ext cx="4361412" cy="46106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CDDFB93-CD54-4B80-A265-BEDC275D7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829" y="628189"/>
            <a:ext cx="8624455" cy="1293028"/>
          </a:xfrm>
        </p:spPr>
        <p:txBody>
          <a:bodyPr>
            <a:normAutofit/>
          </a:bodyPr>
          <a:lstStyle/>
          <a:p>
            <a:r>
              <a:rPr lang="en-AU" sz="3200" dirty="0"/>
              <a:t>Topic: </a:t>
            </a:r>
            <a:r>
              <a:rPr lang="en-AU" sz="3200" dirty="0" err="1"/>
              <a:t>PRobability</a:t>
            </a:r>
            <a:br>
              <a:rPr lang="en-AU" sz="4800" dirty="0"/>
            </a:br>
            <a:r>
              <a:rPr lang="en-AU" sz="2400" dirty="0"/>
              <a:t>EQ: What is independence?</a:t>
            </a: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4139014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Probability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What is independence?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Mathematics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independence?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213A08-57C3-4729-A2F3-EDC657290F33}"/>
              </a:ext>
            </a:extLst>
          </p:cNvPr>
          <p:cNvSpPr txBox="1"/>
          <p:nvPr/>
        </p:nvSpPr>
        <p:spPr>
          <a:xfrm>
            <a:off x="2200102" y="1540625"/>
            <a:ext cx="9083038" cy="2948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Events in probability can be categorised as </a:t>
            </a:r>
            <a:r>
              <a:rPr lang="en-AU" b="1" dirty="0">
                <a:solidFill>
                  <a:srgbClr val="0070C0"/>
                </a:solidFill>
              </a:rPr>
              <a:t>independent</a:t>
            </a:r>
            <a:r>
              <a:rPr lang="en-AU" dirty="0"/>
              <a:t> or </a:t>
            </a:r>
            <a:r>
              <a:rPr lang="en-AU" b="1" dirty="0">
                <a:solidFill>
                  <a:srgbClr val="FF0000"/>
                </a:solidFill>
              </a:rPr>
              <a:t>dependent</a:t>
            </a:r>
            <a:r>
              <a:rPr lang="en-AU" dirty="0"/>
              <a:t>.</a:t>
            </a:r>
            <a:endParaRPr lang="en-GB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T</a:t>
            </a:r>
            <a:r>
              <a:rPr lang="en-GB" dirty="0"/>
              <a:t>wo events are independent if the probability of one event doesn’t depend on the outcome of another event.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T</a:t>
            </a:r>
            <a:r>
              <a:rPr lang="en-GB" dirty="0"/>
              <a:t>wo events are dependent if the probability of one event depends on the outcome of another event.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0CC9C-400C-46DA-BBB2-CBA813C72C07}"/>
              </a:ext>
            </a:extLst>
          </p:cNvPr>
          <p:cNvSpPr txBox="1"/>
          <p:nvPr/>
        </p:nvSpPr>
        <p:spPr>
          <a:xfrm>
            <a:off x="33253" y="2455025"/>
            <a:ext cx="1935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is an independent event?</a:t>
            </a:r>
            <a:endParaRPr lang="en-GB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3B58FB-E891-46FB-89C3-81B9A464B3C5}"/>
              </a:ext>
            </a:extLst>
          </p:cNvPr>
          <p:cNvSpPr txBox="1"/>
          <p:nvPr/>
        </p:nvSpPr>
        <p:spPr>
          <a:xfrm>
            <a:off x="33253" y="3657807"/>
            <a:ext cx="1935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is a dependent event?</a:t>
            </a:r>
            <a:endParaRPr lang="en-GB" sz="1600" dirty="0"/>
          </a:p>
        </p:txBody>
      </p:sp>
      <p:pic>
        <p:nvPicPr>
          <p:cNvPr id="8" name="Picture 7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730D496-8411-4121-BC0D-2B320011B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859" y="4488804"/>
            <a:ext cx="5026992" cy="228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independence?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213A08-57C3-4729-A2F3-EDC657290F33}"/>
              </a:ext>
            </a:extLst>
          </p:cNvPr>
          <p:cNvSpPr txBox="1"/>
          <p:nvPr/>
        </p:nvSpPr>
        <p:spPr>
          <a:xfrm>
            <a:off x="2100883" y="1350330"/>
            <a:ext cx="9083038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Example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3A70E2-4059-4880-A2B7-0B86E0273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883" y="1857186"/>
            <a:ext cx="9913780" cy="32137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476240-D3B1-492C-BC7A-521E6100EAE1}"/>
              </a:ext>
            </a:extLst>
          </p:cNvPr>
          <p:cNvSpPr txBox="1"/>
          <p:nvPr/>
        </p:nvSpPr>
        <p:spPr>
          <a:xfrm>
            <a:off x="2299855" y="3724102"/>
            <a:ext cx="9354589" cy="11079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6600" dirty="0"/>
              <a:t>Why?</a:t>
            </a:r>
            <a:endParaRPr lang="en-GB" sz="6600" dirty="0"/>
          </a:p>
        </p:txBody>
      </p:sp>
    </p:spTree>
    <p:extLst>
      <p:ext uri="{BB962C8B-B14F-4D97-AF65-F5344CB8AC3E}">
        <p14:creationId xmlns:p14="http://schemas.microsoft.com/office/powerpoint/2010/main" val="382779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independence?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213A08-57C3-4729-A2F3-EDC657290F33}"/>
              </a:ext>
            </a:extLst>
          </p:cNvPr>
          <p:cNvSpPr txBox="1"/>
          <p:nvPr/>
        </p:nvSpPr>
        <p:spPr>
          <a:xfrm>
            <a:off x="2100883" y="1350330"/>
            <a:ext cx="9083038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Example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3A70E2-4059-4880-A2B7-0B86E0273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883" y="1857186"/>
            <a:ext cx="9913780" cy="321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2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C75B-8D2E-45FB-AF99-CD7720D2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Task, Dwyer 10, Exercise 8.3</a:t>
            </a:r>
            <a:endParaRPr lang="en-GB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F23B0-7D6F-4DCD-9040-8A4028CDD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66" y="2636867"/>
            <a:ext cx="10050510" cy="13715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DF4E1E-FA5A-4307-A5C0-22F02AC18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66" y="4587932"/>
            <a:ext cx="10061589" cy="1580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FA2D94-EF80-4ECC-A46C-7BF7F46022C7}"/>
              </a:ext>
            </a:extLst>
          </p:cNvPr>
          <p:cNvSpPr txBox="1"/>
          <p:nvPr/>
        </p:nvSpPr>
        <p:spPr>
          <a:xfrm>
            <a:off x="1059665" y="1912978"/>
            <a:ext cx="6028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Determine the independence of these events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3272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C75B-8D2E-45FB-AF99-CD7720D2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Task, Dwyer 10, Exercise 8.3</a:t>
            </a:r>
            <a:endParaRPr lang="en-GB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A2D94-EF80-4ECC-A46C-7BF7F46022C7}"/>
              </a:ext>
            </a:extLst>
          </p:cNvPr>
          <p:cNvSpPr txBox="1"/>
          <p:nvPr/>
        </p:nvSpPr>
        <p:spPr>
          <a:xfrm>
            <a:off x="1059665" y="1912978"/>
            <a:ext cx="6028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Determine the independence of these events</a:t>
            </a: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6ADE3-5458-479B-8692-CB32610C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65" y="2471737"/>
            <a:ext cx="10061995" cy="1623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A1B66F-12DD-4208-B56B-C16C12E60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65" y="4675389"/>
            <a:ext cx="10061994" cy="12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7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C75B-8D2E-45FB-AF99-CD7720D2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Task, Dwyer 10, Exercise 8.3</a:t>
            </a:r>
            <a:endParaRPr lang="en-GB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A2D94-EF80-4ECC-A46C-7BF7F46022C7}"/>
              </a:ext>
            </a:extLst>
          </p:cNvPr>
          <p:cNvSpPr txBox="1"/>
          <p:nvPr/>
        </p:nvSpPr>
        <p:spPr>
          <a:xfrm>
            <a:off x="1059665" y="1912978"/>
            <a:ext cx="6028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Determine the independence of these events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C7489-512B-4CFD-8BC3-7033EC49A3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41"/>
          <a:stretch/>
        </p:blipFill>
        <p:spPr>
          <a:xfrm>
            <a:off x="1358200" y="2298096"/>
            <a:ext cx="9475600" cy="449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25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Excel Worksheet</a:t>
            </a:r>
          </a:p>
          <a:p>
            <a:pPr marL="0" indent="0">
              <a:buNone/>
            </a:pPr>
            <a:r>
              <a:rPr lang="en-AU" dirty="0"/>
              <a:t>Independent Events</a:t>
            </a:r>
          </a:p>
          <a:p>
            <a:pPr marL="0" indent="0">
              <a:buNone/>
            </a:pPr>
            <a:r>
              <a:rPr lang="en-AU" dirty="0"/>
              <a:t>Dependent Events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6583</TotalTime>
  <Words>329</Words>
  <Application>Microsoft Office PowerPoint</Application>
  <PresentationFormat>Widescreen</PresentationFormat>
  <Paragraphs>83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DJB Fancy Nancy</vt:lpstr>
      <vt:lpstr>Kiwi School Handwriting</vt:lpstr>
      <vt:lpstr>BSC Theme</vt:lpstr>
      <vt:lpstr>Topic: PRobability EQ: What is independence?</vt:lpstr>
      <vt:lpstr>Topic: PRobability EQ: What is independence?</vt:lpstr>
      <vt:lpstr>Probability What is independence?</vt:lpstr>
      <vt:lpstr>PowerPoint Presentation</vt:lpstr>
      <vt:lpstr>PowerPoint Presentation</vt:lpstr>
      <vt:lpstr>PowerPoint Presentation</vt:lpstr>
      <vt:lpstr>PowerPoint Presentation</vt:lpstr>
      <vt:lpstr>Task, Dwyer 10, Exercise 8.3</vt:lpstr>
      <vt:lpstr>Task, Dwyer 10, Exercise 8.3</vt:lpstr>
      <vt:lpstr>Task, Dwyer 10, Exercise 8.3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Magdeline Lum</cp:lastModifiedBy>
  <cp:revision>54</cp:revision>
  <dcterms:created xsi:type="dcterms:W3CDTF">2017-10-15T23:31:24Z</dcterms:created>
  <dcterms:modified xsi:type="dcterms:W3CDTF">2018-06-07T17:10:27Z</dcterms:modified>
</cp:coreProperties>
</file>