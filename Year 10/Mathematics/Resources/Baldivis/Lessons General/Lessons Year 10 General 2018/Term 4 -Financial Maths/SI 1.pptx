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66"/>
  </p:normalViewPr>
  <p:slideViewPr>
    <p:cSldViewPr snapToGrid="0" snapToObjects="1">
      <p:cViewPr varScale="1">
        <p:scale>
          <a:sx n="78" d="100"/>
          <a:sy n="78" d="100"/>
        </p:scale>
        <p:origin x="20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9122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1004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4354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1982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776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0812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9562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811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115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8933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0116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1115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8100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531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4982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7326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314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E2EF089E-BD72-8E4E-AD34-1043267E1087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1C25734-2A9D-404C-8C00-9FD49E8166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4086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Simple Interest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EQ: What is simple interest and how do I find it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2769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Simple interest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Simple interest is an amount of money that you earn as a flat amount</a:t>
            </a:r>
          </a:p>
          <a:p>
            <a:r>
              <a:rPr lang="en-AU" dirty="0" smtClean="0"/>
              <a:t>Simple interest has 3 parts:</a:t>
            </a:r>
          </a:p>
          <a:p>
            <a:pPr lvl="1"/>
            <a:r>
              <a:rPr lang="en-AU" dirty="0" smtClean="0"/>
              <a:t>Principle (p)</a:t>
            </a:r>
          </a:p>
          <a:p>
            <a:pPr lvl="1"/>
            <a:r>
              <a:rPr lang="en-AU" dirty="0" smtClean="0"/>
              <a:t>Interest rate – as a decimal (r)</a:t>
            </a:r>
          </a:p>
          <a:p>
            <a:pPr lvl="1"/>
            <a:r>
              <a:rPr lang="en-AU" dirty="0" smtClean="0"/>
              <a:t>Time (t)</a:t>
            </a:r>
          </a:p>
          <a:p>
            <a:r>
              <a:rPr lang="en-AU" dirty="0" smtClean="0"/>
              <a:t>Simple interest is calculated as </a:t>
            </a:r>
            <a:r>
              <a:rPr lang="en-AU" b="1" dirty="0" smtClean="0"/>
              <a:t>SI=</a:t>
            </a:r>
            <a:r>
              <a:rPr lang="en-AU" b="1" i="1" u="sng" dirty="0" smtClean="0"/>
              <a:t>P x R x T</a:t>
            </a:r>
            <a:endParaRPr lang="en-AU" b="1" i="1" u="sng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50312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838200" y="1503123"/>
            <a:ext cx="0" cy="5354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324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Simple interest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Lets look at an example:</a:t>
            </a:r>
          </a:p>
          <a:p>
            <a:pPr lvl="1"/>
            <a:r>
              <a:rPr lang="en-AU" dirty="0" smtClean="0"/>
              <a:t>Adam invests $5000 with his bank at 12% for 1 year. How much simple interest will he earn? </a:t>
            </a:r>
          </a:p>
          <a:p>
            <a:pPr lvl="1"/>
            <a:r>
              <a:rPr lang="en-AU" dirty="0" smtClean="0"/>
              <a:t>SI= $5000 x 0.12 x 1</a:t>
            </a:r>
          </a:p>
          <a:p>
            <a:pPr lvl="1"/>
            <a:r>
              <a:rPr lang="en-AU" dirty="0" smtClean="0"/>
              <a:t>SI= $600. </a:t>
            </a:r>
          </a:p>
          <a:p>
            <a:r>
              <a:rPr lang="en-AU" dirty="0" smtClean="0"/>
              <a:t>The amount that Adam will earn as simple interest is 600. </a:t>
            </a:r>
          </a:p>
          <a:p>
            <a:r>
              <a:rPr lang="en-AU" dirty="0" smtClean="0"/>
              <a:t>The gross value of his account will be $5600 at the end of 1 year - $5000 principal and $600 interest.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50312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838200" y="1503123"/>
            <a:ext cx="0" cy="5354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732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Simple Interest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Adam continues his investment of $5000 at 12% for another 5 years (6 years in total).</a:t>
            </a:r>
          </a:p>
          <a:p>
            <a:pPr lvl="1"/>
            <a:r>
              <a:rPr lang="en-AU" dirty="0" smtClean="0"/>
              <a:t>SI= $5000 x 0.12 x 6</a:t>
            </a:r>
          </a:p>
          <a:p>
            <a:pPr lvl="1"/>
            <a:r>
              <a:rPr lang="en-AU" dirty="0" smtClean="0"/>
              <a:t>SI= $3600.</a:t>
            </a:r>
          </a:p>
          <a:p>
            <a:r>
              <a:rPr lang="en-AU" dirty="0" smtClean="0"/>
              <a:t>Adams gross amount for the account is now $8600 - $5000 Principle and $3600 interest. </a:t>
            </a:r>
          </a:p>
          <a:p>
            <a:pPr lvl="1"/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50312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838200" y="1503123"/>
            <a:ext cx="0" cy="5354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829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Have a go at finding the Simple interest on the following amounts</a:t>
            </a:r>
          </a:p>
          <a:p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568509"/>
              </p:ext>
            </p:extLst>
          </p:nvPr>
        </p:nvGraphicFramePr>
        <p:xfrm>
          <a:off x="1681272" y="2723831"/>
          <a:ext cx="966730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3571309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Principle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Interest (%)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Years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ysClr val="windowText" lastClr="000000"/>
                          </a:solidFill>
                        </a:rPr>
                        <a:t>Interest amount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2,500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12.5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40,000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150,000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6.5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1,250,000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15%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0.5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197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Have a go at finding the Simple interest on the following amounts</a:t>
            </a:r>
          </a:p>
          <a:p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921678"/>
              </p:ext>
            </p:extLst>
          </p:nvPr>
        </p:nvGraphicFramePr>
        <p:xfrm>
          <a:off x="1681272" y="2723831"/>
          <a:ext cx="966730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3571309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Principle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Interest (%)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Years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ysClr val="windowText" lastClr="000000"/>
                          </a:solidFill>
                        </a:rPr>
                        <a:t>Interest amount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2,500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12.5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$1, 875</a:t>
                      </a:r>
                      <a:endParaRPr lang="en-AU" dirty="0"/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40,000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$40, 000</a:t>
                      </a:r>
                      <a:endParaRPr lang="en-AU" dirty="0"/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150,000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6.5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$126, 750</a:t>
                      </a:r>
                      <a:endParaRPr lang="en-AU" dirty="0"/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1,250,000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0.5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$93, 750</a:t>
                      </a:r>
                      <a:endParaRPr lang="en-AU" dirty="0"/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158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Find the Gross amount of the following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3561550"/>
              </p:ext>
            </p:extLst>
          </p:nvPr>
        </p:nvGraphicFramePr>
        <p:xfrm>
          <a:off x="838200" y="2276562"/>
          <a:ext cx="1023302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605"/>
                <a:gridCol w="2046605"/>
                <a:gridCol w="2046605"/>
                <a:gridCol w="2046605"/>
                <a:gridCol w="2046605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Principle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Rate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Years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SI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Gross (SI+P)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45000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10%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260,000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8%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470,500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6.66%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662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 smtClean="0"/>
              <a:t>Find the Gross amount of the following</a:t>
            </a:r>
            <a:endParaRPr lang="en-AU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3953367"/>
              </p:ext>
            </p:extLst>
          </p:nvPr>
        </p:nvGraphicFramePr>
        <p:xfrm>
          <a:off x="838200" y="2276562"/>
          <a:ext cx="1023302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605"/>
                <a:gridCol w="2046605"/>
                <a:gridCol w="2046605"/>
                <a:gridCol w="2046605"/>
                <a:gridCol w="2046605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Principle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Rate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Years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SI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Gross (SI+P)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45000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10%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135,000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260,000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8%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208,000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470,500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6.66%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783,382.5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753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endParaRPr lang="en-US" dirty="0"/>
          </a:p>
          <a:p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069395"/>
              </p:ext>
            </p:extLst>
          </p:nvPr>
        </p:nvGraphicFramePr>
        <p:xfrm>
          <a:off x="838200" y="2296229"/>
          <a:ext cx="1023302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605"/>
                <a:gridCol w="2046605"/>
                <a:gridCol w="2046605"/>
                <a:gridCol w="2046605"/>
                <a:gridCol w="2046605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Principle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Rate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Years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SI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Gross (SI+P)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45000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10%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135,000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585,000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260,000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8%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208,000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468,000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470,500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6.66%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783,382.5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1,253,882.5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 smtClean="0"/>
              <a:t>Find the Gross amount of the following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128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41</TotalTime>
  <Words>366</Words>
  <Application>Microsoft Macintosh PowerPoint</Application>
  <PresentationFormat>Widescreen</PresentationFormat>
  <Paragraphs>115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Corbel</vt:lpstr>
      <vt:lpstr>Arial</vt:lpstr>
      <vt:lpstr>Depth</vt:lpstr>
      <vt:lpstr>Simple Interest</vt:lpstr>
      <vt:lpstr>Simple interest</vt:lpstr>
      <vt:lpstr>Simple interest</vt:lpstr>
      <vt:lpstr>Simple Interest</vt:lpstr>
      <vt:lpstr>Practise</vt:lpstr>
      <vt:lpstr>Practise</vt:lpstr>
      <vt:lpstr>Find the Gross amount of the following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Interest</dc:title>
  <dc:creator>POWER Travis [Baldivis Secondary College]</dc:creator>
  <cp:lastModifiedBy>POWER Travis [Baldivis Secondary College]</cp:lastModifiedBy>
  <cp:revision>4</cp:revision>
  <dcterms:created xsi:type="dcterms:W3CDTF">2018-08-28T05:50:17Z</dcterms:created>
  <dcterms:modified xsi:type="dcterms:W3CDTF">2018-08-28T06:31:42Z</dcterms:modified>
</cp:coreProperties>
</file>