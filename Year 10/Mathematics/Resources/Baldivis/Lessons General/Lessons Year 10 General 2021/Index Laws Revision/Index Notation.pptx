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304" r:id="rId3"/>
    <p:sldId id="259" r:id="rId4"/>
    <p:sldId id="258" r:id="rId5"/>
    <p:sldId id="332" r:id="rId6"/>
    <p:sldId id="327" r:id="rId7"/>
    <p:sldId id="292" r:id="rId8"/>
    <p:sldId id="29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 varScale="1">
        <p:scale>
          <a:sx n="87" d="100"/>
          <a:sy n="87" d="100"/>
        </p:scale>
        <p:origin x="189" y="3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3/02/2021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3/02/2021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Number</a:t>
            </a:r>
            <a:br>
              <a:rPr lang="en-AU" dirty="0"/>
            </a:br>
            <a:r>
              <a:rPr lang="en-AU"/>
              <a:t>Interactive Workbook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Create your own front page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/>
              <a:t>Name </a:t>
            </a:r>
          </a:p>
          <a:p>
            <a:pPr>
              <a:buFontTx/>
              <a:buChar char="-"/>
            </a:pPr>
            <a:r>
              <a:rPr lang="en-AU" dirty="0"/>
              <a:t>Class</a:t>
            </a:r>
          </a:p>
          <a:p>
            <a:pPr>
              <a:buFontTx/>
              <a:buChar char="-"/>
            </a:pPr>
            <a:r>
              <a:rPr lang="en-AU" dirty="0"/>
              <a:t>Teachers Name</a:t>
            </a:r>
          </a:p>
          <a:p>
            <a:pPr>
              <a:buFontTx/>
              <a:buChar char="-"/>
            </a:pPr>
            <a:r>
              <a:rPr lang="en-AU" dirty="0"/>
              <a:t>Semester 1 Term 1</a:t>
            </a:r>
          </a:p>
          <a:p>
            <a:pPr>
              <a:buFontTx/>
              <a:buChar char="-"/>
            </a:pPr>
            <a:r>
              <a:rPr lang="en-AU" dirty="0"/>
              <a:t>Page number 1</a:t>
            </a:r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0" y="620688"/>
            <a:ext cx="450008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719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calculate the value of an integer to the power of a positive integer?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3471" y="2204864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multiplication index law?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dirty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AU" dirty="0"/>
                  <a:t> =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blipFill rotWithShape="0">
                <a:blip r:embed="rId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31840" y="2780928"/>
                <a:ext cx="5608096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e.g.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= 3x3x3  x  3x3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AU" dirty="0"/>
                  <a:t>        or </a:t>
                </a:r>
                <a:r>
                  <a:rPr lang="en-AU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3+2</m:t>
                        </m:r>
                      </m:sup>
                    </m:sSup>
                  </m:oMath>
                </a14:m>
                <a:r>
                  <a:rPr lang="en-AU" dirty="0"/>
                  <a:t>  = </a:t>
                </a:r>
                <a:r>
                  <a:rPr lang="en-AU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780928"/>
                <a:ext cx="5608096" cy="669992"/>
              </a:xfrm>
              <a:prstGeom prst="rect">
                <a:avLst/>
              </a:prstGeom>
              <a:blipFill rotWithShape="0">
                <a:blip r:embed="rId3"/>
                <a:stretch>
                  <a:fillRect l="-978" t="-4545" b="-109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19514" y="4221088"/>
            <a:ext cx="2580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division index law?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03848" y="4293096"/>
                <a:ext cx="3528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dirty="0"/>
                  <a:t> ÷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3528392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31840" y="4941168"/>
                <a:ext cx="5328592" cy="12064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e.g.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AU" dirty="0"/>
                  <a:t>  ÷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 =   (3x3x3x3x3)  ÷ (3x3)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>
                    <a:solidFill>
                      <a:srgbClr val="FF0000"/>
                    </a:solidFill>
                  </a:rPr>
                  <a:t>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5−3</m:t>
                        </m:r>
                      </m:sup>
                    </m:sSup>
                  </m:oMath>
                </a14:m>
                <a:r>
                  <a:rPr lang="en-AU" dirty="0">
                    <a:solidFill>
                      <a:srgbClr val="FF0000"/>
                    </a:solidFill>
                  </a:rPr>
                  <a:t>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941168"/>
                <a:ext cx="5328592" cy="1206484"/>
              </a:xfrm>
              <a:prstGeom prst="rect">
                <a:avLst/>
              </a:prstGeom>
              <a:blipFill rotWithShape="0">
                <a:blip r:embed="rId5"/>
                <a:stretch>
                  <a:fillRect l="-1030" t="-3046" b="-76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2279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8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3568" y="1484784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Complete page 52 from the Dwyer text books.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*Remember, don’t just write the answer. To help with 24 – 7 – 30 you need to show your working too. This will help you to improve your grade.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592" y="3861048"/>
            <a:ext cx="6984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Early finishers:</a:t>
            </a:r>
          </a:p>
          <a:p>
            <a:r>
              <a:rPr lang="en-AU" dirty="0"/>
              <a:t>Try the 6 and out game with a partner (the game is explained on page 60 of Dwyer.)</a:t>
            </a:r>
          </a:p>
        </p:txBody>
      </p:sp>
      <p:pic>
        <p:nvPicPr>
          <p:cNvPr id="6" name="Picture 5" descr="A picture containing shape&#10;&#10;Description automatically generated">
            <a:extLst>
              <a:ext uri="{FF2B5EF4-FFF2-40B4-BE49-F238E27FC236}">
                <a16:creationId xmlns:a16="http://schemas.microsoft.com/office/drawing/2014/main" id="{9958CD71-F6CB-4208-BEEF-28AB4F6939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067" y="4869160"/>
            <a:ext cx="2577933" cy="186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366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</TotalTime>
  <Words>267</Words>
  <Application>Microsoft Office PowerPoint</Application>
  <PresentationFormat>On-screen Show (4:3)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My Number Interactive Workbook</vt:lpstr>
      <vt:lpstr>Create your own front page</vt:lpstr>
      <vt:lpstr>PowerPoint Presentation</vt:lpstr>
      <vt:lpstr>PowerPoint Presentation</vt:lpstr>
      <vt:lpstr>PowerPoint Presentation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Stephanie Keen</cp:lastModifiedBy>
  <cp:revision>70</cp:revision>
  <dcterms:created xsi:type="dcterms:W3CDTF">2014-05-14T02:58:57Z</dcterms:created>
  <dcterms:modified xsi:type="dcterms:W3CDTF">2021-02-03T05:20:46Z</dcterms:modified>
</cp:coreProperties>
</file>