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03" r:id="rId5"/>
    <p:sldId id="304" r:id="rId6"/>
    <p:sldId id="327" r:id="rId7"/>
    <p:sldId id="328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 varScale="1">
        <p:scale>
          <a:sx n="89" d="100"/>
          <a:sy n="89" d="100"/>
        </p:scale>
        <p:origin x="849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00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844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–  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  <m:t>7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AU" b="0" i="1" smtClean="0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b="0" i="1" smtClean="0">
                                    <a:latin typeface="Cambria Math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AU" b="0" i="1" smtClean="0">
                                    <a:latin typeface="Cambria Math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738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00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index laws can be used to simplify expressions with indices.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25" y="2389684"/>
            <a:ext cx="27336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power of a power index law?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the zero power index law?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862157" y="3277480"/>
                <a:ext cx="32572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57" y="3277480"/>
                <a:ext cx="32572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195476" y="3308257"/>
                <a:ext cx="2645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(6×3)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476" y="3308257"/>
                <a:ext cx="2645147" cy="461665"/>
              </a:xfrm>
              <a:prstGeom prst="rect">
                <a:avLst/>
              </a:prstGeom>
              <a:blipFill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218578" y="4093070"/>
                <a:ext cx="1693028" cy="82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578" y="4093070"/>
                <a:ext cx="1693028" cy="825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351074" y="4046213"/>
                <a:ext cx="1631985" cy="995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074" y="4046213"/>
                <a:ext cx="1631985" cy="9951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7894DB-7961-48FA-B8CF-A9E50A19E946}"/>
                  </a:ext>
                </a:extLst>
              </p:cNvPr>
              <p:cNvSpPr txBox="1"/>
              <p:nvPr/>
            </p:nvSpPr>
            <p:spPr>
              <a:xfrm>
                <a:off x="3408548" y="5646439"/>
                <a:ext cx="12641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7894DB-7961-48FA-B8CF-A9E50A19E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548" y="5646439"/>
                <a:ext cx="126418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EC59D6-06D8-4D7A-9787-F635B9DF7CFA}"/>
                  </a:ext>
                </a:extLst>
              </p:cNvPr>
              <p:cNvSpPr txBox="1"/>
              <p:nvPr/>
            </p:nvSpPr>
            <p:spPr>
              <a:xfrm>
                <a:off x="6537021" y="5661248"/>
                <a:ext cx="12641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EC59D6-06D8-4D7A-9787-F635B9DF7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021" y="5661248"/>
                <a:ext cx="1264183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11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  <p:bldP spid="26" grpId="0"/>
      <p:bldP spid="5" grpId="0"/>
      <p:bldP spid="21" grpId="0"/>
      <p:bldP spid="8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7C1F9-F7F5-4A9A-A186-8D4F34ED25B4}"/>
              </a:ext>
            </a:extLst>
          </p:cNvPr>
          <p:cNvSpPr txBox="1"/>
          <p:nvPr/>
        </p:nvSpPr>
        <p:spPr>
          <a:xfrm>
            <a:off x="2915816" y="548680"/>
            <a:ext cx="3672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/>
              <a:t>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69805-8737-430A-98C1-FDA866558FCA}"/>
              </a:ext>
            </a:extLst>
          </p:cNvPr>
          <p:cNvSpPr txBox="1"/>
          <p:nvPr/>
        </p:nvSpPr>
        <p:spPr>
          <a:xfrm>
            <a:off x="1043608" y="2132856"/>
            <a:ext cx="65527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Complete page 53 from the Dwyer textbook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Extension:</a:t>
            </a:r>
          </a:p>
          <a:p>
            <a:r>
              <a:rPr lang="en-AU" sz="2400" dirty="0"/>
              <a:t>Try questions 5, 6, 7, 8 and 9 from page 57</a:t>
            </a:r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6DA6229-D58B-4C55-9AF0-B03C7B1CDC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4243248"/>
            <a:ext cx="2129449" cy="22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6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221</Words>
  <Application>Microsoft Office PowerPoint</Application>
  <PresentationFormat>On-screen Show (4:3)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Task –  5 Questions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Stephanie Keen</cp:lastModifiedBy>
  <cp:revision>74</cp:revision>
  <dcterms:created xsi:type="dcterms:W3CDTF">2014-05-14T02:58:57Z</dcterms:created>
  <dcterms:modified xsi:type="dcterms:W3CDTF">2021-02-03T05:19:03Z</dcterms:modified>
</cp:coreProperties>
</file>