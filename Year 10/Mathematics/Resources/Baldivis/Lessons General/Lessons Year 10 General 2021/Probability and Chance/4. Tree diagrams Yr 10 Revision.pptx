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30"/>
  </p:notesMasterIdLst>
  <p:sldIdLst>
    <p:sldId id="310" r:id="rId2"/>
    <p:sldId id="322" r:id="rId3"/>
    <p:sldId id="257" r:id="rId4"/>
    <p:sldId id="332" r:id="rId5"/>
    <p:sldId id="333" r:id="rId6"/>
    <p:sldId id="267" r:id="rId7"/>
    <p:sldId id="323" r:id="rId8"/>
    <p:sldId id="324" r:id="rId9"/>
    <p:sldId id="325" r:id="rId10"/>
    <p:sldId id="260" r:id="rId11"/>
    <p:sldId id="305" r:id="rId12"/>
    <p:sldId id="307" r:id="rId13"/>
    <p:sldId id="308" r:id="rId14"/>
    <p:sldId id="331" r:id="rId15"/>
    <p:sldId id="327" r:id="rId16"/>
    <p:sldId id="328" r:id="rId17"/>
    <p:sldId id="329" r:id="rId18"/>
    <p:sldId id="330" r:id="rId19"/>
    <p:sldId id="339" r:id="rId20"/>
    <p:sldId id="334" r:id="rId21"/>
    <p:sldId id="340" r:id="rId22"/>
    <p:sldId id="336" r:id="rId23"/>
    <p:sldId id="337" r:id="rId24"/>
    <p:sldId id="338" r:id="rId25"/>
    <p:sldId id="341" r:id="rId26"/>
    <p:sldId id="342" r:id="rId27"/>
    <p:sldId id="343" r:id="rId28"/>
    <p:sldId id="34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10"/>
            <p14:sldId id="322"/>
            <p14:sldId id="257"/>
            <p14:sldId id="332"/>
            <p14:sldId id="333"/>
            <p14:sldId id="267"/>
            <p14:sldId id="323"/>
            <p14:sldId id="324"/>
            <p14:sldId id="325"/>
            <p14:sldId id="260"/>
            <p14:sldId id="305"/>
            <p14:sldId id="307"/>
            <p14:sldId id="308"/>
            <p14:sldId id="331"/>
            <p14:sldId id="327"/>
            <p14:sldId id="328"/>
            <p14:sldId id="329"/>
            <p14:sldId id="330"/>
            <p14:sldId id="339"/>
            <p14:sldId id="334"/>
            <p14:sldId id="340"/>
            <p14:sldId id="336"/>
            <p14:sldId id="337"/>
            <p14:sldId id="338"/>
            <p14:sldId id="341"/>
            <p14:sldId id="342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C8005-67D4-448C-880F-E25807C6A6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1E73CEF5-68D2-4E48-9D0C-0CDFBC69B6F8}">
      <dgm:prSet phldrT="[Text]"/>
      <dgm:spPr/>
      <dgm:t>
        <a:bodyPr/>
        <a:lstStyle/>
        <a:p>
          <a:r>
            <a:rPr lang="en-AU" dirty="0"/>
            <a:t>White</a:t>
          </a:r>
        </a:p>
      </dgm:t>
    </dgm:pt>
    <dgm:pt modelId="{B0615F22-A4F1-4EA6-AC46-01DAAC5B4CC9}" type="parTrans" cxnId="{9AC748C7-B18D-43FA-A2BF-38F59F48A923}">
      <dgm:prSet/>
      <dgm:spPr/>
      <dgm:t>
        <a:bodyPr/>
        <a:lstStyle/>
        <a:p>
          <a:endParaRPr lang="en-AU"/>
        </a:p>
      </dgm:t>
    </dgm:pt>
    <dgm:pt modelId="{2F069274-B30F-48C3-9914-133D1811A2C5}" type="sibTrans" cxnId="{9AC748C7-B18D-43FA-A2BF-38F59F48A923}">
      <dgm:prSet/>
      <dgm:spPr/>
      <dgm:t>
        <a:bodyPr/>
        <a:lstStyle/>
        <a:p>
          <a:endParaRPr lang="en-AU"/>
        </a:p>
      </dgm:t>
    </dgm:pt>
    <dgm:pt modelId="{E9CF2C68-789E-47E8-AF8A-63A09BE293AF}">
      <dgm:prSet phldrT="[Text]"/>
      <dgm:spPr/>
      <dgm:t>
        <a:bodyPr/>
        <a:lstStyle/>
        <a:p>
          <a:r>
            <a:rPr lang="en-AU" dirty="0"/>
            <a:t>Red</a:t>
          </a:r>
        </a:p>
      </dgm:t>
    </dgm:pt>
    <dgm:pt modelId="{FC98F0D4-66F4-4FC4-AFAF-519367E8F125}" type="parTrans" cxnId="{7CB0C4AD-E309-4602-A39A-F38A903D0F03}">
      <dgm:prSet/>
      <dgm:spPr/>
      <dgm:t>
        <a:bodyPr/>
        <a:lstStyle/>
        <a:p>
          <a:endParaRPr lang="en-AU"/>
        </a:p>
      </dgm:t>
    </dgm:pt>
    <dgm:pt modelId="{DC0A7A2B-AF1A-4230-BB3F-99D484EED8ED}" type="sibTrans" cxnId="{7CB0C4AD-E309-4602-A39A-F38A903D0F03}">
      <dgm:prSet/>
      <dgm:spPr/>
      <dgm:t>
        <a:bodyPr/>
        <a:lstStyle/>
        <a:p>
          <a:endParaRPr lang="en-AU"/>
        </a:p>
      </dgm:t>
    </dgm:pt>
    <dgm:pt modelId="{40F083C4-92A6-407C-9190-E3781E564B44}">
      <dgm:prSet phldrT="[Text]"/>
      <dgm:spPr/>
      <dgm:t>
        <a:bodyPr/>
        <a:lstStyle/>
        <a:p>
          <a:r>
            <a:rPr lang="en-AU" dirty="0"/>
            <a:t>Blue</a:t>
          </a:r>
        </a:p>
      </dgm:t>
    </dgm:pt>
    <dgm:pt modelId="{955B2A16-C052-4FF2-9152-DD21B32A6313}" type="parTrans" cxnId="{9EA04602-4392-46D2-B1AD-9258AE29866E}">
      <dgm:prSet/>
      <dgm:spPr/>
      <dgm:t>
        <a:bodyPr/>
        <a:lstStyle/>
        <a:p>
          <a:endParaRPr lang="en-AU"/>
        </a:p>
      </dgm:t>
    </dgm:pt>
    <dgm:pt modelId="{FBD8C45B-CE29-4C8F-931A-2A51B9E84ED0}" type="sibTrans" cxnId="{9EA04602-4392-46D2-B1AD-9258AE29866E}">
      <dgm:prSet/>
      <dgm:spPr/>
      <dgm:t>
        <a:bodyPr/>
        <a:lstStyle/>
        <a:p>
          <a:endParaRPr lang="en-AU"/>
        </a:p>
      </dgm:t>
    </dgm:pt>
    <dgm:pt modelId="{FDAAD10D-0D3F-43C6-8344-28ECCFC0499D}">
      <dgm:prSet phldrT="[Text]"/>
      <dgm:spPr/>
      <dgm:t>
        <a:bodyPr/>
        <a:lstStyle/>
        <a:p>
          <a:r>
            <a:rPr lang="en-AU" dirty="0"/>
            <a:t>Yellow</a:t>
          </a:r>
        </a:p>
      </dgm:t>
    </dgm:pt>
    <dgm:pt modelId="{66246A2F-C008-40AD-B1E6-23723C1CDF0C}" type="parTrans" cxnId="{FCC103F4-72AD-47FD-88A9-30FB91F21BB0}">
      <dgm:prSet/>
      <dgm:spPr/>
      <dgm:t>
        <a:bodyPr/>
        <a:lstStyle/>
        <a:p>
          <a:endParaRPr lang="en-AU"/>
        </a:p>
      </dgm:t>
    </dgm:pt>
    <dgm:pt modelId="{1F7D1A8D-C3B2-4E82-A7C2-620D557A45D9}" type="sibTrans" cxnId="{FCC103F4-72AD-47FD-88A9-30FB91F21BB0}">
      <dgm:prSet/>
      <dgm:spPr/>
      <dgm:t>
        <a:bodyPr/>
        <a:lstStyle/>
        <a:p>
          <a:endParaRPr lang="en-AU"/>
        </a:p>
      </dgm:t>
    </dgm:pt>
    <dgm:pt modelId="{85286C91-66EE-4D18-8B4A-B9ECC31262F1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0FD7F17D-D511-4B0D-9559-514F97D4F1ED}" type="parTrans" cxnId="{E1E06ECB-8E38-4CFA-98DB-E792C9134B2A}">
      <dgm:prSet/>
      <dgm:spPr/>
      <dgm:t>
        <a:bodyPr/>
        <a:lstStyle/>
        <a:p>
          <a:endParaRPr lang="en-AU"/>
        </a:p>
      </dgm:t>
    </dgm:pt>
    <dgm:pt modelId="{BC0CDA7A-5A84-4EB9-927C-CC9FB9919816}" type="sibTrans" cxnId="{E1E06ECB-8E38-4CFA-98DB-E792C9134B2A}">
      <dgm:prSet/>
      <dgm:spPr/>
      <dgm:t>
        <a:bodyPr/>
        <a:lstStyle/>
        <a:p>
          <a:endParaRPr lang="en-AU"/>
        </a:p>
      </dgm:t>
    </dgm:pt>
    <dgm:pt modelId="{67DFDE6C-31C7-4D44-A3FA-CFD04A9E92F1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12F79188-732A-4C51-AC69-B62F87F0A279}" type="parTrans" cxnId="{405DB203-E4E0-48AA-9150-0EB98CAFB302}">
      <dgm:prSet/>
      <dgm:spPr/>
      <dgm:t>
        <a:bodyPr/>
        <a:lstStyle/>
        <a:p>
          <a:endParaRPr lang="en-AU"/>
        </a:p>
      </dgm:t>
    </dgm:pt>
    <dgm:pt modelId="{50463AE3-EBA0-464E-B0B1-004773BD4139}" type="sibTrans" cxnId="{405DB203-E4E0-48AA-9150-0EB98CAFB302}">
      <dgm:prSet/>
      <dgm:spPr/>
      <dgm:t>
        <a:bodyPr/>
        <a:lstStyle/>
        <a:p>
          <a:endParaRPr lang="en-AU"/>
        </a:p>
      </dgm:t>
    </dgm:pt>
    <dgm:pt modelId="{D45052DE-41BC-44A7-81FA-962B543F8C96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2D8CE47D-A88F-4E99-8F8D-28AAEF41C020}" type="parTrans" cxnId="{97C5E7F4-1094-4662-BFFA-1CB42E0019B6}">
      <dgm:prSet/>
      <dgm:spPr/>
      <dgm:t>
        <a:bodyPr/>
        <a:lstStyle/>
        <a:p>
          <a:endParaRPr lang="en-AU"/>
        </a:p>
      </dgm:t>
    </dgm:pt>
    <dgm:pt modelId="{76B3F247-7A9F-44D0-88AB-3BC6C987E0CB}" type="sibTrans" cxnId="{97C5E7F4-1094-4662-BFFA-1CB42E0019B6}">
      <dgm:prSet/>
      <dgm:spPr/>
      <dgm:t>
        <a:bodyPr/>
        <a:lstStyle/>
        <a:p>
          <a:endParaRPr lang="en-AU"/>
        </a:p>
      </dgm:t>
    </dgm:pt>
    <dgm:pt modelId="{17DD8E4D-D612-45A6-B951-3B4AB47C83C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BFC9DCB7-FDA4-4210-8479-A2DFCB9AB9E5}" type="parTrans" cxnId="{B50D2137-9CC6-4712-AAD9-D3A7BB4C6E04}">
      <dgm:prSet/>
      <dgm:spPr/>
      <dgm:t>
        <a:bodyPr/>
        <a:lstStyle/>
        <a:p>
          <a:endParaRPr lang="en-AU"/>
        </a:p>
      </dgm:t>
    </dgm:pt>
    <dgm:pt modelId="{2413017E-8499-433D-B7A2-69B99A3D222C}" type="sibTrans" cxnId="{B50D2137-9CC6-4712-AAD9-D3A7BB4C6E04}">
      <dgm:prSet/>
      <dgm:spPr/>
      <dgm:t>
        <a:bodyPr/>
        <a:lstStyle/>
        <a:p>
          <a:endParaRPr lang="en-AU"/>
        </a:p>
      </dgm:t>
    </dgm:pt>
    <dgm:pt modelId="{02A4CE84-EB34-4DC6-9F34-8A26F8A08D1F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E4BACA63-3B93-4B01-BC00-7D78959AF74E}" type="parTrans" cxnId="{74A774BB-8A2E-469C-815E-3C36D3ED1896}">
      <dgm:prSet/>
      <dgm:spPr/>
      <dgm:t>
        <a:bodyPr/>
        <a:lstStyle/>
        <a:p>
          <a:endParaRPr lang="en-AU"/>
        </a:p>
      </dgm:t>
    </dgm:pt>
    <dgm:pt modelId="{030D3125-F729-4A2E-86EE-C1AF78ECC729}" type="sibTrans" cxnId="{74A774BB-8A2E-469C-815E-3C36D3ED1896}">
      <dgm:prSet/>
      <dgm:spPr/>
      <dgm:t>
        <a:bodyPr/>
        <a:lstStyle/>
        <a:p>
          <a:endParaRPr lang="en-AU"/>
        </a:p>
      </dgm:t>
    </dgm:pt>
    <dgm:pt modelId="{1D92B64E-B89B-4325-ADCF-C4C24DD43A4B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4AAF144-99F3-471C-992D-CB4D6FCC74A7}" type="parTrans" cxnId="{6C474233-5561-4315-9A34-2E6D5895812C}">
      <dgm:prSet/>
      <dgm:spPr/>
      <dgm:t>
        <a:bodyPr/>
        <a:lstStyle/>
        <a:p>
          <a:endParaRPr lang="en-AU"/>
        </a:p>
      </dgm:t>
    </dgm:pt>
    <dgm:pt modelId="{3B4BFBED-B41F-4951-872E-6FB5EBB7B735}" type="sibTrans" cxnId="{6C474233-5561-4315-9A34-2E6D5895812C}">
      <dgm:prSet/>
      <dgm:spPr/>
      <dgm:t>
        <a:bodyPr/>
        <a:lstStyle/>
        <a:p>
          <a:endParaRPr lang="en-AU"/>
        </a:p>
      </dgm:t>
    </dgm:pt>
    <dgm:pt modelId="{933E033B-B4D5-40BB-856D-B9DE0E020FFE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1BA5C7ED-0BFB-45A7-89A0-6941164BD4FC}" type="parTrans" cxnId="{4542F498-4F72-4C41-B0AE-E01F3A72681E}">
      <dgm:prSet/>
      <dgm:spPr/>
      <dgm:t>
        <a:bodyPr/>
        <a:lstStyle/>
        <a:p>
          <a:endParaRPr lang="en-AU"/>
        </a:p>
      </dgm:t>
    </dgm:pt>
    <dgm:pt modelId="{745EA180-B87F-4CFA-BABD-64DD58A2C35F}" type="sibTrans" cxnId="{4542F498-4F72-4C41-B0AE-E01F3A72681E}">
      <dgm:prSet/>
      <dgm:spPr/>
      <dgm:t>
        <a:bodyPr/>
        <a:lstStyle/>
        <a:p>
          <a:endParaRPr lang="en-AU"/>
        </a:p>
      </dgm:t>
    </dgm:pt>
    <dgm:pt modelId="{6A5853A1-F019-4F8E-9BE9-13D81CCAF552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8AA20108-6D03-4923-91E5-C53E1CCCD41D}" type="parTrans" cxnId="{26479A28-3880-41D2-8D09-58E5301321E0}">
      <dgm:prSet/>
      <dgm:spPr/>
      <dgm:t>
        <a:bodyPr/>
        <a:lstStyle/>
        <a:p>
          <a:endParaRPr lang="en-AU"/>
        </a:p>
      </dgm:t>
    </dgm:pt>
    <dgm:pt modelId="{2105594B-765A-4131-B22C-110982FCAED3}" type="sibTrans" cxnId="{26479A28-3880-41D2-8D09-58E5301321E0}">
      <dgm:prSet/>
      <dgm:spPr/>
      <dgm:t>
        <a:bodyPr/>
        <a:lstStyle/>
        <a:p>
          <a:endParaRPr lang="en-AU"/>
        </a:p>
      </dgm:t>
    </dgm:pt>
    <dgm:pt modelId="{C072FFC3-87B5-45B9-8B18-0B25BB40A4C9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E9B9069E-EFDE-4572-96B7-A6B2BA244062}" type="parTrans" cxnId="{143E08A8-2C51-4B0C-8CE4-28844248315E}">
      <dgm:prSet/>
      <dgm:spPr/>
      <dgm:t>
        <a:bodyPr/>
        <a:lstStyle/>
        <a:p>
          <a:endParaRPr lang="en-AU"/>
        </a:p>
      </dgm:t>
    </dgm:pt>
    <dgm:pt modelId="{CC97A30A-BE58-4E7E-AAE7-2A175C5A68E4}" type="sibTrans" cxnId="{143E08A8-2C51-4B0C-8CE4-28844248315E}">
      <dgm:prSet/>
      <dgm:spPr/>
      <dgm:t>
        <a:bodyPr/>
        <a:lstStyle/>
        <a:p>
          <a:endParaRPr lang="en-AU"/>
        </a:p>
      </dgm:t>
    </dgm:pt>
    <dgm:pt modelId="{A58F853C-E352-4B4B-87BD-DD6440B0712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556F5F30-7E05-4BAC-AE24-562E0B940027}" type="parTrans" cxnId="{370D65C3-5F44-4CDD-A7C9-92C49270466E}">
      <dgm:prSet/>
      <dgm:spPr/>
      <dgm:t>
        <a:bodyPr/>
        <a:lstStyle/>
        <a:p>
          <a:endParaRPr lang="en-AU"/>
        </a:p>
      </dgm:t>
    </dgm:pt>
    <dgm:pt modelId="{48B122BB-1D7D-4EA2-80E2-A82AF33D26CF}" type="sibTrans" cxnId="{370D65C3-5F44-4CDD-A7C9-92C49270466E}">
      <dgm:prSet/>
      <dgm:spPr/>
      <dgm:t>
        <a:bodyPr/>
        <a:lstStyle/>
        <a:p>
          <a:endParaRPr lang="en-AU"/>
        </a:p>
      </dgm:t>
    </dgm:pt>
    <dgm:pt modelId="{4388A742-DFB7-4C97-8858-D0BE4D2F1153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6398039A-D56A-4175-A4C9-48E612274C7E}" type="parTrans" cxnId="{75798CD4-C61B-4C7A-81ED-9FC654B1105C}">
      <dgm:prSet/>
      <dgm:spPr/>
      <dgm:t>
        <a:bodyPr/>
        <a:lstStyle/>
        <a:p>
          <a:endParaRPr lang="en-AU"/>
        </a:p>
      </dgm:t>
    </dgm:pt>
    <dgm:pt modelId="{D37803FA-DF22-43DA-A7E2-33B95FE20E39}" type="sibTrans" cxnId="{75798CD4-C61B-4C7A-81ED-9FC654B1105C}">
      <dgm:prSet/>
      <dgm:spPr/>
      <dgm:t>
        <a:bodyPr/>
        <a:lstStyle/>
        <a:p>
          <a:endParaRPr lang="en-AU"/>
        </a:p>
      </dgm:t>
    </dgm:pt>
    <dgm:pt modelId="{634C31F6-E755-45E0-9D11-61E74F2A3237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02B8078-26E3-470C-B21E-3E8B04934447}" type="parTrans" cxnId="{032A06A8-D4CC-4ABB-81F1-D298F6A1F0D2}">
      <dgm:prSet/>
      <dgm:spPr/>
      <dgm:t>
        <a:bodyPr/>
        <a:lstStyle/>
        <a:p>
          <a:endParaRPr lang="en-AU"/>
        </a:p>
      </dgm:t>
    </dgm:pt>
    <dgm:pt modelId="{5685E904-C8F5-4FC2-A66C-C3EB7118AE30}" type="sibTrans" cxnId="{032A06A8-D4CC-4ABB-81F1-D298F6A1F0D2}">
      <dgm:prSet/>
      <dgm:spPr/>
      <dgm:t>
        <a:bodyPr/>
        <a:lstStyle/>
        <a:p>
          <a:endParaRPr lang="en-AU"/>
        </a:p>
      </dgm:t>
    </dgm:pt>
    <dgm:pt modelId="{A5177C46-DD60-4532-B938-2A5BA9AC95B0}" type="pres">
      <dgm:prSet presAssocID="{C48C8005-67D4-448C-880F-E25807C6A6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AU"/>
        </a:p>
      </dgm:t>
    </dgm:pt>
    <dgm:pt modelId="{607074B1-ACE9-4AC4-B583-D0A01F2F560A}" type="pres">
      <dgm:prSet presAssocID="{1E73CEF5-68D2-4E48-9D0C-0CDFBC69B6F8}" presName="hierRoot1" presStyleCnt="0"/>
      <dgm:spPr/>
    </dgm:pt>
    <dgm:pt modelId="{BC6D9C92-112D-4521-9F4D-7C791FC7D6EA}" type="pres">
      <dgm:prSet presAssocID="{1E73CEF5-68D2-4E48-9D0C-0CDFBC69B6F8}" presName="composite" presStyleCnt="0"/>
      <dgm:spPr/>
    </dgm:pt>
    <dgm:pt modelId="{7788EA08-842A-467A-B685-2E985BE21498}" type="pres">
      <dgm:prSet presAssocID="{1E73CEF5-68D2-4E48-9D0C-0CDFBC69B6F8}" presName="background" presStyleLbl="node0" presStyleIdx="0" presStyleCnt="4"/>
      <dgm:spPr/>
    </dgm:pt>
    <dgm:pt modelId="{3355CBF3-A671-43B1-9146-21CA92B8E852}" type="pres">
      <dgm:prSet presAssocID="{1E73CEF5-68D2-4E48-9D0C-0CDFBC69B6F8}" presName="text" presStyleLbl="fgAcc0" presStyleIdx="0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F1A0CEE2-DFAE-41FB-AF1F-131C7CAEB415}" type="pres">
      <dgm:prSet presAssocID="{1E73CEF5-68D2-4E48-9D0C-0CDFBC69B6F8}" presName="hierChild2" presStyleCnt="0"/>
      <dgm:spPr/>
    </dgm:pt>
    <dgm:pt modelId="{C1336278-5BF7-40FD-A727-3E1D20D6F9F5}" type="pres">
      <dgm:prSet presAssocID="{556F5F30-7E05-4BAC-AE24-562E0B940027}" presName="Name10" presStyleLbl="parChTrans1D2" presStyleIdx="0" presStyleCnt="12"/>
      <dgm:spPr/>
      <dgm:t>
        <a:bodyPr/>
        <a:lstStyle/>
        <a:p>
          <a:endParaRPr lang="en-AU"/>
        </a:p>
      </dgm:t>
    </dgm:pt>
    <dgm:pt modelId="{4A23EC69-C401-46E3-892F-F1CA2566F1AA}" type="pres">
      <dgm:prSet presAssocID="{A58F853C-E352-4B4B-87BD-DD6440B0712A}" presName="hierRoot2" presStyleCnt="0"/>
      <dgm:spPr/>
    </dgm:pt>
    <dgm:pt modelId="{3DB18AC8-A1DB-4F93-9729-30A8F72D9C30}" type="pres">
      <dgm:prSet presAssocID="{A58F853C-E352-4B4B-87BD-DD6440B0712A}" presName="composite2" presStyleCnt="0"/>
      <dgm:spPr/>
    </dgm:pt>
    <dgm:pt modelId="{2928AB1F-0791-47EA-BE15-1F2A87A92B6A}" type="pres">
      <dgm:prSet presAssocID="{A58F853C-E352-4B4B-87BD-DD6440B0712A}" presName="background2" presStyleLbl="node2" presStyleIdx="0" presStyleCnt="12"/>
      <dgm:spPr/>
    </dgm:pt>
    <dgm:pt modelId="{F57C6E9D-AF46-4652-9042-974CEA084475}" type="pres">
      <dgm:prSet presAssocID="{A58F853C-E352-4B4B-87BD-DD6440B0712A}" presName="text2" presStyleLbl="fgAcc2" presStyleIdx="0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4C13987E-8BE0-4FB5-9521-36819AF5E4D2}" type="pres">
      <dgm:prSet presAssocID="{A58F853C-E352-4B4B-87BD-DD6440B0712A}" presName="hierChild3" presStyleCnt="0"/>
      <dgm:spPr/>
    </dgm:pt>
    <dgm:pt modelId="{9B2ED8D2-C4CA-4F1D-BFBF-F459D32CEF0C}" type="pres">
      <dgm:prSet presAssocID="{6398039A-D56A-4175-A4C9-48E612274C7E}" presName="Name10" presStyleLbl="parChTrans1D2" presStyleIdx="1" presStyleCnt="12"/>
      <dgm:spPr/>
      <dgm:t>
        <a:bodyPr/>
        <a:lstStyle/>
        <a:p>
          <a:endParaRPr lang="en-AU"/>
        </a:p>
      </dgm:t>
    </dgm:pt>
    <dgm:pt modelId="{F60D2ABD-ABB0-4C7E-9F08-7E0EAEDF90EC}" type="pres">
      <dgm:prSet presAssocID="{4388A742-DFB7-4C97-8858-D0BE4D2F1153}" presName="hierRoot2" presStyleCnt="0"/>
      <dgm:spPr/>
    </dgm:pt>
    <dgm:pt modelId="{18B5C046-7D9E-47A8-B5A4-E45ED95BA893}" type="pres">
      <dgm:prSet presAssocID="{4388A742-DFB7-4C97-8858-D0BE4D2F1153}" presName="composite2" presStyleCnt="0"/>
      <dgm:spPr/>
    </dgm:pt>
    <dgm:pt modelId="{0DAF95A0-8D39-4843-A85B-D32886FB75EC}" type="pres">
      <dgm:prSet presAssocID="{4388A742-DFB7-4C97-8858-D0BE4D2F1153}" presName="background2" presStyleLbl="node2" presStyleIdx="1" presStyleCnt="12"/>
      <dgm:spPr/>
    </dgm:pt>
    <dgm:pt modelId="{8D8BF108-A9D3-41A6-AE09-E1318D44C0B8}" type="pres">
      <dgm:prSet presAssocID="{4388A742-DFB7-4C97-8858-D0BE4D2F1153}" presName="text2" presStyleLbl="fgAcc2" presStyleIdx="1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08DFF9B3-E53A-45B1-9EC6-E2DF191080B7}" type="pres">
      <dgm:prSet presAssocID="{4388A742-DFB7-4C97-8858-D0BE4D2F1153}" presName="hierChild3" presStyleCnt="0"/>
      <dgm:spPr/>
    </dgm:pt>
    <dgm:pt modelId="{07D69A54-87B8-41ED-802C-00C60044B5C3}" type="pres">
      <dgm:prSet presAssocID="{F02B8078-26E3-470C-B21E-3E8B04934447}" presName="Name10" presStyleLbl="parChTrans1D2" presStyleIdx="2" presStyleCnt="12"/>
      <dgm:spPr/>
      <dgm:t>
        <a:bodyPr/>
        <a:lstStyle/>
        <a:p>
          <a:endParaRPr lang="en-AU"/>
        </a:p>
      </dgm:t>
    </dgm:pt>
    <dgm:pt modelId="{E63770A3-FA32-4865-B139-A760CE5CD11B}" type="pres">
      <dgm:prSet presAssocID="{634C31F6-E755-45E0-9D11-61E74F2A3237}" presName="hierRoot2" presStyleCnt="0"/>
      <dgm:spPr/>
    </dgm:pt>
    <dgm:pt modelId="{209FC83B-96DA-48A8-A66C-6D39729269CA}" type="pres">
      <dgm:prSet presAssocID="{634C31F6-E755-45E0-9D11-61E74F2A3237}" presName="composite2" presStyleCnt="0"/>
      <dgm:spPr/>
    </dgm:pt>
    <dgm:pt modelId="{ED736320-64E9-48C4-A12B-7DF6D9281C56}" type="pres">
      <dgm:prSet presAssocID="{634C31F6-E755-45E0-9D11-61E74F2A3237}" presName="background2" presStyleLbl="node2" presStyleIdx="2" presStyleCnt="12"/>
      <dgm:spPr/>
    </dgm:pt>
    <dgm:pt modelId="{C97BAE9B-7869-4199-A378-0E1B411D16EB}" type="pres">
      <dgm:prSet presAssocID="{634C31F6-E755-45E0-9D11-61E74F2A3237}" presName="text2" presStyleLbl="fgAcc2" presStyleIdx="2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DD0C7FDB-1E4B-417D-9295-06CC7FF58CF2}" type="pres">
      <dgm:prSet presAssocID="{634C31F6-E755-45E0-9D11-61E74F2A3237}" presName="hierChild3" presStyleCnt="0"/>
      <dgm:spPr/>
    </dgm:pt>
    <dgm:pt modelId="{9198DCB4-50C0-4B5D-8746-BD2E05B0C5C1}" type="pres">
      <dgm:prSet presAssocID="{E9CF2C68-789E-47E8-AF8A-63A09BE293AF}" presName="hierRoot1" presStyleCnt="0"/>
      <dgm:spPr/>
    </dgm:pt>
    <dgm:pt modelId="{A472B2B7-85F7-4A6A-8C6E-8D95F386A038}" type="pres">
      <dgm:prSet presAssocID="{E9CF2C68-789E-47E8-AF8A-63A09BE293AF}" presName="composite" presStyleCnt="0"/>
      <dgm:spPr/>
    </dgm:pt>
    <dgm:pt modelId="{FB43E865-BDB9-490C-8E6B-14390DB87AA3}" type="pres">
      <dgm:prSet presAssocID="{E9CF2C68-789E-47E8-AF8A-63A09BE293AF}" presName="background" presStyleLbl="node0" presStyleIdx="1" presStyleCnt="4"/>
      <dgm:spPr/>
    </dgm:pt>
    <dgm:pt modelId="{321A618F-46A2-418E-B799-8FDF8D26EDAB}" type="pres">
      <dgm:prSet presAssocID="{E9CF2C68-789E-47E8-AF8A-63A09BE293AF}" presName="text" presStyleLbl="fgAcc0" presStyleIdx="1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29503F2F-6002-4A24-B565-40798E3366C1}" type="pres">
      <dgm:prSet presAssocID="{E9CF2C68-789E-47E8-AF8A-63A09BE293AF}" presName="hierChild2" presStyleCnt="0"/>
      <dgm:spPr/>
    </dgm:pt>
    <dgm:pt modelId="{383396FF-CA79-4DA3-A9CB-A2676D01765E}" type="pres">
      <dgm:prSet presAssocID="{1BA5C7ED-0BFB-45A7-89A0-6941164BD4FC}" presName="Name10" presStyleLbl="parChTrans1D2" presStyleIdx="3" presStyleCnt="12"/>
      <dgm:spPr/>
      <dgm:t>
        <a:bodyPr/>
        <a:lstStyle/>
        <a:p>
          <a:endParaRPr lang="en-AU"/>
        </a:p>
      </dgm:t>
    </dgm:pt>
    <dgm:pt modelId="{0EEDCD2B-BC29-4D6B-B0F2-CB267C345B37}" type="pres">
      <dgm:prSet presAssocID="{933E033B-B4D5-40BB-856D-B9DE0E020FFE}" presName="hierRoot2" presStyleCnt="0"/>
      <dgm:spPr/>
    </dgm:pt>
    <dgm:pt modelId="{7B4DB677-3DBE-4755-86F1-CC137B44F3D2}" type="pres">
      <dgm:prSet presAssocID="{933E033B-B4D5-40BB-856D-B9DE0E020FFE}" presName="composite2" presStyleCnt="0"/>
      <dgm:spPr/>
    </dgm:pt>
    <dgm:pt modelId="{8626110F-7293-4911-AA65-5040D4194541}" type="pres">
      <dgm:prSet presAssocID="{933E033B-B4D5-40BB-856D-B9DE0E020FFE}" presName="background2" presStyleLbl="node2" presStyleIdx="3" presStyleCnt="12"/>
      <dgm:spPr/>
    </dgm:pt>
    <dgm:pt modelId="{C103E8A2-C5F9-4664-85A3-7290A36515E9}" type="pres">
      <dgm:prSet presAssocID="{933E033B-B4D5-40BB-856D-B9DE0E020FFE}" presName="text2" presStyleLbl="fgAcc2" presStyleIdx="3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4601726F-2805-49CA-B7ED-FBA0CC138B97}" type="pres">
      <dgm:prSet presAssocID="{933E033B-B4D5-40BB-856D-B9DE0E020FFE}" presName="hierChild3" presStyleCnt="0"/>
      <dgm:spPr/>
    </dgm:pt>
    <dgm:pt modelId="{1D14B6C6-7AC6-4230-96F4-99E63ED92BF3}" type="pres">
      <dgm:prSet presAssocID="{8AA20108-6D03-4923-91E5-C53E1CCCD41D}" presName="Name10" presStyleLbl="parChTrans1D2" presStyleIdx="4" presStyleCnt="12"/>
      <dgm:spPr/>
      <dgm:t>
        <a:bodyPr/>
        <a:lstStyle/>
        <a:p>
          <a:endParaRPr lang="en-AU"/>
        </a:p>
      </dgm:t>
    </dgm:pt>
    <dgm:pt modelId="{596A23AF-6230-40E5-87B3-94D79AD9057D}" type="pres">
      <dgm:prSet presAssocID="{6A5853A1-F019-4F8E-9BE9-13D81CCAF552}" presName="hierRoot2" presStyleCnt="0"/>
      <dgm:spPr/>
    </dgm:pt>
    <dgm:pt modelId="{DD83FA9A-51F8-463C-B9B1-8ADABF1275E8}" type="pres">
      <dgm:prSet presAssocID="{6A5853A1-F019-4F8E-9BE9-13D81CCAF552}" presName="composite2" presStyleCnt="0"/>
      <dgm:spPr/>
    </dgm:pt>
    <dgm:pt modelId="{59014E87-968B-4E76-B47E-B3268991BEBB}" type="pres">
      <dgm:prSet presAssocID="{6A5853A1-F019-4F8E-9BE9-13D81CCAF552}" presName="background2" presStyleLbl="node2" presStyleIdx="4" presStyleCnt="12"/>
      <dgm:spPr/>
    </dgm:pt>
    <dgm:pt modelId="{6ADD1827-14B5-4B68-BEB7-C97FB869A1F7}" type="pres">
      <dgm:prSet presAssocID="{6A5853A1-F019-4F8E-9BE9-13D81CCAF552}" presName="text2" presStyleLbl="fgAcc2" presStyleIdx="4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DADECBA7-53CF-4668-9EDA-832B6E892934}" type="pres">
      <dgm:prSet presAssocID="{6A5853A1-F019-4F8E-9BE9-13D81CCAF552}" presName="hierChild3" presStyleCnt="0"/>
      <dgm:spPr/>
    </dgm:pt>
    <dgm:pt modelId="{174AB56F-6C0A-4FD7-B91C-7B507DD2A90B}" type="pres">
      <dgm:prSet presAssocID="{E9B9069E-EFDE-4572-96B7-A6B2BA244062}" presName="Name10" presStyleLbl="parChTrans1D2" presStyleIdx="5" presStyleCnt="12"/>
      <dgm:spPr/>
      <dgm:t>
        <a:bodyPr/>
        <a:lstStyle/>
        <a:p>
          <a:endParaRPr lang="en-AU"/>
        </a:p>
      </dgm:t>
    </dgm:pt>
    <dgm:pt modelId="{21493126-1F76-468A-8F00-38893EEC513C}" type="pres">
      <dgm:prSet presAssocID="{C072FFC3-87B5-45B9-8B18-0B25BB40A4C9}" presName="hierRoot2" presStyleCnt="0"/>
      <dgm:spPr/>
    </dgm:pt>
    <dgm:pt modelId="{7FDAC8A7-0D04-4CC1-8AA8-6B91E594CB4C}" type="pres">
      <dgm:prSet presAssocID="{C072FFC3-87B5-45B9-8B18-0B25BB40A4C9}" presName="composite2" presStyleCnt="0"/>
      <dgm:spPr/>
    </dgm:pt>
    <dgm:pt modelId="{3BEFC35B-B374-42E9-8EF6-53DB65DB698A}" type="pres">
      <dgm:prSet presAssocID="{C072FFC3-87B5-45B9-8B18-0B25BB40A4C9}" presName="background2" presStyleLbl="node2" presStyleIdx="5" presStyleCnt="12"/>
      <dgm:spPr/>
    </dgm:pt>
    <dgm:pt modelId="{147EEA20-D030-43FE-9B12-1CD5394C1CFA}" type="pres">
      <dgm:prSet presAssocID="{C072FFC3-87B5-45B9-8B18-0B25BB40A4C9}" presName="text2" presStyleLbl="fgAcc2" presStyleIdx="5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D1AE9CEB-D77D-46B8-8197-0AA7369EFC71}" type="pres">
      <dgm:prSet presAssocID="{C072FFC3-87B5-45B9-8B18-0B25BB40A4C9}" presName="hierChild3" presStyleCnt="0"/>
      <dgm:spPr/>
    </dgm:pt>
    <dgm:pt modelId="{6E069F8C-A3B7-42E6-B885-2817F9DF9C18}" type="pres">
      <dgm:prSet presAssocID="{40F083C4-92A6-407C-9190-E3781E564B44}" presName="hierRoot1" presStyleCnt="0"/>
      <dgm:spPr/>
    </dgm:pt>
    <dgm:pt modelId="{E9E4F225-0813-4D72-881C-11ADC59EA255}" type="pres">
      <dgm:prSet presAssocID="{40F083C4-92A6-407C-9190-E3781E564B44}" presName="composite" presStyleCnt="0"/>
      <dgm:spPr/>
    </dgm:pt>
    <dgm:pt modelId="{6EAFEBEF-78BA-4DC0-A656-4D2EC096DB60}" type="pres">
      <dgm:prSet presAssocID="{40F083C4-92A6-407C-9190-E3781E564B44}" presName="background" presStyleLbl="node0" presStyleIdx="2" presStyleCnt="4"/>
      <dgm:spPr/>
    </dgm:pt>
    <dgm:pt modelId="{8FF9DC9E-EBA3-4CD0-B12A-C131014DB27E}" type="pres">
      <dgm:prSet presAssocID="{40F083C4-92A6-407C-9190-E3781E564B44}" presName="text" presStyleLbl="fgAcc0" presStyleIdx="2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48BC410D-27F6-4DF7-99C7-AC3CD897A353}" type="pres">
      <dgm:prSet presAssocID="{40F083C4-92A6-407C-9190-E3781E564B44}" presName="hierChild2" presStyleCnt="0"/>
      <dgm:spPr/>
    </dgm:pt>
    <dgm:pt modelId="{83937AD0-46D0-4AE3-8C7B-BF6B8EFE395A}" type="pres">
      <dgm:prSet presAssocID="{0FD7F17D-D511-4B0D-9559-514F97D4F1ED}" presName="Name10" presStyleLbl="parChTrans1D2" presStyleIdx="6" presStyleCnt="12"/>
      <dgm:spPr/>
      <dgm:t>
        <a:bodyPr/>
        <a:lstStyle/>
        <a:p>
          <a:endParaRPr lang="en-AU"/>
        </a:p>
      </dgm:t>
    </dgm:pt>
    <dgm:pt modelId="{04E03333-9CDC-4CCE-926F-5022279CFDB2}" type="pres">
      <dgm:prSet presAssocID="{85286C91-66EE-4D18-8B4A-B9ECC31262F1}" presName="hierRoot2" presStyleCnt="0"/>
      <dgm:spPr/>
    </dgm:pt>
    <dgm:pt modelId="{053B26CA-F767-4672-A66E-A181B601122B}" type="pres">
      <dgm:prSet presAssocID="{85286C91-66EE-4D18-8B4A-B9ECC31262F1}" presName="composite2" presStyleCnt="0"/>
      <dgm:spPr/>
    </dgm:pt>
    <dgm:pt modelId="{A3311C7F-C946-466B-A9BA-543AD7B1E41E}" type="pres">
      <dgm:prSet presAssocID="{85286C91-66EE-4D18-8B4A-B9ECC31262F1}" presName="background2" presStyleLbl="node2" presStyleIdx="6" presStyleCnt="12"/>
      <dgm:spPr/>
    </dgm:pt>
    <dgm:pt modelId="{E83323FA-9E6C-4887-86DE-58D78A61577A}" type="pres">
      <dgm:prSet presAssocID="{85286C91-66EE-4D18-8B4A-B9ECC31262F1}" presName="text2" presStyleLbl="fgAcc2" presStyleIdx="6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ED3701F8-FA92-4184-9B7A-65ED39CD8FEA}" type="pres">
      <dgm:prSet presAssocID="{85286C91-66EE-4D18-8B4A-B9ECC31262F1}" presName="hierChild3" presStyleCnt="0"/>
      <dgm:spPr/>
    </dgm:pt>
    <dgm:pt modelId="{A6DC56EB-65D4-4029-AF1B-6E679B6DDA81}" type="pres">
      <dgm:prSet presAssocID="{12F79188-732A-4C51-AC69-B62F87F0A279}" presName="Name10" presStyleLbl="parChTrans1D2" presStyleIdx="7" presStyleCnt="12"/>
      <dgm:spPr/>
      <dgm:t>
        <a:bodyPr/>
        <a:lstStyle/>
        <a:p>
          <a:endParaRPr lang="en-AU"/>
        </a:p>
      </dgm:t>
    </dgm:pt>
    <dgm:pt modelId="{8FAD5049-61FC-4A4E-A140-2DC498158A0C}" type="pres">
      <dgm:prSet presAssocID="{67DFDE6C-31C7-4D44-A3FA-CFD04A9E92F1}" presName="hierRoot2" presStyleCnt="0"/>
      <dgm:spPr/>
    </dgm:pt>
    <dgm:pt modelId="{A084BFD8-1CD6-450F-808F-A101117047E8}" type="pres">
      <dgm:prSet presAssocID="{67DFDE6C-31C7-4D44-A3FA-CFD04A9E92F1}" presName="composite2" presStyleCnt="0"/>
      <dgm:spPr/>
    </dgm:pt>
    <dgm:pt modelId="{1918647D-E80D-4F80-A065-5F71FB71A76D}" type="pres">
      <dgm:prSet presAssocID="{67DFDE6C-31C7-4D44-A3FA-CFD04A9E92F1}" presName="background2" presStyleLbl="node2" presStyleIdx="7" presStyleCnt="12"/>
      <dgm:spPr/>
    </dgm:pt>
    <dgm:pt modelId="{340931F5-CCDF-48FD-A4C3-7CDBF4046951}" type="pres">
      <dgm:prSet presAssocID="{67DFDE6C-31C7-4D44-A3FA-CFD04A9E92F1}" presName="text2" presStyleLbl="fgAcc2" presStyleIdx="7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47A3EAB6-014F-485C-8A0B-3084DB07F25B}" type="pres">
      <dgm:prSet presAssocID="{67DFDE6C-31C7-4D44-A3FA-CFD04A9E92F1}" presName="hierChild3" presStyleCnt="0"/>
      <dgm:spPr/>
    </dgm:pt>
    <dgm:pt modelId="{9B9109DD-A8C8-469F-B4B0-68B4C50F700C}" type="pres">
      <dgm:prSet presAssocID="{2D8CE47D-A88F-4E99-8F8D-28AAEF41C020}" presName="Name10" presStyleLbl="parChTrans1D2" presStyleIdx="8" presStyleCnt="12"/>
      <dgm:spPr/>
      <dgm:t>
        <a:bodyPr/>
        <a:lstStyle/>
        <a:p>
          <a:endParaRPr lang="en-AU"/>
        </a:p>
      </dgm:t>
    </dgm:pt>
    <dgm:pt modelId="{833F9231-F034-45B8-998A-DBE905FB9179}" type="pres">
      <dgm:prSet presAssocID="{D45052DE-41BC-44A7-81FA-962B543F8C96}" presName="hierRoot2" presStyleCnt="0"/>
      <dgm:spPr/>
    </dgm:pt>
    <dgm:pt modelId="{B43E0FBC-7DB7-4138-9CB5-ECFDA0312AA8}" type="pres">
      <dgm:prSet presAssocID="{D45052DE-41BC-44A7-81FA-962B543F8C96}" presName="composite2" presStyleCnt="0"/>
      <dgm:spPr/>
    </dgm:pt>
    <dgm:pt modelId="{9B43F61E-CEAD-455A-ACB6-027347004BB6}" type="pres">
      <dgm:prSet presAssocID="{D45052DE-41BC-44A7-81FA-962B543F8C96}" presName="background2" presStyleLbl="node2" presStyleIdx="8" presStyleCnt="12"/>
      <dgm:spPr/>
    </dgm:pt>
    <dgm:pt modelId="{4A36B307-C73E-4B76-AB47-EA96EFE2850B}" type="pres">
      <dgm:prSet presAssocID="{D45052DE-41BC-44A7-81FA-962B543F8C96}" presName="text2" presStyleLbl="fgAcc2" presStyleIdx="8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97534B6A-FBA7-41CE-8BFF-FE69CB1C4C09}" type="pres">
      <dgm:prSet presAssocID="{D45052DE-41BC-44A7-81FA-962B543F8C96}" presName="hierChild3" presStyleCnt="0"/>
      <dgm:spPr/>
    </dgm:pt>
    <dgm:pt modelId="{61155494-2A49-4119-B2FB-FB9F6A3C28E8}" type="pres">
      <dgm:prSet presAssocID="{FDAAD10D-0D3F-43C6-8344-28ECCFC0499D}" presName="hierRoot1" presStyleCnt="0"/>
      <dgm:spPr/>
    </dgm:pt>
    <dgm:pt modelId="{EE74915C-4AEC-4494-8EE4-F885D8BE8DBD}" type="pres">
      <dgm:prSet presAssocID="{FDAAD10D-0D3F-43C6-8344-28ECCFC0499D}" presName="composite" presStyleCnt="0"/>
      <dgm:spPr/>
    </dgm:pt>
    <dgm:pt modelId="{3BB67453-2F52-4B21-A235-1A9CB5ED6AE1}" type="pres">
      <dgm:prSet presAssocID="{FDAAD10D-0D3F-43C6-8344-28ECCFC0499D}" presName="background" presStyleLbl="node0" presStyleIdx="3" presStyleCnt="4"/>
      <dgm:spPr/>
    </dgm:pt>
    <dgm:pt modelId="{791CB606-F96B-4FA5-8E0A-1DD1BAEB41AC}" type="pres">
      <dgm:prSet presAssocID="{FDAAD10D-0D3F-43C6-8344-28ECCFC0499D}" presName="text" presStyleLbl="fgAcc0" presStyleIdx="3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C3280FBA-B8D8-49D8-A8B2-015A90F12D0D}" type="pres">
      <dgm:prSet presAssocID="{FDAAD10D-0D3F-43C6-8344-28ECCFC0499D}" presName="hierChild2" presStyleCnt="0"/>
      <dgm:spPr/>
    </dgm:pt>
    <dgm:pt modelId="{8FC3C2B8-0367-45AD-8B26-8486F1FB7DD5}" type="pres">
      <dgm:prSet presAssocID="{BFC9DCB7-FDA4-4210-8479-A2DFCB9AB9E5}" presName="Name10" presStyleLbl="parChTrans1D2" presStyleIdx="9" presStyleCnt="12"/>
      <dgm:spPr/>
      <dgm:t>
        <a:bodyPr/>
        <a:lstStyle/>
        <a:p>
          <a:endParaRPr lang="en-AU"/>
        </a:p>
      </dgm:t>
    </dgm:pt>
    <dgm:pt modelId="{0E941723-7F72-4F5A-859E-54620780D682}" type="pres">
      <dgm:prSet presAssocID="{17DD8E4D-D612-45A6-B951-3B4AB47C83CA}" presName="hierRoot2" presStyleCnt="0"/>
      <dgm:spPr/>
    </dgm:pt>
    <dgm:pt modelId="{C3154936-4A90-4260-9E0E-96C777D6D1DC}" type="pres">
      <dgm:prSet presAssocID="{17DD8E4D-D612-45A6-B951-3B4AB47C83CA}" presName="composite2" presStyleCnt="0"/>
      <dgm:spPr/>
    </dgm:pt>
    <dgm:pt modelId="{FB70F6F6-E2B8-456C-80CA-7CA9A1E9B77A}" type="pres">
      <dgm:prSet presAssocID="{17DD8E4D-D612-45A6-B951-3B4AB47C83CA}" presName="background2" presStyleLbl="node2" presStyleIdx="9" presStyleCnt="12"/>
      <dgm:spPr/>
    </dgm:pt>
    <dgm:pt modelId="{ACB139B7-2509-426F-9525-F14D26483C22}" type="pres">
      <dgm:prSet presAssocID="{17DD8E4D-D612-45A6-B951-3B4AB47C83CA}" presName="text2" presStyleLbl="fgAcc2" presStyleIdx="9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AB94B3E5-2C8B-40AD-8C15-868EC372D0C3}" type="pres">
      <dgm:prSet presAssocID="{17DD8E4D-D612-45A6-B951-3B4AB47C83CA}" presName="hierChild3" presStyleCnt="0"/>
      <dgm:spPr/>
    </dgm:pt>
    <dgm:pt modelId="{A3F80762-378A-4105-963D-996A3E46C056}" type="pres">
      <dgm:prSet presAssocID="{E4BACA63-3B93-4B01-BC00-7D78959AF74E}" presName="Name10" presStyleLbl="parChTrans1D2" presStyleIdx="10" presStyleCnt="12"/>
      <dgm:spPr/>
      <dgm:t>
        <a:bodyPr/>
        <a:lstStyle/>
        <a:p>
          <a:endParaRPr lang="en-AU"/>
        </a:p>
      </dgm:t>
    </dgm:pt>
    <dgm:pt modelId="{35F6B16E-8839-425E-9FCA-CD63A6AB9BA3}" type="pres">
      <dgm:prSet presAssocID="{02A4CE84-EB34-4DC6-9F34-8A26F8A08D1F}" presName="hierRoot2" presStyleCnt="0"/>
      <dgm:spPr/>
    </dgm:pt>
    <dgm:pt modelId="{54A800EC-284A-4B3E-B3E8-148931C78E22}" type="pres">
      <dgm:prSet presAssocID="{02A4CE84-EB34-4DC6-9F34-8A26F8A08D1F}" presName="composite2" presStyleCnt="0"/>
      <dgm:spPr/>
    </dgm:pt>
    <dgm:pt modelId="{F9736690-F244-4F66-B1AB-A11117EA9195}" type="pres">
      <dgm:prSet presAssocID="{02A4CE84-EB34-4DC6-9F34-8A26F8A08D1F}" presName="background2" presStyleLbl="node2" presStyleIdx="10" presStyleCnt="12"/>
      <dgm:spPr/>
    </dgm:pt>
    <dgm:pt modelId="{27EA6531-BD51-426A-80D1-9A7C66190138}" type="pres">
      <dgm:prSet presAssocID="{02A4CE84-EB34-4DC6-9F34-8A26F8A08D1F}" presName="text2" presStyleLbl="fgAcc2" presStyleIdx="10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4D5ED44E-CAB5-4E16-9F26-E68076F73445}" type="pres">
      <dgm:prSet presAssocID="{02A4CE84-EB34-4DC6-9F34-8A26F8A08D1F}" presName="hierChild3" presStyleCnt="0"/>
      <dgm:spPr/>
    </dgm:pt>
    <dgm:pt modelId="{8D4462CC-C015-4C05-940D-0E7A279CEB58}" type="pres">
      <dgm:prSet presAssocID="{F4AAF144-99F3-471C-992D-CB4D6FCC74A7}" presName="Name10" presStyleLbl="parChTrans1D2" presStyleIdx="11" presStyleCnt="12"/>
      <dgm:spPr/>
      <dgm:t>
        <a:bodyPr/>
        <a:lstStyle/>
        <a:p>
          <a:endParaRPr lang="en-AU"/>
        </a:p>
      </dgm:t>
    </dgm:pt>
    <dgm:pt modelId="{8CF00E88-240A-4DE8-8A73-F4AAF8E4D6CF}" type="pres">
      <dgm:prSet presAssocID="{1D92B64E-B89B-4325-ADCF-C4C24DD43A4B}" presName="hierRoot2" presStyleCnt="0"/>
      <dgm:spPr/>
    </dgm:pt>
    <dgm:pt modelId="{C2E814BC-FA09-4755-BB0B-3D86C4A0F1F4}" type="pres">
      <dgm:prSet presAssocID="{1D92B64E-B89B-4325-ADCF-C4C24DD43A4B}" presName="composite2" presStyleCnt="0"/>
      <dgm:spPr/>
    </dgm:pt>
    <dgm:pt modelId="{AF6E7068-E911-479A-AC66-A1B5E53E48B7}" type="pres">
      <dgm:prSet presAssocID="{1D92B64E-B89B-4325-ADCF-C4C24DD43A4B}" presName="background2" presStyleLbl="node2" presStyleIdx="11" presStyleCnt="12"/>
      <dgm:spPr/>
    </dgm:pt>
    <dgm:pt modelId="{368C5C1E-E025-4FF0-A341-ECF6BB68FE26}" type="pres">
      <dgm:prSet presAssocID="{1D92B64E-B89B-4325-ADCF-C4C24DD43A4B}" presName="text2" presStyleLbl="fgAcc2" presStyleIdx="11" presStyleCnt="12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E628E1E0-B1E1-4C28-8652-6484AF85A67B}" type="pres">
      <dgm:prSet presAssocID="{1D92B64E-B89B-4325-ADCF-C4C24DD43A4B}" presName="hierChild3" presStyleCnt="0"/>
      <dgm:spPr/>
    </dgm:pt>
  </dgm:ptLst>
  <dgm:cxnLst>
    <dgm:cxn modelId="{032A06A8-D4CC-4ABB-81F1-D298F6A1F0D2}" srcId="{1E73CEF5-68D2-4E48-9D0C-0CDFBC69B6F8}" destId="{634C31F6-E755-45E0-9D11-61E74F2A3237}" srcOrd="2" destOrd="0" parTransId="{F02B8078-26E3-470C-B21E-3E8B04934447}" sibTransId="{5685E904-C8F5-4FC2-A66C-C3EB7118AE30}"/>
    <dgm:cxn modelId="{1F58233C-6D25-42E0-831E-9D599B822D3B}" type="presOf" srcId="{FDAAD10D-0D3F-43C6-8344-28ECCFC0499D}" destId="{791CB606-F96B-4FA5-8E0A-1DD1BAEB41AC}" srcOrd="0" destOrd="0" presId="urn:microsoft.com/office/officeart/2005/8/layout/hierarchy1"/>
    <dgm:cxn modelId="{5D5A9F8C-F908-4208-B1D7-61D5B5ABBB5D}" type="presOf" srcId="{556F5F30-7E05-4BAC-AE24-562E0B940027}" destId="{C1336278-5BF7-40FD-A727-3E1D20D6F9F5}" srcOrd="0" destOrd="0" presId="urn:microsoft.com/office/officeart/2005/8/layout/hierarchy1"/>
    <dgm:cxn modelId="{405DB203-E4E0-48AA-9150-0EB98CAFB302}" srcId="{40F083C4-92A6-407C-9190-E3781E564B44}" destId="{67DFDE6C-31C7-4D44-A3FA-CFD04A9E92F1}" srcOrd="1" destOrd="0" parTransId="{12F79188-732A-4C51-AC69-B62F87F0A279}" sibTransId="{50463AE3-EBA0-464E-B0B1-004773BD4139}"/>
    <dgm:cxn modelId="{75798CD4-C61B-4C7A-81ED-9FC654B1105C}" srcId="{1E73CEF5-68D2-4E48-9D0C-0CDFBC69B6F8}" destId="{4388A742-DFB7-4C97-8858-D0BE4D2F1153}" srcOrd="1" destOrd="0" parTransId="{6398039A-D56A-4175-A4C9-48E612274C7E}" sibTransId="{D37803FA-DF22-43DA-A7E2-33B95FE20E39}"/>
    <dgm:cxn modelId="{3AE323A3-CF14-442D-954A-73F50FF9EAD7}" type="presOf" srcId="{D45052DE-41BC-44A7-81FA-962B543F8C96}" destId="{4A36B307-C73E-4B76-AB47-EA96EFE2850B}" srcOrd="0" destOrd="0" presId="urn:microsoft.com/office/officeart/2005/8/layout/hierarchy1"/>
    <dgm:cxn modelId="{B1FCD386-2046-4D46-9610-2F490F1666B8}" type="presOf" srcId="{C48C8005-67D4-448C-880F-E25807C6A6A3}" destId="{A5177C46-DD60-4532-B938-2A5BA9AC95B0}" srcOrd="0" destOrd="0" presId="urn:microsoft.com/office/officeart/2005/8/layout/hierarchy1"/>
    <dgm:cxn modelId="{26479A28-3880-41D2-8D09-58E5301321E0}" srcId="{E9CF2C68-789E-47E8-AF8A-63A09BE293AF}" destId="{6A5853A1-F019-4F8E-9BE9-13D81CCAF552}" srcOrd="1" destOrd="0" parTransId="{8AA20108-6D03-4923-91E5-C53E1CCCD41D}" sibTransId="{2105594B-765A-4131-B22C-110982FCAED3}"/>
    <dgm:cxn modelId="{370D65C3-5F44-4CDD-A7C9-92C49270466E}" srcId="{1E73CEF5-68D2-4E48-9D0C-0CDFBC69B6F8}" destId="{A58F853C-E352-4B4B-87BD-DD6440B0712A}" srcOrd="0" destOrd="0" parTransId="{556F5F30-7E05-4BAC-AE24-562E0B940027}" sibTransId="{48B122BB-1D7D-4EA2-80E2-A82AF33D26CF}"/>
    <dgm:cxn modelId="{9E825430-5419-4DCC-9F1F-EDBAE817F23B}" type="presOf" srcId="{12F79188-732A-4C51-AC69-B62F87F0A279}" destId="{A6DC56EB-65D4-4029-AF1B-6E679B6DDA81}" srcOrd="0" destOrd="0" presId="urn:microsoft.com/office/officeart/2005/8/layout/hierarchy1"/>
    <dgm:cxn modelId="{9AC748C7-B18D-43FA-A2BF-38F59F48A923}" srcId="{C48C8005-67D4-448C-880F-E25807C6A6A3}" destId="{1E73CEF5-68D2-4E48-9D0C-0CDFBC69B6F8}" srcOrd="0" destOrd="0" parTransId="{B0615F22-A4F1-4EA6-AC46-01DAAC5B4CC9}" sibTransId="{2F069274-B30F-48C3-9914-133D1811A2C5}"/>
    <dgm:cxn modelId="{5B6ADF19-4176-4135-82E0-2436021C33EE}" type="presOf" srcId="{6A5853A1-F019-4F8E-9BE9-13D81CCAF552}" destId="{6ADD1827-14B5-4B68-BEB7-C97FB869A1F7}" srcOrd="0" destOrd="0" presId="urn:microsoft.com/office/officeart/2005/8/layout/hierarchy1"/>
    <dgm:cxn modelId="{B50D2137-9CC6-4712-AAD9-D3A7BB4C6E04}" srcId="{FDAAD10D-0D3F-43C6-8344-28ECCFC0499D}" destId="{17DD8E4D-D612-45A6-B951-3B4AB47C83CA}" srcOrd="0" destOrd="0" parTransId="{BFC9DCB7-FDA4-4210-8479-A2DFCB9AB9E5}" sibTransId="{2413017E-8499-433D-B7A2-69B99A3D222C}"/>
    <dgm:cxn modelId="{7CB0C4AD-E309-4602-A39A-F38A903D0F03}" srcId="{C48C8005-67D4-448C-880F-E25807C6A6A3}" destId="{E9CF2C68-789E-47E8-AF8A-63A09BE293AF}" srcOrd="1" destOrd="0" parTransId="{FC98F0D4-66F4-4FC4-AFAF-519367E8F125}" sibTransId="{DC0A7A2B-AF1A-4230-BB3F-99D484EED8ED}"/>
    <dgm:cxn modelId="{143E08A8-2C51-4B0C-8CE4-28844248315E}" srcId="{E9CF2C68-789E-47E8-AF8A-63A09BE293AF}" destId="{C072FFC3-87B5-45B9-8B18-0B25BB40A4C9}" srcOrd="2" destOrd="0" parTransId="{E9B9069E-EFDE-4572-96B7-A6B2BA244062}" sibTransId="{CC97A30A-BE58-4E7E-AAE7-2A175C5A68E4}"/>
    <dgm:cxn modelId="{A525B25A-4704-42FD-9981-09B2A2AFCA5E}" type="presOf" srcId="{F02B8078-26E3-470C-B21E-3E8B04934447}" destId="{07D69A54-87B8-41ED-802C-00C60044B5C3}" srcOrd="0" destOrd="0" presId="urn:microsoft.com/office/officeart/2005/8/layout/hierarchy1"/>
    <dgm:cxn modelId="{6C474233-5561-4315-9A34-2E6D5895812C}" srcId="{FDAAD10D-0D3F-43C6-8344-28ECCFC0499D}" destId="{1D92B64E-B89B-4325-ADCF-C4C24DD43A4B}" srcOrd="2" destOrd="0" parTransId="{F4AAF144-99F3-471C-992D-CB4D6FCC74A7}" sibTransId="{3B4BFBED-B41F-4951-872E-6FB5EBB7B735}"/>
    <dgm:cxn modelId="{4F944ECC-6306-47DD-98E5-B1202173A4F1}" type="presOf" srcId="{02A4CE84-EB34-4DC6-9F34-8A26F8A08D1F}" destId="{27EA6531-BD51-426A-80D1-9A7C66190138}" srcOrd="0" destOrd="0" presId="urn:microsoft.com/office/officeart/2005/8/layout/hierarchy1"/>
    <dgm:cxn modelId="{74A774BB-8A2E-469C-815E-3C36D3ED1896}" srcId="{FDAAD10D-0D3F-43C6-8344-28ECCFC0499D}" destId="{02A4CE84-EB34-4DC6-9F34-8A26F8A08D1F}" srcOrd="1" destOrd="0" parTransId="{E4BACA63-3B93-4B01-BC00-7D78959AF74E}" sibTransId="{030D3125-F729-4A2E-86EE-C1AF78ECC729}"/>
    <dgm:cxn modelId="{C2DCB0D0-D514-494A-9243-7F499B301ED2}" type="presOf" srcId="{A58F853C-E352-4B4B-87BD-DD6440B0712A}" destId="{F57C6E9D-AF46-4652-9042-974CEA084475}" srcOrd="0" destOrd="0" presId="urn:microsoft.com/office/officeart/2005/8/layout/hierarchy1"/>
    <dgm:cxn modelId="{4542F498-4F72-4C41-B0AE-E01F3A72681E}" srcId="{E9CF2C68-789E-47E8-AF8A-63A09BE293AF}" destId="{933E033B-B4D5-40BB-856D-B9DE0E020FFE}" srcOrd="0" destOrd="0" parTransId="{1BA5C7ED-0BFB-45A7-89A0-6941164BD4FC}" sibTransId="{745EA180-B87F-4CFA-BABD-64DD58A2C35F}"/>
    <dgm:cxn modelId="{26DDE842-2F42-4088-9A2C-D5B6AE0C626E}" type="presOf" srcId="{6398039A-D56A-4175-A4C9-48E612274C7E}" destId="{9B2ED8D2-C4CA-4F1D-BFBF-F459D32CEF0C}" srcOrd="0" destOrd="0" presId="urn:microsoft.com/office/officeart/2005/8/layout/hierarchy1"/>
    <dgm:cxn modelId="{9EA04602-4392-46D2-B1AD-9258AE29866E}" srcId="{C48C8005-67D4-448C-880F-E25807C6A6A3}" destId="{40F083C4-92A6-407C-9190-E3781E564B44}" srcOrd="2" destOrd="0" parTransId="{955B2A16-C052-4FF2-9152-DD21B32A6313}" sibTransId="{FBD8C45B-CE29-4C8F-931A-2A51B9E84ED0}"/>
    <dgm:cxn modelId="{EA8249F8-92C5-4795-8615-EC7C05CAB330}" type="presOf" srcId="{E9CF2C68-789E-47E8-AF8A-63A09BE293AF}" destId="{321A618F-46A2-418E-B799-8FDF8D26EDAB}" srcOrd="0" destOrd="0" presId="urn:microsoft.com/office/officeart/2005/8/layout/hierarchy1"/>
    <dgm:cxn modelId="{3E18FA1D-8D59-4869-9124-2F3DAF34DFA9}" type="presOf" srcId="{1BA5C7ED-0BFB-45A7-89A0-6941164BD4FC}" destId="{383396FF-CA79-4DA3-A9CB-A2676D01765E}" srcOrd="0" destOrd="0" presId="urn:microsoft.com/office/officeart/2005/8/layout/hierarchy1"/>
    <dgm:cxn modelId="{A8BF507B-0A8B-42E7-A0AA-D7158FDE5327}" type="presOf" srcId="{67DFDE6C-31C7-4D44-A3FA-CFD04A9E92F1}" destId="{340931F5-CCDF-48FD-A4C3-7CDBF4046951}" srcOrd="0" destOrd="0" presId="urn:microsoft.com/office/officeart/2005/8/layout/hierarchy1"/>
    <dgm:cxn modelId="{EB612158-17F2-4A98-97A3-159494AD34B6}" type="presOf" srcId="{E9B9069E-EFDE-4572-96B7-A6B2BA244062}" destId="{174AB56F-6C0A-4FD7-B91C-7B507DD2A90B}" srcOrd="0" destOrd="0" presId="urn:microsoft.com/office/officeart/2005/8/layout/hierarchy1"/>
    <dgm:cxn modelId="{6B9812C4-4A91-43D8-A9BB-465607B5483A}" type="presOf" srcId="{C072FFC3-87B5-45B9-8B18-0B25BB40A4C9}" destId="{147EEA20-D030-43FE-9B12-1CD5394C1CFA}" srcOrd="0" destOrd="0" presId="urn:microsoft.com/office/officeart/2005/8/layout/hierarchy1"/>
    <dgm:cxn modelId="{A6EE1636-EE9A-4736-8DE0-A4EF3A046964}" type="presOf" srcId="{E4BACA63-3B93-4B01-BC00-7D78959AF74E}" destId="{A3F80762-378A-4105-963D-996A3E46C056}" srcOrd="0" destOrd="0" presId="urn:microsoft.com/office/officeart/2005/8/layout/hierarchy1"/>
    <dgm:cxn modelId="{27302057-CA33-4F8F-B0AB-9C8B711DE8FB}" type="presOf" srcId="{634C31F6-E755-45E0-9D11-61E74F2A3237}" destId="{C97BAE9B-7869-4199-A378-0E1B411D16EB}" srcOrd="0" destOrd="0" presId="urn:microsoft.com/office/officeart/2005/8/layout/hierarchy1"/>
    <dgm:cxn modelId="{601F8E07-D769-427F-95E5-99611AD12C76}" type="presOf" srcId="{1E73CEF5-68D2-4E48-9D0C-0CDFBC69B6F8}" destId="{3355CBF3-A671-43B1-9146-21CA92B8E852}" srcOrd="0" destOrd="0" presId="urn:microsoft.com/office/officeart/2005/8/layout/hierarchy1"/>
    <dgm:cxn modelId="{29C5FE45-F965-4FCE-BDC0-58141A716241}" type="presOf" srcId="{4388A742-DFB7-4C97-8858-D0BE4D2F1153}" destId="{8D8BF108-A9D3-41A6-AE09-E1318D44C0B8}" srcOrd="0" destOrd="0" presId="urn:microsoft.com/office/officeart/2005/8/layout/hierarchy1"/>
    <dgm:cxn modelId="{E1E06ECB-8E38-4CFA-98DB-E792C9134B2A}" srcId="{40F083C4-92A6-407C-9190-E3781E564B44}" destId="{85286C91-66EE-4D18-8B4A-B9ECC31262F1}" srcOrd="0" destOrd="0" parTransId="{0FD7F17D-D511-4B0D-9559-514F97D4F1ED}" sibTransId="{BC0CDA7A-5A84-4EB9-927C-CC9FB9919816}"/>
    <dgm:cxn modelId="{FCC103F4-72AD-47FD-88A9-30FB91F21BB0}" srcId="{C48C8005-67D4-448C-880F-E25807C6A6A3}" destId="{FDAAD10D-0D3F-43C6-8344-28ECCFC0499D}" srcOrd="3" destOrd="0" parTransId="{66246A2F-C008-40AD-B1E6-23723C1CDF0C}" sibTransId="{1F7D1A8D-C3B2-4E82-A7C2-620D557A45D9}"/>
    <dgm:cxn modelId="{FD67AE4F-F703-4576-B3F0-B8D2D3C2DC04}" type="presOf" srcId="{0FD7F17D-D511-4B0D-9559-514F97D4F1ED}" destId="{83937AD0-46D0-4AE3-8C7B-BF6B8EFE395A}" srcOrd="0" destOrd="0" presId="urn:microsoft.com/office/officeart/2005/8/layout/hierarchy1"/>
    <dgm:cxn modelId="{B65BBB3E-0F03-4753-9998-51315CE1B698}" type="presOf" srcId="{40F083C4-92A6-407C-9190-E3781E564B44}" destId="{8FF9DC9E-EBA3-4CD0-B12A-C131014DB27E}" srcOrd="0" destOrd="0" presId="urn:microsoft.com/office/officeart/2005/8/layout/hierarchy1"/>
    <dgm:cxn modelId="{D00E58AF-C84E-48FD-A855-A055E455B235}" type="presOf" srcId="{F4AAF144-99F3-471C-992D-CB4D6FCC74A7}" destId="{8D4462CC-C015-4C05-940D-0E7A279CEB58}" srcOrd="0" destOrd="0" presId="urn:microsoft.com/office/officeart/2005/8/layout/hierarchy1"/>
    <dgm:cxn modelId="{8F8139F4-9E0D-4749-A9B8-F7A66418D900}" type="presOf" srcId="{2D8CE47D-A88F-4E99-8F8D-28AAEF41C020}" destId="{9B9109DD-A8C8-469F-B4B0-68B4C50F700C}" srcOrd="0" destOrd="0" presId="urn:microsoft.com/office/officeart/2005/8/layout/hierarchy1"/>
    <dgm:cxn modelId="{97C5E7F4-1094-4662-BFFA-1CB42E0019B6}" srcId="{40F083C4-92A6-407C-9190-E3781E564B44}" destId="{D45052DE-41BC-44A7-81FA-962B543F8C96}" srcOrd="2" destOrd="0" parTransId="{2D8CE47D-A88F-4E99-8F8D-28AAEF41C020}" sibTransId="{76B3F247-7A9F-44D0-88AB-3BC6C987E0CB}"/>
    <dgm:cxn modelId="{4A348998-5FCA-496E-B7B4-D0458A045B43}" type="presOf" srcId="{1D92B64E-B89B-4325-ADCF-C4C24DD43A4B}" destId="{368C5C1E-E025-4FF0-A341-ECF6BB68FE26}" srcOrd="0" destOrd="0" presId="urn:microsoft.com/office/officeart/2005/8/layout/hierarchy1"/>
    <dgm:cxn modelId="{64888A9F-E7AF-4A8A-83CC-19E7EAFCAAB0}" type="presOf" srcId="{8AA20108-6D03-4923-91E5-C53E1CCCD41D}" destId="{1D14B6C6-7AC6-4230-96F4-99E63ED92BF3}" srcOrd="0" destOrd="0" presId="urn:microsoft.com/office/officeart/2005/8/layout/hierarchy1"/>
    <dgm:cxn modelId="{A5095195-4348-4377-850A-BEA2C3AAB5D1}" type="presOf" srcId="{933E033B-B4D5-40BB-856D-B9DE0E020FFE}" destId="{C103E8A2-C5F9-4664-85A3-7290A36515E9}" srcOrd="0" destOrd="0" presId="urn:microsoft.com/office/officeart/2005/8/layout/hierarchy1"/>
    <dgm:cxn modelId="{377C4902-2909-4224-A372-5F13E6510A06}" type="presOf" srcId="{17DD8E4D-D612-45A6-B951-3B4AB47C83CA}" destId="{ACB139B7-2509-426F-9525-F14D26483C22}" srcOrd="0" destOrd="0" presId="urn:microsoft.com/office/officeart/2005/8/layout/hierarchy1"/>
    <dgm:cxn modelId="{0E7836CB-59FC-4652-96AD-F443B876EC25}" type="presOf" srcId="{85286C91-66EE-4D18-8B4A-B9ECC31262F1}" destId="{E83323FA-9E6C-4887-86DE-58D78A61577A}" srcOrd="0" destOrd="0" presId="urn:microsoft.com/office/officeart/2005/8/layout/hierarchy1"/>
    <dgm:cxn modelId="{B0FC1490-EBEC-4B72-959A-EF19CA5BC8FD}" type="presOf" srcId="{BFC9DCB7-FDA4-4210-8479-A2DFCB9AB9E5}" destId="{8FC3C2B8-0367-45AD-8B26-8486F1FB7DD5}" srcOrd="0" destOrd="0" presId="urn:microsoft.com/office/officeart/2005/8/layout/hierarchy1"/>
    <dgm:cxn modelId="{12688FB9-E03F-4879-B598-5D878456B4DE}" type="presParOf" srcId="{A5177C46-DD60-4532-B938-2A5BA9AC95B0}" destId="{607074B1-ACE9-4AC4-B583-D0A01F2F560A}" srcOrd="0" destOrd="0" presId="urn:microsoft.com/office/officeart/2005/8/layout/hierarchy1"/>
    <dgm:cxn modelId="{8B08C49C-014F-49A4-B9B9-36A5E638EC9C}" type="presParOf" srcId="{607074B1-ACE9-4AC4-B583-D0A01F2F560A}" destId="{BC6D9C92-112D-4521-9F4D-7C791FC7D6EA}" srcOrd="0" destOrd="0" presId="urn:microsoft.com/office/officeart/2005/8/layout/hierarchy1"/>
    <dgm:cxn modelId="{54F77C1C-B321-4C93-B11C-8FB13EA32332}" type="presParOf" srcId="{BC6D9C92-112D-4521-9F4D-7C791FC7D6EA}" destId="{7788EA08-842A-467A-B685-2E985BE21498}" srcOrd="0" destOrd="0" presId="urn:microsoft.com/office/officeart/2005/8/layout/hierarchy1"/>
    <dgm:cxn modelId="{128767D1-218C-4E21-8A3A-161944215C6F}" type="presParOf" srcId="{BC6D9C92-112D-4521-9F4D-7C791FC7D6EA}" destId="{3355CBF3-A671-43B1-9146-21CA92B8E852}" srcOrd="1" destOrd="0" presId="urn:microsoft.com/office/officeart/2005/8/layout/hierarchy1"/>
    <dgm:cxn modelId="{62F9DB05-E378-4103-84A5-9A127219BBCF}" type="presParOf" srcId="{607074B1-ACE9-4AC4-B583-D0A01F2F560A}" destId="{F1A0CEE2-DFAE-41FB-AF1F-131C7CAEB415}" srcOrd="1" destOrd="0" presId="urn:microsoft.com/office/officeart/2005/8/layout/hierarchy1"/>
    <dgm:cxn modelId="{417BACBC-EFE8-4842-AD98-B85D2C905DE0}" type="presParOf" srcId="{F1A0CEE2-DFAE-41FB-AF1F-131C7CAEB415}" destId="{C1336278-5BF7-40FD-A727-3E1D20D6F9F5}" srcOrd="0" destOrd="0" presId="urn:microsoft.com/office/officeart/2005/8/layout/hierarchy1"/>
    <dgm:cxn modelId="{B7CFA308-FE0F-47B7-8A6F-997EF3C97EC9}" type="presParOf" srcId="{F1A0CEE2-DFAE-41FB-AF1F-131C7CAEB415}" destId="{4A23EC69-C401-46E3-892F-F1CA2566F1AA}" srcOrd="1" destOrd="0" presId="urn:microsoft.com/office/officeart/2005/8/layout/hierarchy1"/>
    <dgm:cxn modelId="{6F5D59E2-DE01-435D-83F4-D0E54D9A24BE}" type="presParOf" srcId="{4A23EC69-C401-46E3-892F-F1CA2566F1AA}" destId="{3DB18AC8-A1DB-4F93-9729-30A8F72D9C30}" srcOrd="0" destOrd="0" presId="urn:microsoft.com/office/officeart/2005/8/layout/hierarchy1"/>
    <dgm:cxn modelId="{AC5D1638-7F38-4EDC-A462-391C9EB7C9E3}" type="presParOf" srcId="{3DB18AC8-A1DB-4F93-9729-30A8F72D9C30}" destId="{2928AB1F-0791-47EA-BE15-1F2A87A92B6A}" srcOrd="0" destOrd="0" presId="urn:microsoft.com/office/officeart/2005/8/layout/hierarchy1"/>
    <dgm:cxn modelId="{CD5851ED-923B-49D2-ABA7-441280DA7E63}" type="presParOf" srcId="{3DB18AC8-A1DB-4F93-9729-30A8F72D9C30}" destId="{F57C6E9D-AF46-4652-9042-974CEA084475}" srcOrd="1" destOrd="0" presId="urn:microsoft.com/office/officeart/2005/8/layout/hierarchy1"/>
    <dgm:cxn modelId="{AFFA1347-382E-4CBB-863E-8B7F7A47D8D5}" type="presParOf" srcId="{4A23EC69-C401-46E3-892F-F1CA2566F1AA}" destId="{4C13987E-8BE0-4FB5-9521-36819AF5E4D2}" srcOrd="1" destOrd="0" presId="urn:microsoft.com/office/officeart/2005/8/layout/hierarchy1"/>
    <dgm:cxn modelId="{FC4B0D26-D6DE-4D6C-9B1E-C70AF78ACCCE}" type="presParOf" srcId="{F1A0CEE2-DFAE-41FB-AF1F-131C7CAEB415}" destId="{9B2ED8D2-C4CA-4F1D-BFBF-F459D32CEF0C}" srcOrd="2" destOrd="0" presId="urn:microsoft.com/office/officeart/2005/8/layout/hierarchy1"/>
    <dgm:cxn modelId="{1E962299-FA76-413C-AD09-C51768A9C7AD}" type="presParOf" srcId="{F1A0CEE2-DFAE-41FB-AF1F-131C7CAEB415}" destId="{F60D2ABD-ABB0-4C7E-9F08-7E0EAEDF90EC}" srcOrd="3" destOrd="0" presId="urn:microsoft.com/office/officeart/2005/8/layout/hierarchy1"/>
    <dgm:cxn modelId="{7C296B50-1DB9-4D98-9C15-6E07BA8D4D13}" type="presParOf" srcId="{F60D2ABD-ABB0-4C7E-9F08-7E0EAEDF90EC}" destId="{18B5C046-7D9E-47A8-B5A4-E45ED95BA893}" srcOrd="0" destOrd="0" presId="urn:microsoft.com/office/officeart/2005/8/layout/hierarchy1"/>
    <dgm:cxn modelId="{5524A412-9405-4C1F-858C-8531B258C053}" type="presParOf" srcId="{18B5C046-7D9E-47A8-B5A4-E45ED95BA893}" destId="{0DAF95A0-8D39-4843-A85B-D32886FB75EC}" srcOrd="0" destOrd="0" presId="urn:microsoft.com/office/officeart/2005/8/layout/hierarchy1"/>
    <dgm:cxn modelId="{07E64641-602F-4203-8A82-C029DAD0792B}" type="presParOf" srcId="{18B5C046-7D9E-47A8-B5A4-E45ED95BA893}" destId="{8D8BF108-A9D3-41A6-AE09-E1318D44C0B8}" srcOrd="1" destOrd="0" presId="urn:microsoft.com/office/officeart/2005/8/layout/hierarchy1"/>
    <dgm:cxn modelId="{2DEC0463-739D-4C4C-885B-828219CF4BCE}" type="presParOf" srcId="{F60D2ABD-ABB0-4C7E-9F08-7E0EAEDF90EC}" destId="{08DFF9B3-E53A-45B1-9EC6-E2DF191080B7}" srcOrd="1" destOrd="0" presId="urn:microsoft.com/office/officeart/2005/8/layout/hierarchy1"/>
    <dgm:cxn modelId="{D2F95415-6E96-4A09-9E70-52E8E4DD2061}" type="presParOf" srcId="{F1A0CEE2-DFAE-41FB-AF1F-131C7CAEB415}" destId="{07D69A54-87B8-41ED-802C-00C60044B5C3}" srcOrd="4" destOrd="0" presId="urn:microsoft.com/office/officeart/2005/8/layout/hierarchy1"/>
    <dgm:cxn modelId="{83E0CD78-EEF9-43F7-8B74-B04F64F051D4}" type="presParOf" srcId="{F1A0CEE2-DFAE-41FB-AF1F-131C7CAEB415}" destId="{E63770A3-FA32-4865-B139-A760CE5CD11B}" srcOrd="5" destOrd="0" presId="urn:microsoft.com/office/officeart/2005/8/layout/hierarchy1"/>
    <dgm:cxn modelId="{9F35C7FF-E8F4-4B84-9FF7-302FDBCF042A}" type="presParOf" srcId="{E63770A3-FA32-4865-B139-A760CE5CD11B}" destId="{209FC83B-96DA-48A8-A66C-6D39729269CA}" srcOrd="0" destOrd="0" presId="urn:microsoft.com/office/officeart/2005/8/layout/hierarchy1"/>
    <dgm:cxn modelId="{724CBAA1-F2F4-449E-959A-012F109E1836}" type="presParOf" srcId="{209FC83B-96DA-48A8-A66C-6D39729269CA}" destId="{ED736320-64E9-48C4-A12B-7DF6D9281C56}" srcOrd="0" destOrd="0" presId="urn:microsoft.com/office/officeart/2005/8/layout/hierarchy1"/>
    <dgm:cxn modelId="{8574C8D2-8ADC-4CCD-BE19-C079643BCC50}" type="presParOf" srcId="{209FC83B-96DA-48A8-A66C-6D39729269CA}" destId="{C97BAE9B-7869-4199-A378-0E1B411D16EB}" srcOrd="1" destOrd="0" presId="urn:microsoft.com/office/officeart/2005/8/layout/hierarchy1"/>
    <dgm:cxn modelId="{A3D2B7CD-BCF0-4533-8663-CD8965000FA0}" type="presParOf" srcId="{E63770A3-FA32-4865-B139-A760CE5CD11B}" destId="{DD0C7FDB-1E4B-417D-9295-06CC7FF58CF2}" srcOrd="1" destOrd="0" presId="urn:microsoft.com/office/officeart/2005/8/layout/hierarchy1"/>
    <dgm:cxn modelId="{2F35E3AF-9A6E-4943-95F1-1C24B647149C}" type="presParOf" srcId="{A5177C46-DD60-4532-B938-2A5BA9AC95B0}" destId="{9198DCB4-50C0-4B5D-8746-BD2E05B0C5C1}" srcOrd="1" destOrd="0" presId="urn:microsoft.com/office/officeart/2005/8/layout/hierarchy1"/>
    <dgm:cxn modelId="{C73F179F-A0AD-4A86-B807-358D0548C863}" type="presParOf" srcId="{9198DCB4-50C0-4B5D-8746-BD2E05B0C5C1}" destId="{A472B2B7-85F7-4A6A-8C6E-8D95F386A038}" srcOrd="0" destOrd="0" presId="urn:microsoft.com/office/officeart/2005/8/layout/hierarchy1"/>
    <dgm:cxn modelId="{F2179D97-CD7D-41A5-B779-FE5A93247777}" type="presParOf" srcId="{A472B2B7-85F7-4A6A-8C6E-8D95F386A038}" destId="{FB43E865-BDB9-490C-8E6B-14390DB87AA3}" srcOrd="0" destOrd="0" presId="urn:microsoft.com/office/officeart/2005/8/layout/hierarchy1"/>
    <dgm:cxn modelId="{C78DB7C0-1B65-4532-80FF-F7D0C29F44A8}" type="presParOf" srcId="{A472B2B7-85F7-4A6A-8C6E-8D95F386A038}" destId="{321A618F-46A2-418E-B799-8FDF8D26EDAB}" srcOrd="1" destOrd="0" presId="urn:microsoft.com/office/officeart/2005/8/layout/hierarchy1"/>
    <dgm:cxn modelId="{054D8046-EF9F-44FE-A9C0-ECABD256BD66}" type="presParOf" srcId="{9198DCB4-50C0-4B5D-8746-BD2E05B0C5C1}" destId="{29503F2F-6002-4A24-B565-40798E3366C1}" srcOrd="1" destOrd="0" presId="urn:microsoft.com/office/officeart/2005/8/layout/hierarchy1"/>
    <dgm:cxn modelId="{5F99F810-70D8-40A7-9835-377ADDA45368}" type="presParOf" srcId="{29503F2F-6002-4A24-B565-40798E3366C1}" destId="{383396FF-CA79-4DA3-A9CB-A2676D01765E}" srcOrd="0" destOrd="0" presId="urn:microsoft.com/office/officeart/2005/8/layout/hierarchy1"/>
    <dgm:cxn modelId="{BA6E55A2-33C9-4E0B-884B-88B141B749B6}" type="presParOf" srcId="{29503F2F-6002-4A24-B565-40798E3366C1}" destId="{0EEDCD2B-BC29-4D6B-B0F2-CB267C345B37}" srcOrd="1" destOrd="0" presId="urn:microsoft.com/office/officeart/2005/8/layout/hierarchy1"/>
    <dgm:cxn modelId="{DEAEAAC6-5B48-4CD4-A348-22FAAD1BADAE}" type="presParOf" srcId="{0EEDCD2B-BC29-4D6B-B0F2-CB267C345B37}" destId="{7B4DB677-3DBE-4755-86F1-CC137B44F3D2}" srcOrd="0" destOrd="0" presId="urn:microsoft.com/office/officeart/2005/8/layout/hierarchy1"/>
    <dgm:cxn modelId="{19AC1DE7-F867-4BA9-90B3-E29C4DCF3DC1}" type="presParOf" srcId="{7B4DB677-3DBE-4755-86F1-CC137B44F3D2}" destId="{8626110F-7293-4911-AA65-5040D4194541}" srcOrd="0" destOrd="0" presId="urn:microsoft.com/office/officeart/2005/8/layout/hierarchy1"/>
    <dgm:cxn modelId="{80BDA438-401E-4B17-86FC-599E609DBD4D}" type="presParOf" srcId="{7B4DB677-3DBE-4755-86F1-CC137B44F3D2}" destId="{C103E8A2-C5F9-4664-85A3-7290A36515E9}" srcOrd="1" destOrd="0" presId="urn:microsoft.com/office/officeart/2005/8/layout/hierarchy1"/>
    <dgm:cxn modelId="{03770133-58B9-41DB-8A7A-05182562986E}" type="presParOf" srcId="{0EEDCD2B-BC29-4D6B-B0F2-CB267C345B37}" destId="{4601726F-2805-49CA-B7ED-FBA0CC138B97}" srcOrd="1" destOrd="0" presId="urn:microsoft.com/office/officeart/2005/8/layout/hierarchy1"/>
    <dgm:cxn modelId="{D007DE3D-E7A1-4EFA-8E54-720766958BC1}" type="presParOf" srcId="{29503F2F-6002-4A24-B565-40798E3366C1}" destId="{1D14B6C6-7AC6-4230-96F4-99E63ED92BF3}" srcOrd="2" destOrd="0" presId="urn:microsoft.com/office/officeart/2005/8/layout/hierarchy1"/>
    <dgm:cxn modelId="{9912F387-CC78-43CF-8CBD-8BC4860F3609}" type="presParOf" srcId="{29503F2F-6002-4A24-B565-40798E3366C1}" destId="{596A23AF-6230-40E5-87B3-94D79AD9057D}" srcOrd="3" destOrd="0" presId="urn:microsoft.com/office/officeart/2005/8/layout/hierarchy1"/>
    <dgm:cxn modelId="{AFE3A04A-AB5F-402B-8B56-9F810B21A83D}" type="presParOf" srcId="{596A23AF-6230-40E5-87B3-94D79AD9057D}" destId="{DD83FA9A-51F8-463C-B9B1-8ADABF1275E8}" srcOrd="0" destOrd="0" presId="urn:microsoft.com/office/officeart/2005/8/layout/hierarchy1"/>
    <dgm:cxn modelId="{750308AF-FC80-436D-BD3B-80A6F1026089}" type="presParOf" srcId="{DD83FA9A-51F8-463C-B9B1-8ADABF1275E8}" destId="{59014E87-968B-4E76-B47E-B3268991BEBB}" srcOrd="0" destOrd="0" presId="urn:microsoft.com/office/officeart/2005/8/layout/hierarchy1"/>
    <dgm:cxn modelId="{6031888F-0AD3-40CE-9C23-78F04206B9BF}" type="presParOf" srcId="{DD83FA9A-51F8-463C-B9B1-8ADABF1275E8}" destId="{6ADD1827-14B5-4B68-BEB7-C97FB869A1F7}" srcOrd="1" destOrd="0" presId="urn:microsoft.com/office/officeart/2005/8/layout/hierarchy1"/>
    <dgm:cxn modelId="{2E7575DF-8F62-4CB4-A890-F0C7169FCF46}" type="presParOf" srcId="{596A23AF-6230-40E5-87B3-94D79AD9057D}" destId="{DADECBA7-53CF-4668-9EDA-832B6E892934}" srcOrd="1" destOrd="0" presId="urn:microsoft.com/office/officeart/2005/8/layout/hierarchy1"/>
    <dgm:cxn modelId="{BE0F1CE3-20C4-4B7A-A22D-0DE19E60A352}" type="presParOf" srcId="{29503F2F-6002-4A24-B565-40798E3366C1}" destId="{174AB56F-6C0A-4FD7-B91C-7B507DD2A90B}" srcOrd="4" destOrd="0" presId="urn:microsoft.com/office/officeart/2005/8/layout/hierarchy1"/>
    <dgm:cxn modelId="{69EEBEE2-1EE6-4D65-A965-9EC9609E61E3}" type="presParOf" srcId="{29503F2F-6002-4A24-B565-40798E3366C1}" destId="{21493126-1F76-468A-8F00-38893EEC513C}" srcOrd="5" destOrd="0" presId="urn:microsoft.com/office/officeart/2005/8/layout/hierarchy1"/>
    <dgm:cxn modelId="{52757673-730A-4D59-922F-FEC44941D16E}" type="presParOf" srcId="{21493126-1F76-468A-8F00-38893EEC513C}" destId="{7FDAC8A7-0D04-4CC1-8AA8-6B91E594CB4C}" srcOrd="0" destOrd="0" presId="urn:microsoft.com/office/officeart/2005/8/layout/hierarchy1"/>
    <dgm:cxn modelId="{5D2C8E25-5604-4403-B02F-7F82EF931BAC}" type="presParOf" srcId="{7FDAC8A7-0D04-4CC1-8AA8-6B91E594CB4C}" destId="{3BEFC35B-B374-42E9-8EF6-53DB65DB698A}" srcOrd="0" destOrd="0" presId="urn:microsoft.com/office/officeart/2005/8/layout/hierarchy1"/>
    <dgm:cxn modelId="{CF17BDBB-D1A2-410C-A56F-1408A1BBE2E0}" type="presParOf" srcId="{7FDAC8A7-0D04-4CC1-8AA8-6B91E594CB4C}" destId="{147EEA20-D030-43FE-9B12-1CD5394C1CFA}" srcOrd="1" destOrd="0" presId="urn:microsoft.com/office/officeart/2005/8/layout/hierarchy1"/>
    <dgm:cxn modelId="{364E259B-3643-4933-B787-187940CD9A57}" type="presParOf" srcId="{21493126-1F76-468A-8F00-38893EEC513C}" destId="{D1AE9CEB-D77D-46B8-8197-0AA7369EFC71}" srcOrd="1" destOrd="0" presId="urn:microsoft.com/office/officeart/2005/8/layout/hierarchy1"/>
    <dgm:cxn modelId="{95EAA91B-1A5E-430E-A543-84E353F1CBE6}" type="presParOf" srcId="{A5177C46-DD60-4532-B938-2A5BA9AC95B0}" destId="{6E069F8C-A3B7-42E6-B885-2817F9DF9C18}" srcOrd="2" destOrd="0" presId="urn:microsoft.com/office/officeart/2005/8/layout/hierarchy1"/>
    <dgm:cxn modelId="{87B56402-F686-44DD-A83D-D4A8A73DDEE6}" type="presParOf" srcId="{6E069F8C-A3B7-42E6-B885-2817F9DF9C18}" destId="{E9E4F225-0813-4D72-881C-11ADC59EA255}" srcOrd="0" destOrd="0" presId="urn:microsoft.com/office/officeart/2005/8/layout/hierarchy1"/>
    <dgm:cxn modelId="{E352C735-0603-4F62-A580-C58477FA8430}" type="presParOf" srcId="{E9E4F225-0813-4D72-881C-11ADC59EA255}" destId="{6EAFEBEF-78BA-4DC0-A656-4D2EC096DB60}" srcOrd="0" destOrd="0" presId="urn:microsoft.com/office/officeart/2005/8/layout/hierarchy1"/>
    <dgm:cxn modelId="{627B5B43-B221-44BD-BACF-D4B13382F896}" type="presParOf" srcId="{E9E4F225-0813-4D72-881C-11ADC59EA255}" destId="{8FF9DC9E-EBA3-4CD0-B12A-C131014DB27E}" srcOrd="1" destOrd="0" presId="urn:microsoft.com/office/officeart/2005/8/layout/hierarchy1"/>
    <dgm:cxn modelId="{E9143A2C-826A-4513-9CA0-2890E8C158F5}" type="presParOf" srcId="{6E069F8C-A3B7-42E6-B885-2817F9DF9C18}" destId="{48BC410D-27F6-4DF7-99C7-AC3CD897A353}" srcOrd="1" destOrd="0" presId="urn:microsoft.com/office/officeart/2005/8/layout/hierarchy1"/>
    <dgm:cxn modelId="{65F00964-063E-4BCB-88A5-B81B839DBEC3}" type="presParOf" srcId="{48BC410D-27F6-4DF7-99C7-AC3CD897A353}" destId="{83937AD0-46D0-4AE3-8C7B-BF6B8EFE395A}" srcOrd="0" destOrd="0" presId="urn:microsoft.com/office/officeart/2005/8/layout/hierarchy1"/>
    <dgm:cxn modelId="{7D56C5A7-C737-4186-A078-A206AC2AD2C8}" type="presParOf" srcId="{48BC410D-27F6-4DF7-99C7-AC3CD897A353}" destId="{04E03333-9CDC-4CCE-926F-5022279CFDB2}" srcOrd="1" destOrd="0" presId="urn:microsoft.com/office/officeart/2005/8/layout/hierarchy1"/>
    <dgm:cxn modelId="{DE71F698-F1B2-43EE-9AA9-BB7CBFE531EB}" type="presParOf" srcId="{04E03333-9CDC-4CCE-926F-5022279CFDB2}" destId="{053B26CA-F767-4672-A66E-A181B601122B}" srcOrd="0" destOrd="0" presId="urn:microsoft.com/office/officeart/2005/8/layout/hierarchy1"/>
    <dgm:cxn modelId="{C3440379-6D28-4F26-807F-8873CBC20D04}" type="presParOf" srcId="{053B26CA-F767-4672-A66E-A181B601122B}" destId="{A3311C7F-C946-466B-A9BA-543AD7B1E41E}" srcOrd="0" destOrd="0" presId="urn:microsoft.com/office/officeart/2005/8/layout/hierarchy1"/>
    <dgm:cxn modelId="{33CB14E6-7EF6-4212-8877-CAFD2B510475}" type="presParOf" srcId="{053B26CA-F767-4672-A66E-A181B601122B}" destId="{E83323FA-9E6C-4887-86DE-58D78A61577A}" srcOrd="1" destOrd="0" presId="urn:microsoft.com/office/officeart/2005/8/layout/hierarchy1"/>
    <dgm:cxn modelId="{3557A8CF-74FE-4C17-8B83-08C4C23BAA96}" type="presParOf" srcId="{04E03333-9CDC-4CCE-926F-5022279CFDB2}" destId="{ED3701F8-FA92-4184-9B7A-65ED39CD8FEA}" srcOrd="1" destOrd="0" presId="urn:microsoft.com/office/officeart/2005/8/layout/hierarchy1"/>
    <dgm:cxn modelId="{644B9524-E6BB-4C98-AD22-E3868D8F1F13}" type="presParOf" srcId="{48BC410D-27F6-4DF7-99C7-AC3CD897A353}" destId="{A6DC56EB-65D4-4029-AF1B-6E679B6DDA81}" srcOrd="2" destOrd="0" presId="urn:microsoft.com/office/officeart/2005/8/layout/hierarchy1"/>
    <dgm:cxn modelId="{FD4B37C5-5F69-4DAA-9BE2-E28E07A5FA74}" type="presParOf" srcId="{48BC410D-27F6-4DF7-99C7-AC3CD897A353}" destId="{8FAD5049-61FC-4A4E-A140-2DC498158A0C}" srcOrd="3" destOrd="0" presId="urn:microsoft.com/office/officeart/2005/8/layout/hierarchy1"/>
    <dgm:cxn modelId="{2B8FFBD8-4F72-44D6-9481-FBCBA6EA79CF}" type="presParOf" srcId="{8FAD5049-61FC-4A4E-A140-2DC498158A0C}" destId="{A084BFD8-1CD6-450F-808F-A101117047E8}" srcOrd="0" destOrd="0" presId="urn:microsoft.com/office/officeart/2005/8/layout/hierarchy1"/>
    <dgm:cxn modelId="{A2BD7234-7281-4F81-AFC0-6D43AC0E5543}" type="presParOf" srcId="{A084BFD8-1CD6-450F-808F-A101117047E8}" destId="{1918647D-E80D-4F80-A065-5F71FB71A76D}" srcOrd="0" destOrd="0" presId="urn:microsoft.com/office/officeart/2005/8/layout/hierarchy1"/>
    <dgm:cxn modelId="{4C8410CB-0996-49F6-B54E-F4EA119A7C28}" type="presParOf" srcId="{A084BFD8-1CD6-450F-808F-A101117047E8}" destId="{340931F5-CCDF-48FD-A4C3-7CDBF4046951}" srcOrd="1" destOrd="0" presId="urn:microsoft.com/office/officeart/2005/8/layout/hierarchy1"/>
    <dgm:cxn modelId="{2F67CBA5-9564-46B4-B178-7F3153DAEDCB}" type="presParOf" srcId="{8FAD5049-61FC-4A4E-A140-2DC498158A0C}" destId="{47A3EAB6-014F-485C-8A0B-3084DB07F25B}" srcOrd="1" destOrd="0" presId="urn:microsoft.com/office/officeart/2005/8/layout/hierarchy1"/>
    <dgm:cxn modelId="{0F5EC216-BE49-4EDB-9037-BCD7398B056A}" type="presParOf" srcId="{48BC410D-27F6-4DF7-99C7-AC3CD897A353}" destId="{9B9109DD-A8C8-469F-B4B0-68B4C50F700C}" srcOrd="4" destOrd="0" presId="urn:microsoft.com/office/officeart/2005/8/layout/hierarchy1"/>
    <dgm:cxn modelId="{6C4448AE-1124-4BF1-B783-6EE3E372B1B6}" type="presParOf" srcId="{48BC410D-27F6-4DF7-99C7-AC3CD897A353}" destId="{833F9231-F034-45B8-998A-DBE905FB9179}" srcOrd="5" destOrd="0" presId="urn:microsoft.com/office/officeart/2005/8/layout/hierarchy1"/>
    <dgm:cxn modelId="{66D3D119-968F-47D6-9720-D01BF5683984}" type="presParOf" srcId="{833F9231-F034-45B8-998A-DBE905FB9179}" destId="{B43E0FBC-7DB7-4138-9CB5-ECFDA0312AA8}" srcOrd="0" destOrd="0" presId="urn:microsoft.com/office/officeart/2005/8/layout/hierarchy1"/>
    <dgm:cxn modelId="{5C8F5283-F7C9-48FF-93D2-509AFEC3B4D5}" type="presParOf" srcId="{B43E0FBC-7DB7-4138-9CB5-ECFDA0312AA8}" destId="{9B43F61E-CEAD-455A-ACB6-027347004BB6}" srcOrd="0" destOrd="0" presId="urn:microsoft.com/office/officeart/2005/8/layout/hierarchy1"/>
    <dgm:cxn modelId="{016D2DE8-D3BE-4593-84E7-AB98782B4AFF}" type="presParOf" srcId="{B43E0FBC-7DB7-4138-9CB5-ECFDA0312AA8}" destId="{4A36B307-C73E-4B76-AB47-EA96EFE2850B}" srcOrd="1" destOrd="0" presId="urn:microsoft.com/office/officeart/2005/8/layout/hierarchy1"/>
    <dgm:cxn modelId="{3B730946-7FE9-46DB-8CC9-280A5E2CB60F}" type="presParOf" srcId="{833F9231-F034-45B8-998A-DBE905FB9179}" destId="{97534B6A-FBA7-41CE-8BFF-FE69CB1C4C09}" srcOrd="1" destOrd="0" presId="urn:microsoft.com/office/officeart/2005/8/layout/hierarchy1"/>
    <dgm:cxn modelId="{0C50382F-97A7-49BA-AC00-B2D8E9E0ECB6}" type="presParOf" srcId="{A5177C46-DD60-4532-B938-2A5BA9AC95B0}" destId="{61155494-2A49-4119-B2FB-FB9F6A3C28E8}" srcOrd="3" destOrd="0" presId="urn:microsoft.com/office/officeart/2005/8/layout/hierarchy1"/>
    <dgm:cxn modelId="{60BD5BA8-D9E0-4D92-B9C0-241EE06D423E}" type="presParOf" srcId="{61155494-2A49-4119-B2FB-FB9F6A3C28E8}" destId="{EE74915C-4AEC-4494-8EE4-F885D8BE8DBD}" srcOrd="0" destOrd="0" presId="urn:microsoft.com/office/officeart/2005/8/layout/hierarchy1"/>
    <dgm:cxn modelId="{2470AEBA-19E7-44B1-BA14-CF220769BB63}" type="presParOf" srcId="{EE74915C-4AEC-4494-8EE4-F885D8BE8DBD}" destId="{3BB67453-2F52-4B21-A235-1A9CB5ED6AE1}" srcOrd="0" destOrd="0" presId="urn:microsoft.com/office/officeart/2005/8/layout/hierarchy1"/>
    <dgm:cxn modelId="{FE9B99F3-DCEA-48D9-8943-28671041F3BE}" type="presParOf" srcId="{EE74915C-4AEC-4494-8EE4-F885D8BE8DBD}" destId="{791CB606-F96B-4FA5-8E0A-1DD1BAEB41AC}" srcOrd="1" destOrd="0" presId="urn:microsoft.com/office/officeart/2005/8/layout/hierarchy1"/>
    <dgm:cxn modelId="{5432CAFE-4E9E-4FF2-81BE-2F95B1243100}" type="presParOf" srcId="{61155494-2A49-4119-B2FB-FB9F6A3C28E8}" destId="{C3280FBA-B8D8-49D8-A8B2-015A90F12D0D}" srcOrd="1" destOrd="0" presId="urn:microsoft.com/office/officeart/2005/8/layout/hierarchy1"/>
    <dgm:cxn modelId="{C7F6FDD4-BA0A-4AAA-85CD-BEB93B3EC891}" type="presParOf" srcId="{C3280FBA-B8D8-49D8-A8B2-015A90F12D0D}" destId="{8FC3C2B8-0367-45AD-8B26-8486F1FB7DD5}" srcOrd="0" destOrd="0" presId="urn:microsoft.com/office/officeart/2005/8/layout/hierarchy1"/>
    <dgm:cxn modelId="{B6CBBD5A-2E35-46C2-9D98-15697D0C5F3E}" type="presParOf" srcId="{C3280FBA-B8D8-49D8-A8B2-015A90F12D0D}" destId="{0E941723-7F72-4F5A-859E-54620780D682}" srcOrd="1" destOrd="0" presId="urn:microsoft.com/office/officeart/2005/8/layout/hierarchy1"/>
    <dgm:cxn modelId="{D5032645-7297-40B8-A994-D6BD680C7957}" type="presParOf" srcId="{0E941723-7F72-4F5A-859E-54620780D682}" destId="{C3154936-4A90-4260-9E0E-96C777D6D1DC}" srcOrd="0" destOrd="0" presId="urn:microsoft.com/office/officeart/2005/8/layout/hierarchy1"/>
    <dgm:cxn modelId="{435B4F4C-39A2-4F20-AEC2-9FFD234EB7E4}" type="presParOf" srcId="{C3154936-4A90-4260-9E0E-96C777D6D1DC}" destId="{FB70F6F6-E2B8-456C-80CA-7CA9A1E9B77A}" srcOrd="0" destOrd="0" presId="urn:microsoft.com/office/officeart/2005/8/layout/hierarchy1"/>
    <dgm:cxn modelId="{AF7AC84A-6C63-461A-AFBF-3A7052E1D8E1}" type="presParOf" srcId="{C3154936-4A90-4260-9E0E-96C777D6D1DC}" destId="{ACB139B7-2509-426F-9525-F14D26483C22}" srcOrd="1" destOrd="0" presId="urn:microsoft.com/office/officeart/2005/8/layout/hierarchy1"/>
    <dgm:cxn modelId="{637077B4-230C-467A-A403-A7F8D378BF1E}" type="presParOf" srcId="{0E941723-7F72-4F5A-859E-54620780D682}" destId="{AB94B3E5-2C8B-40AD-8C15-868EC372D0C3}" srcOrd="1" destOrd="0" presId="urn:microsoft.com/office/officeart/2005/8/layout/hierarchy1"/>
    <dgm:cxn modelId="{14C7C163-5575-457D-8F95-6A6CEA688BC0}" type="presParOf" srcId="{C3280FBA-B8D8-49D8-A8B2-015A90F12D0D}" destId="{A3F80762-378A-4105-963D-996A3E46C056}" srcOrd="2" destOrd="0" presId="urn:microsoft.com/office/officeart/2005/8/layout/hierarchy1"/>
    <dgm:cxn modelId="{D7B8856D-49DB-472C-B1D7-4CEE3471D174}" type="presParOf" srcId="{C3280FBA-B8D8-49D8-A8B2-015A90F12D0D}" destId="{35F6B16E-8839-425E-9FCA-CD63A6AB9BA3}" srcOrd="3" destOrd="0" presId="urn:microsoft.com/office/officeart/2005/8/layout/hierarchy1"/>
    <dgm:cxn modelId="{0F0B8F3E-42A8-45AF-BFEB-64B0EB073170}" type="presParOf" srcId="{35F6B16E-8839-425E-9FCA-CD63A6AB9BA3}" destId="{54A800EC-284A-4B3E-B3E8-148931C78E22}" srcOrd="0" destOrd="0" presId="urn:microsoft.com/office/officeart/2005/8/layout/hierarchy1"/>
    <dgm:cxn modelId="{16C1A782-5A02-483F-AA59-AB614CB6D4BC}" type="presParOf" srcId="{54A800EC-284A-4B3E-B3E8-148931C78E22}" destId="{F9736690-F244-4F66-B1AB-A11117EA9195}" srcOrd="0" destOrd="0" presId="urn:microsoft.com/office/officeart/2005/8/layout/hierarchy1"/>
    <dgm:cxn modelId="{24506832-2016-4DFC-B091-A229E76D9256}" type="presParOf" srcId="{54A800EC-284A-4B3E-B3E8-148931C78E22}" destId="{27EA6531-BD51-426A-80D1-9A7C66190138}" srcOrd="1" destOrd="0" presId="urn:microsoft.com/office/officeart/2005/8/layout/hierarchy1"/>
    <dgm:cxn modelId="{B265C8E5-29D1-4F00-8587-8A90F1F1FBDF}" type="presParOf" srcId="{35F6B16E-8839-425E-9FCA-CD63A6AB9BA3}" destId="{4D5ED44E-CAB5-4E16-9F26-E68076F73445}" srcOrd="1" destOrd="0" presId="urn:microsoft.com/office/officeart/2005/8/layout/hierarchy1"/>
    <dgm:cxn modelId="{A0DFC482-F329-4EB3-9B85-534D4083D6E6}" type="presParOf" srcId="{C3280FBA-B8D8-49D8-A8B2-015A90F12D0D}" destId="{8D4462CC-C015-4C05-940D-0E7A279CEB58}" srcOrd="4" destOrd="0" presId="urn:microsoft.com/office/officeart/2005/8/layout/hierarchy1"/>
    <dgm:cxn modelId="{49794A98-9004-47DC-8306-4D5E0CB99B1A}" type="presParOf" srcId="{C3280FBA-B8D8-49D8-A8B2-015A90F12D0D}" destId="{8CF00E88-240A-4DE8-8A73-F4AAF8E4D6CF}" srcOrd="5" destOrd="0" presId="urn:microsoft.com/office/officeart/2005/8/layout/hierarchy1"/>
    <dgm:cxn modelId="{78C4B07C-EC3C-4C1E-AE55-ADDE2F99654F}" type="presParOf" srcId="{8CF00E88-240A-4DE8-8A73-F4AAF8E4D6CF}" destId="{C2E814BC-FA09-4755-BB0B-3D86C4A0F1F4}" srcOrd="0" destOrd="0" presId="urn:microsoft.com/office/officeart/2005/8/layout/hierarchy1"/>
    <dgm:cxn modelId="{B5D1AAE9-293F-4576-847D-FEA58C687A34}" type="presParOf" srcId="{C2E814BC-FA09-4755-BB0B-3D86C4A0F1F4}" destId="{AF6E7068-E911-479A-AC66-A1B5E53E48B7}" srcOrd="0" destOrd="0" presId="urn:microsoft.com/office/officeart/2005/8/layout/hierarchy1"/>
    <dgm:cxn modelId="{8524C7F0-D3A5-4E2A-A116-FB9A921A362D}" type="presParOf" srcId="{C2E814BC-FA09-4755-BB0B-3D86C4A0F1F4}" destId="{368C5C1E-E025-4FF0-A341-ECF6BB68FE26}" srcOrd="1" destOrd="0" presId="urn:microsoft.com/office/officeart/2005/8/layout/hierarchy1"/>
    <dgm:cxn modelId="{ECC86EE8-EB7D-48B6-BEB1-5E374B15F778}" type="presParOf" srcId="{8CF00E88-240A-4DE8-8A73-F4AAF8E4D6CF}" destId="{E628E1E0-B1E1-4C28-8652-6484AF85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62CC-C015-4C05-940D-0E7A279CEB58}">
      <dsp:nvSpPr>
        <dsp:cNvPr id="0" name=""/>
        <dsp:cNvSpPr/>
      </dsp:nvSpPr>
      <dsp:spPr>
        <a:xfrm>
          <a:off x="710257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80762-378A-4105-963D-996A3E46C056}">
      <dsp:nvSpPr>
        <dsp:cNvPr id="0" name=""/>
        <dsp:cNvSpPr/>
      </dsp:nvSpPr>
      <dsp:spPr>
        <a:xfrm>
          <a:off x="705685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3C2B8-0367-45AD-8B26-8486F1FB7DD5}">
      <dsp:nvSpPr>
        <dsp:cNvPr id="0" name=""/>
        <dsp:cNvSpPr/>
      </dsp:nvSpPr>
      <dsp:spPr>
        <a:xfrm>
          <a:off x="642044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109DD-A8C8-469F-B4B0-68B4C50F700C}">
      <dsp:nvSpPr>
        <dsp:cNvPr id="0" name=""/>
        <dsp:cNvSpPr/>
      </dsp:nvSpPr>
      <dsp:spPr>
        <a:xfrm>
          <a:off x="5056187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C56EB-65D4-4029-AF1B-6E679B6DDA81}">
      <dsp:nvSpPr>
        <dsp:cNvPr id="0" name=""/>
        <dsp:cNvSpPr/>
      </dsp:nvSpPr>
      <dsp:spPr>
        <a:xfrm>
          <a:off x="5010467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37AD0-46D0-4AE3-8C7B-BF6B8EFE395A}">
      <dsp:nvSpPr>
        <dsp:cNvPr id="0" name=""/>
        <dsp:cNvSpPr/>
      </dsp:nvSpPr>
      <dsp:spPr>
        <a:xfrm>
          <a:off x="4374058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B56F-6C0A-4FD7-B91C-7B507DD2A90B}">
      <dsp:nvSpPr>
        <dsp:cNvPr id="0" name=""/>
        <dsp:cNvSpPr/>
      </dsp:nvSpPr>
      <dsp:spPr>
        <a:xfrm>
          <a:off x="3009800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4B6C6-7AC6-4230-96F4-99E63ED92BF3}">
      <dsp:nvSpPr>
        <dsp:cNvPr id="0" name=""/>
        <dsp:cNvSpPr/>
      </dsp:nvSpPr>
      <dsp:spPr>
        <a:xfrm>
          <a:off x="2964080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396FF-CA79-4DA3-A9CB-A2676D01765E}">
      <dsp:nvSpPr>
        <dsp:cNvPr id="0" name=""/>
        <dsp:cNvSpPr/>
      </dsp:nvSpPr>
      <dsp:spPr>
        <a:xfrm>
          <a:off x="2327671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69A54-87B8-41ED-802C-00C60044B5C3}">
      <dsp:nvSpPr>
        <dsp:cNvPr id="0" name=""/>
        <dsp:cNvSpPr/>
      </dsp:nvSpPr>
      <dsp:spPr>
        <a:xfrm>
          <a:off x="96341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ED8D2-C4CA-4F1D-BFBF-F459D32CEF0C}">
      <dsp:nvSpPr>
        <dsp:cNvPr id="0" name=""/>
        <dsp:cNvSpPr/>
      </dsp:nvSpPr>
      <dsp:spPr>
        <a:xfrm>
          <a:off x="91769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36278-5BF7-40FD-A727-3E1D20D6F9F5}">
      <dsp:nvSpPr>
        <dsp:cNvPr id="0" name=""/>
        <dsp:cNvSpPr/>
      </dsp:nvSpPr>
      <dsp:spPr>
        <a:xfrm>
          <a:off x="28128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8EA08-842A-467A-B685-2E985BE21498}">
      <dsp:nvSpPr>
        <dsp:cNvPr id="0" name=""/>
        <dsp:cNvSpPr/>
      </dsp:nvSpPr>
      <dsp:spPr>
        <a:xfrm>
          <a:off x="68436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5CBF3-A671-43B1-9146-21CA92B8E852}">
      <dsp:nvSpPr>
        <dsp:cNvPr id="0" name=""/>
        <dsp:cNvSpPr/>
      </dsp:nvSpPr>
      <dsp:spPr>
        <a:xfrm>
          <a:off x="74637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White</a:t>
          </a:r>
        </a:p>
      </dsp:txBody>
      <dsp:txXfrm>
        <a:off x="756753" y="2313614"/>
        <a:ext cx="537345" cy="333636"/>
      </dsp:txXfrm>
    </dsp:sp>
    <dsp:sp modelId="{2928AB1F-0791-47EA-BE15-1F2A87A92B6A}">
      <dsp:nvSpPr>
        <dsp:cNvPr id="0" name=""/>
        <dsp:cNvSpPr/>
      </dsp:nvSpPr>
      <dsp:spPr>
        <a:xfrm>
          <a:off x="223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C6E9D-AF46-4652-9042-974CEA084475}">
      <dsp:nvSpPr>
        <dsp:cNvPr id="0" name=""/>
        <dsp:cNvSpPr/>
      </dsp:nvSpPr>
      <dsp:spPr>
        <a:xfrm>
          <a:off x="6424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74624" y="2830326"/>
        <a:ext cx="537345" cy="333636"/>
      </dsp:txXfrm>
    </dsp:sp>
    <dsp:sp modelId="{0DAF95A0-8D39-4843-A85B-D32886FB75EC}">
      <dsp:nvSpPr>
        <dsp:cNvPr id="0" name=""/>
        <dsp:cNvSpPr/>
      </dsp:nvSpPr>
      <dsp:spPr>
        <a:xfrm>
          <a:off x="68436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F108-A9D3-41A6-AE09-E1318D44C0B8}">
      <dsp:nvSpPr>
        <dsp:cNvPr id="0" name=""/>
        <dsp:cNvSpPr/>
      </dsp:nvSpPr>
      <dsp:spPr>
        <a:xfrm>
          <a:off x="74637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756753" y="2830326"/>
        <a:ext cx="537345" cy="333636"/>
      </dsp:txXfrm>
    </dsp:sp>
    <dsp:sp modelId="{ED736320-64E9-48C4-A12B-7DF6D9281C56}">
      <dsp:nvSpPr>
        <dsp:cNvPr id="0" name=""/>
        <dsp:cNvSpPr/>
      </dsp:nvSpPr>
      <dsp:spPr>
        <a:xfrm>
          <a:off x="136649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AE9B-7869-4199-A378-0E1B411D16EB}">
      <dsp:nvSpPr>
        <dsp:cNvPr id="0" name=""/>
        <dsp:cNvSpPr/>
      </dsp:nvSpPr>
      <dsp:spPr>
        <a:xfrm>
          <a:off x="1428501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1438881" y="2830326"/>
        <a:ext cx="537345" cy="333636"/>
      </dsp:txXfrm>
    </dsp:sp>
    <dsp:sp modelId="{FB43E865-BDB9-490C-8E6B-14390DB87AA3}">
      <dsp:nvSpPr>
        <dsp:cNvPr id="0" name=""/>
        <dsp:cNvSpPr/>
      </dsp:nvSpPr>
      <dsp:spPr>
        <a:xfrm>
          <a:off x="2730748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A618F-46A2-418E-B799-8FDF8D26EDAB}">
      <dsp:nvSpPr>
        <dsp:cNvPr id="0" name=""/>
        <dsp:cNvSpPr/>
      </dsp:nvSpPr>
      <dsp:spPr>
        <a:xfrm>
          <a:off x="2792759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Red</a:t>
          </a:r>
        </a:p>
      </dsp:txBody>
      <dsp:txXfrm>
        <a:off x="2803139" y="2313614"/>
        <a:ext cx="537345" cy="333636"/>
      </dsp:txXfrm>
    </dsp:sp>
    <dsp:sp modelId="{8626110F-7293-4911-AA65-5040D4194541}">
      <dsp:nvSpPr>
        <dsp:cNvPr id="0" name=""/>
        <dsp:cNvSpPr/>
      </dsp:nvSpPr>
      <dsp:spPr>
        <a:xfrm>
          <a:off x="2048619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E8A2-C5F9-4664-85A3-7290A36515E9}">
      <dsp:nvSpPr>
        <dsp:cNvPr id="0" name=""/>
        <dsp:cNvSpPr/>
      </dsp:nvSpPr>
      <dsp:spPr>
        <a:xfrm>
          <a:off x="2110630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2121010" y="2830326"/>
        <a:ext cx="537345" cy="333636"/>
      </dsp:txXfrm>
    </dsp:sp>
    <dsp:sp modelId="{59014E87-968B-4E76-B47E-B3268991BEBB}">
      <dsp:nvSpPr>
        <dsp:cNvPr id="0" name=""/>
        <dsp:cNvSpPr/>
      </dsp:nvSpPr>
      <dsp:spPr>
        <a:xfrm>
          <a:off x="2730748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1827-14B5-4B68-BEB7-C97FB869A1F7}">
      <dsp:nvSpPr>
        <dsp:cNvPr id="0" name=""/>
        <dsp:cNvSpPr/>
      </dsp:nvSpPr>
      <dsp:spPr>
        <a:xfrm>
          <a:off x="2792759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2803139" y="2830326"/>
        <a:ext cx="537345" cy="333636"/>
      </dsp:txXfrm>
    </dsp:sp>
    <dsp:sp modelId="{3BEFC35B-B374-42E9-8EF6-53DB65DB698A}">
      <dsp:nvSpPr>
        <dsp:cNvPr id="0" name=""/>
        <dsp:cNvSpPr/>
      </dsp:nvSpPr>
      <dsp:spPr>
        <a:xfrm>
          <a:off x="3412876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EEA20-D030-43FE-9B12-1CD5394C1CFA}">
      <dsp:nvSpPr>
        <dsp:cNvPr id="0" name=""/>
        <dsp:cNvSpPr/>
      </dsp:nvSpPr>
      <dsp:spPr>
        <a:xfrm>
          <a:off x="3474888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3485268" y="2830326"/>
        <a:ext cx="537345" cy="333636"/>
      </dsp:txXfrm>
    </dsp:sp>
    <dsp:sp modelId="{6EAFEBEF-78BA-4DC0-A656-4D2EC096DB60}">
      <dsp:nvSpPr>
        <dsp:cNvPr id="0" name=""/>
        <dsp:cNvSpPr/>
      </dsp:nvSpPr>
      <dsp:spPr>
        <a:xfrm>
          <a:off x="4777134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DC9E-EBA3-4CD0-B12A-C131014DB27E}">
      <dsp:nvSpPr>
        <dsp:cNvPr id="0" name=""/>
        <dsp:cNvSpPr/>
      </dsp:nvSpPr>
      <dsp:spPr>
        <a:xfrm>
          <a:off x="4839146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Blue</a:t>
          </a:r>
        </a:p>
      </dsp:txBody>
      <dsp:txXfrm>
        <a:off x="4849526" y="2313614"/>
        <a:ext cx="537345" cy="333636"/>
      </dsp:txXfrm>
    </dsp:sp>
    <dsp:sp modelId="{A3311C7F-C946-466B-A9BA-543AD7B1E41E}">
      <dsp:nvSpPr>
        <dsp:cNvPr id="0" name=""/>
        <dsp:cNvSpPr/>
      </dsp:nvSpPr>
      <dsp:spPr>
        <a:xfrm>
          <a:off x="4095005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23FA-9E6C-4887-86DE-58D78A61577A}">
      <dsp:nvSpPr>
        <dsp:cNvPr id="0" name=""/>
        <dsp:cNvSpPr/>
      </dsp:nvSpPr>
      <dsp:spPr>
        <a:xfrm>
          <a:off x="4157017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4167397" y="2830326"/>
        <a:ext cx="537345" cy="333636"/>
      </dsp:txXfrm>
    </dsp:sp>
    <dsp:sp modelId="{1918647D-E80D-4F80-A065-5F71FB71A76D}">
      <dsp:nvSpPr>
        <dsp:cNvPr id="0" name=""/>
        <dsp:cNvSpPr/>
      </dsp:nvSpPr>
      <dsp:spPr>
        <a:xfrm>
          <a:off x="4777134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31F5-CCDF-48FD-A4C3-7CDBF4046951}">
      <dsp:nvSpPr>
        <dsp:cNvPr id="0" name=""/>
        <dsp:cNvSpPr/>
      </dsp:nvSpPr>
      <dsp:spPr>
        <a:xfrm>
          <a:off x="4839146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4849526" y="2830326"/>
        <a:ext cx="537345" cy="333636"/>
      </dsp:txXfrm>
    </dsp:sp>
    <dsp:sp modelId="{9B43F61E-CEAD-455A-ACB6-027347004BB6}">
      <dsp:nvSpPr>
        <dsp:cNvPr id="0" name=""/>
        <dsp:cNvSpPr/>
      </dsp:nvSpPr>
      <dsp:spPr>
        <a:xfrm>
          <a:off x="5459263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6B307-C73E-4B76-AB47-EA96EFE2850B}">
      <dsp:nvSpPr>
        <dsp:cNvPr id="0" name=""/>
        <dsp:cNvSpPr/>
      </dsp:nvSpPr>
      <dsp:spPr>
        <a:xfrm>
          <a:off x="5521275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5531655" y="2830326"/>
        <a:ext cx="537345" cy="333636"/>
      </dsp:txXfrm>
    </dsp:sp>
    <dsp:sp modelId="{3BB67453-2F52-4B21-A235-1A9CB5ED6AE1}">
      <dsp:nvSpPr>
        <dsp:cNvPr id="0" name=""/>
        <dsp:cNvSpPr/>
      </dsp:nvSpPr>
      <dsp:spPr>
        <a:xfrm>
          <a:off x="682352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B606-F96B-4FA5-8E0A-1DD1BAEB41AC}">
      <dsp:nvSpPr>
        <dsp:cNvPr id="0" name=""/>
        <dsp:cNvSpPr/>
      </dsp:nvSpPr>
      <dsp:spPr>
        <a:xfrm>
          <a:off x="688553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Yellow</a:t>
          </a:r>
        </a:p>
      </dsp:txBody>
      <dsp:txXfrm>
        <a:off x="6895913" y="2313614"/>
        <a:ext cx="537345" cy="333636"/>
      </dsp:txXfrm>
    </dsp:sp>
    <dsp:sp modelId="{FB70F6F6-E2B8-456C-80CA-7CA9A1E9B77A}">
      <dsp:nvSpPr>
        <dsp:cNvPr id="0" name=""/>
        <dsp:cNvSpPr/>
      </dsp:nvSpPr>
      <dsp:spPr>
        <a:xfrm>
          <a:off x="614139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139B7-2509-426F-9525-F14D26483C22}">
      <dsp:nvSpPr>
        <dsp:cNvPr id="0" name=""/>
        <dsp:cNvSpPr/>
      </dsp:nvSpPr>
      <dsp:spPr>
        <a:xfrm>
          <a:off x="620340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6213784" y="2830326"/>
        <a:ext cx="537345" cy="333636"/>
      </dsp:txXfrm>
    </dsp:sp>
    <dsp:sp modelId="{F9736690-F244-4F66-B1AB-A11117EA9195}">
      <dsp:nvSpPr>
        <dsp:cNvPr id="0" name=""/>
        <dsp:cNvSpPr/>
      </dsp:nvSpPr>
      <dsp:spPr>
        <a:xfrm>
          <a:off x="682352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6531-BD51-426A-80D1-9A7C66190138}">
      <dsp:nvSpPr>
        <dsp:cNvPr id="0" name=""/>
        <dsp:cNvSpPr/>
      </dsp:nvSpPr>
      <dsp:spPr>
        <a:xfrm>
          <a:off x="688553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6895913" y="2830326"/>
        <a:ext cx="537345" cy="333636"/>
      </dsp:txXfrm>
    </dsp:sp>
    <dsp:sp modelId="{AF6E7068-E911-479A-AC66-A1B5E53E48B7}">
      <dsp:nvSpPr>
        <dsp:cNvPr id="0" name=""/>
        <dsp:cNvSpPr/>
      </dsp:nvSpPr>
      <dsp:spPr>
        <a:xfrm>
          <a:off x="750565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5C1E-E025-4FF0-A341-ECF6BB68FE26}">
      <dsp:nvSpPr>
        <dsp:cNvPr id="0" name=""/>
        <dsp:cNvSpPr/>
      </dsp:nvSpPr>
      <dsp:spPr>
        <a:xfrm>
          <a:off x="7567662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7578042" y="2830326"/>
        <a:ext cx="537345" cy="333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3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14 6528,'-1'-1'156,"1"0"68,-1 0 62,1 0 55,0-1 130,0 1 59,0-1 347,0 1 63,1-2 976,0 3-1310,-1 0-36,1 0-130,0 0-40,0 0-47,0 1-53,0-1 1107,-1 1-120,1 0-118,0 0-110,-1 0-106,0 0-102,0 1-95,1-1-92,-1 1-86,-1-1-81,1 1-76,0-1-72,0 1-65,0 0-62,-1-1-56,1 1-51,-1 1-38,0-1-58,1 0-49,-1 0-40,-1 3-153,-2 5-410,3-7 503,0 0 72,0-1 88,0 0 99,0 0 117,1-1-73,-1 0 36,0 4-319,-1 0 33,-4 9-35,2-2 44,1-5-22,1-1-39,0 0-66,0 0-31,0-1-68,0 0-78,0 0-87,0-1 1,0 0-73,0 0-79,1 1-86,-1-1-90,0 0-97,0 0-103,1 0-108,-1-1 583,1-1 35,-1 3-382,0 0-47,-2 4-312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272 118 4224,'0'-2'938,"1"0"55,4-3 2141,-2 3-1088,-1-1-781,-1 1-307,0-1-111,-1 0-92,0 0-55,0 0-37,0 0-54,0 0-50,0 0-49,0 0-44,-1 0-44,1 0-38,0 1-38,-1-2 25,0 1-45,0 0-39,0 0-35,-1-1 12,0 0-35,-7-6 334,-3 1-83,0 0-111,-1 2-94,-1 1-83,3 2-88,-1 2-36,-7 0-20,-1 5-42,14-2-5,-1 1 1,0 0 0,1 0-1,0 1 1,-1 0 0,1 0-1,0 1 1,1-1 0,-1 1-1,0 1-1,-1 1-6,1 0 1,-1 1-1,1 0 0,1 0 0,-1 0 0,1 1 0,0-1 0,1 1 0,0 1 0,0-1 1,-1 7 5,2-6-3,0 0 0,1 0 1,1 0-1,-1 0 1,2 1-1,-1-1 1,1 0-1,0 0 0,1 1 1,0-1-1,2 5 3,-2-7 9,1 0 0,1-1 1,-1 1-1,1-1 0,0 0 0,1 1 0,-1-1 0,1-1 0,4 6-9,23 21 68,3 1-56,-6-6-30,6 7 18,-26-25 13,0 1 0,-1 1 0,3 3-13,4 16 77,-6 2 57,-8-25-82,1-1-1,-1 0 1,0 0-1,-1 4-51,0-3 73,-1 1 0,0-1 1,0 0-1,-1 2-73,-9 17 322,-5-3-63,-4-4-60,-3-2-55,-1-3-53,-2-2-50,0-1-47,1-1-42,-2-2 48,27-8-3,1 0 0,0 0 0,-1 1 0,0-1 0,1 0 0,-1 0 0,1 0 0,-1 0 0,1 0 0,-1 1 0,1-1 0,-1 0 0,1 0 0,-1 0 0,0 0 0,1-1 0,-1 1 0,1 0 0,-1 0 0,1 0 0,-1 0 3,2 0-59,2 2 43,0 0 0,0 0 1,0-1-1,1 1 1,-1-1-1,4 1 16,10 5-40,-12-5 45,-1 1-1,-1-1 0,1 1 0,0 0 1,-1 0-1,1 0 0,-1 0 1,1 2-5,0-1 8,-1 0 1,0 1 0,-1-1 0,1 1 0,-1 0 0,0 0 0,0 0 0,0 0 0,-1 0 0,0 0 0,0 0 0,0 0 0,-1 1 0,1-1 0,-1 0 0,0 1 0,-1 3-9,-4 32 109,-4 30-26,7-58-79,0 0 1,0 1-1,2-1 1,0 12-5,0-20 19,1 0 1,0 1-1,0-1 1,2 5-20,-2-8 3,0-1 0,-1 1 0,1 0 0,0-1 0,0 1 0,0 0 0,1-1 1,-1 1-1,0-1 0,0 0 0,1 1-3,1 0 15,-1-1 1,1 1 0,-1-1-1,1 1 1,0-1 0,0 0-1,-1 0 1,1 0 0,0 0-1,3 0-15,13 0 40,0-1-79,-8-1-51,0 0-64,-3 1-123,10-3-214,-12 2 293,-1 0-61,-1 0 24,0 0-52,0 0-58,0 0-69,0-1-134,0 1-105,1 0-116,-3 0 338,0 0-34,0 0-34,0 0-37,0 1-36,0-1-40,1 0-40,-1 0-41,0 0-44,0 0-43,0 1 260,-1-1 38,3 0-387,0 0-46,3 0-315</inkml:trace>
  <inkml:trace contextRef="#ctx0" brushRef="#br0" timeOffset="1202.83">465 551 7424,'-2'-2'403,"1"0"0,0 0 1,0 1-1,0-1 0,0 0 1,0 0-1,1 0 0,-1 0 1,1 0-1,-1-1-403,1-4 1309,1 1-47,2-2 222,-2 4-790,2 0-38,-1 1-43,1-1-46,-1 0-51,1 0-55,1-1 9,-1 0-91,1-1-98,-1 1-105,1-2 203,1 0-56,0-1-50,0 1-46,1-1-40,0 0-34,7-6 68,0 1-81,-9 10-103,0 0 0,0 0 0,0 1 0,0-1 0,0 1 0,1 0-1,2-1-36,6 0 137,-11 3-109,0 0-1,0 0 0,0 1 0,0-1 0,-1 0 1,1 1-1,0 0 0,0-1 0,0 1 1,0 0-1,-1 0 0,1 0 0,0 0 0,-1 0 1,1 0-1,-1 0 0,1 1 0,-1-1 1,0 1-1,1-1 0,-1 1 0,0-1 0,0 1 1,0 0-1,0-1 0,0 1 0,0 0-27,10 26 269,-8-14-188,-1-2-46,-1-2 4,-1 0 0,-1 0-1,1 0 1,-2 1 0,0 1-39,-2 6 45,0 0 0,-2 0 0,0-1 0,-2 4-45,-3 0 48,0 1 1,-2-2 0,0 1 0,-1-2-1,-15 16-48,6-9 67,-12 8-67,-27 19 4,60-51-11,1-1-1,-1 0 1,1 0-1,-1 0 0,0 0 1,1 0-1,-1 0 1,0-1-1,-1 1 8,3-3-31,9-3 18,19-7-4,-16 9-9,1-1 0,-1 2 1,1 0-1,0 0 0,10 1 26,11 2-30,-30 0 254,0-1-62,0 0-59,0 1-59,0-1-56,-1 0-55,1 0-54,0 0-52,0 0-52,0 0-48,0 0-49,-1 0-46,1 0-46,0 0-43,0-1-43,0 1-40,-1-1-40,1 1-38,0 0-36,-1-1-35,5 0-790,-1-1-122,0 1-112,0-1-101,0 0-87,0 0-78,-3 1 1165,0 0 114,0 0-30,2 0-242</inkml:trace>
  <inkml:trace contextRef="#ctx0" brushRef="#br0" timeOffset="1812.04">821 504 7936,'-3'0'733,"-1"0"-54,-5-1 930,5 1-1024,2 1 53,-1-1 259,1 0-398,2 1 40,-1-1 42,1 1 48,0 0 51,0 0 56,1 0 176,-1-1-571,0 0 64,-1-1-39,1 1-35,0-1-35,1 0 206,-1-1-107,1-1-38,0-1-96,0 1-33,1-1 55,5-5 63,0-1-63,1 0-55,0 0-50,2 0-45,0 0-38,11-9 3,-2 5-83,-14 11-20,0 1 0,0-1 0,0 1 0,1 0 0,-1 0 0,0 0-1,1 1 1,1-1 5,-3 2 6,0 0 0,0-1 0,0 2 0,0-1-1,-1 0 1,1 1 0,0-1-6,0 1 9,-1 0 0,0 0-1,-1 0 1,1 0 0,0 0 0,0 1 0,0-1 0,-1 1 0,1 0-1,0 0-8,0 1 24,-1-1 0,1 1 0,-1-1 0,0 1 0,0 0 0,0 0 1,0 0-1,0 0 0,-1 1 0,1-1 0,-1 0 0,1 4-24,-1-2 39,0 0 0,0 0 1,0 0-1,-1 1 0,0-1 1,0 0-1,0 0 0,-1 4-39,0-4 27,0 0 0,0 0 0,-1-1 1,1 1-1,-3 3-27,1-1 20,-1 0 1,-1 0 0,1-1 0,-4 4-21,1-2 35,-1 1 1,0-2-1,-1 1 1,0-1-1,0-1-35,-5 4 59,-1-1-1,-15 6-58,-9 2-25,38-16-59,5 0 34,11 0 16,18 0 20,-6 0-107,2 3 66,1 3 54,-2 4 42,-24-9-28,-1 0 0,1 0 0,0 0 0,-1 1 0,0-1 1,1 1-1,-1 0 0,0 0 0,0 0 0,-1 0 1,1 0-1,-1 1-13,0-1 10,-1 0 1,0-1 0,1 1-1,-1 0 1,0 1 0,-1-1-1,1 0 1,0 0 0,-1 0-1,0 0 1,0 0 0,0 1-1,0-1 1,0 0 0,-1 0-1,1 0 1,-1 1-11,-8 17 35,7-17-13,-1 0 1,0 0-1,-1-1 1,1 1 0,0-1-1,-1 1 1,0-1-1,0 0 1,-4 2-23,-9 4 29,-2-1-65,1-1-92,9-5 21,1 0-33,-15 1-416,15-3 335,-1 0-48,2-1-2,0 0-55,0-1-65,0 0-73,3 1 131,0 0-35,0-1-38,0 0-40,0 0-43,0 0-45,1 0-47,-1-1-50,1 1-53,0-1-55,1 0-57,-1 0-60,1 0-61,0-1-66,0 0-66,0 1-70,1 0 321,1 0 108,0 1-33,0-2-245,0 3 958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58 214 6784,'-8'-5'1994,"7"5"-1754,0-1 0,1 1 0,-1-1-1,1 1 1,-1-1 0,1 1 0,-1-1-1,1 0 1,-1 1 0,1-1-1,0 0 1,-1 1 0,1-1 0,0 0-1,0 1 1,0-1 0,-1 0 0,1 0-1,0 1 1,0-1-240,1-4 1413,0 0-67,1 1-291,0-1-77,0 1-90,1 0-102,0 0-117,-1 2-382,-1 0-35,1 0-35,-1 0-38,1 1-39,-1-1-42,1-1-31,0 1-91,0 0-94,-1 0-99,10-12 597,1 1-115,0 0-88,2 2-62,-11 9-95,1 0-1,-1 0 1,0 0 0,1 0 0,-1 1 0,1 0-1,-1-1 1,1 1 0,0 1 0,0-1-1,1 0-19,16 3 152,-16-1-108,-1 0 0,1 0 0,-1 1 0,1 0 1,-1 0-1,1 0 0,-1 1 0,0-1 0,0 1 0,0 0 0,-1 0 0,1 0 0,3 4-44,-4-3 47,0 0-1,0 0 1,-1 0-1,1 1 1,1 3-47,-2-1 48,1 1 0,-1-1 0,0 0 0,0 1-48,-1-1 42,-1-1 0,1 1 0,-1 0 0,0-1 0,-1 1-42,-6 35 168,2-24-74,-1-1 1,-1 1-1,-3 5-94,2-8 64,-1 0 0,0-1 0,-1 0 0,0 0 0,-11 10-64,-7 4 58,-1-5-52,25-20-17,1-1 0,0 0-1,-1-1 1,0 1 0,1 0 0,-1-1 0,-3 1 11,3-1-24,0 0 0,-1-1 0,1 1 0,-1-1 0,1 0 0,-1 0 1,0-1 23,3 1-15,-1 0 0,1 0 0,0-1 0,0 1 0,0-1 0,-1 0 0,1 1 0,0-1 0,0 0 1,0 0-1,0 0 0,0-1 0,1 1 0,-1 0 0,0-1 0,0 1 0,1-1 0,-1 0 1,1 1-1,0-1 0,-1 0 0,1 0 0,0 0 0,0 0 0,0 0 0,0 0 0,0 0 0,1 0 1,-1-2 14,1 2-7,-1 1 1,1 0-1,0 0 1,0 0 0,0 0-1,0 0 1,0 0-1,0 0 1,0 0 0,1-1-1,-1 1 1,0 0-1,0 0 1,1 0-1,-1 0 1,1 0 0,-1 0-1,1 0 1,-1 0-1,1 1 1,0-1 0,0-1 6,0 1-5,1 0 1,0 0-1,-1 0 0,1 0 1,0 0-1,-1 0 1,1 0-1,0 1 1,0-1-1,0 1 1,0-1-1,0 1 5,28-2 9,-6 3 39,-14 0-175,0 1 44,0 0 41,0 0 33,4 1 44,0 1 42,32 11 277,-27-8-245,-8-3-82,1 0-38,-1 0-46,0 0-53,1 0-63,-1-1-70,0 0-78,1 0-88,-5-1 84,1-1-44,-1 1-48,1-1-49,0 0-53,-1-1-54,1 1-56,0-1-61,-6 0 58,1 0-95,0-1-49,3 0-1106,-3 0 806,-1 1 614,0 0 34,1-1-344,1 0-40,3-1-276</inkml:trace>
  <inkml:trace contextRef="#ctx0" brushRef="#br0" timeOffset="406.11">541 86 8960,'-11'-5'3139,"10"4"-2516,0 0-53,0-1-18,0 1-107,0 0-269,1 0-34,-1 0-38,1 0-41,-1 0-43,1 1 723,1 1-41,-1-1-38,0 1-39,0-1-37,0 1-36,0 0-35,0 0-34,0 0 386,0 1-124,0 1-115,1-1-106,-1 0-258,0-1-34,0 2 139,0 1-113,-1 0-99,1 0-79,0 1-97,0 1-97,0 3-158,0-2 43,-1-2 120,1-1 66,0-1 60,0 0 52,0 0 59,0 0 68,0 0 77,0 14-247,-1 9-49,1-19-1,1-1 0,-1 1 0,1 0 0,2 4 24,-3-9-6,1 1-1,0-1 0,0 1 1,0-1-1,0 0 1,0 1-1,1-1 0,-1 0 1,1 0-1,-1 0 1,1 0-1,1 1 7,-1-1 1,0-1-1,0 0 1,0 0-1,0 1 1,0-1 0,0 0-1,0-1 1,0 1 0,0 0-1,1-1 0,20 4-75,31-2-3,-38-2 1,0 1-59,0 0-76,0 1-95,-9-1-63,11 2-431,-12-1 479,1-1-76,-1 1-78,-2-2 165,0 1-36,-1 0-40,1 0-43,0 0-48,0 0-52,-1-1-55,1 1-60,0 0-64,0 0-68,0-1-71,0 1-76,0-1-80,0 1-83,0-1-89,0 1-91,-1-1 491,0 1 106,2-1-30,1 2-236</inkml:trace>
  <inkml:trace contextRef="#ctx0" brushRef="#br0" timeOffset="702.92">716 11 8960,'-6'-4'1178,"3"2"-453,0 0-187,1 1-83,2 0-110,-1 1-35,0-1 216,-1 1-109,1 0-87,-1 1-18,-3 0 378,4 0-328,0-1-33,0 1 86,1-1 109,0 0-214,0 0 35,0 0 5,0 1 105,0 0 196,1 1 453,-1 1 125,1-1-482,-1 0-215,0-1-308,0 0-33,1 0 44,-1 1-120,0-1-109,0-1-37,0 1-39,0 0-41,0 9 702,-1 1-94,0 0-85,0 0-77,0-1-69,0 1-62,-1 0-53,1-1-45,-1 3-26,0 0-42,-2 29-17,4-23 25,0 5-19,0-11-63,0-1-37,1 0-39,-1 1-44,0-1-45,0 1-49,1-1-50,-1 1-54,0-1-58,1 1-59,-1-1-63,0 0-66,0 0-68,0 0-72,0-9 290,0 0 38,0 2-316,0 0 110,0 0 80,0 0 66,0 6-566,1-4 342,-1-3 222,1 0-62,-1-1 30,1 1-63,0-1-72,0 0-80,-1 1-91,2-1-98,-1 1-107,0-1-117,1 1 326,-1-1 111,1 1-31,2 2-244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9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9 9344,'-1'-1'1480,"0"-1"-57,1 0-79,0 1-98,1-1-118,-1 2-614,1 0-37,-1 0-40,0 0-42,0 0-45,0 1-46,0-1 582,1 1-99,-1-1-92,1 0-81,0 0-109,0 1-56,-1-1-49,1 1-43,0-1 26,0 1-38,0 3 581,-1 1-562,0 1-42,0-1-40,-1 1-39,0-1-34,0 1-35,-1 5 82,1-4-156,-1-1-36,-1 8-28,-2 2-121,-2 7-199,0-1-37,6-18 311,0 0-33,-2 4-138,0 0-114,0 0-104,0-1-89,0 0-77,0 1-66,0-1-51,-1 2-168,-5 14-1646,5-12 1456,2-8 390,1 1-71,-1 0-209,0 2-527,-1-1 66,2-2 535,0-1 325,0 0 38,0 3-392,0-1-43,-1 3-315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98 462 8064,'0'-2'729,"0"-1"76,0 1 271,0 0 76,0 0 301,0 1 791,0 1-33,-1 1-818,1 0-312,-1 0-97,1 0-263,-1 0-91,0 1-103,1-1-117,-1 0-252,1 0-33,-1 0-35,1 0-36,-1 0-39,0 0-38,1 0-42,-1 0-42,-2 5 444,0 0-90,1-1-109,1 0-35,-1 6 29,-4 11 26,1-8-262,0 0-88,1-5-10,0 0-76,1-1-23,0-1-72,-1 1-80,1-1-89,0-1 16,0 0-73,0 1-78,0-1-82,0-1-88,0 1-93,0 0-98,0 0-101,1-3 630,0 0 37,-1 4-380,-1 0-45,-1 4-309</inkml:trace>
  <inkml:trace contextRef="#ctx0" brushRef="#br0" timeOffset="2483.79">230 122 10368,'-2'-1'654,"1"1"-52,0-1-48,0 0-47,1 0-43,-1 1-43,0-1-40,0 0-37,1 0 23,-1-1-47,0 1-43,1 0-38,-1-1 55,1 0-64,-1 0-52,1 0-37,-1-2 184,0 2 355,1 0-61,0 0-58,0 0-55,1 0-54,0 0-49,0 0-46,0 0-45,1 0-41,-1 0-38,3-2 128,0 0-119,1 0-96,-1 0-82,0 1-38,10-7-49,-8 7 48,-1 0 75,-3 1-8,0 1 33,36-17 54,-27 13-137,1 1-1,-1 0 0,1 1 1,7-1-42,-13 3 17,-1 0 0,1 1 0,-1-1-1,0 2 1,1-1 0,-1 0 0,0 1 0,1 0 0,-1 0 0,0 1 0,1-1-17,-2 1 21,-1 0 1,0-1 0,0 1-1,1 0 1,-1 0-1,0 1 1,0-1-1,-1 1 1,1-1 0,2 3-22,5 13 95,-9-15-71,0 0-1,0 0 0,0 0 0,-1 0 1,1 0-1,-1 0 0,0 1 0,0 0-23,0 2 41,-1 0-1,0-1 0,0 1 0,-1-1 0,1 1 0,-1-1 0,0 0 0,-2 2-40,-10 18 115,-2-1-63,-1-3-86,2-3-109,8-11 148,-5 6 75,14-9-58,8 0-60,9 0-32,-18-4 71,48 5-10,5 0 37,-43-3-5,-1 0 0,0 0 0,0 1 1,1 1-24,7 4 40,1 1 71,0 1 56,-3 2 41,-14-10-177,0 0 0,0-1 0,0 1 0,0 0 0,-1 0 0,1 0 0,-1 0 0,1 0 0,-1 0 0,0 0 0,0 1 0,0-1 0,0 0 0,0 1 0,-1-1 0,1 1 0,-1-1 0,1 1 0,-1-1 0,0 1 0,0-1 0,0 1 0,0-1 0,-1 1 0,1-1 0,-1 1 0,1-1 0,-1 0 0,0 1 0,0 0-31,-11 16 46,10-16-28,-1 0-1,0 0 1,0-1-1,0 1 0,0-1 1,0 0-1,-2 1-17,0 0 28,0 0-1,-1-1 0,0 0 0,-4 1-27,-14 2 22,9-3-42,-1-1-34,0-1-39,1-1-47,0 0-52,1-1-59,0-1-64,2 0-71,7 2 103,-7-3-311,5 1 158,3 0 38,0 1-108,0-1-17,1 1-111,2 0 270,0 1-34,0-1-36,-1 1-39,1-1-40,0 1-42,0-1-45,1 0-47,-1 1-48,0-1-51,1 0-54,-1 0-54,1 1 393,0 0 35,0-1-341,-1 0-38,1-1-272</inkml:trace>
  <inkml:trace contextRef="#ctx0" brushRef="#br0" timeOffset="3077.44">805 174 9472,'-3'-2'916,"1"1"-43,0-1-40,1 0-41,-1 0-41,1 0-38,0 0-39,0 0-38,1 0-36,0-1-37,0 1-35,0 0-36,0-1-33,1 1-33,0-3 328,1-1-125,1 1-118,0 0-112,0 0-107,0 0-102,0 1-94,1-1-89,-1 1-83,12-13 213,-11 12-103,0 1-1,0 0 1,1 0-1,0 1 1,0-1 0,0 1-1,3-1-33,8-2 102,1 4 34,1 5 47,1 5 64,-2 6 56,-5 3-61,-5 3-50,-3 2-37,-4-13-99,-1 0 1,1-1-1,-1 1 1,-1-1-1,1 1 1,-1-1-1,-1 1 1,-2 6-57,-4 4 106,-1 1-1,-7 10-105,1-6 83,-1 0-1,0-1 1,-3-1-83,-7 5 16,6-12-62,4-4-59,-1-4-86,25-9 45,1 1 43,11-2 4,1 2 102,32 1 129,-37 1-123,-1 1-45,8 1-125,-12-2 32,-4 0-19,0 0-67,0 0-84,0 0-100,0-1-117,-3 1 209,0-1-35,1 0-38,-1 1-38,0-1-42,0 0-44,1 0-238,0 0-86,1 0-91,-1 0-95,0-1-99,0 1-106,1-1-110,-1 1-114,-2 0 988,-1-1 32,2 1-336,1 0-37,2 0-269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45 155 8704,'-7'-3'1067,"4"2"-612,-1-1 36,0 1 259,0-1-9,2 2-322,0-1 39,-2 0 397,3 1-379,-1 0 36,0-1 36,1 1 39,-1 0 42,0 0 44,1 0 110,-1 0-87,1-1-82,1 1-76,-1-1-71,1 0-66,1 0-60,-1 0-56,1-1 69,1 0-108,-1 1-118,0-1-40,1 0 8,0 0-40,13-15 154,1 0-70,10-7-36,3 2-85,-18 15-29,1 0 0,0 1 1,0 0-1,3 0 10,7-2 13,-1 3 36,2 3 130,0 4 74,-21-2-226,0 0 0,0 1 0,0-1 0,0 1 1,-1 0-1,1-1 0,0 1 0,-1 0 0,1 0 0,0 0 0,-1 0 0,1 0 1,-1 1-1,1-1 0,-1 0 0,0 1 0,0-1 0,0 1 0,1-1 1,-1 1-1,-1 0 0,1-1 0,0 1-27,1 3 28,-1 1 1,1-1-1,-1 0 1,0 0-1,-1 1 1,1-1-1,-1 0 0,0 1 1,-1 1-29,1-2 16,-1 1 0,0-1 0,0 0 0,-1 0 0,0 0 0,0 0 0,0 0 0,0 0 0,-1-1 0,0 2-16,-22 29 96,6-11-62,2-5-43,-2-4-48,2 1-11,10-9 8,0-2-47,9-3 5,3 0 42,14 6-34,-5-5 86,32 10 52,-2 3 95,-36-12-84,0 0-1,0 1 1,-1-1-1,1 2-54,-2-1 56,0 0 0,-1 0 0,0 0 0,0 1-1,2 3-55,-5-7 34,-1 1-1,0-1 1,1 1 0,-1 0-1,-1-1 1,1 1-1,0 0 1,0 0 0,-1-1-1,0 1 1,1 0-1,-1 0 1,0 0-1,-1 0 1,1 0 0,0-1-1,-1 1 1,0 0-1,0 0-33,0 2 58,0-1-1,-1 1 1,0-1-1,0 0 0,-1 2-57,1-2 33,0-1-1,-1 0 1,1 0-1,-1 0 1,1 0-1,-2 0-32,-2 2 18,-1 0-1,1-1 0,-1 1 1,0-2-1,0 1 1,0-1-1,-1 0 0,1 0 1,-3 0-18,-18 2 12,1-2-52,-9-4-111,19-1 23,-1-1-41,1-1-47,1 0-50,-1-2-55,2 0-61,10 5 62,1-1 69,0-1 51,-5-2-210,3 1 105,4 2 110,-1 0-39,0 0-47,1 0-55,-1 0-111,1-1-90,0 1-100,0-1-113,0 0-122,1 2 385,0 0-34,1 0-37,-1-1-37,0 1-41,1 0-39,-1-5-1623,1 1 80,2 0 93,1 1 104,-2 2 1217,1 1 112,-1-2-30,2 1-238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56 10880,'0'-1'791,"-1"0"-88,1 0-79,0 0-69,-1-1 31,1 0-70,-1 0 33,1-1 189,-1 0-19,1 1-204,0 0-39,1 1 58,-1 0-31,1 1 60,-1-1 72,1 1 80,0 0 294,-1 0-615,0 0 13,0 0 98,0 0 154,0 0-401,-2 26-66,-1-1 57,-4 5 654,-6 14-903,2-8 422,2 1-95,5-13-192,3 2-86,1-25-45,0 1 0,0 0-1,0 0 1,0 0 0,1 0-1,-1 0 1,1 0 0,-1 0-1,1 0 1,0-1 0,0 1-1,0 0 1,0 0 0,0 0-4,1-1 12,-1 1 1,1-1-1,0 1 0,-1-1 1,1 1-1,0-1 0,0 0 1,0 0-1,0 0 0,0 0 1,0 0-1,1-1 0,-1 1 1,0-1-1,0 1 1,2-1-13,4 1 50,0-1 0,0 0 0,0 0 0,6-2-50,13-2 57,-14 1-222,0 0 101,3 0 79,8-3 97,-6 1-46,-6 3-63,-3-1-42,1 1-49,-1 0-31,-1 1-47,0-1-53,0 1-61,2 0-163,0-1-116,-5 2 232,0-1-32,0 1-36,0 0-36,0 0-39,0-1-38,0 1-42,0 1-41,0-1-45,0 0-46,0 1-46,0-1-49,-2 0 79,-1 1-88,7-1-2020,-5 0 1683,-2 0 641,0 0 35,2 0-359,2 0-40,2 0-290</inkml:trace>
  <inkml:trace contextRef="#ctx0" brushRef="#br0" timeOffset="328.04">236 5 12032,'-1'0'180,"0"0"65,0 0 56,0-1 48,0 1 208,-1-1 61,-2 0 1395,3 0-1197,1 1-73,1 0-411,-1 0-33,1 0-38,0 0-42,0 0 674,-1 0-373,0 0-216,0 0 309,0 2-15,0 0-97,1 0-84,-1 1-77,1-1-66,0 0-56,0 0-46,1 0-38,3 9 319,-5-8-330,1-1 34,0 9 196,0 0-66,0 1-57,-1-1-51,-1 3-21,1 0-49,-1 3-27,-1 8-10,0 7 37,1-20-341,0 1 85,0 0 74,1 0 61,-1-1 48,1 1 36,-2 45 413,2-41-403,0 1-88,0-7-53,0-1-50,0 1-56,0 0-64,0 0-94,0 0-90,0 1-98,0-1-105,0 0-116,0 1-122,0-7 378,0 1-34,0 0-35,0-1-36,0 3-281,0 0-72,0 0-77,0 0-78,0 0-82,0 0-84,0-1-87,0 1-89,0-6 977,0 1 34,0 1-335,0 0-34,0 3-265</inkml:trace>
  <inkml:trace contextRef="#ctx0" brushRef="#br0" timeOffset="906.04">442 211 10368,'-3'-1'398,"2"0"40,-2-2 537,0 0 324,1-1 777,2 2-839,0 0-445,1 0-163,0 0-39,-1 1-133,1-1-37,0 0-41,-1 0-46,2 0 45,-1-2-113,2-3 197,0 0-43,1 0-40,0 0-37,0 0-37,1-1-33,4-6 179,-2 6-234,-1-1-36,7-7 89,4-3-76,10-6-59,-23 22-131,0 0 1,0-1-1,1 2 1,0-1-1,-1 0-4,0 2 11,-1 0 0,0-1 0,1 1-1,-1 0 1,1 1 0,-1-1-1,2 0-10,-2 1 8,-1 0-1,1 0 1,-1 0-1,0 1 1,1-1-1,-1 1 1,0-1-1,1 1 1,-1 0-1,0 0 1,0-1-1,1 2 1,-1-1-1,0 0 1,0 0-1,0 1 1,0-1-1,-1 1 0,1 0 1,0-1-1,-1 1 1,1 0-1,-1 0 1,1 1-8,1 2 12,-1-1 1,0 1-1,0-1 0,-1 1 0,0 0 1,1 0-1,-1-1 0,-1 1 1,1 0-1,-1 0 0,0 0 1,0 0-1,0 0 0,-1 0 0,0 0-12,-2 14 49,-1 0 0,-1-1 0,-2 3-49,-4 9 34,2-12-23,-1 0-1,-2 3-10,-1 1 25,-11 16 21,6-15 53,0 0 0,-13 13-99,-16 8 44,30-35-133,10-8 3,6-1 82,1 0 1,0 0 0,0 0-1,0 0 1,0-1 0,0 1 0,0 0-1,0 0 1,0 0 0,0-1-1,0 1 1,0 0 0,0 0 0,0 0-1,0 0 1,0-1 0,0 1-1,0 0 1,0 0 0,0 0 0,0-1-1,0 1 1,0 0 0,0 0-1,1 0 1,-1 0 0,0 0 0,0-1-1,0 1 1,0 0 0,0 0-1,0 0 1,0 0 0,1 0 0,-1 0-1,0-1 4,5-3-65,2 1 34,20 0 64,-11 2 9,34 0 71,3 4-102,-18 0-71,-28-3-142,0 1 78,15 1-80,-12 0 35,-5-2 26,0 1-52,0 0-63,0 0-73,1 0-134,-1 0-117,-2 0 242,0-1-34,-1 1-36,1 0-38,0-1-40,-1 1-42,1 0-43,0 0-45,-1-1-47,1 1-49,0 0-50,-1 0-52,0-1 97,-1 1-77,3 1-1996,-2-1 1686,-1-1 631,0 1 36,1 0-352,0 1-40,2 1-281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9 217 7296,'0'-2'821,"-1"0"-108,0 0-87,-1 0-64,-1-6 1314,2 6-1442,1 1 36,-1-1 107,1 1 72,0 0 87,1 1 104,-1-1 200,1 0-116,-1-1-98,0 0-84,0 0-131,0 0-42,0-9 1888,-1 8-1419,1 2-464,0 0 47,0 0-400,0 1 43,0 0-61,0 1-45,0 0-39,0 0-34,0 2 6,0 6-20,0-7 29,0 16 32,0 0-41,0 20-3,0 72-106,0-110 12,0 1 0,0 0 1,0-1-1,1 1 0,-1 0 0,0-1 0,0 1 0,0 0 0,0-1 0,1 1 0,-1 0 0,0-1 0,1 1 1,-1 0-1,0-1 0,1 1 6,8 3-26,14-4 42,-19-1-24,19-1 8,28-5-26,-45 6-134,-1-1 43,7 0-13,-1 0 97,17-2 43,-20 3-52,1-1-53,0 1-74,-1 1-90,1-1-111,-5 0 139,1 1-36,-1-1-71,1 1-50,0 0-51,0-1-55,0 1-58,-1 0-62,1 0-64,0-1-67,-1 1-72,1 0-74,0 0-76,-1 0-82,1 0-83,-1 0-86,1 0-91,-1 0-93,-1-1 351,1 0-1635,-3 1 1957,1 0 54,-1 0-158,1-1 116,0 1-30,1 0-247,-3 0 989</inkml:trace>
  <inkml:trace contextRef="#ctx0" brushRef="#br0" timeOffset="296.77">176 3 10624,'-1'0'236,"0"0"87,0 0 74,0-1 62,-1 1 40,1 0 36,-6-2 2113,5 2-1906,1 0-91,1 0 103,0 0-47,0 1-46,0-1-44,0 0-42,0 0-42,0 1-39,0-1-39,0 1-37,0 0-35,0 0 283,0 0-125,0 1-113,0-1-221,0 0-34,0 2 82,0-1-106,0 1-86,0 0-63,0-1-39,0 6-183,0-4 174,0-2 69,0 1 79,0-1 99,0-1-55,0 0 33,-1 22 263,1 0-92,-1-1-81,0 1-66,0-3-67,-1-1-33,-3 27 210,-4 4-311,-1 10 69,7-35-77,-1 4-75,2-14 1,1-1-33,-1 11-163,1-13 92,0 0-34,0 0-37,0 0-40,1 0-42,-1 0-46,1 0-100,-1 20-598,1-25 824,-1 0-36,1-1-8,0 0-45,0 0-54,0 0-63,0 1-133,0 0-100,1-1-108,-1 1-122,0-3 416,0-1-35,0 0-36,0 1-37,0-1-39,1 1-40,-1-1-41,0 1-43,0-2 315,1 0 34,-1 3-348,1 1-39,0 2-279</inkml:trace>
  <inkml:trace contextRef="#ctx0" brushRef="#br0" timeOffset="3609.94">572 631 8960,'-1'-1'437,"1"-1"75,-1 0 69,0 0 61,1-1 55,-1 1 49,0-1 42,1 0 35,0-3 1261,2 0 1446,1 5-2051,-3 1-1120,0 0 82,0 0 7,0 0-84,-1 0-73,1 0-63,-1 0-61,0 1-37,0-1 29,-3 3 137,3-2-167,0 0 43,-12 16 30,3-2 163,1 1 0,-1 4-365,-2 4 257,3-2-123,4-11-114,0 0-38,-1 4-68,0-1-81,0 0-91,-1 0-102,1 0-113,-1-1-121,3-6 247,0-1-34,1 1-37,-1-1-36,2-3 8,1 0-62,-2 1-160,1-1-93,0 1-97,-1 0-104,1-1-107,-1 0-114,0-1-120,1-1-123,-3 0-611,-3-3-949,8 1 2943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18 8832,'-2'-1'277,"0"1"23,1 0 53,0-1 46,0 1 37,-1-1 500,-2-3 1386,4 2-1656,0 0-57,0 2 1142,0-2 1216,0 1-1726,0 0-32,0 1-87,0-1-274,0 0-97,0 1-112,0 0-367,0 0-35,0 0-35,0 0-40,0 0-39,0 0-44,0 1-44,0-1-46,0 1-49,0 0-51,-1 1 248,0 1-45,-1 0-26,-2 3-26,-3 3 4,3-2-173,1 1 46,-5 6 30,1 1 102,-8 20 161,10-24-195,1 0-57,1-3-29,0-1-42,0 1-49,0 0-55,-1-1-61,1 1-67,0-1-73,-1 0-80,1 1-87,-1-1-91,1 0-99,-1 0-105,0 0-111,0 0-118,0 0-122,2-4 566,0 1-32,-1 0-50,0 2-285,-1 0-187,2-4 772,1 0-35,0 0 50,0 0-34,0-1-38,-1 1-42,1-1 56,0 1-36,0-1-37,0 1-41,0-1-43,0 1-45,0-1-48,0 1-51,0-1 278,0 0 40,0 1-375,-1 1-34,1 1-291,1-4 1169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58 184 10368,'0'-1'396,"-1"0"45,0-2 549,-1 1 33,-2-5 2025,2 5-1809,2 1-244,-1 1-552,1 0-43,0 0-50,1 0-55,-1 1-61,1 0-67,0-1 961,-1 0-688,0 0 18,0 0 113,0 0 167,0 0-452,0 7 150,0 0-43,-1 0-42,1 0-39,-1 0-37,0 0-34,-1 7 143,1-6-208,0 0-37,-3 9 42,0 2-95,-3 11-121,1-4-33,2-8 70,1-4 64,1 0 83,-3 11-144,-2 24 93,7-33-93,1 0-38,-1-15 34,1 0 1,-1 1-1,0-1 1,1 0 0,-1 0-1,1 0 1,-1 0 0,1 0-1,0 1 1,-1-1-1,1 0 1,0 0 0,0 0-1,0 0-1,1 0 8,0 0-1,0 1 1,0-1-1,0 0 0,0 0 1,0 0-1,0-1 1,0 1-1,0 0 1,0-1-1,1 1 0,0-1-7,30 1 80,-15-2-73,-14 0-14,9 0-152,1-1 102,5-1 93,12-4 132,-17 4-125,-4 1-49,1 0-50,0 0-66,0-1-80,0 2-94,0-1-108,0 0-123,-6 2 214,0-1-37,3 0-175,-1 1-72,0-1-75,0 1-80,0 0-84,1 0-89,-1 1-91,0-1-98,-5 0 413,1 1-90,4-1-2037,-4 0 1698,-1 0 645,-1 0 35,3 0-358,0 0-41,2 0-287</inkml:trace>
  <inkml:trace contextRef="#ctx0" brushRef="#br0" timeOffset="296.75">243 189 11520,'-8'-2'1517,"3"1"-581,2 0-243,0 1-106,2 0 158,-1 0-72,1 0-64,0 0-60,0 0-54,0 1-49,0-1-42,0 0-38,0 1 157,1 0-60,2 0 808,-2-1-856,0 0-46,1 0-44,-1 1-39,0-1-38,0 1-35,0 0 121,0 1-69,0 0-109,0 0-78,0 3 44,0-4-24,0 0 70,0 13 166,0 1-52,0-1-48,0 1-44,1-1-38,-1 1-35,0 14 32,1 7-77,0 50-23,-1-77-180,0 1 50,2 22-42,-1-18 33,-1-5-3,1 0-42,0 0-66,0 0-70,0 0-83,0 0-95,0-4 155,0 0-35,-1 0-38,1 0-38,0 0-41,0 0-43,0 0-46,0 0-47,0 0-49,0 0-51,0-1-53,0 1-56,0 0-58,0-1-59,0 1-61,0 0-64,-1-4 544,1 1-35,0 1-413,1 3-1322,-1-4 1604,0 0 41,1 0-122,-1 0 84,2 1-203,0 0 98,0 0 163</inkml:trace>
  <inkml:trace contextRef="#ctx0" brushRef="#br0" timeOffset="968.53">475 314 10752,'-9'1'1427,"3"0"-548,2-1-227,1 0-101,2 1-163,0-1-35,0-1 255,-1 1-117,1 0-99,0-1-49,-1 0-77,2 0-30,-2-1 250,2 2-271,0 0 22,0-1 57,0 1-83,0 0-46,1 0 238,-1 0-198,0 0-48,0-1 38,1 1 65,-1 0 64,0-1 76,0 1 85,0-4 28,1 0-58,0-1-53,1 1-51,1 0-47,-1-1-41,1 1-40,0-1-35,3-2 50,0 1-65,1-2-29,2-2-4,-4 4-62,1 1-61,0 0-1,0 0 1,1 0-1,-1 1 1,1 0 0,0 0-1,0 0 1,0 1-1,3-1-16,-2 2 12,0-1 0,0 1 0,0 0 0,0 1 0,0 0 0,0 0 1,0 1-1,7 0-12,-13 1 7,1 0 1,-1-1 0,0 1 0,0 0 0,0 0 0,0 1 0,0-1 0,-1 0 0,1 1 0,0-1 0,0 1-1,-1-1 1,1 1 0,-1 0 0,0-1 0,1 1 0,-1 0 0,0 0 0,0 0 0,0 0 0,0 0 0,-1 1-1,1-1 1,0 0 0,-1 0 0,0 0 0,1 1 0,-1-1 0,0 0-8,-1 4 20,0 0 0,-1 0 1,0 0-1,0 0 0,0 0 0,0 0 1,-1-1-1,0 1 0,0-1 1,-3 4-21,-4 5 20,-1 0 1,-5 5-21,-26 25-24,2-2-54,5 2-48,35-43 122,-1-1 1,1 0-1,0 1 0,0-1 0,-1 0 1,1 1-1,0-1 0,0 1 1,0-1-1,0 0 0,0 1 1,0-1-1,0 1 0,0-1 1,0 1-1,0-1 0,0 0 1,0 1-1,0-1 0,0 1 1,0-1-1,0 1 0,0-1 1,0 0-1,0 1 0,1-1 0,-1 1 1,0-1 3,11 8-28,8-3 7,-9-4-35,35 6 16,0 6 72,-2 3 75,-3 6 77,-38-21-172,0 0 0,0 1 1,0-1-1,0 1 0,0 0 1,-1 0-1,1 0 0,0 1-12,-1-1 6,1 0 0,-1 0 0,-1 0 0,1 0 0,0 0 0,0 0 0,-1 0 0,1 0 0,-1 1 0,0-1-1,1 0 1,-1 0 0,0 1-6,0 0 7,-1 0 0,1 0-1,-1 0 1,0 0 0,1 1-1,-1-1 1,-1-1 0,1 1-1,-1 2-6,-11 14 69,1-8-155,0 1 101,-2-1 62,-23 13 168,25-18-199,0 0-34,-3 0-58,0-2-84,6-1-2,-1-1-46,1-1-51,0-1-54,0 0-60,0 0-64,0-2-70,0 0-74,1-1-79,-1-1-83,2-1-89,-1-1-94,1-1-97,0 0-103,1-2-108,0-1-112,4 6 648,0 1-74,-4-10-1862,5 7 1572,0 1 181,0 0 116,1-1-35,0-3-260</inkml:trace>
  <inkml:trace contextRef="#ctx0" brushRef="#br0" timeOffset="2296.32">883 131 9472,'-2'-1'240,"0"0"81,1 0 70,-1 0 56,-2-1 551,-1-2 771,2 2-1038,1 0-49,1 0-96,0 1 449,1 0-80,-1-1-76,1 1-73,1 0-71,-1-1-66,0 0-65,1 1-60,0-1-59,0 0-53,0 0-53,0 0-47,0 0-46,1 0-43,-1 0-38,1 0-36,0 0-9,0-1-43,2-2 14,0 0-102,9-8-130,-9 9 117,-1 1 49,0 0 59,-1 1 71,0 0 87,6-6-206,3-1-52,-5 4-37,1 1 0,0 0 0,0 0 0,5-2 13,3 2 32,-13 3-20,-1 1 1,1 0-1,0 0 1,-1 0-1,1 0 1,0 0-1,0 0 1,-1 1-1,1-1 1,0 0-1,-1 1 1,1-1-1,0 1 1,-1 0-1,1 0 1,-1-1-1,1 1 1,-1 0-1,0 0 1,1 1-13,0 0 17,0 0 0,0 1 0,0-1-1,0 1 1,-1-1 0,1 1 0,-1 0 0,0 0 0,1 0 0,-1-1-1,0 2-16,1 4 49,-1 0-1,1 0 1,-2 0-1,1 0 1,-1 1-49,-1 17 234,-6 13 100,-5 0-108,-5-2-93,-5-4-80,10-17 46,0 1 0,-2 4-99,0 4 42,13-24-42,0 1 1,0 0-1,0-1 0,0 1 1,0 0-1,1 0 0,-1 0 0,1 0 1,-1 0-1,1 0 0,0 0 0,0 0 1,0 0-1,0 0 0,0 0 0,0 0 1,1 0-1,-1 0 0,1 0 0,-1-1 1,1 1-1,0 0 0,-1 0 1,1 0-1,0-1 0,0 1 0,1 0 1,-1-1-1,0 1 0,0-1 0,1 1 1,-1-1-1,1 0 0,-1 1 0,1-1 1,0 0-1,-1 0 0,1 0 1,0 0-1,1 0 0,22 5 53,4-3 89,-26-2-109,1-1 0,-1 0 0,1 0 0,0 0 0,-1-1 0,1 1 0,-1-1 0,1 0 0,-1 0 1,1 0-1,-1-1 0,2 0-33,-4 0 9,-4-1-85,0 4 68,-7 1 84,-3 1-45,9-2-32,-20 12 6,11 0-89,3 4 33,9-14 34,-1 0-1,1 0 1,0 0-1,0 1 1,0-1 0,1 0-1,-1 0 1,1 1-1,0-1 1,0 0 0,0 4 17,1-4-8,-1 0-1,1 1 1,0-1 0,0 1 0,0-1 0,1 0 0,0 1 8,1 2 11,0 0 0,1-1 0,0 0 0,1 0 0,-1 0 0,1 0 0,0-1 0,2 3-11,5 4 13,7 9 5,-5 2 39,-11-15-21,-1-1 0,1 1-1,-1-1 1,0 1-1,-1 0 1,1 4-36,-1-4 54,0 0 1,-1 1-1,0-1 0,-1 0 1,0 1-1,0-1 1,-1 5-55,0-5 56,0 0 0,-1 0 0,1-1 1,-2 1-1,1-1 0,0 0 0,-1 0 0,0 0 1,-1 0-1,1-1 0,-1 1 0,-5 3-56,3-3-214,0 0 87,-1 0 75,0 0 61,0-1 48,0 1 35,-20 10 310,15-10-255,0-1-62,-1 0-100,6-3-56,0 0-54,0-1-63,0 0-69,0 0-77,0 0-85,0-2-90,0 1-100,0-1-106,0-1-113,1 0-120,3 0 426,0 1-33,0-1-33,1 0-36,-1 1-35,0-2-36,1 1-38,-1 0-39,1-1-39,-1 0-40,2 2 290,1 0 40,-2-2-420,-1 0-51,0-1-344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15104,'0'0'1286,"-1"0"-109,1 0-106,0 0-99,0 0-96,0 0-90,0 0-87,0 0-80,0 0-76,1 0-71,-1 0-67,0 0-62,1 0-57,-1 0-52,1 0-47,0 0-43,0 0 32,0 0-106,1 0-70,1 0-87,-1 0 111,-1 0 66,0 0 80,19 0-107,-7 0-37,1 0-37,4-1-93,-11 1-233,-1-1 99,0 0 71,9-1-142,-6 0 52,-5 1 70,1 0-53,0 0-63,-1 0-77,1-1-144,-3 1 217,1 1-33,-1-1-35,1 0-37,-1 0-38,0 0-41,0 0-43,1 0-44,-1 0-48,0 0-47,0 0-52,0 0-52,0 0-54,0 0-57,-1 1 396,0-1 36,1 0-365,0 0-43,1-1-295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40 13312,'-2'0'152,"1"-1"64,-1 1 59,1 0 54,-1 0 48,0-1 42,-1 1 527,-2-1 418,0 0 1003,3 1-1383,0-1 104,2 1-477,0 0-68,0-1-82,1 1-93,0-1-107,1 0-120,-1 1-120,1 0-34,-1-1-37,1 1-37,4-1 44,3-2 25,0 1 45,20-4 182,-17 3-164,1 1-94,-7 1-25,0 0-42,1 0-68,1 0-67,-1-1-75,0 2-82,0-1-90,1 0-100,-1 0-107,1 1-114,-4-1 545,0 1-95,0 0-93,1-1-93,-1 1-10,-1-1-70,1 1-70,0 0-70,0-1-68,0 1-68,0 0-67,-1 0-67,0 0 564,-1 0 35,2 1-358,1-1-42,3 2-289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15 9472,'0'-1'672,"0"0"-48,0 0-47,-1 1-44,1-1-41,0 0-39,0 0-37,0 1-34,-1-1 188,1 0-77,0 0-68,-1 1-56,0-1 237,-1 0 242,1 1-461,1 0 68,-1 0 89,1 0-221,-1 0 36,1 0 40,0 0 44,-1 0 48,1 0 53,0 0 57,0 0 61,0 0-154,0 0 34,-1 0 36,1 0 37,-1 0-244,-1 0-33,-2 1 245,0 1-116,1 0-102,-1 1-90,-1 0-80,1 0-66,0 1-54,-3 2-40,-7 10-101,10-12 87,1 0 57,0 0 96,-23 26 21,3 1-58,0 1-50,2 1-38,-2 7-29,-2 7-47,-7 23 27,12-19 19,12-31 8,2 1-1,-2 14-26,4-17-3,2 1 0,0 0 0,1 0-1,1 0 1,1 5 3,0-9-3,1-1 0,0-1 0,1 1 0,1 0 0,0-1 0,1 1 0,2 2 3,-1-5 8,0 0 1,0-1 0,1 0-1,0 0 1,5 5-9,-9-12-187,-1 0 32,4 2-63,-1 1 105,0-1 90,1 1 69,-1-1 53,22 18 584,-19-17-568,-4-3-101,1 0-38,0 0-62,0 1-71,1-1-82,-1 0-91,1 0-101,-1 0-111,1-1-121,-3 0 283,0-1-34,0 0-35,0 0-37,0 0-37,0 0-40,0 0-39,0 0-42,0 0-43,0 0-43,1 0-46,-1 0-46,0 0-48,0 0-49,0-1-49,1 1-52,-1 0-53,1-1-54,-3 1 608,0-1 38,2 1-385,1 0-43,1 0-310</inkml:trace>
  <inkml:trace contextRef="#ctx0" brushRef="#br0" timeOffset="609.26">319 387 8960,'-1'-1'102,"0"0"121,0 0 108,0 1 96,0-1 196,-1 0 100,1 0 246,-2-1 620,1 1 54,1 1-579,0 0-227,1 1-67,0-1-194,0 1-74,0 0-86,1 0-97,0 0 740,-1-1-731,0 0-35,0 0 91,0 0-39,0 0-37,0 0-34,1-1 177,-1 0-114,1-1-56,1 1-109,-1-1-66,1-1-46,0 2 32,-2 0 63,7-7 101,0 1-69,0 0-60,1 0-50,10-3-29,-12 7-59,-1 1 1,1-1-1,0 2 0,2-2 11,7 1 5,-1 1 55,1 1 82,-12 1-94,-1-1-1,1 0 1,0 1 0,-1 0 0,1 0-1,-1 0 1,1 0 0,-1 0 0,1 0-1,-1 1 1,0-1 0,2 2-48,-2-1 40,0-1 0,0 1-1,-1 0 1,1 0 0,-1 0 0,1 0 0,-1 0 0,0 1-1,0-1 1,0 0 0,0 0 0,0 2-40,2 13 188,-4 1-41,-3 0-48,-4-1-53,-4 4 105,-15 18-151,-43 48 171,47-59-104,-6 1 42,16-17-79,1 0-58,5-3-37,1 0-51,5-8 115,1-1 0,0 1 0,-1-1 0,1 1 0,0 0 0,0-1 0,-1 1 0,1-1 0,0 1 0,0 0 0,0-1 0,0 1 0,0 0 0,0-1 0,0 1 0,0 0 1,0 0 0,0-1-1,0 0 1,0 0-1,0 1 1,1-1-1,-1 0 1,0 1-1,0-1 1,1 0-1,-1 0 1,0 1 0,0-1-1,1 0 1,-1 0-1,0 0 1,0 1-1,1-1 1,-1 0-1,0 0 1,1 0-1,-1 0 1,0 0-1,1 0 1,2 1-1,1-1-1,0 1 1,-1-1-1,1 0 0,-1-1 1,1 1 1,8-1-1,-6 1-19,-1 0-41,1 0-37,0 0-37,-1 0-34,1 0-34,5 1-293,-2-1 51,0 0-57,-1 0-50,1 0-44,8 1-707,0-1-108,32 1-2765,-38-1 3321,0 0 38,0 0-33,1 0 74,0 0 89,0 1 104,-11-1 79,0 0 38,0 0-371,1 0-40,1 0-295</inkml:trace>
  <inkml:trace contextRef="#ctx0" brushRef="#br0" timeOffset="1124.7">671 9 12160,'-1'0'330,"0"-1"-38,-1 1 198,1 0-103,-1 0-72,-2-1 347,3 1-342,-1-1 124,1 1-173,0-1 42,0 1-17,0 0 37,1-1 41,-1 0 42,0 1 48,0-1 51,0 0 54,0 0 58,1 2 529,1-1-116,-1 0-109,1 0-106,0 1-99,0-1-93,1 1-89,-1 0-83,1-1-89,-1 1-67,1 0-63,0 0-57,0-1-54,0 1-46,0 0-44,0 0-37,1 1-48,0-1-45,2 1-133,7 5-374,-9-5 467,1 0 59,-1-1 73,-1 1 76,1 0 88,-1 0 104,15 12-257,-1 1 0,-1 0 1,0 2-1,-1-1 0,-1 2 1,3 4-15,0 4 91,8 19-91,-9-15 169,2 12-169,-9-18-98,-1-1 69,-2 1 62,0 0 52,-1 20 184,-4-6 31,-1-16 85,-2-1 0,-4 22-385,1-17 205,-2 0-37,-5 12-11,5-20-132,0 1-42,-1-1-47,0-1-53,-2 1-57,1-1-63,-1-1-68,-1 1-73,0-1-77,-1-1-84,0 0-87,-1 0-94,0-1-99,0-1-103,12-11 767,0 0-16,0-1-38,1 0-39,-1 1-42,1-1-42,-1 0-45,1 1-47,-1-1-47,0 0-51,1 0-51,-1 0-53,1 0-55,-1-1-57,1 1-59,-1 0-59,1-1-63,0 0 403,0 1 38,0-1-381,0 0-43,-1 0-305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5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72 7552,'-1'-1'162,"0"1"36,0-1 125,0 0 55,0 0 50,0 0 44,0-1 144,0 1 44,0-1 178,0-1 473,1 4 397,0-2-126,0 0-122,0-1-120,0 0-116,0 0-113,0-1-111,0 1-108,0 0-105,0 0-102,0 2-99,0-1-96,0 2-94,0 1-90,0 1-87,0 2-85,0 6-274,0 0 39,0 0 37,0 0 33,0 12 61,0-1 107,0 3 121,0 0 83,0-1 49,0 33 593,0-22-439,0-14-277,0 0-63,0-5-99,0 0-53,0 0-58,0 0-67,0 0-73,0 0-80,0 0-87,0-1-94,0-3 56,0-1-55,0 0-56,0 1-59,0-1-61,0 0-65,0 1-65,0-1-70,0 0-72,0 0-73,0 1-77,0-1-79,0 0-82,0 0-84,0 1-86,0-1-90,0-12 904,0 0-38,0-1-441,0-4-1417,1 5 1715,-1-1 45,0 1 152,1-1 38,-1 0-372,1-1-38,1-1-296</inkml:trace>
  <inkml:trace contextRef="#ctx0" brushRef="#br0" timeOffset="437.4">37 125 9088,'-2'0'247,"-1"0"82,0 0 73,0-1 62,0 1 52,-1-1 43,1 1 152,-7-3 1377,6 2-1218,3 0 58,1 0-80,0 1-78,0-1-73,0 0-71,1 1-67,0-1-64,1 0-61,-1-1-83,1 1-47,-1 0-43,1-1-41,0 0-38,0 0-35,2-3 50,4-5 246,1 0-72,0 0-68,1 1-60,6-4 20,2 1-102,0 1-79,1 2-60,-11 6-36,1 1 0,-1-1 0,0 1-1,1 0 1,6 0 14,9 2-5,3 4 80,-14 0 9,0 2 41,-7-3-106,-1 0 0,1 0 1,-1 1-1,4 3-19,-5-3 33,1 0-1,-1 0 1,0 1-1,3 3-32,-4-2 37,0-1 0,1 1 0,-2 0 0,1 0 1,-1 0-1,0 0 0,0 0 0,0 1 0,-1-1 0,0 1 0,0-1 0,-1 1 0,0-1 0,0 1 0,-1-1 0,1 0 0,-1 1 0,-2 5-37,-9 21 144,-1-11-132,-12 11 127,12-20-117,-1-2-72,-1 0-105,7-6 11,-1 1-49,0-2-54,-1 1-61,1-1-66,-1 0-72,0 0-77,0-1-84,6-2 483,0 0-92,-1 0-92,1 0-91,-1-1-92,1 0-91,0 1-91,-1-2-91,1 1-91,0-1-91,1-1-91,-1 1-90,1-2-91,0 1-89,1-1-91,0-1-90,1 2 682,0 1 111,1-1-33,0 0-243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6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263 150 6784,'-1'-1'152,"-1"1"49,0 0 50,-1-1 46,1 1 45,-1-1 45,0 0 43,0 0 42,1 1 40,0-1 39,0 0 37,0 0 37,1 0 35,1 0 33,1-1 788,0 0 298,0-2-98,-1 1-643,0-1-84,0 1-236,0 0-80,-1 0-88,1 0-100,0 1-181,0 0-66,0 1-69,0 0-73,2-13 140,3 0 46,-3 10-151,1 1-1,-1-1 1,1 0 0,0 1-1,0 0 1,0-1 0,0 1-1,1 1 1,0-2-96,16-9 399,1 2-93,-6 5-179,-2 2-82,9-2-17,19 2 83,-36 3-94,-1 2 1,1-1-1,0 1 1,0-1-1,-1 1 1,1 1-1,1 0-17,-4-2 5,0 1 1,0 0-1,0 0 1,0 0-1,0 1 0,0-1 1,0 0-1,-1 1 1,2 0-6,-1 1 12,0 0 0,0 0 0,0 0 1,-1 0-1,1 0 0,-1 1 0,0-1 1,0 0-1,0 1 0,0-1 0,-1 1 1,1-1-1,-1 1 0,0-1 0,0 1 1,0 1-13,-4 28 66,-2-4-35,3-17-20,-1 0 0,0 0-1,-1 0 1,0-1 0,-1 1 0,0-1 0,-1-1 0,-3 4-11,-2 2 19,-1-1 1,-1-1 0,0 0-1,-16 12-19,23-21-1,-7 6-31,0 0 0,-1 0 1,0-2-1,-10 5 32,22-12 0,0 0 0,0 0 0,0 0 0,0 0 0,0 0 0,1 0 0,-2 2 0,4-4 0,0 0 0,-1 1 0,1-1 0,0 0 0,-1 1 0,1-1 0,0 1 0,0-1 0,0 0 0,-1 1 0,1-1 0,0 1 0,0-1 0,0 1 0,0-1 0,0 0 0,0 1 0,0-1 0,0 1 0,0-1 0,0 1 0,0-1 0,0 1 0,1-1 0,-1 1 0,1-1 0,-1 1 0,1-1 0,-1 0 0,1 1 0,-1-1 0,1 0 0,-1 1 0,1-1 0,-1 0 0,1 0 0,-1 1 0,1-1 0,0 0 0,-1 0 0,1 0 0,0 0 0,-1 0 0,1 0 0,0 0 0,18 1-96,1-1 69,42-8 130,-33 4-87,-14 2-46,0 1-37,4 0-94,0 2-99,-9 0 10,-5-1 4,0 0-50,0 0-112,-1 0-38,0 0-113,-2 0 232,0 0-35,0 0-37,0 0-37,1-1-384,0 1-121,-1 0 421,0 0-33,-1 0-36,1 0-36,0-1-38,-1 1-38,1 0-40,0 0-42,-1 0-42,1-1-43,0 1-45,0 0-45,-1 0 483,0 0 36,2-1-352,0 1-40,2 0-281</inkml:trace>
  <inkml:trace contextRef="#ctx0" brushRef="#br0" timeOffset="468.6">26 552 9472,'-1'0'240,"-1"0"82,0 0 70,0 0 58,0 0 35,0 0 34,-5 1 1269,5-1-1046,-1 1-47,1-1-94,5 0 481,0-1-74,1 0-72,0 0-70,-1 0-68,1 1-64,0-1-62,0 0-60,0 0-58,0 1-54,1-1-53,-1 0-50,0 0-48,1 1-45,-1-1-43,1 0-40,3 0 83,1-1-109,0 1-94,-1 0-80,3 0-74,-1-1-63,23-2-454,-19 2 360,-5 1 130,-1 0 46,1 0 67,0 0 91,0-1 109,-4 2-70,-1-1 33,21-1-235,-1-1 46,57-1 128,-46 3-130,-15 0-45,0 1-43,1-1-53,-1 0-63,1 0-72,-1-1-80,0 0-92,1 0-99,-14 1 387,0 1-92,0-1-95,0 0-98,0 1-99,-1 0-104,1-1-105,0 1-108,0 0-111,0 0-112,0 0-117,0 0-118,0-1-122,0 1-122,0 0-128,0 0-128,-1 0 84,0 0-106,-2 0 1004,0 0 116,0 0-31,2 0-249</inkml:trace>
  <inkml:trace contextRef="#ctx0" brushRef="#br0" timeOffset="1140.33">145 685 9984,'-4'-1'1498,"2"0"-79,0 0-83,2-1-84,-1 0-85,2-1-88,-1 1-89,2-1-90,-1 0-93,1 0-94,0 0-96,1 0-98,-1 0-99,0 1-101,1 0-102,-1 1-105,8-5 201,1 0-61,1 0-57,0 2-49,0-1-43,1 1-36,13-2-16,-16 5-58,1 0-1,-1 0 1,0 0 0,1 2-1,-1-1 1,2 1 7,3 2 33,-1 1 40,3 1-79,10 4 59,-1 3 91,-23-11-112,-1 0 0,0 1 0,0 0 0,1 0 0,-1-1 0,0 1 0,-1 1 0,2 0-32,3 8 177,-4 2 36,-4-3-91,-2-1-34,1-5-59,0 1 1,-1-1 0,1-1 0,-1 1 0,0 0-30,-3 4 47,-12 11 51,4-5-61,1 2-42,1 0-51,2 0-61,11-15 114,-1-1 1,1 1-1,0 0 0,-1-1 1,1 1-1,0 0 0,0-1 1,0 1-1,-1 0 0,1-1 1,0 1-1,0 0 0,0-1 1,0 1-1,0 0 1,0-1-1,1 1 0,-1 0 1,0-1-1,0 1 0,0 0 1,1-1-1,-1 1 0,0-1 1,0 1-1,1 0 0,-1-1 3,2 2-5,-1-1-1,0 0 1,1 1-1,-1-1 0,1 0 1,-1 0-1,1 0 1,0 0-1,-1-1 0,3 2 6,21 5-13,-4-3 69,-20-3-51,37 8 20,-29-6 18,-1 0-1,1 1 0,6 4-42,3 5 109,-5 2 33,-4 3 37,-8 2 39,-5-6-34,-4-3-39,6-8-118,-1-1 0,0 1 1,1-1-1,-1 0 0,0 0 0,-1 0 1,1 0-28,-20 8 79,-8-1-33,15-5-242,0-1 64,-39 3-124,32-5 95,11-1 37,0-1-39,0 0-46,0 0-55,2 0-3,0-1-48,0 0-53,1 0-57,-1-1-62,1 1-66,-1-2-71,1 1-76,0-1-80,0 0-85,1-1-89,-1 0-94,1 0-99,0-1-103,0 0-108,1 0-113,5 4 977,-1 0 36,0-1-367,-2-1-40,-1-2-295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86 135 11520,'-2'0'394,"1"0"45,-1 0 40,0-1 33,-1 1 141,1 0 33,-6 0 1486,2 0-359,4 1-675,1 0-477,1 0-50,1 0-60,0 1-69,0-2 23,0 1-59,0 0-57,0-1-53,1 1-49,-1 0-45,1-1-43,-1 0-39,1 1-14,1-1-45,-1 0-39,0 1-32,3-1-59,4 1-125,-5-1 103,-1 0 67,-1 0 50,0 1 58,4-1-266,0 1 64,13 1 12,-11-2 0,-4 0-5,1 0-33,-1 0-43,0 1-49,1-1-90,-1 0-79,1 0-92,0 0-101,-1 0-111,1 0-122,-2 0 346,-1 0-33,0 0-36,1 0-37,0 0-229,0 0-68,0 0-72,1 0-73,-3 0 642,0 0 50,0 0 42,0 0 36,0 0-140,3-1-364,-3 1 457,0 0-56,1 0-163,-1-1 194,-1 1-40,1 0-72,0 0-55,0-1-61,0 1-65,0 0-71,0-1-76,0 1-80,0 0-86,0-1 467,-1 1 34,2 0-318,0 0-30,1 0-248</inkml:trace>
  <inkml:trace contextRef="#ctx0" brushRef="#br0" timeOffset="281.27">8 19 13824,'-1'1'309,"0"-1"49,0 1 41,0 0 36,0 0 314,-1 1 1491,2-2-1328,-1-1-473,1 1-34,1 0-40,-1-1-48,0 1-53,0-1-62,1 0-67,-1 0-75,1-1 492,1 0-83,-1 1-76,1-1-71,0 1-64,0 0-58,1 0-51,-1 1-45,3-1-17,-1 0-75,10 0-165,-8 1 128,-3 0 66,-1 0 51,7-2-266,-1 1 96,19-1 66,-21 1-19,1 1-37,-1 0-51,0-1-62,0 1-74,0 0-87,-2 0 109,-1 0-32,1 0-35,-1 0-37,0 0-39,1 0-42,-1 1-43,1-1-45,-1 0-48,0 0-50,1 0-52,-1 1-53,0-1-57,1 0-59,-1 1-59,0-1-63,-1 1 477,0-1 35,1 1-351,2 0-40,1 0-282,-6-1 1096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28 8960,'-2'-3'3898,"2"2"-1409,1 0-1011,1 0-76,-1-1-93,2 1-107,-2 0-294,1 0-94,0 0-101,0 0-111,-1-1-119,0 2-289,0-1-32,0 0-36,-1 0-34,1 0-36,-1 0-38,2-2 364,-1 1-43,0 0-40,0 1-38,-1 2 159,0 2-121,0 0-134,0 1-55,-2 4-25,1-1-67,-1 4-44,-7 42 61,1-11 26,4-13-50,3 0 16,1 38-30,0-45 32,0 0 35,0-21-63,0 1 1,1 0-1,-1 0 1,0-1-1,0 1 0,1 0 1,-1 0-1,1-1 1,0 1-1,-1-1 1,1 1-1,0 0 0,0-1 1,0 1-1,0-1 1,0 0-1,0 1 1,1 0-2,1 0 5,-1 0 0,1-1-1,-1 1 1,1 0 0,0-1 0,0 0 0,0 0 0,0 0 0,0 0 0,1 0-5,10 2 22,0-1-1,0-1 1,0-1-1,9 0-21,-9 0 4,-5 0-39,1 0-66,0 0-56,0 0-48,9 0-278,35 0-1137,-43 0 1305,1 0 37,-5 0-395,-3-1 158,0 1 21,0 0-76,-1-1 24,0 1-73,1-1-84,-1 1-93,0-1 54,-1 1-76,1-1-82,0 0-89,0 1-92,-1-1-100,1 0-104,0 1-110,-2-1 940,0 1 33,2-1-337,0 1-37,1-2-269,-4 2 1064</inkml:trace>
  <inkml:trace contextRef="#ctx0" brushRef="#br0" timeOffset="343.88">309 56 7168,'0'0'1741,"-1"0"-124,1-1-120,-1 1-117,1 1-111,0-1-108,-1 0-103,1 0-99,0 1-94,0-1-91,-1 1-87,1-1-80,0 1-79,0 0-72,0 0-70,-1 0-64,1-1-108,0 1-37,0 1 77,0-1-119,0 1-102,0 0-102,0 0-92,0 0-37,0 3-329,0-2 255,0-1 174,0-1 35,0 1 49,0-1 96,0 1 72,0-1 90,-1 0 101,1 0 111,-3 39-103,0 0-45,1-1-66,2 1-85,0-13-110,0 0-53,0-1-60,0 1-64,1-5-23,-1-1-48,0 1-50,0 0-54,0-18 37,0 0 52,-2 17-584,1-15 464,0-3 125,1 1-37,-1 1-245,1-3 197,-1 1-36,1-1-41,0 1-42,-1-1-46,1 1-49,0-1-52,0 1-54,-1-1-59,1 1-61,0-1-64,0 0-67,0 1-70,0-1-73,0-1 563,0-1 34,1 1-330,0 0-36,0 0-263</inkml:trace>
  <inkml:trace contextRef="#ctx0" brushRef="#br0" timeOffset="796.64">14 536 8704,'-1'0'-113,"1"0"106,-1 0 69,0 1 66,0-1 62,1 0 58,-1 0 52,0 1 50,0-1 45,0 1 447,-1-1 116,1 1-85,0 0 45,-1 2 2204,2-1-1828,1 0-65,-1-1-665,1 1-40,0-1 186,2-1-101,0 0-91,1 0-80,0-1-69,1 0-60,0 1-48,0-1-37,9-1 364,-3 1-301,0 0-50,0 1-44,0 0-40,11 1 53,1 1-98,29 0-20,-29-2-26,-1-1-99,0 0 41,51 0 135,-42 1-107,-12 0-44,-1 0-33,-2 1-24,-1-1-32,1 1-38,-1 0-43,0 0-46,1 0-51,-1 0-57,1 1-59,-6-1-63,11 2-406,-13-3 536,-1 1-60,-1 0 2,0-1-71,0 1-86,0-1-99,-1 0 21,0 1-86,0-1-94,-1 0-103,1 0-109,0 0-119,0 0-126,-2 0 580,-1 0-35,0 0 252,0 0 35,2 0-341,0 0-38,2 0-272</inkml:trace>
  <inkml:trace contextRef="#ctx0" brushRef="#br0" timeOffset="1437.1">309 625 10624,'-1'2'276,"-1"-1"107,1 1 158,0-1 83,-2 1 1649,2-2-1366,0 0-499,0-1-50,0 1-61,0-1-71,1 1 690,-1 1-100,0-1-92,0 1-87,0 1-83,0-1-75,0 1-72,-1 0-64,0 2 39,-1-1-100,1 1-86,-1 0-70,-1 2-40,-6 10-43,7-10 25,0-1 88,2-3-30,1 0 39,-9 24 101,0 0-85,-2 12-31,2 2-103,6-22-48,1 0 0,1 1 0,0 6 1,2 2 25,3 0 40,1-5-76,4-2 48,-7-16-16,1 0 1,0 0-1,0 0 0,0 0 1,0 0-1,1-1 1,-1 0-1,1 1 0,0-1 1,0-1-1,0 1 0,4 2-21,-4-3 15,1-1 0,-1 1 0,0-1 0,1 1 0,1-1-15,12 1 6,1-4-38,-3 0-6,2-3-36,-10 3 8,0 0 1,-1-1-1,1 0 0,-1-1 0,7-4 66,-11 6-25,0 0-1,0 0 0,0 0 0,0-1 0,-1 0 0,1 1 0,0-3 26,5-12-74,-6-1 57,-6-1 52,3 16-27,-1 0 0,1 0 0,-1 0 0,1 0 0,-1 0 0,0 0 0,-1-1-8,1 2 17,0 0-1,0 0 0,0 1 1,0-1-1,-1 0 0,1 1 1,0 0-1,-1-1-16,-1 1 28,0-1 0,0 1 0,0 0 0,0 0 0,0 0-1,0 1 1,0-1 0,0 1 0,-1 0 0,1 0 0,-1 1-28,-22 3 88,0 4-104,14-4-44,1 1-43,1 0-48,1-1-53,6-2-68,1 0 81,-7 4-208,6-4 155,2 0 29,0-1-72,-1 1-104,1 0-114,1-1 204,-1-1-35,1 1-38,0 0-40,0 0-42,0-1-44,-1 1-48,1 0-49,0 0-51,0-1-54,-1 1-56,1 0-58,0-1-148,-1 1-53,1-1-47,0 0-40,1-2-1207,1 0-98,1 1 1595,-1 0 114,1-1-30,1 1-242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110 155 12544,'-1'1'337,"0"-1"103,-1 1 91,1-1 80,0 1 212,-1-1 80,1 1 259,-1-1 673,0 1 558,2-1-1635,0 0-34,-1 0-154,1 1-36,1-1-41,-1 0-47,0 0 38,1 0-92,-1 0-102,1 0-112,1 1-122,-2-1-78,1 0-34,0 0-37,0 0-36,0 0-39,-1 1-39,6 0 103,0-1 36,22 1-99,-19-2 50,-1 0-87,-2 0-15,0-1-72,0 1-86,0 0-97,-3 0 164,1 0-35,-1 0-39,0 0-39,0 0-41,1 0-45,-1 0-45,0-1-48,0 1-51,0 0-51,0 0-54,0 0-57,0-1-57,1 1-61,-1 0-61,0 0-65,-2 0 486,0 0-46,5-3-2467,-5 3 2084,0 0 551,0 1 33,0-1-330,1-1-33,1 1-260,-3 1 1035</inkml:trace>
  <inkml:trace contextRef="#ctx0" brushRef="#br0" timeOffset="249.95">23 27 15488,'-2'0'202,"1"0"70,0 1 61,0-1 55,-1 0 365,0 1 98,0 0 46,-3 0 1251,4 0-1522,0-1-36,-1 1-36,1-1-63,0 1-74,0-1-86,9-4 595,1 0-95,-4 2-462,0 0-39,1 0-41,-1 1-47,3-2 1,0 1-102,1 0-112,-1 0-123,-2 1-32,-1 0-55,1 0-57,-1 0-61,1 0-62,0 1-65,-1-1-69,1 0-70,-1 1-73,1-1-76,-1 1-78,1-1-81,-1 1-84,0 0-86,0 0-89,0 0-92,-2 0 684,-1 0 38,2 0-402,1 1-48,3 0-325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0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171 107 5888,'-3'-9'770,"1"3"-295,1 2-121,0 0-55,1 4-217,0 0 0,0 0-1,0 0 1,0-1-1,0 1 1,0 0-1,-1 0 1,1 0 0,0 0-1,0 0 1,0-1-1,0 1 1,-1 0-1,1 0 1,0 0 0,0 0-1,0 0 1,0 0-1,-1 0 1,1-1-1,0 1 1,0 0 0,0 0-1,-1 0 1,1 0-1,0 0 1,0 0-1,0 0 1,-1 0 0,1 0-1,0 0 1,0 0-1,0 0 1,-1 0 0,1 1-1,0-1 1,0 0-1,0 0 1,-1 0-1,1 0 1,0 0 0,0 0-1,0 0-81,-3 2 1704,4-2-901,1-2-44,-1 2 271,-1-1-87,0-1-80,0 1-72,0-1-66,0 0-58,0 0-51,0 1-43,0-3 542,0 2 404,-1 2-1181,0 0-32,-1 1 212,0-1-111,0 1-95,-1 1-41,1 0-89,-1 2-45,0 5 0,-1 28 41,2 1-78,2 7-53,3 23-44,0-15 21,-2-37-105,0 0 45,2 36 49,-2-29-38,0-10-24,0 0-36,0 1-56,1 0-61,-1 0-72,0 1-83,1 0-149,-2-7 205,1 0-34,0 0-37,0 0-37,0-1-39,0 1-42,0 0-44,0 0-44,-1 0-47,1-1-49,0 1-51,0 0-51,0 0-55,0 0-56,0-6 465,-1 0 90,0 0 75,0 0 59,1 0-9,-1 4-169,1-5 229,-1 1-43,0-1 20,0 0-36,1 0-40,-1 0-46,1 1-94,-1-1-73,1 1-79,-1-1-87,1 1-95,0 0-104,0-1-110,0 1-118,-1 0 217,1 0 114,0 0-33,0 0-253</inkml:trace>
  <inkml:trace contextRef="#ctx0" brushRef="#br0" timeOffset="593.61">22 399 15104,'-6'2'1993,"2"-1"-765,1 0-318,2-1-505,0 0-40,-1 1 274,1-1-68,0 1-62,0 0-57,0 0-53,1 0-46,-1 0-41,1 0-37,0 0 104,1 0-59,1-2 511,2-2-639,0 1-45,0-1-39,2 0-35,0 0-22,2 1-34,15-6-72,-9 3 19,-6 2 45,6-2 19,-1 1-83,1 0-83,0 1-86,1 0-87,-1 0-90,1 0-90,-1 2-92,1-1-95,0 1-96,0 0-98,0 0-99,-1 1-101,1 0-103,0 1-105,-1-1-106,-6 1 678,10 2-1026,-7 0 746,-6-2 505,1 1 67,-1 0 82,1 0 98,-3-1 144,1 0 49,-1 0 52,1 0 56,-1 0 60,1 0 63,0 0 68,-1 0 71,-1-1 247,0 1 87,-1-1-93,0 0 40,1 1 705,0-1 62,1 1 1924,-2-1-2326,0 0-47,0 0 95,0-1-114,0 1-258,0 0-113,0-1-316,-1 1-33,1 0-37,0-1-38,-1 1-39,1 0-43,0-1-44,-1 1-45,1 0-48,0-1-50,0 1-51,0-1-54,-1 1 246,4-2 149,1 0-36,0-1-12,0 0-41,-2 2-43,-1 0 0,1 0 0,0 1 0,-1-1 0,1 0 0,0 1 0,0-1 0,0 1 0,1 0-1,0 0-2,-1 1 1,1-1-1,0 1 0,-1-1 0,1 1 1,-1 0-1,1 1 0,-1-1 0,3 2 2,11 8 30,0 3 33,-3 2 42,-2 2 47,-3 0 55,-4 1 63,-3-12-111,-1 0 0,-1 1 0,1 7-159,-3 9 291,1-19-225,0 1 0,-1-1 0,1 0 1,-1 0-1,0 0 0,-2 2-66,-10 12 172,-4-5-75,-6-5-90,-5-8-104,18-2-64,-1-2 53,7 1 73,0 0 0,0 0 1,0-1-1,0 1 0,1-1 1,-2-1 34,-7-7-138,5 4 10,2-1-47,-2-3-127,2 0-113,3 6 159,1-1-36,0 0-39,0 0-41,1 0-44,0-1-47,0 1-49,1 0-52,0-1-55,1 1-56,0 0-61,0-1-62,0 4 125,0-1-94,1 1-45,1-6-1148,-1 4 844,-1 2 637,0 1 35,1-3-355,1-1-40,2-3-285</inkml:trace>
  <inkml:trace contextRef="#ctx0" brushRef="#br0" timeOffset="906.03">847 80 11264,'-1'-1'229,"-1"0"65,0 0 229,0-1 96,0 1-41,-1-1 38,-4-2 1492,5 3-1244,-1-1-63,2 2-444,0-1-35,0 1 391,1 0-46,0 1-42,0-1-42,0 0-40,0 1-38,0-1-38,0 1-36,0-1-34,0 1-34,0 0 270,0 1-115,0 0-104,0 0-122,0 0-67,0 0-60,0 0-49,-1 0-25,1 1-61,0 6-81,0-6 97,0-1 107,0 27 9,-1 0-45,-1 0-45,0-1-43,0 10-56,0 1-71,2-1-69,1 0-65,-1-28-60,0 0 49,1 22-410,0-18 337,-1-5 89,0-1-40,0-1 13,0 0-38,0-1-44,0 1-48,1 0-54,-1 0-59,0 0-64,0-1-69,0 1-75,1 0-79,-1-1-84,0 1-91,0 0-94,1 0-101,-1-1-105,1 1-110,-1-5 884,0 0 35,1 2-358,-1 1-41,1 2-287</inkml:trace>
  <inkml:trace contextRef="#ctx0" brushRef="#br0" timeOffset="1155.97">685 368 15104,'-8'1'2016,"3"0"-774,2 0-321,1-1-511,1 0-40,-1 0 606,1 1-71,1-1-73,-1 0-73,1 1-76,1-1-75,-1 1-76,1-1-79,-1 1-79,1-1-80,0 0-81,0 1-82,0-1-84,0 0-84,0 0-86,0 0-86,16-4 28,0-1-63,-5 2 29,-1 0-53,4-1-181,-7 2 177,-1 1-36,1-1-38,-1 0-41,1 0-44,-1 1-47,1-1-50,0 1-51,-1-1-56,1 1-58,0 0-60,0 0-64,0 1-66,0-1-69,0 1 238,1-1-104,0 1-97,0 0-93,0 0-87,0 0-82,-1 1-76,1-1-71,-3 0 501,1 1 111,0 0-32,4 0-251</inkml:trace>
  <inkml:trace contextRef="#ctx0" brushRef="#br0" timeOffset="1593.3699">1246 310 10880,'-1'-1'277,"1"0"41,-1 0 40,1 1 35,-2-2 489,1 1 109,0 1 62,0-1 61,-1 0 2675,0 1-2228,2 0-810,-1 0-39,1 0-49,-1 0-56,1 0-215,0 0-35,-1 0-38,1 0-41,-8 0 367,-1 2-124,1 0-112,0 1-101,-1 1-87,1 1-78,0 0-65,0 0-54,-5 5-72,-14 15-212,19-18 220,1 0 55,-1 1 92,-6 8-134,1 0 1,0 2-1,1 0 1,0 0 0,2 1-1,-6 13 27,0 0-12,14-28 13,0 0-1,0 0 1,0 0 0,1 0-1,0 0 1,0 1-1,0-1 1,0 0 0,1 1-1,-1-1 1,1 2-1,0-5 0,0 0 0,1 0 0,-1 0 0,0 0 0,0 0 1,1 0-1,-1 0 0,0 0 0,1 0 0,-1 0 0,1 0 0,-1-1 0,1 1 0,0 0 1,-1 0-1,1-1 0,0 1 0,-1 0 0,1-1 0,1 1 0,-1 0 0,1 0 0,0-1-1,0 1 1,-1-1 0,1 1 0,0-1-1,0 0 1,0 0 0,0 0 0,0 0-1,-1 0 1,1 0 0,0 0 0,0 0 0,0-1-1,4-1-4,-1 1 0,0-1 0,0 0 0,0-1 0,0 1-1,0-1 1,0 0 0,-1 0 0,1-1 0,-1 0-1,1 0 7,12-13-36,-1 0 0,0-2 35,-3 4-7,-6 6 22,0 0 0,-1 1 0,0-2-1,-1 1 1,1-1 0,-2 0 0,4-9-15,-1-4 3,-6 20-16,0 0 0,-1 0-1,0 0 1,1 0 0,-1 0 0,0 0 0,-1-1 13,1-5 44,0 13-110,0 2 10,0 0 32,0 6 56,0 2 73,2 18 213,-2-21-252,1-1-38,1 3-63,0 0-95,0 0-116,-1-7 72,0 0-38,1 1-39,-1-1-44,1 0-46,0 0-49,0 0-51,0 0-54,0-1-57,1 1-60,0 0-169,-2-3 385,0-2 121,0 0-53,0 1-66,0-1-77,0 0 11,0 0-69,0 0-75,0 1-83,0-1-88,0 0-96,1 0-103,-1 0-110,0 0 232,0 1 96,0-2 241,0 1 35,1 1-404,0 0 265</inkml:trace>
  <inkml:trace contextRef="#ctx0" brushRef="#br0" timeOffset="1968.28">1400 91 8448,'-2'-1'1161,"0"0"-76,0 0-73,1 1-67,0 0-65,0 0-60,0 1-56,0 0-51,1 0-48,0 0-43,0 0-40,0 1-35,0 1 459,0 1-92,1 8 1430,-1-7-1301,-1-1-536,0 0-56,0 0-53,1 0-49,-1 1-47,0-1-43,1 0-40,-1 1-36,0 1 16,1 0-57,-1 1-48,0-1-39,1 3-30,-2 14-66,2-13 49,0-2 54,0 0 76,0 40-67,1-16-52,0 8-73,0-20-21,-1 0-41,-1 17-306,1-21 201,-1-4-4,1 0-75,0 0-95,0 0-116,0-7 206,0 1-38,0 0-38,0 0-43,0 0-44,0 0-48,1 0-49,-1 0-53,1 2-291,-1 0-105,1 0-109,1 0-117,-1-1-122,0-3 633,-1 0-33,1 0-33,0 0-35,0 0-35,0-1-36,0 0 417,0-1 35,0 3-356,1 0-38,2 3-282</inkml:trace>
  <inkml:trace contextRef="#ctx0" brushRef="#br0" timeOffset="2561.9">1570 18 11264,'-6'-6'1495,"2"3"-575,1 1-237,1 0-107,1 1 89,-1 0-37,-1 0 529,0 0-110,0 1-87,2 0-238,0 1 316,3-1 676,-1 0-1042,-1 0-98,0 1-89,0-1-81,0 0-71,0 1-62,0 0-53,0-1-43,0 2 79,0 0 53,0-1-150,1-1 57,-1 1 79,10 3-289,0 0 0,-1 1 1,1 1-1,4 4-4,-4-3 13,-1 0-1,0 1 1,-1 1 0,0 0-13,3 3 28,-1 2-1,-1-1 1,0 1 0,-1 1 0,0 0-1,0 4-27,3 8 58,-1 1-1,-2 0 0,-1 1 0,-1 2-57,2 12 113,-3 7-113,-3-22-49,-1 0 65,-1 2 99,-1 0-1,-2 5-114,-4 5 43,2-16-72,-1-1-56,-1 0-70,-2 0-81,0-1-96,-2-1-108,-2 0-120,7-11 230,-1-1-35,4-5-165,-1 1 113,2-1 149,-1-1 44,-11 15-625,9-12 520,1-1-97,-1-1-32,1 0-116,2-2 237,0 0-38,0 0-39,-1-1-44,1 1-45,0-1-48,-1 1-51,1-1-53,0 0-57,-1 1-59,1-1-63,-1 0-63,1-1 379,1 1 38,-2-1-384,-1 1-44,0 1-311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7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10 10880,'-7'-4'1484,"4"3"-745,1 0-321,1 0 45,-2 0 242,2 0-309,0 1 32,0 0 159,0 0 61,0-1 68,1 2 71,-1-1 79,1 0 84,-1 1 89,1 0 94,0 1-267,-1 0-112,0 0-104,-1 1-94,1-1-87,-2 1-79,1-1-71,-1 1-63,-2 1 44,0 1-106,-2 0-56,-2 2-2,4-4-38,1 1 56,-28 23 57,4 5-75,2 2-57,4 2-42,5-2-22,1 1-1,1 0 1,-4 20-15,10-26-32,2 2 0,-3 18 32,6-22 0,2-1 0,0 1 0,2 0 0,1 0 0,2 7 0,0-12-18,1 0 0,5 15 18,-3-18-36,1 0-1,1 0 1,1 2 36,20 27-130,6-3-59,-29-37-3,12 12-161,-10-11 158,0-1-67,-5-4 88,1 0-36,0 0-71,0 0-56,1 1-64,-1-1-69,0 0-77,1 0-84,-1 0-89,1 1-96,-3-3 452,3 2-335,-3-2 434,0-1-42,-1 0 10,1 0-47,0 0-57,-1 0-64,1-1 22,-1 1-55,1-1-62,-1 1-66,1-1-70,0 0-76,0 1-81,-1-1-85,1 0 441,-1 0 36,2 0-366,0 0-41,1 0-292</inkml:trace>
  <inkml:trace contextRef="#ctx0" brushRef="#br0" timeOffset="562.39">280 611 12032,'-5'-5'1585,"3"1"-608,0 2-253,0 0-112,1 1-129,0 0-106,1 1-17,-1 2 111,1-2-471,-1 3 357,0 1 41,0-1 37,0 0 33,0-1 3,1-1-42,-1 0-41,0-1-39,1 1-6,0-1-41,0 0-41,1 0-37,0 1 60,0 0 320,-1-1-259,0 0-89,0 0 38,0 0-67,1 0-51,-1 0-44,1 1-38,2 1 17,4 2-19,-5-2 25,-1-2-107,0 1 0,0 0 0,0-1 0,0 1 1,0-1-1,0 1 0,1-1 0,-1 1 0,0-1 0,0 0 0,0 0 0,1 1 0,-1-1 1,1 0-11,17-5 82,0-5-74,-1-2-92,-14 9 37,6-4-44,-1-1-1,0 0 1,-1 0-1,1-2 92,17-22-203,-9 3 100,-4 0 87,-8 10-69,-3-3 63,-3 0 60,-4 0 57,-4 3 55,-4 4 52,11 14-171,1 0 1,-1 0-1,0 0 1,0 0-1,0 0 1,0 0-1,0 0 1,-1 0-32,0 1 42,1-1 1,-1 1 0,0-1-1,0 1 1,1 0 0,-1 0-1,-1 1-42,0-1 27,0 1 0,0 0 0,1 0-1,-1 0 1,1 0 0,-4 2-27,3-1 20,1 0 1,-1 0-1,1 0 0,0 1 1,0-1-1,-1 1-20,0 2 18,0 0 0,-1 0-1,2 0 1,-1 1 0,0 0 0,1-1-1,0 1 1,0 1-18,-2 6 9,1 0 1,0 0-1,-1 10-9,-3 35-58,7-41-7,1 1 48,1-6 36,0-1 0,1 1-1,0 0 1,2 2-19,4 11-17,-1-12-38,1 0-44,1-1-56,1-2-66,2-1-76,1-2-86,2-2-96,1-3-107,12-3-1445,-16-1 1081,-5 0 368,0-1-51,-1 1-62,1-1-72,-2 1 66,0-1-64,0 0-68,0 1-75,-1-1-81,1-1-87,-1 1-92,0 0-99,0 1 515,-1-1 102,2 0-30,3-1-228,-8 4 896</inkml:trace>
  <inkml:trace contextRef="#ctx0" brushRef="#br0" timeOffset="1655.8699">556 431 10368,'-1'0'1102,"1"0"-66,0 0-63,0 1-60,0-1-60,-1 1-57,1 0-55,0-1-54,0 1-49,0 0-50,0 1-47,0-1-44,0 0-44,-1 1-39,1-1-40,0 1-36,0-1 22,0 1-45,0 1-44,0-1-38,0 2 128,0 0-112,-1 1-62,1 8 103,0-11-200,0-1 33,2 24 78,2 0-85,5 11-51,-2-16-45,1-1 0,9 17-20,-11-25 36,2 0 40,2 1 56,8 2 110,-16-13-212,0-1 1,0 1-1,0 0 0,0 0 0,0-1 1,0 1-1,0-1 0,2 1-30,9-3 133,-2-3-56,0-5-39,1-10 57,-3-11-9,-7 22-59,2-8 50,-1 0 1,1-15-78,-2-42 58,0 80 4,3 6-91,1 3-9,-5-10 38,1 1 0,0-1 1,0 0-1,1 1 1,0-1-1,0 0 0,0 0 1,0-1-1,1 1 1,-1-1-1,1 1 0,0-1 1,1-1-1,3 4 0,-5-5 9,1 1 1,0-1-1,0 0 0,0 0 0,0-1 0,0 1 0,0-1 0,4 1-9,-3-1 17,-1-1 0,0 0-1,0 1 1,1-2 0,-1 1 0,0 0-1,1-1 1,-1 0 0,3-1-17,-3 1 5,1-1 1,-1 0-1,-1 0 0,1 0 1,0-1-1,0 1 0,-1-1 1,0 0-1,1 0 0,-1 0 1,0-1-1,-1 1 0,1-1 1,-1 1-1,1-1 0,-1 0 1,1-2-6,2-5 11,0 0 1,-1-1 0,0 0-1,-1 1 1,1-8-12,0-2 66,-2-13 192,-2 29-201,-1 0 0,1 0 0,-1 0 0,0 0-1,-1-2-56,-6-12 112,7 19-110,1-1 0,-1 0 0,1 1 0,-1-1 0,1 0 0,-1 1 0,1-1 0,-1 1-1,1-1 1,-1 1 0,0-1 0,1 1 0,-1 0 0,0-1 0,1 1 0,-1 0 0,0-1 0,0 1 0,1 0 0,-1 0 0,0-1-1,0 1 1,0 0 0,1 0 0,-2 0-2,1 1 1,-1-1 0,1 0 0,0 1 0,-1 0 0,1-1 0,0 1 0,0 0 0,-1-1-1,1 1 1,0 0 0,0 0 0,0 0 0,-1 1-1,-2 4-2,-1-1-1,1 1 1,0 0 0,1 0-1,-3 4 3,0 6-9,-1-1 0,-2 14 9,-1 12-67,-1 12 67,9-40-9,0-1 1,1 1 0,0 0-1,1 0 1,1 0 0,0-1-1,1 8 9,-1-17-7,0 0-1,0 0 0,0-1 1,0 1-1,0 0 1,2 2 7,10 11-140,5-5-76,3-6-55,-15-4 174,-1-1-1,1 0 1,0 0 0,0 0 0,0-1 0,0 0-1,-1 0 1,1 0 0,0-1 0,-1 0 0,1 0-1,-1 0 1,4-3 97,5-6-283,0-3 71,-3-1 75,0 0 76,1-8 55,-6 10 51,-2 0 36,0-1 39,-2 1 41,0-1 44,-2 2 48,0 7-151,-2-2-16,0 4-4,1 7 80,0 16-60,-1 0-52,1-9-35,0 0 0,0 0 0,2 10-15,0-11 4,1 0 0,0-1 0,0 1 0,3 3-4,1 3 38,2-3 41,-8-12-67,1-1 0,-1 1 0,0-1-1,0 1 1,1-1 0,-1 1 0,1-1 0,-1 0-1,0 1 1,1-1 0,-1 0 0,1 1-1,-1-1 1,1 0 0,-1 1 0,1-1 0,-1 0-1,1 0 1,-1 0 0,1 0 0,0 1-12,-1-2 8,1 1 1,-1 0-1,1 0 1,0 0-1,-1 0 1,1 0-1,-1-1 1,1 1-1,-1 0 1,1 0-1,-1-1 1,1 1-1,-1 0 1,1-1-1,-1 1 1,0-1-1,1 1-8,7-12 69,-1-1-47,-4 6-19,19-39 33,-2-2-79,-1 4-108,1-1 151,4 4-49,6 4 58,-19 27 66,-1 5 44,1 2 35,-10 2-125,1 1-1,-1 0 0,1 0 1,0 0-1,-1 0 0,1 0 1,-1 1-1,1-1 0,-1 0 0,1 1 1,0-1-1,0 1-28,11 8 192,-7-2-127,-1-1 0,0 1 0,0 0 1,0 0-1,-1 0 0,3 6-65,4 14 127,-3-4-73,-1 1-66,-1 0-84,0-1-103,-2-5-37,1-1-81,-4-13 89,0 0 51,3 16-407,-3-15 376,0 1-75,1-1-101,-2-2 146,1-1-35,0 2-153,0-1-75,-1 1-86,1-1-91,0 0 37,0 0-75,0 0-78,0-1-83,0 1-88,0 0-92,0 0-97,0-1-101,-1-1 738,1 0 38,-1 1-384,1 0-45,0 1-309,-1-3 1212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52 10880,'0'-1'287,"0"0"-10,0-1 46,-1 1 39,1-1 32,-1 0 451,-1-5 1259,2 5-1492,-1 0-46,0 1 26,0 0-338,0 0-33,1 0 143,0 1 112,-1-1 96,1 1 80,0-1-12,0 1 39,0-1 2643,0 1-2230,0 0-595,1 1-42,-1-1-49,0 1-56,0-1-63,0 1-70,0-1-114,0 1-37,0-1-39,0 1-39,0 0-44,0 0-44,0 0-46,0-1-49,1 31 379,-1 0-43,2 30 36,1-1-100,6 79-11,-5-96-12,0-1 46,-2-19-120,1 29 67,-1-30-127,-2-11-12,1 1-45,0-1-52,0 0-61,0 0-69,0 1-75,0-10 429,-1 1-122,0 0-113,0 1-105,1-1-97,-1 0-90,0 1-79,0-1-74,0 0 10,0 0-47,0 1-40,0-1-34,0 2-727,-1 9-2870,0-10 2553,1-3 1289,0 0-33,-1 0-421,0 1-1348,0-2 1644,1 0 44,0 0 145,0 0 36,-1 1-354,1-1-35,0 0-281</inkml:trace>
  <inkml:trace contextRef="#ctx0" brushRef="#br0" timeOffset="390.57">18 166 11904,'-6'-5'1585,"2"3"-608,1 0-253,1 0-112,1 1-129,0 0-108,0 0-21,1-1 93,0-3 87,0-3 350,0 6-294,0 1-121,0 0-107,1 1-93,-1-1-51,1 0-89,-1 1-60,1-1-53,0 0 3,0 1 38,-1 0 36,0-1 54,5-6 307,6-9 465,0 4-362,-8 10-513,36-27 623,-24 21-482,2 2-46,9-3-4,-1-2-48,21-6-15,-39 15-68,1-1 0,0 2 0,0-1 0,0 1 0,0 0-1,0 1 1,0 0 0,2 0-4,8 2-55,-1 2 72,7 4 113,-2 4 82,-19-9-168,0-1 0,0 0 1,-1 1-1,1-1 0,0 1 0,-1 0 0,0 0 1,0 0-1,0 0 0,0 1 0,1 2-44,2 10 129,-3 3-40,-6 20-12,2-30-27,-1 0 0,1 0 0,-2 0 0,1-1 0,-4 7-50,-7 8 81,-6 2-62,9-13-54,0 0-39,-1-2-43,-1 1-50,0-2-56,0 0-62,8-5-95,-1-1 73,-15 6-486,12-6 404,3-2 103,0 0-59,-1 0-189,3-1 216,1 1-38,-1-1-42,0 0-46,1-1-47,-1 1-53,1-1-55,0 1-59,-1-1-62,1 0-65,0 0-70,0 0-72,0-1-76,0 0-78,1 1 203,-1-1 117,1 0-39,-2-1-275,4 3 1069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 12544,'-5'1'1839,"2"1"-84,1-1-96,1 0-105,1 1-118,0-1-764,1-1-34,0 1-35,0-1-35,0 1-37,1 0-39,-1-1-40,1 1-42,0-1-41,-1 1-45,1-1-45,0 1-47,0-1-47,0 0-50,0 1-50,0-1-53,0 0-53,-1 0-54,1 1-56,0-1-58,-1 0-58,0 0-61,4 0 206,1-1 38,18-2-67,-16 2 28,-1-1-88,-3 1 34,0 0-43,1 0-48,-1 0-56,0 0-60,0 0-66,0 0-72,0 0-78,0 0-65,0 0-84,0 0-90,0 0-95,0 0-100,0 0-106,0 0-110,0 0-117,-3 1 840,1-1 37,2 1-377,0 0-43,2 0-305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23 11520,'-2'0'207,"0"1"119,-1-1 106,1 1 93,-2 0 209,-1 0 90,0 0 253,-2 0 635,2 1-283,3-2-517,1 1-196,1-1-54,0 0 69,1 0-414,0 0-35,1 0-40,0-1-43,1 1-46,0 0-50,46-7 122,-33 5-235,-8 1-39,0 0-37,1 0-49,-1 0-52,0 0-60,1 0-66,-1 0-74,0 0-79,0 0-87,1 0-93,-1 0-101,0 0-106,1 0-114,-1-1-121,0 1-126,-4 0 557,0 1-35,1-1-34,-1 0-36,0 1-38,0-1-37,0 0-16,1 1 114,0 0-36,3-1-263,-8 1 1025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31 13440,'-1'0'219,"0"0"58,0 0 53,0 0 45,-1 0 304,1 0 71,-2 0 1641,3-1-1822,0 1-36,0-1-48,0 1-58,0-1-182,0 1-35,1-1-38,-1 0-43,0 1 611,1-1-86,0 1-81,1-1-76,-1 0-71,1 1-66,0-1-61,0 0-56,1 0 12,1 0-86,0 0-73,0-1-59,1 1-55,9-3-186,-8 3 169,-2 0 93,-3 0 15,1 1 35,42-6-152,2 4 47,0 5 44,-3 6 43,-24-1 6,-2 7 34,-16-14-115,0 0 0,0 1 0,0-1-1,0 0 1,0 1 0,-1-1 0,1 1-1,0 0 1,-1-1 0,1 1-1,-1-1 1,1 1 0,-1 0 0,0 0-1,0-1 1,0 1 0,0 0 0,0-1-1,0 1 1,0 0 0,0-1-1,-1 1 1,0 1-15,-8 19 175,-2-3-50,-4-1-50,-3 0-55,11-12-8,-7 6-19,-1 2-34,4 1-40,10-14 69,0 1-1,1-1 1,-1 0 0,1 0-1,-1 1 1,1-1 0,0 0-1,-1 1 1,1-1 0,0 1 12,0-1-1,0 0 1,1-1-1,-1 1 1,0 0-1,0-1 1,1 1-1,-1 0 1,0-1-1,1 1 1,-1-1-1,1 1 1,-1-1-1,1 1 0,-1-1 1,1 1-1,-1-1 1,1 1-1,-1-1 1,1 0-1,0 1 1,-1-1-1,1 0 1,0 1-1,0-1 1,20 6-51,-18-5 19,16 4-2,11 2 36,1 4 82,-4 4 107,-17-6-48,-2 3 36,-8-11-159,1 0-1,-1-1 1,0 1 0,0 0-1,1 0 1,-1 0-1,0 0 1,0 0 0,0 0-1,0 0 1,0 0 0,0-1-1,0 1 1,0 0-1,0 0 1,0 0 0,-1 1-20,1-1 26,-1 0 0,0 1 0,1-1 0,-1 0 1,0 0-1,0 0 0,0 1 0,0-1 1,0 0-1,-1 0-26,-13 10 184,1-5-84,-20 5-39,10-8-75,3-2-59,0-2-74,8 0 8,0-1-40,0 0-46,0 0-51,0-1-54,1 1-60,0-2-64,1 1-68,2 0 148,0 0-50,0 0-53,0 0-57,0 0-61,0-1-66,0 1-68,0-1-74,1-1-76,0 1-81,0 0-84,0-1-89,0 0-92,1 0-96,1 0-101,0-1-103,4 4 1042,0 1 35,-1-3-355,-1 0-39,-1-1-283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16 11008,'0'-1'274,"-1"0"58,0 0 51,0 0 42,0 0 497,-1-3 1390,1 2-1650,1 1-61,0 0-282,-1 0-33,1 0-40,0 0-43,0 5 1168,0 0-112,0 0-110,0 0-104,0 1-100,0-1-96,0 0-91,0 1-88,0 1 50,0-1-120,0 1-112,0 0-103,0 0-94,0 0-87,0 0-78,0 0-69,0 0-60,0 0-52,0 0-42,0 0-35,0 2-80,1 15-476,0-14 420,0 0 80,-1-1 69,1 1 93,1-1 119,-2-4 5,1 1 38,0-1 42,-1 0 43,2 3-393,0 4-18,1 3-50,-2-5-4,1-2-51,-1 1-114,0-2-37,0 0-114,0-2 232,-1-1-34,1 0-36,-1 0-39,1 3-381,-1-1-122,1-3 421,-1 1-33,0 0-35,0-1-36,1 1-37,-1 0-39,0-1-39,0 1-42,0-1-40,0 1-44,0-1-45,0 1-44,0-2 453,0 0 36,0 2-370,0 0-41,0 2-297</inkml:trace>
  <inkml:trace contextRef="#ctx0" brushRef="#br0" timeOffset="390.5">22 418 11648,'-1'0'-70,"0"0"44,0 0 42,1 0 39,-1 0 37,0 0 37,-1 0 228,1 0-9,0 0 62,0 0 56,-1 0 49,1 0 43,0 0 37,-1 1 682,-3-1 2742,5 0-2762,-1 0-671,1 0-37,1 0 77,-1 0-79,1 0-89,0-1-102,0 1-114,0 0-167,-1 0-33,1 0-34,0-1-36,0 1-37,0 0-39,21-5 711,0 1-86,0-1-81,0 1-76,0 0-70,0 0-66,1 0-60,-1 0-56,5-1-43,0 1-63,0 0-56,0 0-46,5 0-67,0 1-38,65-6-482,-81 8 240,-6 1 118,-1 0 17,0 0-47,-2 0 14,0 0-50,0 0-56,0 0-65,-1 0 30,0 1-53,0-1-59,0 1-64,-1 0-66,1 0-72,0 0-76,0 0-81,-3-1 240,0 1-88,5 1-2039,-4 0 1706,-3-2 648,1 1 34,0 0-361,2 0-43,0 2-291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99 123 8320,'-2'-2'1329,"-1"1"-71,1-1 167,1 1-95,-1 0-93,2 1-86,-1-1-83,1 0-79,0 0-73,1-1-70,-1 0-23,0 0-68,0-2-61,1 0-57,-1-1-96,2 0-65,0 1-60,2-1-57,0 0-51,0 0-47,1 1-42,1-1-38,3-1 41,0-1-66,3 0-30,2-1 6,12-5-1,-18 9-119,0 0 1,1 1 0,0 0 0,1 0-13,-7 2 2,0 1 0,0-1 1,0 1-1,1 0 0,-1-1 1,0 2-1,0-1 0,0 0 1,0 0-1,1 1 0,-1 0 1,1 0-3,-2 0 8,0 0 0,0 0 0,0 0 0,0 0 0,0 1 0,0-1 0,0 0 1,-1 1-1,1 0 0,-1-1 0,2 3-8,0-1 18,-1 1 1,0-1-1,1 1 0,-2-1 1,1 1-1,0 0 0,-1 0 1,0 0-1,1 0 0,-2 0 1,1 0-1,0 0 0,-1 0 1,0 3-19,0-1 19,-1 0 0,1-1 0,-2 1 1,1 0-1,0-1 0,-1 0 0,0 1 0,-1-1 1,-2 5-20,-1 1 22,0-1 1,-2 0 0,1 0 0,-4 3-23,-34 32 12,20-20-6,12-11-13,5-5-29,1-3-24,0-1-35,33-2 31,-8-3 10,1 1-103,0-1-95,-1 1-89,1-1-72,-1 1-70,0-1-63,0 0-56,-15 0-167,-1 0 100,1 1 86,0-1 70,-1 0 100,0 0 35,7 2-1236,-6-2 999,0 1-104,-2-1 307,0 0-41,1 1-47,0-1-51,0 0-275,0 0-113,-1 0 423,0 0-33,1 0-35,-1 0-36,0 0 130,0 0 37,2 0-360,0 0-38,2 0-286</inkml:trace>
  <inkml:trace contextRef="#ctx0" brushRef="#br0" timeOffset="546.61">30 428 7296,'-2'0'263,"0"1"46,0-1 45,0 1 42,0-1 40,0 1 37,0-1 36,0 1 33,-1 0 631,0 0 106,0 0 87,1 0 70,0 0 50,1-1 34,2 1 1548,2-1-1259,1-1-60,-1 0-632,2 0-51,29-6-1123,1 2 71,4 0 62,52-3 174,-58 7-192,-7 1-43,-1 0-33,0 1-43,0 0-49,11 1-150,-18-1 78,0 1-38,0 0-40,0 0-45,0 0-47,0 0-49,-12-1-20,12 1-563,-10-2 496,-5 0 230,0 1-34,1-1-38,-1 0-46,1 0-101,0 0-72,0 0-79,-1 0-87,1 0-97,0 0-103,0 0-112,0 0-120,-2 0 435,1 0-44,-1 0-44,0 0-46,0 0 356,0 0 36,1 0-362,1 0-41,2 0-291</inkml:trace>
  <inkml:trace contextRef="#ctx0" brushRef="#br0" timeOffset="1140.21">239 537 7936,'-2'0'192,"1"1"47,-1-1 106,1 1 59,0-1 51,-1 1 48,1-1 152,-1 0 50,0-1 422,-1-1 56,3 1-867,-1 1 39,1-1 312,-1 1 82,1 0 494,1-1 95,-1 0 1093,1-1-878,-1 0-372,0 0-646,1 0-45,-2 0-163,1 0-50,-2 0-46,1 1-40,-1 1-37,0 0-34,-2 2 39,-2 1-75,-5 5-32,7-5-47,1 1 0,-1 0 1,1 1-1,-1-1 1,1 1-1,0-1 1,0 3-6,-17 37 4,19-43-4,-10 26-24,2 0-1,0 0 1,-1 15 24,8-32-13,0 0 0,1 1 0,0-1 1,1 1-1,0-1 0,1 1 1,0-1-1,0 0 0,1 1 1,1-1-1,1 4 13,-2-10 3,-1 0 0,1 0 0,0 0 0,0-1 0,0 1 1,0-1-1,1 0 0,0 1 0,-1-1 0,1-1 0,0 1 0,1 0 0,-1-1 1,3 2-4,-1-1 10,1 0 0,-1 0 1,1-1-1,-1 0 0,1 0 1,0-1-1,0 0 0,0 0 0,3 0-10,25 0 19,1-4-42,-3-3-62,-2-2-79,-21 6 134,-1-1 1,0 0-1,0-1 1,0 1-1,0-2 1,0 0 29,-6 4-7,-1 0 0,1-1 0,0 1 0,0-1 0,-1 1 0,1-1 0,-1 0 0,0 0 0,1 1 0,-1-1 0,0 0 0,0 0 7,-1 0-5,1 1 0,-1 0 0,0 0 0,0 0 1,1 0-1,-1 0 0,0-1 0,0 1 0,0 0 0,-1 0 0,1 0 0,0 0 0,0-1 0,-1 1 0,1 0 1,0 0-1,-1 0 0,1 0 0,-1 0 0,1 0 0,-1 0 0,0 0 0,0 0 5,-11-11-48,-13-1 22,-1 5 0,11 4-23,5 3-135,0-1 76,0 1 65,0 1 54,-11 1 124,11 0 28,0 1 0,0 0 0,-6 2-163,2 1 77,1 1-87,5-3-50,0 1-48,1 0-54,0 1-60,-1 0-91,1 0-85,0 1-92,0 0-100,1 0-109,0 0-116,0 1-123,3-4 419,1 1-33,0-2-173,1-1-109,0 1-6,-1 1-1185,1-1 871,0-1 650,1 0 37,0 1-373,-1 1-43,1 1-300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83 8448,'0'0'950,"0"0"-36,-1 0-33,1-1-35,-1 0 750,1 0-127,0-1-119,-1 0-115,1-1-108,0 1-103,0-1-96,0 0-90,0 1-86,0-1-79,0 0-72,0 0-68,0 1-61,0 0-56,0-2 184,0 2-115,0 12-286,0 4 46,2 44 662,0-31-571,0 0-93,-1-14-176,0-2-43,1 4-49,0 0-50,-1 0-46,1 0-42,0 0-40,-1 0-36,2 15-335,-1-1-91,1 0-79,-1 4-151,2 43-1264,-3-49 1426,-1-6 207,1 0 38,-1-1 49,0 1 56,0-19 91,0-1 43,0 1-156,0 2-212,0-2 383,0-1-39,0 0 3,0 0-46,0 0-56,0 0-65,0 0 17,-1 0-56,1 0-61,0 0-66,-1 0-73,1 0-75,-1 0-83,1-1-86,-1 1 453,1 0 34,-1 0-346,0 0-37,-1 0-275,2 0 1056</inkml:trace>
  <inkml:trace contextRef="#ctx0" brushRef="#br0" timeOffset="359.32">44 72 10496,'-9'3'1393,"3"-2"-534,2 1-222,0-1-97,0-1 550,-1 0-49,0-1-43,2 0-38,-1 0 702,7 4-69,-2-2-856,-1-1-322,0 0-115,0 0-65,0 0-58,-1-1-49,1 1 10,1-2-32,0 1-53,-1 1 36,8-4 242,1-1-60,-1 1-53,1-1-47,0 0-47,-1 0-33,10-4 12,-3 1-74,23-6-23,-18 9-17,0 1 0,1 1 0,0 1 11,1 0 27,1 2 0,-1 0 0,1 2 0,9 1-27,-25-1 19,0-1 0,0 1 1,0 0-1,0 1 0,-1 0 0,1 0 0,1 1-19,-1 0 24,-1 0-1,1 1 0,-1-1 0,0 1 1,0 1-1,-1-1 0,1 1 0,-1 0 1,-1 0-1,1 1 0,-1-1 1,0 1-1,0 0 0,-1 0 0,0 0 1,1 6-24,-3-9 12,3 7 23,-2 1-1,1-1 1,-1 3-35,-3 10 6,0-21-14,1 0 0,-1 0 0,0 0 0,0 0 0,0 0 0,-2 3 8,-15 21-499,11-18 288,0 0-38,0-2 4,0 0-41,0 0-46,0-1-52,1-1 20,0 0-45,0 0-47,-1-1-51,1 0-54,0 0-59,-1-1-60,1 0-66,0 0 295,-1-1-104,2 0-94,-1-1-86,2 0 133,0 0-40,-4-1-746,0 0-115,0-1-84,6 0 1135,-1 1 33,-1-1-334,0 0-35,-3 0-266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2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11520,'0'-2'1278,"0"-4"1798,0 1-1269,0 4-1099,0-1-37,0 1-44,0 1-50,0-1-58,0 1-65,0 1-71,0 0-78,0 0 661,0-1-594,0 0 13,0 0 89,0 0-92,0 0-89,0 0-77,0 1-66,0-1-45,0 0-52,0 3-36,0-2 18,0 1 22,0-1 38,0 15 336,-1 1-78,0-1-72,0 1-64,0-1-56,0 1-49,-1-1-41,1 0-35,-2 12-29,-2 37-79,5-45 79,0 1 37,0 24-169,1-23 20,-1 0-35,1-1-34,-1 0-43,1 0-48,-1 0-53,0-8-29,0 0-84,0-6 173,0-1-34,1 1-38,-1-1-43,0 3-197,1 0-94,0-1-103,-1 1-114,1-2 53,0 0-92,0 0-98,0-1-103,0 1-110,1 0-114,-1 0-122,1-1-127,-2-4 963,1 1-39,1 3-1633,-1-4 1345,0 1-91,0-2 579,-1 1 36,2 0-344,0 2-32,1 0-269,-3-4 1077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 10624,'-2'-2'298,"0"1"120,0-1 108,0 0 94,-1 1 231,1-1 97,-1 0 284,-2 0 734,0 1 27,2 0-713,0 1-275,1 1-80,-1-1-231,1 1-83,0 0-97,-1 1-108,0-1-222,0 1 60,-1 0 33,1 0 35,-13 10 1321,12-7-1101,2 1-98,1-3-267,1 0-41,1 0-47,1 1-51,2 2-28,0 0 0,1-1 0,0 1 0,0-1 0,0 0 0,1 0 0,0-1 0,0 0 0,6 4 0,8 6 11,9 7 53,2-3-31,25 11-33,-18-11 70,-9-4 56,-19-9-70,16 12 243,-16-8-222,-10-8-73,0-1 0,1 0 0,-1 1 0,0-1 0,1 1 0,-1 0 0,0-1 0,1 1-1,-1-1 1,0 1 0,0-1 0,0 1 0,1 0 0,-1-1 0,0 1 0,0 0 0,0-1 0,0 1 0,0-1 0,0 1 0,0 0 0,0-1-1,-1 1-3,-7 16 84,-7-1-22,-1-2-34,11-9-31,-7 5-88,1-1 72,-1 0 50,-16 11 99,11-9-106,6-3-66,0-1-65,-1 1-81,2 0-97,-1 0-113,5-4 151,1 0-35,0 1-36,0-1-39,-1 1-40,1-1-43,4-3 337,0 0-43,0 0-43,-1 0-40,1 0-40,0 0-40,-1 1-38,1-1-38,-1 0-43,1 0-36,-1 0-37,1 0-34,-1 0-34,1 0-33,-2 2-697,1-1-121,0 0-113,0 1-106,1-1-98,1-2 1245,0 1-34,-1-1-413,2 1-1323,-1-1 1607,1 0 41,-1 0 144,1 0 34,0 1-345,1-1-36,0 2-273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11392,'-2'-1'379,"1"1"53,-1 0 50,1 0 42,0 0 633,0 0 110,1 2 2509,2 0-2222,-2-1-827,1-1-44,0 1-54,0 0-64,1 0-71,-1 0-82,0 0-89,0-1-100,0 1-134,0-1-51,0 1-53,-1-1-56,1 0-59,0 1-62,0-1-64,-1 0-67,8 2 276,12-1 112,-11-2-97,0 0-105,-5 0 16,0 0-44,-1 1-9,0-1-37,1 0-40,-1 0-44,0 0-48,0 0-50,1-1-53,-1 1-58,0 0-60,0 0-64,1 0-67,-1-1-70,0 1-73,0 0-78,0 0-80,0-1-83,-1 2 595,0-1 34,1-1-360,2 0-43,1-1-294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16128,'-9'0'2117,"4"0"-812,1 0-339,2 0-537,1 0-41,-1 0 303,1 0-80,0 1-75,0 0-67,1 0-61,0 0-54,0 0-48,0 1-39,1-1 8,-1 1-36,3 2 730,1-3-959,-1 0-33,1 1-35,0-1-33,5 0-188,-1 1-125,1-1-121,0-1-117,0 0-111,0 0-106,0 0-103,0-1-97,0 0-92,-1 0-88,1 0-84,-1 0-77,0-1-75,0 1-68,-5 0 1017,1 0 38,3 0-389,2-1-43,3 0-311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28 337 11008,'0'0'1236,"-1"0"-51,1 0-52,-1 0-49,1 0-50,-1 0-48,1 0-47,0 0-46,-1 0-45,1 1-44,0-1-43,-1 0-42,1 1-41,0-1-41,-1 1-38,1-1-38,0 1-37,-1-1-35,1 1-36,0 0-34,-1 0 322,1 1-124,-1-1-115,1 1-107,0 0-100,-1 0-91,1 0-67,-1 1-107,1 0-90,0-1-79,0 1-91,-1 1-60,1 6-836,-1-6 682,1-1 223,0-1 48,0 1 64,0-1 59,0 0 68,0 0 77,0-1 86,0 1 95,-1 0 103,1-1 114,-7 90-361,4-53-126,0 0-69,3-33 50,-1 0 0,1 0 1,0 0-1,1 1 0,-1-1 1,1 0-1,0 0 0,0 1 13,0-4-3,0 0 0,0 0-1,0 0 1,0-1-1,0 1 1,0 0-1,0 0 1,1-1-1,-1 1 1,1 0-1,-1-1 1,1 1-1,0-1 1,0 0-1,-1 0 1,1 0 0,0 0-1,0 0 1,0 0-1,2 0 4,6 3-26,0-2-47,0 0-42,1-1-34,15 0-313,15-2-344,-22 0 460,-2 1 57,-5 0-104,0 0-95,-4 0 86,0 0-79,-1 0 9,0 0-74,1 0-81,-1 0-92,-1 0 46,-1 0-75,1 0-78,0 0-83,0 0-89,-1 0-94,1 0-97,-1 0-104,-2 0 800,0 0 36,2 0-366,1 0-42,4 0-294</inkml:trace>
  <inkml:trace contextRef="#ctx0" brushRef="#br0" timeOffset="328.04">260 337 12800,'-2'0'288,"0"0"104,-1 0 89,0 0 74,0 0 48,0 0 44,-10 0 2573,10 0-2307,0 0-103,3 0-20,0 1-55,0-1-53,0 0-51,0 0-49,0 1-47,0-1-47,0 1-43,0-1-43,0 1-40,-1-1-39,1 1-37,0 0-35,0 0-33,0 0 125,0 1-132,0 0-79,0 0-71,0-1-60,0 1-45,0 0-35,0 1-108,0 4-316,0-5 389,0 0 44,0 0 63,0 0 94,0 0 114,0-2-51,0 1 36,0 16-420,0 0 97,-1 0 83,1 0 71,-1 3 80,0 1 62,-3 39 476,2-29-358,1-15-185,0-1-46,0 6-71,1-10-32,-1-1-33,1 7-143,-1 1-115,1-10 126,0 1-33,0 0-36,0 0-37,0 5-307,0 1-117,1-1-124,-1-6 389,1-1-34,-1 0-36,1 1-36,-1-1-37,1 0-38,0 1-39,-1-1-40,1 0-42,0 1-42,-1-8 792,0 2-318,0 0 36,2 3-649,-2-2 512,1-1-89,0-1 231,-1 0-34,1 1-85,0-1-55,0 0-62,0 0-67,0 1-75,0-1-80,0 0-89,1 0-93,-1 0 507,0-1 34,2 2-331,-1 0-35,3 1-261,-5-3 1041</inkml:trace>
  <inkml:trace contextRef="#ctx0" brushRef="#br0" timeOffset="734.21">440 568 12160,'-1'0'480,"1"0"-79,-1 0-68,1-1-55,-1 1 16,-2 0 380,2 0-348,1 0 35,-1 1 101,0-1-151,1 0 47,0 0 50,0 1 58,-1-1 61,1 0 69,0 1 72,0-1 79,0 1 693,0-1-989,0 0-43,0 0 201,1 0-70,-1-1-67,1 1-64,-1 0-58,0-1-54,1 1-50,-1-1-47,1 0-15,-1 1-52,1-1-47,-1 0-38,2-1-48,-1-2-121,0 3 99,0 0 74,-1 0 43,0 1 62,12-17 96,1 0-99,3-2-72,11-8-95,3 4-56,-9 11 50,-2 4 50,0 2 65,-15 5-51,1 1 1,0-1-1,0 0 0,-1 1 1,1 0-1,0 0 0,0 1 1,0 0-45,-1-1 51,0 1 0,0 0 0,0 1 0,0-1 0,0 1 0,0 0 0,-1 0 1,1 0-1,-1 0 0,1 0 0,-1 1 0,3 3-51,-2-3 61,-1 1 0,0 0 0,0 0 0,0 0 0,0 1 0,0-1 0,-1 1-1,0 0 1,0-1 0,0 4-61,0-2 70,-1 0-1,0 0 1,0 0 0,0 0-1,-1 5-69,-1 13 99,-3-1 61,2-16-59,0 1 0,-1 0-1,0-1 1,0 1-1,0-1 1,-1 0 0,-5 6-101,-11 12 263,6-11-151,-1-1-48,2-3-63,1-1 1,-1 0 0,-2 0-2,9-6-4,0 0 1,0 0-1,0-1 1,-1 0-1,1 0 1,0 0-1,-1-1 1,1 0-1,-2 0 4,-22-1-72,9-4-36,9-1 4,1-1-37,1-3-41,2-3-48,1-3-191,4 8 192,0-1 0,1 1-1,0-1 1,1-1 229,-1-6-367,1 3 22,1-1-48,0 1-59,1-1-70,0 5 154,0 0-34,1 1-38,-1-1-41,1 0-42,0 1-47,0-1-48,1 1-52,-1 0-54,1 0-57,0 0-60,0 0-62,0 1-66,0-1-68,0 1-72,1 0-72,-2 3 671,-1 1 37,3-4-377,0 1-42,3-4-303</inkml:trace>
  <inkml:trace contextRef="#ctx0" brushRef="#br0" timeOffset="1187.22">795 33 11648,'-13'-5'1517,"6"1"-581,1 2-243,2 0-106,2 2-180,1-1-42,-1 0-41,1 1-36,-2-2 185,2 1-119,-1 0-55,1 0-104,0 0-78,0-1 88,0 1-101,1 0 41,0 0 59,-1 1 76,0-1 471,1 1-42,-1-1-42,1 1-42,-1-1-41,0 0-42,1 1-41,-1-1-41,0 1 80,1-1-71,-1 1-70,1 0-71,0-1-70,0 2-70,0-1-69,1 0-70,0 1 186,1 0-94,0 2-52,0 1-35,2 2-30,-2 0-5,0-3 22,43 58 26,-22-29-49,4 6-18,-8-5 45,-1 0-1,-1 2 1,-2 0 0,1 6-45,-5-6 96,-1 1 0,2 18-96,-6-18 119,-2 0 0,-1 0-119,-2 0 165,-2-1-1,-1 4-164,-3 9 520,-7 21-520,4-29 140,-2-1-34,0-7-49,0-1-36,-2-1-41,-1-1-46,6-15-112,-11 18-114,11-23 156,1 0-55,0-1-25,0-2-64,-1 1-76,1-1-86,-1 0-99,0-1-110,-1 0-121,5-3 337,-1 0-35,1-1 317,1 0-51,0 0-51,0-1-50,-1 1-52,1 0-50,0-1-51,0 0-51,0 0-52,0 1-50,0-1-52,0-1-50,0 1-53,0 0-50,-1 0-52,1-1-51,1 1 395,-1-1 38,-1 1-392,0-1-45,-3 0-319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8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27 8064,'0'0'7,"-4"0"413,2 0 95,0 0 196,0-1 473,1-1 28,1 0-448,1 0-186,0-1-76,-1 2 1205,0 0-122,0-1-120,-1 1-121,1-1-118,-1 0-119,-1 1-118,1-1-116,-1 1-115,0-1-116,0 2-114,-1-1-113,0 1-112,0 0-112,-1 1-111,0 0-109,-12 7 271,2 2-77,0 3-61,2 0-45,-2 5 0,1 1-1,-3 7-58,-25 46 77,-6 21-77,15-21 57,21-45-46,2 2 0,0-1 1,2 1-1,2 0 0,0 1 0,2 3-11,2-8-1,0-1 0,2 0 0,2 8 1,0-12-20,0 0 0,2-1 0,0 0 0,2 4 20,0-6-141,0-1 57,8 10 32,15 12 57,-16-23-29,1 0-51,2-2-76,0 1-112,-7-8 83,-1 0-38,0-1-40,1 1-44,0-1-48,-1 0-51,1 0-54,0 0-57,0-1-62,0 0-64,0 0-69,1-1-71,-1 1-74,0-1-79,-5-2 204,-1 0-96,1 0-45,4 0-1226,-3 0 895,-6-1 1107,3 0-427,-1 1 38,4-1-385,0 1-43,3 0-310</inkml:trace>
  <inkml:trace contextRef="#ctx0" brushRef="#br0" timeOffset="8903.33">587 238 8704,'0'-3'310,"0"1"-55,0-1-6,-1 0 53,1 0 29,0 0-70,0 1 10,-1-1 70,1 0 12,-1-1 73,1 0 85,-1-1 97,1 4-382,-1-3 31,0 0-66,0 1-35,0 1 2,1-1 37,-1 1 1,1 0 35,0 0 40,-1 0 45,1 0-15,0 0 38,0 1 40,0-1 44,0 0 45,1 1 48,-1-1 52,0 1 54,2-21 3699,-2 11-2422,-1 2-452,1 1 70,0 41-1387,0 8 63,1 60 315,1-37-245,0-18-139,1-2-78,-2-34-104,0 0-111,0 0-103,0-1-96,-1 1-87,1 0-80,-1 0-71,1 0-64,-1-1-41,1 1-46,0 9-866,-1-4 279,1 21-1860,-1-23 2089,0 0-34,1 1 68,-1 0 69,0 0 114,0-7 498,0 0 37,0 0 39,0 0 41,0-6-194,0 0 35,0 1-352,0 1-38,0 1-281</inkml:trace>
  <inkml:trace contextRef="#ctx0" brushRef="#br0" timeOffset="9168.91">461 488 12288,'-2'0'393,"0"0"90,0 0-13,0 0 47,0 0 42,0 0 32,-2 0 531,-3 1 1569,5-1-1786,1 1-71,-1 0-95,2 0-413,0 0-34,0 0 40,0 0-73,0 0-80,1 1-88,-1-3 378,0 1-42,0-1-42,1 0-39,-1 1-36,1-1-35,1-1 178,0 0-114,1 0-99,1 0-82,-1 0-66,3-2-39,5-2-66,-6 4 40,-1 0 60,-1 0 89,15-4-296,-1 1 83,0 0 56,23-4 91,-16 4-105,-10 2-63,1 1-63,-6 1 5,0 0-34,0 0-39,0 0-43,1 0-46,-1 0-50,0 0-54,0 0-58,0 0-62,1 0-65,-1 1-70,0-1-72,0 0-78,1 1-80,-1-1-85,0 0-88,-1 1 122,0-1-64,-1 1-66,1-1-68,-5 1 620,1 0 36,2-1-370,1 1-42,5 0-299</inkml:trace>
  <inkml:trace contextRef="#ctx0" brushRef="#br0" timeOffset="9606.32">908 483 14336,'-2'-3'1450,"1"1"-43,0 1-507,1-1-38,0 1-179,0 0-36,0 0-41,0 0-45,1 0 69,0 0-85,1 0-96,-1 0-103,1 0-112,0 1-121,-1-1-104,1 1-34,-1-1-34,0 1-36,15-5 328,0-2-77,7-3-39,-18 8-105,1 0 0,-1 1 0,1-1 0,0 1 0,2 0-12,-2 1-3,44-2-48,-25 6 86,-13 0 19,-1 2 33,10 9 110,-17-12-120,0 1 0,0 0 0,0-1 0,-1 2 0,2 1-77,-3-3 51,0 0 0,0 1 0,0-1 0,-1 0 0,1 1 0,-1-1 0,0 1 0,0 1-51,0 19 237,-1-18-159,-1-1 0,0 1 0,0-1-1,-1 1 1,0 0-78,1-3 39,0 1 0,-1-1 0,1 0 0,-1 1 0,0-1 0,0 0 0,0 0 0,0-1 0,-1 1 0,1 0 0,-1-1 0,0 1 0,-2 1-39,-15 7 170,-2-3-42,-2-1-44,-1-4-49,0-3-50,1-4-53,1-4-56,2-5-59,18 11 36,-11-9-243,8 5 194,0 0-100,3 3 102,0-1-37,-1 0-120,2-1-80,-1 0-90,1 0-103,1 0-114,1 0-124,0 2 381,0 0-36,0 1-37,1-1-39,0-1-6,1-1-88,0 1-73,0 0-62,2-3-768,7-8-2298,-7 11 3074,-1 0 102,1 1 79,-1-1 58,3-1-232</inkml:trace>
  <inkml:trace contextRef="#ctx0" brushRef="#br0" timeOffset="9918.71">1435 172 11264,'-2'-2'716,"1"0"-84,-1 1-70,1-1-60,-2-1 360,0-2 410,2 3-693,0 0 81,0 0 105,0 1-172,1 0 73,-1 1 85,1-1 95,0 1 105,-1 0 117,1 0-487,0 0 32,0 0 36,0 0 34,0 15-424,0 1-42,-1-1-39,1 0-36,-2 16 52,0-1-98,0 7-70,-2 50-74,5-55 83,-1-20-155,1 0 42,-1 26-36,0-16 35,1-8-18,-1-2-25,0 0-50,0-2-17,1 0-47,-1 0-53,1 0-60,-1-2 9,1 1-50,0-1-51,-1 0-56,1 0-59,0 1-63,0-1-66,0 0-70,0 0 160,0-3 161,0 0-128,-1-2 236,0 0-36,1 0-42,-1 0-48,1 0-53,-1-1-58,1 2-287,-1-2 379,1 0-34,0 0-34,-1 0-37,1-1-37,-1 1-40,1 0 178,0 0 36,0 1-352,2 1-40,0 2-281</inkml:trace>
  <inkml:trace contextRef="#ctx0" brushRef="#br0" timeOffset="10137.42">1224 499 16128,'-8'3'2140,"3"-1"-821,4-2-814,-1 1-33,1-1-37,-1 1-43,1-1 94,1 1-40,-1-1-37,0 1-36,0 0 273,1 0-122,-1 0-107,2 0-96,-1 1-80,0-1-67,1 0-57,0 0-37,1 2 73,-1-2-64,-1-1 102,8 2-87,0-2-34,2-1-14,0-3-41,8-1-20,21-3-264,-26 6 146,0-1-33,-2 1-7,0 0-36,-1 0-41,1 0-48,-1 0-3,-1 0-42,0 0-47,1 1-51,-1-1-54,0 0-58,1 0-61,-1 0-66,0 0-69,1 0-72,-1 0-76,0 0-80,1 0-85,-1 0-86,1 0-91,-1 0-95,-5 1 842,0 0 36,4-1-358,1 0-39,6-1-286,-15 3 1105</inkml:trace>
  <inkml:trace contextRef="#ctx0" brushRef="#br0" timeOffset="10621.72">1839 441 14592,'-5'2'1593,"3"-2"-559,0 1-202,0-1-37,1 0-167,0 0-37,0-1-41,0 1-47,0-1-123,1 0-40,-1 1-41,0-1-45,1 0-48,-1 0-51,0 0-53,0 0-57,1 0-64,-1 0-72,0 1 863,0-1-66,0 0-63,-1 0-63,0 0-59,0-1-57,-1 1-56,0 0-54,0 0-51,0 0-49,-1 0-48,0 0-45,0 1-43,0-1-41,0 1-40,-1 1-36,-6 1 89,0 2-57,3 1-54,0 0-1,0 1 1,0-1-1,1 1 1,-2 2 21,-2 3-36,0-1 0,1 1 0,1 1-1,-1 0 1,-3 8 36,8-13-24,1 1 0,1 0-1,-1-1 1,1 1-1,0 1 25,2-4-27,0 0-1,0 0 1,0 1-1,0-1 1,1 0-1,0 1 1,0-1-1,1 2 28,-1-6-6,0 0-1,0 0 1,0 0 0,1 0-1,-1 0 1,0 0-1,0 0 1,1 0 0,-1 0-1,1 0 1,-1 0-1,1 0 1,-1 0 0,1 0-1,0 0 1,-1 0-1,1-1 1,0 1 0,0 0-1,-1-1 1,1 1 0,0 0-1,0-1 1,0 1-1,0-1 1,0 1 0,0-1-1,0 0 7,1 1-8,-1-1-1,1 0 0,-1 0 1,0 0-1,1 0 0,-1 0 1,1 0-1,-1 0 0,1-1 1,-1 1-1,1-1 9,11-5-30,-4 0-5,0-1 0,0 0 0,-1 0 0,2-3 35,10-12-15,0 0 46,4-6 82,-12 14-76,5-9 70,-6-3-29,-8 8-92,-3 25-19,0 8 18,1 19 84,-1-24-79,1 1-42,0 1-71,1-1-91,0 1-110,-1-6 114,1 0-35,-2-4-33,1 1 64,-1 0 20,1 2-19,0 1-15,0-2 27,0-1-30,0 0-79,-1 0-25,1 0-83,0-1-95,0 1-108,0-1 13,0 0-92,0 0-98,0 0-105,0 0-112,0-1-120,1 1-127,-2-1 581,1-1-34,0 1 204,0-1 36,0 2-380,1 0-43,1 1-309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6400,'0'-1'693,"-1"0"37,1-2 820,1 0-84,2-4 2017,-1 4-2279,0 0-54,0 0-71,0 1-92,-1 0-390,0 0-55,1 0-61,-1 1-67,0-1-57,0 1-87,0 0-95,-1 0-100,3-3 460,0 0-37,-1 0-38,1 1-34,3-5 323,0 1-126,0 0-114,0 0-103,1 0-92,-1 0-82,3-1-46,-1 1-82,0 1-66,-1 0-33,20-11-83,-15 11 71,0 0 61,1 1 97,2 1-248,0 1 80,1 2 64,-1 2 45,-13-1-77,-1 1 1,1-1-1,0 0 1,-1 1-1,1 0 0,-1-1 1,1 1-1,-1 0 1,1 0-1,-1-1 1,0 1-1,1 0 0,-1 1 1,0-1-1,0 0 1,0 0-1,0 0 1,0 1-1,0-1 0,0 0 1,0 1-1,0-1 1,-1 1-16,1 0 18,0 1 0,0-1 0,-1 1 0,1-1 0,-1 1 0,0-1 0,0 3-18,0 7 35,-2 1-1,1-1 0,-2 0 0,0 0 0,0 0 0,-1 0 0,0 0 0,-2 2-34,-20 39 86,-2-5-61,12-22-24,-5 5-111,-8 9 110,6-13-8,11-10-71,4-4 66,6-4 42,3-1 41,3-2 51,5 0 60,13-1-17,1-2-44,27-4 14,-18 0-104,-28 1-142,1 0 38,9 0-22,-6 0 46,-3 0-13,-1 0-21,1 0-36,-2 0-15,1 0-37,-1 0-40,1 0-47,-1 0 5,0 0-39,0 0-40,0 0-45,0-1-46,0 1-50,0 0-52,-1-1-55,1 1 52,-1 0-41,1-1-44,-1 1-45,0-1-46,1 1-50,-1-1-49,0 0-52,0 1-53,1-1-55,-1 0-56,0 0-59,0 1-60,1-1-61,-1 0-63,0 0-65,-1 0 831,0 1 35,2-1-366,0 0-39,1 0-292,-4 1 1154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37 126 15360,'-7'1'5601,"7"-1"-4263,1 1-69,0-1-93,1 1-114,-1-1-581,0 1-37,0-1-41,0 0-41,0 0-47,0 1-47,0-1-52,1 0-54,-1 0-56,0 1-60,0-1-63,0 0-64,0 0-69,0 0-70,0 0-74,0 0-77,22-1 291,-12 1 19,0-2-73,0 1-107,-1 0-67,-6 0 110,1 1-33,0-1-36,0 0-39,-1 1-40,1-1-45,-1 0 34,0 1-35,0-1-34,0 0-36,-1 1-38,1-1-40,0 1-41,0-1-42,0 1-45,0-1-45,0 1-47,-1-1-49,1 1-49,0 0-53,0-1-53,0 1-55,-2 0 500,0 0 38,1-1-385,2 1-43,1 0-310</inkml:trace>
  <inkml:trace contextRef="#ctx0" brushRef="#br0" timeOffset="265.56">14 28 16767,'0'1'131,"-1"-1"69,0 0 65,1 0 57,-1 0 52,0 0 46,0 0 41,0 1 33,-1-1 826,-1 1 969,2-1-1337,0 0 99,1 0-461,0 0-66,0 0-78,1 1-92,-1-1-104,1 0-116,0 0-114,0 0-34,0 0-35,0 0-37,10 0 32,0-1 73,25-3 217,-21 2-226,-7 0-63,0 1-53,-1 0-63,1-1-72,-1 1-54,0 0-78,0 0-86,0-1-93,1 1-102,-1 0-109,0 0-117,0 0-124,-1 0 491,-3 1 211,0 0-35,-1-1-39,1 1-42,0-1-46,-1 1-48,1-1-51,0 1-57,-1-1-58,1 1-62,0-1-66,0 0-69,-1 1-72,1-1-75,-1 1 501,0 0 39,1-1-386,2 1-42,1 0-309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 7552,'-1'0'178,"-1"1"221,1 0 72,0-1 167,-1 1 415,1-4 740,1 2-1243,0-1-48,0 2 469,0 0-34,0 0 839,0 0-130,1 0-123,-1 0-122,1 0-115,0 0-111,0 0-108,0 0-103,0-1-99,0 1-94,1 0-89,-1 0-87,1 0-81,-1 0-77,1 0-73,-1 0-95,1 0-52,0 0-49,-1 0-46,1 0-43,0 0-40,-1 0-36,1 0-34,2 0-105,-1 0-85,0 0-15,0 0-33,6 0-696,-5 0 587,0 0 64,0 0 107,-2 0 151,0 0 52,0 0 59,-1 0 65,1 0 71,0 0 77,-1 0 85,0 0 90,107-5-368,-61 2-72,-1 1-70,-15 2-35,-1 1-57,-21 0-212,-1-1 112,-1 1 108,0-1 47,17 0-104,-14 0 89,0 0-84,-4 0 58,-1 0-37,-1 0-17,1 0-37,0 0-41,-1 0-46,1 0-50,-1 0-52,1 0-58,0 0-61,-2 0 103,0 0-37,1 0-38,-1 0-39,1 0-42,-1 0-43,0-1-44,1 1-47,-1 0-47,0 0-48,1 0-52,-1 0-52,0 0-53,1 0-56,-1 0-57,0 0-58,-1 0 645,-1 0 37,2 0-374,0 0-41,2 0-297</inkml:trace>
  <inkml:trace contextRef="#ctx0" brushRef="#br0" timeOffset="562.4">294 103 11776,'-1'0'268,"0"-1"92,0 1 80,-1 0 69,1-1 126,-1 1 53,-3-1 1723,3 1-1407,1 0-443,0 0-40,0 0 180,1 0-36,0 0-35,-1 0-36,1 0-34,0 1-32,-1-1 431,0 1-121,0 1-115,0-1-106,0 0-101,0 1-93,-1 0-86,1 0-79,0 0-71,0 0-65,0 0-57,-1 1-50,1-1-44,0 1-50,-1 0-39,-4 10-596,4-9 560,0 0 90,1-2 92,0 1 75,0-1 87,0 0 100,-4 9-282,1 1 0,0 0 0,-2 10-8,3-4-26,0 0 0,1 7 26,1 3-67,1 0 0,1 0 0,3 10 67,0-14-20,3-2-61,3-1-53,3-2-42,-10-16 126,0 0-1,0 0 1,0-1 0,0 1 0,1 0 0,-1-1 0,2 1 50,-1-2-47,-1 1-1,1 0 1,0-1 0,-1 0 0,1 0 0,0 0-1,0 0 1,0-1 0,0 0 0,0 1 0,0-1-1,0-1 1,0 1 47,2-1-80,1 0-1,-1 0 1,0-1-1,-1 0 1,1 0-1,0 0 81,15-9-186,-3-2 44,-2-4 51,-3-1 56,-5-2 64,-5-2 69,-4 10-44,-3 1 40,-6-6 127,8 14-178,0 1 0,-1 0 0,1 0 0,0 0 0,-1 0 0,1 0 0,-1 1 0,0-1 0,0 1 0,1 0 0,-1 0 0,0 0 0,0 0 0,-1 0-43,-11 0 145,1 3-45,3 1-246,1 1 76,0 1 53,-13 9 49,16-8-57,1-1-25,1-1-38,0 1-46,0 0-54,0 0-16,1-1-49,0 1-53,1 0-58,-1-1-63,0 1-69,0 0-73,1 0-78,-1 0-82,1 0-89,0 1-92,-1-1-98,1 0-102,0 0-108,0 0-112,0 1-118,2-4 733,-1 0-63,-1 4-2020,2-5 2233,1 0 35,0 0 69,-1 1 34,1 0-338,0 1-34,0 1-267,0-4 1064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23 12416,'0'-1'834,"-1"0"-92,0-1-79,1 1-64,-2-2 366,-1-3 495,2 4-799,0 0 58,0 0 91,1 2-361,0-1 33,-1 0 38,1 1 41,0 0 45,0 0 48,0 0 52,0 0 55,0 0 60,1 1 62,-1-1 67,0 1 70,1 1-628,-1-1-82,1 1-71,-1 0-63,0 1-35,0-1-60,-1 1-43,1 2-43,-1 1 21,1-3 89,0 14-287,0 0 95,0-1 81,0 1 65,0 5 91,0 40 439,0-35-396,0-3-119,0-13-86,0 1-40,0 1-49,0-1-55,0 0-59,0 1-67,0-1-72,0 0-78,0 1-83,0-1-90,0 0-95,0 1-102,0-1-107,0 0-113,0 0-119,0 1-125,0-7 584,0 0-32,0 0-36,0 0-34,0-2 12,0-1-92,1 7-2199,-1-8 2435,0 0 36,0 0 68,1 0 38,-1 2-387,1 0-45,1 3-313</inkml:trace>
  <inkml:trace contextRef="#ctx0" brushRef="#br0" timeOffset="406.15">8 619 15744,'-2'-1'2084,"0"0"-801,1 0-331,0 0-528,1 1-42,-1 0-44,1 0-41,0 0 196,-1-1-34,1 1 108,0 0 262,0 0 76,0 0 184,0 0-765,0 0-36,0 0 60,0 0-40,0 0-38,0 0-36,1 0 138,-1 0-113,0 0-103,1-1-65,0 1-43,1-1-80,-1 0 44,1 0 55,-1 1 82,6-3 97,0 1-40,8-3 107,-4 1-155,0 1-52,12-4-7,16-5-48,-6 2-84,21-4 66,-31 9-45,1 0-50,0 1-72,-11 1 18,0 1-33,0 0-38,0 0-42,0 0-47,0 0-49,0 0-55,0 0-58,-7 1 207,2 0-268,4-1-156,1 0-15,-4 0 181,-2 1 25,0 0-74,-1 0 20,0 1-76,0-1-89,0 1-100,-1 0 46,0 0-86,0 0-90,0 1-99,0-1-104,0 1-113,0-1-118,-1 1-126,-2 0 951,0-1 39,1 2-387,2-1-41,1 2-308</inkml:trace>
  <inkml:trace contextRef="#ctx0" brushRef="#br0" timeOffset="1031">154 775 15872,'-4'-2'2208,"2"1"-91,1 0-1107,1 0-39,0 0-44,0 1-50,1-1-56,0 0-60,0 0-65,0 1-73,0-1-75,1 0-83,0 0-87,-1 1-93,1-1-140,-1 0-53,0 1-54,1-1-56,-1 1-58,0-1-61,0 0-61,0 1-64,12-9 397,0 0-44,7-5-12,14-4-21,-11 8-33,36-9-31,-21 11 53,-11 4 57,-1 3 83,-13 3-21,-4 1-37,-8-2-119,0-1-1,-1 1 1,1 0 0,0-1 0,-1 1 0,1 0 0,-1-1 0,1 1 0,-1 0 0,1-1 0,-1 1 0,1 0 0,-1 0 0,0 0 0,1 0 0,-1-1 0,0 2-10,0 0 12,0 1 1,0-1 0,0 1 0,0 0-1,0-1 1,-1 1 0,1-1 0,-1 1-1,0-1 1,0 1 0,0-1 0,0 1-1,0 0-12,-9 14 24,0 0 0,0 0 0,-10 10-24,-19 21-14,4-4-102,24-29 64,8-12 27,1 1 0,0-1 0,1 1 0,-1-1 0,0 1 0,1 0 25,1-3-7,-1 1-1,1-1 0,0 0 0,-1 0 0,1 1 0,0-1 1,0 0-1,0 1 0,0-1 0,1 0 0,-1 0 0,0 1 1,0-1-1,1 0 0,-1 0 0,1 1 0,-1-1 0,1 0 8,0 1-3,0-1 0,0 0 0,0 1-1,0-1 1,0 0 0,1 0-1,-1 0 1,0 0 0,1 0-1,-1 0 1,1 0 3,38 16 39,22 0 122,-42-12-67,0 1-1,0 0 0,13 7-93,-24-8 74,-1 1 45,-1 2 64,-2 4 137,-4 2-10,-4-4-142,-1-1-69,-2 0-49,-8 5 92,-3-2-46,-1-3-55,-2-1-64,-1-2-72,0-2-80,0-1-89,2-1-98,-16 0-428,24-3 467,0 0-70,1 0-5,1-1-80,0 0-92,0 0-108,2 0 22,0-1-92,0 0-99,0 0-109,0-1-115,0 0-125,4 2 549,0 0-33,0 0-36,0 0-36,0-1 169,0 1 41,0 0 39,0-1 32,-4-3-553,-2-2-348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30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21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6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0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82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17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50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05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57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5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3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3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4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279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327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5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72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03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67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25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68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79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11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3E78394-75B3-4DDA-93C4-891EE6443567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92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diagramData" Target="../diagrams/data1.xml"/><Relationship Id="rId21" Type="http://schemas.openxmlformats.org/officeDocument/2006/relationships/image" Target="../media/image30.png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6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emf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54.emf"/><Relationship Id="rId21" Type="http://schemas.openxmlformats.org/officeDocument/2006/relationships/image" Target="../media/image45.emf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58.emf"/><Relationship Id="rId50" Type="http://schemas.openxmlformats.org/officeDocument/2006/relationships/customXml" Target="../ink/ink24.xml"/><Relationship Id="rId55" Type="http://schemas.openxmlformats.org/officeDocument/2006/relationships/image" Target="../media/image62.emf"/><Relationship Id="rId63" Type="http://schemas.openxmlformats.org/officeDocument/2006/relationships/image" Target="../media/image66.emf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7" Type="http://schemas.openxmlformats.org/officeDocument/2006/relationships/image" Target="../media/image38.emf"/><Relationship Id="rId71" Type="http://schemas.openxmlformats.org/officeDocument/2006/relationships/image" Target="../media/image70.emf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7.xml"/><Relationship Id="rId29" Type="http://schemas.openxmlformats.org/officeDocument/2006/relationships/image" Target="../media/image49.emf"/><Relationship Id="rId11" Type="http://schemas.openxmlformats.org/officeDocument/2006/relationships/image" Target="../media/image40.emf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53.emf"/><Relationship Id="rId40" Type="http://schemas.openxmlformats.org/officeDocument/2006/relationships/customXml" Target="../ink/ink19.xml"/><Relationship Id="rId45" Type="http://schemas.openxmlformats.org/officeDocument/2006/relationships/image" Target="../media/image57.emf"/><Relationship Id="rId53" Type="http://schemas.openxmlformats.org/officeDocument/2006/relationships/image" Target="../media/image61.emf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5" Type="http://schemas.openxmlformats.org/officeDocument/2006/relationships/image" Target="../media/image37.emf"/><Relationship Id="rId15" Type="http://schemas.openxmlformats.org/officeDocument/2006/relationships/image" Target="../media/image42.emf"/><Relationship Id="rId23" Type="http://schemas.openxmlformats.org/officeDocument/2006/relationships/image" Target="../media/image46.emf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59.emf"/><Relationship Id="rId57" Type="http://schemas.openxmlformats.org/officeDocument/2006/relationships/image" Target="../media/image63.emf"/><Relationship Id="rId61" Type="http://schemas.openxmlformats.org/officeDocument/2006/relationships/image" Target="../media/image65.emf"/><Relationship Id="rId10" Type="http://schemas.openxmlformats.org/officeDocument/2006/relationships/customXml" Target="../ink/ink4.xml"/><Relationship Id="rId19" Type="http://schemas.openxmlformats.org/officeDocument/2006/relationships/image" Target="../media/image44.emf"/><Relationship Id="rId31" Type="http://schemas.openxmlformats.org/officeDocument/2006/relationships/image" Target="../media/image50.emf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67.emf"/><Relationship Id="rId73" Type="http://schemas.openxmlformats.org/officeDocument/2006/relationships/image" Target="../media/image71.emf"/><Relationship Id="rId4" Type="http://schemas.openxmlformats.org/officeDocument/2006/relationships/customXml" Target="../ink/ink1.xml"/><Relationship Id="rId9" Type="http://schemas.openxmlformats.org/officeDocument/2006/relationships/image" Target="../media/image39.emf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48.emf"/><Relationship Id="rId30" Type="http://schemas.openxmlformats.org/officeDocument/2006/relationships/customXml" Target="../ink/ink14.xml"/><Relationship Id="rId35" Type="http://schemas.openxmlformats.org/officeDocument/2006/relationships/image" Target="../media/image52.emf"/><Relationship Id="rId43" Type="http://schemas.openxmlformats.org/officeDocument/2006/relationships/image" Target="../media/image56.emf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69.emf"/><Relationship Id="rId77" Type="http://schemas.openxmlformats.org/officeDocument/2006/relationships/image" Target="../media/image73.emf"/><Relationship Id="rId8" Type="http://schemas.openxmlformats.org/officeDocument/2006/relationships/customXml" Target="../ink/ink3.xml"/><Relationship Id="rId51" Type="http://schemas.openxmlformats.org/officeDocument/2006/relationships/image" Target="../media/image60.emf"/><Relationship Id="rId72" Type="http://schemas.openxmlformats.org/officeDocument/2006/relationships/customXml" Target="../ink/ink35.xml"/><Relationship Id="rId3" Type="http://schemas.openxmlformats.org/officeDocument/2006/relationships/image" Target="../media/image36.png"/><Relationship Id="rId12" Type="http://schemas.openxmlformats.org/officeDocument/2006/relationships/customXml" Target="../ink/ink5.xml"/><Relationship Id="rId17" Type="http://schemas.openxmlformats.org/officeDocument/2006/relationships/image" Target="../media/image43.emf"/><Relationship Id="rId25" Type="http://schemas.openxmlformats.org/officeDocument/2006/relationships/image" Target="../media/image47.emf"/><Relationship Id="rId33" Type="http://schemas.openxmlformats.org/officeDocument/2006/relationships/image" Target="../media/image51.emf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64.emf"/><Relationship Id="rId67" Type="http://schemas.openxmlformats.org/officeDocument/2006/relationships/image" Target="../media/image68.emf"/><Relationship Id="rId20" Type="http://schemas.openxmlformats.org/officeDocument/2006/relationships/customXml" Target="../ink/ink9.xml"/><Relationship Id="rId41" Type="http://schemas.openxmlformats.org/officeDocument/2006/relationships/image" Target="../media/image55.emf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72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29" y="484355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</a:t>
            </a:r>
            <a:r>
              <a:rPr lang="en-AU" sz="3200" dirty="0" smtClean="0"/>
              <a:t>Probability - Tree </a:t>
            </a:r>
            <a:r>
              <a:rPr lang="en-AU" sz="3200" dirty="0"/>
              <a:t>Diagrams</a:t>
            </a:r>
            <a:r>
              <a:rPr lang="en-AU" sz="4800" dirty="0"/>
              <a:t/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1970631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xmlns="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CCC7E7-14F7-4DC3-8913-B2FD7A220F02}"/>
              </a:ext>
            </a:extLst>
          </p:cNvPr>
          <p:cNvSpPr txBox="1"/>
          <p:nvPr/>
        </p:nvSpPr>
        <p:spPr>
          <a:xfrm>
            <a:off x="6210300" y="1970631"/>
            <a:ext cx="5160787" cy="46101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There is a bag with 3 marbles (yellow, blue, green) and 3 pieces of paper with letters (A, B, C). Complete the two way table: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P(yellow and A)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P(complement of Blue) or P(B’)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P(C) 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9AD12A-CEF0-471D-85A2-12F3CFBF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128" y="3715122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00" y="635493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Tree Diagrams</a:t>
            </a:r>
            <a:r>
              <a:rPr lang="en-AU" sz="4800" dirty="0"/>
              <a:t/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xmlns="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6ECCC7E7-14F7-4DC3-8913-B2FD7A220F02}"/>
                  </a:ext>
                </a:extLst>
              </p:cNvPr>
              <p:cNvSpPr txBox="1"/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b="1" dirty="0"/>
                  <a:t>Review questions </a:t>
                </a:r>
                <a:r>
                  <a:rPr lang="en-AU" dirty="0"/>
                  <a:t>(on LHS)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There is a bag with 3 marbles (yellow, blue, green) and 3 pieces of paper with letters (A, B, C). Complete the two way table:</a:t>
                </a:r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r>
                  <a:rPr lang="en-AU" dirty="0"/>
                  <a:t>P(yellow and 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/>
                  <a:t>P(B’)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P(C) =</a:t>
                </a:r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blipFill>
                <a:blip r:embed="rId2"/>
                <a:stretch>
                  <a:fillRect l="-942" r="-58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945AC88-57C6-480B-A76E-E352BCC24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28" y="3643253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116" y="4393398"/>
            <a:ext cx="7772400" cy="1463040"/>
          </a:xfrm>
        </p:spPr>
        <p:txBody>
          <a:bodyPr>
            <a:normAutofit/>
          </a:bodyPr>
          <a:lstStyle/>
          <a:p>
            <a:pPr algn="l"/>
            <a:r>
              <a:rPr lang="en-US" sz="3600" b="1" cap="none" dirty="0">
                <a:solidFill>
                  <a:schemeClr val="tx1"/>
                </a:solidFill>
                <a:latin typeface="+mn-lt"/>
              </a:rPr>
              <a:t>Tree </a:t>
            </a:r>
            <a:r>
              <a:rPr lang="en-US" sz="3600" b="1" cap="none" dirty="0" smtClean="0">
                <a:solidFill>
                  <a:schemeClr val="tx1"/>
                </a:solidFill>
                <a:latin typeface="+mn-lt"/>
              </a:rPr>
              <a:t>Diagrams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3600" b="1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n-US" sz="3600" b="1" dirty="0" smtClean="0">
                <a:solidFill>
                  <a:schemeClr val="tx1"/>
                </a:solidFill>
                <a:latin typeface="+mn-lt"/>
              </a:rPr>
            </a:br>
            <a:r>
              <a:rPr lang="en-US" sz="3600" b="1" dirty="0" err="1" smtClean="0">
                <a:solidFill>
                  <a:schemeClr val="tx1"/>
                </a:solidFill>
                <a:latin typeface="+mn-lt"/>
              </a:rPr>
              <a:t>Yr</a:t>
            </a:r>
            <a:r>
              <a:rPr lang="en-US" sz="3600" b="1" dirty="0" smtClean="0">
                <a:solidFill>
                  <a:schemeClr val="tx1"/>
                </a:solidFill>
                <a:latin typeface="+mn-lt"/>
              </a:rPr>
              <a:t> 10 P</a:t>
            </a:r>
            <a:r>
              <a:rPr lang="en-US" sz="3600" b="1" cap="none" dirty="0" smtClean="0">
                <a:solidFill>
                  <a:schemeClr val="tx1"/>
                </a:solidFill>
                <a:latin typeface="+mn-lt"/>
              </a:rPr>
              <a:t>robability Lesson </a:t>
            </a:r>
            <a:endParaRPr lang="en-US" sz="3600" b="1" cap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256" y="5478768"/>
            <a:ext cx="7772400" cy="1004410"/>
          </a:xfrm>
        </p:spPr>
        <p:txBody>
          <a:bodyPr>
            <a:normAutofit/>
          </a:bodyPr>
          <a:lstStyle/>
          <a:p>
            <a:r>
              <a:rPr lang="en-AU" sz="2400" dirty="0"/>
              <a:t>EQ: How can we show two –step problems with tree diagrams?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/>
              <a:t>What is an independent event</a:t>
            </a:r>
            <a:r>
              <a:rPr lang="en-US" sz="2399" b="1" dirty="0" smtClean="0">
                <a:latin typeface="Kiwi School Handwriting" panose="00000500000000000000" pitchFamily="2" charset="0"/>
              </a:rPr>
              <a:t>?</a:t>
            </a:r>
            <a:endParaRPr lang="en-US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97191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</a:p>
          <a:p>
            <a:pPr defTabSz="914126"/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260039" y="1577012"/>
            <a:ext cx="9570332" cy="4801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The probability of compound events combines at least two simple events, either the union of two simple events or the intersection of two simple events</a:t>
            </a:r>
            <a:r>
              <a:rPr lang="en-AU" sz="2400" dirty="0" smtClean="0"/>
              <a:t>.</a:t>
            </a:r>
            <a:r>
              <a:rPr lang="en-AU" sz="2400" dirty="0"/>
              <a:t/>
            </a:r>
            <a:br>
              <a:rPr lang="en-AU" sz="2400" dirty="0"/>
            </a:br>
            <a:endParaRPr lang="en-AU" sz="2400" dirty="0"/>
          </a:p>
          <a:p>
            <a:r>
              <a:rPr lang="en-AU" sz="2400" dirty="0"/>
              <a:t>The probability that a coin will show head when you toss </a:t>
            </a:r>
            <a:r>
              <a:rPr lang="en-AU" sz="2400" b="1" dirty="0"/>
              <a:t>only one</a:t>
            </a:r>
            <a:r>
              <a:rPr lang="en-AU" sz="2400" dirty="0"/>
              <a:t> coin is a simple event. However, if you toss two coins, the probability of getting 2 heads is a </a:t>
            </a:r>
            <a:r>
              <a:rPr lang="en-AU" sz="2400" b="1" dirty="0"/>
              <a:t>compound event</a:t>
            </a:r>
            <a:r>
              <a:rPr lang="en-AU" sz="2400" dirty="0"/>
              <a:t> because once again it combines two simple events</a:t>
            </a:r>
            <a:r>
              <a:rPr lang="en-AU" sz="2400" dirty="0" smtClean="0"/>
              <a:t>.</a:t>
            </a:r>
          </a:p>
          <a:p>
            <a:endParaRPr lang="en-AU" sz="2400" dirty="0"/>
          </a:p>
          <a:p>
            <a:r>
              <a:rPr lang="en-AU" sz="2400" b="1" dirty="0"/>
              <a:t>When the outcome of one event does not affect the outcome of another event, the two events are said to be independent</a:t>
            </a:r>
            <a:r>
              <a:rPr lang="en-AU" sz="2400" b="1" dirty="0" smtClean="0"/>
              <a:t>.</a:t>
            </a:r>
          </a:p>
          <a:p>
            <a:endParaRPr lang="en-AU" sz="2400" b="1" dirty="0"/>
          </a:p>
          <a:p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98804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/>
              <a:t>What is an independent event</a:t>
            </a:r>
            <a:r>
              <a:rPr lang="en-US" sz="2399" b="1" dirty="0" smtClean="0">
                <a:latin typeface="Kiwi School Handwriting" panose="00000500000000000000" pitchFamily="2" charset="0"/>
              </a:rPr>
              <a:t>?</a:t>
            </a:r>
            <a:endParaRPr lang="en-US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97191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</a:p>
          <a:p>
            <a:pPr defTabSz="914126"/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260039" y="1577012"/>
            <a:ext cx="9570332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b="1" dirty="0" smtClean="0"/>
              <a:t>When </a:t>
            </a:r>
            <a:r>
              <a:rPr lang="en-AU" sz="2400" b="1" dirty="0"/>
              <a:t>the outcome of one event does not affect the outcome of another event, the two events are said to be independent</a:t>
            </a:r>
            <a:r>
              <a:rPr lang="en-AU" sz="2400" b="1" dirty="0" smtClean="0"/>
              <a:t>.</a:t>
            </a:r>
          </a:p>
          <a:p>
            <a:endParaRPr lang="en-AU" sz="2400" b="1" dirty="0" smtClean="0"/>
          </a:p>
          <a:p>
            <a:r>
              <a:rPr lang="en-AU" sz="2400" dirty="0"/>
              <a:t>When two events are independent, you can use the following formula.</a:t>
            </a: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/>
              <a:t>probability(A and B) = probability(A) × probability(B)</a:t>
            </a:r>
            <a:endParaRPr lang="en-AU" sz="2400" b="1" dirty="0"/>
          </a:p>
          <a:p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18778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97191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</a:p>
          <a:p>
            <a:pPr defTabSz="914126"/>
            <a:endParaRPr lang="en-AU" sz="2399" b="1" dirty="0"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</a:t>
            </a:r>
            <a:r>
              <a:rPr lang="en-AU" sz="2000" dirty="0" smtClean="0"/>
              <a:t>compound (multi </a:t>
            </a:r>
            <a:r>
              <a:rPr lang="en-AU" sz="2000" dirty="0"/>
              <a:t>step </a:t>
            </a:r>
            <a:r>
              <a:rPr lang="en-AU" sz="2000" dirty="0" smtClean="0"/>
              <a:t>events).   </a:t>
            </a:r>
            <a:r>
              <a:rPr lang="en-AU" sz="2000" dirty="0"/>
              <a:t>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93475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  <a:endParaRPr lang="en-AU" sz="2399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compound (multi step events).   Each outcome is represented on a “branch”</a:t>
            </a:r>
          </a:p>
          <a:p>
            <a:pPr algn="ctr"/>
            <a:endParaRPr lang="en-AU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3922996"/>
            <a:ext cx="2108281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211598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  <a:endParaRPr lang="en-AU" sz="2399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compound (multi step events).   Each outcome is represented on a “branch”</a:t>
            </a:r>
          </a:p>
          <a:p>
            <a:pPr algn="ctr"/>
            <a:endParaRPr lang="en-AU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932115"/>
            <a:ext cx="986236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68850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  <a:endParaRPr lang="en-AU" sz="2399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compound (multi step events).   Each outcome is represented on a “branch”</a:t>
            </a:r>
          </a:p>
          <a:p>
            <a:pPr algn="ctr"/>
            <a:endParaRPr lang="en-AU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31B7A2D-5550-455A-9EEF-FB66F71FFCEA}"/>
              </a:ext>
            </a:extLst>
          </p:cNvPr>
          <p:cNvSpPr txBox="1"/>
          <p:nvPr/>
        </p:nvSpPr>
        <p:spPr>
          <a:xfrm>
            <a:off x="6827001" y="3429000"/>
            <a:ext cx="6125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200" dirty="0"/>
              <a:t>Heads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Heads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2BBFB18-9783-4F1E-A293-ACF863FEEB53}"/>
              </a:ext>
            </a:extLst>
          </p:cNvPr>
          <p:cNvSpPr txBox="1"/>
          <p:nvPr/>
        </p:nvSpPr>
        <p:spPr>
          <a:xfrm>
            <a:off x="6827001" y="5959543"/>
            <a:ext cx="466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What is the probability of getting one of these outcomes?</a:t>
            </a:r>
          </a:p>
        </p:txBody>
      </p:sp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34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Activity: Class based tree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Step 1. Organise yourself into two groups– Short hair and Log hair. Short hair people on the left, long hair on the right. </a:t>
            </a:r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D69BB40B-3ADD-42E8-8600-1685941709C5}"/>
              </a:ext>
            </a:extLst>
          </p:cNvPr>
          <p:cNvCxnSpPr>
            <a:cxnSpLocks/>
          </p:cNvCxnSpPr>
          <p:nvPr/>
        </p:nvCxnSpPr>
        <p:spPr>
          <a:xfrm flipV="1">
            <a:off x="2060448" y="3356992"/>
            <a:ext cx="2817630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060448" y="4221088"/>
            <a:ext cx="2817630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548205E-E940-4C02-835B-D3DF3ACC481D}"/>
              </a:ext>
            </a:extLst>
          </p:cNvPr>
          <p:cNvSpPr txBox="1"/>
          <p:nvPr/>
        </p:nvSpPr>
        <p:spPr>
          <a:xfrm>
            <a:off x="3503712" y="28864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Number of 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8F0F404-C55D-4E0A-9DAC-4715CD290255}"/>
              </a:ext>
            </a:extLst>
          </p:cNvPr>
          <p:cNvSpPr txBox="1"/>
          <p:nvPr/>
        </p:nvSpPr>
        <p:spPr>
          <a:xfrm>
            <a:off x="3503712" y="485435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Number of Long hair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ECD99B3-8731-7248-872A-6FAE9E46087B}"/>
              </a:ext>
            </a:extLst>
          </p:cNvPr>
          <p:cNvSpPr txBox="1"/>
          <p:nvPr/>
        </p:nvSpPr>
        <p:spPr>
          <a:xfrm>
            <a:off x="8035236" y="2674330"/>
            <a:ext cx="4474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in your groups, split into two smaller groups: Light and dark hair colours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29EDB838-224F-2344-87EB-C0AA820B3DB7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9EBD136B-5D3E-4F19-933C-F63778DD352B}"/>
              </a:ext>
            </a:extLst>
          </p:cNvPr>
          <p:cNvCxnSpPr>
            <a:cxnSpLocks/>
          </p:cNvCxnSpPr>
          <p:nvPr/>
        </p:nvCxnSpPr>
        <p:spPr>
          <a:xfrm flipV="1">
            <a:off x="5678593" y="2428727"/>
            <a:ext cx="1367258" cy="684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367646" cy="5392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8FA58F2F-FF3E-41AC-8135-6E8318A82EF4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5678593" y="4581128"/>
            <a:ext cx="1443762" cy="5479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F21057EC-0E5D-49B7-BF80-D5A1DE7D6DC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672379" y="5129028"/>
            <a:ext cx="1449976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F77E55F-F814-4C99-8E01-58DD63C4AAD2}"/>
              </a:ext>
            </a:extLst>
          </p:cNvPr>
          <p:cNvSpPr txBox="1"/>
          <p:nvPr/>
        </p:nvSpPr>
        <p:spPr>
          <a:xfrm>
            <a:off x="7122355" y="2190637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FB94552-97E1-4770-AB5D-BEFC26EBDCDE}"/>
              </a:ext>
            </a:extLst>
          </p:cNvPr>
          <p:cNvSpPr txBox="1"/>
          <p:nvPr/>
        </p:nvSpPr>
        <p:spPr>
          <a:xfrm>
            <a:off x="7122355" y="3572881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1A2D9A98-3CA6-4211-91C6-CCAE49A189F2}"/>
              </a:ext>
            </a:extLst>
          </p:cNvPr>
          <p:cNvSpPr txBox="1"/>
          <p:nvPr/>
        </p:nvSpPr>
        <p:spPr>
          <a:xfrm>
            <a:off x="7122355" y="439646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6014100-9E59-463F-BDC1-6B09FC612A5A}"/>
              </a:ext>
            </a:extLst>
          </p:cNvPr>
          <p:cNvSpPr txBox="1"/>
          <p:nvPr/>
        </p:nvSpPr>
        <p:spPr>
          <a:xfrm>
            <a:off x="7122355" y="566444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0A4EBEEC-A8C5-4EC8-810A-D497164E0B93}"/>
              </a:ext>
            </a:extLst>
          </p:cNvPr>
          <p:cNvSpPr txBox="1"/>
          <p:nvPr/>
        </p:nvSpPr>
        <p:spPr>
          <a:xfrm>
            <a:off x="8796097" y="2057311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22F79D7-6BA9-4B26-9A79-D57884A5F1EB}"/>
              </a:ext>
            </a:extLst>
          </p:cNvPr>
          <p:cNvSpPr txBox="1"/>
          <p:nvPr/>
        </p:nvSpPr>
        <p:spPr>
          <a:xfrm>
            <a:off x="8796097" y="3465874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CE79263-AB92-4C56-9500-4D51B445D923}"/>
              </a:ext>
            </a:extLst>
          </p:cNvPr>
          <p:cNvSpPr txBox="1"/>
          <p:nvPr/>
        </p:nvSpPr>
        <p:spPr>
          <a:xfrm>
            <a:off x="8749071" y="4257962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9AF8D0A-9A4F-447C-8D18-8EDF7AF7AA54}"/>
              </a:ext>
            </a:extLst>
          </p:cNvPr>
          <p:cNvSpPr txBox="1"/>
          <p:nvPr/>
        </p:nvSpPr>
        <p:spPr>
          <a:xfrm>
            <a:off x="8749071" y="5525942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1094856C-0E8B-D542-B488-1E140019D06E}"/>
              </a:ext>
            </a:extLst>
          </p:cNvPr>
          <p:cNvCxnSpPr>
            <a:cxnSpLocks/>
          </p:cNvCxnSpPr>
          <p:nvPr/>
        </p:nvCxnSpPr>
        <p:spPr>
          <a:xfrm flipV="1">
            <a:off x="2060448" y="3356992"/>
            <a:ext cx="2817630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9FEB947A-72AA-3041-92D2-0C1EAD06348F}"/>
              </a:ext>
            </a:extLst>
          </p:cNvPr>
          <p:cNvCxnSpPr>
            <a:cxnSpLocks/>
          </p:cNvCxnSpPr>
          <p:nvPr/>
        </p:nvCxnSpPr>
        <p:spPr>
          <a:xfrm>
            <a:off x="2060448" y="4221088"/>
            <a:ext cx="2817630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6143C8E-B780-BB47-B73D-B7B810C62D7A}"/>
              </a:ext>
            </a:extLst>
          </p:cNvPr>
          <p:cNvSpPr txBox="1"/>
          <p:nvPr/>
        </p:nvSpPr>
        <p:spPr>
          <a:xfrm>
            <a:off x="3964737" y="2875323"/>
            <a:ext cx="1637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51ECC11D-2F69-F649-A028-DD3DFE496B33}"/>
              </a:ext>
            </a:extLst>
          </p:cNvPr>
          <p:cNvSpPr txBox="1"/>
          <p:nvPr/>
        </p:nvSpPr>
        <p:spPr>
          <a:xfrm>
            <a:off x="4038134" y="4941168"/>
            <a:ext cx="1637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7C61C0C-CAF6-8F41-A54F-EBA9E9BE5D63}"/>
              </a:ext>
            </a:extLst>
          </p:cNvPr>
          <p:cNvSpPr txBox="1"/>
          <p:nvPr/>
        </p:nvSpPr>
        <p:spPr>
          <a:xfrm>
            <a:off x="8977638" y="1323459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Outcome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60C5564C-CA00-AC43-9BFE-E1F11A8A4BC0}"/>
              </a:ext>
            </a:extLst>
          </p:cNvPr>
          <p:cNvCxnSpPr>
            <a:cxnSpLocks/>
          </p:cNvCxnSpPr>
          <p:nvPr/>
        </p:nvCxnSpPr>
        <p:spPr>
          <a:xfrm>
            <a:off x="8641764" y="1323459"/>
            <a:ext cx="30803" cy="5165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xmlns="" id="{C2CD25DA-E8A8-164A-9905-F2710C725202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69AE3C1-7BD0-3149-87C2-B149B7CBA299}"/>
              </a:ext>
            </a:extLst>
          </p:cNvPr>
          <p:cNvSpPr txBox="1"/>
          <p:nvPr/>
        </p:nvSpPr>
        <p:spPr>
          <a:xfrm>
            <a:off x="2231135" y="1997839"/>
            <a:ext cx="7729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your note books, record down the number of people in each of the four groups, then find out the probability of each group.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Remember:</a:t>
            </a:r>
          </a:p>
          <a:p>
            <a:pPr algn="ctr"/>
            <a:r>
              <a:rPr lang="en-US" dirty="0"/>
              <a:t>Number in group / Total members in class.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84A8E4F0-422E-6146-ABC5-8BD02FD10C86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Activity: Class based tree diagram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13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455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/>
              <a:t>Topic: </a:t>
            </a:r>
            <a:r>
              <a:rPr lang="en-AU" sz="3200" dirty="0"/>
              <a:t>Tree Diagrams</a:t>
            </a:r>
            <a:endParaRPr lang="en-AU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000" b="1" dirty="0"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821690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/>
              <a:t>EQ – </a:t>
            </a:r>
            <a:r>
              <a:rPr lang="en-AU" sz="2400" b="1" dirty="0"/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/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83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BDAD68-9873-4423-9558-9BDE0742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7235" y="96762"/>
            <a:ext cx="7872541" cy="884997"/>
          </a:xfrm>
        </p:spPr>
        <p:txBody>
          <a:bodyPr/>
          <a:lstStyle/>
          <a:p>
            <a:r>
              <a:rPr lang="en-AU" dirty="0"/>
              <a:t>Worked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CA8F27B-C184-491F-B5D5-07EA661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237" t="52702" r="24038" b="19842"/>
          <a:stretch/>
        </p:blipFill>
        <p:spPr>
          <a:xfrm>
            <a:off x="708441" y="783282"/>
            <a:ext cx="7445764" cy="22669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xmlns="" id="{3569B750-6984-4C8F-A44E-45C4CAB13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9994373"/>
              </p:ext>
            </p:extLst>
          </p:nvPr>
        </p:nvGraphicFramePr>
        <p:xfrm>
          <a:off x="711801" y="97941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7B800902-C43B-4CF4-B886-D3ED34872CB4}"/>
              </a:ext>
            </a:extLst>
          </p:cNvPr>
          <p:cNvGrpSpPr/>
          <p:nvPr/>
        </p:nvGrpSpPr>
        <p:grpSpPr>
          <a:xfrm>
            <a:off x="868973" y="3003540"/>
            <a:ext cx="1664442" cy="1676155"/>
            <a:chOff x="868973" y="3003540"/>
            <a:chExt cx="1664442" cy="1676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xmlns="" id="{475D0514-1598-4868-8CCF-56E8D164B925}"/>
                    </a:ext>
                  </a:extLst>
                </p:cNvPr>
                <p:cNvSpPr txBox="1"/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5D0514-1598-4868-8CCF-56E8D164B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xmlns="" id="{B4DEDFFB-293F-4FD4-80B0-7433E7D4184D}"/>
                    </a:ext>
                  </a:extLst>
                </p:cNvPr>
                <p:cNvSpPr txBox="1"/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DEDFFB-293F-4FD4-80B0-7433E7D41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xmlns="" id="{0A499F04-EB35-4D93-A970-F6BC54478CC5}"/>
                    </a:ext>
                  </a:extLst>
                </p:cNvPr>
                <p:cNvSpPr txBox="1"/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499F04-EB35-4D93-A970-F6BC54478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xmlns="" id="{9B6F64FE-0B21-4716-B858-E838D573FD10}"/>
                    </a:ext>
                  </a:extLst>
                </p:cNvPr>
                <p:cNvSpPr txBox="1"/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B6F64FE-0B21-4716-B858-E838D573F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28AA248D-6E18-4312-9597-2B7B70DC8D4E}"/>
              </a:ext>
            </a:extLst>
          </p:cNvPr>
          <p:cNvGrpSpPr/>
          <p:nvPr/>
        </p:nvGrpSpPr>
        <p:grpSpPr>
          <a:xfrm>
            <a:off x="2990615" y="3078158"/>
            <a:ext cx="1551999" cy="1646881"/>
            <a:chOff x="2990615" y="3078158"/>
            <a:chExt cx="1551999" cy="16468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C89F26DC-2863-4804-A969-9C8A10E694BA}"/>
                    </a:ext>
                  </a:extLst>
                </p:cNvPr>
                <p:cNvSpPr txBox="1"/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9F26DC-2863-4804-A969-9C8A10E6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xmlns="" id="{C06F7FB8-62B8-477D-A682-D3A0F7123AF4}"/>
                    </a:ext>
                  </a:extLst>
                </p:cNvPr>
                <p:cNvSpPr txBox="1"/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6F7FB8-62B8-477D-A682-D3A0F7123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xmlns="" id="{23C318B9-3E86-4C62-8CC5-587C13FC3F3D}"/>
                    </a:ext>
                  </a:extLst>
                </p:cNvPr>
                <p:cNvSpPr txBox="1"/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318B9-3E86-4C62-8CC5-587C13FC3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xmlns="" id="{C45D4307-C06B-4CAB-B005-4D0FC0B25674}"/>
                    </a:ext>
                  </a:extLst>
                </p:cNvPr>
                <p:cNvSpPr txBox="1"/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5D4307-C06B-4CAB-B005-4D0FC0B25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D7001C3A-31E7-470D-B8BA-4A10912B90CB}"/>
              </a:ext>
            </a:extLst>
          </p:cNvPr>
          <p:cNvGrpSpPr/>
          <p:nvPr/>
        </p:nvGrpSpPr>
        <p:grpSpPr>
          <a:xfrm>
            <a:off x="5048787" y="3003540"/>
            <a:ext cx="1554417" cy="1712802"/>
            <a:chOff x="5048787" y="3003540"/>
            <a:chExt cx="1554417" cy="17128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xmlns="" id="{FEC264A3-3A20-493C-A64D-27942BC102BF}"/>
                    </a:ext>
                  </a:extLst>
                </p:cNvPr>
                <p:cNvSpPr txBox="1"/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C264A3-3A20-493C-A64D-27942BC10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xmlns="" id="{F48F4104-DDD6-4B47-9468-31AC4F4CCEEF}"/>
                    </a:ext>
                  </a:extLst>
                </p:cNvPr>
                <p:cNvSpPr txBox="1"/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8F4104-DDD6-4B47-9468-31AC4F4C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xmlns="" id="{3700BD91-99C2-4B83-9EBB-2282C78E622D}"/>
                    </a:ext>
                  </a:extLst>
                </p:cNvPr>
                <p:cNvSpPr txBox="1"/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00BD91-99C2-4B83-9EBB-2282C78E6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xmlns="" id="{80C0F7D7-58D3-4E54-878F-B749AD67B307}"/>
                    </a:ext>
                  </a:extLst>
                </p:cNvPr>
                <p:cNvSpPr txBox="1"/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0C0F7D7-58D3-4E54-878F-B749AD67B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CBC15BAE-01A3-4248-A687-F6A7B3B86868}"/>
              </a:ext>
            </a:extLst>
          </p:cNvPr>
          <p:cNvGrpSpPr/>
          <p:nvPr/>
        </p:nvGrpSpPr>
        <p:grpSpPr>
          <a:xfrm>
            <a:off x="7060404" y="3003540"/>
            <a:ext cx="1611853" cy="1702452"/>
            <a:chOff x="7060404" y="3003540"/>
            <a:chExt cx="1611853" cy="1702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54333FA4-6F3D-4496-A707-EC2CB21DBA29}"/>
                    </a:ext>
                  </a:extLst>
                </p:cNvPr>
                <p:cNvSpPr txBox="1"/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333FA4-6F3D-4496-A707-EC2CB21DB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xmlns="" id="{7C1FF507-7B92-46BE-B2EF-D6A1EE07D16D}"/>
                    </a:ext>
                  </a:extLst>
                </p:cNvPr>
                <p:cNvSpPr txBox="1"/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1FF507-7B92-46BE-B2EF-D6A1EE07D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xmlns="" id="{52A9F32B-8175-40E2-83F1-313C7E7F1488}"/>
                    </a:ext>
                  </a:extLst>
                </p:cNvPr>
                <p:cNvSpPr txBox="1"/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2A9F32B-8175-40E2-83F1-313C7E7F1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xmlns="" id="{560EF9CE-FE05-43FC-B6F1-BAF66CEB684E}"/>
                    </a:ext>
                  </a:extLst>
                </p:cNvPr>
                <p:cNvSpPr txBox="1"/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60EF9CE-FE05-43FC-B6F1-BAF66CEB6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F3C26EE-888A-4798-BAB3-F4FDEF3CB2C6}"/>
              </a:ext>
            </a:extLst>
          </p:cNvPr>
          <p:cNvSpPr txBox="1"/>
          <p:nvPr/>
        </p:nvSpPr>
        <p:spPr>
          <a:xfrm>
            <a:off x="501162" y="5073162"/>
            <a:ext cx="3930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 {Blue and 2} =   </a:t>
            </a:r>
          </a:p>
          <a:p>
            <a:endParaRPr lang="en-AU" dirty="0"/>
          </a:p>
          <a:p>
            <a:r>
              <a:rPr lang="en-AU" dirty="0"/>
              <a:t>P{Yellow}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1E7A84B5-18C1-4E20-A8BE-06111AEF27AD}"/>
                  </a:ext>
                </a:extLst>
              </p:cNvPr>
              <p:cNvSpPr txBox="1"/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54AAF690-6CD9-47C9-BC74-D2D903E0A7D2}"/>
                  </a:ext>
                </a:extLst>
              </p:cNvPr>
              <p:cNvSpPr txBox="1"/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1E874F3-DF68-4300-8952-480BF92DC1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48" t="19743" r="25360" b="10128"/>
          <a:stretch/>
        </p:blipFill>
        <p:spPr>
          <a:xfrm>
            <a:off x="1740877" y="593124"/>
            <a:ext cx="8322761" cy="58428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4355" y="69904"/>
            <a:ext cx="3912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LHS Practise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95733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116" y="4393398"/>
            <a:ext cx="7772400" cy="1463040"/>
          </a:xfrm>
        </p:spPr>
        <p:txBody>
          <a:bodyPr>
            <a:normAutofit/>
          </a:bodyPr>
          <a:lstStyle/>
          <a:p>
            <a:pPr algn="l"/>
            <a:r>
              <a:rPr lang="en-US" sz="3600" b="1" cap="none" dirty="0">
                <a:solidFill>
                  <a:schemeClr val="tx1"/>
                </a:solidFill>
                <a:latin typeface="+mn-lt"/>
              </a:rPr>
              <a:t>Tree </a:t>
            </a:r>
            <a:r>
              <a:rPr lang="en-US" sz="3600" b="1" cap="none" dirty="0" smtClean="0">
                <a:solidFill>
                  <a:schemeClr val="tx1"/>
                </a:solidFill>
                <a:latin typeface="+mn-lt"/>
              </a:rPr>
              <a:t>Diagrams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3600" b="1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n-US" sz="3600" b="1" dirty="0" smtClean="0">
                <a:solidFill>
                  <a:schemeClr val="tx1"/>
                </a:solidFill>
                <a:latin typeface="+mn-lt"/>
              </a:rPr>
            </a:br>
            <a:r>
              <a:rPr lang="en-US" sz="3600" b="1" dirty="0" err="1" smtClean="0">
                <a:solidFill>
                  <a:schemeClr val="tx1"/>
                </a:solidFill>
                <a:latin typeface="+mn-lt"/>
              </a:rPr>
              <a:t>Yr</a:t>
            </a:r>
            <a:r>
              <a:rPr lang="en-US" sz="3600" b="1" dirty="0" smtClean="0">
                <a:solidFill>
                  <a:schemeClr val="tx1"/>
                </a:solidFill>
                <a:latin typeface="+mn-lt"/>
              </a:rPr>
              <a:t> 10 P</a:t>
            </a:r>
            <a:r>
              <a:rPr lang="en-US" sz="3600" b="1" cap="none" dirty="0" smtClean="0">
                <a:solidFill>
                  <a:schemeClr val="tx1"/>
                </a:solidFill>
                <a:latin typeface="+mn-lt"/>
              </a:rPr>
              <a:t>robability Lesson </a:t>
            </a:r>
            <a:endParaRPr lang="en-US" sz="3600" b="1" cap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256" y="5478768"/>
            <a:ext cx="7772400" cy="1004410"/>
          </a:xfrm>
        </p:spPr>
        <p:txBody>
          <a:bodyPr>
            <a:normAutofit/>
          </a:bodyPr>
          <a:lstStyle/>
          <a:p>
            <a:r>
              <a:rPr lang="en-AU" sz="2400" dirty="0"/>
              <a:t>EQ: </a:t>
            </a:r>
            <a:r>
              <a:rPr lang="en-AU" sz="2400" dirty="0" smtClean="0"/>
              <a:t>What is probability without replacement?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44455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space,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</a:t>
            </a:r>
            <a:r>
              <a:rPr lang="en-AU" sz="2000" dirty="0" smtClean="0"/>
              <a:t>.  This is called “without replacement”.</a:t>
            </a:r>
          </a:p>
          <a:p>
            <a:endParaRPr lang="en-AU" sz="2000" dirty="0"/>
          </a:p>
          <a:p>
            <a:endParaRPr lang="en-AU" dirty="0"/>
          </a:p>
          <a:p>
            <a:r>
              <a:rPr lang="en-AU" sz="2000" u="sng" dirty="0"/>
              <a:t>Example:</a:t>
            </a:r>
            <a:r>
              <a:rPr lang="en-AU" sz="2000" dirty="0"/>
              <a:t> </a:t>
            </a:r>
          </a:p>
          <a:p>
            <a:r>
              <a:rPr lang="en-AU" sz="2000" dirty="0"/>
              <a:t>There are 10 marbles in a bag. When you choose one and keep it there were 10 marbles in this first selection. </a:t>
            </a:r>
          </a:p>
          <a:p>
            <a:endParaRPr lang="en-AU" sz="2000" dirty="0"/>
          </a:p>
          <a:p>
            <a:r>
              <a:rPr lang="en-AU" sz="2000" dirty="0"/>
              <a:t>If you choose another marble and keep it, there are 9 marbles to choose from in the second selection.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45D7588-2DDC-4041-8B56-9CD5F8B6D576}"/>
              </a:ext>
            </a:extLst>
          </p:cNvPr>
          <p:cNvSpPr txBox="1"/>
          <p:nvPr/>
        </p:nvSpPr>
        <p:spPr>
          <a:xfrm>
            <a:off x="-39446" y="1712736"/>
            <a:ext cx="207574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3318784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When the outcome of one event has the power to affect the outcome of another event, the two events are said to be dependent.</a:t>
            </a:r>
            <a:br>
              <a:rPr lang="en-AU" sz="2000" dirty="0"/>
            </a:br>
            <a:endParaRPr lang="en-AU" sz="2000" dirty="0"/>
          </a:p>
          <a:p>
            <a:r>
              <a:rPr lang="en-AU" sz="2000" dirty="0"/>
              <a:t>When two events are dependent, you can use the following formula</a:t>
            </a:r>
            <a:br>
              <a:rPr lang="en-AU" sz="2000" dirty="0"/>
            </a:br>
            <a:r>
              <a:rPr lang="en-AU" sz="2000" dirty="0"/>
              <a:t/>
            </a:r>
            <a:br>
              <a:rPr lang="en-AU" sz="2000" dirty="0"/>
            </a:br>
            <a:r>
              <a:rPr lang="en-AU" sz="2000" dirty="0"/>
              <a:t>probability(A and B) = probability(A) × probability(B given A)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45D7588-2DDC-4041-8B56-9CD5F8B6D576}"/>
              </a:ext>
            </a:extLst>
          </p:cNvPr>
          <p:cNvSpPr txBox="1"/>
          <p:nvPr/>
        </p:nvSpPr>
        <p:spPr>
          <a:xfrm>
            <a:off x="-39446" y="1712736"/>
            <a:ext cx="207574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2025459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8452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2800" dirty="0"/>
              <a:t>Two step Probability without replacement </a:t>
            </a:r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9F4645A-6684-4983-A67E-FFB3B752665C}"/>
              </a:ext>
            </a:extLst>
          </p:cNvPr>
          <p:cNvSpPr txBox="1"/>
          <p:nvPr/>
        </p:nvSpPr>
        <p:spPr>
          <a:xfrm>
            <a:off x="9207284" y="171650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xmlns="" id="{5FA78AF3-0573-4956-9AC2-7E07D382F205}"/>
                  </a:ext>
                </a:extLst>
              </p14:cNvPr>
              <p14:cNvContentPartPr/>
              <p14:nvPr/>
            </p14:nvContentPartPr>
            <p14:xfrm>
              <a:off x="7186964" y="2741815"/>
              <a:ext cx="25200" cy="6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FA78AF3-0573-4956-9AC2-7E07D382F2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9510" y="2732815"/>
                <a:ext cx="44721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xmlns="" id="{0EF9C829-3206-45AE-8BBF-EECF94C7647A}"/>
                  </a:ext>
                </a:extLst>
              </p14:cNvPr>
              <p14:cNvContentPartPr/>
              <p14:nvPr/>
            </p14:nvContentPartPr>
            <p14:xfrm>
              <a:off x="6740204" y="2440495"/>
              <a:ext cx="383040" cy="415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EF9C829-3206-45AE-8BBF-EECF94C764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7604" y="2428615"/>
                <a:ext cx="40788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xmlns="" id="{F6EBAA4F-E92F-40D9-9542-517C0EA7B022}"/>
                  </a:ext>
                </a:extLst>
              </p14:cNvPr>
              <p14:cNvContentPartPr/>
              <p14:nvPr/>
            </p14:nvContentPartPr>
            <p14:xfrm>
              <a:off x="7267244" y="2572975"/>
              <a:ext cx="299520" cy="181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6EBAA4F-E92F-40D9-9542-517C0EA7B0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4989" y="2565055"/>
                <a:ext cx="3164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xmlns="" id="{42313B5A-E9F5-46FA-ADC6-59D8290B2AAB}"/>
                  </a:ext>
                </a:extLst>
              </p14:cNvPr>
              <p14:cNvContentPartPr/>
              <p14:nvPr/>
            </p14:nvContentPartPr>
            <p14:xfrm>
              <a:off x="8090204" y="2705455"/>
              <a:ext cx="32040" cy="105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2313B5A-E9F5-46FA-ADC6-59D8290B2A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84379" y="2694979"/>
                <a:ext cx="50973" cy="12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xmlns="" id="{542D3C71-E1DE-4A7A-9E76-43E66CA4C8F2}"/>
                  </a:ext>
                </a:extLst>
              </p14:cNvPr>
              <p14:cNvContentPartPr/>
              <p14:nvPr/>
            </p14:nvContentPartPr>
            <p14:xfrm>
              <a:off x="7647764" y="2561095"/>
              <a:ext cx="376560" cy="243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42D3C71-E1DE-4A7A-9E76-43E66CA4C8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0557" y="2549575"/>
                <a:ext cx="389172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xmlns="" id="{AEF4E1F2-1B7E-4C35-B949-94D453065BF8}"/>
                  </a:ext>
                </a:extLst>
              </p14:cNvPr>
              <p14:cNvContentPartPr/>
              <p14:nvPr/>
            </p14:nvContentPartPr>
            <p14:xfrm>
              <a:off x="8238884" y="2531215"/>
              <a:ext cx="134280" cy="185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EF4E1F2-1B7E-4C35-B949-94D453065B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28113" y="2519335"/>
                <a:ext cx="157617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xmlns="" id="{C4912C17-3E76-4651-8DE0-812EE1D73813}"/>
                  </a:ext>
                </a:extLst>
              </p14:cNvPr>
              <p14:cNvContentPartPr/>
              <p14:nvPr/>
            </p14:nvContentPartPr>
            <p14:xfrm>
              <a:off x="8763764" y="2538775"/>
              <a:ext cx="268200" cy="2041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4912C17-3E76-4651-8DE0-812EE1D738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0804" y="2527595"/>
                <a:ext cx="286200" cy="220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xmlns="" id="{C7C42978-0C15-4C67-815A-3568D2C25D41}"/>
                  </a:ext>
                </a:extLst>
              </p14:cNvPr>
              <p14:cNvContentPartPr/>
              <p14:nvPr/>
            </p14:nvContentPartPr>
            <p14:xfrm>
              <a:off x="8429684" y="2505655"/>
              <a:ext cx="206280" cy="318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7C42978-0C15-4C67-815A-3568D2C25D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6724" y="2495215"/>
                <a:ext cx="2307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xmlns="" id="{20A9CEC9-500E-4DFE-A216-F462400C09D9}"/>
                  </a:ext>
                </a:extLst>
              </p14:cNvPr>
              <p14:cNvContentPartPr/>
              <p14:nvPr/>
            </p14:nvContentPartPr>
            <p14:xfrm>
              <a:off x="9105764" y="2709415"/>
              <a:ext cx="58680" cy="106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0A9CEC9-500E-4DFE-A216-F462400C09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02524" y="2696095"/>
                <a:ext cx="7056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xmlns="" id="{A23DB7BB-D4C4-41F3-80D1-30DA8020E04F}"/>
                  </a:ext>
                </a:extLst>
              </p14:cNvPr>
              <p14:cNvContentPartPr/>
              <p14:nvPr/>
            </p14:nvContentPartPr>
            <p14:xfrm>
              <a:off x="9255524" y="2479735"/>
              <a:ext cx="388080" cy="324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23DB7BB-D4C4-41F3-80D1-30DA8020E0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2204" y="2466775"/>
                <a:ext cx="41544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xmlns="" id="{BE1FFA3A-94FD-43B6-A5B1-4D4226503400}"/>
                  </a:ext>
                </a:extLst>
              </p14:cNvPr>
              <p14:cNvContentPartPr/>
              <p14:nvPr/>
            </p14:nvContentPartPr>
            <p14:xfrm>
              <a:off x="7550924" y="3830455"/>
              <a:ext cx="67680" cy="11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BE1FFA3A-94FD-43B6-A5B1-4D42265034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38980" y="3823615"/>
                <a:ext cx="865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xmlns="" id="{CBBF0D0D-69CF-4406-A155-18F387DAFE31}"/>
                  </a:ext>
                </a:extLst>
              </p14:cNvPr>
              <p14:cNvContentPartPr/>
              <p14:nvPr/>
            </p14:nvContentPartPr>
            <p14:xfrm>
              <a:off x="7512044" y="3766015"/>
              <a:ext cx="82440" cy="144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BBF0D0D-69CF-4406-A155-18F387DAFE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00164" y="3756655"/>
                <a:ext cx="1000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xmlns="" id="{3E0C19F9-2F22-494D-96AF-795BB030C63B}"/>
                  </a:ext>
                </a:extLst>
              </p14:cNvPr>
              <p14:cNvContentPartPr/>
              <p14:nvPr/>
            </p14:nvContentPartPr>
            <p14:xfrm>
              <a:off x="7103804" y="3649375"/>
              <a:ext cx="330480" cy="322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E0C19F9-2F22-494D-96AF-795BB030C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90109" y="3637495"/>
                <a:ext cx="35787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xmlns="" id="{804C6939-9F7F-41AB-8CBE-E3A1062E420E}"/>
                  </a:ext>
                </a:extLst>
              </p14:cNvPr>
              <p14:cNvContentPartPr/>
              <p14:nvPr/>
            </p14:nvContentPartPr>
            <p14:xfrm>
              <a:off x="6913364" y="3692575"/>
              <a:ext cx="123120" cy="236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804C6939-9F7F-41AB-8CBE-E3A1062E4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3254" y="3680354"/>
                <a:ext cx="145867" cy="257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xmlns="" id="{65799C7E-2F64-49CC-B2C4-3B88CA7AE1DD}"/>
                  </a:ext>
                </a:extLst>
              </p14:cNvPr>
              <p14:cNvContentPartPr/>
              <p14:nvPr/>
            </p14:nvContentPartPr>
            <p14:xfrm>
              <a:off x="8434724" y="3669895"/>
              <a:ext cx="248040" cy="370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5799C7E-2F64-49CC-B2C4-3B88CA7AE1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6084" y="3657295"/>
                <a:ext cx="25956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xmlns="" id="{601C9AA6-3A81-4632-A950-8351B71766F2}"/>
                  </a:ext>
                </a:extLst>
              </p14:cNvPr>
              <p14:cNvContentPartPr/>
              <p14:nvPr/>
            </p14:nvContentPartPr>
            <p14:xfrm>
              <a:off x="8198564" y="3816775"/>
              <a:ext cx="86760" cy="54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01C9AA6-3A81-4632-A950-8351B71766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87764" y="3804973"/>
                <a:ext cx="101160" cy="78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xmlns="" id="{405DB5E5-4B74-412A-9389-2FF11777173B}"/>
                  </a:ext>
                </a:extLst>
              </p14:cNvPr>
              <p14:cNvContentPartPr/>
              <p14:nvPr/>
            </p14:nvContentPartPr>
            <p14:xfrm>
              <a:off x="7831004" y="3650455"/>
              <a:ext cx="232920" cy="38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05DB5E5-4B74-412A-9389-2FF1177717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20924" y="3637495"/>
                <a:ext cx="2487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xmlns="" id="{4C38E939-3988-4A77-A5AC-0012DE5F7EAF}"/>
                  </a:ext>
                </a:extLst>
              </p14:cNvPr>
              <p14:cNvContentPartPr/>
              <p14:nvPr/>
            </p14:nvContentPartPr>
            <p14:xfrm>
              <a:off x="8410964" y="4388095"/>
              <a:ext cx="91800" cy="59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C38E939-3988-4A77-A5AC-0012DE5F7EA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98724" y="4376215"/>
                <a:ext cx="1083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xmlns="" id="{D38D2CCF-D484-4DF9-9007-ACC1458BA8A1}"/>
                  </a:ext>
                </a:extLst>
              </p14:cNvPr>
              <p14:cNvContentPartPr/>
              <p14:nvPr/>
            </p14:nvContentPartPr>
            <p14:xfrm>
              <a:off x="7702124" y="4269295"/>
              <a:ext cx="635040" cy="3096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38D2CCF-D484-4DF9-9007-ACC1458BA8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89884" y="4257415"/>
                <a:ext cx="6609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xmlns="" id="{EF74DD73-B81C-43EF-B09F-987CEA2A9A65}"/>
                  </a:ext>
                </a:extLst>
              </p14:cNvPr>
              <p14:cNvContentPartPr/>
              <p14:nvPr/>
            </p14:nvContentPartPr>
            <p14:xfrm>
              <a:off x="7094444" y="4263535"/>
              <a:ext cx="517680" cy="349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F74DD73-B81C-43EF-B09F-987CEA2A9A6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0764" y="4253106"/>
                <a:ext cx="538920" cy="368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xmlns="" id="{EBB2EC61-D40B-4EE7-86EB-56065D928776}"/>
                  </a:ext>
                </a:extLst>
              </p14:cNvPr>
              <p14:cNvContentPartPr/>
              <p14:nvPr/>
            </p14:nvContentPartPr>
            <p14:xfrm>
              <a:off x="6873044" y="4306015"/>
              <a:ext cx="142200" cy="241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BB2EC61-D40B-4EE7-86EB-56065D9287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62604" y="4293775"/>
                <a:ext cx="1656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xmlns="" id="{703C2EBD-FF4B-4D0D-9F6B-5D5BB749532F}"/>
                  </a:ext>
                </a:extLst>
              </p14:cNvPr>
              <p14:cNvContentPartPr/>
              <p14:nvPr/>
            </p14:nvContentPartPr>
            <p14:xfrm>
              <a:off x="8989484" y="4450735"/>
              <a:ext cx="60120" cy="9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03C2EBD-FF4B-4D0D-9F6B-5D5BB749532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78257" y="4442455"/>
                <a:ext cx="78228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xmlns="" id="{20B8E635-18E7-4EC8-AF1A-26FD8FBA2A28}"/>
                  </a:ext>
                </a:extLst>
              </p14:cNvPr>
              <p14:cNvContentPartPr/>
              <p14:nvPr/>
            </p14:nvContentPartPr>
            <p14:xfrm>
              <a:off x="8959604" y="4387735"/>
              <a:ext cx="90000" cy="118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0B8E635-18E7-4EC8-AF1A-26FD8FBA2A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48399" y="4381255"/>
                <a:ext cx="106627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xmlns="" id="{D8318551-2D98-4F64-BD31-1669AB7A9FBF}"/>
                  </a:ext>
                </a:extLst>
              </p14:cNvPr>
              <p14:cNvContentPartPr/>
              <p14:nvPr/>
            </p14:nvContentPartPr>
            <p14:xfrm>
              <a:off x="9260564" y="4434535"/>
              <a:ext cx="139680" cy="1278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8318551-2D98-4F64-BD31-1669AB7A9FB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55164" y="4421935"/>
                <a:ext cx="158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xmlns="" id="{6F35D899-3FE4-4E80-947C-7F6452B440FD}"/>
                  </a:ext>
                </a:extLst>
              </p14:cNvPr>
              <p14:cNvContentPartPr/>
              <p14:nvPr/>
            </p14:nvContentPartPr>
            <p14:xfrm>
              <a:off x="9207284" y="4243375"/>
              <a:ext cx="218160" cy="1512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F35D899-3FE4-4E80-947C-7F6452B440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95404" y="4233655"/>
                <a:ext cx="2358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xmlns="" id="{4720C487-664C-420A-8EA6-AA06F2E776FF}"/>
                  </a:ext>
                </a:extLst>
              </p14:cNvPr>
              <p14:cNvContentPartPr/>
              <p14:nvPr/>
            </p14:nvContentPartPr>
            <p14:xfrm>
              <a:off x="8647124" y="4240855"/>
              <a:ext cx="214560" cy="336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720C487-664C-420A-8EA6-AA06F2E776F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36324" y="4227895"/>
                <a:ext cx="2314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xmlns="" id="{C4285A86-5C41-4F1C-9BBB-0AD7B91BD93B}"/>
                  </a:ext>
                </a:extLst>
              </p14:cNvPr>
              <p14:cNvContentPartPr/>
              <p14:nvPr/>
            </p14:nvContentPartPr>
            <p14:xfrm>
              <a:off x="6778364" y="5113135"/>
              <a:ext cx="174240" cy="2268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4285A86-5C41-4F1C-9BBB-0AD7B91BD9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7586" y="5100535"/>
                <a:ext cx="197951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xmlns="" id="{6E2587CD-F947-4D42-90F6-FB08223FEFD8}"/>
                  </a:ext>
                </a:extLst>
              </p14:cNvPr>
              <p14:cNvContentPartPr/>
              <p14:nvPr/>
            </p14:nvContentPartPr>
            <p14:xfrm>
              <a:off x="7778084" y="5081815"/>
              <a:ext cx="10800" cy="223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E2587CD-F947-4D42-90F6-FB08223FE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64764" y="5070295"/>
                <a:ext cx="32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xmlns="" id="{A4208C0D-DDB6-462A-BCD1-9D621A88D71C}"/>
                  </a:ext>
                </a:extLst>
              </p14:cNvPr>
              <p14:cNvContentPartPr/>
              <p14:nvPr/>
            </p14:nvContentPartPr>
            <p14:xfrm>
              <a:off x="7900484" y="5123215"/>
              <a:ext cx="113040" cy="168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4208C0D-DDB6-462A-BCD1-9D621A88D7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86489" y="5111720"/>
                <a:ext cx="141390" cy="186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xmlns="" id="{0C56877B-2C55-47E4-8BCC-48ACE0BAA503}"/>
                  </a:ext>
                </a:extLst>
              </p14:cNvPr>
              <p14:cNvContentPartPr/>
              <p14:nvPr/>
            </p14:nvContentPartPr>
            <p14:xfrm>
              <a:off x="8583404" y="5242735"/>
              <a:ext cx="50400" cy="11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0C56877B-2C55-47E4-8BCC-48ACE0BAA5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2964" y="5235895"/>
                <a:ext cx="676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xmlns="" id="{E75E79E5-7B95-4442-B3F2-B2E372CA3768}"/>
                  </a:ext>
                </a:extLst>
              </p14:cNvPr>
              <p14:cNvContentPartPr/>
              <p14:nvPr/>
            </p14:nvContentPartPr>
            <p14:xfrm>
              <a:off x="8554604" y="5183695"/>
              <a:ext cx="63720" cy="90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75E79E5-7B95-4442-B3F2-B2E372CA376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1932" y="5171695"/>
                <a:ext cx="82184" cy="34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xmlns="" id="{B540F588-55F6-44C8-AEC1-84654862A948}"/>
                  </a:ext>
                </a:extLst>
              </p14:cNvPr>
              <p14:cNvContentPartPr/>
              <p14:nvPr/>
            </p14:nvContentPartPr>
            <p14:xfrm>
              <a:off x="8110724" y="5010535"/>
              <a:ext cx="354240" cy="399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B540F588-55F6-44C8-AEC1-84654862A9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96698" y="4997587"/>
                <a:ext cx="381932" cy="424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xmlns="" id="{7B8238C0-4D66-49E5-A512-DB49BE88CCAC}"/>
                  </a:ext>
                </a:extLst>
              </p14:cNvPr>
              <p14:cNvContentPartPr/>
              <p14:nvPr/>
            </p14:nvContentPartPr>
            <p14:xfrm>
              <a:off x="7049804" y="5056255"/>
              <a:ext cx="665280" cy="354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7B8238C0-4D66-49E5-A512-DB49BE88CC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36124" y="5042921"/>
                <a:ext cx="685800" cy="375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xmlns="" id="{D50929BF-A7C3-4B29-9B69-79AF4F9A0524}"/>
                  </a:ext>
                </a:extLst>
              </p14:cNvPr>
              <p14:cNvContentPartPr/>
              <p14:nvPr/>
            </p14:nvContentPartPr>
            <p14:xfrm>
              <a:off x="8813084" y="5039695"/>
              <a:ext cx="122760" cy="162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50929BF-A7C3-4B29-9B69-79AF4F9A052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06244" y="5026375"/>
                <a:ext cx="1342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xmlns="" id="{3D0D439C-AF84-408B-BB2C-6C99493720F4}"/>
                  </a:ext>
                </a:extLst>
              </p14:cNvPr>
              <p14:cNvContentPartPr/>
              <p14:nvPr/>
            </p14:nvContentPartPr>
            <p14:xfrm>
              <a:off x="9125924" y="5249575"/>
              <a:ext cx="82800" cy="47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D0D439C-AF84-408B-BB2C-6C99493720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12604" y="5241232"/>
                <a:ext cx="101880" cy="70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xmlns="" id="{2468E7BA-7B8A-4D73-8695-E68336A2DB95}"/>
                  </a:ext>
                </a:extLst>
              </p14:cNvPr>
              <p14:cNvContentPartPr/>
              <p14:nvPr/>
            </p14:nvContentPartPr>
            <p14:xfrm>
              <a:off x="8778884" y="5270095"/>
              <a:ext cx="190080" cy="186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2468E7BA-7B8A-4D73-8695-E68336A2DB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67724" y="5255723"/>
                <a:ext cx="207000" cy="213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xmlns="" id="{F151ADAD-035C-438D-8151-999248DA577A}"/>
                  </a:ext>
                </a:extLst>
              </p14:cNvPr>
              <p14:cNvContentPartPr/>
              <p14:nvPr/>
            </p14:nvContentPartPr>
            <p14:xfrm>
              <a:off x="9316004" y="5064895"/>
              <a:ext cx="193680" cy="4197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151ADAD-035C-438D-8151-999248DA577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02349" y="5051575"/>
                <a:ext cx="222067" cy="4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493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4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1:</a:t>
            </a:r>
            <a:r>
              <a:rPr lang="en-AU" sz="2400" dirty="0"/>
              <a:t> Draw the Probability Tree Diagram and write the probability of each branch. (Remember that the objects are not replaced) </a:t>
            </a:r>
          </a:p>
          <a:p>
            <a:r>
              <a:rPr lang="en-AU" sz="2400" dirty="0"/>
              <a:t/>
            </a:r>
            <a:br>
              <a:rPr lang="en-AU" sz="2400" dirty="0"/>
            </a:br>
            <a:r>
              <a:rPr lang="en-AU" sz="2400" b="1" dirty="0"/>
              <a:t>Step 2:</a:t>
            </a:r>
            <a:r>
              <a:rPr lang="en-AU" sz="2400" dirty="0"/>
              <a:t> Look for all the available paths (or branches) of a particular outcome. </a:t>
            </a:r>
          </a:p>
          <a:p>
            <a:r>
              <a:rPr lang="en-AU" sz="2400" dirty="0"/>
              <a:t/>
            </a:r>
            <a:br>
              <a:rPr lang="en-AU" sz="2400" dirty="0"/>
            </a:br>
            <a:r>
              <a:rPr lang="en-AU" sz="2400" b="1" dirty="0"/>
              <a:t>Step 3:</a:t>
            </a:r>
            <a:r>
              <a:rPr lang="en-AU" sz="2400" dirty="0"/>
              <a:t> Multiply along the branches and add vertically to find the probability of the outcome</a:t>
            </a:r>
            <a:r>
              <a:rPr lang="en-AU" sz="2400" dirty="0" smtClean="0"/>
              <a:t>.</a:t>
            </a:r>
          </a:p>
          <a:p>
            <a:endParaRPr lang="en-AU" sz="2400" dirty="0"/>
          </a:p>
          <a:p>
            <a:r>
              <a:rPr lang="en-AU" sz="2400" dirty="0" smtClean="0"/>
              <a:t>Remember that each branch can change and you will need to figure out each one!</a:t>
            </a:r>
          </a:p>
          <a:p>
            <a:endParaRPr lang="en-AU" sz="2400" dirty="0"/>
          </a:p>
          <a:p>
            <a:endParaRPr lang="en-AU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B9640D5-6CF3-4BC6-BC4E-6B13D2FE40D6}"/>
              </a:ext>
            </a:extLst>
          </p:cNvPr>
          <p:cNvSpPr txBox="1"/>
          <p:nvPr/>
        </p:nvSpPr>
        <p:spPr>
          <a:xfrm>
            <a:off x="9376756" y="180435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242904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3742296" y="2290108"/>
            <a:ext cx="3593788" cy="4516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0E832F5-87C0-418F-B1EC-B5ECF934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61" y="3184451"/>
            <a:ext cx="955812" cy="2814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FC1FAC9-E590-4B84-9F09-669855D63CDF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634284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1796889" y="2281525"/>
            <a:ext cx="3593788" cy="4516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A75D356-E749-4DDA-A216-5C0F5755707B}"/>
              </a:ext>
            </a:extLst>
          </p:cNvPr>
          <p:cNvSpPr txBox="1"/>
          <p:nvPr/>
        </p:nvSpPr>
        <p:spPr>
          <a:xfrm>
            <a:off x="6416748" y="2595151"/>
            <a:ext cx="56512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b) Find the probability that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/>
              <a:t>i</a:t>
            </a:r>
            <a:r>
              <a:rPr lang="en-AU" dirty="0"/>
              <a:t>) both sweets are blue.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ii) one sweet is blue and one sweet is green.</a:t>
            </a:r>
          </a:p>
          <a:p>
            <a:endParaRPr lang="en-AU" dirty="0"/>
          </a:p>
          <a:p>
            <a:pPr lvl="1"/>
            <a:r>
              <a:rPr lang="en-AU" dirty="0"/>
              <a:t>= P(G,B) + P(B,G)</a:t>
            </a:r>
          </a:p>
          <a:p>
            <a:endParaRPr lang="en-AU" dirty="0"/>
          </a:p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2D362981-F7B6-4977-A70D-3DB8CE163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99" y="3189273"/>
            <a:ext cx="3333412" cy="1181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6DA57A5-3488-4018-AAE7-C988882E8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338" y="4825560"/>
            <a:ext cx="4634023" cy="27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C838922D-0A87-4093-B7E3-91C8CD747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169" y="5494279"/>
            <a:ext cx="1402901" cy="614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FEFE5632-0A5C-4A3A-BC54-781783181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7270" y="3156634"/>
            <a:ext cx="969476" cy="28548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5016718-DD37-40F8-A3FF-94436B60CA54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808652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94" t="16161" r="39241" b="12023"/>
          <a:stretch/>
        </p:blipFill>
        <p:spPr>
          <a:xfrm>
            <a:off x="526471" y="1482846"/>
            <a:ext cx="5828627" cy="5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81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 Add “compound event”, “dependent event”, “independent event” and “tree diagram” to your glossary.</a:t>
            </a:r>
            <a:br>
              <a:rPr lang="en-AU" dirty="0" smtClean="0"/>
            </a:br>
            <a:endParaRPr lang="en-AU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</a:t>
            </a:r>
            <a:r>
              <a:rPr lang="en-AU" dirty="0" smtClean="0"/>
              <a:t> Complete Ex 6.2 from Nelson WA Maths </a:t>
            </a:r>
            <a:r>
              <a:rPr lang="en-AU" dirty="0" err="1" smtClean="0"/>
              <a:t>pg</a:t>
            </a:r>
            <a:r>
              <a:rPr lang="en-AU" dirty="0" smtClean="0"/>
              <a:t> 247: 10 Q10, 11, 15, 16,   &amp; 21</a:t>
            </a:r>
            <a:br>
              <a:rPr lang="en-AU" dirty="0" smtClean="0"/>
            </a:br>
            <a:r>
              <a:rPr lang="en-AU" dirty="0" smtClean="0"/>
              <a:t>  or Ex 8.4 from Dwyer 10 Maths </a:t>
            </a:r>
            <a:r>
              <a:rPr lang="en-AU" dirty="0" err="1" smtClean="0"/>
              <a:t>pg</a:t>
            </a:r>
            <a:r>
              <a:rPr lang="en-AU" dirty="0"/>
              <a:t> </a:t>
            </a:r>
            <a:r>
              <a:rPr lang="en-AU" dirty="0" smtClean="0"/>
              <a:t>107 ALL questions</a:t>
            </a:r>
            <a:br>
              <a:rPr lang="en-AU" dirty="0" smtClean="0"/>
            </a:br>
            <a:endParaRPr lang="en-AU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 smtClean="0"/>
              <a:t>  Make sure that your contents page </a:t>
            </a:r>
            <a:r>
              <a:rPr lang="en-AU" smtClean="0"/>
              <a:t>is updated</a:t>
            </a:r>
            <a:br>
              <a:rPr lang="en-AU" smtClean="0"/>
            </a:br>
            <a:endParaRPr lang="en-AU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</a:t>
            </a:r>
            <a:r>
              <a:rPr lang="en-AU" dirty="0" smtClean="0"/>
              <a:t> Write your summary for the lesson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0467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6356</TotalTime>
  <Words>1401</Words>
  <Application>Microsoft Office PowerPoint</Application>
  <PresentationFormat>Widescreen</PresentationFormat>
  <Paragraphs>292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Cambria Math</vt:lpstr>
      <vt:lpstr>Century Gothic</vt:lpstr>
      <vt:lpstr>Kiwi School Handwriting</vt:lpstr>
      <vt:lpstr>Tw Cen MT</vt:lpstr>
      <vt:lpstr>Tw Cen MT Condensed</vt:lpstr>
      <vt:lpstr>Wingdings 3</vt:lpstr>
      <vt:lpstr>Integral</vt:lpstr>
      <vt:lpstr>Topic: Probability - Tree Diagrams EQ: How can we show two –step problems with tree diagrams?</vt:lpstr>
      <vt:lpstr>Topic: Tree Diagrams EQ: How can we show two –step problems with tree diagrams?</vt:lpstr>
      <vt:lpstr>Tree Diagrams  Yr 10 Probability Lesson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Activity: Class based tree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</vt:lpstr>
      <vt:lpstr>PowerPoint Presentation</vt:lpstr>
      <vt:lpstr>Tree Diagrams  Yr 10 Probability Lesson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Coz W</cp:lastModifiedBy>
  <cp:revision>50</cp:revision>
  <dcterms:created xsi:type="dcterms:W3CDTF">2017-10-15T23:31:24Z</dcterms:created>
  <dcterms:modified xsi:type="dcterms:W3CDTF">2021-10-11T23:24:15Z</dcterms:modified>
</cp:coreProperties>
</file>