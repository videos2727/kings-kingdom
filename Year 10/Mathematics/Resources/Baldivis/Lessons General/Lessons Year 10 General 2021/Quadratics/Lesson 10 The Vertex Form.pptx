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353" r:id="rId2"/>
    <p:sldId id="354" r:id="rId3"/>
    <p:sldId id="355" r:id="rId4"/>
    <p:sldId id="356" r:id="rId5"/>
    <p:sldId id="357" r:id="rId6"/>
    <p:sldId id="344" r:id="rId7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 Nguyen" initials="TN" lastIdx="2" clrIdx="0">
    <p:extLst>
      <p:ext uri="{19B8F6BF-5375-455C-9EA6-DF929625EA0E}">
        <p15:presenceInfo xmlns:p15="http://schemas.microsoft.com/office/powerpoint/2012/main" userId="1f481f7b9cf3d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8537" autoAdjust="0"/>
  </p:normalViewPr>
  <p:slideViewPr>
    <p:cSldViewPr snapToGrid="0" snapToObjects="1">
      <p:cViewPr>
        <p:scale>
          <a:sx n="93" d="100"/>
          <a:sy n="93" d="100"/>
        </p:scale>
        <p:origin x="639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8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9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C6EFA5-EDA3-5B41-AB62-716640C6E233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6.png"/><Relationship Id="rId5" Type="http://schemas.openxmlformats.org/officeDocument/2006/relationships/customXml" Target="../ink/ink3.xml"/><Relationship Id="rId10" Type="http://schemas.openxmlformats.org/officeDocument/2006/relationships/image" Target="../media/image5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9.png"/><Relationship Id="rId5" Type="http://schemas.openxmlformats.org/officeDocument/2006/relationships/customXml" Target="../ink/ink8.xml"/><Relationship Id="rId10" Type="http://schemas.openxmlformats.org/officeDocument/2006/relationships/image" Target="../media/image8.png"/><Relationship Id="rId4" Type="http://schemas.openxmlformats.org/officeDocument/2006/relationships/customXml" Target="../ink/ink7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11" Type="http://schemas.openxmlformats.org/officeDocument/2006/relationships/image" Target="../media/image12.png"/><Relationship Id="rId5" Type="http://schemas.openxmlformats.org/officeDocument/2006/relationships/customXml" Target="../ink/ink13.xml"/><Relationship Id="rId10" Type="http://schemas.openxmlformats.org/officeDocument/2006/relationships/image" Target="../media/image11.png"/><Relationship Id="rId4" Type="http://schemas.openxmlformats.org/officeDocument/2006/relationships/customXml" Target="../ink/ink12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11" Type="http://schemas.openxmlformats.org/officeDocument/2006/relationships/image" Target="../media/image16.png"/><Relationship Id="rId5" Type="http://schemas.openxmlformats.org/officeDocument/2006/relationships/customXml" Target="../ink/ink18.xml"/><Relationship Id="rId10" Type="http://schemas.openxmlformats.org/officeDocument/2006/relationships/image" Target="../media/image15.png"/><Relationship Id="rId4" Type="http://schemas.openxmlformats.org/officeDocument/2006/relationships/customXml" Target="../ink/ink17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11" Type="http://schemas.openxmlformats.org/officeDocument/2006/relationships/image" Target="../media/image6.png"/><Relationship Id="rId5" Type="http://schemas.openxmlformats.org/officeDocument/2006/relationships/customXml" Target="../ink/ink23.xml"/><Relationship Id="rId10" Type="http://schemas.openxmlformats.org/officeDocument/2006/relationships/image" Target="../media/image5.png"/><Relationship Id="rId4" Type="http://schemas.openxmlformats.org/officeDocument/2006/relationships/customXml" Target="../ink/ink22.xml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22.png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12" Type="http://schemas.openxmlformats.org/officeDocument/2006/relationships/image" Target="../media/image21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20.png"/><Relationship Id="rId5" Type="http://schemas.openxmlformats.org/officeDocument/2006/relationships/customXml" Target="../ink/ink28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customXml" Target="../ink/ink27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8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Completing the square to use vertex 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What is vertex form?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1D6AD6D-2F71-476C-9C81-6EF647D7C424}"/>
              </a:ext>
            </a:extLst>
          </p:cNvPr>
          <p:cNvSpPr txBox="1"/>
          <p:nvPr/>
        </p:nvSpPr>
        <p:spPr>
          <a:xfrm>
            <a:off x="67391" y="1173195"/>
            <a:ext cx="112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to form a vertex?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D28C9-39B4-46ED-85CB-640D6B12D114}"/>
              </a:ext>
            </a:extLst>
          </p:cNvPr>
          <p:cNvSpPr txBox="1"/>
          <p:nvPr/>
        </p:nvSpPr>
        <p:spPr>
          <a:xfrm>
            <a:off x="1715785" y="1237695"/>
            <a:ext cx="6944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Some quadratics will not form vertex squares, so what do we do? You’ll need to create the bimodal square.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2684600"/>
            <a:ext cx="112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Vertex Form: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2328868" y="2774393"/>
                <a:ext cx="17909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868" y="2774393"/>
                <a:ext cx="1790939" cy="276999"/>
              </a:xfrm>
              <a:prstGeom prst="rect">
                <a:avLst/>
              </a:prstGeom>
              <a:blipFill>
                <a:blip r:embed="rId9"/>
                <a:stretch>
                  <a:fillRect l="-2381" t="-2174" r="-680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A442D7-AA47-4CB5-96C7-8D58E427ED18}"/>
                  </a:ext>
                </a:extLst>
              </p:cNvPr>
              <p:cNvSpPr txBox="1"/>
              <p:nvPr/>
            </p:nvSpPr>
            <p:spPr>
              <a:xfrm>
                <a:off x="1762017" y="3754920"/>
                <a:ext cx="716622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Steps:</a:t>
                </a:r>
              </a:p>
              <a:p>
                <a:pPr marL="342900" indent="-342900">
                  <a:buAutoNum type="arabicParenR"/>
                </a:pPr>
                <a:r>
                  <a:rPr lang="en-AU" dirty="0"/>
                  <a:t>Group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𝑡𝑒𝑟𝑚𝑠</m:t>
                    </m:r>
                  </m:oMath>
                </a14:m>
                <a:endParaRPr lang="en-AU" b="0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Factorise so a=1 </a:t>
                </a:r>
              </a:p>
              <a:p>
                <a:pPr marL="342900" indent="-342900">
                  <a:buAutoNum type="arabicParenR"/>
                </a:pPr>
                <a:r>
                  <a:rPr lang="en-GB" dirty="0"/>
                  <a:t>Use the formula:</a:t>
                </a:r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When you add inside the brackets you subtract outside of the brackets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A442D7-AA47-4CB5-96C7-8D58E427E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017" y="3754920"/>
                <a:ext cx="7166223" cy="2308324"/>
              </a:xfrm>
              <a:prstGeom prst="rect">
                <a:avLst/>
              </a:prstGeom>
              <a:blipFill>
                <a:blip r:embed="rId10"/>
                <a:stretch>
                  <a:fillRect l="-680" t="-1583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5C44D7D-D47D-4A9A-B305-2A2FDD0755D7}"/>
              </a:ext>
            </a:extLst>
          </p:cNvPr>
          <p:cNvSpPr txBox="1"/>
          <p:nvPr/>
        </p:nvSpPr>
        <p:spPr>
          <a:xfrm>
            <a:off x="4515492" y="2723649"/>
            <a:ext cx="4628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ym typeface="Wingdings" panose="05000000000000000000" pitchFamily="2" charset="2"/>
              </a:rPr>
              <a:t>y = a(x – h)</a:t>
            </a:r>
            <a:r>
              <a:rPr lang="en-US" sz="1800" b="1" baseline="30000" dirty="0">
                <a:sym typeface="Wingdings" panose="05000000000000000000" pitchFamily="2" charset="2"/>
              </a:rPr>
              <a:t>2</a:t>
            </a:r>
            <a:r>
              <a:rPr lang="en-US" sz="1800" b="1" dirty="0">
                <a:sym typeface="Wingdings" panose="05000000000000000000" pitchFamily="2" charset="2"/>
              </a:rPr>
              <a:t> + k</a:t>
            </a:r>
            <a:endParaRPr lang="en-GB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D930A7-0685-4225-9B9F-D20B8F969D48}"/>
                  </a:ext>
                </a:extLst>
              </p:cNvPr>
              <p:cNvSpPr txBox="1"/>
              <p:nvPr/>
            </p:nvSpPr>
            <p:spPr>
              <a:xfrm>
                <a:off x="3804579" y="4735171"/>
                <a:ext cx="594820" cy="524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D930A7-0685-4225-9B9F-D20B8F969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579" y="4735171"/>
                <a:ext cx="594820" cy="5241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1EDD2E-A06D-48C8-AB74-5B9B497215B3}"/>
              </a:ext>
            </a:extLst>
          </p:cNvPr>
          <p:cNvCxnSpPr/>
          <p:nvPr/>
        </p:nvCxnSpPr>
        <p:spPr>
          <a:xfrm flipV="1">
            <a:off x="4361380" y="2938415"/>
            <a:ext cx="1376737" cy="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22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8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Completing the square to use vertex 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What is vertex form?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95950" y="1561444"/>
            <a:ext cx="112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063241" y="1607611"/>
                <a:ext cx="1681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1" y="1607611"/>
                <a:ext cx="1681038" cy="276999"/>
              </a:xfrm>
              <a:prstGeom prst="rect">
                <a:avLst/>
              </a:prstGeom>
              <a:blipFill>
                <a:blip r:embed="rId9"/>
                <a:stretch>
                  <a:fillRect l="-2909" t="-2222" r="-2545" b="-2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E8ACF5-8BD8-4085-A477-BE49B97095B5}"/>
                  </a:ext>
                </a:extLst>
              </p:cNvPr>
              <p:cNvSpPr txBox="1"/>
              <p:nvPr/>
            </p:nvSpPr>
            <p:spPr>
              <a:xfrm>
                <a:off x="1826232" y="2541482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AU" dirty="0"/>
                  <a:t>Group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𝑡𝑒𝑟𝑚𝑠</m:t>
                    </m:r>
                  </m:oMath>
                </a14:m>
                <a:endParaRPr lang="en-AU" b="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E8ACF5-8BD8-4085-A477-BE49B970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232" y="2541482"/>
                <a:ext cx="4628508" cy="369332"/>
              </a:xfrm>
              <a:prstGeom prst="rect">
                <a:avLst/>
              </a:prstGeom>
              <a:blipFill>
                <a:blip r:embed="rId10"/>
                <a:stretch>
                  <a:fillRect l="-922" t="-8333"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A888EC-4847-4BB3-927D-ACDF84FDA15D}"/>
                  </a:ext>
                </a:extLst>
              </p:cNvPr>
              <p:cNvSpPr txBox="1"/>
              <p:nvPr/>
            </p:nvSpPr>
            <p:spPr>
              <a:xfrm>
                <a:off x="3063241" y="3667103"/>
                <a:ext cx="18733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A888EC-4847-4BB3-927D-ACDF84FDA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1" y="3667103"/>
                <a:ext cx="1873398" cy="276999"/>
              </a:xfrm>
              <a:prstGeom prst="rect">
                <a:avLst/>
              </a:prstGeom>
              <a:blipFill>
                <a:blip r:embed="rId11"/>
                <a:stretch>
                  <a:fillRect l="-2280" t="-2222" r="-2280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79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8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Completing the square to use vertex 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What is vertex form?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53249C-8DBE-44E4-A9D9-9A754091B121}"/>
              </a:ext>
            </a:extLst>
          </p:cNvPr>
          <p:cNvSpPr txBox="1"/>
          <p:nvPr/>
        </p:nvSpPr>
        <p:spPr>
          <a:xfrm>
            <a:off x="1624835" y="2090367"/>
            <a:ext cx="16816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the formula:</a:t>
            </a:r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ABD7CA-632C-4B60-B686-E6B6A99ACE6F}"/>
                  </a:ext>
                </a:extLst>
              </p:cNvPr>
              <p:cNvSpPr txBox="1"/>
              <p:nvPr/>
            </p:nvSpPr>
            <p:spPr>
              <a:xfrm>
                <a:off x="1799610" y="2890307"/>
                <a:ext cx="594820" cy="524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ABD7CA-632C-4B60-B686-E6B6A99AC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610" y="2890307"/>
                <a:ext cx="594820" cy="5241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3F0014-C66E-4E4E-841C-D34973DE9F67}"/>
                  </a:ext>
                </a:extLst>
              </p:cNvPr>
              <p:cNvSpPr txBox="1"/>
              <p:nvPr/>
            </p:nvSpPr>
            <p:spPr>
              <a:xfrm>
                <a:off x="3267665" y="2956511"/>
                <a:ext cx="1707744" cy="391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= 1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3F0014-C66E-4E4E-841C-D34973DE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665" y="2956511"/>
                <a:ext cx="1707744" cy="391710"/>
              </a:xfrm>
              <a:prstGeom prst="rect">
                <a:avLst/>
              </a:prstGeom>
              <a:blipFill>
                <a:blip r:embed="rId10"/>
                <a:stretch>
                  <a:fillRect l="-6429" t="-4688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8884FEB-1995-4844-94DC-46FDB500514E}"/>
              </a:ext>
            </a:extLst>
          </p:cNvPr>
          <p:cNvSpPr txBox="1"/>
          <p:nvPr/>
        </p:nvSpPr>
        <p:spPr>
          <a:xfrm>
            <a:off x="1474342" y="4105683"/>
            <a:ext cx="7572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Now you need to add 1 inside of your bracket. But whenever you add a number inside the parenthesis. You need to subtract the same number outside of the parenthesis.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8371FF-5D4A-4D7D-AB46-B54AFA6DCEB0}"/>
                  </a:ext>
                </a:extLst>
              </p:cNvPr>
              <p:cNvSpPr txBox="1"/>
              <p:nvPr/>
            </p:nvSpPr>
            <p:spPr>
              <a:xfrm>
                <a:off x="3592360" y="1405875"/>
                <a:ext cx="18733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8371FF-5D4A-4D7D-AB46-B54AFA6DC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360" y="1405875"/>
                <a:ext cx="1873398" cy="276999"/>
              </a:xfrm>
              <a:prstGeom prst="rect">
                <a:avLst/>
              </a:prstGeom>
              <a:blipFill>
                <a:blip r:embed="rId11"/>
                <a:stretch>
                  <a:fillRect l="-2273" t="-2222" r="-2273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74C85B-72BF-4033-A305-CAD11310BEAD}"/>
                  </a:ext>
                </a:extLst>
              </p:cNvPr>
              <p:cNvSpPr txBox="1"/>
              <p:nvPr/>
            </p:nvSpPr>
            <p:spPr>
              <a:xfrm>
                <a:off x="3708800" y="5576224"/>
                <a:ext cx="2681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+1)−3−1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74C85B-72BF-4033-A305-CAD11310B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800" y="5576224"/>
                <a:ext cx="2681311" cy="276999"/>
              </a:xfrm>
              <a:prstGeom prst="rect">
                <a:avLst/>
              </a:prstGeom>
              <a:blipFill>
                <a:blip r:embed="rId12"/>
                <a:stretch>
                  <a:fillRect l="-1591" t="-2222" r="-1591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12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8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Completing the square to use vertex 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What is vertex form?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84FEB-1995-4844-94DC-46FDB500514E}"/>
                  </a:ext>
                </a:extLst>
              </p:cNvPr>
              <p:cNvSpPr txBox="1"/>
              <p:nvPr/>
            </p:nvSpPr>
            <p:spPr>
              <a:xfrm>
                <a:off x="1487185" y="2263908"/>
                <a:ext cx="7572053" cy="1320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QUICK TRICK:</a:t>
                </a:r>
              </a:p>
              <a:p>
                <a:endParaRPr lang="en-GB" dirty="0"/>
              </a:p>
              <a:p>
                <a:r>
                  <a:rPr lang="en-GB" dirty="0"/>
                  <a:t>5) Factor the bimodal: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84FEB-1995-4844-94DC-46FDB5005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185" y="2263908"/>
                <a:ext cx="7572053" cy="1320811"/>
              </a:xfrm>
              <a:prstGeom prst="rect">
                <a:avLst/>
              </a:prstGeom>
              <a:blipFill>
                <a:blip r:embed="rId9"/>
                <a:stretch>
                  <a:fillRect l="-725" t="-23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74C85B-72BF-4033-A305-CAD11310BEAD}"/>
                  </a:ext>
                </a:extLst>
              </p:cNvPr>
              <p:cNvSpPr txBox="1"/>
              <p:nvPr/>
            </p:nvSpPr>
            <p:spPr>
              <a:xfrm>
                <a:off x="3231344" y="1236345"/>
                <a:ext cx="2681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+1)−3−1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74C85B-72BF-4033-A305-CAD11310B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344" y="1236345"/>
                <a:ext cx="2681311" cy="276999"/>
              </a:xfrm>
              <a:prstGeom prst="rect">
                <a:avLst/>
              </a:prstGeom>
              <a:blipFill>
                <a:blip r:embed="rId10"/>
                <a:stretch>
                  <a:fillRect l="-1591" t="-2222" r="-1591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C8F57D-EDFC-46B7-A069-226CB72A86F3}"/>
                  </a:ext>
                </a:extLst>
              </p:cNvPr>
              <p:cNvSpPr txBox="1"/>
              <p:nvPr/>
            </p:nvSpPr>
            <p:spPr>
              <a:xfrm>
                <a:off x="3156748" y="4040650"/>
                <a:ext cx="1737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C8F57D-EDFC-46B7-A069-226CB72A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748" y="4040650"/>
                <a:ext cx="1737335" cy="276999"/>
              </a:xfrm>
              <a:prstGeom prst="rect">
                <a:avLst/>
              </a:prstGeom>
              <a:blipFill>
                <a:blip r:embed="rId11"/>
                <a:stretch>
                  <a:fillRect l="-2456" t="-2222" r="-2456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33861DC-A95D-486D-BDC4-23DC2AB87D79}"/>
              </a:ext>
            </a:extLst>
          </p:cNvPr>
          <p:cNvSpPr txBox="1"/>
          <p:nvPr/>
        </p:nvSpPr>
        <p:spPr>
          <a:xfrm>
            <a:off x="1674571" y="5236912"/>
            <a:ext cx="1556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Vertex: (-1, -4)</a:t>
            </a:r>
          </a:p>
        </p:txBody>
      </p:sp>
    </p:spTree>
    <p:extLst>
      <p:ext uri="{BB962C8B-B14F-4D97-AF65-F5344CB8AC3E}">
        <p14:creationId xmlns:p14="http://schemas.microsoft.com/office/powerpoint/2010/main" val="158194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8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Completing the square to use vertex 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What is vertex form?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7FD28C9-39B4-46ED-85CB-640D6B12D114}"/>
              </a:ext>
            </a:extLst>
          </p:cNvPr>
          <p:cNvSpPr txBox="1"/>
          <p:nvPr/>
        </p:nvSpPr>
        <p:spPr>
          <a:xfrm>
            <a:off x="1715785" y="1237695"/>
            <a:ext cx="6944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this one yourself!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49717" y="1323758"/>
            <a:ext cx="112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592174" y="2144924"/>
                <a:ext cx="1681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174" y="2144924"/>
                <a:ext cx="1681037" cy="276999"/>
              </a:xfrm>
              <a:prstGeom prst="rect">
                <a:avLst/>
              </a:prstGeom>
              <a:blipFill>
                <a:blip r:embed="rId9"/>
                <a:stretch>
                  <a:fillRect l="-2899" t="-2222" r="-2536" b="-2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796282-43E8-4658-9F03-8D3F06661EFA}"/>
                  </a:ext>
                </a:extLst>
              </p:cNvPr>
              <p:cNvSpPr txBox="1"/>
              <p:nvPr/>
            </p:nvSpPr>
            <p:spPr>
              <a:xfrm>
                <a:off x="1762017" y="3754920"/>
                <a:ext cx="716622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Steps:</a:t>
                </a:r>
              </a:p>
              <a:p>
                <a:pPr marL="342900" indent="-342900">
                  <a:buAutoNum type="arabicParenR"/>
                </a:pPr>
                <a:r>
                  <a:rPr lang="en-AU" dirty="0"/>
                  <a:t>Group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𝑡𝑒𝑟𝑚𝑠</m:t>
                    </m:r>
                  </m:oMath>
                </a14:m>
                <a:endParaRPr lang="en-AU" b="0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Factorise so a=1 </a:t>
                </a:r>
              </a:p>
              <a:p>
                <a:pPr marL="342900" indent="-342900">
                  <a:buAutoNum type="arabicParenR"/>
                </a:pPr>
                <a:r>
                  <a:rPr lang="en-GB" dirty="0"/>
                  <a:t>Use the formula:</a:t>
                </a:r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When you add inside the brackets you subtract outside of the brackets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796282-43E8-4658-9F03-8D3F06661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017" y="3754920"/>
                <a:ext cx="7166223" cy="2308324"/>
              </a:xfrm>
              <a:prstGeom prst="rect">
                <a:avLst/>
              </a:prstGeom>
              <a:blipFill>
                <a:blip r:embed="rId10"/>
                <a:stretch>
                  <a:fillRect l="-680" t="-1583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C7FDD0-159B-4FA7-8629-B0E93CD9B252}"/>
                  </a:ext>
                </a:extLst>
              </p:cNvPr>
              <p:cNvSpPr txBox="1"/>
              <p:nvPr/>
            </p:nvSpPr>
            <p:spPr>
              <a:xfrm>
                <a:off x="3804579" y="4735171"/>
                <a:ext cx="594820" cy="524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C7FDD0-159B-4FA7-8629-B0E93CD9B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579" y="4735171"/>
                <a:ext cx="594820" cy="5241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58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8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Completing the square to use vertex 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What is vertex form?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5C62DD-6B5A-4D24-985B-1B724DA351B3}"/>
              </a:ext>
            </a:extLst>
          </p:cNvPr>
          <p:cNvSpPr txBox="1"/>
          <p:nvPr/>
        </p:nvSpPr>
        <p:spPr>
          <a:xfrm>
            <a:off x="49717" y="1323758"/>
            <a:ext cx="112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/>
              <p:nvPr/>
            </p:nvSpPr>
            <p:spPr>
              <a:xfrm>
                <a:off x="3731480" y="1382435"/>
                <a:ext cx="1681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63BF38-11A1-437D-B44D-10564825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480" y="1382435"/>
                <a:ext cx="1681037" cy="276999"/>
              </a:xfrm>
              <a:prstGeom prst="rect">
                <a:avLst/>
              </a:prstGeom>
              <a:blipFill>
                <a:blip r:embed="rId9"/>
                <a:stretch>
                  <a:fillRect l="-2899" t="-2222" r="-2536" b="-2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949310-BA97-4378-9895-169024C2CBE0}"/>
                  </a:ext>
                </a:extLst>
              </p:cNvPr>
              <p:cNvSpPr txBox="1"/>
              <p:nvPr/>
            </p:nvSpPr>
            <p:spPr>
              <a:xfrm>
                <a:off x="3690121" y="2146293"/>
                <a:ext cx="18733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949310-BA97-4378-9895-169024C2C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21" y="2146293"/>
                <a:ext cx="1873398" cy="276999"/>
              </a:xfrm>
              <a:prstGeom prst="rect">
                <a:avLst/>
              </a:prstGeom>
              <a:blipFill>
                <a:blip r:embed="rId10"/>
                <a:stretch>
                  <a:fillRect l="-2273" t="-2174" r="-2273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CE1139-7B46-4475-BFFE-E3A59C7B47F1}"/>
                  </a:ext>
                </a:extLst>
              </p:cNvPr>
              <p:cNvSpPr txBox="1"/>
              <p:nvPr/>
            </p:nvSpPr>
            <p:spPr>
              <a:xfrm>
                <a:off x="4479270" y="2917268"/>
                <a:ext cx="1707744" cy="391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= 9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CE1139-7B46-4475-BFFE-E3A59C7B4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70" y="2917268"/>
                <a:ext cx="1707744" cy="391710"/>
              </a:xfrm>
              <a:prstGeom prst="rect">
                <a:avLst/>
              </a:prstGeom>
              <a:blipFill>
                <a:blip r:embed="rId11"/>
                <a:stretch>
                  <a:fillRect l="-6429" t="-4688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E9D319-8816-40A0-A869-2C6B2E32471F}"/>
                  </a:ext>
                </a:extLst>
              </p:cNvPr>
              <p:cNvSpPr txBox="1"/>
              <p:nvPr/>
            </p:nvSpPr>
            <p:spPr>
              <a:xfrm>
                <a:off x="3231344" y="2776458"/>
                <a:ext cx="594820" cy="524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E9D319-8816-40A0-A869-2C6B2E324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344" y="2776458"/>
                <a:ext cx="594820" cy="5241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96C53C-B9BB-4A35-82D9-94FC775F028D}"/>
                  </a:ext>
                </a:extLst>
              </p:cNvPr>
              <p:cNvSpPr txBox="1"/>
              <p:nvPr/>
            </p:nvSpPr>
            <p:spPr>
              <a:xfrm>
                <a:off x="3058383" y="3739994"/>
                <a:ext cx="2681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96C53C-B9BB-4A35-82D9-94FC775F0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383" y="3739994"/>
                <a:ext cx="2681311" cy="276999"/>
              </a:xfrm>
              <a:prstGeom prst="rect">
                <a:avLst/>
              </a:prstGeom>
              <a:blipFill>
                <a:blip r:embed="rId13"/>
                <a:stretch>
                  <a:fillRect l="-1591" t="-2222" r="-1364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EB7EC2-A724-4B21-8EA5-7F3B3FA42C29}"/>
                  </a:ext>
                </a:extLst>
              </p:cNvPr>
              <p:cNvSpPr txBox="1"/>
              <p:nvPr/>
            </p:nvSpPr>
            <p:spPr>
              <a:xfrm>
                <a:off x="3139372" y="5047270"/>
                <a:ext cx="17373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EB7EC2-A724-4B21-8EA5-7F3B3FA42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372" y="5047270"/>
                <a:ext cx="1737335" cy="276999"/>
              </a:xfrm>
              <a:prstGeom prst="rect">
                <a:avLst/>
              </a:prstGeom>
              <a:blipFill>
                <a:blip r:embed="rId14"/>
                <a:stretch>
                  <a:fillRect l="-2456" t="-2222" r="-2456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443C7F-58C1-4A3E-A1ED-06BFE11F536C}"/>
                  </a:ext>
                </a:extLst>
              </p:cNvPr>
              <p:cNvSpPr txBox="1"/>
              <p:nvPr/>
            </p:nvSpPr>
            <p:spPr>
              <a:xfrm>
                <a:off x="2429665" y="4259832"/>
                <a:ext cx="4628508" cy="48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5) Factor the bimodal: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443C7F-58C1-4A3E-A1ED-06BFE11F5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665" y="4259832"/>
                <a:ext cx="4628508" cy="489814"/>
              </a:xfrm>
              <a:prstGeom prst="rect">
                <a:avLst/>
              </a:prstGeom>
              <a:blipFill>
                <a:blip r:embed="rId15"/>
                <a:stretch>
                  <a:fillRect l="-1186" b="-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978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4130</TotalTime>
  <Words>396</Words>
  <Application>Microsoft Office PowerPoint</Application>
  <PresentationFormat>On-screen Show (4:3)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Cambria Math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Tony Nguyen</cp:lastModifiedBy>
  <cp:revision>39</cp:revision>
  <cp:lastPrinted>2021-08-27T03:16:37Z</cp:lastPrinted>
  <dcterms:created xsi:type="dcterms:W3CDTF">2017-03-26T12:36:47Z</dcterms:created>
  <dcterms:modified xsi:type="dcterms:W3CDTF">2021-09-03T00:11:00Z</dcterms:modified>
</cp:coreProperties>
</file>