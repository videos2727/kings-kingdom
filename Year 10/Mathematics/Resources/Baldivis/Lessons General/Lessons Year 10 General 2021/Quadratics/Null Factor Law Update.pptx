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332" r:id="rId3"/>
    <p:sldId id="333" r:id="rId4"/>
    <p:sldId id="334" r:id="rId5"/>
    <p:sldId id="263" r:id="rId6"/>
    <p:sldId id="303" r:id="rId7"/>
    <p:sldId id="330" r:id="rId8"/>
    <p:sldId id="331" r:id="rId9"/>
    <p:sldId id="270" r:id="rId10"/>
    <p:sldId id="329" r:id="rId11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87" d="100"/>
          <a:sy n="87" d="100"/>
        </p:scale>
        <p:origin x="894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8-16T05:48:22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6/09/2021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l">
              <a:defRPr sz="45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536918" y="1114051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3524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536918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9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536918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342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536918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489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536918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832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536918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58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536918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7018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536918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567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536918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3517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536918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2534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6235" y="261866"/>
            <a:ext cx="851535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027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6/09/2021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 cap="all" spc="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9/6/2021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i="0" cap="all" spc="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 cap="all" spc="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9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Quadratic Equations?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“= 0” help?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make our equation = 0!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AE0BC7E-F291-41D2-9108-295C00580A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3728" y="1724620"/>
                <a:ext cx="6480718" cy="18483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Univers"/>
                    <a:ea typeface="+mn-ea"/>
                    <a:cs typeface="+mn-cs"/>
                  </a:rPr>
                  <a:t>The Null Factor Law (NFL) states: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Univers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× </m:t>
                    </m:r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𝑏</m:t>
                    </m:r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Univers"/>
                    <a:ea typeface="+mn-ea"/>
                    <a:cs typeface="+mn-cs"/>
                  </a:rPr>
                  <a:t>= 0, then </a:t>
                </a:r>
                <a14:m>
                  <m:oMath xmlns:m="http://schemas.openxmlformats.org/officeDocument/2006/math">
                    <m:r>
                      <a:rPr kumimoji="0" lang="en-AU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</m:t>
                    </m:r>
                    <m:r>
                      <a:rPr kumimoji="0" lang="en-AU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</m:t>
                    </m:r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Univers"/>
                    <a:ea typeface="+mn-ea"/>
                    <a:cs typeface="+mn-cs"/>
                  </a:rPr>
                  <a:t>= 0 or </a:t>
                </a:r>
                <a14:m>
                  <m:oMath xmlns:m="http://schemas.openxmlformats.org/officeDocument/2006/math">
                    <m:r>
                      <a:rPr kumimoji="0" lang="en-AU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𝑏</m:t>
                    </m:r>
                    <m:r>
                      <a:rPr kumimoji="0" lang="en-AU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Univers"/>
                    <a:ea typeface="+mn-ea"/>
                    <a:cs typeface="+mn-cs"/>
                  </a:rPr>
                  <a:t>= 0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Univers"/>
                    <a:ea typeface="+mn-ea"/>
                    <a:cs typeface="+mn-cs"/>
                  </a:rPr>
                  <a:t>For example: Use the Null Factor Law to solve;</a:t>
                </a:r>
              </a:p>
              <a:p>
                <a:pPr marL="228600" marR="0" lvl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+3</m:t>
                        </m:r>
                      </m:e>
                    </m:d>
                    <m:d>
                      <m:d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−7</m:t>
                        </m:r>
                      </m:e>
                    </m:d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AE0BC7E-F291-41D2-9108-295C00580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724620"/>
                <a:ext cx="6480718" cy="1848395"/>
              </a:xfrm>
              <a:prstGeom prst="rect">
                <a:avLst/>
              </a:prstGeom>
              <a:blipFill>
                <a:blip r:embed="rId2"/>
                <a:stretch>
                  <a:fillRect l="-753" t="-3300" b="-36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565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Quadratic Equations?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“= 0” help?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make our equation = 0!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AE0BC7E-F291-41D2-9108-295C00580A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3728" y="1724620"/>
                <a:ext cx="6480718" cy="18483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−7</m:t>
                          </m:r>
                        </m:e>
                      </m:d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AE0BC7E-F291-41D2-9108-295C00580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724620"/>
                <a:ext cx="6480718" cy="18483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55D336A-6E51-4795-ADEB-A69D6109DE53}"/>
              </a:ext>
            </a:extLst>
          </p:cNvPr>
          <p:cNvSpPr txBox="1"/>
          <p:nvPr/>
        </p:nvSpPr>
        <p:spPr>
          <a:xfrm>
            <a:off x="2255495" y="2564904"/>
            <a:ext cx="362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You need to get both brackets to = 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035731-BE0F-4872-85E4-CA660DA295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3304640"/>
            <a:ext cx="2800350" cy="1238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CD9721-926D-4D6E-A35A-98C5AF6D0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4725144"/>
            <a:ext cx="6380501" cy="18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78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Quadratic Equations?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“= 0” help?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make our equation = 0!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AE0BC7E-F291-41D2-9108-295C00580A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3728" y="1724621"/>
                <a:ext cx="6480718" cy="4802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A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−7</m:t>
                          </m:r>
                        </m:e>
                      </m:d>
                      <m:r>
                        <a:rPr kumimoji="0" lang="en-AU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Univers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AAE0BC7E-F291-41D2-9108-295C00580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724621"/>
                <a:ext cx="6480718" cy="4802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209831C6-DA2F-45F9-9B77-653671E9A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2674700"/>
            <a:ext cx="6012160" cy="303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1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B342-892C-ED4C-BBEE-D7FE67DE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have a go together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A821875-053C-2747-9151-3648723B4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721" y="2237184"/>
            <a:ext cx="2548215" cy="3263504"/>
          </a:xfrm>
        </p:spPr>
      </p:pic>
    </p:spTree>
    <p:extLst>
      <p:ext uri="{BB962C8B-B14F-4D97-AF65-F5344CB8AC3E}">
        <p14:creationId xmlns:p14="http://schemas.microsoft.com/office/powerpoint/2010/main" val="21764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Quadratic Equations?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“= 0” help?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make our equation = 0!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48559" y="1628800"/>
                <a:ext cx="6775188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𝑆𝑜𝑙𝑣𝑒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+7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+10=0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𝑓𝑎𝑐𝑡𝑜𝑟𝑖𝑠𝑒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𝑓𝑖𝑟𝑠𝑡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𝑇h𝑖𝑠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𝑚𝑒𝑎𝑛𝑠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𝑒𝑖𝑡h𝑒𝑟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𝑜𝑛𝑒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𝑎𝑟𝑒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𝑏𝑒𝑐𝑎𝑢𝑠𝑒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𝑘𝑛𝑜𝑤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𝑚𝑢𝑙𝑡𝑖𝑝𝑙𝑖𝑒𝑑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latin typeface="Cambria Math"/>
                        </a:rPr>
                        <m:t> 0 </m:t>
                      </m:r>
                      <m:r>
                        <a:rPr lang="en-AU" b="0" i="1" smtClean="0">
                          <a:latin typeface="Cambria Math"/>
                        </a:rPr>
                        <m:t>𝑤𝑖𝑙𝑙</m:t>
                      </m:r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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+5=0    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+2=0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=−5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−2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=−5,−2</m:t>
                      </m:r>
                    </m:oMath>
                  </m:oMathPara>
                </a14:m>
                <a:endParaRPr lang="en-AU" b="0" dirty="0">
                  <a:sym typeface="Symbol"/>
                </a:endParaRPr>
              </a:p>
              <a:p>
                <a:pPr/>
                <a:br>
                  <a:rPr lang="en-AU" b="0" dirty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−5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+7∗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−5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+10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25−35+10=0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br>
                  <a:rPr lang="en-AU" b="0" dirty="0">
                    <a:sym typeface="Symbol"/>
                  </a:rPr>
                </a:br>
                <a:br>
                  <a:rPr lang="en-AU" b="0" dirty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+7∗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+10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4−14+10=0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59" y="1628800"/>
                <a:ext cx="6775188" cy="4524315"/>
              </a:xfrm>
              <a:prstGeom prst="rect">
                <a:avLst/>
              </a:prstGeom>
              <a:blipFill rotWithShape="1">
                <a:blip r:embed="rId2"/>
                <a:stretch>
                  <a:fillRect l="-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ular Callout 12"/>
          <p:cNvSpPr/>
          <p:nvPr/>
        </p:nvSpPr>
        <p:spPr>
          <a:xfrm>
            <a:off x="5292080" y="1628800"/>
            <a:ext cx="3096344" cy="612648"/>
          </a:xfrm>
          <a:prstGeom prst="wedgeRectCallout">
            <a:avLst>
              <a:gd name="adj1" fmla="val -103365"/>
              <a:gd name="adj2" fmla="val 95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We must have either of these two brackets equalling zero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Quadratic Equations?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“= 0” help?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make our equation = 0!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48559" y="1561465"/>
                <a:ext cx="6903428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𝑆𝑜𝑙𝑣𝑒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+6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−55=0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𝑓𝑎𝑐𝑡𝑜𝑟𝑖𝑠𝑒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𝑓𝑖𝑟𝑠𝑡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+11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𝑇h𝑖𝑠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𝑚𝑒𝑎𝑛𝑠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𝑒𝑖𝑡h𝑒𝑟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+11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𝑜𝑛𝑒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𝑎𝑟𝑒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𝑏𝑒𝑐𝑎𝑢𝑠𝑒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𝑘𝑛𝑜𝑤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𝑚𝑢𝑙𝑡𝑖𝑝𝑙𝑖𝑒𝑑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latin typeface="Cambria Math"/>
                        </a:rPr>
                        <m:t> 0 </m:t>
                      </m:r>
                      <m:r>
                        <a:rPr lang="en-AU" b="0" i="1" smtClean="0">
                          <a:latin typeface="Cambria Math"/>
                        </a:rPr>
                        <m:t>𝑤𝑖𝑙𝑙</m:t>
                      </m:r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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+11=0    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=−11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5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=−11,5</m:t>
                      </m:r>
                    </m:oMath>
                  </m:oMathPara>
                </a14:m>
                <a:endParaRPr lang="en-AU" b="0" dirty="0">
                  <a:sym typeface="Symbol"/>
                </a:endParaRPr>
              </a:p>
              <a:p>
                <a:pPr/>
                <a:br>
                  <a:rPr lang="en-AU" b="0" dirty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−11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+6∗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−11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−55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121−66−55=0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br>
                  <a:rPr lang="en-AU" b="0" dirty="0">
                    <a:sym typeface="Symbol"/>
                  </a:rPr>
                </a:br>
                <a:br>
                  <a:rPr lang="en-AU" b="0" dirty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+6∗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−55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25+30−55=0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59" y="1561465"/>
                <a:ext cx="6903428" cy="4524315"/>
              </a:xfrm>
              <a:prstGeom prst="rect">
                <a:avLst/>
              </a:prstGeom>
              <a:blipFill rotWithShape="1">
                <a:blip r:embed="rId2"/>
                <a:stretch>
                  <a:fillRect l="-1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2984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Solving Quadratic Equations?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“= 0” help?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make our equation = 0!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48559" y="1593285"/>
                <a:ext cx="6775188" cy="50783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𝑆𝑜𝑙𝑣𝑒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=36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𝑊h𝑖𝑐h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𝑒𝑞𝑢𝑎𝑡𝑖𝑜𝑛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𝑧𝑒𝑟𝑜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−36=0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𝑓𝑎𝑐𝑡𝑜𝑟𝑖𝑠𝑒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𝑓𝑖𝑟𝑠𝑡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+4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−9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𝑇h𝑖𝑠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𝑚𝑒𝑎𝑛𝑠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𝑒𝑖𝑡h𝑒𝑟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+4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𝑜𝑛𝑒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−9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𝑎𝑟𝑒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𝑏𝑒𝑐𝑎𝑢𝑠𝑒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𝑘𝑛𝑜𝑤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𝑚𝑢𝑙𝑡𝑖𝑝𝑙𝑖𝑒𝑑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latin typeface="Cambria Math"/>
                        </a:rPr>
                        <m:t> 0 </m:t>
                      </m:r>
                      <m:r>
                        <a:rPr lang="en-AU" b="0" i="1" smtClean="0">
                          <a:latin typeface="Cambria Math"/>
                        </a:rPr>
                        <m:t>𝑤𝑖𝑙𝑙</m:t>
                      </m:r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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+4=0    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−9=0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=−4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9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=−4,9</m:t>
                      </m:r>
                    </m:oMath>
                  </m:oMathPara>
                </a14:m>
                <a:br>
                  <a:rPr lang="en-AU" b="0" dirty="0">
                    <a:sym typeface="Symbol"/>
                  </a:rPr>
                </a:br>
                <a:endParaRPr lang="en-AU" b="0" i="1" dirty="0">
                  <a:latin typeface="Cambria Math"/>
                  <a:sym typeface="Symbo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−5∗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−4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−36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16+20−36=0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br>
                  <a:rPr lang="en-AU" b="0" dirty="0">
                    <a:sym typeface="Symbol"/>
                  </a:rPr>
                </a:br>
                <a:br>
                  <a:rPr lang="en-AU" b="0" dirty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9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−5∗</m:t>
                      </m:r>
                      <m:d>
                        <m:dPr>
                          <m:ctrlPr>
                            <a:rPr lang="en-AU" b="0" i="1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9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−36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81−45−36=0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59" y="1593285"/>
                <a:ext cx="6775188" cy="5078313"/>
              </a:xfrm>
              <a:prstGeom prst="rect">
                <a:avLst/>
              </a:prstGeom>
              <a:blipFill rotWithShape="1">
                <a:blip r:embed="rId2"/>
                <a:stretch>
                  <a:fillRect l="-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00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FF3BDAD-C241-9541-8D1C-B43B7CBA76EF}"/>
                  </a:ext>
                </a:extLst>
              </p14:cNvPr>
              <p14:cNvContentPartPr/>
              <p14:nvPr/>
            </p14:nvContentPartPr>
            <p14:xfrm>
              <a:off x="2143727" y="2541310"/>
              <a:ext cx="270" cy="27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FF3BDAD-C241-9541-8D1C-B43B7CBA76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0487" y="2538070"/>
                <a:ext cx="6750" cy="675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Content Placeholder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48CA58CF-D737-F147-9D1A-FDC265D7E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4662" t="67159"/>
          <a:stretch/>
        </p:blipFill>
        <p:spPr>
          <a:xfrm>
            <a:off x="887023" y="2049453"/>
            <a:ext cx="7868033" cy="1489398"/>
          </a:xfrm>
        </p:spPr>
      </p:pic>
    </p:spTree>
    <p:extLst>
      <p:ext uri="{BB962C8B-B14F-4D97-AF65-F5344CB8AC3E}">
        <p14:creationId xmlns:p14="http://schemas.microsoft.com/office/powerpoint/2010/main" val="531759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>
                <a:solidFill>
                  <a:schemeClr val="tx1"/>
                </a:solidFill>
              </a:rPr>
              <a:t>Exercise 6.10 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>
                <a:solidFill>
                  <a:schemeClr val="tx2"/>
                </a:solidFill>
              </a:rPr>
              <a:t>All to be done with a smile on your faces.</a:t>
            </a: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591</Words>
  <Application>Microsoft Office PowerPoint</Application>
  <PresentationFormat>On-screen Show (4:3)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Univers</vt:lpstr>
      <vt:lpstr>Office Theme</vt:lpstr>
      <vt:lpstr>GradientVTI</vt:lpstr>
      <vt:lpstr>PowerPoint Presentation</vt:lpstr>
      <vt:lpstr>PowerPoint Presentation</vt:lpstr>
      <vt:lpstr>PowerPoint Presentation</vt:lpstr>
      <vt:lpstr>Let’s have a go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Tony Nguyen</cp:lastModifiedBy>
  <cp:revision>85</cp:revision>
  <dcterms:created xsi:type="dcterms:W3CDTF">2014-05-14T02:58:57Z</dcterms:created>
  <dcterms:modified xsi:type="dcterms:W3CDTF">2021-09-06T01:18:10Z</dcterms:modified>
</cp:coreProperties>
</file>