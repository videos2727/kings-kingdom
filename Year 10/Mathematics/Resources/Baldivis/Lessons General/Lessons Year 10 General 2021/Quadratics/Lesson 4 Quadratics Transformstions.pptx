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89" r:id="rId2"/>
    <p:sldId id="326" r:id="rId3"/>
    <p:sldId id="340" r:id="rId4"/>
    <p:sldId id="346" r:id="rId5"/>
    <p:sldId id="347" r:id="rId6"/>
    <p:sldId id="348" r:id="rId7"/>
    <p:sldId id="349" r:id="rId8"/>
    <p:sldId id="342" r:id="rId9"/>
    <p:sldId id="350" r:id="rId10"/>
    <p:sldId id="352" r:id="rId11"/>
    <p:sldId id="343" r:id="rId12"/>
    <p:sldId id="344" r:id="rId13"/>
    <p:sldId id="345" r:id="rId14"/>
    <p:sldId id="260" r:id="rId15"/>
    <p:sldId id="25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deline Lum" initials="ML" lastIdx="1" clrIdx="0">
    <p:extLst>
      <p:ext uri="{19B8F6BF-5375-455C-9EA6-DF929625EA0E}">
        <p15:presenceInfo xmlns:p15="http://schemas.microsoft.com/office/powerpoint/2012/main" userId="84ffe2a5011a3e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75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1-13T00:14:31.031" idx="1">
    <p:pos x="7621" y="3197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49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60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33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1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22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40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0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8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4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7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23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9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75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A01BDBF-F4FC-4BD8-8353-209347E61AA3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3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8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comments" Target="../comments/comment2.xml"/><Relationship Id="rId5" Type="http://schemas.openxmlformats.org/officeDocument/2006/relationships/image" Target="../media/image130.png"/><Relationship Id="rId10" Type="http://schemas.openxmlformats.org/officeDocument/2006/relationships/image" Target="../media/image180.png"/><Relationship Id="rId4" Type="http://schemas.openxmlformats.org/officeDocument/2006/relationships/image" Target="../media/image120.png"/><Relationship Id="rId9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3" Type="http://schemas.openxmlformats.org/officeDocument/2006/relationships/image" Target="../media/image24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5.xml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723" y="4856846"/>
            <a:ext cx="7766936" cy="123689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Topic: Quadratics</a:t>
            </a:r>
            <a:endParaRPr lang="en-US" sz="3200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7306" y="5122877"/>
            <a:ext cx="3914390" cy="1040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320723" y="5827706"/>
            <a:ext cx="86507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the parabola be transformed?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Transformations in mathematics involves, reflection, translation, and dilation. These can be applied to parabolas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922" y="1387627"/>
            <a:ext cx="2075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transformation?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/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The simplest parabola is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b="0" dirty="0"/>
                  <a:t> and this is what will be transformed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FEFAEB-A4E2-499C-964E-5DD605C5D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149" y="2592675"/>
                <a:ext cx="9523950" cy="400110"/>
              </a:xfrm>
              <a:prstGeom prst="rect">
                <a:avLst/>
              </a:prstGeom>
              <a:blipFill>
                <a:blip r:embed="rId3"/>
                <a:stretch>
                  <a:fillRect l="-704" t="-7576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172334" y="2512310"/>
            <a:ext cx="1829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the simplest parabola?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F5F73-051A-4FDD-8115-47AA097FA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271" y="3120902"/>
            <a:ext cx="4425705" cy="343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dilate or reduce a parabola?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06013-CD1C-403C-9721-3070F348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264" y="1435836"/>
            <a:ext cx="6803018" cy="5284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120" y="2120122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/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B1F735-8E04-4326-BBC4-74941D4A2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38" y="2976338"/>
                <a:ext cx="2122517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/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6860BC-1F7D-4469-8EA6-1C7423524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741" y="127699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18C949-9BAE-4601-AD12-E08978096928}"/>
              </a:ext>
            </a:extLst>
          </p:cNvPr>
          <p:cNvCxnSpPr>
            <a:cxnSpLocks/>
          </p:cNvCxnSpPr>
          <p:nvPr/>
        </p:nvCxnSpPr>
        <p:spPr>
          <a:xfrm flipH="1">
            <a:off x="5495157" y="1646327"/>
            <a:ext cx="417963" cy="9105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E5267F-B5EA-4666-A677-3A3CC25F897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833193" y="2489454"/>
            <a:ext cx="1141186" cy="278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4ABE5F-3785-4186-AA1B-D88F62656278}"/>
              </a:ext>
            </a:extLst>
          </p:cNvPr>
          <p:cNvCxnSpPr>
            <a:cxnSpLocks/>
          </p:cNvCxnSpPr>
          <p:nvPr/>
        </p:nvCxnSpPr>
        <p:spPr>
          <a:xfrm flipH="1">
            <a:off x="5780117" y="3456304"/>
            <a:ext cx="803563" cy="154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increases, the parabola becomes steeper.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1690255"/>
                <a:ext cx="3429000" cy="923330"/>
              </a:xfrm>
              <a:prstGeom prst="rect">
                <a:avLst/>
              </a:prstGeom>
              <a:blipFill>
                <a:blip r:embed="rId7"/>
                <a:stretch>
                  <a:fillRect l="-1421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/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as the value of a decreases, the parabola becomes wider as a decreases.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2C725D-42C3-44EF-9311-FFF62A1E0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82" y="3203352"/>
                <a:ext cx="3429000" cy="1200329"/>
              </a:xfrm>
              <a:prstGeom prst="rect">
                <a:avLst/>
              </a:prstGeom>
              <a:blipFill>
                <a:blip r:embed="rId8"/>
                <a:stretch>
                  <a:fillRect l="-1421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806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05F9D326-5952-418A-BFB3-C399BF338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" y="395785"/>
            <a:ext cx="8134815" cy="5943600"/>
          </a:xfrm>
          <a:prstGeom prst="rect">
            <a:avLst/>
          </a:prstGeom>
        </p:spPr>
      </p:pic>
      <p:pic>
        <p:nvPicPr>
          <p:cNvPr id="5" name="Picture 4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F68CAD27-EAEE-4BBD-84C1-78F36A2B7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582" y="395785"/>
            <a:ext cx="2524087" cy="898891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F7E09EDF-4D89-4D26-B528-9E069C8CA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582" y="1663322"/>
            <a:ext cx="2013471" cy="833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590C5-7E72-4502-A2FA-596A99834723}"/>
              </a:ext>
            </a:extLst>
          </p:cNvPr>
          <p:cNvSpPr txBox="1"/>
          <p:nvPr/>
        </p:nvSpPr>
        <p:spPr>
          <a:xfrm>
            <a:off x="8345606" y="2736376"/>
            <a:ext cx="2879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Will the above equation be steeper or wider?</a:t>
            </a:r>
          </a:p>
        </p:txBody>
      </p:sp>
    </p:spTree>
    <p:extLst>
      <p:ext uri="{BB962C8B-B14F-4D97-AF65-F5344CB8AC3E}">
        <p14:creationId xmlns:p14="http://schemas.microsoft.com/office/powerpoint/2010/main" val="108553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740AFB7F-A694-4161-A87B-258B1A97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845"/>
            <a:ext cx="12192000" cy="5200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57950-AE7F-4207-B849-4564C13D2584}"/>
              </a:ext>
            </a:extLst>
          </p:cNvPr>
          <p:cNvSpPr txBox="1"/>
          <p:nvPr/>
        </p:nvSpPr>
        <p:spPr>
          <a:xfrm>
            <a:off x="784746" y="4237630"/>
            <a:ext cx="2456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SOLUTIONS</a:t>
            </a:r>
          </a:p>
        </p:txBody>
      </p:sp>
    </p:spTree>
    <p:extLst>
      <p:ext uri="{BB962C8B-B14F-4D97-AF65-F5344CB8AC3E}">
        <p14:creationId xmlns:p14="http://schemas.microsoft.com/office/powerpoint/2010/main" val="358935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E7A2F-4DE4-459C-BC62-825049BD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942"/>
            <a:ext cx="8132769" cy="5944115"/>
          </a:xfrm>
          <a:prstGeom prst="rect">
            <a:avLst/>
          </a:prstGeom>
        </p:spPr>
      </p:pic>
      <p:pic>
        <p:nvPicPr>
          <p:cNvPr id="7" name="Picture 6" descr="Application&#10;&#10;Description automatically generated">
            <a:extLst>
              <a:ext uri="{FF2B5EF4-FFF2-40B4-BE49-F238E27FC236}">
                <a16:creationId xmlns:a16="http://schemas.microsoft.com/office/drawing/2014/main" id="{9E0AF1EC-45F7-4B80-8FE1-CD647DB3E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987" y="456942"/>
            <a:ext cx="2787461" cy="24792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B29F-D729-43DC-9912-D8A368C35263}"/>
                  </a:ext>
                </a:extLst>
              </p:cNvPr>
              <p:cNvSpPr txBox="1"/>
              <p:nvPr/>
            </p:nvSpPr>
            <p:spPr>
              <a:xfrm>
                <a:off x="8632209" y="3480179"/>
                <a:ext cx="308439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Will Graph 3 be wider or steeper then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Will Graph 4 be wider or steeper then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Will Graph 5 be wider or steeper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C1B29F-D729-43DC-9912-D8A368C3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209" y="3480179"/>
                <a:ext cx="3084394" cy="2554545"/>
              </a:xfrm>
              <a:prstGeom prst="rect">
                <a:avLst/>
              </a:prstGeom>
              <a:blipFill>
                <a:blip r:embed="rId4"/>
                <a:stretch>
                  <a:fillRect l="-1976" t="-1432" b="-3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4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157877DC-08D2-418B-9C12-1C9EABF10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131"/>
            <a:ext cx="12192000" cy="523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E729E1-9D5D-4F93-8AED-70E2CB6A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92" y="1534359"/>
            <a:ext cx="6649452" cy="518400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reflect a parabola about the x-axis?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761" y="2066341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when a is less than zero, the parabola is reflected about the x-axis.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923330"/>
              </a:xfrm>
              <a:prstGeom prst="rect">
                <a:avLst/>
              </a:prstGeom>
              <a:blipFill>
                <a:blip r:embed="rId5"/>
                <a:stretch>
                  <a:fillRect l="-1421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/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E7B02C3-DDFA-45CE-96EC-ADF0218F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841" y="460229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/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E327BC-46DE-46B8-8B58-76F7C9B58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67" y="2649223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/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F8DE25-D79E-43D2-B854-7355773A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866" y="2924556"/>
                <a:ext cx="2122517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/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0F9DF-0BE8-418B-A6D3-E409FBC28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15" y="5269440"/>
                <a:ext cx="2122517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/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4ACAB-1B13-4389-9C77-8D55249F4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86" y="4971630"/>
                <a:ext cx="2122517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D45CB9-1C49-4255-ABF4-456F1499F174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F620B-EBBC-440E-95DE-E79F39CAE8AC}"/>
              </a:ext>
            </a:extLst>
          </p:cNvPr>
          <p:cNvCxnSpPr>
            <a:cxnSpLocks/>
          </p:cNvCxnSpPr>
          <p:nvPr/>
        </p:nvCxnSpPr>
        <p:spPr>
          <a:xfrm flipH="1">
            <a:off x="5495157" y="3336048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27821C1-0DFE-4555-B554-84FA8CBCC62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400770" y="4971630"/>
            <a:ext cx="879330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0BD4CF-B78F-40AF-ACAB-0414720F6915}"/>
              </a:ext>
            </a:extLst>
          </p:cNvPr>
          <p:cNvCxnSpPr>
            <a:cxnSpLocks/>
          </p:cNvCxnSpPr>
          <p:nvPr/>
        </p:nvCxnSpPr>
        <p:spPr>
          <a:xfrm flipH="1">
            <a:off x="5750047" y="5780956"/>
            <a:ext cx="691906" cy="233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0F7C7BD-62F6-4372-8A81-251BB144C9C4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3745892" y="2833889"/>
            <a:ext cx="845092" cy="184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2A46E2-8FFB-4FFB-BDC9-FD20D9F41806}"/>
              </a:ext>
            </a:extLst>
          </p:cNvPr>
          <p:cNvCxnSpPr>
            <a:cxnSpLocks/>
          </p:cNvCxnSpPr>
          <p:nvPr/>
        </p:nvCxnSpPr>
        <p:spPr>
          <a:xfrm>
            <a:off x="3713632" y="5361464"/>
            <a:ext cx="887409" cy="329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54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EABA-2A8C-4AAA-BD56-08D069EC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F382ED-366D-4DE5-A831-6EBD633C0ED4}"/>
                  </a:ext>
                </a:extLst>
              </p:cNvPr>
              <p:cNvSpPr txBox="1"/>
              <p:nvPr/>
            </p:nvSpPr>
            <p:spPr>
              <a:xfrm>
                <a:off x="600502" y="2005445"/>
                <a:ext cx="4205960" cy="2397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Will                      be steeper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Then Graph 1?</a:t>
                </a:r>
              </a:p>
              <a:p>
                <a:endParaRPr lang="en-GB" sz="2400" dirty="0"/>
              </a:p>
              <a:p>
                <a:r>
                  <a:rPr lang="en-GB" sz="2400" dirty="0"/>
                  <a:t>How about these 2? Will they be</a:t>
                </a:r>
              </a:p>
              <a:p>
                <a:r>
                  <a:rPr lang="en-GB" sz="2400" dirty="0"/>
                  <a:t>Steeper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F382ED-366D-4DE5-A831-6EBD633C0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02" y="2005445"/>
                <a:ext cx="4205960" cy="2397516"/>
              </a:xfrm>
              <a:prstGeom prst="rect">
                <a:avLst/>
              </a:prstGeom>
              <a:blipFill>
                <a:blip r:embed="rId2"/>
                <a:stretch>
                  <a:fillRect l="-2322" t="-2036" r="-1451" b="-12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CAEB4A67-3967-42C7-899A-CAD8D1F4A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99" y="1947110"/>
            <a:ext cx="1764381" cy="561058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710596FA-A109-4BA3-AC70-469BE019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322" y="951117"/>
            <a:ext cx="5710523" cy="4743552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BEB9CA0D-DCD5-46E5-A56F-234EFC256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89" y="4643936"/>
            <a:ext cx="3350099" cy="174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5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7BBA-BB1A-4FCD-B3E4-6D8A9039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Solutions: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4AFAB5C0-84BE-4881-A264-ED8F8A9D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40" y="1284527"/>
            <a:ext cx="6943220" cy="498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47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B883C-F864-4B05-936D-11F6A0CA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503" y="1440959"/>
            <a:ext cx="6789830" cy="527474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vertically?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2871739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when c is positive, the parabola moves up c units. If c is negative the parabola moves down c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2664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717" y="3705558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248" y="2163052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5495158" y="236348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448053" y="3195054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 flipH="1">
            <a:off x="5453694" y="4028208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8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2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DC37A-1F8E-42E3-9D20-9B4D1722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89" y="1402569"/>
            <a:ext cx="6576565" cy="5109067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75154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09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Quadratics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the parabola be transformed?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5321B-E8CD-4E98-9206-BEA695B63A26}"/>
              </a:ext>
            </a:extLst>
          </p:cNvPr>
          <p:cNvSpPr txBox="1"/>
          <p:nvPr/>
        </p:nvSpPr>
        <p:spPr>
          <a:xfrm>
            <a:off x="0" y="1356561"/>
            <a:ext cx="1829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do we move a parabola horizontally?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/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77459-BD5D-4BAE-AB58-4610DCEB1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992" y="2129384"/>
                <a:ext cx="2122517" cy="369332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/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, the parabola moves left h units. </a:t>
                </a:r>
              </a:p>
              <a:p>
                <a:endParaRPr lang="en-GB" dirty="0"/>
              </a:p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the parabola moves right h units.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574175-3817-4247-9DE0-50C79715C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1681" y="2066341"/>
                <a:ext cx="3429000" cy="1477328"/>
              </a:xfrm>
              <a:prstGeom prst="rect">
                <a:avLst/>
              </a:prstGeom>
              <a:blipFill>
                <a:blip r:embed="rId5"/>
                <a:stretch>
                  <a:fillRect l="-1421" t="-2479" r="-177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/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C24DF-FDC4-430F-9F10-CCAD987B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035" y="2131315"/>
                <a:ext cx="2122517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/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C206C9-81C6-40B0-8FCF-935B88381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39" y="2211468"/>
                <a:ext cx="2122517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777593-43BF-4DDB-83E2-6459965B376F}"/>
              </a:ext>
            </a:extLst>
          </p:cNvPr>
          <p:cNvCxnSpPr>
            <a:cxnSpLocks/>
          </p:cNvCxnSpPr>
          <p:nvPr/>
        </p:nvCxnSpPr>
        <p:spPr>
          <a:xfrm flipH="1">
            <a:off x="6805206" y="2594343"/>
            <a:ext cx="784941" cy="4678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772F7E-70E4-4A08-ABCF-2CE2B88159DE}"/>
              </a:ext>
            </a:extLst>
          </p:cNvPr>
          <p:cNvCxnSpPr>
            <a:cxnSpLocks/>
          </p:cNvCxnSpPr>
          <p:nvPr/>
        </p:nvCxnSpPr>
        <p:spPr>
          <a:xfrm flipH="1">
            <a:off x="5685862" y="2416033"/>
            <a:ext cx="538726" cy="528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F5D968-74CE-4454-88ED-D2EF244CFF93}"/>
              </a:ext>
            </a:extLst>
          </p:cNvPr>
          <p:cNvCxnSpPr>
            <a:cxnSpLocks/>
          </p:cNvCxnSpPr>
          <p:nvPr/>
        </p:nvCxnSpPr>
        <p:spPr>
          <a:xfrm>
            <a:off x="2509388" y="2480702"/>
            <a:ext cx="699761" cy="45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35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the Quadratics Transformation Worksheet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1488</TotalTime>
  <Words>469</Words>
  <Application>Microsoft Office PowerPoint</Application>
  <PresentationFormat>Widescreen</PresentationFormat>
  <Paragraphs>100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 Math</vt:lpstr>
      <vt:lpstr>DJB Fancy Nancy</vt:lpstr>
      <vt:lpstr>Kiwi School Handwriting</vt:lpstr>
      <vt:lpstr>Tw Cen MT</vt:lpstr>
      <vt:lpstr>Tw Cen MT Condensed</vt:lpstr>
      <vt:lpstr>Wingdings 3</vt:lpstr>
      <vt:lpstr>Integral</vt:lpstr>
      <vt:lpstr>Topic: Quadratics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LHS:</vt:lpstr>
      <vt:lpstr>Solutions: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Tony Nguyen</cp:lastModifiedBy>
  <cp:revision>23</cp:revision>
  <dcterms:created xsi:type="dcterms:W3CDTF">2018-06-02T10:27:40Z</dcterms:created>
  <dcterms:modified xsi:type="dcterms:W3CDTF">2021-08-24T06:25:36Z</dcterms:modified>
</cp:coreProperties>
</file>