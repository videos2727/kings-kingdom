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sldIdLst>
    <p:sldId id="256" r:id="rId3"/>
    <p:sldId id="272" r:id="rId4"/>
    <p:sldId id="259" r:id="rId5"/>
    <p:sldId id="260" r:id="rId6"/>
    <p:sldId id="360" r:id="rId7"/>
    <p:sldId id="367" r:id="rId8"/>
    <p:sldId id="274" r:id="rId9"/>
    <p:sldId id="362" r:id="rId10"/>
    <p:sldId id="364" r:id="rId11"/>
    <p:sldId id="265" r:id="rId12"/>
    <p:sldId id="266" r:id="rId13"/>
    <p:sldId id="267" r:id="rId14"/>
    <p:sldId id="275" r:id="rId15"/>
    <p:sldId id="365" r:id="rId16"/>
    <p:sldId id="366" r:id="rId17"/>
    <p:sldId id="276" r:id="rId18"/>
    <p:sldId id="261" r:id="rId19"/>
    <p:sldId id="26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430" autoAdjust="0"/>
    <p:restoredTop sz="94660"/>
  </p:normalViewPr>
  <p:slideViewPr>
    <p:cSldViewPr snapToGrid="0">
      <p:cViewPr varScale="1">
        <p:scale>
          <a:sx n="75" d="100"/>
          <a:sy n="75" d="100"/>
        </p:scale>
        <p:origin x="42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0:19.580"/>
    </inkml:context>
    <inkml:brush xml:id="br0">
      <inkml:brushProperty name="width" value="0.04286" units="cm"/>
      <inkml:brushProperty name="height" value="0.04286" units="cm"/>
      <inkml:brushProperty name="color" value="#AB008B"/>
    </inkml:brush>
  </inkml:definitions>
  <inkml:trace contextRef="#ctx0" brushRef="#br0">293 98 26944,'6'12'796,"-1"-1"-706,-5-11 279,0 0-167,0-3-146,0 2-23,0-1 12,0 2-22,0 0-23,0-3 0,0-2-12,0-4 12,0-4 0,0-1 0,-2-1-11,-2 0 11,-3 4-11,0-1 11,-1 6-11,0 0 0,0 3-1,0 2 12,-1-1-11,-2 2 11,-1 0 0,-1 0 0,-1 0 0,-2 2 0,-2 5 0,-1 4 0,-2 7 0,4 3 0,-2 2 0,4 2 0,0 1 0,-3 12 0,8-9 0,-4 9 0,9-11 0,1 2 0,2-1 0,2 2 0,0-1 0,0-2 0,0-3 0,0 7 0,3-11 0,2 3 11,1-11-11,1-5 0,-2 0-11,1-2 11,-3-3 0,1 1 0,0-3 0,-1 0 0,0 0 11,1 0-11,1 0 0,2 0 0,2 0 0,0 0 0,2 0 0,0-3 12,-2-1-12,3-4 0,-4-3 0,4 2 0,-2-3 0,4-2 0,-4 2 0,4-5 0,-4 6 0,1-5 0,-1 0 0,1-2 0,-1-1 0,4-10 0,-4 6 0,2-6 0,-3 9-12,-4 1 12,2 0 0,-4 0 0,1 1 0,-1 1-11,0 1 11,3-5 0,-2 8 0,1-6 0,-2 11-11,0-2 11,0 5 0,-1 1 0,-1 3 0,1 1 0,-2 0 0,1 0 0,-1 8 0,0 4 11,0 11-11,-1 4 11,-1 2-11,-1 2 0,2 1 0,-1 1 12,2 2-12,0-2 11,0 0-11,0-2 0,0-2 0,0-2 0,3-3 11,2-4-11,2-2 0,5-2 0,-1-4 0,1-2 0,1-6 0,9-2 0,1-1 11,10-2-11,-1-10 0,4-5-22,1-12-23,-1 0-67,-1-5-269,2 1-9450,-4-4 8843,-4 5 0,-14 12 1,-7 7-1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0:21.561"/>
    </inkml:context>
    <inkml:brush xml:id="br0">
      <inkml:brushProperty name="width" value="0.04286" units="cm"/>
      <inkml:brushProperty name="height" value="0.04286" units="cm"/>
      <inkml:brushProperty name="color" value="#AB008B"/>
    </inkml:brush>
  </inkml:definitions>
  <inkml:trace contextRef="#ctx0" brushRef="#br0">313 1 28076,'4'12'190,"-1"-2"-167,-3-10 55,0 0-22,-6 83-33,0-39-7,0 11 1,0 1-6,-5-1 12,-2 3-12,1 5-11,-6 3 11,1 3-11,-2 2 0,2-3 0,2-2 0,3-10 0,3-6 0,3-10 0,1-8 0,2-8 0,2-8 0,-1-7 0,2-3 0,0-4 0,0-1-11,0-1 11,0-8 0,0-2 0,3-9 0,4-4 0,4-4 0,6-3-11,1-5 11,0 0 0,4 2 0,-2-1 0,4 2 0,0 1 0,2 0 0,2 4 0,1 3 0,0 3 0,-1 3 0,-2 3 0,6 0 0,-9 7 0,4 1-11,-10 6 11,0 1 0,-4 0 11,1 0-11,-2 1 0,-2 5 11,1 4-11,-4 6 11,1 3 0,-4 10-11,-1-3 0,-1 7 12,-2-7-12,0 0 0,0 0 11,0-1-11,0-2 11,-4 9-11,-3-9 0,-2 8 11,-4-10-11,1 0 0,-5-1 0,-1 0 0,0-1 11,-3-1-11,0-2 0,-4-1 0,-4-1 0,-24-1 0,6-6-11,-19-2-11,11-5-79,-24-27-56,22 1-795,-8-27 952,36 3 0,16 23 0,6 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0:23.007"/>
    </inkml:context>
    <inkml:brush xml:id="br0">
      <inkml:brushProperty name="width" value="0.04286" units="cm"/>
      <inkml:brushProperty name="height" value="0.04286" units="cm"/>
      <inkml:brushProperty name="color" value="#AB008B"/>
    </inkml:brush>
  </inkml:definitions>
  <inkml:trace contextRef="#ctx0" brushRef="#br0">335 139 28143,'1'12'224,"1"-3"-224,-2-9 179,0 0-179,0-2 0,0-5 0,0-4-11,0-7 11,-4-2 0,-3 1 0,-5-1 0,-3 4-11,0 1 11,-1 1 0,2 6 0,0 1-11,2 5 11,-1 1 0,-2 1 0,-3 5 0,-2 9 11,-9 29 0,6-2 0,-3 21 1,7-13-12,5 3 11,-1 1-11,4 1 11,1-1 0,2 19-11,4-21 0,1 11 0,3-29 0,0-6 11,3-4-11,5-5 0,10-5 0,8-4 0,9-4-11,24-4 0,-13-5-11,15-2-12,-26-5-33,-8 0-90,-7 2 157,-6-1 0,-6 6 0,-4-1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0:26.135"/>
    </inkml:context>
    <inkml:brush xml:id="br0">
      <inkml:brushProperty name="width" value="0.04286" units="cm"/>
      <inkml:brushProperty name="height" value="0.04286" units="cm"/>
      <inkml:brushProperty name="color" value="#AB008B"/>
    </inkml:brush>
  </inkml:definitions>
  <inkml:trace contextRef="#ctx0" brushRef="#br0">129 1 27908,'2'11'336,"0"-2"-314,-2-9 146,0 0-123,0-2-11,0 1-1,0-2-21,0 3-1,0 0 0,-1 0-11,0 0 0,-1 0 11,0 3-11,-1 7 11,0 9-11,0 11 12,0 5-12,0 5 11,-1 6-11,-4 8 11,-1 13-11,-5 11 0,1 7-234,0 4 234,2-4 0,5-29 0,0-1 0,-1 22 0,-3 15 0,7-39 0,-1-7 0,2-3 0,1-10 0,1-8 0,0-7 0,0-9 0,0-3 234,0-5-256,0-1-12,0-8-67,0-8-380,0-12 481,0-4 0,0 12 0,0 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0:27.528"/>
    </inkml:context>
    <inkml:brush xml:id="br0">
      <inkml:brushProperty name="width" value="0.04286" units="cm"/>
      <inkml:brushProperty name="height" value="0.04286" units="cm"/>
      <inkml:brushProperty name="color" value="#AB008B"/>
    </inkml:brush>
  </inkml:definitions>
  <inkml:trace contextRef="#ctx0" brushRef="#br0">386 211 28132,'15'5'146,"-3"-1"-135,-12-4 0,0 0 23,0-74 10,0 48-10,0-57-12,-7 71-10,-1 0-12,-10 6 0,0 1 0,-5 4 11,-2 1-11,-5 1 0,-5 13 0,-23 29 11,13 5-11,-12 24 0,23-12 11,9 4-11,7 0 11,11-3-11,3-2-11,10 4 11,8-20 0,11-5 0,8-27 0,6-8-11,4-17 0,4-11-12,3-20-10,-2-10-12,-1-8 11,-6-1 12,-7-4 11,-8 1 11,-8 5 0,-8 10 11,-5 11 11,-4 12 1,-1 13-1,0 9-11,0 4-11,0 3 34,0 0 0,-3 1-23,-1 10 11,-5 8-11,-1 13 12,1 8-12,3 7 0,3 6-11,2 4 11,1 3-11,0 1 0,4-1 0,4-4 0,7-7 0,4-9 0,5-9 0,6-14-11,2-7-11,7-7-45,3-13-101,1-8-1132,-1-13 1300,-10-7 0,-14 17 0,-8 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0:27.957"/>
    </inkml:context>
    <inkml:brush xml:id="br0">
      <inkml:brushProperty name="width" value="0.04286" units="cm"/>
      <inkml:brushProperty name="height" value="0.04286" units="cm"/>
      <inkml:brushProperty name="color" value="#AB008B"/>
    </inkml:brush>
  </inkml:definitions>
  <inkml:trace contextRef="#ctx0" brushRef="#br0">17 31 28423,'-9'-14'90,"1"3"-79,8 11 0,0 0-11,52-3 0,-20 2 0,42 0 0,-35 4-22,-3 0-57,-5 2-100,-6-1-582,-7 1 761,-7-1 0,-5-1 0,-5-1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0:28.565"/>
    </inkml:context>
    <inkml:brush xml:id="br0">
      <inkml:brushProperty name="width" value="0.04286" units="cm"/>
      <inkml:brushProperty name="height" value="0.04286" units="cm"/>
      <inkml:brushProperty name="color" value="#AB008B"/>
    </inkml:brush>
  </inkml:definitions>
  <inkml:trace contextRef="#ctx0" brushRef="#br0">8 3 27382,'-4'0'862,"0"0"-784,4 0 34,0 0-67,15-1-11,-2 0-23,16 0 0,-4 1-11,4 0 0,3 0 0,1 0-11,2 0-11,-5 0-46,-1 0-111,-7 0-851,-2 0 1030,-9 1 0,-4 0 0,-6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0:28.925"/>
    </inkml:context>
    <inkml:brush xml:id="br0">
      <inkml:brushProperty name="width" value="0.04286" units="cm"/>
      <inkml:brushProperty name="height" value="0.04286" units="cm"/>
      <inkml:brushProperty name="color" value="#AB008B"/>
    </inkml:brush>
  </inkml:definitions>
  <inkml:trace contextRef="#ctx0" brushRef="#br0">0 1 28065,'15'17'291,"-4"-3"-269,-11-14 90,0 0-78,7 25-12,-3 2 1,3 30-12,-4-1 0,-3 10-11,0 5 0,0 1 0,0 3 0,-3-4-45,3 0-44,-3-9-236,3-10 325,0-18 0,0-16 0,0-11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0:30.352"/>
    </inkml:context>
    <inkml:brush xml:id="br0">
      <inkml:brushProperty name="width" value="0.04286" units="cm"/>
      <inkml:brushProperty name="height" value="0.04286" units="cm"/>
      <inkml:brushProperty name="color" value="#AB008B"/>
    </inkml:brush>
  </inkml:definitions>
  <inkml:trace contextRef="#ctx0" brushRef="#br0">64 1 28031,'16'8'347,"-2"-1"-324,-14-7 44,0 0-22,1 28-23,-1 3 1,2 32-1,-2 1-11,0 11-11,0 8 11,-3 6-11,-3 5 0,-3-3 0,-2-5 0,2-12 0,2-11 0,2-12 0,-1-11 0,3-11-11,0-11 11,1-9-11,2-5 0,0-4 0,0 0-1,0-1 1,0-13-11,0-10-1,0-19 1,7-11 0,3-4 10,8-1 12,0 5 0,4 6 0,0 7 12,3 7-12,1 7 11,2 4 0,1 5-11,1 5 11,-2 2 12,8 7-12,-11 1 0,6 10-11,-9 5 11,-3 11 0,-1 4 1,-3 6-12,-3 0 22,0 18-22,-5-11 0,-2 11 0,-3-17 0,-2 2 11,0-4-11,-2 0 0,-3-5 0,-14 5 0,-2-9 0,-16 3 0,-1-11 0,-12-3-11,-8-3 0,-6-4-23,3-3-89,-6-2-101,28-4-1065,6-6 1289,28-11 0,5 8 0,0-2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0:30.771"/>
    </inkml:context>
    <inkml:brush xml:id="br0">
      <inkml:brushProperty name="width" value="0.04286" units="cm"/>
      <inkml:brushProperty name="height" value="0.04286" units="cm"/>
      <inkml:brushProperty name="color" value="#AB008B"/>
    </inkml:brush>
  </inkml:definitions>
  <inkml:trace contextRef="#ctx0" brushRef="#br0">1 0 28278,'7'17'224,"0"-3"-213,-7-14 11,0 0-11,28-2-11,-8 0 0,25-3 0,-13 2 0,-1 0-22,1 2-34,-7-1-112,-5 2-426,-5 0-9237,-9 6 9213,-2 3 0,-4-2 0,0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0:31.257"/>
    </inkml:context>
    <inkml:brush xml:id="br0">
      <inkml:brushProperty name="width" value="0.04286" units="cm"/>
      <inkml:brushProperty name="height" value="0.04286" units="cm"/>
      <inkml:brushProperty name="color" value="#AB008B"/>
    </inkml:brush>
  </inkml:definitions>
  <inkml:trace contextRef="#ctx0" brushRef="#br0">26 2 27818,'-14'-1'482,"3"1"-437,11 0 33,0 0-67,42 0-11,-20 0 0,37 0 0,-33 0-22,2 0-90,-2 0-291,-2 0-1939,-3 0 2342,-4 0 0,-8 0 0,-4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0:31.889"/>
    </inkml:context>
    <inkml:brush xml:id="br0">
      <inkml:brushProperty name="width" value="0.04286" units="cm"/>
      <inkml:brushProperty name="height" value="0.04286" units="cm"/>
      <inkml:brushProperty name="color" value="#AB008B"/>
    </inkml:brush>
  </inkml:definitions>
  <inkml:trace contextRef="#ctx0" brushRef="#br0">280 25 28132,'-1'-14'258,"-1"3"-247,2 11 56,0 0-33,-65 67-1,35-21-188,-12 5 0,2 4 178,12 16-12,1 4 0,7 2-11,5-1 0,8-3 0,4-2 0,3-3 0,11-3 82,6-5-82,18-8 0,7-9 0,11-12 0,6-14 0,3-9 0,1-6 0,-3-10-22,16-28 11,-27 0 238,7-27-238,-38 13 0,-8-21 11,-23 20 0,-12-5 0,-22 31 0,-8 10 0,-6 7 0,-1 6 0,0 6 0,1 9-34,7 10-190,-7 34-380,27-6-3834,3 22 4438,26-19 0,5-23 0,0-7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0:33.076"/>
    </inkml:context>
    <inkml:brush xml:id="br0">
      <inkml:brushProperty name="width" value="0.04286" units="cm"/>
      <inkml:brushProperty name="height" value="0.04286" units="cm"/>
      <inkml:brushProperty name="color" value="#AB008B"/>
    </inkml:brush>
  </inkml:definitions>
  <inkml:trace contextRef="#ctx0" brushRef="#br0">344 235 28278,'13'1'134,"-2"1"-134,-11-2 0,0 0 0,13-63 11,-10 37 12,11-49-12,-14 54-11,0 3 0,-8 3 0,-4 4 0,-11 5 0,-5 3 0,-9 4 0,-3 12 0,-7 7 0,1 14 11,-1 6 0,8 5 12,7 5-1,10 4-22,11 2 11,6 4 0,5-2-11,13 1 0,9-7 12,20-7-12,12-12 0,-6-19 0,3-4-12,29 1-10,-25-6 0,-1-3-113,20-10-391,-7-9 526,-10-11 0,-27 10 0,-10 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0:33.529"/>
    </inkml:context>
    <inkml:brush xml:id="br0">
      <inkml:brushProperty name="width" value="0.04286" units="cm"/>
      <inkml:brushProperty name="height" value="0.04286" units="cm"/>
      <inkml:brushProperty name="color" value="#AB008B"/>
    </inkml:brush>
  </inkml:definitions>
  <inkml:trace contextRef="#ctx0" brushRef="#br0">13 24 28345,'-7'-10'157,"1"3"-157,6 7 22,0 0-22,67-3 0,-26 2 0,56-1 0,-44 2-11,-2 0-34,-4 0-67,-8 0-314,-6 0-3843,-11 0 4269,-8 0 0,-7 0 0,-5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0:33.890"/>
    </inkml:context>
    <inkml:brush xml:id="br0">
      <inkml:brushProperty name="width" value="0.04286" units="cm"/>
      <inkml:brushProperty name="height" value="0.04286" units="cm"/>
      <inkml:brushProperty name="color" value="#AB008B"/>
    </inkml:brush>
  </inkml:definitions>
  <inkml:trace contextRef="#ctx0" brushRef="#br0">0 1 27594,'6'0'639,"-2"1"-639,-4-1 145,0 0-89,38 1-33,-9 0-12,38 0-11,-16-1 0,5 1-11,0 1-34,-1 1-56,-5 0-369,-2-1-3710,-10-1 4180,-5-1 0,-17 0 0,-5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0:35.089"/>
    </inkml:context>
    <inkml:brush xml:id="br0">
      <inkml:brushProperty name="width" value="0.04286" units="cm"/>
      <inkml:brushProperty name="height" value="0.04286" units="cm"/>
      <inkml:brushProperty name="color" value="#AB008B"/>
    </inkml:brush>
  </inkml:definitions>
  <inkml:trace contextRef="#ctx0" brushRef="#br0">484 137 27886,'14'9'504,"-3"-1"-471,-11-8 12,0 0-34,-6-28 12,-2 14-12,-8-24 0,-4 22-11,-6-2 0,-6 1-3029,-7 3 3029,-6 5 0,-8 9 0,-2 9-494,-20 39 494,26-29 0,5 4 0,9 43 0,31-30 0,3 6 0,11-12 0,6 0 11,16-15 2810,7-9-2832,5-2 11,5-5-22,0-11-23,-1-7 11,-6-12 714,8-14-680,-20 13 0,2-4 22,-21 20 1,-6 5-1,-2 7 12,-3 1-34,0 3 0,0 3 33,0 11-10,0 10-1,0 17 0,0 10-10,0 7-12,0 8 0,0 3 0,0 6 0,0 5-12,0-21 1,0 1-56,0 29-23,0-31 1,0-3-1345,0 8 1434,0-11 0,0-26 0,0-10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01.504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33 1 28255,'0'10'101,"1"-1"-45,-1-9-22,0 0-23,-18 85 0,14-24-272,-4 5 1,4 4 271,23 23-11,-5-43 0,4 0-6,8 1 1,3 0-6,4 1 0,4-2-40,5-2 1,4-3-107,6-3 0,3-5-1690,4-5 0,3-5 1847,4-8 0,-3-4 0,11 2 0,-16-13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02.380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451 0 28087,'4'4'101,"-1"0"-101,-3-4 0,0 0 0,-84 68 0,44-32 5,-15 9 1,0 1-6,11-5 0,-1 0-11,4-5 0,5-4-23,8-5-22,10-9-22,9-2 22,7-4 45,7-1-1,11-1 1,12-4-22,14-1-1,9-4 12,9-1-158,7 0-167,2 0-135,-2 0-716,-7 0 1198,-11 0 0,-23 0 0,-10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02.735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10 0 28042,'3'16'124,"0"-4"-80,-3-12-10,0 0 0,0 84-1,0-27-177,0 7 1,0 2 165,0 15-22,0-3 0,-3-4 77,0-6-133,-2-9-112,2-8-538,2-9-5031,1-14 5737,0-12 0,0-11 0,0-5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03.264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1 0 28020,'10'2'101,"-2"-1"-101,-8-1 11,0 0 0,31 1 12,-19 5-1,22 3 12,-28 5-1,-3 1-10,-2 1-12,-1 1 0,0 2 0,0 0-11,-1 3 11,-5-1-11,-2 2 0,-5 1 0,-1-3 0,1 2 0,1-4 0,3-1 0,2-3-11,4-3-11,2-3-12,1-3 1,0-1-35,7-2-44,3-2-145,9 1-494,4-2-3619,1 0 4370,0 0 0,-11 0 0,-4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04.654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1 36 28278,'7'14'67,"88"-25"-45,-26 2-943,6-3 0,5 0 921,-21 9 0,-1 2-6,5 0 0,1 1-16,1-1 0,0 2-68,-2-2 0,-1 2-369,-3 0 0,-2 2 603,41 0 0,-44 2 1,-19-2-1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04.977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0 55 27774,'3'10'425,"86"-30"-335,-27 9-74,6-4 1,5 1-1380,24 10 1368,-47 4 1,0 0 0,2 0 0,0 0-6,-1 3 0,-1 1-12,50 4 78,-7 7-234,-10-2-571,-9-3-5110,-17-5 5924,-15-3 1,-20-2 0,-12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05.359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7 25 28390,'-4'-13'56,"1"2"-45,3 11 11,0 0-22,105 14 0,-37 2-683,10-1 0,3 1 677,-30-3 1,-4 0-12,2 1 1,-1 0 208,43 11-293,-12 0 90,-14-2-191,-18 1 90,-16-3 112,-17 3 0,-7 0 1106,-11 3-1006,-14 4-21,-7 5-12,-18 8-11,-8 8-34,-8 9-695,-6 9 673,31-32 0,2 0-11,0 1 0,1 0-429,-24 41-916,7-9 1356,11-6 0,17-31 0,8-12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06.190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651 1 27897,'8'3'325,"-1"0"-281,-7-3-21,0 0-12,-70 30 23,21 5-18,-6-2 1,-3 5-431,19 0 1,4 2 424,-5 4 0,1 2 0,2 2 0,0 3-5,2 0 0,1 2-249,4 0 1,3 1 242,3 0 0,4 1 0,6 0 0,3 0 0,3-1 0,4-2-11,8-1 0,5-1-45,23 37-67,25-11-359,22-18-891,-33-34 1,2-5 1372,5-5 0,-2-3 0,10 1 0,-12-8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06.529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0 0 27998,'17'1'257,"-4"0"-201,-13-1-45,71 8-11,-36 6 12,55 10-12,-55 6 0,-8 3 11,-6 2-11,-6 3 0,-9-1 0,-2 1 0,-8-2-11,-10-3-12,-11-4-22,-13-2-55,-6-7-158,-2-4-661,-3-8-2319,7-4 3238,6-4 0,17 0 0,8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06.823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312 12 21177,'-29'-6'291,"6"0"2218,-44 14-2497,38 5 1186,-53 11-1176,58 5 669,1 2-680,8 2 2445,3 0-2456,8 1 0,1-3-11,16-1-34,15-4-100,21-7-393,21-9-2107,13-6 2645,12-9 0,-39 3 0,-11-3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07.085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49 0 28222,'6'11'145,"-1"-2"-134,-5-9 79,0 0-90,-21 72 0,13-38 0,-16 58-11,20-56-23,2-1-55,1 0-169,1-5-896,0-1 1154,0-9 0,0-8 0,0-7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07.294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18 90 28222,'-10'-15'112,"3"3"-112,7 12-23,0 0-44,58-14-79,-19 7-335,53-11-416,-32 14-492,6-2 1389,4 0 0,-30 2 0,-8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08.839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494 1 27897,'13'10'213,"-2"-2"-157,-11-8-23,0 0-10,-50 52-1,22-24-17,-7 8 1,-1 1 5,-5-2-11,-4 5 0,-3-3 0,-3 1 0,1-4 0,6-4 0,5-5 0,13-6-22,10-10-12,9-2-44,5-5 56,5-1 22,12-1 11,14 0-11,20 0 0,13 0 0,13 0-17,-16 0 0,2 0-151,38 0-192,-35 0 0,-2 0-190,21 0 550,11 0 0,-49 0 0,3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09.147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34 0 28098,'7'13'101,"-2"-3"-56,-5-10 45,0 0-57,4 72-10,-3-24-18,1 6 1,0 3 5,-2 15-11,0 8-11,0 3-34,-7 4-101,-2-2-290,-4-5-1727,0-11 2163,7-14 0,1-26 0,4-13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09.546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1 1 27650,'7'10'236,"-1"-2"-24,-6-8-77,0 0-90,56 83-23,-21-29-425,5 8 1,1 4 424,1 14-10,-5 4-1,-8 2 0,-5 2-11,-9 3-115,-7 0 115,-4 4 0,-4 0-23,-6-1-21,-8-3-80,-12-4-335,-12-2-1557,-7-10 2016,-5-7 0,21-33 0,5-11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09.950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357 1 27662,'10'3'403,"-1"-1"-314,-9-2-44,-73 91 0,35-31-411,-10 9 1,-1 4 381,25-27 1,4 0-12,-1 3 1,1 2-6,2 2 0,2 0 0,2 1 0,2 1 0,3-2 0,3 0-11,-1 46-56,12-13-67,17-19-115,18-17-1510,19-19 1759,9-16 0,-28-8 0,-8-7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10.271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77 16 27729,'-2'-9'425,"0"2"-369,2 7-33,0 0-23,79 32 11,-45-10-6,14 0 1,-2 3 5,-24 6 1,-6-2-1,-9 4-11,-3-1 0,-4 2 0,-12 2-23,-6-1-33,-16-1-78,-7-6-247,-6-8-538,-2-5-4448,3-9 5367,4-4 0,19-2 0,7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10.563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176 22 27886,'-2'-12'246,"0"2"-212,2 10-1,0 0 23,-64 26-11,41-8-34,-46 24-11,60-12 11,4 1-11,4 3-11,2-2-45,13 1-78,9-6-348,19-8-594,13-9 1076,8-8 0,-25-2 0,-6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10.802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39 1 28177,'17'7'157,"-4"-1"-157,-13-6 33,0 0-22,-4 18 12,-1 0-12,-6 20-11,1-4 0,-2 5-11,5 0-34,1 4-45,1 3-212,2-1-908,1-1 1210,0-8 0,2-15 0,-2-9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10.984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1 97 28143,'3'2'112,"0"-1"-112,-3-1-112,0 0-89,43-27-583,-12 17-2264,43-24 3048,-14 21 0,-25 6 0,-1-1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11.329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462 0 28087,'12'12'101,"-2"-2"-56,-10-10-34,0 0 34,-73 33-34,33-11-6,-11 2 1,-1 1 5,1 5-11,-2-4 0,3-1 0,8-5 0,9-4-11,10-3-34,12-2 1,6 0 32,6-4 12,13-1 0,11-3-22,43-1-12,-8-2-44,26 0 33,-22 0-134,0-3-179,-5 1-136,-7-2-301,-12 2-7015,-14-1 7810,-13 0 0,-7 1 0,-6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11.590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73 1 28009,'0'2'269,"0"1"-124,0-3-111,-14 77-23,5-35-6,0 11 1,0 2-6,-2-1 0,2 2-11,3 2-56,2 1-68,2-3-458,2-6-4337,4-14 4930,7-16 0,-5-11 0,3-9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11.906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157 1 28031,'7'12'258,"-2"-2"-225,-5-10-10,75 79-1,-39-25-264,11 5 1,-1 3 263,-14 17-11,-7 1 0,-6 2-11,-8 2 0,-6 1 0,-3 6 0,-10 1-17,-1-42 1,-3-1-18,-5 2 1,-4-1-40,-4 0 0,-4-2-179,-5 0 0,-3-2-930,-2-4 0,-3-3 1182,-6-1 0,2-5 0,-8 4 0,9-12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12.672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0 18 28177,'6'4'-90,"-1"-1"-22,-5-3-751,71-11 863,-32 8 0,37-7 0,-55 10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12.867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1 44 27438,'6'4'-460,"70"-8"-772,-21-6 1232,3 1 0,-2 1 0,-10-2 0,-13 4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13.308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174 1 27572,'7'7'594,"-1"-2"-561,65-2-10,-39 11-1,54 8-11,-60 14 12,-9 2-12,-4 5 0,-8-2 0,-2 4-11,-17 0 0,-8 2-11,-20 1-56,-9 0-79,-11-1-369,-2-2-1883,-2-7 2398,6-8 0,26-14 0,10-8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13.744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259 1 27863,'17'8'280,"-3"-2"-224,-14-6-33,0 0 10,-67 26 1,34-9-1,-53 22-21,55-17 10,4 1-22,6-2 0,7 0 0,6 1 0,6 4 0,6 1 0,9 4-11,11 1-12,10-1-55,8-3-45,3-9-236,6-8-784,6-7 1143,6-10 0,-27 4 0,-5-5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13.978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24 1 28199,'5'13'135,"-1"-3"-135,-4-10 33,0 0-10,2 26-1,-2-6-22,-1 23 0,-3-9 0,-3 4-22,1 3-68,-1 2-179,3 1-1311,2-4 1580,0-7 0,1-16 0,0-8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14.163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1 61 28266,'10'10'23,"-2"-2"-23,-8-8-45,0 0-45,68-20-402,-32 12-1918,57-17 2410,-49 14 0,-19 5 0,-5-2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14.494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465 28 28009,'-1'-15'112,"1"3"-101,-56 86 34,23-32-12,-7 9 1,-2 0 0,-5-4-23,-4-5 0,1-5-11,2-6-11,8-5-34,11-7-11,12-3-112,9-7 101,6-2 67,15-4 11,15-1-11,19-2-56,48 0-34,-21-3-55,23 2-1,-40-1-78,-8 2-112,-8 0-191,-7 0-1478,-6 0 2005,-9-2 0,-8 2 0,-6-1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14.763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188 9 28143,'0'-5'258,"-1"2"-202,1 3-34,0 0 1,-39 84-1,18-31-22,-5 9 0,0 3 11,3 11-11,3-1-11,5 0-23,4-7-55,7-3-236,3-11-5827,1-13 6152,0-18 0,0-12 0,0-11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15.071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132 1 28110,'13'5'268,"-1"0"-223,-12-5-22,52 81-12,-22-30-493,6 10 1,1 2 493,-1 12-1,-5 4 106,-3 0-117,-9 3 0,-5 1 0,-8 4-22,-4 5 11,-16 3-424,-14 0 396,4-47 0,-5-2-57,-3 0 1,-5-3 95,-30 11 0,1-5 0,6 2 0,15-24 0,-1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15.633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0 1 28009,'6'10'347,"-1"-2"-313,-5-8-12,0 0-11,49-10 0,-34 8-11,38-2 0,-48 12 0,-2 8 0,-2 3 0,-1 5 12,-7 0-12,-5 4-12,-8 1 12,-3 0 0,3-1-22,7-3 0,5-3-1,6-4 1,2-4 11,0-4 11,0-4 0,6-3-23,16-2-78,2-1-302,10 0-941,-12-2 1344,-4 0 0,-8-1 0,-5 2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16.400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614 22 27236,'-9'-12'795,"1"3"-672,-60 54-55,24-1-458,-8-2 0,-2 6 412,21-5 0,4 1 0,-6 4 1,1 3-12,2 3 1,2 3-7,-1 1 1,1 2-6,4 0 0,3 2 0,2-2 0,4 1 0,4 1 0,3-1-17,3-1 0,3 0-50,1-1 0,3-1-169,7-3 1,5-1-2476,18 40 2711,26-18 0,-23-36 0,-2-16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26.755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0 0 27673,'3'1'336,"-1"0"-101,-2-1-201,15 51-1,-4-15 1,15 44-12,-3-26-22,4-3 11,9 2-11,6-5-11,12 0-45,6-7-134,12-5-1020,7-10 1210,7-11 0,-38-8 0,-7-6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30.175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0 0 28446,'16'14'67,"-4"-2"-67,-12-12 0,0 0 0,52-3-11,-15 0-23,48-2-56,-29 2-111,3 2-853,-2 1 1054,-3 0 0,-23 0 0,-8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31.173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275 50 28121,'9'16'78,"-1"-3"-89,-8-13 11,0 0 0,-16-32 11,2 22-11,-15-23-11,5 31 11,-1 1 0,-4 1 0,0 6 0,1 5 0,1 6 0,4 3-11,3-4 11,7-2 0,4-2-11,4-5-12,4 0 12,1-3 11,7-2 0,9-1 0,12-1-11,10 0-34,4-6-67,-1-2 0,-1-4 45,-6 0 44,-6 3 12,-8 2 11,-5 3 34,-9 2 55,-2 2-33,-4 0 12,0 0 21,0 12-33,0 8-22,0 17-12,0 9 1,0 30-23,-1-15 0,0 21-12,-1-27-100,1 0-425,0-4-2545,1-7 3082,0-8 0,0-17 0,0-9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31.765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319 1 27740,'2'10'246,"-1"-3"-178,-1-7 44,0 0-23,-45 73-33,17-29-39,-5 9 0,-1 1 5,-5 12-11,0 4-11,2 8-11,6 6-332,11 6 332,8 7-22,8-2-57,14-3-67,12-9-212,19-11-394,19-13-8985,14-16 9748,12-14 0,-37-16 0,-6-7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32.343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1 1 27942,'8'2'302,"-1"0"-268,-7-2-12,0 0 12,75 88-1,-38-42-176,12 12 1,1 2 164,-11-4 0,-2 1-10,-3 4-1,-7 4-11,-5 7 0,-7 4 0,-6 4 0,-4-1 0,-4-2-11,-5-2-23,-9-4-33,-11-2-90,-15-3-717,-13-4 874,-9-6 0,24-25 0,5-10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33.603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0 44 27841,'14'12'302,"-3"-1"-257,-11-11 45,0 0-68,58-30-11,-32 23 0,45-22-11,-47 35 0,-5 5 12,-5 9-12,-7 4 11,-3 5-11,-4 1 11,-8 4-11,-6 1 0,-8 0 0,-2-3 0,3-4 0,3-5 11,5-5-11,5-6 0,5-5 0,1-2 0,2-2 0,0 1 0,7-1 0,10 2-22,10-4-23,14 1-134,7-2-583,4 0-9069,3 0 9582,-3-4 1,-23 3 0,-8-3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35.612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1 86 28334,'-1'-2'0,"1"0"11,43-11 0,21-1 0,21 2-367,5-4 1,6 1 355,-23 10 0,-2 3-12,5 0 1,0 1-17,1 0 0,0 1-428,-5 0 0,0 0 243,-5 0 1,-2 0-276,-10 0 1,-1 0-9344,33 0 9543,-24 0 0,-32 0 0,-14 0 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35.876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7 145 28300,'-3'-10'34,"0"2"-1236,47-8 1,23 3 1201,19 1 0,6-5 0,6 2 0,-26 10 0,-2 3 0,2-1 0,0 1-17,-1 1 0,-1-1 362,-4 0 1,-1 0-425,-4-1 1,-2 0-365,-4-1 1,-1 0 442,39-6 0,-41 4 0,-17 1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36.295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1 0 28289,'10'8'56,"-2"-2"-34,-8-6 34,0 0-45,73 32-11,-23-11 0,5 3 0,2 1 0,18 6 0,-1 0 0,1 1 0,-4-1 0,-6 2 0,-9-4-22,-10 2 0,-12-4 10,-11 2 1,-10-1 11,-8 2 0,-3 3 0,-16 3 11,-8 5 1,-19 4 10,-10 6-17,7-9 1,-3 3-6,-24 24-11,22-22 0,2 1-68,-10 19-223,7-1-1927,12-4 2229,7-8 0,17-23 0,3-11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37.007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580 15 28177,'-16'-14'11,"-32"23"0,-7 13 56,5 18-249,-12 1 0,1 5 187,27-7 1,6 3 10,-1 3 1,2 2-6,0 4 1,1 0 4,3 2 1,3 0-17,1 2 0,3 0 6,3-1 0,3 0-6,3 2 0,2-1 0,2 0 0,2-1-6,7 0 0,3-1-28,2-1 1,3-2-40,7-2 1,4-2-656,32 35-3329,8-19 4057,3-18 0,-28-25 0,-10-9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37.332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1 0 28188,'0'10'56,"1"-2"-22,68-12-23,-26 3-6,6 2 1,2 4 5,2 10 0,-9 13 1,-8 3-12,-12 2 11,-11 1 0,-6 1-11,-5 3 0,-16-1-22,-9 2-46,-21-1-66,-10-2-269,-7-4-875,-1-5 1278,2-7 0,27-9 0,8-6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37.631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282 17 28054,'-18'-9'257,"4"2"-223,14 7-23,-76 9-11,46 6 11,-59 10 0,67 5-11,6 2 0,5 1 0,7 0 0,3-2 0,7 0-22,12-5-12,14-2-55,16-6-135,11-7-515,10-6-1928,5-3 2667,2-2 0,-33 0 0,-11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37.834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1 0 27830,'15'4'179,"-3"-1"-78,-12-3-90,0 0 0,80-2-11,-44 1 0,15 0 0,0-1-34,-15 2-145,1 0-269,1 0-751,0 0 1199,-2 0 0,-15 0 0,-6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38.366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478 39 28031,'5'13'213,"0"-2"-213,-5-11 11,0 0 12,-39-28-12,13 21-917,-35-21 917,18 28 0,-2 7-11,-3 5 11,0 12-11,2 5-11,3 4 11,8 0 917,8-2-917,10-3-11,10-5-22,4-5 10,18-6-10,10-6-1,19-3 12,9-9 10,24-18 12,-22 4 0,9-12 23,-34 17 22,-9 6-1,-6 5-10,-5 2 0,-1 2 33,2 16-45,-5 4-11,0 19 1,-5 5-12,-1 6 0,0 3 0,0 3-12,0-1-223,0 14-504,0-25 739,6 1 0,-5-33 0,4-6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38.675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0 1 28098,'13'16'258,"-2"-2"-213,-11-14-12,79 35-10,-35-1-12,9-2 0,1 5 0,0 27 1,-5 7-1,-3 7-430,-9 4 419,-10 4 0,-11-1 0,-9 1-11,-4-1-23,-16-6-67,-9-3-201,-19-10-2589,-13-10 2891,-11-17 0,27-18 0,3-11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39.061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346 0 28042,'0'17'224,"0"-3"-179,-68 46-34,33-17 11,-10 5 1,-1 3-1060,5 20 1059,4 5 1,4 3 92,10 1-115,11 3 0,7-2 0,10 0 0,14-1-23,12-6-44,14-5-78,8-9-505,3-11-6208,1-13 6858,-4-15 0,-23-11 0,-9-7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39.356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0 7 28311,'7'0'146,"-1"0"-124,-6 0-11,76-6 1,-42 12-1,58 1-11,-68 20 11,-5 5-11,-9 9 0,-5 1 0,-3 6-11,-12 2-23,-8 1-44,-15-3-90,-9-5-459,-3-10-2298,3-16 2925,5-8 0,17-9 0,8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39.664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283 12 28233,'-5'-7'179,"2"2"-157,3 5-10,0 0 10,-78 4 12,47 7-12,-61 7-11,68 8-11,3 5 11,7 3-11,4 4 0,7 3 0,2 2 0,4-1-22,8-3-12,10-7-22,14-7-100,9-11-427,8-7-4448,3-6 5031,1-10 0,-25 7 0,-8-8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39.863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0 44 28042,'7'1'213,"-1"0"-179,-6-1-23,0 0 0,72 0-11,-34 0 0,60 0 0,-52-4-157,1-3-997,-3-5 1154,-5 1 0,-18 4 0,-8 3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40.384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441 32 28042,'6'3'269,"-1"0"-258,-5-3 1,0 0 21,-79-20 12,36 15-34,-10-4 0,-1 6 1,6 18-1,1 11 0,8 6-11,6 2 0,7 0 0,9-1 0,8-5-11,5-2 11,4-5-11,7-6 11,10-4-23,16-7-10,11-3-23,14-11-12,0-4 24,4-11 44,-9 2 0,-8 2 22,-10 6 12,-11 4 10,-7 5 1,-5 3-11,-3 2-1,0 1-10,-1 9-1,-1 7 1,-1 14-1,-3 5-11,-1 8-11,-2 3 0,0 24-22,0-17-34,2 14-79,4-25-391,5-5-7867,6-6 8393,1-10 0,-6-11 0,-3-6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40.698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195 1 27964,'14'15'314,"-3"-4"-270,-11-11-10,0 0 11,81 91-654,-43-39 626,15 12 0,-3 3 5,-16 5-11,-5 5 1,-11 5 87,-9 6-99,-5 2 0,-12 3-361,-12 1 339,-15-2-1,12-46 1,-4-1-40,-3 0 1,-2-2-225,-5 0 0,-2-1-4630,-2-2 1,-4-4 3921,-5-1 0,3-4 0,-8 4 0,8-12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50.361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566 7 28065,'-8'-2'123,"1"1"-101,7 1-10,0 0 21,-81-2 1,42 1-18,-14 0 1,1 3 6,8 10-12,0 5 11,1 12-10,-1 1-12,5 5 0,3 2 0,6 1 11,8 1-11,7-1-11,9-2 11,4-6 11,6-3-11,13-9 11,15-3 0,19-7-11,14-4 0,9-3 0,3-1 0,2-5-33,-7-3-46,10-12 1,-29 2-23,3-8-112,-33 4-235,-6-2-560,-7 0 1008,-5 1 0,-3 10 0,-2 4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51.360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88 0 28031,'17'13'291,"-4"-3"-257,-13-10-12,0 0 23,0 25-22,0 10-1,-1 29-11,-7 6-11,-5 5 11,-8 2-11,-1 0 0,3-3-11,2-8 0,8-9-11,3-13-1,5-12-22,1-13 23,7-10 11,8-5 11,12-13-23,11-10-21,7-10-24,2-6 12,1 3 0,-5 7 34,-7 6 22,-9 9 11,-8 6 23,-7 2 22,-3 2 0,-4 4-11,0 7-23,0 4-11,2 8 0,2-2-11,17 10 0,-1-12 0,16 3 0,-2-15-11,7-3-11,5-4-34,5-3-11,1-8-191,16-13 124,-24-1 55,2-4 79,-32 11 0,-10 1 101,-5 5 0,-4 0-12,-5 3 1,-7 3-12,-5 0-33,-18 5-11,11-1-12,-8 2-11,13 2 1,1 7 10,1 6-22,5 8 11,2 2-11,7 11 0,0-9 0,15 7-22,6-18-12,15-2-44,7-8-68,6-2-89,6-4-314,3-4-179,2-6-3273,17-17 3788,-22 2 213,6-6 2208,-33 11-471,-8 3-1065,-8 2 168,-5-2-627,-3 6-56,-1 0-45,0 6-45,-4 4-44,-2-1-1,-5 2-11,-1 0 0,-1 3 1,-1 6-1,-1 3 0,1 8-11,2 8 0,6-5 0,2 3 0,4-8-11,5-6 0,6-1-90,22-7-22,-2-1-202,15-13-493,-7-8-1625,2-18 2443,4-11 0,-21 18 0,-4 3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51.981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90 1 27494,'17'9'716,"-4"-2"-671,-13-7 0,0 0 11,2 12-22,-2 11-1,-4 17-10,-5 14-12,-7 6-11,-2 8 11,0 6-11,0-1 0,4-1-11,1-9-12,7-10-21,1-15-12,4-16-12,1-12 24,0-12-24,4-21-122,8-17-45,8-20-45,6-9-11,4 2 291,-3 5 112,0 10 78,-4 11-11,-1 11-33,-4 8-57,2 10-21,-2 3-12,0 6 44,-1 2-32,-2 1-12,-3 1-12,-3 6-10,-2 4 0,-2 8-12,-2 3-11,-2 3 0,-1 0 1,-5 3-12,-7-2 11,-10 1-11,-7 0 0,-5-3 0,0 1 0,0-2 0,6-3-11,7-4-1,8-5 1,7-4-11,3-4 22,7-1 0,11-2 0,8 0 11,13 0-11,5 0 0,4 0 0,-1 0 0,1 1 0,-7 2 0,6 3 0,-20 0-11,2 0 11,-21-3-34,-1-1-44,-4-2-113,0 0-693,0 1 884,0-1 0,0 2 0,0-2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52.302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43 31 28233,'-2'-17'56,"0"4"-135,2 13-89,0 0-67,-2 15-594,-3-5-5424,-5 14 6253,0-7 0,2-7 0,4-2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52.498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0 1 27785,'1'14'134,"-1"-3"-134,0-11-45,0 0-313,0-3-964,0-2 1322,0-2 0,0 2 0,0 1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53.557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40 1 28177,'13'8'190,"-2"-1"-179,-11-7-11,71 0 12,-36 6-1,55 4 0,-57 6-11,-8-1 11,-3-1-11,-9 0 0,-1 1 0,-9 3 0,0 0 0,-3 6-11,-10 2-11,-8 5-1,-14 2-100,-37 20-45,13-16-336,-20 11-673,29-24 1177,12-7 0,17-9 0,9-5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53.870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286 0 27964,'7'0'258,"-2"0"-258,-5 0 11,0 0 34,-65 4-1,34 5 1,-52 6-11,52 6-23,3 2 0,4 3 0,6 1-11,8 1 0,4 2 0,5-2-11,6 0 0,11-5-23,12-3-22,16-6-78,11-7-415,11-3-2801,5-8 3350,2-9 0,-32 6 0,-10-5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54.269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0 3 28121,'14'9'168,"-3"-2"-146,-11-7 12,0 0-12,42-11-11,-25 9 1,30-4 10,-37 13-11,-4 6 0,-3 1 1,-1 3-12,-2 1 0,0 3 0,-4 1 0,-5 2 11,-6-1-11,-3 0 0,0-2 0,2 0 0,2-2 0,4 1 0,4-5-11,3 1 11,1-5-12,2 1-10,11-3-12,8-3-33,14-1-78,11-4-292,4-1-964,5 0 1401,0 0 0,-24 0 0,-6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54.508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1 52 27886,'17'1'358,"-3"0"-336,-14-1-22,0 0 0,78-7 0,-43 2 0,61-6-56,-66 3-201,-2 1-1189,-1 0 1446,-1 2 0,-11 2 0,-5 2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55.086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356 30 27942,'11'17'235,"-2"-4"-235,-9-13 33,0 0 1,-49-26 0,22 19-1,-41-20 1,34 32-23,-1 6 0,-1 9 0,2 4-11,3 3 0,7 0-11,4-2 0,9-4-11,6-5 10,3-6-21,13-5 10,11-3-10,14-6-68,12-8-67,4-6 56,1-7 112,-6 3 0,-7 3 168,-4 4-78,-15 9-23,-6 0-34,-11 6 23,-4 10 0,0 5 23,0 34-46,-5-6-10,-2 18-1,-5-13-11,0 4-11,-1 4 0,-1 6-22,2-5-45,3-2-79,5-13-2678,2-12 2824,12-15 0,-8-8 0,7-7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55.378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28 0 28199,'6'8'235,"0"-2"-235,-6-6 23,0 0-12,73 15 0,-50-4 0,54 17 1,-72-6-12,-3 4 0,-2 4 0,0 0 0,-8 2-23,-5-2 1,-9-1-23,-5-4-78,-3-1-269,-2-5-1714,0-5 2106,3-7 0,13-3 0,6-4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55.686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184 25 28166,'-3'-13'156,"0"2"-144,3 11 44,0 0-23,-59 36-10,36-12-12,-44 31 0,53-17-11,5-1 0,5 2 0,2-6 0,2-3-22,4-5-57,9-8-111,12-5-864,13-8 1054,8-2 0,-18-2 0,-4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8:55.932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1 36 28289,'4'2'134,"-1"0"-123,-3-2-11,0 0 0,69-3 0,-35 1-44,55-2-91,-53 0-940,-4-2 1075,0-3 0,-17 3 0,-3 1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9:02.942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383 87 28166,'6'14'0,"0"-3"-12,-6-11-167,0 0 235,-32-49-33,14 36 21,-28-36-10,17 52-23,-4 13 12,-6 10-1,-2 16-11,0 3-11,4 1 0,5-3 0,9-6 0,8-6 0,9-8 0,4-8 0,2-7 0,6-5 0,11-1-11,13-8 0,11-7 0,7-6 11,17-12 0,-21 14 0,4-1 0,-27 15 0,-8 1 11,-5 8 11,-5 10 23,-1 13 22,-16 37-44,1-6-12,-14 21-11,2-20 0,1-1 0,0-5-23,6-5-89,3-8-2229,3-5 2341,7-17 0,1-4 0,4-16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9:03.258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0 1 28356,'13'2'67,"-3"0"-67,-10-2 0,68 20 0,-31-8 0,53 18 0,-53-15 11,-7 1 1,-7 1-12,-5-1 0,-6 4 0,-6-1 0,-2 5 0,-4 2 0,-12 4 0,-8 4-12,-15 2 1,-8 0-34,0-5-223,-14 6-494,18-15-2555,-1-2 3317,28-15 0,6-5 0,6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9:03.549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189 0 28210,'4'17'124,"-1"-4"-113,-3-13 11,0 0 12,-62 53-1,37-27-10,-45 44-1,54-42-11,3 1-11,7-2 0,2-3 0,4-4 0,4-5-22,10-6-68,14-4-190,14-4-3238,11-16 3518,9-5 0,-28 2 0,-3 2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9:03.886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178 1 28300,'17'0'112,"-4"0"-101,-13 0 12,0 0-12,-21 57 11,6-21-22,-20 48 0,14-37 0,0-1 0,2-2-45,3-2-67,0-4-302,4-3-3104,0-8 3518,2-7 0,4-10 0,3-6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9:04.080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28 93 28434,'-15'-10'45,"2"3"-45,13 7-22,0 0-12,45-3-67,-17-2-145,40-5-886,-26-5 1132,-2-5 0,-17 8 0,-7 1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9:04.814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268 152 28300,'15'10'112,"-2"-3"-112,-13-7 0,0 0 0,-10-72 0,-5 51 0,-15-51 0,-7 69 0,-4 3-11,1 7 11,3 5 0,4 9-11,10 5-1,7 1 12,7 3 12,6 2 21,2 4-22,1 3 1,4 3-1,5 2 0,6 2 0,4 2-11,1 0 11,-3-1-11,1-3 0,-5-3 0,-4 7 0,-5-16 0,-3 2-11,-3-20 11,-8-7-22,-5-4-1,-17-14-10,10-5-12,-4-15 11,16-6-22,5-5 23,4-2 22,8-1 11,6 1 11,30-12 0,-2 14 0,17-6-11,-13 21-11,-1 5-112,-3 7-549,-5 3 672,-3 5 0,-16 3 0,-4 2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9:05.031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209 0 28300,'9'8'146,"-1"-2"-124,-8-6 0,0 0 1,-20 68-1,7-25-17,-3 7 1,-1 2-6,-3 11 0,-4 5-11,2 4-56,-2 2-269,1-1 336,-1-4 0,12-31 0,2-10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9:05.888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198 0 28322,'7'14'45,"87"5"-45,-44 0 0,8-5 0,-2 6 0,-12 25 0,-22 6 0,-11 1 0,-13 0 11,-17-2-11,-12 0 0,-17-5 0,-9-2-22,-4-2-34,-2-5-34,1-1-78,2-4-403,7-5-617,10-5 1188,18-10 0,12-6 0,10-5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9:06.169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291 4 28199,'-4'-2'224,"0"0"-213,4 2-11,-72 3 23,39 11-12,-56 8 11,58 14-10,6 9-1,6 2-11,10 8 0,5 0 0,13-1-23,13-3-33,20-9-56,15-11-212,11-16-763,4-7 1087,0-16 0,-32 6 0,-10-6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9:06.540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0 0 28210,'15'12'168,"-4"-3"-145,-11-9-12,83-8 11,-50 6 1,62-6-12,-76 12 11,-9 2-22,-6 8 12,-4 4-12,0 4 11,-5 7-11,-9 3 0,-7 1 0,-8 3 0,-1-4 0,2-2 0,4-3 0,8-6 0,5-2 0,7-4 0,2-1-11,2-2 11,8 0-23,8 1 1,13-2-23,7 1-56,9-4-134,5-4-986,5-1 1221,4-3 0,-25 0 0,-7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9:07.680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0 21 28423,'14'14'56,"-3"-4"-45,-11-10-11,0 0 0,108-5 0,-37 4-17,11-2 1,3 0-326,-31 3 0,-3-1 235,3 0 1,-1-1-510,0-1 0,-2 0 616,44-7 0,-43 4 0,-16-1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9:08.160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68 0 28278,'4'2'145,"0"-1"-145,-4-1 23,0 0-1,6 25-11,-4 4 0,5 28 1,-7 0-12,0 6 0,-6 8-23,-4 4-55,-7 4-135,-2-2-908,3-8 1121,4-11 0,6-27 0,2-12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9:08.792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394 82 28098,'14'12'258,"-3"-3"-247,-11-9-11,0 0 0,-47-45 0,13 33 0,-44-33 11,21 47-11,0 8 12,4 6-12,11 8 11,13 2-22,14 4 22,9 1-11,12 6 0,12 2 11,12 3 0,10 2 0,4 2-11,0 1 0,-3 1 0,-5 0 0,-9-4 0,-6-1 0,-12-8 0,-3-2 0,-6-6 0,-14-4-11,-9-6 0,-17-7-23,-29-6 23,21-8 0,-9-10 0,39-12-23,15-30 34,23 11 0,17-19-11,21 22 11,7-4-22,6 3-68,1 0-534,-1 0 467,-4 1-190,-5 3-371,-9 3-1746,-14 8 2464,-12 9 0,-15 10 0,-6 5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9:09.137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0 0 28244,'9'14'101,"-2"-2"-101,61-14 11,-36 11 11,52 4 1,-61 12-1,-7 3-11,-10 2 1,-3 3-12,-3 3 0,-6 2 0,-6 1-23,-7 0-22,-6-2-44,1-4-169,0-7-840,1-7 1098,6-10 0,6-3 0,6-6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9:09.421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310 19 28143,'-6'-10'213,"0"2"-213,-63 20 11,36 2 34,-56 12-11,58 0-12,2 2-11,8 0 0,6 0-11,7-1 0,6 0 0,4-1 0,11 1-11,11-5-22,16-3-57,10-7-190,8-6-2477,6-3 2757,4-11 0,-30 6 0,-7-6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9:09.760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108 0 28244,'7'14'258,"-2"-2"-247,-5-12 11,0 0-11,0 13-11,0 8 0,-5 14 0,-2 7 0,-6 0 0,-1 5-22,-2-1-45,1 1-90,-2 0-605,3-9 762,4-7 0,4-15 0,3-8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9:09.939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28 38 28423,'-15'-4'23,"2"1"-46,13 3-66,0 0-79,59 0-639,-22-4 807,53-6 0,-61 3 0,-3-2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9:10.428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351 19 28255,'13'10'112,"-3"-1"-112,-10-9 11,0 0 1,-64-19 10,30 14-11,-52-8 0,50 22-11,0 9 0,8 5 0,5 3 0,9 4 0,7 1 0,4 4 12,6 2-3404,9 1 3403,10 0 0,24 17-11,-12-13 0,6 13 0,-23-15 11,-8 16-11,-5-16 3392,-11 8-3392,-9-23-11,-11-7-11,-9-6-23,-2-6 0,2-5 11,4-6 12,11-10 22,9-11 11,8-8-11,9-6 0,13 1 0,12-3 0,17-2-22,10-1-34,7 1-23,6-2-240,-18 19 0,0 1-454,25-14-2488,-28 19 0,-3 1 3261,6-1 0,-24 10 0,-10 4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9:10.651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144 1 28166,'10'7'291,"-1"-1"-269,-9-6 45,0 0-55,1 45-1,-5-8-11,-3 44 0,-7-19 0,-6 7-34,-1 2-33,0 1-191,-2 0-3730,4-5 3988,1-11 0,8-24 0,3-14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9:12.287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1 147 28188,'10'9'213,"-2"-2"-180,-8-7-10,0 0 22,74-53-23,-22 32-17,5-11 1,4 3-677,20 15 671,5 7 0,8 2 0,-44 4 0,1 1 0,4 0 0,0 0-17,2 0 0,1 0-22,-1 0 0,-1 0-34,-3 0 0,-2 0-218,38 0-117,-17 0-1004,-19 0 1412,-17 0 0,-18 0 0,-10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9:12.593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7 142 27897,'-3'-10'269,"0"2"-213,3 8 22,0 0-22,108 4-22,-26-10-521,5 4 0,4-2 487,-28-3 0,-3-1 0,-1 0 0,1 1 0,-5 1 0,-2 1 0,42-3 84,-11 2-107,-11 0 12,-1 0-79,1-1-503,3 0-3632,-2-1 4225,-6-5 0,-31 7 0,-11-2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9:12.953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23 43 28479,'-13'-13'45,"3"2"-45,10 11 0,70-8 0,-10 6-181,-2-3 0,4 2 181,30 10 0,-10 0-11,-8 7-1,-12 0 91,-11 1-91,-10 1 1,-11 1-11,-10 0 11,-9 0-1,-6 0 285,-4 4-262,-5 3-11,-10 6 12,-12 9-7,-6-3 1,-4 3-6,-23 26-462,17-18 1,1-1 427,-17 23-235,11-3-3295,11-10 3564,17-11 0,9-22 0,7-9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9:13.915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69 612 28423,'-8'-7'123,"1"1"-123,7 6 56,0 0-44,-22 35-1,14-17-11,-15 27 0,22-28 0,1-4 0,0-5 11,0-4-11,0-3 0,0-1 0,1-1 0,12-14 0,14-10 0,23-24 0,23-15-11,-28 26 0,2-2-418,8-5 1,2-1 366,3-2 0,2-1-414,2-3 0,0 0 476,1-4 0,-4 5 0,9-10 0,-18 13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9:15.309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485 1 28345,'8'9'157,"-1"-1"-157,-7-8 0,0 0-4252,-76 49 4263,30 2-710,-10-1 1,0 5 703,23-7 1,3 5-88,-13 31 1,2 8 81,18-29 0,3 2 0,1 2-12,-1 13 1,1 3 0,6-3-175,8 11 1,11-6 118,6-12 0,10-10-392,40 3-3004,12-19 3971,2-17 0,-30-16 0,-13-8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9:15.626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0 0 28334,'16'11'33,"-3"-3"-33,68-19 0,-35 9 0,9-2 0,-1 4 11,-7 12 1,-12 11-1,-11 4 11,-12 3 1,-7 2-23,-3-1 11,-10 4-11,-9-2 0,-15 3-23,-10-3-33,-9 2-89,-4-3-650,3-5 795,5-6 0,22-10 0,8-6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9:15.911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205 17 28166,'-7'-9'235,"2"1"-224,5 8-11,0 0 22,-75 37-10,50-14-12,-56 31 11,74-25-11,3 1 0,4-3 0,12 2 0,9-5-23,19-3-77,10-6-259,5-6-2935,4-4 3294,0-4 0,-26-1 0,-7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9:16.083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0 47 28300,'13'1'11,"-2"-1"-11,79-13-33,-37 10 10,10-4 1,2 0-68,1 7-167,-3 0-506,-1 0-9068,-8-1 9358,0-6 1,-26 4 0,-6-4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9:16.545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444 51 28222,'2'2'156,"0"-1"-156,-2-1 0,-52-22 12,19 15-12,-46-16 11,32 21-11,-2 2 0,0 7 0,4 5 0,6 10 0,10 4 0,12-2-11,9 0-1,9-6 12,16 0-11,12-7 0,19-4 0,7-4-23,6-3-11,-2 0 45,-4-2 0,-8 1 12,-9-2 32,-13 1 1,-7 1 0,-9 1-11,-5 0 10,-1 8-10,-1 7-23,0 14 0,-1 10-11,-1 7 0,0 5 0,-3 3 0,-3 0-22,-2 0-56,0-4-191,4-6-5344,3-12 5613,1-14 0,0-10 0,0-8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9:16.829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120 1 28356,'11'13'213,"-3"-2"-208,20 32 1,4 10-780,-1 9 774,8 9 0,0 5 11,-9 14-11,-18-41 0,-2 0 5,-1 1 1,-2 0-6,-3 1 0,-1 0 0,-1 0 0,-1 0 0,-3 1 0,-2-2-11,-4 0 0,-4-1-6,-3-1 0,-4 0-22,-7-4 0,-5-2-96,-4-2 1,-5-3 134,-5-4 0,-1-4 0,-8 4 0,6-13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5T08:09:17.402"/>
    </inkml:context>
    <inkml:brush xml:id="br0">
      <inkml:brushProperty name="width" value="0.04286" units="cm"/>
      <inkml:brushProperty name="height" value="0.04286" units="cm"/>
    </inkml:brush>
  </inkml:definitions>
  <inkml:trace contextRef="#ctx0" brushRef="#br0">21 0 28289,'5'8'168,"0"-1"-168,-5-7 22,0 0-11,68 2 1,-50 10 10,51 4-11,-68 13 0,-2 0 1,-10 2-1,-5 2-11,-11 3 11,-2 2-11,0 1 0,4-3 0,3 0 0,7-4 0,8-1 0,3-2 0,4-2 0,2-3 0,12-5-11,9-6-23,17-7-33,11-3-45,11-3-67,9-6-124,1 1-257,19-4-359,-34 4 919,-5 13 0,-40-5 0,-12 8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8/22/2021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8/22/2021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8/22/2021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8/22/2021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2623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8/22/2021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777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8/22/2021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6337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8/22/2021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9429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8/22/2021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5522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8/22/2021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8441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8/22/2021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7809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8/22/2021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6889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8/22/2021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3588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8/22/2021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0481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8/22/2021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323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8/22/2021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8910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5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customXml" Target="../ink/ink6.xml"/><Relationship Id="rId18" Type="http://schemas.openxmlformats.org/officeDocument/2006/relationships/image" Target="../media/image40.png"/><Relationship Id="rId26" Type="http://schemas.openxmlformats.org/officeDocument/2006/relationships/image" Target="../media/image44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34" Type="http://schemas.openxmlformats.org/officeDocument/2006/relationships/image" Target="../media/image48.png"/><Relationship Id="rId7" Type="http://schemas.openxmlformats.org/officeDocument/2006/relationships/customXml" Target="../ink/ink3.xml"/><Relationship Id="rId12" Type="http://schemas.openxmlformats.org/officeDocument/2006/relationships/image" Target="../media/image37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2" Type="http://schemas.openxmlformats.org/officeDocument/2006/relationships/image" Target="../media/image32.png"/><Relationship Id="rId16" Type="http://schemas.openxmlformats.org/officeDocument/2006/relationships/image" Target="../media/image39.png"/><Relationship Id="rId20" Type="http://schemas.openxmlformats.org/officeDocument/2006/relationships/image" Target="../media/image41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.png"/><Relationship Id="rId11" Type="http://schemas.openxmlformats.org/officeDocument/2006/relationships/customXml" Target="../ink/ink5.xml"/><Relationship Id="rId24" Type="http://schemas.openxmlformats.org/officeDocument/2006/relationships/image" Target="../media/image43.png"/><Relationship Id="rId32" Type="http://schemas.openxmlformats.org/officeDocument/2006/relationships/image" Target="../media/image47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45.png"/><Relationship Id="rId36" Type="http://schemas.openxmlformats.org/officeDocument/2006/relationships/image" Target="../media/image50.png"/><Relationship Id="rId10" Type="http://schemas.openxmlformats.org/officeDocument/2006/relationships/image" Target="../media/image36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" Type="http://schemas.openxmlformats.org/officeDocument/2006/relationships/image" Target="../media/image33.png"/><Relationship Id="rId9" Type="http://schemas.openxmlformats.org/officeDocument/2006/relationships/customXml" Target="../ink/ink4.xml"/><Relationship Id="rId14" Type="http://schemas.openxmlformats.org/officeDocument/2006/relationships/image" Target="../media/image38.png"/><Relationship Id="rId22" Type="http://schemas.openxmlformats.org/officeDocument/2006/relationships/image" Target="../media/image42.png"/><Relationship Id="rId27" Type="http://schemas.openxmlformats.org/officeDocument/2006/relationships/customXml" Target="../ink/ink13.xml"/><Relationship Id="rId30" Type="http://schemas.openxmlformats.org/officeDocument/2006/relationships/image" Target="../media/image46.png"/><Relationship Id="rId35" Type="http://schemas.openxmlformats.org/officeDocument/2006/relationships/image" Target="../media/image4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4.xml"/><Relationship Id="rId21" Type="http://schemas.openxmlformats.org/officeDocument/2006/relationships/customXml" Target="../ink/ink26.xml"/><Relationship Id="rId42" Type="http://schemas.openxmlformats.org/officeDocument/2006/relationships/image" Target="../media/image72.png"/><Relationship Id="rId47" Type="http://schemas.openxmlformats.org/officeDocument/2006/relationships/customXml" Target="../ink/ink39.xml"/><Relationship Id="rId63" Type="http://schemas.openxmlformats.org/officeDocument/2006/relationships/customXml" Target="../ink/ink47.xml"/><Relationship Id="rId68" Type="http://schemas.openxmlformats.org/officeDocument/2006/relationships/image" Target="../media/image85.png"/><Relationship Id="rId84" Type="http://schemas.openxmlformats.org/officeDocument/2006/relationships/image" Target="../media/image93.png"/><Relationship Id="rId89" Type="http://schemas.openxmlformats.org/officeDocument/2006/relationships/customXml" Target="../ink/ink60.xml"/><Relationship Id="rId112" Type="http://schemas.openxmlformats.org/officeDocument/2006/relationships/image" Target="../media/image107.png"/><Relationship Id="rId133" Type="http://schemas.openxmlformats.org/officeDocument/2006/relationships/customXml" Target="../ink/ink82.xml"/><Relationship Id="rId138" Type="http://schemas.openxmlformats.org/officeDocument/2006/relationships/image" Target="../media/image120.png"/><Relationship Id="rId154" Type="http://schemas.openxmlformats.org/officeDocument/2006/relationships/image" Target="../media/image128.png"/><Relationship Id="rId159" Type="http://schemas.openxmlformats.org/officeDocument/2006/relationships/customXml" Target="../ink/ink95.xml"/><Relationship Id="rId175" Type="http://schemas.openxmlformats.org/officeDocument/2006/relationships/customXml" Target="../ink/ink103.xml"/><Relationship Id="rId170" Type="http://schemas.openxmlformats.org/officeDocument/2006/relationships/image" Target="../media/image136.png"/><Relationship Id="rId191" Type="http://schemas.openxmlformats.org/officeDocument/2006/relationships/customXml" Target="../ink/ink111.xml"/><Relationship Id="rId196" Type="http://schemas.openxmlformats.org/officeDocument/2006/relationships/image" Target="../media/image149.png"/><Relationship Id="rId16" Type="http://schemas.openxmlformats.org/officeDocument/2006/relationships/image" Target="../media/image59.png"/><Relationship Id="rId107" Type="http://schemas.openxmlformats.org/officeDocument/2006/relationships/customXml" Target="../ink/ink69.xml"/><Relationship Id="rId11" Type="http://schemas.openxmlformats.org/officeDocument/2006/relationships/customXml" Target="../ink/ink21.xml"/><Relationship Id="rId32" Type="http://schemas.openxmlformats.org/officeDocument/2006/relationships/image" Target="../media/image67.png"/><Relationship Id="rId37" Type="http://schemas.openxmlformats.org/officeDocument/2006/relationships/customXml" Target="../ink/ink34.xml"/><Relationship Id="rId53" Type="http://schemas.openxmlformats.org/officeDocument/2006/relationships/customXml" Target="../ink/ink42.xml"/><Relationship Id="rId58" Type="http://schemas.openxmlformats.org/officeDocument/2006/relationships/image" Target="../media/image80.png"/><Relationship Id="rId74" Type="http://schemas.openxmlformats.org/officeDocument/2006/relationships/image" Target="../media/image88.png"/><Relationship Id="rId79" Type="http://schemas.openxmlformats.org/officeDocument/2006/relationships/customXml" Target="../ink/ink55.xml"/><Relationship Id="rId102" Type="http://schemas.openxmlformats.org/officeDocument/2006/relationships/image" Target="../media/image102.png"/><Relationship Id="rId123" Type="http://schemas.openxmlformats.org/officeDocument/2006/relationships/customXml" Target="../ink/ink77.xml"/><Relationship Id="rId128" Type="http://schemas.openxmlformats.org/officeDocument/2006/relationships/image" Target="../media/image115.png"/><Relationship Id="rId144" Type="http://schemas.openxmlformats.org/officeDocument/2006/relationships/image" Target="../media/image123.png"/><Relationship Id="rId149" Type="http://schemas.openxmlformats.org/officeDocument/2006/relationships/customXml" Target="../ink/ink90.xml"/><Relationship Id="rId5" Type="http://schemas.openxmlformats.org/officeDocument/2006/relationships/customXml" Target="../ink/ink18.xml"/><Relationship Id="rId90" Type="http://schemas.openxmlformats.org/officeDocument/2006/relationships/image" Target="../media/image96.png"/><Relationship Id="rId95" Type="http://schemas.openxmlformats.org/officeDocument/2006/relationships/customXml" Target="../ink/ink63.xml"/><Relationship Id="rId160" Type="http://schemas.openxmlformats.org/officeDocument/2006/relationships/image" Target="../media/image131.png"/><Relationship Id="rId165" Type="http://schemas.openxmlformats.org/officeDocument/2006/relationships/customXml" Target="../ink/ink98.xml"/><Relationship Id="rId181" Type="http://schemas.openxmlformats.org/officeDocument/2006/relationships/customXml" Target="../ink/ink106.xml"/><Relationship Id="rId186" Type="http://schemas.openxmlformats.org/officeDocument/2006/relationships/image" Target="../media/image144.png"/><Relationship Id="rId22" Type="http://schemas.openxmlformats.org/officeDocument/2006/relationships/image" Target="../media/image62.png"/><Relationship Id="rId27" Type="http://schemas.openxmlformats.org/officeDocument/2006/relationships/customXml" Target="../ink/ink29.xml"/><Relationship Id="rId43" Type="http://schemas.openxmlformats.org/officeDocument/2006/relationships/customXml" Target="../ink/ink37.xml"/><Relationship Id="rId48" Type="http://schemas.openxmlformats.org/officeDocument/2006/relationships/image" Target="../media/image75.png"/><Relationship Id="rId64" Type="http://schemas.openxmlformats.org/officeDocument/2006/relationships/image" Target="../media/image83.png"/><Relationship Id="rId69" Type="http://schemas.openxmlformats.org/officeDocument/2006/relationships/customXml" Target="../ink/ink50.xml"/><Relationship Id="rId113" Type="http://schemas.openxmlformats.org/officeDocument/2006/relationships/customXml" Target="../ink/ink72.xml"/><Relationship Id="rId118" Type="http://schemas.openxmlformats.org/officeDocument/2006/relationships/image" Target="../media/image110.png"/><Relationship Id="rId134" Type="http://schemas.openxmlformats.org/officeDocument/2006/relationships/image" Target="../media/image118.png"/><Relationship Id="rId139" Type="http://schemas.openxmlformats.org/officeDocument/2006/relationships/customXml" Target="../ink/ink85.xml"/><Relationship Id="rId80" Type="http://schemas.openxmlformats.org/officeDocument/2006/relationships/image" Target="../media/image91.png"/><Relationship Id="rId85" Type="http://schemas.openxmlformats.org/officeDocument/2006/relationships/customXml" Target="../ink/ink58.xml"/><Relationship Id="rId150" Type="http://schemas.openxmlformats.org/officeDocument/2006/relationships/image" Target="../media/image126.png"/><Relationship Id="rId155" Type="http://schemas.openxmlformats.org/officeDocument/2006/relationships/customXml" Target="../ink/ink93.xml"/><Relationship Id="rId171" Type="http://schemas.openxmlformats.org/officeDocument/2006/relationships/customXml" Target="../ink/ink101.xml"/><Relationship Id="rId176" Type="http://schemas.openxmlformats.org/officeDocument/2006/relationships/image" Target="../media/image139.png"/><Relationship Id="rId192" Type="http://schemas.openxmlformats.org/officeDocument/2006/relationships/image" Target="../media/image147.png"/><Relationship Id="rId197" Type="http://schemas.openxmlformats.org/officeDocument/2006/relationships/customXml" Target="../ink/ink114.xml"/><Relationship Id="rId12" Type="http://schemas.openxmlformats.org/officeDocument/2006/relationships/image" Target="../media/image57.png"/><Relationship Id="rId17" Type="http://schemas.openxmlformats.org/officeDocument/2006/relationships/customXml" Target="../ink/ink24.xml"/><Relationship Id="rId33" Type="http://schemas.openxmlformats.org/officeDocument/2006/relationships/customXml" Target="../ink/ink32.xml"/><Relationship Id="rId38" Type="http://schemas.openxmlformats.org/officeDocument/2006/relationships/image" Target="../media/image70.png"/><Relationship Id="rId59" Type="http://schemas.openxmlformats.org/officeDocument/2006/relationships/customXml" Target="../ink/ink45.xml"/><Relationship Id="rId103" Type="http://schemas.openxmlformats.org/officeDocument/2006/relationships/customXml" Target="../ink/ink67.xml"/><Relationship Id="rId108" Type="http://schemas.openxmlformats.org/officeDocument/2006/relationships/image" Target="../media/image105.png"/><Relationship Id="rId124" Type="http://schemas.openxmlformats.org/officeDocument/2006/relationships/image" Target="../media/image113.png"/><Relationship Id="rId129" Type="http://schemas.openxmlformats.org/officeDocument/2006/relationships/customXml" Target="../ink/ink80.xml"/><Relationship Id="rId54" Type="http://schemas.openxmlformats.org/officeDocument/2006/relationships/image" Target="../media/image78.png"/><Relationship Id="rId70" Type="http://schemas.openxmlformats.org/officeDocument/2006/relationships/image" Target="../media/image86.png"/><Relationship Id="rId75" Type="http://schemas.openxmlformats.org/officeDocument/2006/relationships/customXml" Target="../ink/ink53.xml"/><Relationship Id="rId91" Type="http://schemas.openxmlformats.org/officeDocument/2006/relationships/customXml" Target="../ink/ink61.xml"/><Relationship Id="rId96" Type="http://schemas.openxmlformats.org/officeDocument/2006/relationships/image" Target="../media/image99.png"/><Relationship Id="rId140" Type="http://schemas.openxmlformats.org/officeDocument/2006/relationships/image" Target="../media/image121.png"/><Relationship Id="rId145" Type="http://schemas.openxmlformats.org/officeDocument/2006/relationships/customXml" Target="../ink/ink88.xml"/><Relationship Id="rId161" Type="http://schemas.openxmlformats.org/officeDocument/2006/relationships/customXml" Target="../ink/ink96.xml"/><Relationship Id="rId166" Type="http://schemas.openxmlformats.org/officeDocument/2006/relationships/image" Target="../media/image134.png"/><Relationship Id="rId182" Type="http://schemas.openxmlformats.org/officeDocument/2006/relationships/image" Target="../media/image142.png"/><Relationship Id="rId187" Type="http://schemas.openxmlformats.org/officeDocument/2006/relationships/customXml" Target="../ink/ink10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4.png"/><Relationship Id="rId23" Type="http://schemas.openxmlformats.org/officeDocument/2006/relationships/customXml" Target="../ink/ink27.xml"/><Relationship Id="rId28" Type="http://schemas.openxmlformats.org/officeDocument/2006/relationships/image" Target="../media/image65.png"/><Relationship Id="rId49" Type="http://schemas.openxmlformats.org/officeDocument/2006/relationships/customXml" Target="../ink/ink40.xml"/><Relationship Id="rId114" Type="http://schemas.openxmlformats.org/officeDocument/2006/relationships/image" Target="../media/image108.png"/><Relationship Id="rId119" Type="http://schemas.openxmlformats.org/officeDocument/2006/relationships/customXml" Target="../ink/ink75.xml"/><Relationship Id="rId44" Type="http://schemas.openxmlformats.org/officeDocument/2006/relationships/image" Target="../media/image73.png"/><Relationship Id="rId60" Type="http://schemas.openxmlformats.org/officeDocument/2006/relationships/image" Target="../media/image81.png"/><Relationship Id="rId65" Type="http://schemas.openxmlformats.org/officeDocument/2006/relationships/customXml" Target="../ink/ink48.xml"/><Relationship Id="rId81" Type="http://schemas.openxmlformats.org/officeDocument/2006/relationships/customXml" Target="../ink/ink56.xml"/><Relationship Id="rId86" Type="http://schemas.openxmlformats.org/officeDocument/2006/relationships/image" Target="../media/image94.png"/><Relationship Id="rId130" Type="http://schemas.openxmlformats.org/officeDocument/2006/relationships/image" Target="../media/image116.png"/><Relationship Id="rId135" Type="http://schemas.openxmlformats.org/officeDocument/2006/relationships/customXml" Target="../ink/ink83.xml"/><Relationship Id="rId151" Type="http://schemas.openxmlformats.org/officeDocument/2006/relationships/customXml" Target="../ink/ink91.xml"/><Relationship Id="rId156" Type="http://schemas.openxmlformats.org/officeDocument/2006/relationships/image" Target="../media/image129.png"/><Relationship Id="rId177" Type="http://schemas.openxmlformats.org/officeDocument/2006/relationships/customXml" Target="../ink/ink104.xml"/><Relationship Id="rId198" Type="http://schemas.openxmlformats.org/officeDocument/2006/relationships/image" Target="../media/image150.png"/><Relationship Id="rId172" Type="http://schemas.openxmlformats.org/officeDocument/2006/relationships/image" Target="../media/image137.png"/><Relationship Id="rId193" Type="http://schemas.openxmlformats.org/officeDocument/2006/relationships/customXml" Target="../ink/ink112.xml"/><Relationship Id="rId13" Type="http://schemas.openxmlformats.org/officeDocument/2006/relationships/customXml" Target="../ink/ink22.xml"/><Relationship Id="rId18" Type="http://schemas.openxmlformats.org/officeDocument/2006/relationships/image" Target="../media/image60.png"/><Relationship Id="rId39" Type="http://schemas.openxmlformats.org/officeDocument/2006/relationships/customXml" Target="../ink/ink35.xml"/><Relationship Id="rId109" Type="http://schemas.openxmlformats.org/officeDocument/2006/relationships/customXml" Target="../ink/ink70.xml"/><Relationship Id="rId34" Type="http://schemas.openxmlformats.org/officeDocument/2006/relationships/image" Target="../media/image68.png"/><Relationship Id="rId50" Type="http://schemas.openxmlformats.org/officeDocument/2006/relationships/image" Target="../media/image76.png"/><Relationship Id="rId55" Type="http://schemas.openxmlformats.org/officeDocument/2006/relationships/customXml" Target="../ink/ink43.xml"/><Relationship Id="rId76" Type="http://schemas.openxmlformats.org/officeDocument/2006/relationships/image" Target="../media/image89.png"/><Relationship Id="rId97" Type="http://schemas.openxmlformats.org/officeDocument/2006/relationships/customXml" Target="../ink/ink64.xml"/><Relationship Id="rId104" Type="http://schemas.openxmlformats.org/officeDocument/2006/relationships/image" Target="../media/image103.png"/><Relationship Id="rId120" Type="http://schemas.openxmlformats.org/officeDocument/2006/relationships/image" Target="../media/image111.png"/><Relationship Id="rId125" Type="http://schemas.openxmlformats.org/officeDocument/2006/relationships/customXml" Target="../ink/ink78.xml"/><Relationship Id="rId141" Type="http://schemas.openxmlformats.org/officeDocument/2006/relationships/customXml" Target="../ink/ink86.xml"/><Relationship Id="rId146" Type="http://schemas.openxmlformats.org/officeDocument/2006/relationships/image" Target="../media/image124.png"/><Relationship Id="rId167" Type="http://schemas.openxmlformats.org/officeDocument/2006/relationships/customXml" Target="../ink/ink99.xml"/><Relationship Id="rId188" Type="http://schemas.openxmlformats.org/officeDocument/2006/relationships/image" Target="../media/image145.png"/><Relationship Id="rId7" Type="http://schemas.openxmlformats.org/officeDocument/2006/relationships/customXml" Target="../ink/ink19.xml"/><Relationship Id="rId71" Type="http://schemas.openxmlformats.org/officeDocument/2006/relationships/customXml" Target="../ink/ink51.xml"/><Relationship Id="rId92" Type="http://schemas.openxmlformats.org/officeDocument/2006/relationships/image" Target="../media/image97.png"/><Relationship Id="rId162" Type="http://schemas.openxmlformats.org/officeDocument/2006/relationships/image" Target="../media/image132.png"/><Relationship Id="rId183" Type="http://schemas.openxmlformats.org/officeDocument/2006/relationships/customXml" Target="../ink/ink107.xml"/><Relationship Id="rId2" Type="http://schemas.openxmlformats.org/officeDocument/2006/relationships/image" Target="../media/image52.png"/><Relationship Id="rId29" Type="http://schemas.openxmlformats.org/officeDocument/2006/relationships/customXml" Target="../ink/ink30.xml"/><Relationship Id="rId24" Type="http://schemas.openxmlformats.org/officeDocument/2006/relationships/image" Target="../media/image63.png"/><Relationship Id="rId40" Type="http://schemas.openxmlformats.org/officeDocument/2006/relationships/image" Target="../media/image71.png"/><Relationship Id="rId45" Type="http://schemas.openxmlformats.org/officeDocument/2006/relationships/customXml" Target="../ink/ink38.xml"/><Relationship Id="rId66" Type="http://schemas.openxmlformats.org/officeDocument/2006/relationships/image" Target="../media/image84.png"/><Relationship Id="rId87" Type="http://schemas.openxmlformats.org/officeDocument/2006/relationships/customXml" Target="../ink/ink59.xml"/><Relationship Id="rId110" Type="http://schemas.openxmlformats.org/officeDocument/2006/relationships/image" Target="../media/image106.png"/><Relationship Id="rId115" Type="http://schemas.openxmlformats.org/officeDocument/2006/relationships/customXml" Target="../ink/ink73.xml"/><Relationship Id="rId131" Type="http://schemas.openxmlformats.org/officeDocument/2006/relationships/customXml" Target="../ink/ink81.xml"/><Relationship Id="rId136" Type="http://schemas.openxmlformats.org/officeDocument/2006/relationships/image" Target="../media/image119.png"/><Relationship Id="rId157" Type="http://schemas.openxmlformats.org/officeDocument/2006/relationships/customXml" Target="../ink/ink94.xml"/><Relationship Id="rId178" Type="http://schemas.openxmlformats.org/officeDocument/2006/relationships/image" Target="../media/image140.png"/><Relationship Id="rId61" Type="http://schemas.openxmlformats.org/officeDocument/2006/relationships/customXml" Target="../ink/ink46.xml"/><Relationship Id="rId82" Type="http://schemas.openxmlformats.org/officeDocument/2006/relationships/image" Target="../media/image92.png"/><Relationship Id="rId152" Type="http://schemas.openxmlformats.org/officeDocument/2006/relationships/image" Target="../media/image127.png"/><Relationship Id="rId173" Type="http://schemas.openxmlformats.org/officeDocument/2006/relationships/customXml" Target="../ink/ink102.xml"/><Relationship Id="rId194" Type="http://schemas.openxmlformats.org/officeDocument/2006/relationships/image" Target="../media/image148.png"/><Relationship Id="rId19" Type="http://schemas.openxmlformats.org/officeDocument/2006/relationships/customXml" Target="../ink/ink25.xml"/><Relationship Id="rId14" Type="http://schemas.openxmlformats.org/officeDocument/2006/relationships/image" Target="../media/image58.png"/><Relationship Id="rId30" Type="http://schemas.openxmlformats.org/officeDocument/2006/relationships/image" Target="../media/image66.png"/><Relationship Id="rId35" Type="http://schemas.openxmlformats.org/officeDocument/2006/relationships/customXml" Target="../ink/ink33.xml"/><Relationship Id="rId56" Type="http://schemas.openxmlformats.org/officeDocument/2006/relationships/image" Target="../media/image79.png"/><Relationship Id="rId77" Type="http://schemas.openxmlformats.org/officeDocument/2006/relationships/customXml" Target="../ink/ink54.xml"/><Relationship Id="rId100" Type="http://schemas.openxmlformats.org/officeDocument/2006/relationships/image" Target="../media/image101.png"/><Relationship Id="rId105" Type="http://schemas.openxmlformats.org/officeDocument/2006/relationships/customXml" Target="../ink/ink68.xml"/><Relationship Id="rId126" Type="http://schemas.openxmlformats.org/officeDocument/2006/relationships/image" Target="../media/image114.png"/><Relationship Id="rId147" Type="http://schemas.openxmlformats.org/officeDocument/2006/relationships/customXml" Target="../ink/ink89.xml"/><Relationship Id="rId168" Type="http://schemas.openxmlformats.org/officeDocument/2006/relationships/image" Target="../media/image135.png"/><Relationship Id="rId8" Type="http://schemas.openxmlformats.org/officeDocument/2006/relationships/image" Target="../media/image55.png"/><Relationship Id="rId51" Type="http://schemas.openxmlformats.org/officeDocument/2006/relationships/customXml" Target="../ink/ink41.xml"/><Relationship Id="rId72" Type="http://schemas.openxmlformats.org/officeDocument/2006/relationships/image" Target="../media/image87.png"/><Relationship Id="rId93" Type="http://schemas.openxmlformats.org/officeDocument/2006/relationships/customXml" Target="../ink/ink62.xml"/><Relationship Id="rId98" Type="http://schemas.openxmlformats.org/officeDocument/2006/relationships/image" Target="../media/image100.png"/><Relationship Id="rId121" Type="http://schemas.openxmlformats.org/officeDocument/2006/relationships/customXml" Target="../ink/ink76.xml"/><Relationship Id="rId142" Type="http://schemas.openxmlformats.org/officeDocument/2006/relationships/image" Target="../media/image122.png"/><Relationship Id="rId163" Type="http://schemas.openxmlformats.org/officeDocument/2006/relationships/customXml" Target="../ink/ink97.xml"/><Relationship Id="rId184" Type="http://schemas.openxmlformats.org/officeDocument/2006/relationships/image" Target="../media/image143.png"/><Relationship Id="rId189" Type="http://schemas.openxmlformats.org/officeDocument/2006/relationships/customXml" Target="../ink/ink110.xml"/><Relationship Id="rId3" Type="http://schemas.openxmlformats.org/officeDocument/2006/relationships/customXml" Target="../ink/ink17.xml"/><Relationship Id="rId25" Type="http://schemas.openxmlformats.org/officeDocument/2006/relationships/customXml" Target="../ink/ink28.xml"/><Relationship Id="rId46" Type="http://schemas.openxmlformats.org/officeDocument/2006/relationships/image" Target="../media/image74.png"/><Relationship Id="rId67" Type="http://schemas.openxmlformats.org/officeDocument/2006/relationships/customXml" Target="../ink/ink49.xml"/><Relationship Id="rId116" Type="http://schemas.openxmlformats.org/officeDocument/2006/relationships/image" Target="../media/image109.png"/><Relationship Id="rId137" Type="http://schemas.openxmlformats.org/officeDocument/2006/relationships/customXml" Target="../ink/ink84.xml"/><Relationship Id="rId158" Type="http://schemas.openxmlformats.org/officeDocument/2006/relationships/image" Target="../media/image130.png"/><Relationship Id="rId20" Type="http://schemas.openxmlformats.org/officeDocument/2006/relationships/image" Target="../media/image61.png"/><Relationship Id="rId41" Type="http://schemas.openxmlformats.org/officeDocument/2006/relationships/customXml" Target="../ink/ink36.xml"/><Relationship Id="rId62" Type="http://schemas.openxmlformats.org/officeDocument/2006/relationships/image" Target="../media/image82.png"/><Relationship Id="rId83" Type="http://schemas.openxmlformats.org/officeDocument/2006/relationships/customXml" Target="../ink/ink57.xml"/><Relationship Id="rId88" Type="http://schemas.openxmlformats.org/officeDocument/2006/relationships/image" Target="../media/image95.png"/><Relationship Id="rId111" Type="http://schemas.openxmlformats.org/officeDocument/2006/relationships/customXml" Target="../ink/ink71.xml"/><Relationship Id="rId132" Type="http://schemas.openxmlformats.org/officeDocument/2006/relationships/image" Target="../media/image117.png"/><Relationship Id="rId153" Type="http://schemas.openxmlformats.org/officeDocument/2006/relationships/customXml" Target="../ink/ink92.xml"/><Relationship Id="rId174" Type="http://schemas.openxmlformats.org/officeDocument/2006/relationships/image" Target="../media/image138.png"/><Relationship Id="rId179" Type="http://schemas.openxmlformats.org/officeDocument/2006/relationships/customXml" Target="../ink/ink105.xml"/><Relationship Id="rId195" Type="http://schemas.openxmlformats.org/officeDocument/2006/relationships/customXml" Target="../ink/ink113.xml"/><Relationship Id="rId190" Type="http://schemas.openxmlformats.org/officeDocument/2006/relationships/image" Target="../media/image146.png"/><Relationship Id="rId15" Type="http://schemas.openxmlformats.org/officeDocument/2006/relationships/customXml" Target="../ink/ink23.xml"/><Relationship Id="rId36" Type="http://schemas.openxmlformats.org/officeDocument/2006/relationships/image" Target="../media/image69.png"/><Relationship Id="rId57" Type="http://schemas.openxmlformats.org/officeDocument/2006/relationships/customXml" Target="../ink/ink44.xml"/><Relationship Id="rId106" Type="http://schemas.openxmlformats.org/officeDocument/2006/relationships/image" Target="../media/image104.png"/><Relationship Id="rId127" Type="http://schemas.openxmlformats.org/officeDocument/2006/relationships/customXml" Target="../ink/ink79.xml"/><Relationship Id="rId10" Type="http://schemas.openxmlformats.org/officeDocument/2006/relationships/image" Target="../media/image56.png"/><Relationship Id="rId31" Type="http://schemas.openxmlformats.org/officeDocument/2006/relationships/customXml" Target="../ink/ink31.xml"/><Relationship Id="rId52" Type="http://schemas.openxmlformats.org/officeDocument/2006/relationships/image" Target="../media/image77.png"/><Relationship Id="rId73" Type="http://schemas.openxmlformats.org/officeDocument/2006/relationships/customXml" Target="../ink/ink52.xml"/><Relationship Id="rId78" Type="http://schemas.openxmlformats.org/officeDocument/2006/relationships/image" Target="../media/image90.png"/><Relationship Id="rId94" Type="http://schemas.openxmlformats.org/officeDocument/2006/relationships/image" Target="../media/image98.png"/><Relationship Id="rId99" Type="http://schemas.openxmlformats.org/officeDocument/2006/relationships/customXml" Target="../ink/ink65.xml"/><Relationship Id="rId101" Type="http://schemas.openxmlformats.org/officeDocument/2006/relationships/customXml" Target="../ink/ink66.xml"/><Relationship Id="rId122" Type="http://schemas.openxmlformats.org/officeDocument/2006/relationships/image" Target="../media/image112.png"/><Relationship Id="rId143" Type="http://schemas.openxmlformats.org/officeDocument/2006/relationships/customXml" Target="../ink/ink87.xml"/><Relationship Id="rId148" Type="http://schemas.openxmlformats.org/officeDocument/2006/relationships/image" Target="../media/image125.png"/><Relationship Id="rId164" Type="http://schemas.openxmlformats.org/officeDocument/2006/relationships/image" Target="../media/image133.png"/><Relationship Id="rId169" Type="http://schemas.openxmlformats.org/officeDocument/2006/relationships/customXml" Target="../ink/ink100.xml"/><Relationship Id="rId185" Type="http://schemas.openxmlformats.org/officeDocument/2006/relationships/customXml" Target="../ink/ink108.xml"/><Relationship Id="rId4" Type="http://schemas.openxmlformats.org/officeDocument/2006/relationships/image" Target="../media/image53.png"/><Relationship Id="rId9" Type="http://schemas.openxmlformats.org/officeDocument/2006/relationships/customXml" Target="../ink/ink20.xml"/><Relationship Id="rId180" Type="http://schemas.openxmlformats.org/officeDocument/2006/relationships/image" Target="../media/image141.png"/><Relationship Id="rId26" Type="http://schemas.openxmlformats.org/officeDocument/2006/relationships/image" Target="../media/image6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13" Type="http://schemas.openxmlformats.org/officeDocument/2006/relationships/image" Target="../media/image390.png"/><Relationship Id="rId3" Type="http://schemas.openxmlformats.org/officeDocument/2006/relationships/image" Target="../media/image13.png"/><Relationship Id="rId7" Type="http://schemas.openxmlformats.org/officeDocument/2006/relationships/image" Target="../media/image330.png"/><Relationship Id="rId12" Type="http://schemas.openxmlformats.org/officeDocument/2006/relationships/image" Target="../media/image38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0.png"/><Relationship Id="rId11" Type="http://schemas.openxmlformats.org/officeDocument/2006/relationships/image" Target="../media/image370.png"/><Relationship Id="rId5" Type="http://schemas.openxmlformats.org/officeDocument/2006/relationships/image" Target="../media/image31.png"/><Relationship Id="rId10" Type="http://schemas.openxmlformats.org/officeDocument/2006/relationships/image" Target="../media/image360.png"/><Relationship Id="rId4" Type="http://schemas.openxmlformats.org/officeDocument/2006/relationships/image" Target="../media/image30.png"/><Relationship Id="rId9" Type="http://schemas.openxmlformats.org/officeDocument/2006/relationships/image" Target="../media/image35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0.png"/><Relationship Id="rId13" Type="http://schemas.openxmlformats.org/officeDocument/2006/relationships/image" Target="../media/image480.png"/><Relationship Id="rId3" Type="http://schemas.openxmlformats.org/officeDocument/2006/relationships/image" Target="../media/image13.png"/><Relationship Id="rId7" Type="http://schemas.openxmlformats.org/officeDocument/2006/relationships/image" Target="../media/image330.png"/><Relationship Id="rId12" Type="http://schemas.openxmlformats.org/officeDocument/2006/relationships/image" Target="../media/image470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0.png"/><Relationship Id="rId11" Type="http://schemas.openxmlformats.org/officeDocument/2006/relationships/image" Target="../media/image460.png"/><Relationship Id="rId5" Type="http://schemas.openxmlformats.org/officeDocument/2006/relationships/image" Target="../media/image31.png"/><Relationship Id="rId10" Type="http://schemas.openxmlformats.org/officeDocument/2006/relationships/image" Target="../media/image450.png"/><Relationship Id="rId4" Type="http://schemas.openxmlformats.org/officeDocument/2006/relationships/image" Target="../media/image410.png"/><Relationship Id="rId9" Type="http://schemas.openxmlformats.org/officeDocument/2006/relationships/image" Target="../media/image44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0.png"/><Relationship Id="rId13" Type="http://schemas.openxmlformats.org/officeDocument/2006/relationships/image" Target="../media/image580.png"/><Relationship Id="rId3" Type="http://schemas.openxmlformats.org/officeDocument/2006/relationships/image" Target="../media/image13.png"/><Relationship Id="rId7" Type="http://schemas.openxmlformats.org/officeDocument/2006/relationships/image" Target="../media/image330.png"/><Relationship Id="rId12" Type="http://schemas.openxmlformats.org/officeDocument/2006/relationships/image" Target="../media/image570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20.png"/><Relationship Id="rId11" Type="http://schemas.openxmlformats.org/officeDocument/2006/relationships/image" Target="../media/image560.png"/><Relationship Id="rId5" Type="http://schemas.openxmlformats.org/officeDocument/2006/relationships/image" Target="../media/image51.png"/><Relationship Id="rId10" Type="http://schemas.openxmlformats.org/officeDocument/2006/relationships/image" Target="../media/image550.png"/><Relationship Id="rId4" Type="http://schemas.openxmlformats.org/officeDocument/2006/relationships/image" Target="../media/image500.png"/><Relationship Id="rId9" Type="http://schemas.openxmlformats.org/officeDocument/2006/relationships/image" Target="../media/image540.png"/><Relationship Id="rId14" Type="http://schemas.openxmlformats.org/officeDocument/2006/relationships/image" Target="../media/image59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E103C-8084-48CF-AB2A-9C343C5A31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2379887"/>
            <a:ext cx="8361229" cy="2098226"/>
          </a:xfrm>
        </p:spPr>
        <p:txBody>
          <a:bodyPr/>
          <a:lstStyle/>
          <a:p>
            <a:r>
              <a:rPr lang="en-AU" sz="4000" dirty="0"/>
              <a:t>Topic: Factorising Trinomials – Revision</a:t>
            </a:r>
            <a:br>
              <a:rPr lang="en-AU" sz="4000" dirty="0"/>
            </a:br>
            <a:br>
              <a:rPr lang="en-AU" sz="4000" dirty="0"/>
            </a:br>
            <a:r>
              <a:rPr lang="en-AU" sz="4000" dirty="0"/>
              <a:t>EQ: Do I remember what a monic trinomial is? </a:t>
            </a:r>
          </a:p>
        </p:txBody>
      </p:sp>
    </p:spTree>
    <p:extLst>
      <p:ext uri="{BB962C8B-B14F-4D97-AF65-F5344CB8AC3E}">
        <p14:creationId xmlns:p14="http://schemas.microsoft.com/office/powerpoint/2010/main" val="2129241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281C1-0156-4502-8BB8-0A555F973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Expanding vs Factorising.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4A3C961-B99C-4662-8712-B0067EA85CF1}"/>
                  </a:ext>
                </a:extLst>
              </p:cNvPr>
              <p:cNvSpPr txBox="1"/>
              <p:nvPr/>
            </p:nvSpPr>
            <p:spPr>
              <a:xfrm>
                <a:off x="408339" y="3331224"/>
                <a:ext cx="5519588" cy="10156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6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6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6600" b="0" i="1" smtClean="0">
                          <a:latin typeface="Cambria Math" panose="02040503050406030204" pitchFamily="18" charset="0"/>
                        </a:rPr>
                        <m:t>+2)(</m:t>
                      </m:r>
                      <m:r>
                        <a:rPr lang="en-AU" sz="6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6600" b="0" i="1" smtClean="0">
                          <a:latin typeface="Cambria Math" panose="02040503050406030204" pitchFamily="18" charset="0"/>
                        </a:rPr>
                        <m:t>+4)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4A3C961-B99C-4662-8712-B0067EA85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39" y="3331224"/>
                <a:ext cx="5519588" cy="1015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94532C-B6DF-4043-B0AB-370059B83787}"/>
                  </a:ext>
                </a:extLst>
              </p:cNvPr>
              <p:cNvSpPr txBox="1"/>
              <p:nvPr/>
            </p:nvSpPr>
            <p:spPr>
              <a:xfrm>
                <a:off x="7575792" y="3287345"/>
                <a:ext cx="4528612" cy="10156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6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6600" b="0" i="1" smtClean="0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AU" sz="6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6600" b="0" i="1" smtClean="0">
                          <a:latin typeface="Cambria Math" panose="02040503050406030204" pitchFamily="18" charset="0"/>
                        </a:rPr>
                        <m:t>+8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94532C-B6DF-4043-B0AB-370059B83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5792" y="3287345"/>
                <a:ext cx="4528612" cy="1015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Curved Down 5">
            <a:extLst>
              <a:ext uri="{FF2B5EF4-FFF2-40B4-BE49-F238E27FC236}">
                <a16:creationId xmlns:a16="http://schemas.microsoft.com/office/drawing/2014/main" id="{D1D3635C-6992-4320-ACEC-77C2B48B6761}"/>
              </a:ext>
            </a:extLst>
          </p:cNvPr>
          <p:cNvSpPr/>
          <p:nvPr/>
        </p:nvSpPr>
        <p:spPr>
          <a:xfrm>
            <a:off x="3511017" y="2484934"/>
            <a:ext cx="6135554" cy="94406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7" name="Arrow: Curved Down 6">
            <a:extLst>
              <a:ext uri="{FF2B5EF4-FFF2-40B4-BE49-F238E27FC236}">
                <a16:creationId xmlns:a16="http://schemas.microsoft.com/office/drawing/2014/main" id="{559FA894-402C-4BD5-9927-7457C667FC45}"/>
              </a:ext>
            </a:extLst>
          </p:cNvPr>
          <p:cNvSpPr/>
          <p:nvPr/>
        </p:nvSpPr>
        <p:spPr>
          <a:xfrm rot="10800000">
            <a:off x="3443763" y="4310294"/>
            <a:ext cx="6135554" cy="94406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CC5C5F-5A9B-4FC1-AE0E-E35DDC3DF3CD}"/>
              </a:ext>
            </a:extLst>
          </p:cNvPr>
          <p:cNvSpPr/>
          <p:nvPr/>
        </p:nvSpPr>
        <p:spPr>
          <a:xfrm>
            <a:off x="4903567" y="1505661"/>
            <a:ext cx="321594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Expanding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AF20F3-D19B-4118-AC50-059FA8DA4CAF}"/>
              </a:ext>
            </a:extLst>
          </p:cNvPr>
          <p:cNvSpPr/>
          <p:nvPr/>
        </p:nvSpPr>
        <p:spPr>
          <a:xfrm>
            <a:off x="4835568" y="5168648"/>
            <a:ext cx="33519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Factorising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6EBF28-2FCD-4B61-9EF1-FEA2FB1A6074}"/>
              </a:ext>
            </a:extLst>
          </p:cNvPr>
          <p:cNvSpPr/>
          <p:nvPr/>
        </p:nvSpPr>
        <p:spPr>
          <a:xfrm>
            <a:off x="9091259" y="1766571"/>
            <a:ext cx="3251211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b="1" dirty="0">
                <a:ln/>
                <a:solidFill>
                  <a:schemeClr val="accent4"/>
                </a:solidFill>
              </a:rPr>
              <a:t>Expanded </a:t>
            </a:r>
          </a:p>
          <a:p>
            <a:pPr algn="ctr"/>
            <a:r>
              <a:rPr lang="en-US" sz="5400" b="1" dirty="0">
                <a:ln/>
                <a:solidFill>
                  <a:schemeClr val="accent4"/>
                </a:solidFill>
              </a:rPr>
              <a:t>Form</a:t>
            </a:r>
            <a:endParaRPr lang="en-US" sz="5400" b="1" cap="none" spc="0" dirty="0">
              <a:ln/>
              <a:solidFill>
                <a:schemeClr val="accent4"/>
              </a:solidFill>
              <a:effectLst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92E644-CAFB-46EC-B3BF-55E04EFB9039}"/>
              </a:ext>
            </a:extLst>
          </p:cNvPr>
          <p:cNvSpPr/>
          <p:nvPr/>
        </p:nvSpPr>
        <p:spPr>
          <a:xfrm>
            <a:off x="639046" y="1766570"/>
            <a:ext cx="3393621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b="1" dirty="0" err="1">
                <a:ln/>
                <a:solidFill>
                  <a:schemeClr val="accent4"/>
                </a:solidFill>
              </a:rPr>
              <a:t>Factorised</a:t>
            </a:r>
            <a:r>
              <a:rPr lang="en-US" sz="5400" b="1" dirty="0">
                <a:ln/>
                <a:solidFill>
                  <a:schemeClr val="accent4"/>
                </a:solidFill>
              </a:rPr>
              <a:t> </a:t>
            </a:r>
          </a:p>
          <a:p>
            <a:pPr algn="ctr"/>
            <a:r>
              <a:rPr lang="en-US" sz="5400" b="1" dirty="0">
                <a:ln/>
                <a:solidFill>
                  <a:schemeClr val="accent4"/>
                </a:solidFill>
              </a:rPr>
              <a:t>Form</a:t>
            </a:r>
            <a:endParaRPr lang="en-US" sz="5400" b="1" cap="none" spc="0" dirty="0">
              <a:ln/>
              <a:solidFill>
                <a:schemeClr val="accent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2448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281C1-0156-4502-8BB8-0A555F973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Monic Trinomials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57F0B8-9398-45BF-B887-1B003C3B14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599" y="1479792"/>
                <a:ext cx="9852485" cy="4387608"/>
              </a:xfrm>
            </p:spPr>
            <p:txBody>
              <a:bodyPr/>
              <a:lstStyle/>
              <a:p>
                <a:r>
                  <a:rPr lang="en-AU" dirty="0"/>
                  <a:t>Monic trinomials are polynomials (expressions with multiple powers of x) with 3 terms. This means they have 3 terms, each with a different power of x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dirty="0"/>
                  <a:t> and it means that the coefficient of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term is 1.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57F0B8-9398-45BF-B887-1B003C3B14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599" y="1479792"/>
                <a:ext cx="9852485" cy="4387608"/>
              </a:xfrm>
              <a:blipFill>
                <a:blip r:embed="rId2"/>
                <a:stretch>
                  <a:fillRect l="-557" t="-1250" r="-1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920CCE-D506-48C5-A46B-7ED4E60CE8E0}"/>
                  </a:ext>
                </a:extLst>
              </p:cNvPr>
              <p:cNvSpPr txBox="1"/>
              <p:nvPr/>
            </p:nvSpPr>
            <p:spPr>
              <a:xfrm rot="20939761">
                <a:off x="1312269" y="3217936"/>
                <a:ext cx="3333348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4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4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4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4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AU" sz="4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4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−19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920CCE-D506-48C5-A46B-7ED4E60CE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939761">
                <a:off x="1312269" y="3217936"/>
                <a:ext cx="3333348" cy="6771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C0C36B7-1269-42AE-89FB-F03731C722A7}"/>
                  </a:ext>
                </a:extLst>
              </p:cNvPr>
              <p:cNvSpPr/>
              <p:nvPr/>
            </p:nvSpPr>
            <p:spPr>
              <a:xfrm rot="371762">
                <a:off x="8743355" y="2985760"/>
                <a:ext cx="2676630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5400" b="0" i="1" cap="none" spc="0" smtClean="0">
                              <a:ln w="0"/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5400" b="0" i="1" cap="none" spc="0" smtClean="0">
                              <a:ln w="0"/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5400" b="0" i="1" cap="none" spc="0" smtClean="0">
                              <a:ln w="0"/>
                              <a:solidFill>
                                <a:schemeClr val="accent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5400" b="0" i="1" cap="none" spc="0" smtClean="0">
                          <a:ln w="0"/>
                          <a:solidFill>
                            <a:schemeClr val="accent1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−16</m:t>
                      </m:r>
                    </m:oMath>
                  </m:oMathPara>
                </a14:m>
                <a:endPara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C0C36B7-1269-42AE-89FB-F03731C722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71762">
                <a:off x="8743355" y="2985760"/>
                <a:ext cx="2676630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F86C3C7-A034-4AA8-92D3-9B8A80C306B0}"/>
                  </a:ext>
                </a:extLst>
              </p:cNvPr>
              <p:cNvSpPr/>
              <p:nvPr/>
            </p:nvSpPr>
            <p:spPr>
              <a:xfrm rot="371762">
                <a:off x="2165704" y="4575510"/>
                <a:ext cx="3891835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5400" b="0" i="1" cap="none" spc="0" smtClean="0">
                              <a:ln w="0"/>
                              <a:solidFill>
                                <a:schemeClr val="accent2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5400" b="0" i="1" cap="none" spc="0" smtClean="0">
                              <a:ln w="0"/>
                              <a:solidFill>
                                <a:schemeClr val="accent2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5400" b="0" i="1" cap="none" spc="0" smtClean="0">
                              <a:ln w="0"/>
                              <a:solidFill>
                                <a:schemeClr val="accent2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5400" b="0" i="1" cap="none" spc="0" smtClean="0">
                          <a:ln w="0"/>
                          <a:solidFill>
                            <a:schemeClr val="accent2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AU" sz="5400" b="0" i="1" cap="none" spc="0" smtClean="0">
                          <a:ln w="0"/>
                          <a:solidFill>
                            <a:schemeClr val="accent2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5400" b="0" i="1" cap="none" spc="0" smtClean="0">
                          <a:ln w="0"/>
                          <a:solidFill>
                            <a:schemeClr val="accent2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+8</m:t>
                      </m:r>
                    </m:oMath>
                  </m:oMathPara>
                </a14:m>
                <a:endPara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F86C3C7-A034-4AA8-92D3-9B8A80C306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71762">
                <a:off x="2165704" y="4575510"/>
                <a:ext cx="3891835" cy="923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DEEC160-8C46-4F7A-AED0-D63AB8FB672A}"/>
                  </a:ext>
                </a:extLst>
              </p:cNvPr>
              <p:cNvSpPr/>
              <p:nvPr/>
            </p:nvSpPr>
            <p:spPr>
              <a:xfrm rot="20616344">
                <a:off x="7118395" y="4953394"/>
                <a:ext cx="3891835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5400" b="0" i="1" cap="none" spc="0" smtClean="0">
                              <a:ln w="0"/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5400" b="0" i="1" cap="none" spc="0" smtClean="0">
                              <a:ln w="0"/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5400" b="0" i="1" cap="none" spc="0" smtClean="0">
                              <a:ln w="0"/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5400" b="0" i="1" cap="none" spc="0" smtClean="0">
                          <a:ln w="0"/>
                          <a:solidFill>
                            <a:schemeClr val="accent4">
                              <a:lumMod val="75000"/>
                            </a:schemeClr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AU" sz="5400" b="0" i="1" cap="none" spc="0" smtClean="0">
                          <a:ln w="0"/>
                          <a:solidFill>
                            <a:schemeClr val="accent4">
                              <a:lumMod val="75000"/>
                            </a:schemeClr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5400" b="0" i="1" cap="none" spc="0" smtClean="0">
                          <a:ln w="0"/>
                          <a:solidFill>
                            <a:schemeClr val="accent4">
                              <a:lumMod val="75000"/>
                            </a:schemeClr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+8</m:t>
                      </m:r>
                    </m:oMath>
                  </m:oMathPara>
                </a14:m>
                <a:endPara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DEEC160-8C46-4F7A-AED0-D63AB8FB67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616344">
                <a:off x="7118395" y="4953394"/>
                <a:ext cx="3891835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666E7DA-03EE-4A01-8D9A-951F17846727}"/>
                  </a:ext>
                </a:extLst>
              </p:cNvPr>
              <p:cNvSpPr/>
              <p:nvPr/>
            </p:nvSpPr>
            <p:spPr>
              <a:xfrm rot="371762">
                <a:off x="5296152" y="3557885"/>
                <a:ext cx="3066289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5400" b="0" i="1" cap="none" spc="0" smtClean="0">
                              <a:ln w="0"/>
                              <a:solidFill>
                                <a:srgbClr val="00B0F0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5400" b="0" i="1" cap="none" spc="0" smtClean="0">
                              <a:ln w="0"/>
                              <a:solidFill>
                                <a:srgbClr val="00B0F0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5400" b="0" i="1" cap="none" spc="0" smtClean="0">
                              <a:ln w="0"/>
                              <a:solidFill>
                                <a:srgbClr val="00B0F0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5400" b="0" i="1" cap="none" spc="0" smtClean="0">
                          <a:ln w="0"/>
                          <a:solidFill>
                            <a:srgbClr val="00B0F0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AU" sz="5400" b="0" i="1" cap="none" spc="0" smtClean="0">
                          <a:ln w="0"/>
                          <a:solidFill>
                            <a:srgbClr val="00B0F0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666E7DA-03EE-4A01-8D9A-951F178467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71762">
                <a:off x="5296152" y="3557885"/>
                <a:ext cx="3066289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1703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9FB41-B6BD-47DE-A1D6-4144D2023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4750" y="1525454"/>
            <a:ext cx="9601200" cy="1485900"/>
          </a:xfrm>
        </p:spPr>
        <p:txBody>
          <a:bodyPr>
            <a:normAutofit/>
          </a:bodyPr>
          <a:lstStyle/>
          <a:p>
            <a:r>
              <a:rPr lang="en-AU" sz="3600" dirty="0"/>
              <a:t>Factorising Monic Trinomials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57E07E-E219-4D3D-BBFF-F76513A241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05101" y="2471604"/>
                <a:ext cx="7404100" cy="430384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AU" sz="2400" dirty="0"/>
                  <a:t>Consider the expression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AU" sz="1600" b="0" dirty="0"/>
              </a:p>
              <a:p>
                <a:r>
                  <a:rPr lang="en-AU" sz="1800" dirty="0"/>
                  <a:t>This expands to give: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800" b="0" i="1" u="sng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1800" b="0" i="1" u="sng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1800" b="0" i="1" u="sng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1800" b="0" i="1" u="sng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AU" sz="1800" b="0" i="1" u="sng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1800" b="0" i="1" u="sng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AU" sz="1800" b="0" i="1" u="sng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1800" b="0" i="1" u="sng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AU" sz="1800" b="0" i="1" u="sng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1800" b="0" i="1" u="sng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1800" b="0" i="1" u="sng" smtClean="0">
                        <a:latin typeface="Cambria Math" panose="02040503050406030204" pitchFamily="18" charset="0"/>
                      </a:rPr>
                      <m:t>𝑚𝑛</m:t>
                    </m:r>
                  </m:oMath>
                </a14:m>
                <a:endParaRPr lang="en-AU" sz="1800" u="sng" dirty="0"/>
              </a:p>
              <a:p>
                <a:endParaRPr lang="en-AU" sz="1800" u="sng" dirty="0"/>
              </a:p>
              <a:p>
                <a:r>
                  <a:rPr lang="en-AU" sz="1800" dirty="0"/>
                  <a:t>If we want to factorise something in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1800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AU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18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AU" sz="1800" dirty="0"/>
                  <a:t> we can see from the above that b must be equal to m + n and c must be equal to m x 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57E07E-E219-4D3D-BBFF-F76513A241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05101" y="2471604"/>
                <a:ext cx="7404100" cy="4303846"/>
              </a:xfrm>
              <a:blipFill>
                <a:blip r:embed="rId2"/>
                <a:stretch>
                  <a:fillRect l="-1318" t="-15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74F9095-6632-47C7-BD1A-0A6D5BB49F0A}"/>
                  </a:ext>
                </a:extLst>
              </p:cNvPr>
              <p:cNvSpPr/>
              <p:nvPr/>
            </p:nvSpPr>
            <p:spPr>
              <a:xfrm>
                <a:off x="3097284" y="5175498"/>
                <a:ext cx="7196649" cy="10772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200" i="1">
                              <a:latin typeface="Cambria Math" panose="02040503050406030204" pitchFamily="18" charset="0"/>
                            </a:rPr>
                            <m:t>+6</m:t>
                          </m:r>
                        </m:e>
                      </m:d>
                      <m:d>
                        <m:dPr>
                          <m:ctrlPr>
                            <a:rPr lang="en-A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200" i="1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r>
                        <a:rPr lang="en-AU" sz="32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AU" sz="32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AU" sz="32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200" b="0" i="0" smtClean="0">
                          <a:latin typeface="Cambria Math" panose="02040503050406030204" pitchFamily="18" charset="0"/>
                        </a:rPr>
                        <m:t>+9</m:t>
                      </m:r>
                      <m:r>
                        <m:rPr>
                          <m:sty m:val="p"/>
                        </m:rPr>
                        <a:rPr lang="en-AU" sz="32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AU" sz="3200" b="0" i="0" smtClean="0">
                          <a:latin typeface="Cambria Math" panose="02040503050406030204" pitchFamily="18" charset="0"/>
                        </a:rPr>
                        <m:t>+18</m:t>
                      </m:r>
                    </m:oMath>
                    <m:oMath xmlns:m="http://schemas.openxmlformats.org/officeDocument/2006/math">
                      <m:r>
                        <a:rPr lang="en-AU" sz="3200" b="0" i="0" smtClean="0">
                          <a:latin typeface="Cambria Math" panose="02040503050406030204" pitchFamily="18" charset="0"/>
                        </a:rPr>
                        <m:t>                              =</m:t>
                      </m:r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AU" sz="32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AU" sz="32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200" b="0" i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200" b="0" i="0" smtClean="0">
                              <a:latin typeface="Cambria Math" panose="02040503050406030204" pitchFamily="18" charset="0"/>
                            </a:rPr>
                            <m:t>6+3</m:t>
                          </m:r>
                        </m:e>
                      </m:d>
                      <m:r>
                        <m:rPr>
                          <m:sty m:val="p"/>
                        </m:rPr>
                        <a:rPr lang="en-AU" sz="32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AU" sz="3200" b="0" i="0" smtClean="0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×3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74F9095-6632-47C7-BD1A-0A6D5BB49F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7284" y="5175498"/>
                <a:ext cx="7196649" cy="1077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8160240-03E6-4626-A4F5-7A61F1A607A5}"/>
              </a:ext>
            </a:extLst>
          </p:cNvPr>
          <p:cNvCxnSpPr/>
          <p:nvPr/>
        </p:nvCxnSpPr>
        <p:spPr>
          <a:xfrm>
            <a:off x="0" y="57785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B92601-A3CF-4C61-B908-3E0C68E3AD7A}"/>
              </a:ext>
            </a:extLst>
          </p:cNvPr>
          <p:cNvCxnSpPr/>
          <p:nvPr/>
        </p:nvCxnSpPr>
        <p:spPr>
          <a:xfrm>
            <a:off x="0" y="125095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114D46-397E-4951-8311-60D147788520}"/>
              </a:ext>
            </a:extLst>
          </p:cNvPr>
          <p:cNvCxnSpPr>
            <a:cxnSpLocks/>
          </p:cNvCxnSpPr>
          <p:nvPr/>
        </p:nvCxnSpPr>
        <p:spPr>
          <a:xfrm>
            <a:off x="2298700" y="1250950"/>
            <a:ext cx="0" cy="5657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4D4135A-F30A-4B1C-A5DB-30957B1DA466}"/>
              </a:ext>
            </a:extLst>
          </p:cNvPr>
          <p:cNvSpPr txBox="1"/>
          <p:nvPr/>
        </p:nvSpPr>
        <p:spPr>
          <a:xfrm>
            <a:off x="957263" y="71267"/>
            <a:ext cx="6105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/>
              <a:t>Topic: Factorising Trinomials – Revision</a:t>
            </a:r>
            <a:endParaRPr lang="en-GB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310DA2-CF43-4AA2-A82E-22175306FD18}"/>
              </a:ext>
            </a:extLst>
          </p:cNvPr>
          <p:cNvSpPr txBox="1"/>
          <p:nvPr/>
        </p:nvSpPr>
        <p:spPr>
          <a:xfrm>
            <a:off x="957263" y="745614"/>
            <a:ext cx="96805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AU" sz="2400" b="1" i="0" u="none" strike="noStrike" kern="1200" cap="all" spc="0" normalizeH="0" baseline="0" noProof="0" dirty="0">
                <a:ln>
                  <a:noFill/>
                </a:ln>
                <a:solidFill>
                  <a:srgbClr val="4A2318"/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EQ: Do I remember what a monic trinomial is? </a:t>
            </a:r>
            <a:endParaRPr lang="en-GB" sz="1100" b="1" dirty="0"/>
          </a:p>
        </p:txBody>
      </p:sp>
    </p:spTree>
    <p:extLst>
      <p:ext uri="{BB962C8B-B14F-4D97-AF65-F5344CB8AC3E}">
        <p14:creationId xmlns:p14="http://schemas.microsoft.com/office/powerpoint/2010/main" val="4046310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BEB09B-D50E-B144-8F60-1025747C5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Quadratic Trinomials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834327-03F1-4931-8261-971373A5A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E0998ECF-5D30-43AA-8CDF-760D324E6382}"/>
                  </a:ext>
                </a:extLst>
              </p:cNvPr>
              <p:cNvSpPr txBox="1"/>
              <p:nvPr/>
            </p:nvSpPr>
            <p:spPr>
              <a:xfrm>
                <a:off x="8668075" y="2151386"/>
                <a:ext cx="2798650" cy="677108"/>
              </a:xfrm>
              <a:prstGeom prst="rect">
                <a:avLst/>
              </a:prstGeom>
              <a:noFill/>
            </p:spPr>
            <p:txBody>
              <a:bodyPr wrap="none" rtlCol="0" anchor="ctr" anchorCtr="1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3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3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kumimoji="0" lang="en-US" sz="3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US" sz="3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+6</m:t>
                      </m:r>
                      <m:r>
                        <a:rPr kumimoji="0" lang="en-US" sz="3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3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+9</m:t>
                      </m:r>
                    </m:oMath>
                  </m:oMathPara>
                </a14:m>
                <a:endParaRPr kumimoji="0" lang="en-US" sz="3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E0998ECF-5D30-43AA-8CDF-760D324E6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075" y="2151386"/>
                <a:ext cx="2798650" cy="677108"/>
              </a:xfrm>
              <a:prstGeom prst="rect">
                <a:avLst/>
              </a:prstGeom>
              <a:blipFill>
                <a:blip r:embed="rId2"/>
                <a:stretch>
                  <a:fillRect l="-452" b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A35B050-01AA-824F-8914-4E986937523D}"/>
                  </a:ext>
                </a:extLst>
              </p14:cNvPr>
              <p14:cNvContentPartPr/>
              <p14:nvPr/>
            </p14:nvContentPartPr>
            <p14:xfrm>
              <a:off x="8661240" y="1896480"/>
              <a:ext cx="279720" cy="2062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A35B050-01AA-824F-8914-4E98693752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53680" y="1888920"/>
                <a:ext cx="29484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41B4FA3-F7C2-7B45-BE96-424E2CFC3707}"/>
                  </a:ext>
                </a:extLst>
              </p14:cNvPr>
              <p14:cNvContentPartPr/>
              <p14:nvPr/>
            </p14:nvContentPartPr>
            <p14:xfrm>
              <a:off x="9831600" y="1748520"/>
              <a:ext cx="239760" cy="3852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41B4FA3-F7C2-7B45-BE96-424E2CFC370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824400" y="1740960"/>
                <a:ext cx="254880" cy="4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CDE0CE4-A402-0444-9E6F-8D8431A38DC3}"/>
                  </a:ext>
                </a:extLst>
              </p14:cNvPr>
              <p14:cNvContentPartPr/>
              <p14:nvPr/>
            </p14:nvContentPartPr>
            <p14:xfrm>
              <a:off x="10920960" y="1858680"/>
              <a:ext cx="131400" cy="2667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CDE0CE4-A402-0444-9E6F-8D8431A38DC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913400" y="1851120"/>
                <a:ext cx="14652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3D582B3-16AB-DA44-84AA-6A9E768BEF1F}"/>
                  </a:ext>
                </a:extLst>
              </p14:cNvPr>
              <p14:cNvContentPartPr/>
              <p14:nvPr/>
            </p14:nvContentPartPr>
            <p14:xfrm>
              <a:off x="8686080" y="2297160"/>
              <a:ext cx="47880" cy="4215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3D582B3-16AB-DA44-84AA-6A9E768BEF1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678520" y="2289600"/>
                <a:ext cx="63000" cy="43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C48CDA42-61EB-C248-B0CA-090C6C9DE3EC}"/>
              </a:ext>
            </a:extLst>
          </p:cNvPr>
          <p:cNvGrpSpPr/>
          <p:nvPr/>
        </p:nvGrpSpPr>
        <p:grpSpPr>
          <a:xfrm>
            <a:off x="8433720" y="3028680"/>
            <a:ext cx="578880" cy="286560"/>
            <a:chOff x="8433720" y="3028680"/>
            <a:chExt cx="578880" cy="28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839F471-C578-694B-804C-B8B15F88B5AD}"/>
                    </a:ext>
                  </a:extLst>
                </p14:cNvPr>
                <p14:cNvContentPartPr/>
                <p14:nvPr/>
              </p14:nvContentPartPr>
              <p14:xfrm>
                <a:off x="8433720" y="3056040"/>
                <a:ext cx="288360" cy="245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839F471-C578-694B-804C-B8B15F88B5A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426160" y="3048480"/>
                  <a:ext cx="3034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67C974E-6D9B-374E-84A1-18E196368AF5}"/>
                    </a:ext>
                  </a:extLst>
                </p14:cNvPr>
                <p14:cNvContentPartPr/>
                <p14:nvPr/>
              </p14:nvContentPartPr>
              <p14:xfrm>
                <a:off x="8749080" y="3155040"/>
                <a:ext cx="117360" cy="11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67C974E-6D9B-374E-84A1-18E196368AF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741520" y="3147840"/>
                  <a:ext cx="1324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73AE936-EE7F-2F4C-A15E-7CBC851E3076}"/>
                    </a:ext>
                  </a:extLst>
                </p14:cNvPr>
                <p14:cNvContentPartPr/>
                <p14:nvPr/>
              </p14:nvContentPartPr>
              <p14:xfrm>
                <a:off x="8786880" y="3222000"/>
                <a:ext cx="119520" cy="1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73AE936-EE7F-2F4C-A15E-7CBC851E307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779320" y="3214440"/>
                  <a:ext cx="13464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A92B4BF-310F-C645-BAE0-C95EDDF901F1}"/>
                    </a:ext>
                  </a:extLst>
                </p14:cNvPr>
                <p14:cNvContentPartPr/>
                <p14:nvPr/>
              </p14:nvContentPartPr>
              <p14:xfrm>
                <a:off x="8995320" y="3028680"/>
                <a:ext cx="17280" cy="286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A92B4BF-310F-C645-BAE0-C95EDDF901F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987760" y="3021120"/>
                  <a:ext cx="32400" cy="30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16EDC3C-E0B7-DB46-B4D7-D36E1160C72E}"/>
              </a:ext>
            </a:extLst>
          </p:cNvPr>
          <p:cNvGrpSpPr/>
          <p:nvPr/>
        </p:nvGrpSpPr>
        <p:grpSpPr>
          <a:xfrm>
            <a:off x="9623880" y="2891520"/>
            <a:ext cx="759600" cy="423000"/>
            <a:chOff x="9623880" y="2891520"/>
            <a:chExt cx="759600" cy="42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FE695DB-146D-EB40-961E-9448C74FC232}"/>
                    </a:ext>
                  </a:extLst>
                </p14:cNvPr>
                <p14:cNvContentPartPr/>
                <p14:nvPr/>
              </p14:nvContentPartPr>
              <p14:xfrm>
                <a:off x="9623880" y="2891520"/>
                <a:ext cx="180000" cy="3751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FE695DB-146D-EB40-961E-9448C74FC23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616320" y="2883960"/>
                  <a:ext cx="19512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763A30C-218E-EE47-A106-F7EC45484D44}"/>
                    </a:ext>
                  </a:extLst>
                </p14:cNvPr>
                <p14:cNvContentPartPr/>
                <p14:nvPr/>
              </p14:nvContentPartPr>
              <p14:xfrm>
                <a:off x="9898200" y="3108960"/>
                <a:ext cx="98640" cy="15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763A30C-218E-EE47-A106-F7EC45484D4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890640" y="3101400"/>
                  <a:ext cx="1134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91A097B-86CD-774B-8C61-05030CD96A58}"/>
                    </a:ext>
                  </a:extLst>
                </p14:cNvPr>
                <p14:cNvContentPartPr/>
                <p14:nvPr/>
              </p14:nvContentPartPr>
              <p14:xfrm>
                <a:off x="9911880" y="3188160"/>
                <a:ext cx="101160" cy="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91A097B-86CD-774B-8C61-05030CD96A5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904320" y="3180600"/>
                  <a:ext cx="11628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670FD85-45DC-A842-A5C5-826BB34EC672}"/>
                    </a:ext>
                  </a:extLst>
                </p14:cNvPr>
                <p14:cNvContentPartPr/>
                <p14:nvPr/>
              </p14:nvContentPartPr>
              <p14:xfrm>
                <a:off x="10163160" y="2951280"/>
                <a:ext cx="220320" cy="363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670FD85-45DC-A842-A5C5-826BB34EC67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155600" y="2943720"/>
                  <a:ext cx="235440" cy="37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91C757D-9051-384D-869F-13774345F1ED}"/>
              </a:ext>
            </a:extLst>
          </p:cNvPr>
          <p:cNvGrpSpPr/>
          <p:nvPr/>
        </p:nvGrpSpPr>
        <p:grpSpPr>
          <a:xfrm>
            <a:off x="10757520" y="3013920"/>
            <a:ext cx="841680" cy="388080"/>
            <a:chOff x="10757520" y="3013920"/>
            <a:chExt cx="841680" cy="38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26DAEDF-68D7-D140-A098-E92589F01DDA}"/>
                    </a:ext>
                  </a:extLst>
                </p14:cNvPr>
                <p14:cNvContentPartPr/>
                <p14:nvPr/>
              </p14:nvContentPartPr>
              <p14:xfrm>
                <a:off x="10757520" y="3093120"/>
                <a:ext cx="240840" cy="238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26DAEDF-68D7-D140-A098-E92589F01DD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749960" y="3085560"/>
                  <a:ext cx="2559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443415D-C213-7C42-83F5-E0FAA2B45E33}"/>
                    </a:ext>
                  </a:extLst>
                </p14:cNvPr>
                <p14:cNvContentPartPr/>
                <p14:nvPr/>
              </p14:nvContentPartPr>
              <p14:xfrm>
                <a:off x="11105280" y="3146040"/>
                <a:ext cx="170280" cy="8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443415D-C213-7C42-83F5-E0FAA2B45E3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097720" y="3138480"/>
                  <a:ext cx="1854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A993323-5F40-204B-9917-748A56213B55}"/>
                    </a:ext>
                  </a:extLst>
                </p14:cNvPr>
                <p14:cNvContentPartPr/>
                <p14:nvPr/>
              </p14:nvContentPartPr>
              <p14:xfrm>
                <a:off x="11098440" y="3211560"/>
                <a:ext cx="200880" cy="61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A993323-5F40-204B-9917-748A56213B5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090880" y="3204000"/>
                  <a:ext cx="216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4E6D76C-7F59-274E-A010-1472D2845B10}"/>
                    </a:ext>
                  </a:extLst>
                </p14:cNvPr>
                <p14:cNvContentPartPr/>
                <p14:nvPr/>
              </p14:nvContentPartPr>
              <p14:xfrm>
                <a:off x="11415960" y="3013920"/>
                <a:ext cx="183240" cy="388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4E6D76C-7F59-274E-A010-1472D2845B1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408400" y="3006360"/>
                  <a:ext cx="198360" cy="40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79E851C-2663-9A46-9078-04BEC3EB20BF}"/>
                  </a:ext>
                </a:extLst>
              </p:cNvPr>
              <p:cNvSpPr txBox="1"/>
              <p:nvPr/>
            </p:nvSpPr>
            <p:spPr>
              <a:xfrm>
                <a:off x="8577900" y="4022864"/>
                <a:ext cx="3243901" cy="17543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AU" sz="3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AU" sz="3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en-AU" sz="3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kumimoji="0" lang="en-AU" sz="3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AU" sz="3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en-AU" sz="3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+3</m:t>
                          </m:r>
                        </m:e>
                      </m:d>
                    </m:oMath>
                  </m:oMathPara>
                </a14:m>
                <a:endParaRPr kumimoji="0" lang="en-AU" sz="3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3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3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0" lang="en-AU" sz="3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en-AU" sz="3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+3)</m:t>
                          </m:r>
                        </m:e>
                        <m:sup>
                          <m:r>
                            <a:rPr kumimoji="0" lang="en-AU" sz="3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0" lang="en-US" sz="3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79E851C-2663-9A46-9078-04BEC3EB2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7900" y="4022864"/>
                <a:ext cx="3243901" cy="1754326"/>
              </a:xfrm>
              <a:prstGeom prst="rect">
                <a:avLst/>
              </a:prstGeom>
              <a:blipFill>
                <a:blip r:embed="rId35"/>
                <a:stretch>
                  <a:fillRect l="-7031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5919269-E463-354A-A460-F731E2302492}"/>
                  </a:ext>
                </a:extLst>
              </p:cNvPr>
              <p:cNvSpPr txBox="1"/>
              <p:nvPr/>
            </p:nvSpPr>
            <p:spPr>
              <a:xfrm>
                <a:off x="259289" y="2102760"/>
                <a:ext cx="7469011" cy="40362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ova Light" panose="020F0502020204030204"/>
                    <a:ea typeface="+mn-ea"/>
                    <a:cs typeface="+mn-cs"/>
                  </a:rPr>
                  <a:t>A quadratic trinomial is a quadratic expression with all three terms in the form of </a:t>
                </a:r>
                <a14:m>
                  <m:oMath xmlns:m="http://schemas.openxmlformats.org/officeDocument/2006/math">
                    <m:r>
                      <a:rPr kumimoji="0" lang="en-AU" sz="1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𝐚</m:t>
                    </m:r>
                    <m:sSup>
                      <m:sSupPr>
                        <m:ctrlPr>
                          <a:rPr kumimoji="0" lang="en-AU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𝒙</m:t>
                        </m:r>
                      </m:e>
                      <m:sup>
                        <m:r>
                          <a:rPr kumimoji="0" lang="en-AU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𝟐</m:t>
                        </m:r>
                      </m:sup>
                    </m:sSup>
                    <m:r>
                      <a:rPr kumimoji="0" lang="en-AU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AU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𝒃𝒙</m:t>
                    </m:r>
                    <m:r>
                      <a:rPr kumimoji="0" lang="en-AU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AU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𝒄</m:t>
                    </m:r>
                  </m:oMath>
                </a14:m>
                <a:r>
                  <a:rPr kumimoji="0" lang="en-AU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ova Light" panose="020F0502020204030204"/>
                    <a:ea typeface="+mn-ea"/>
                    <a:cs typeface="+mn-cs"/>
                  </a:rPr>
                  <a:t> </a:t>
                </a: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ova Light" panose="020F0502020204030204"/>
                    <a:ea typeface="+mn-ea"/>
                    <a:cs typeface="+mn-cs"/>
                  </a:rPr>
                  <a:t>where; </a:t>
                </a:r>
                <a:r>
                  <a:rPr kumimoji="0" lang="en-AU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 Nova Light" panose="020F0502020204030204"/>
                    <a:ea typeface="+mn-ea"/>
                    <a:cs typeface="+mn-cs"/>
                  </a:rPr>
                  <a:t>x is a variable, a, b, and c are numbers and not zero.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F050202020403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ova Light" panose="020F0502020204030204"/>
                    <a:ea typeface="+mn-ea"/>
                    <a:cs typeface="+mn-cs"/>
                  </a:rPr>
                  <a:t>…The constant a is called the leading coefficient, b is called the linear coefficient, and c is called the additive constant (or just constant).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F050202020403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F050202020403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F050202020403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ova Light" panose="020F0502020204030204"/>
                    <a:ea typeface="+mn-ea"/>
                    <a:cs typeface="+mn-cs"/>
                  </a:rPr>
                  <a:t>…Also, a quadratic trinomial is the </a:t>
                </a: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 Nova Light" panose="020F0502020204030204"/>
                    <a:ea typeface="+mn-ea"/>
                    <a:cs typeface="+mn-cs"/>
                  </a:rPr>
                  <a:t>product of two linear factors</a:t>
                </a: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ova Light" panose="020F0502020204030204"/>
                    <a:ea typeface="+mn-ea"/>
                    <a:cs typeface="+mn-cs"/>
                  </a:rPr>
                  <a:t>; and the factors of a quadratic trinomial are linear factors.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F050202020403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ova Light" panose="020F0502020204030204"/>
                    <a:ea typeface="+mn-ea"/>
                    <a:cs typeface="+mn-cs"/>
                  </a:rPr>
                  <a:t>And lastly, a quadratic expression is defined as an expression in which the second degree is the highest power, and the expression has one variable</a:t>
                </a: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5919269-E463-354A-A460-F731E2302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89" y="2102760"/>
                <a:ext cx="7469011" cy="4036233"/>
              </a:xfrm>
              <a:prstGeom prst="rect">
                <a:avLst/>
              </a:prstGeom>
              <a:blipFill>
                <a:blip r:embed="rId36"/>
                <a:stretch>
                  <a:fillRect l="-679" t="-627" r="-509" b="-1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2983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9FB41-B6BD-47DE-A1D6-4144D2023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350" y="1499378"/>
            <a:ext cx="1396999" cy="1485900"/>
          </a:xfrm>
        </p:spPr>
        <p:txBody>
          <a:bodyPr>
            <a:normAutofit/>
          </a:bodyPr>
          <a:lstStyle/>
          <a:p>
            <a:r>
              <a:rPr lang="en-AU" sz="1800" dirty="0"/>
              <a:t>How to factorise?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8160240-03E6-4626-A4F5-7A61F1A607A5}"/>
              </a:ext>
            </a:extLst>
          </p:cNvPr>
          <p:cNvCxnSpPr/>
          <p:nvPr/>
        </p:nvCxnSpPr>
        <p:spPr>
          <a:xfrm>
            <a:off x="0" y="57785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B92601-A3CF-4C61-B908-3E0C68E3AD7A}"/>
              </a:ext>
            </a:extLst>
          </p:cNvPr>
          <p:cNvCxnSpPr/>
          <p:nvPr/>
        </p:nvCxnSpPr>
        <p:spPr>
          <a:xfrm>
            <a:off x="0" y="125095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114D46-397E-4951-8311-60D147788520}"/>
              </a:ext>
            </a:extLst>
          </p:cNvPr>
          <p:cNvCxnSpPr>
            <a:cxnSpLocks/>
          </p:cNvCxnSpPr>
          <p:nvPr/>
        </p:nvCxnSpPr>
        <p:spPr>
          <a:xfrm>
            <a:off x="2298700" y="1250950"/>
            <a:ext cx="0" cy="5657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4D4135A-F30A-4B1C-A5DB-30957B1DA466}"/>
              </a:ext>
            </a:extLst>
          </p:cNvPr>
          <p:cNvSpPr txBox="1"/>
          <p:nvPr/>
        </p:nvSpPr>
        <p:spPr>
          <a:xfrm>
            <a:off x="957263" y="71267"/>
            <a:ext cx="6105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Topic: Factorising Trinomials – Revision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310DA2-CF43-4AA2-A82E-22175306FD18}"/>
              </a:ext>
            </a:extLst>
          </p:cNvPr>
          <p:cNvSpPr txBox="1"/>
          <p:nvPr/>
        </p:nvSpPr>
        <p:spPr>
          <a:xfrm>
            <a:off x="957263" y="745614"/>
            <a:ext cx="96805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all" spc="0" normalizeH="0" baseline="0" noProof="0" dirty="0">
                <a:ln>
                  <a:noFill/>
                </a:ln>
                <a:solidFill>
                  <a:srgbClr val="4A2318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EQ: Do I remember what a monic trinomial is? </a:t>
            </a:r>
            <a:endParaRPr kumimoji="0" lang="en-GB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752E5C1-D6CC-462E-9F2F-DDDD03371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2052" y="1375042"/>
            <a:ext cx="9601200" cy="4387608"/>
          </a:xfrm>
        </p:spPr>
        <p:txBody>
          <a:bodyPr>
            <a:normAutofit/>
          </a:bodyPr>
          <a:lstStyle/>
          <a:p>
            <a:r>
              <a:rPr lang="en-AU" sz="3200" dirty="0"/>
              <a:t>We need to look for </a:t>
            </a:r>
            <a:r>
              <a:rPr lang="en-AU" sz="3200" u="sng" dirty="0"/>
              <a:t>factors of c </a:t>
            </a:r>
            <a:r>
              <a:rPr lang="en-AU" sz="3200" dirty="0"/>
              <a:t>(i.e. m x n) that </a:t>
            </a:r>
            <a:r>
              <a:rPr lang="en-AU" sz="3200" u="sng" dirty="0"/>
              <a:t>add to b </a:t>
            </a:r>
            <a:r>
              <a:rPr lang="en-AU" sz="3200" dirty="0"/>
              <a:t>(m + 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4C045A3-8375-4B7B-87F8-C49111DC02A0}"/>
                  </a:ext>
                </a:extLst>
              </p:cNvPr>
              <p:cNvSpPr txBox="1"/>
              <p:nvPr/>
            </p:nvSpPr>
            <p:spPr>
              <a:xfrm>
                <a:off x="2597150" y="2695579"/>
                <a:ext cx="24659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𝐹𝑎𝑐𝑡𝑜𝑟𝑖𝑠𝑒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+10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4C045A3-8375-4B7B-87F8-C49111DC0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7150" y="2695579"/>
                <a:ext cx="2465996" cy="276999"/>
              </a:xfrm>
              <a:prstGeom prst="rect">
                <a:avLst/>
              </a:prstGeom>
              <a:blipFill>
                <a:blip r:embed="rId2"/>
                <a:stretch>
                  <a:fillRect l="-1728" t="-2174" r="-1728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8EBCEFB3-DDC0-4D5D-A964-6B704979C57E}"/>
              </a:ext>
            </a:extLst>
          </p:cNvPr>
          <p:cNvSpPr txBox="1"/>
          <p:nvPr/>
        </p:nvSpPr>
        <p:spPr>
          <a:xfrm>
            <a:off x="2498702" y="3460750"/>
            <a:ext cx="5011749" cy="3053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Think: 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AU" dirty="0"/>
              <a:t>Is there a Highest Common Factor?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AU" dirty="0"/>
              <a:t>What are the factors of c?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AU" dirty="0"/>
              <a:t>Which pair of factors add to b?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AU" dirty="0"/>
              <a:t>Are my signs correct?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AU" dirty="0"/>
              <a:t>Rewrite bx with your factors as coefficients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8107466-AC6F-4841-8E4B-FD9548BE7F57}"/>
                  </a:ext>
                </a:extLst>
              </p:cNvPr>
              <p:cNvSpPr txBox="1"/>
              <p:nvPr/>
            </p:nvSpPr>
            <p:spPr>
              <a:xfrm>
                <a:off x="7821601" y="3460750"/>
                <a:ext cx="5011749" cy="3053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Do:</a:t>
                </a:r>
              </a:p>
              <a:p>
                <a:pPr marL="342900" indent="-3429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AU" dirty="0"/>
                  <a:t>No HCF</a:t>
                </a:r>
              </a:p>
              <a:p>
                <a:pPr marL="342900" indent="-3429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AU" dirty="0"/>
                  <a:t>10 = 1 x 10, 2 x 5</a:t>
                </a:r>
              </a:p>
              <a:p>
                <a:pPr marL="342900" indent="-3429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AU" dirty="0"/>
                  <a:t>2 x 5</a:t>
                </a:r>
              </a:p>
              <a:p>
                <a:pPr marL="342900" indent="-3429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AU" dirty="0"/>
                  <a:t>Both C and B are positive, so yes.</a:t>
                </a:r>
              </a:p>
              <a:p>
                <a:pPr marL="342900" indent="-342900">
                  <a:lnSpc>
                    <a:spcPct val="20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+10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8107466-AC6F-4841-8E4B-FD9548BE7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1601" y="3460750"/>
                <a:ext cx="5011749" cy="3053913"/>
              </a:xfrm>
              <a:prstGeom prst="rect">
                <a:avLst/>
              </a:prstGeom>
              <a:blipFill>
                <a:blip r:embed="rId3"/>
                <a:stretch>
                  <a:fillRect l="-973" t="-1198" b="-19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1467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7FB86-95D0-447E-8FB0-FDFE00ED7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322" y="95445"/>
            <a:ext cx="9601200" cy="1485900"/>
          </a:xfrm>
        </p:spPr>
        <p:txBody>
          <a:bodyPr/>
          <a:lstStyle/>
          <a:p>
            <a:r>
              <a:rPr lang="en-AU" dirty="0"/>
              <a:t>How to factorise?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8244F-2201-4320-8457-3566DBB9E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322" y="889437"/>
            <a:ext cx="9601200" cy="4387608"/>
          </a:xfrm>
        </p:spPr>
        <p:txBody>
          <a:bodyPr>
            <a:normAutofit/>
          </a:bodyPr>
          <a:lstStyle/>
          <a:p>
            <a:r>
              <a:rPr lang="en-AU" sz="4000" dirty="0"/>
              <a:t>We need to look for </a:t>
            </a:r>
            <a:r>
              <a:rPr lang="en-AU" sz="4000" u="sng" dirty="0"/>
              <a:t>factors of c </a:t>
            </a:r>
            <a:r>
              <a:rPr lang="en-AU" sz="4000" dirty="0"/>
              <a:t>(i.e. m x n) that </a:t>
            </a:r>
            <a:r>
              <a:rPr lang="en-AU" sz="4000" u="sng" dirty="0"/>
              <a:t>add to b </a:t>
            </a:r>
            <a:r>
              <a:rPr lang="en-AU" sz="4000" dirty="0"/>
              <a:t>(m + 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6B51EF1-CB84-4A53-AA6B-22D714C3C106}"/>
                  </a:ext>
                </a:extLst>
              </p:cNvPr>
              <p:cNvSpPr txBox="1"/>
              <p:nvPr/>
            </p:nvSpPr>
            <p:spPr>
              <a:xfrm>
                <a:off x="856232" y="2161921"/>
                <a:ext cx="24659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𝐹𝑎𝑐𝑡𝑜𝑟𝑖𝑠𝑒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+10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6B51EF1-CB84-4A53-AA6B-22D714C3C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232" y="2161921"/>
                <a:ext cx="2465996" cy="276999"/>
              </a:xfrm>
              <a:prstGeom prst="rect">
                <a:avLst/>
              </a:prstGeom>
              <a:blipFill>
                <a:blip r:embed="rId2"/>
                <a:stretch>
                  <a:fillRect l="-1728" t="-2222" r="-1728" b="-1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4837978-6A30-4E4A-9492-4C79919FF587}"/>
              </a:ext>
            </a:extLst>
          </p:cNvPr>
          <p:cNvSpPr txBox="1"/>
          <p:nvPr/>
        </p:nvSpPr>
        <p:spPr>
          <a:xfrm>
            <a:off x="942322" y="2452007"/>
            <a:ext cx="5011749" cy="3642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Think: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AU" dirty="0"/>
              <a:t>Is there a Highest Common Factor?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AU" dirty="0"/>
              <a:t>What are the factors of c?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AU" dirty="0"/>
              <a:t>Which pair of factors add to b?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AU" dirty="0"/>
              <a:t>Are my signs correct?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AU" dirty="0"/>
              <a:t>Rewrite bx with your factors as coefficients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AU" dirty="0"/>
              <a:t>Factor each pair of terms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AU" dirty="0"/>
              <a:t>Factor by grouping.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AU" dirty="0"/>
              <a:t>Expand to check.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21910C-378E-4600-939E-35A32179A9BD}"/>
                  </a:ext>
                </a:extLst>
              </p:cNvPr>
              <p:cNvSpPr txBox="1"/>
              <p:nvPr/>
            </p:nvSpPr>
            <p:spPr>
              <a:xfrm>
                <a:off x="6096000" y="2438920"/>
                <a:ext cx="5011749" cy="3642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Do: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AU" dirty="0"/>
                  <a:t>No HCF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AU" dirty="0"/>
                  <a:t>10 = 1 x 10, 2 x 5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AU" dirty="0"/>
                  <a:t>2 x 5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AU" dirty="0"/>
                  <a:t>Both C and B are positive, so yes.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+10</m:t>
                    </m:r>
                  </m:oMath>
                </a14:m>
                <a:endParaRPr lang="en-AU" dirty="0"/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</a:rPr>
                      <m:t>+5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</m:oMath>
                </a14:m>
                <a:endParaRPr lang="en-AU" b="0" dirty="0"/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+5)(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+2)</m:t>
                    </m:r>
                  </m:oMath>
                </a14:m>
                <a:endParaRPr lang="en-AU" dirty="0"/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+10=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+7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+10 √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21910C-378E-4600-939E-35A32179A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438920"/>
                <a:ext cx="5011749" cy="3642536"/>
              </a:xfrm>
              <a:prstGeom prst="rect">
                <a:avLst/>
              </a:prstGeom>
              <a:blipFill>
                <a:blip r:embed="rId3"/>
                <a:stretch>
                  <a:fillRect l="-973" t="-836" b="-20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4760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5493-42C3-3C42-B002-A3CF76CA4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9DAB52-34DF-1B49-AAF4-B45E127ACB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+8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+16</m:t>
                    </m:r>
                  </m:oMath>
                </a14:m>
                <a:endParaRPr lang="en-AU" b="0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−18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+81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9DAB52-34DF-1B49-AAF4-B45E127ACB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9716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5493-42C3-3C42-B002-A3CF76CA4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9DAB52-34DF-1B49-AAF4-B45E127ACB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+8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+16</m:t>
                    </m:r>
                  </m:oMath>
                </a14:m>
                <a:endParaRPr lang="en-AU" b="0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−18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+81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9DAB52-34DF-1B49-AAF4-B45E127ACB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4FACC97-BDD7-DD4C-9ECF-71AA1CEE39DD}"/>
                  </a:ext>
                </a:extLst>
              </p14:cNvPr>
              <p14:cNvContentPartPr/>
              <p14:nvPr/>
            </p14:nvContentPartPr>
            <p14:xfrm>
              <a:off x="2525760" y="2491560"/>
              <a:ext cx="271440" cy="354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4FACC97-BDD7-DD4C-9ECF-71AA1CEE39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18200" y="2484000"/>
                <a:ext cx="286560" cy="37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A31BB2F3-A01D-764F-8804-80CF777053D6}"/>
              </a:ext>
            </a:extLst>
          </p:cNvPr>
          <p:cNvGrpSpPr/>
          <p:nvPr/>
        </p:nvGrpSpPr>
        <p:grpSpPr>
          <a:xfrm>
            <a:off x="3095280" y="2503080"/>
            <a:ext cx="364320" cy="425880"/>
            <a:chOff x="3095280" y="2503080"/>
            <a:chExt cx="364320" cy="42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C4CA6D0-9AE7-654A-86A4-FC9C9A8DC8D4}"/>
                    </a:ext>
                  </a:extLst>
                </p14:cNvPr>
                <p14:cNvContentPartPr/>
                <p14:nvPr/>
              </p14:nvContentPartPr>
              <p14:xfrm>
                <a:off x="3095280" y="2651760"/>
                <a:ext cx="200520" cy="1656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C4CA6D0-9AE7-654A-86A4-FC9C9A8DC8D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087720" y="2644200"/>
                  <a:ext cx="2156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AE50E1E-DA09-9943-A3AA-24BE9E53A447}"/>
                    </a:ext>
                  </a:extLst>
                </p14:cNvPr>
                <p14:cNvContentPartPr/>
                <p14:nvPr/>
              </p14:nvContentPartPr>
              <p14:xfrm>
                <a:off x="3242520" y="2640240"/>
                <a:ext cx="5760" cy="288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AE50E1E-DA09-9943-A3AA-24BE9E53A44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235320" y="2632680"/>
                  <a:ext cx="2088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3665A88-DAF8-574C-90C1-C78BAE5F7887}"/>
                    </a:ext>
                  </a:extLst>
                </p14:cNvPr>
                <p14:cNvContentPartPr/>
                <p14:nvPr/>
              </p14:nvContentPartPr>
              <p14:xfrm>
                <a:off x="3405960" y="2503080"/>
                <a:ext cx="53640" cy="123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3665A88-DAF8-574C-90C1-C78BAE5F788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398400" y="2495520"/>
                  <a:ext cx="6876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44F6404-0D5A-7A48-8DBD-D59E0858C4D1}"/>
              </a:ext>
            </a:extLst>
          </p:cNvPr>
          <p:cNvGrpSpPr/>
          <p:nvPr/>
        </p:nvGrpSpPr>
        <p:grpSpPr>
          <a:xfrm>
            <a:off x="4228920" y="2208240"/>
            <a:ext cx="604800" cy="370800"/>
            <a:chOff x="4228920" y="2208240"/>
            <a:chExt cx="604800" cy="37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44DF65D-C6AE-7F4C-9D8C-435DCB5BD8EF}"/>
                    </a:ext>
                  </a:extLst>
                </p14:cNvPr>
                <p14:cNvContentPartPr/>
                <p14:nvPr/>
              </p14:nvContentPartPr>
              <p14:xfrm>
                <a:off x="4228920" y="2318760"/>
                <a:ext cx="406440" cy="18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44DF65D-C6AE-7F4C-9D8C-435DCB5BD8E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221360" y="2311200"/>
                  <a:ext cx="4215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D41309D-76BE-FD4B-B287-BC1D6A477E76}"/>
                    </a:ext>
                  </a:extLst>
                </p14:cNvPr>
                <p14:cNvContentPartPr/>
                <p14:nvPr/>
              </p14:nvContentPartPr>
              <p14:xfrm>
                <a:off x="4240440" y="2414880"/>
                <a:ext cx="424440" cy="234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D41309D-76BE-FD4B-B287-BC1D6A477E7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232880" y="2407320"/>
                  <a:ext cx="4395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397D089-460C-A848-A17D-C220887BFE00}"/>
                    </a:ext>
                  </a:extLst>
                </p14:cNvPr>
                <p14:cNvContentPartPr/>
                <p14:nvPr/>
              </p14:nvContentPartPr>
              <p14:xfrm>
                <a:off x="4523760" y="2208240"/>
                <a:ext cx="309960" cy="370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397D089-460C-A848-A17D-C220887BFE0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516200" y="2200680"/>
                  <a:ext cx="325080" cy="38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9BE94AD-9DCE-9643-9DD2-78AB4A4BF1F9}"/>
                  </a:ext>
                </a:extLst>
              </p14:cNvPr>
              <p14:cNvContentPartPr/>
              <p14:nvPr/>
            </p14:nvContentPartPr>
            <p14:xfrm>
              <a:off x="5412240" y="2125800"/>
              <a:ext cx="240120" cy="486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9BE94AD-9DCE-9643-9DD2-78AB4A4BF1F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404680" y="2118240"/>
                <a:ext cx="255240" cy="50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29513F1-A741-1048-84EC-C46464D14395}"/>
                  </a:ext>
                </a:extLst>
              </p14:cNvPr>
              <p14:cNvContentPartPr/>
              <p14:nvPr/>
            </p14:nvContentPartPr>
            <p14:xfrm>
              <a:off x="5612040" y="2365920"/>
              <a:ext cx="120600" cy="155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29513F1-A741-1048-84EC-C46464D1439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604480" y="2358360"/>
                <a:ext cx="13572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044AEEF-5C5B-1649-84F6-DC228E86EBF0}"/>
                  </a:ext>
                </a:extLst>
              </p14:cNvPr>
              <p14:cNvContentPartPr/>
              <p14:nvPr/>
            </p14:nvContentPartPr>
            <p14:xfrm>
              <a:off x="5716800" y="2395800"/>
              <a:ext cx="158400" cy="117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044AEEF-5C5B-1649-84F6-DC228E86EBF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709600" y="2388240"/>
                <a:ext cx="173520" cy="13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CA644DCB-A32A-5D44-975B-17750C2A0EF8}"/>
              </a:ext>
            </a:extLst>
          </p:cNvPr>
          <p:cNvGrpSpPr/>
          <p:nvPr/>
        </p:nvGrpSpPr>
        <p:grpSpPr>
          <a:xfrm>
            <a:off x="6074280" y="2022840"/>
            <a:ext cx="1240200" cy="559440"/>
            <a:chOff x="6074280" y="2022840"/>
            <a:chExt cx="1240200" cy="55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93E208F-8563-7F4A-AF67-255D30C26CF1}"/>
                    </a:ext>
                  </a:extLst>
                </p14:cNvPr>
                <p14:cNvContentPartPr/>
                <p14:nvPr/>
              </p14:nvContentPartPr>
              <p14:xfrm>
                <a:off x="6131880" y="2365920"/>
                <a:ext cx="21960" cy="151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93E208F-8563-7F4A-AF67-255D30C26CF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124320" y="2358360"/>
                  <a:ext cx="370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97F4392-437F-5B4A-877E-18AFF224F7F9}"/>
                    </a:ext>
                  </a:extLst>
                </p14:cNvPr>
                <p14:cNvContentPartPr/>
                <p14:nvPr/>
              </p14:nvContentPartPr>
              <p14:xfrm>
                <a:off x="6074280" y="2402280"/>
                <a:ext cx="164880" cy="32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97F4392-437F-5B4A-877E-18AFF224F7F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066720" y="2394720"/>
                  <a:ext cx="1800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A018541-627B-5F45-BAF5-2B3C5658D71A}"/>
                    </a:ext>
                  </a:extLst>
                </p14:cNvPr>
                <p14:cNvContentPartPr/>
                <p14:nvPr/>
              </p14:nvContentPartPr>
              <p14:xfrm>
                <a:off x="6302880" y="2251440"/>
                <a:ext cx="305640" cy="161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A018541-627B-5F45-BAF5-2B3C5658D71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295320" y="2243880"/>
                  <a:ext cx="3207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7FDC6AD-F0DA-0B48-8782-3E2E92754A0D}"/>
                    </a:ext>
                  </a:extLst>
                </p14:cNvPr>
                <p14:cNvContentPartPr/>
                <p14:nvPr/>
              </p14:nvContentPartPr>
              <p14:xfrm>
                <a:off x="6525720" y="2240280"/>
                <a:ext cx="19800" cy="327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7FDC6AD-F0DA-0B48-8782-3E2E92754A0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518160" y="2232720"/>
                  <a:ext cx="349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7121D2C-9F1E-EE4C-B2EA-FAB1F8D24D04}"/>
                    </a:ext>
                  </a:extLst>
                </p14:cNvPr>
                <p14:cNvContentPartPr/>
                <p14:nvPr/>
              </p14:nvContentPartPr>
              <p14:xfrm>
                <a:off x="6652080" y="2022840"/>
                <a:ext cx="124200" cy="559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7121D2C-9F1E-EE4C-B2EA-FAB1F8D24D0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644520" y="2015280"/>
                  <a:ext cx="13932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F6A074C-64C4-BE43-9E0F-AB8958399613}"/>
                    </a:ext>
                  </a:extLst>
                </p14:cNvPr>
                <p14:cNvContentPartPr/>
                <p14:nvPr/>
              </p14:nvContentPartPr>
              <p14:xfrm>
                <a:off x="6900840" y="2114280"/>
                <a:ext cx="135360" cy="420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F6A074C-64C4-BE43-9E0F-AB895839961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893280" y="2106720"/>
                  <a:ext cx="15048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41C5AC6-DDDC-FC4E-9C72-751060FC066D}"/>
                    </a:ext>
                  </a:extLst>
                </p14:cNvPr>
                <p14:cNvContentPartPr/>
                <p14:nvPr/>
              </p14:nvContentPartPr>
              <p14:xfrm>
                <a:off x="7070400" y="2291760"/>
                <a:ext cx="118440" cy="157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41C5AC6-DDDC-FC4E-9C72-751060FC066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062840" y="2284200"/>
                  <a:ext cx="1335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2AB39EA-9B8B-1945-9F38-27938D8E36A3}"/>
                    </a:ext>
                  </a:extLst>
                </p14:cNvPr>
                <p14:cNvContentPartPr/>
                <p14:nvPr/>
              </p14:nvContentPartPr>
              <p14:xfrm>
                <a:off x="7217640" y="2312280"/>
                <a:ext cx="96840" cy="109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2AB39EA-9B8B-1945-9F38-27938D8E36A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210080" y="2304720"/>
                  <a:ext cx="111960" cy="12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2BC0B5B-16AA-C944-8D26-1026F476D93B}"/>
              </a:ext>
            </a:extLst>
          </p:cNvPr>
          <p:cNvGrpSpPr/>
          <p:nvPr/>
        </p:nvGrpSpPr>
        <p:grpSpPr>
          <a:xfrm>
            <a:off x="7520760" y="2034360"/>
            <a:ext cx="649080" cy="531720"/>
            <a:chOff x="7520760" y="2034360"/>
            <a:chExt cx="649080" cy="53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931AD8B-08D4-714C-AA22-F91B7EC386AB}"/>
                    </a:ext>
                  </a:extLst>
                </p14:cNvPr>
                <p14:cNvContentPartPr/>
                <p14:nvPr/>
              </p14:nvContentPartPr>
              <p14:xfrm>
                <a:off x="7529760" y="2308680"/>
                <a:ext cx="25200" cy="160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931AD8B-08D4-714C-AA22-F91B7EC386A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522200" y="2301120"/>
                  <a:ext cx="403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2AEC071-E4A4-FC47-A876-791452C26948}"/>
                    </a:ext>
                  </a:extLst>
                </p14:cNvPr>
                <p14:cNvContentPartPr/>
                <p14:nvPr/>
              </p14:nvContentPartPr>
              <p14:xfrm>
                <a:off x="7520760" y="2342520"/>
                <a:ext cx="102240" cy="36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2AEC071-E4A4-FC47-A876-791452C2694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513200" y="2334960"/>
                  <a:ext cx="1173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52BD970-8593-AA4E-8FFD-CB7D7C23C68F}"/>
                    </a:ext>
                  </a:extLst>
                </p14:cNvPr>
                <p14:cNvContentPartPr/>
                <p14:nvPr/>
              </p14:nvContentPartPr>
              <p14:xfrm>
                <a:off x="7800480" y="2228760"/>
                <a:ext cx="208440" cy="106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52BD970-8593-AA4E-8FFD-CB7D7C23C68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792920" y="2221200"/>
                  <a:ext cx="2232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8033174-2800-A94B-823D-3DDC0345B172}"/>
                    </a:ext>
                  </a:extLst>
                </p14:cNvPr>
                <p14:cNvContentPartPr/>
                <p14:nvPr/>
              </p14:nvContentPartPr>
              <p14:xfrm>
                <a:off x="7952040" y="2217240"/>
                <a:ext cx="26280" cy="227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8033174-2800-A94B-823D-3DDC0345B17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944480" y="2209680"/>
                  <a:ext cx="414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383CECD-14DB-FA4A-867F-31A565D6C42F}"/>
                    </a:ext>
                  </a:extLst>
                </p14:cNvPr>
                <p14:cNvContentPartPr/>
                <p14:nvPr/>
              </p14:nvContentPartPr>
              <p14:xfrm>
                <a:off x="8001720" y="2034360"/>
                <a:ext cx="168120" cy="531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383CECD-14DB-FA4A-867F-31A565D6C42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994160" y="2026800"/>
                  <a:ext cx="183240" cy="54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0C89EAC-0514-5B4A-9272-FAA1C679B77C}"/>
              </a:ext>
            </a:extLst>
          </p:cNvPr>
          <p:cNvGrpSpPr/>
          <p:nvPr/>
        </p:nvGrpSpPr>
        <p:grpSpPr>
          <a:xfrm>
            <a:off x="5223240" y="2883960"/>
            <a:ext cx="1468800" cy="554760"/>
            <a:chOff x="5223240" y="2883960"/>
            <a:chExt cx="1468800" cy="55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EA997B1-A1CB-2742-9C5E-5F859E2A5FA3}"/>
                    </a:ext>
                  </a:extLst>
                </p14:cNvPr>
                <p14:cNvContentPartPr/>
                <p14:nvPr/>
              </p14:nvContentPartPr>
              <p14:xfrm>
                <a:off x="5292000" y="3045240"/>
                <a:ext cx="78840" cy="9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EA997B1-A1CB-2742-9C5E-5F859E2A5FA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284440" y="3037680"/>
                  <a:ext cx="939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06E86B2-DA98-C841-B3AA-C284054B82EF}"/>
                    </a:ext>
                  </a:extLst>
                </p14:cNvPr>
                <p14:cNvContentPartPr/>
                <p14:nvPr/>
              </p14:nvContentPartPr>
              <p14:xfrm>
                <a:off x="5223240" y="3150360"/>
                <a:ext cx="119160" cy="17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06E86B2-DA98-C841-B3AA-C284054B82E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215680" y="3142800"/>
                  <a:ext cx="1342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AAA4F8F-171D-7140-B5E4-8C6032660A3D}"/>
                    </a:ext>
                  </a:extLst>
                </p14:cNvPr>
                <p14:cNvContentPartPr/>
                <p14:nvPr/>
              </p14:nvContentPartPr>
              <p14:xfrm>
                <a:off x="5538240" y="3074400"/>
                <a:ext cx="158400" cy="225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AAA4F8F-171D-7140-B5E4-8C6032660A3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530680" y="3066840"/>
                  <a:ext cx="1735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94DBEE1-8DD0-7E42-B250-F95C06ED7EA2}"/>
                    </a:ext>
                  </a:extLst>
                </p14:cNvPr>
                <p14:cNvContentPartPr/>
                <p14:nvPr/>
              </p14:nvContentPartPr>
              <p14:xfrm>
                <a:off x="5701680" y="3120120"/>
                <a:ext cx="144360" cy="149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94DBEE1-8DD0-7E42-B250-F95C06ED7EA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694120" y="3112560"/>
                  <a:ext cx="1594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1AA47A9-51AA-9B4B-B8B6-0382BE8E7222}"/>
                    </a:ext>
                  </a:extLst>
                </p14:cNvPr>
                <p14:cNvContentPartPr/>
                <p14:nvPr/>
              </p14:nvContentPartPr>
              <p14:xfrm>
                <a:off x="6014880" y="3120120"/>
                <a:ext cx="12960" cy="148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1AA47A9-51AA-9B4B-B8B6-0382BE8E722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007320" y="3112560"/>
                  <a:ext cx="280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47F18BA-3037-7A47-8751-E6598C735F90}"/>
                    </a:ext>
                  </a:extLst>
                </p14:cNvPr>
                <p14:cNvContentPartPr/>
                <p14:nvPr/>
              </p14:nvContentPartPr>
              <p14:xfrm>
                <a:off x="6000480" y="3155760"/>
                <a:ext cx="109800" cy="28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47F18BA-3037-7A47-8751-E6598C735F9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992920" y="3148200"/>
                  <a:ext cx="1249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4541EE6-E984-D24D-BC2E-1A66B03D4C0B}"/>
                    </a:ext>
                  </a:extLst>
                </p14:cNvPr>
                <p14:cNvContentPartPr/>
                <p14:nvPr/>
              </p14:nvContentPartPr>
              <p14:xfrm>
                <a:off x="6233400" y="3007440"/>
                <a:ext cx="21600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4541EE6-E984-D24D-BC2E-1A66B03D4C0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225840" y="2999880"/>
                  <a:ext cx="2307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69A7AFF-3339-744E-BD74-3B9A8607F3D2}"/>
                    </a:ext>
                  </a:extLst>
                </p14:cNvPr>
                <p14:cNvContentPartPr/>
                <p14:nvPr/>
              </p14:nvContentPartPr>
              <p14:xfrm>
                <a:off x="6355800" y="3025800"/>
                <a:ext cx="68040" cy="271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69A7AFF-3339-744E-BD74-3B9A8607F3D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348240" y="3018240"/>
                  <a:ext cx="831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C457868-0C30-294B-8130-6E73BE59E73A}"/>
                    </a:ext>
                  </a:extLst>
                </p14:cNvPr>
                <p14:cNvContentPartPr/>
                <p14:nvPr/>
              </p14:nvContentPartPr>
              <p14:xfrm>
                <a:off x="6422040" y="2903040"/>
                <a:ext cx="161640" cy="513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C457868-0C30-294B-8130-6E73BE59E73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414480" y="2895480"/>
                  <a:ext cx="17676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F0B0977-AD93-9D4B-BFA9-5D65A289C7BF}"/>
                    </a:ext>
                  </a:extLst>
                </p14:cNvPr>
                <p14:cNvContentPartPr/>
                <p14:nvPr/>
              </p14:nvContentPartPr>
              <p14:xfrm>
                <a:off x="6629400" y="2891520"/>
                <a:ext cx="62640" cy="110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F0B0977-AD93-9D4B-BFA9-5D65A289C7B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621840" y="2883960"/>
                  <a:ext cx="777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34D803C-F3C4-9740-BD36-B005AE7EF69D}"/>
                    </a:ext>
                  </a:extLst>
                </p14:cNvPr>
                <p14:cNvContentPartPr/>
                <p14:nvPr/>
              </p14:nvContentPartPr>
              <p14:xfrm>
                <a:off x="5470920" y="2883960"/>
                <a:ext cx="221400" cy="554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34D803C-F3C4-9740-BD36-B005AE7EF69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463360" y="2876400"/>
                  <a:ext cx="236520" cy="56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457452B-FAD6-1F44-8189-A72EE0945111}"/>
                  </a:ext>
                </a:extLst>
              </p14:cNvPr>
              <p14:cNvContentPartPr/>
              <p14:nvPr/>
            </p14:nvContentPartPr>
            <p14:xfrm>
              <a:off x="2697480" y="4423320"/>
              <a:ext cx="225000" cy="1980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457452B-FAD6-1F44-8189-A72EE0945111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689920" y="4415760"/>
                <a:ext cx="240120" cy="21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3A55FB3F-2416-C441-8224-B76D49EA4FC3}"/>
              </a:ext>
            </a:extLst>
          </p:cNvPr>
          <p:cNvGrpSpPr/>
          <p:nvPr/>
        </p:nvGrpSpPr>
        <p:grpSpPr>
          <a:xfrm>
            <a:off x="3005640" y="4259160"/>
            <a:ext cx="853560" cy="534240"/>
            <a:chOff x="3005640" y="4259160"/>
            <a:chExt cx="853560" cy="53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6019915-D59C-3244-9738-377B8FBB36ED}"/>
                    </a:ext>
                  </a:extLst>
                </p14:cNvPr>
                <p14:cNvContentPartPr/>
                <p14:nvPr/>
              </p14:nvContentPartPr>
              <p14:xfrm>
                <a:off x="3097440" y="4526280"/>
                <a:ext cx="173880" cy="9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6019915-D59C-3244-9738-377B8FBB36E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089880" y="4518720"/>
                  <a:ext cx="1890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3949693-C3CF-EA4B-9ADD-922AEB08C0BC}"/>
                    </a:ext>
                  </a:extLst>
                </p14:cNvPr>
                <p14:cNvContentPartPr/>
                <p14:nvPr/>
              </p14:nvContentPartPr>
              <p14:xfrm>
                <a:off x="3398760" y="4382640"/>
                <a:ext cx="115200" cy="238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3949693-C3CF-EA4B-9ADD-922AEB08C0B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391200" y="4375080"/>
                  <a:ext cx="1303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CCF06A6-28E6-CB44-96A0-CFDD13AA273E}"/>
                    </a:ext>
                  </a:extLst>
                </p14:cNvPr>
                <p14:cNvContentPartPr/>
                <p14:nvPr/>
              </p14:nvContentPartPr>
              <p14:xfrm>
                <a:off x="3005640" y="4354560"/>
                <a:ext cx="138960" cy="438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CCF06A6-28E6-CB44-96A0-CFDD13AA273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998080" y="4347000"/>
                  <a:ext cx="15408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CC8490F-78A3-B14A-A8E3-1FF867DFF499}"/>
                    </a:ext>
                  </a:extLst>
                </p14:cNvPr>
                <p14:cNvContentPartPr/>
                <p14:nvPr/>
              </p14:nvContentPartPr>
              <p14:xfrm>
                <a:off x="3531600" y="4263120"/>
                <a:ext cx="149760" cy="479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CC8490F-78A3-B14A-A8E3-1FF867DFF49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524040" y="4255560"/>
                  <a:ext cx="16488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595B591-5DB5-654B-8E9C-79C0EA067D7D}"/>
                    </a:ext>
                  </a:extLst>
                </p14:cNvPr>
                <p14:cNvContentPartPr/>
                <p14:nvPr/>
              </p14:nvContentPartPr>
              <p14:xfrm>
                <a:off x="3691800" y="4259160"/>
                <a:ext cx="167400" cy="132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595B591-5DB5-654B-8E9C-79C0EA067D7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684240" y="4251600"/>
                  <a:ext cx="182520" cy="14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5DEF330-304B-E547-BBC5-C7BB6623D60C}"/>
              </a:ext>
            </a:extLst>
          </p:cNvPr>
          <p:cNvGrpSpPr/>
          <p:nvPr/>
        </p:nvGrpSpPr>
        <p:grpSpPr>
          <a:xfrm>
            <a:off x="4400280" y="4526280"/>
            <a:ext cx="708480" cy="434160"/>
            <a:chOff x="4400280" y="4526280"/>
            <a:chExt cx="708480" cy="43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EB08D59-A5E0-0140-957F-7C25699FAB51}"/>
                    </a:ext>
                  </a:extLst>
                </p14:cNvPr>
                <p14:cNvContentPartPr/>
                <p14:nvPr/>
              </p14:nvContentPartPr>
              <p14:xfrm>
                <a:off x="4400280" y="4678200"/>
                <a:ext cx="508320" cy="309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EB08D59-A5E0-0140-957F-7C25699FAB5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392720" y="4670640"/>
                  <a:ext cx="5230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DC57C6D-C7B2-0646-8B5B-874F227DC3AA}"/>
                    </a:ext>
                  </a:extLst>
                </p14:cNvPr>
                <p14:cNvContentPartPr/>
                <p14:nvPr/>
              </p14:nvContentPartPr>
              <p14:xfrm>
                <a:off x="4478040" y="4736880"/>
                <a:ext cx="487800" cy="525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DC57C6D-C7B2-0646-8B5B-874F227DC3A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470480" y="4729320"/>
                  <a:ext cx="5025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703CD5E-323F-A849-913F-2955ECCFDD2F}"/>
                    </a:ext>
                  </a:extLst>
                </p14:cNvPr>
                <p14:cNvContentPartPr/>
                <p14:nvPr/>
              </p14:nvContentPartPr>
              <p14:xfrm>
                <a:off x="4823280" y="4526280"/>
                <a:ext cx="285480" cy="4341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703CD5E-323F-A849-913F-2955ECCFDD2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815720" y="4518720"/>
                  <a:ext cx="300600" cy="44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C494E47-068C-E343-9703-57A5D4CF5A4F}"/>
              </a:ext>
            </a:extLst>
          </p:cNvPr>
          <p:cNvGrpSpPr/>
          <p:nvPr/>
        </p:nvGrpSpPr>
        <p:grpSpPr>
          <a:xfrm>
            <a:off x="5643360" y="4354560"/>
            <a:ext cx="2366280" cy="579600"/>
            <a:chOff x="5643360" y="4354560"/>
            <a:chExt cx="2366280" cy="57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5275699-42AE-8A49-B8F6-2101DCE443ED}"/>
                    </a:ext>
                  </a:extLst>
                </p14:cNvPr>
                <p14:cNvContentPartPr/>
                <p14:nvPr/>
              </p14:nvContentPartPr>
              <p14:xfrm>
                <a:off x="5643360" y="4395240"/>
                <a:ext cx="208800" cy="538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5275699-42AE-8A49-B8F6-2101DCE443E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635800" y="4387680"/>
                  <a:ext cx="223920" cy="55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E1A0F06-7FF6-C946-9DAF-7FD24A34E31D}"/>
                    </a:ext>
                  </a:extLst>
                </p14:cNvPr>
                <p14:cNvContentPartPr/>
                <p14:nvPr/>
              </p14:nvContentPartPr>
              <p14:xfrm>
                <a:off x="5829120" y="4663440"/>
                <a:ext cx="141480" cy="172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E1A0F06-7FF6-C946-9DAF-7FD24A34E31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821560" y="4655880"/>
                  <a:ext cx="1566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7EDE7B4-BBF3-7E40-BDF4-6E7B74A508CC}"/>
                    </a:ext>
                  </a:extLst>
                </p14:cNvPr>
                <p14:cNvContentPartPr/>
                <p14:nvPr/>
              </p14:nvContentPartPr>
              <p14:xfrm>
                <a:off x="5933520" y="4703040"/>
                <a:ext cx="164880" cy="117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7EDE7B4-BBF3-7E40-BDF4-6E7B74A508C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925960" y="4695480"/>
                  <a:ext cx="1800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2A8114C-616A-544F-8EDD-ED3EE8B75F2C}"/>
                    </a:ext>
                  </a:extLst>
                </p14:cNvPr>
                <p14:cNvContentPartPr/>
                <p14:nvPr/>
              </p14:nvContentPartPr>
              <p14:xfrm>
                <a:off x="6229080" y="4754880"/>
                <a:ext cx="168120" cy="2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2A8114C-616A-544F-8EDD-ED3EE8B75F2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221520" y="4747320"/>
                  <a:ext cx="1832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72F6989-3039-1948-82A3-296DFBD40931}"/>
                    </a:ext>
                  </a:extLst>
                </p14:cNvPr>
                <p14:cNvContentPartPr/>
                <p14:nvPr/>
              </p14:nvContentPartPr>
              <p14:xfrm>
                <a:off x="6445800" y="4581000"/>
                <a:ext cx="175680" cy="236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72F6989-3039-1948-82A3-296DFBD4093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438240" y="4573440"/>
                  <a:ext cx="1908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1408F1E-EC51-C24E-90D8-F547FD55B10E}"/>
                    </a:ext>
                  </a:extLst>
                </p14:cNvPr>
                <p14:cNvContentPartPr/>
                <p14:nvPr/>
              </p14:nvContentPartPr>
              <p14:xfrm>
                <a:off x="6663600" y="4411800"/>
                <a:ext cx="177840" cy="415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1408F1E-EC51-C24E-90D8-F547FD55B10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656040" y="4404240"/>
                  <a:ext cx="19296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59099DC-2A13-594F-B361-0FCCA2EF55B8}"/>
                    </a:ext>
                  </a:extLst>
                </p14:cNvPr>
                <p14:cNvContentPartPr/>
                <p14:nvPr/>
              </p14:nvContentPartPr>
              <p14:xfrm>
                <a:off x="6904800" y="4389120"/>
                <a:ext cx="133560" cy="427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59099DC-2A13-594F-B361-0FCCA2EF55B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897240" y="4381560"/>
                  <a:ext cx="14868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7FBCB6F-E638-FB4B-9861-017820A7B776}"/>
                    </a:ext>
                  </a:extLst>
                </p14:cNvPr>
                <p14:cNvContentPartPr/>
                <p14:nvPr/>
              </p14:nvContentPartPr>
              <p14:xfrm>
                <a:off x="7086600" y="4615200"/>
                <a:ext cx="99360" cy="164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7FBCB6F-E638-FB4B-9861-017820A7B77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079040" y="4607640"/>
                  <a:ext cx="1141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3C9A0AA-EC65-1D45-8959-E9EA0994F984}"/>
                    </a:ext>
                  </a:extLst>
                </p14:cNvPr>
                <p14:cNvContentPartPr/>
                <p14:nvPr/>
              </p14:nvContentPartPr>
              <p14:xfrm>
                <a:off x="7213320" y="4613400"/>
                <a:ext cx="119520" cy="1465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3C9A0AA-EC65-1D45-8959-E9EA0994F98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205760" y="4605840"/>
                  <a:ext cx="1346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4B56308-F982-2B49-A32A-025E9C8934DA}"/>
                    </a:ext>
                  </a:extLst>
                </p14:cNvPr>
                <p14:cNvContentPartPr/>
                <p14:nvPr/>
              </p14:nvContentPartPr>
              <p14:xfrm>
                <a:off x="7498080" y="4670640"/>
                <a:ext cx="155520" cy="165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4B56308-F982-2B49-A32A-025E9C8934D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490520" y="4663080"/>
                  <a:ext cx="1706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0126A28-4B17-8240-BE9B-B707808CD822}"/>
                    </a:ext>
                  </a:extLst>
                </p14:cNvPr>
                <p14:cNvContentPartPr/>
                <p14:nvPr/>
              </p14:nvContentPartPr>
              <p14:xfrm>
                <a:off x="7705080" y="4526280"/>
                <a:ext cx="210600" cy="2401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0126A28-4B17-8240-BE9B-B707808CD82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697520" y="4518720"/>
                  <a:ext cx="2253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486F055-109D-FA47-9A40-C44FFD19D86E}"/>
                    </a:ext>
                  </a:extLst>
                </p14:cNvPr>
                <p14:cNvContentPartPr/>
                <p14:nvPr/>
              </p14:nvContentPartPr>
              <p14:xfrm>
                <a:off x="7816680" y="4354560"/>
                <a:ext cx="192960" cy="5230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486F055-109D-FA47-9A40-C44FFD19D86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809120" y="4347000"/>
                  <a:ext cx="208080" cy="53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FEA0B4F-7772-1040-B0CC-278E622448FE}"/>
              </a:ext>
            </a:extLst>
          </p:cNvPr>
          <p:cNvGrpSpPr/>
          <p:nvPr/>
        </p:nvGrpSpPr>
        <p:grpSpPr>
          <a:xfrm>
            <a:off x="4459680" y="5120640"/>
            <a:ext cx="1175400" cy="342000"/>
            <a:chOff x="4459680" y="5120640"/>
            <a:chExt cx="1175400" cy="34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E98838E-1382-494B-B7F1-E4745CA4273D}"/>
                    </a:ext>
                  </a:extLst>
                </p14:cNvPr>
                <p14:cNvContentPartPr/>
                <p14:nvPr/>
              </p14:nvContentPartPr>
              <p14:xfrm>
                <a:off x="4459680" y="5312520"/>
                <a:ext cx="259200" cy="1501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E98838E-1382-494B-B7F1-E4745CA4273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452120" y="5304960"/>
                  <a:ext cx="2743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9DE1216-DC13-1D4F-BF1C-016BE7DFDE13}"/>
                    </a:ext>
                  </a:extLst>
                </p14:cNvPr>
                <p14:cNvContentPartPr/>
                <p14:nvPr/>
              </p14:nvContentPartPr>
              <p14:xfrm>
                <a:off x="4757400" y="5120640"/>
                <a:ext cx="533160" cy="273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9DE1216-DC13-1D4F-BF1C-016BE7DFDE1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750200" y="5113080"/>
                  <a:ext cx="5482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BA11435-7CA6-944B-ABF1-9BF142E440A8}"/>
                    </a:ext>
                  </a:extLst>
                </p14:cNvPr>
                <p14:cNvContentPartPr/>
                <p14:nvPr/>
              </p14:nvContentPartPr>
              <p14:xfrm>
                <a:off x="5328360" y="5143320"/>
                <a:ext cx="175680" cy="2448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BA11435-7CA6-944B-ABF1-9BF142E440A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320800" y="5135760"/>
                  <a:ext cx="1908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506D80E-976A-6B4C-9E4B-5726AAA75191}"/>
                    </a:ext>
                  </a:extLst>
                </p14:cNvPr>
                <p14:cNvContentPartPr/>
                <p14:nvPr/>
              </p14:nvContentPartPr>
              <p14:xfrm>
                <a:off x="5619600" y="5269320"/>
                <a:ext cx="15480" cy="30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506D80E-976A-6B4C-9E4B-5726AAA7519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612040" y="5262120"/>
                  <a:ext cx="306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DF67CF4-F235-6B4C-902D-A40314B56FE4}"/>
                    </a:ext>
                  </a:extLst>
                </p14:cNvPr>
                <p14:cNvContentPartPr/>
                <p14:nvPr/>
              </p14:nvContentPartPr>
              <p14:xfrm>
                <a:off x="5623560" y="5371920"/>
                <a:ext cx="720" cy="93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DF67CF4-F235-6B4C-902D-A40314B56FE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616000" y="5364360"/>
                  <a:ext cx="1584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F460B040-49D4-434B-AC14-6374A531D4FF}"/>
              </a:ext>
            </a:extLst>
          </p:cNvPr>
          <p:cNvGrpSpPr/>
          <p:nvPr/>
        </p:nvGrpSpPr>
        <p:grpSpPr>
          <a:xfrm>
            <a:off x="6215040" y="5142600"/>
            <a:ext cx="1397520" cy="252720"/>
            <a:chOff x="6215040" y="5142600"/>
            <a:chExt cx="1397520" cy="25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C26527A-1146-3D48-8C89-03C3F4ECC6DB}"/>
                    </a:ext>
                  </a:extLst>
                </p14:cNvPr>
                <p14:cNvContentPartPr/>
                <p14:nvPr/>
              </p14:nvContentPartPr>
              <p14:xfrm>
                <a:off x="6215040" y="5234760"/>
                <a:ext cx="133560" cy="1605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C26527A-1146-3D48-8C89-03C3F4ECC6D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207480" y="5227200"/>
                  <a:ext cx="1486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1C1F1F9-7A36-7346-98DF-2B07AED3AB19}"/>
                    </a:ext>
                  </a:extLst>
                </p14:cNvPr>
                <p14:cNvContentPartPr/>
                <p14:nvPr/>
              </p14:nvContentPartPr>
              <p14:xfrm>
                <a:off x="6332040" y="5257800"/>
                <a:ext cx="155160" cy="110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1C1F1F9-7A36-7346-98DF-2B07AED3AB1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324480" y="5250240"/>
                  <a:ext cx="1702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DD224DD-6961-0A41-B456-D590FF8E083A}"/>
                    </a:ext>
                  </a:extLst>
                </p14:cNvPr>
                <p14:cNvContentPartPr/>
                <p14:nvPr/>
              </p14:nvContentPartPr>
              <p14:xfrm>
                <a:off x="6572160" y="5142600"/>
                <a:ext cx="126360" cy="1220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DD224DD-6961-0A41-B456-D590FF8E083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564600" y="5135040"/>
                  <a:ext cx="1414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D92E0EB-9891-7146-8D3E-61603DBB02BB}"/>
                    </a:ext>
                  </a:extLst>
                </p14:cNvPr>
                <p14:cNvContentPartPr/>
                <p14:nvPr/>
              </p14:nvContentPartPr>
              <p14:xfrm>
                <a:off x="6880680" y="5262120"/>
                <a:ext cx="136080" cy="19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D92E0EB-9891-7146-8D3E-61603DBB02B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873120" y="5254560"/>
                  <a:ext cx="1512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1F9FFBA-E0DD-234F-B99C-F228F5D0261C}"/>
                    </a:ext>
                  </a:extLst>
                </p14:cNvPr>
                <p14:cNvContentPartPr/>
                <p14:nvPr/>
              </p14:nvContentPartPr>
              <p14:xfrm>
                <a:off x="7152840" y="5144040"/>
                <a:ext cx="138960" cy="2408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1F9FFBA-E0DD-234F-B99C-F228F5D0261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145280" y="5136480"/>
                  <a:ext cx="1540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5DDA998-CC55-4B47-8590-684FC76F8FAB}"/>
                    </a:ext>
                  </a:extLst>
                </p14:cNvPr>
                <p14:cNvContentPartPr/>
                <p14:nvPr/>
              </p14:nvContentPartPr>
              <p14:xfrm>
                <a:off x="7453800" y="5246280"/>
                <a:ext cx="79560" cy="129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5DDA998-CC55-4B47-8590-684FC76F8FA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446240" y="5238720"/>
                  <a:ext cx="946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F285682-556C-8C40-AFCC-A04DCB73DFB0}"/>
                    </a:ext>
                  </a:extLst>
                </p14:cNvPr>
                <p14:cNvContentPartPr/>
                <p14:nvPr/>
              </p14:nvContentPartPr>
              <p14:xfrm>
                <a:off x="7545960" y="5248800"/>
                <a:ext cx="66600" cy="1270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F285682-556C-8C40-AFCC-A04DCB73DFB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538400" y="5241240"/>
                  <a:ext cx="81720" cy="14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A9EBFEDB-8E8A-1044-B59F-731D7AD034BC}"/>
                  </a:ext>
                </a:extLst>
              </p14:cNvPr>
              <p14:cNvContentPartPr/>
              <p14:nvPr/>
            </p14:nvContentPartPr>
            <p14:xfrm>
              <a:off x="7886520" y="5256360"/>
              <a:ext cx="117720" cy="1440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A9EBFEDB-8E8A-1044-B59F-731D7AD034BC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7878960" y="5248800"/>
                <a:ext cx="132840" cy="2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C6A93CB-C902-A846-8647-C2DBF20486A3}"/>
              </a:ext>
            </a:extLst>
          </p:cNvPr>
          <p:cNvGrpSpPr/>
          <p:nvPr/>
        </p:nvGrpSpPr>
        <p:grpSpPr>
          <a:xfrm>
            <a:off x="8148960" y="5112360"/>
            <a:ext cx="429480" cy="326520"/>
            <a:chOff x="8148960" y="5112360"/>
            <a:chExt cx="429480" cy="32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4A5EEC1-1FFE-7040-AF27-002F93EEBE26}"/>
                    </a:ext>
                  </a:extLst>
                </p14:cNvPr>
                <p14:cNvContentPartPr/>
                <p14:nvPr/>
              </p14:nvContentPartPr>
              <p14:xfrm>
                <a:off x="8148960" y="5112360"/>
                <a:ext cx="142200" cy="2991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4A5EEC1-1FFE-7040-AF27-002F93EEBE2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141400" y="5104800"/>
                  <a:ext cx="15732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D57D2D1-8BD4-AA4E-8552-5E438CBC41CF}"/>
                    </a:ext>
                  </a:extLst>
                </p14:cNvPr>
                <p14:cNvContentPartPr/>
                <p14:nvPr/>
              </p14:nvContentPartPr>
              <p14:xfrm>
                <a:off x="8355240" y="5268960"/>
                <a:ext cx="125640" cy="1699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D57D2D1-8BD4-AA4E-8552-5E438CBC41C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347680" y="5261400"/>
                  <a:ext cx="1407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79DD654-D4F1-A44D-9634-231B0A0596A5}"/>
                    </a:ext>
                  </a:extLst>
                </p14:cNvPr>
                <p14:cNvContentPartPr/>
                <p14:nvPr/>
              </p14:nvContentPartPr>
              <p14:xfrm>
                <a:off x="8481600" y="5257800"/>
                <a:ext cx="96840" cy="1216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79DD654-D4F1-A44D-9634-231B0A0596A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474040" y="5250240"/>
                  <a:ext cx="11160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7186B1EA-9615-DA45-89CA-7B94A6419D34}"/>
              </a:ext>
            </a:extLst>
          </p:cNvPr>
          <p:cNvGrpSpPr/>
          <p:nvPr/>
        </p:nvGrpSpPr>
        <p:grpSpPr>
          <a:xfrm>
            <a:off x="8939520" y="5234760"/>
            <a:ext cx="94680" cy="177120"/>
            <a:chOff x="8939520" y="5234760"/>
            <a:chExt cx="94680" cy="17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9E256FA-2F9D-8043-9FCE-36D5BBE18304}"/>
                    </a:ext>
                  </a:extLst>
                </p14:cNvPr>
                <p14:cNvContentPartPr/>
                <p14:nvPr/>
              </p14:nvContentPartPr>
              <p14:xfrm>
                <a:off x="8942760" y="5234760"/>
                <a:ext cx="74880" cy="177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9E256FA-2F9D-8043-9FCE-36D5BBE18304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935200" y="5227200"/>
                  <a:ext cx="900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677565D-E601-0341-BDFA-FC304E02F427}"/>
                    </a:ext>
                  </a:extLst>
                </p14:cNvPr>
                <p14:cNvContentPartPr/>
                <p14:nvPr/>
              </p14:nvContentPartPr>
              <p14:xfrm>
                <a:off x="8939520" y="5304240"/>
                <a:ext cx="94680" cy="338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677565D-E601-0341-BDFA-FC304E02F427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931960" y="5296680"/>
                  <a:ext cx="10980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52C04B7-9D20-A84F-AFA7-F9D20DF0AF4D}"/>
              </a:ext>
            </a:extLst>
          </p:cNvPr>
          <p:cNvGrpSpPr/>
          <p:nvPr/>
        </p:nvGrpSpPr>
        <p:grpSpPr>
          <a:xfrm>
            <a:off x="9276120" y="5120640"/>
            <a:ext cx="297360" cy="264960"/>
            <a:chOff x="9276120" y="5120640"/>
            <a:chExt cx="297360" cy="26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938154D-8D42-194B-AFB7-47095812A27B}"/>
                    </a:ext>
                  </a:extLst>
                </p14:cNvPr>
                <p14:cNvContentPartPr/>
                <p14:nvPr/>
              </p14:nvContentPartPr>
              <p14:xfrm>
                <a:off x="9276120" y="5123160"/>
                <a:ext cx="143280" cy="2624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938154D-8D42-194B-AFB7-47095812A27B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268560" y="5115960"/>
                  <a:ext cx="1584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EBE5E9B-319F-D64A-9861-D4A1D34F503F}"/>
                    </a:ext>
                  </a:extLst>
                </p14:cNvPr>
                <p14:cNvContentPartPr/>
                <p14:nvPr/>
              </p14:nvContentPartPr>
              <p14:xfrm>
                <a:off x="9491760" y="5120640"/>
                <a:ext cx="81720" cy="256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EBE5E9B-319F-D64A-9861-D4A1D34F503F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484200" y="5113080"/>
                  <a:ext cx="96480" cy="27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4ECDE4C-E8DB-A34C-9617-55C99AF24FEC}"/>
              </a:ext>
            </a:extLst>
          </p:cNvPr>
          <p:cNvGrpSpPr/>
          <p:nvPr/>
        </p:nvGrpSpPr>
        <p:grpSpPr>
          <a:xfrm>
            <a:off x="6169680" y="5669280"/>
            <a:ext cx="574560" cy="342360"/>
            <a:chOff x="6169680" y="5669280"/>
            <a:chExt cx="574560" cy="34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EC9810C-16DE-0840-A8C5-F17C0A65B9DB}"/>
                    </a:ext>
                  </a:extLst>
                </p14:cNvPr>
                <p14:cNvContentPartPr/>
                <p14:nvPr/>
              </p14:nvContentPartPr>
              <p14:xfrm>
                <a:off x="6169680" y="5749200"/>
                <a:ext cx="194760" cy="2451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EC9810C-16DE-0840-A8C5-F17C0A65B9D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162120" y="5741640"/>
                  <a:ext cx="2098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0200289-32EB-7044-AF22-13BDD7AED013}"/>
                    </a:ext>
                  </a:extLst>
                </p14:cNvPr>
                <p14:cNvContentPartPr/>
                <p14:nvPr/>
              </p14:nvContentPartPr>
              <p14:xfrm>
                <a:off x="6364440" y="5839200"/>
                <a:ext cx="148680" cy="172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0200289-32EB-7044-AF22-13BDD7AED01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356880" y="5831640"/>
                  <a:ext cx="1638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E6730CF-18D1-134D-8D9A-7BD2D4FA2349}"/>
                    </a:ext>
                  </a:extLst>
                </p14:cNvPr>
                <p14:cNvContentPartPr/>
                <p14:nvPr/>
              </p14:nvContentPartPr>
              <p14:xfrm>
                <a:off x="6583680" y="5669280"/>
                <a:ext cx="160560" cy="1551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E6730CF-18D1-134D-8D9A-7BD2D4FA2349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576120" y="5661720"/>
                  <a:ext cx="17532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F3311C3-8027-1748-8EE8-CEFC645F91FF}"/>
              </a:ext>
            </a:extLst>
          </p:cNvPr>
          <p:cNvGrpSpPr/>
          <p:nvPr/>
        </p:nvGrpSpPr>
        <p:grpSpPr>
          <a:xfrm>
            <a:off x="7086600" y="5639760"/>
            <a:ext cx="1205640" cy="286560"/>
            <a:chOff x="7086600" y="5639760"/>
            <a:chExt cx="1205640" cy="28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10C529C-04DF-6A4D-87A7-D2495A2BBB3B}"/>
                    </a:ext>
                  </a:extLst>
                </p14:cNvPr>
                <p14:cNvContentPartPr/>
                <p14:nvPr/>
              </p14:nvContentPartPr>
              <p14:xfrm>
                <a:off x="7086600" y="5844600"/>
                <a:ext cx="313560" cy="165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10C529C-04DF-6A4D-87A7-D2495A2BBB3B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079040" y="5837040"/>
                  <a:ext cx="3286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AA75ACF-1D1E-8641-AF82-53452B256CD0}"/>
                    </a:ext>
                  </a:extLst>
                </p14:cNvPr>
                <p14:cNvContentPartPr/>
                <p14:nvPr/>
              </p14:nvContentPartPr>
              <p14:xfrm>
                <a:off x="7588080" y="5669280"/>
                <a:ext cx="32760" cy="2570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AA75ACF-1D1E-8641-AF82-53452B256CD0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580520" y="5661720"/>
                  <a:ext cx="4788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346CA62-7617-744E-877F-11FBDB41E90A}"/>
                    </a:ext>
                  </a:extLst>
                </p14:cNvPr>
                <p14:cNvContentPartPr/>
                <p14:nvPr/>
              </p14:nvContentPartPr>
              <p14:xfrm>
                <a:off x="7745040" y="5639760"/>
                <a:ext cx="255960" cy="2620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346CA62-7617-744E-877F-11FBDB41E90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737480" y="5632200"/>
                  <a:ext cx="2710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E3F7E31-017E-BE4D-93E6-800177B28148}"/>
                    </a:ext>
                  </a:extLst>
                </p14:cNvPr>
                <p14:cNvContentPartPr/>
                <p14:nvPr/>
              </p14:nvContentPartPr>
              <p14:xfrm>
                <a:off x="8035200" y="5760720"/>
                <a:ext cx="89280" cy="1602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E3F7E31-017E-BE4D-93E6-800177B28148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027640" y="5753160"/>
                  <a:ext cx="1044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4A15FB8-E9C5-8247-9C98-4B8727D0EDF0}"/>
                    </a:ext>
                  </a:extLst>
                </p14:cNvPr>
                <p14:cNvContentPartPr/>
                <p14:nvPr/>
              </p14:nvContentPartPr>
              <p14:xfrm>
                <a:off x="8152200" y="5788080"/>
                <a:ext cx="140040" cy="1195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4A15FB8-E9C5-8247-9C98-4B8727D0EDF0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144640" y="5780520"/>
                  <a:ext cx="155160" cy="13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30B16967-7A6D-8644-928A-1BD7B0B855CF}"/>
              </a:ext>
            </a:extLst>
          </p:cNvPr>
          <p:cNvGrpSpPr/>
          <p:nvPr/>
        </p:nvGrpSpPr>
        <p:grpSpPr>
          <a:xfrm>
            <a:off x="8613720" y="5600520"/>
            <a:ext cx="640800" cy="325800"/>
            <a:chOff x="8613720" y="5600520"/>
            <a:chExt cx="640800" cy="32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39E89BC-0FE7-9C4C-9C49-4DBED5C6DD49}"/>
                    </a:ext>
                  </a:extLst>
                </p14:cNvPr>
                <p14:cNvContentPartPr/>
                <p14:nvPr/>
              </p14:nvContentPartPr>
              <p14:xfrm>
                <a:off x="8613720" y="5760720"/>
                <a:ext cx="43560" cy="1656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39E89BC-0FE7-9C4C-9C49-4DBED5C6DD4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606160" y="5753160"/>
                  <a:ext cx="586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C9D406F-71F3-F942-96B0-9572F18F8BD7}"/>
                    </a:ext>
                  </a:extLst>
                </p14:cNvPr>
                <p14:cNvContentPartPr/>
                <p14:nvPr/>
              </p14:nvContentPartPr>
              <p14:xfrm>
                <a:off x="8631000" y="5804280"/>
                <a:ext cx="87120" cy="136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C9D406F-71F3-F942-96B0-9572F18F8BD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623440" y="5796720"/>
                  <a:ext cx="1018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9DC751F-508D-AE43-B733-3651EB066684}"/>
                    </a:ext>
                  </a:extLst>
                </p14:cNvPr>
                <p14:cNvContentPartPr/>
                <p14:nvPr/>
              </p14:nvContentPartPr>
              <p14:xfrm>
                <a:off x="8868960" y="5616720"/>
                <a:ext cx="239760" cy="2462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9DC751F-508D-AE43-B733-3651EB06668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861400" y="5609160"/>
                  <a:ext cx="2548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8D76B39-DB8F-F148-B4DF-78A2831914B2}"/>
                    </a:ext>
                  </a:extLst>
                </p14:cNvPr>
                <p14:cNvContentPartPr/>
                <p14:nvPr/>
              </p14:nvContentPartPr>
              <p14:xfrm>
                <a:off x="9195120" y="5600520"/>
                <a:ext cx="59400" cy="2509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8D76B39-DB8F-F148-B4DF-78A2831914B2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187560" y="5592960"/>
                  <a:ext cx="74520" cy="26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90C065C-31C0-8B4B-B1B3-60B5675139EE}"/>
              </a:ext>
            </a:extLst>
          </p:cNvPr>
          <p:cNvGrpSpPr/>
          <p:nvPr/>
        </p:nvGrpSpPr>
        <p:grpSpPr>
          <a:xfrm>
            <a:off x="8526600" y="4419360"/>
            <a:ext cx="765360" cy="274320"/>
            <a:chOff x="8526600" y="4419360"/>
            <a:chExt cx="76536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0C965CF-4833-174D-AC88-D3B64785E41D}"/>
                    </a:ext>
                  </a:extLst>
                </p14:cNvPr>
                <p14:cNvContentPartPr/>
                <p14:nvPr/>
              </p14:nvContentPartPr>
              <p14:xfrm>
                <a:off x="8526600" y="4576320"/>
                <a:ext cx="483480" cy="586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0C965CF-4833-174D-AC88-D3B64785E41D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519040" y="4569120"/>
                  <a:ext cx="4986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A091B4D-4FCC-9046-8685-5A66A355E366}"/>
                    </a:ext>
                  </a:extLst>
                </p14:cNvPr>
                <p14:cNvContentPartPr/>
                <p14:nvPr/>
              </p14:nvContentPartPr>
              <p14:xfrm>
                <a:off x="8592840" y="4635000"/>
                <a:ext cx="502920" cy="514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A091B4D-4FCC-9046-8685-5A66A355E366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585280" y="4627440"/>
                  <a:ext cx="5176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17EE49C-7CEF-6443-8DAD-68514B846C58}"/>
                    </a:ext>
                  </a:extLst>
                </p14:cNvPr>
                <p14:cNvContentPartPr/>
                <p14:nvPr/>
              </p14:nvContentPartPr>
              <p14:xfrm>
                <a:off x="9032760" y="4419360"/>
                <a:ext cx="259200" cy="2743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17EE49C-7CEF-6443-8DAD-68514B846C58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025200" y="4411800"/>
                  <a:ext cx="274320" cy="28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9F7FD994-A43D-944B-A7F7-4617A003BBD1}"/>
                  </a:ext>
                </a:extLst>
              </p14:cNvPr>
              <p14:cNvContentPartPr/>
              <p14:nvPr/>
            </p14:nvContentPartPr>
            <p14:xfrm>
              <a:off x="9576360" y="5723280"/>
              <a:ext cx="312120" cy="26676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9F7FD994-A43D-944B-A7F7-4617A003BBD1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9568800" y="5715720"/>
                <a:ext cx="327240" cy="28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CBF0F5C-8E52-E444-A56F-E5F202159C65}"/>
              </a:ext>
            </a:extLst>
          </p:cNvPr>
          <p:cNvGrpSpPr/>
          <p:nvPr/>
        </p:nvGrpSpPr>
        <p:grpSpPr>
          <a:xfrm>
            <a:off x="9780840" y="4206240"/>
            <a:ext cx="1587600" cy="605520"/>
            <a:chOff x="9780840" y="4206240"/>
            <a:chExt cx="1587600" cy="60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944E2C8-B3B6-AE43-97A4-AC0D5F87B2E2}"/>
                    </a:ext>
                  </a:extLst>
                </p14:cNvPr>
                <p14:cNvContentPartPr/>
                <p14:nvPr/>
              </p14:nvContentPartPr>
              <p14:xfrm>
                <a:off x="9780840" y="4274640"/>
                <a:ext cx="180360" cy="509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944E2C8-B3B6-AE43-97A4-AC0D5F87B2E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773280" y="4267080"/>
                  <a:ext cx="19512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13E3CB4-3027-5448-B282-111C8E93F1D9}"/>
                    </a:ext>
                  </a:extLst>
                </p14:cNvPr>
                <p14:cNvContentPartPr/>
                <p14:nvPr/>
              </p14:nvContentPartPr>
              <p14:xfrm>
                <a:off x="9921240" y="4572000"/>
                <a:ext cx="140760" cy="1533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13E3CB4-3027-5448-B282-111C8E93F1D9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913680" y="4564440"/>
                  <a:ext cx="1558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D10A009-5272-774A-BBB2-8E75FEABAF3B}"/>
                    </a:ext>
                  </a:extLst>
                </p14:cNvPr>
                <p14:cNvContentPartPr/>
                <p14:nvPr/>
              </p14:nvContentPartPr>
              <p14:xfrm>
                <a:off x="10064520" y="4588560"/>
                <a:ext cx="128160" cy="1098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D10A009-5272-774A-BBB2-8E75FEABAF3B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056960" y="4581000"/>
                  <a:ext cx="1432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773986C-1B70-FD41-BC17-92F20B4F966F}"/>
                    </a:ext>
                  </a:extLst>
                </p14:cNvPr>
                <p14:cNvContentPartPr/>
                <p14:nvPr/>
              </p14:nvContentPartPr>
              <p14:xfrm>
                <a:off x="10366920" y="4612320"/>
                <a:ext cx="231840" cy="176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773986C-1B70-FD41-BC17-92F20B4F966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359360" y="4604760"/>
                  <a:ext cx="2469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B087E2D-A4B2-A141-89E5-3526EA512567}"/>
                    </a:ext>
                  </a:extLst>
                </p14:cNvPr>
                <p14:cNvContentPartPr/>
                <p14:nvPr/>
              </p14:nvContentPartPr>
              <p14:xfrm>
                <a:off x="10607400" y="4496400"/>
                <a:ext cx="171000" cy="2397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B087E2D-A4B2-A141-89E5-3526EA512567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600200" y="4488840"/>
                  <a:ext cx="1861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A1DA5FE-B352-9E4B-98C1-BBD0AED8BDB9}"/>
                    </a:ext>
                  </a:extLst>
                </p14:cNvPr>
                <p14:cNvContentPartPr/>
                <p14:nvPr/>
              </p14:nvContentPartPr>
              <p14:xfrm>
                <a:off x="10872360" y="4308840"/>
                <a:ext cx="138960" cy="5029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A1DA5FE-B352-9E4B-98C1-BBD0AED8BDB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864800" y="4301280"/>
                  <a:ext cx="154080" cy="51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DE26512-8C12-4445-B23E-ACB0385DB623}"/>
                    </a:ext>
                  </a:extLst>
                </p14:cNvPr>
                <p14:cNvContentPartPr/>
                <p14:nvPr/>
              </p14:nvContentPartPr>
              <p14:xfrm>
                <a:off x="11171160" y="4206240"/>
                <a:ext cx="197280" cy="1933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DE26512-8C12-4445-B23E-ACB0385DB62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1163600" y="4198680"/>
                  <a:ext cx="212400" cy="208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37919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2C184-8E10-46C1-B74C-86F42F58D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Quick Check Template: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306DA-1A70-4E4F-ADC9-B341DC768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This is a really useful template to assist you in factorising trinomials.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0EC2DA1-CA8B-48A5-8B24-0E6EC45D4A0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AU" dirty="0"/>
                  <a:t>Example:</a:t>
                </a:r>
              </a:p>
              <a:p>
                <a:pPr marL="0" indent="0">
                  <a:buNone/>
                </a:pPr>
                <a:r>
                  <a:rPr lang="en-AU" dirty="0"/>
                  <a:t>Factorise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+10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+16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0EC2DA1-CA8B-48A5-8B24-0E6EC45D4A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372" t="-19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A4B62C16-3B0B-458C-9345-E6E496554F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086" t="14445" r="49208" b="7582"/>
          <a:stretch/>
        </p:blipFill>
        <p:spPr>
          <a:xfrm>
            <a:off x="7322181" y="-19431"/>
            <a:ext cx="4339328" cy="68968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C7C5F8-57B6-4802-9918-9D8318ADA130}"/>
                  </a:ext>
                </a:extLst>
              </p:cNvPr>
              <p:cNvSpPr txBox="1"/>
              <p:nvPr/>
            </p:nvSpPr>
            <p:spPr>
              <a:xfrm>
                <a:off x="8743884" y="1290250"/>
                <a:ext cx="14959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+10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+16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C7C5F8-57B6-4802-9918-9D8318ADA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3884" y="1290250"/>
                <a:ext cx="1495922" cy="276999"/>
              </a:xfrm>
              <a:prstGeom prst="rect">
                <a:avLst/>
              </a:prstGeom>
              <a:blipFill>
                <a:blip r:embed="rId4"/>
                <a:stretch>
                  <a:fillRect l="-1626" t="-2222" r="-3252" b="-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8AF133-97ED-4CC6-B8EB-9A03A8DFAAC0}"/>
                  </a:ext>
                </a:extLst>
              </p:cNvPr>
              <p:cNvSpPr txBox="1"/>
              <p:nvPr/>
            </p:nvSpPr>
            <p:spPr>
              <a:xfrm>
                <a:off x="7821341" y="2461454"/>
                <a:ext cx="3871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𝑁𝑂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8AF133-97ED-4CC6-B8EB-9A03A8DFA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1341" y="2461454"/>
                <a:ext cx="387157" cy="276999"/>
              </a:xfrm>
              <a:prstGeom prst="rect">
                <a:avLst/>
              </a:prstGeom>
              <a:blipFill>
                <a:blip r:embed="rId5"/>
                <a:stretch>
                  <a:fillRect l="-12500" r="-12500" b="-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C11DFE-A62B-41EC-921F-AB72EE17764B}"/>
                  </a:ext>
                </a:extLst>
              </p:cNvPr>
              <p:cNvSpPr txBox="1"/>
              <p:nvPr/>
            </p:nvSpPr>
            <p:spPr>
              <a:xfrm>
                <a:off x="9203411" y="1901078"/>
                <a:ext cx="14959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+10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+16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C11DFE-A62B-41EC-921F-AB72EE177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3411" y="1901078"/>
                <a:ext cx="1495922" cy="276999"/>
              </a:xfrm>
              <a:prstGeom prst="rect">
                <a:avLst/>
              </a:prstGeom>
              <a:blipFill>
                <a:blip r:embed="rId6"/>
                <a:stretch>
                  <a:fillRect l="-1633" t="-2222" r="-3265" b="-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3A6FB9-C678-42C5-B7A0-A6A6BE242C3B}"/>
                  </a:ext>
                </a:extLst>
              </p:cNvPr>
              <p:cNvSpPr txBox="1"/>
              <p:nvPr/>
            </p:nvSpPr>
            <p:spPr>
              <a:xfrm>
                <a:off x="8755597" y="2752820"/>
                <a:ext cx="1859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3A6FB9-C678-42C5-B7A0-A6A6BE242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5597" y="2752820"/>
                <a:ext cx="185948" cy="276999"/>
              </a:xfrm>
              <a:prstGeom prst="rect">
                <a:avLst/>
              </a:prstGeom>
              <a:blipFill>
                <a:blip r:embed="rId7"/>
                <a:stretch>
                  <a:fillRect l="-25806" r="-29032" b="-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35A1F5-12A1-4159-A1BA-5BF4CE2AF134}"/>
                  </a:ext>
                </a:extLst>
              </p:cNvPr>
              <p:cNvSpPr txBox="1"/>
              <p:nvPr/>
            </p:nvSpPr>
            <p:spPr>
              <a:xfrm>
                <a:off x="9765424" y="2752819"/>
                <a:ext cx="3141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35A1F5-12A1-4159-A1BA-5BF4CE2AF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5424" y="2752819"/>
                <a:ext cx="314189" cy="276999"/>
              </a:xfrm>
              <a:prstGeom prst="rect">
                <a:avLst/>
              </a:prstGeom>
              <a:blipFill>
                <a:blip r:embed="rId8"/>
                <a:stretch>
                  <a:fillRect l="-17647" r="-17647" b="-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F0D35C-F998-46FC-8AE3-4E812EBA4BED}"/>
                  </a:ext>
                </a:extLst>
              </p:cNvPr>
              <p:cNvSpPr txBox="1"/>
              <p:nvPr/>
            </p:nvSpPr>
            <p:spPr>
              <a:xfrm>
                <a:off x="10727426" y="2870383"/>
                <a:ext cx="3141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F0D35C-F998-46FC-8AE3-4E812EBA4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7426" y="2870383"/>
                <a:ext cx="314189" cy="276999"/>
              </a:xfrm>
              <a:prstGeom prst="rect">
                <a:avLst/>
              </a:prstGeom>
              <a:blipFill>
                <a:blip r:embed="rId9"/>
                <a:stretch>
                  <a:fillRect l="-17647" r="-17647" b="-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BB51DD3-D693-45EE-A9E9-26E5ECA036FA}"/>
                  </a:ext>
                </a:extLst>
              </p:cNvPr>
              <p:cNvSpPr txBox="1"/>
              <p:nvPr/>
            </p:nvSpPr>
            <p:spPr>
              <a:xfrm>
                <a:off x="10704788" y="3707565"/>
                <a:ext cx="4905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1,16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BB51DD3-D693-45EE-A9E9-26E5ECA03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4788" y="3707565"/>
                <a:ext cx="490519" cy="276999"/>
              </a:xfrm>
              <a:prstGeom prst="rect">
                <a:avLst/>
              </a:prstGeom>
              <a:blipFill>
                <a:blip r:embed="rId10"/>
                <a:stretch>
                  <a:fillRect l="-9877" r="-11111" b="-869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A2E436A-5D58-4130-8FE4-5C7603B8740E}"/>
                  </a:ext>
                </a:extLst>
              </p:cNvPr>
              <p:cNvSpPr txBox="1"/>
              <p:nvPr/>
            </p:nvSpPr>
            <p:spPr>
              <a:xfrm>
                <a:off x="10727426" y="3984564"/>
                <a:ext cx="3622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2,8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A2E436A-5D58-4130-8FE4-5C7603B87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7426" y="3984564"/>
                <a:ext cx="362279" cy="276999"/>
              </a:xfrm>
              <a:prstGeom prst="rect">
                <a:avLst/>
              </a:prstGeom>
              <a:blipFill>
                <a:blip r:embed="rId11"/>
                <a:stretch>
                  <a:fillRect l="-15254" r="-15254" b="-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263796-1354-4BC5-968F-373CE94A7F6E}"/>
                  </a:ext>
                </a:extLst>
              </p:cNvPr>
              <p:cNvSpPr txBox="1"/>
              <p:nvPr/>
            </p:nvSpPr>
            <p:spPr>
              <a:xfrm>
                <a:off x="10727540" y="4247566"/>
                <a:ext cx="3622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4,4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263796-1354-4BC5-968F-373CE94A7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7540" y="4247566"/>
                <a:ext cx="362279" cy="276999"/>
              </a:xfrm>
              <a:prstGeom prst="rect">
                <a:avLst/>
              </a:prstGeom>
              <a:blipFill>
                <a:blip r:embed="rId12"/>
                <a:stretch>
                  <a:fillRect l="-15254" r="-15254" b="-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03B93122-B13A-4241-958A-E574610AD509}"/>
              </a:ext>
            </a:extLst>
          </p:cNvPr>
          <p:cNvSpPr/>
          <p:nvPr/>
        </p:nvSpPr>
        <p:spPr>
          <a:xfrm>
            <a:off x="8290560" y="3305207"/>
            <a:ext cx="844731" cy="3057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F43498-56E5-4836-8CC4-3F8E5860835D}"/>
              </a:ext>
            </a:extLst>
          </p:cNvPr>
          <p:cNvSpPr/>
          <p:nvPr/>
        </p:nvSpPr>
        <p:spPr>
          <a:xfrm>
            <a:off x="8208498" y="3686263"/>
            <a:ext cx="490519" cy="9118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02767D-66AE-4514-9D3B-189648846E4E}"/>
              </a:ext>
            </a:extLst>
          </p:cNvPr>
          <p:cNvSpPr/>
          <p:nvPr/>
        </p:nvSpPr>
        <p:spPr>
          <a:xfrm>
            <a:off x="10528339" y="3989328"/>
            <a:ext cx="760451" cy="3057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DA252E9-06AF-46AE-B0E8-4BDCDBC4448F}"/>
                  </a:ext>
                </a:extLst>
              </p:cNvPr>
              <p:cNvSpPr txBox="1"/>
              <p:nvPr/>
            </p:nvSpPr>
            <p:spPr>
              <a:xfrm>
                <a:off x="8453757" y="5739136"/>
                <a:ext cx="234141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+2)(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+8)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DA252E9-06AF-46AE-B0E8-4BDCDBC44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3757" y="5739136"/>
                <a:ext cx="2341410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6634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 animBg="1"/>
      <p:bldP spid="18" grpId="0" animBg="1"/>
      <p:bldP spid="19" grpId="0" animBg="1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2C184-8E10-46C1-B74C-86F42F58D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Quick Check Template: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306DA-1A70-4E4F-ADC9-B341DC768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This is a really useful template to assist you in factorising trinomials.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0EC2DA1-CA8B-48A5-8B24-0E6EC45D4A0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AU" dirty="0"/>
                  <a:t>Example:</a:t>
                </a:r>
              </a:p>
              <a:p>
                <a:pPr marL="0" indent="0">
                  <a:buNone/>
                </a:pPr>
                <a:r>
                  <a:rPr lang="en-AU" dirty="0"/>
                  <a:t>Factorise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−20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0EC2DA1-CA8B-48A5-8B24-0E6EC45D4A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372" t="-19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A4B62C16-3B0B-458C-9345-E6E496554F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086" t="14445" r="49208" b="7582"/>
          <a:stretch/>
        </p:blipFill>
        <p:spPr>
          <a:xfrm>
            <a:off x="7322181" y="-19431"/>
            <a:ext cx="4339328" cy="68968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C7C5F8-57B6-4802-9918-9D8318ADA130}"/>
                  </a:ext>
                </a:extLst>
              </p:cNvPr>
              <p:cNvSpPr txBox="1"/>
              <p:nvPr/>
            </p:nvSpPr>
            <p:spPr>
              <a:xfrm>
                <a:off x="8743884" y="1290250"/>
                <a:ext cx="12394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−20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C7C5F8-57B6-4802-9918-9D8318ADA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3884" y="1290250"/>
                <a:ext cx="1239442" cy="276999"/>
              </a:xfrm>
              <a:prstGeom prst="rect">
                <a:avLst/>
              </a:prstGeom>
              <a:blipFill>
                <a:blip r:embed="rId4"/>
                <a:stretch>
                  <a:fillRect l="-1961" t="-2222" r="-3922" b="-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8AF133-97ED-4CC6-B8EB-9A03A8DFAAC0}"/>
                  </a:ext>
                </a:extLst>
              </p:cNvPr>
              <p:cNvSpPr txBox="1"/>
              <p:nvPr/>
            </p:nvSpPr>
            <p:spPr>
              <a:xfrm>
                <a:off x="7821341" y="2461454"/>
                <a:ext cx="3871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𝑁𝑂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8AF133-97ED-4CC6-B8EB-9A03A8DFA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1341" y="2461454"/>
                <a:ext cx="387157" cy="276999"/>
              </a:xfrm>
              <a:prstGeom prst="rect">
                <a:avLst/>
              </a:prstGeom>
              <a:blipFill>
                <a:blip r:embed="rId5"/>
                <a:stretch>
                  <a:fillRect l="-12500" r="-12500" b="-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C11DFE-A62B-41EC-921F-AB72EE17764B}"/>
                  </a:ext>
                </a:extLst>
              </p:cNvPr>
              <p:cNvSpPr txBox="1"/>
              <p:nvPr/>
            </p:nvSpPr>
            <p:spPr>
              <a:xfrm>
                <a:off x="9203411" y="1901078"/>
                <a:ext cx="12394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−20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C11DFE-A62B-41EC-921F-AB72EE177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3411" y="1901078"/>
                <a:ext cx="1239442" cy="276999"/>
              </a:xfrm>
              <a:prstGeom prst="rect">
                <a:avLst/>
              </a:prstGeom>
              <a:blipFill>
                <a:blip r:embed="rId6"/>
                <a:stretch>
                  <a:fillRect l="-1970" t="-2222" r="-3941" b="-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3A6FB9-C678-42C5-B7A0-A6A6BE242C3B}"/>
                  </a:ext>
                </a:extLst>
              </p:cNvPr>
              <p:cNvSpPr txBox="1"/>
              <p:nvPr/>
            </p:nvSpPr>
            <p:spPr>
              <a:xfrm>
                <a:off x="8755597" y="2752820"/>
                <a:ext cx="1859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3A6FB9-C678-42C5-B7A0-A6A6BE242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5597" y="2752820"/>
                <a:ext cx="185948" cy="276999"/>
              </a:xfrm>
              <a:prstGeom prst="rect">
                <a:avLst/>
              </a:prstGeom>
              <a:blipFill>
                <a:blip r:embed="rId7"/>
                <a:stretch>
                  <a:fillRect l="-25806" r="-29032" b="-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35A1F5-12A1-4159-A1BA-5BF4CE2AF134}"/>
                  </a:ext>
                </a:extLst>
              </p:cNvPr>
              <p:cNvSpPr txBox="1"/>
              <p:nvPr/>
            </p:nvSpPr>
            <p:spPr>
              <a:xfrm>
                <a:off x="9765424" y="2752819"/>
                <a:ext cx="3590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35A1F5-12A1-4159-A1BA-5BF4CE2AF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5424" y="2752819"/>
                <a:ext cx="359073" cy="276999"/>
              </a:xfrm>
              <a:prstGeom prst="rect">
                <a:avLst/>
              </a:prstGeom>
              <a:blipFill>
                <a:blip r:embed="rId8"/>
                <a:stretch>
                  <a:fillRect l="-3390" r="-13559" b="-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F0D35C-F998-46FC-8AE3-4E812EBA4BED}"/>
                  </a:ext>
                </a:extLst>
              </p:cNvPr>
              <p:cNvSpPr txBox="1"/>
              <p:nvPr/>
            </p:nvSpPr>
            <p:spPr>
              <a:xfrm>
                <a:off x="10687577" y="2877453"/>
                <a:ext cx="4873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−20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F0D35C-F998-46FC-8AE3-4E812EBA4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7577" y="2877453"/>
                <a:ext cx="487313" cy="276999"/>
              </a:xfrm>
              <a:prstGeom prst="rect">
                <a:avLst/>
              </a:prstGeom>
              <a:blipFill>
                <a:blip r:embed="rId9"/>
                <a:stretch>
                  <a:fillRect l="-1250" r="-11250" b="-1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BB51DD3-D693-45EE-A9E9-26E5ECA036FA}"/>
                  </a:ext>
                </a:extLst>
              </p:cNvPr>
              <p:cNvSpPr txBox="1"/>
              <p:nvPr/>
            </p:nvSpPr>
            <p:spPr>
              <a:xfrm>
                <a:off x="10704788" y="3707565"/>
                <a:ext cx="4905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1,20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BB51DD3-D693-45EE-A9E9-26E5ECA03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4788" y="3707565"/>
                <a:ext cx="490519" cy="276999"/>
              </a:xfrm>
              <a:prstGeom prst="rect">
                <a:avLst/>
              </a:prstGeom>
              <a:blipFill>
                <a:blip r:embed="rId10"/>
                <a:stretch>
                  <a:fillRect l="-9877" r="-11111" b="-869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A2E436A-5D58-4130-8FE4-5C7603B8740E}"/>
                  </a:ext>
                </a:extLst>
              </p:cNvPr>
              <p:cNvSpPr txBox="1"/>
              <p:nvPr/>
            </p:nvSpPr>
            <p:spPr>
              <a:xfrm>
                <a:off x="10727426" y="3984564"/>
                <a:ext cx="4905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2,10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A2E436A-5D58-4130-8FE4-5C7603B87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7426" y="3984564"/>
                <a:ext cx="490519" cy="276999"/>
              </a:xfrm>
              <a:prstGeom prst="rect">
                <a:avLst/>
              </a:prstGeom>
              <a:blipFill>
                <a:blip r:embed="rId11"/>
                <a:stretch>
                  <a:fillRect l="-11250" r="-11250" b="-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263796-1354-4BC5-968F-373CE94A7F6E}"/>
                  </a:ext>
                </a:extLst>
              </p:cNvPr>
              <p:cNvSpPr txBox="1"/>
              <p:nvPr/>
            </p:nvSpPr>
            <p:spPr>
              <a:xfrm>
                <a:off x="10727540" y="4247566"/>
                <a:ext cx="3622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4,5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263796-1354-4BC5-968F-373CE94A7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7540" y="4247566"/>
                <a:ext cx="362279" cy="276999"/>
              </a:xfrm>
              <a:prstGeom prst="rect">
                <a:avLst/>
              </a:prstGeom>
              <a:blipFill>
                <a:blip r:embed="rId12"/>
                <a:stretch>
                  <a:fillRect l="-15254" r="-16949" b="-1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03B93122-B13A-4241-958A-E574610AD509}"/>
              </a:ext>
            </a:extLst>
          </p:cNvPr>
          <p:cNvSpPr/>
          <p:nvPr/>
        </p:nvSpPr>
        <p:spPr>
          <a:xfrm>
            <a:off x="9400766" y="3276134"/>
            <a:ext cx="844731" cy="3057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F43498-56E5-4836-8CC4-3F8E5860835D}"/>
              </a:ext>
            </a:extLst>
          </p:cNvPr>
          <p:cNvSpPr/>
          <p:nvPr/>
        </p:nvSpPr>
        <p:spPr>
          <a:xfrm>
            <a:off x="9866964" y="3674440"/>
            <a:ext cx="490519" cy="9118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02767D-66AE-4514-9D3B-189648846E4E}"/>
              </a:ext>
            </a:extLst>
          </p:cNvPr>
          <p:cNvSpPr/>
          <p:nvPr/>
        </p:nvSpPr>
        <p:spPr>
          <a:xfrm>
            <a:off x="10528453" y="4233199"/>
            <a:ext cx="760451" cy="3057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DA252E9-06AF-46AE-B0E8-4BDCDBC4448F}"/>
                  </a:ext>
                </a:extLst>
              </p:cNvPr>
              <p:cNvSpPr txBox="1"/>
              <p:nvPr/>
            </p:nvSpPr>
            <p:spPr>
              <a:xfrm>
                <a:off x="8453757" y="5739136"/>
                <a:ext cx="234141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+4)(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−5)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DA252E9-06AF-46AE-B0E8-4BDCDBC44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3757" y="5739136"/>
                <a:ext cx="2341410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4497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 animBg="1"/>
      <p:bldP spid="18" grpId="0" animBg="1"/>
      <p:bldP spid="19" grpId="0" animBg="1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2C184-8E10-46C1-B74C-86F42F58D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Quick Check Template: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306DA-1A70-4E4F-ADC9-B341DC768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This is a really useful template to assist you in factorising trinomials.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0EC2DA1-CA8B-48A5-8B24-0E6EC45D4A0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AU" dirty="0"/>
                  <a:t>Example:</a:t>
                </a:r>
              </a:p>
              <a:p>
                <a:pPr marL="0" indent="0">
                  <a:buNone/>
                </a:pPr>
                <a:r>
                  <a:rPr lang="en-AU" dirty="0"/>
                  <a:t>Factorise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+12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−80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0EC2DA1-CA8B-48A5-8B24-0E6EC45D4A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372" t="-19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A4B62C16-3B0B-458C-9345-E6E496554F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086" t="14445" r="49208" b="7582"/>
          <a:stretch/>
        </p:blipFill>
        <p:spPr>
          <a:xfrm>
            <a:off x="7322181" y="-19431"/>
            <a:ext cx="4339328" cy="68968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C7C5F8-57B6-4802-9918-9D8318ADA130}"/>
                  </a:ext>
                </a:extLst>
              </p:cNvPr>
              <p:cNvSpPr txBox="1"/>
              <p:nvPr/>
            </p:nvSpPr>
            <p:spPr>
              <a:xfrm>
                <a:off x="8743884" y="1290250"/>
                <a:ext cx="16241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−80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C7C5F8-57B6-4802-9918-9D8318ADA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3884" y="1290250"/>
                <a:ext cx="1624163" cy="276999"/>
              </a:xfrm>
              <a:prstGeom prst="rect">
                <a:avLst/>
              </a:prstGeom>
              <a:blipFill>
                <a:blip r:embed="rId4"/>
                <a:stretch>
                  <a:fillRect l="-2622" t="-2222" r="-2996" b="-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8AF133-97ED-4CC6-B8EB-9A03A8DFAAC0}"/>
                  </a:ext>
                </a:extLst>
              </p:cNvPr>
              <p:cNvSpPr txBox="1"/>
              <p:nvPr/>
            </p:nvSpPr>
            <p:spPr>
              <a:xfrm>
                <a:off x="7821341" y="2461454"/>
                <a:ext cx="1859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8AF133-97ED-4CC6-B8EB-9A03A8DFA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1341" y="2461454"/>
                <a:ext cx="185948" cy="276999"/>
              </a:xfrm>
              <a:prstGeom prst="rect">
                <a:avLst/>
              </a:prstGeom>
              <a:blipFill>
                <a:blip r:embed="rId5"/>
                <a:stretch>
                  <a:fillRect l="-25806" r="-29032" b="-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C11DFE-A62B-41EC-921F-AB72EE17764B}"/>
                  </a:ext>
                </a:extLst>
              </p:cNvPr>
              <p:cNvSpPr txBox="1"/>
              <p:nvPr/>
            </p:nvSpPr>
            <p:spPr>
              <a:xfrm>
                <a:off x="9203411" y="1901078"/>
                <a:ext cx="16882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2(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−40)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C11DFE-A62B-41EC-921F-AB72EE177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3411" y="1901078"/>
                <a:ext cx="1688283" cy="276999"/>
              </a:xfrm>
              <a:prstGeom prst="rect">
                <a:avLst/>
              </a:prstGeom>
              <a:blipFill>
                <a:blip r:embed="rId6"/>
                <a:stretch>
                  <a:fillRect l="-2888" t="-2222" r="-4693" b="-377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3A6FB9-C678-42C5-B7A0-A6A6BE242C3B}"/>
                  </a:ext>
                </a:extLst>
              </p:cNvPr>
              <p:cNvSpPr txBox="1"/>
              <p:nvPr/>
            </p:nvSpPr>
            <p:spPr>
              <a:xfrm>
                <a:off x="8755597" y="2752820"/>
                <a:ext cx="1859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3A6FB9-C678-42C5-B7A0-A6A6BE242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5597" y="2752820"/>
                <a:ext cx="185948" cy="276999"/>
              </a:xfrm>
              <a:prstGeom prst="rect">
                <a:avLst/>
              </a:prstGeom>
              <a:blipFill>
                <a:blip r:embed="rId7"/>
                <a:stretch>
                  <a:fillRect l="-25806" r="-29032" b="-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35A1F5-12A1-4159-A1BA-5BF4CE2AF134}"/>
                  </a:ext>
                </a:extLst>
              </p:cNvPr>
              <p:cNvSpPr txBox="1"/>
              <p:nvPr/>
            </p:nvSpPr>
            <p:spPr>
              <a:xfrm>
                <a:off x="9765424" y="2752819"/>
                <a:ext cx="1859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35A1F5-12A1-4159-A1BA-5BF4CE2AF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5424" y="2752819"/>
                <a:ext cx="185948" cy="276999"/>
              </a:xfrm>
              <a:prstGeom prst="rect">
                <a:avLst/>
              </a:prstGeom>
              <a:blipFill>
                <a:blip r:embed="rId8"/>
                <a:stretch>
                  <a:fillRect l="-30000" r="-30000" b="-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F0D35C-F998-46FC-8AE3-4E812EBA4BED}"/>
                  </a:ext>
                </a:extLst>
              </p:cNvPr>
              <p:cNvSpPr txBox="1"/>
              <p:nvPr/>
            </p:nvSpPr>
            <p:spPr>
              <a:xfrm>
                <a:off x="10687577" y="2877453"/>
                <a:ext cx="4873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−40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F0D35C-F998-46FC-8AE3-4E812EBA4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7577" y="2877453"/>
                <a:ext cx="487313" cy="276999"/>
              </a:xfrm>
              <a:prstGeom prst="rect">
                <a:avLst/>
              </a:prstGeom>
              <a:blipFill>
                <a:blip r:embed="rId9"/>
                <a:stretch>
                  <a:fillRect l="-1250" r="-11250" b="-1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BB51DD3-D693-45EE-A9E9-26E5ECA036FA}"/>
                  </a:ext>
                </a:extLst>
              </p:cNvPr>
              <p:cNvSpPr txBox="1"/>
              <p:nvPr/>
            </p:nvSpPr>
            <p:spPr>
              <a:xfrm>
                <a:off x="10704788" y="3707565"/>
                <a:ext cx="4905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1,40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BB51DD3-D693-45EE-A9E9-26E5ECA03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4788" y="3707565"/>
                <a:ext cx="490519" cy="276999"/>
              </a:xfrm>
              <a:prstGeom prst="rect">
                <a:avLst/>
              </a:prstGeom>
              <a:blipFill>
                <a:blip r:embed="rId10"/>
                <a:stretch>
                  <a:fillRect l="-9877" r="-11111" b="-869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A2E436A-5D58-4130-8FE4-5C7603B8740E}"/>
                  </a:ext>
                </a:extLst>
              </p:cNvPr>
              <p:cNvSpPr txBox="1"/>
              <p:nvPr/>
            </p:nvSpPr>
            <p:spPr>
              <a:xfrm>
                <a:off x="10727426" y="3984564"/>
                <a:ext cx="4905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2,20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A2E436A-5D58-4130-8FE4-5C7603B87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7426" y="3984564"/>
                <a:ext cx="490519" cy="276999"/>
              </a:xfrm>
              <a:prstGeom prst="rect">
                <a:avLst/>
              </a:prstGeom>
              <a:blipFill>
                <a:blip r:embed="rId11"/>
                <a:stretch>
                  <a:fillRect l="-11250" r="-11250" b="-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263796-1354-4BC5-968F-373CE94A7F6E}"/>
                  </a:ext>
                </a:extLst>
              </p:cNvPr>
              <p:cNvSpPr txBox="1"/>
              <p:nvPr/>
            </p:nvSpPr>
            <p:spPr>
              <a:xfrm>
                <a:off x="10727540" y="4247566"/>
                <a:ext cx="4905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4,10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263796-1354-4BC5-968F-373CE94A7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7540" y="4247566"/>
                <a:ext cx="490519" cy="276999"/>
              </a:xfrm>
              <a:prstGeom prst="rect">
                <a:avLst/>
              </a:prstGeom>
              <a:blipFill>
                <a:blip r:embed="rId12"/>
                <a:stretch>
                  <a:fillRect l="-11250" r="-11250" b="-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03B93122-B13A-4241-958A-E574610AD509}"/>
              </a:ext>
            </a:extLst>
          </p:cNvPr>
          <p:cNvSpPr/>
          <p:nvPr/>
        </p:nvSpPr>
        <p:spPr>
          <a:xfrm>
            <a:off x="9400766" y="3276134"/>
            <a:ext cx="844731" cy="3057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F43498-56E5-4836-8CC4-3F8E5860835D}"/>
              </a:ext>
            </a:extLst>
          </p:cNvPr>
          <p:cNvSpPr/>
          <p:nvPr/>
        </p:nvSpPr>
        <p:spPr>
          <a:xfrm>
            <a:off x="9310705" y="3674440"/>
            <a:ext cx="490519" cy="9118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02767D-66AE-4514-9D3B-189648846E4E}"/>
              </a:ext>
            </a:extLst>
          </p:cNvPr>
          <p:cNvSpPr/>
          <p:nvPr/>
        </p:nvSpPr>
        <p:spPr>
          <a:xfrm>
            <a:off x="10528453" y="4233199"/>
            <a:ext cx="760451" cy="3057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DA252E9-06AF-46AE-B0E8-4BDCDBC4448F}"/>
                  </a:ext>
                </a:extLst>
              </p:cNvPr>
              <p:cNvSpPr txBox="1"/>
              <p:nvPr/>
            </p:nvSpPr>
            <p:spPr>
              <a:xfrm>
                <a:off x="8453757" y="5739136"/>
                <a:ext cx="27389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2(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−4)(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+10)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DA252E9-06AF-46AE-B0E8-4BDCDBC44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3757" y="5739136"/>
                <a:ext cx="2738955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1007FA7-2A23-44B9-B975-E26E4D9D8A9A}"/>
                  </a:ext>
                </a:extLst>
              </p:cNvPr>
              <p:cNvSpPr txBox="1"/>
              <p:nvPr/>
            </p:nvSpPr>
            <p:spPr>
              <a:xfrm>
                <a:off x="10713092" y="4537677"/>
                <a:ext cx="3622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5,8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1007FA7-2A23-44B9-B975-E26E4D9D8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3092" y="4537677"/>
                <a:ext cx="362279" cy="276999"/>
              </a:xfrm>
              <a:prstGeom prst="rect">
                <a:avLst/>
              </a:prstGeom>
              <a:blipFill>
                <a:blip r:embed="rId14"/>
                <a:stretch>
                  <a:fillRect l="-15000" r="-15000" b="-869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5671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 animBg="1"/>
      <p:bldP spid="18" grpId="0" animBg="1"/>
      <p:bldP spid="19" grpId="0" animBg="1"/>
      <p:bldP spid="20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37001-F319-42D2-88EF-FE83F8730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C197B-CDC5-442C-A99A-275768D53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E0CB37-AE94-4A28-93A5-C650014870C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6FE8E3-2CC6-4404-87D2-C03C056502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281773-68DF-4D10-B3DB-A4BFFC2714C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94EBEF-B454-4B66-9D1C-CF45EED9E0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914" t="25547" r="16774" b="56234"/>
          <a:stretch/>
        </p:blipFill>
        <p:spPr>
          <a:xfrm>
            <a:off x="942320" y="179301"/>
            <a:ext cx="11142290" cy="28012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A72D55-F772-4B45-A014-78B4A46B6B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418" t="56540" r="15689" b="26005"/>
          <a:stretch/>
        </p:blipFill>
        <p:spPr>
          <a:xfrm>
            <a:off x="942320" y="2980524"/>
            <a:ext cx="11129272" cy="235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328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90BAFCD-EA0A-47F4-8B00-AAB1E67A9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F0502020204030204"/>
              <a:ea typeface="+mn-ea"/>
              <a:cs typeface="+mn-cs"/>
            </a:endParaRPr>
          </a:p>
        </p:txBody>
      </p:sp>
      <p:pic>
        <p:nvPicPr>
          <p:cNvPr id="4" name="Content Placeholder 3" descr="Text&#10;&#10;Description automatically generated">
            <a:extLst>
              <a:ext uri="{FF2B5EF4-FFF2-40B4-BE49-F238E27FC236}">
                <a16:creationId xmlns:a16="http://schemas.microsoft.com/office/drawing/2014/main" id="{734182AE-31B5-724A-BC37-295F8179BF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3999" y="1346665"/>
            <a:ext cx="10925102" cy="221233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F9C61D6-37CC-4AD4-83C3-022D08874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551037"/>
            <a:ext cx="12192000" cy="230696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368B9E-6A5F-0F4F-9FA5-C019403A6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900" y="4905662"/>
            <a:ext cx="7330353" cy="15411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Independent Practise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669285E-35F6-4010-B084-229A80845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7532847" y="5676251"/>
            <a:ext cx="118872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968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90BAFCD-EA0A-47F4-8B00-AAB1E67A9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944815-B0AC-CA40-8574-CE5DA97D2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99" y="682777"/>
            <a:ext cx="10925102" cy="354010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F9C61D6-37CC-4AD4-83C3-022D08874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551037"/>
            <a:ext cx="12192000" cy="230696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75991E-A22B-5844-AED1-410B32B21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900" y="4905662"/>
            <a:ext cx="7330353" cy="15411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Solutions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669285E-35F6-4010-B084-229A80845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7532847" y="5676251"/>
            <a:ext cx="118872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3595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6EB358-8C88-43C8-8D75-AEB3906791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078" t="43359" r="18606" b="16336"/>
          <a:stretch/>
        </p:blipFill>
        <p:spPr>
          <a:xfrm>
            <a:off x="907419" y="146582"/>
            <a:ext cx="11089560" cy="569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393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E1943-711F-4973-A53D-608203299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Solutions: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F3A9B7-F31C-4236-B0F7-AD6AF1A5CA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342" t="21883" r="9106" b="54809"/>
          <a:stretch/>
        </p:blipFill>
        <p:spPr>
          <a:xfrm>
            <a:off x="0" y="1267768"/>
            <a:ext cx="5929910" cy="29203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8D86C3C-6265-405B-81EE-A26F0748B0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400" t="45292" r="42423" b="13283"/>
          <a:stretch/>
        </p:blipFill>
        <p:spPr>
          <a:xfrm>
            <a:off x="5952350" y="921379"/>
            <a:ext cx="6179155" cy="584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699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80D0E-337D-42DF-8B77-6ABC5C18C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87184-250F-4E4B-82F0-96A1787482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6F2D2A-CCEB-48BF-9BE8-F712D93BE9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56F655-0C97-46AB-B225-DBA9988838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836" t="32468" r="28716" b="53588"/>
          <a:stretch/>
        </p:blipFill>
        <p:spPr>
          <a:xfrm>
            <a:off x="843119" y="1640336"/>
            <a:ext cx="11058993" cy="21219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4B21AC-B96B-45DB-953A-84589BE67B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995" t="50000" r="26952" b="35725"/>
          <a:stretch/>
        </p:blipFill>
        <p:spPr>
          <a:xfrm rot="10800000">
            <a:off x="9773166" y="5785382"/>
            <a:ext cx="2268549" cy="978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49027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4A2318"/>
      </a:dk2>
      <a:lt2>
        <a:srgbClr val="EDECEB"/>
      </a:lt2>
      <a:accent1>
        <a:srgbClr val="F3C82E"/>
      </a:accent1>
      <a:accent2>
        <a:srgbClr val="A26176"/>
      </a:accent2>
      <a:accent3>
        <a:srgbClr val="74A94E"/>
      </a:accent3>
      <a:accent4>
        <a:srgbClr val="188E8D"/>
      </a:accent4>
      <a:accent5>
        <a:srgbClr val="EE913A"/>
      </a:accent5>
      <a:accent6>
        <a:srgbClr val="DF5D4A"/>
      </a:accent6>
      <a:hlink>
        <a:srgbClr val="188E8D"/>
      </a:hlink>
      <a:folHlink>
        <a:srgbClr val="A26176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D7AA1D6E-F3E9-4763-A3BC-84DF2E02F60F}"/>
    </a:ext>
  </a:extLst>
</a:theme>
</file>

<file path=ppt/theme/theme2.xml><?xml version="1.0" encoding="utf-8"?>
<a:theme xmlns:a="http://schemas.openxmlformats.org/drawingml/2006/main" name="RetrospectVTI">
  <a:themeElements>
    <a:clrScheme name="AnalogousFromDarkSeedLeftStep">
      <a:dk1>
        <a:srgbClr val="000000"/>
      </a:dk1>
      <a:lt1>
        <a:srgbClr val="FFFFFF"/>
      </a:lt1>
      <a:dk2>
        <a:srgbClr val="3D3423"/>
      </a:dk2>
      <a:lt2>
        <a:srgbClr val="E8E2E3"/>
      </a:lt2>
      <a:accent1>
        <a:srgbClr val="20B4A6"/>
      </a:accent1>
      <a:accent2>
        <a:srgbClr val="14B764"/>
      </a:accent2>
      <a:accent3>
        <a:srgbClr val="21B92C"/>
      </a:accent3>
      <a:accent4>
        <a:srgbClr val="4BB614"/>
      </a:accent4>
      <a:accent5>
        <a:srgbClr val="8AAD1F"/>
      </a:accent5>
      <a:accent6>
        <a:srgbClr val="BC9F14"/>
      </a:accent6>
      <a:hlink>
        <a:srgbClr val="658B2E"/>
      </a:hlink>
      <a:folHlink>
        <a:srgbClr val="7F7F7F"/>
      </a:folHlink>
    </a:clrScheme>
    <a:fontScheme name="Retrospect">
      <a:majorFont>
        <a:latin typeface="Bembo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ova Light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TM10001105[[fn=Crop]]</Template>
  <TotalTime>3774</TotalTime>
  <Words>821</Words>
  <Application>Microsoft Office PowerPoint</Application>
  <PresentationFormat>Widescreen</PresentationFormat>
  <Paragraphs>135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 Nova Light</vt:lpstr>
      <vt:lpstr>Bembo</vt:lpstr>
      <vt:lpstr>Calibri</vt:lpstr>
      <vt:lpstr>Cambria Math</vt:lpstr>
      <vt:lpstr>Franklin Gothic Book</vt:lpstr>
      <vt:lpstr>Crop</vt:lpstr>
      <vt:lpstr>RetrospectVTI</vt:lpstr>
      <vt:lpstr>Topic: Factorising Trinomials – Revision  EQ: Do I remember what a monic trinomial is? </vt:lpstr>
      <vt:lpstr>Expanding vs Factorising.</vt:lpstr>
      <vt:lpstr>Monic Trinomials</vt:lpstr>
      <vt:lpstr>Factorising Monic Trinomials</vt:lpstr>
      <vt:lpstr>Quadratic Trinomials</vt:lpstr>
      <vt:lpstr>How to factorise?</vt:lpstr>
      <vt:lpstr>How to factorise?</vt:lpstr>
      <vt:lpstr>Demonstration</vt:lpstr>
      <vt:lpstr>Demonstration</vt:lpstr>
      <vt:lpstr>Quick Check Template:</vt:lpstr>
      <vt:lpstr>Quick Check Template:</vt:lpstr>
      <vt:lpstr>Quick Check Template:</vt:lpstr>
      <vt:lpstr>PowerPoint Presentation</vt:lpstr>
      <vt:lpstr>Independent Practise</vt:lpstr>
      <vt:lpstr>Solutions</vt:lpstr>
      <vt:lpstr>PowerPoint Presentation</vt:lpstr>
      <vt:lpstr>Solutions:</vt:lpstr>
      <vt:lpstr>Homework: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NGUYEN Tony [Baldivis Secondary College]</dc:creator>
  <cp:lastModifiedBy>Tony Nguyen</cp:lastModifiedBy>
  <cp:revision>10</cp:revision>
  <dcterms:created xsi:type="dcterms:W3CDTF">2020-02-08T04:51:04Z</dcterms:created>
  <dcterms:modified xsi:type="dcterms:W3CDTF">2021-08-22T12:49:38Z</dcterms:modified>
</cp:coreProperties>
</file>