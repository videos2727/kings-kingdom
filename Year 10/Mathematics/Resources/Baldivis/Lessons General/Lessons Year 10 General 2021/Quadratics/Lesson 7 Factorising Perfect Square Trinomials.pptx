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322" r:id="rId2"/>
    <p:sldId id="351" r:id="rId3"/>
    <p:sldId id="352" r:id="rId4"/>
    <p:sldId id="353" r:id="rId5"/>
    <p:sldId id="354" r:id="rId6"/>
    <p:sldId id="355" r:id="rId7"/>
    <p:sldId id="356" r:id="rId8"/>
    <p:sldId id="357" r:id="rId9"/>
    <p:sldId id="358" r:id="rId10"/>
    <p:sldId id="359" r:id="rId11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ny Nguyen" initials="TN" lastIdx="2" clrIdx="0">
    <p:extLst>
      <p:ext uri="{19B8F6BF-5375-455C-9EA6-DF929625EA0E}">
        <p15:presenceInfo xmlns:p15="http://schemas.microsoft.com/office/powerpoint/2012/main" userId="1f481f7b9cf3dbe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8537" autoAdjust="0"/>
  </p:normalViewPr>
  <p:slideViewPr>
    <p:cSldViewPr snapToGrid="0" snapToObjects="1">
      <p:cViewPr varScale="1">
        <p:scale>
          <a:sx n="93" d="100"/>
          <a:sy n="93" d="100"/>
        </p:scale>
        <p:origin x="639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4BD4A-A91C-4E47-8743-EFFA608D5BE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22444-CE1B-1E4E-8F2E-41A287EDC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41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0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62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9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8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2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18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7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09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C6EFA5-EDA3-5B41-AB62-716640C6E233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44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5000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by completing the square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factorise a perfect square trinomial?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/>
              <p:nvPr/>
            </p:nvSpPr>
            <p:spPr>
              <a:xfrm>
                <a:off x="2801651" y="1378450"/>
                <a:ext cx="31796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𝐸𝑥𝑎𝑚𝑝𝑙𝑒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−13=0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651" y="1378450"/>
                <a:ext cx="3179652" cy="307777"/>
              </a:xfrm>
              <a:prstGeom prst="rect">
                <a:avLst/>
              </a:prstGeom>
              <a:blipFill>
                <a:blip r:embed="rId2"/>
                <a:stretch>
                  <a:fillRect l="-2303" r="-1152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E6FB0B9-67A4-44EB-BD35-B3A3483C1AF6}"/>
              </a:ext>
            </a:extLst>
          </p:cNvPr>
          <p:cNvSpPr txBox="1"/>
          <p:nvPr/>
        </p:nvSpPr>
        <p:spPr>
          <a:xfrm>
            <a:off x="1519966" y="2090791"/>
            <a:ext cx="7367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cannot be factored in our normal case we done previously. We need to do something called the perfect square trinomial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30BCD-F8F0-464E-A50C-48EFF68BEB30}"/>
              </a:ext>
            </a:extLst>
          </p:cNvPr>
          <p:cNvSpPr txBox="1"/>
          <p:nvPr/>
        </p:nvSpPr>
        <p:spPr>
          <a:xfrm>
            <a:off x="1519966" y="3509162"/>
            <a:ext cx="43364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Creating the perfect square trinomial – Steps</a:t>
            </a:r>
          </a:p>
          <a:p>
            <a:endParaRPr lang="en-GB" dirty="0"/>
          </a:p>
          <a:p>
            <a:r>
              <a:rPr lang="en-GB" dirty="0"/>
              <a:t>1) Get your constant to the other side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B4B6557-8051-44F2-B978-EAB8EB2F2215}"/>
                  </a:ext>
                </a:extLst>
              </p:cNvPr>
              <p:cNvSpPr txBox="1"/>
              <p:nvPr/>
            </p:nvSpPr>
            <p:spPr>
              <a:xfrm>
                <a:off x="2111570" y="4919531"/>
                <a:ext cx="31861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−13+13=0+13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B4B6557-8051-44F2-B978-EAB8EB2F2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70" y="4919531"/>
                <a:ext cx="3186129" cy="307777"/>
              </a:xfrm>
              <a:prstGeom prst="rect">
                <a:avLst/>
              </a:prstGeom>
              <a:blipFill>
                <a:blip r:embed="rId3"/>
                <a:stretch>
                  <a:fillRect l="-382" r="-1147"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4D66AF-A212-4FF3-9220-A2521D23644B}"/>
                  </a:ext>
                </a:extLst>
              </p:cNvPr>
              <p:cNvSpPr txBox="1"/>
              <p:nvPr/>
            </p:nvSpPr>
            <p:spPr>
              <a:xfrm>
                <a:off x="2111570" y="5805122"/>
                <a:ext cx="155369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4D66AF-A212-4FF3-9220-A2521D236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70" y="5805122"/>
                <a:ext cx="1553695" cy="307777"/>
              </a:xfrm>
              <a:prstGeom prst="rect">
                <a:avLst/>
              </a:prstGeom>
              <a:blipFill>
                <a:blip r:embed="rId4"/>
                <a:stretch>
                  <a:fillRect l="-1176" r="-2745"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70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60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when there is a zero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factorise a perfect square trinomial?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30BCD-F8F0-464E-A50C-48EFF68BEB30}"/>
              </a:ext>
            </a:extLst>
          </p:cNvPr>
          <p:cNvSpPr txBox="1"/>
          <p:nvPr/>
        </p:nvSpPr>
        <p:spPr>
          <a:xfrm>
            <a:off x="1720312" y="2289018"/>
            <a:ext cx="3806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r>
              <a:rPr lang="en-GB" dirty="0"/>
              <a:t>2) Find the new value (use the formula)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4D66AF-A212-4FF3-9220-A2521D23644B}"/>
                  </a:ext>
                </a:extLst>
              </p:cNvPr>
              <p:cNvSpPr txBox="1"/>
              <p:nvPr/>
            </p:nvSpPr>
            <p:spPr>
              <a:xfrm>
                <a:off x="3888534" y="1236529"/>
                <a:ext cx="155369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4D66AF-A212-4FF3-9220-A2521D236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534" y="1236529"/>
                <a:ext cx="1553695" cy="307777"/>
              </a:xfrm>
              <a:prstGeom prst="rect">
                <a:avLst/>
              </a:prstGeom>
              <a:blipFill>
                <a:blip r:embed="rId2"/>
                <a:stretch>
                  <a:fillRect l="-1569" t="-2000" r="-2353"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C69401-A577-4E8F-81F0-63AC89E2F152}"/>
                  </a:ext>
                </a:extLst>
              </p:cNvPr>
              <p:cNvSpPr txBox="1"/>
              <p:nvPr/>
            </p:nvSpPr>
            <p:spPr>
              <a:xfrm>
                <a:off x="1931541" y="3330638"/>
                <a:ext cx="657488" cy="698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C69401-A577-4E8F-81F0-63AC89E2F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541" y="3330638"/>
                <a:ext cx="657488" cy="698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87D9D7-0E76-41CD-BDB5-86B836BACF9A}"/>
                  </a:ext>
                </a:extLst>
              </p:cNvPr>
              <p:cNvSpPr txBox="1"/>
              <p:nvPr/>
            </p:nvSpPr>
            <p:spPr>
              <a:xfrm>
                <a:off x="3424485" y="3402888"/>
                <a:ext cx="155369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87D9D7-0E76-41CD-BDB5-86B836BAC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485" y="3402888"/>
                <a:ext cx="1553695" cy="307777"/>
              </a:xfrm>
              <a:prstGeom prst="rect">
                <a:avLst/>
              </a:prstGeom>
              <a:blipFill>
                <a:blip r:embed="rId4"/>
                <a:stretch>
                  <a:fillRect l="-1569" r="-2353"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5A5E74-AEC4-4753-8E80-42B4B21051ED}"/>
                  </a:ext>
                </a:extLst>
              </p:cNvPr>
              <p:cNvSpPr txBox="1"/>
              <p:nvPr/>
            </p:nvSpPr>
            <p:spPr>
              <a:xfrm>
                <a:off x="5674759" y="3246732"/>
                <a:ext cx="1453283" cy="690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5A5E74-AEC4-4753-8E80-42B4B2105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759" y="3246732"/>
                <a:ext cx="1453283" cy="6901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14C939-A89A-4836-AAB5-830F6C697B0D}"/>
                  </a:ext>
                </a:extLst>
              </p:cNvPr>
              <p:cNvSpPr txBox="1"/>
              <p:nvPr/>
            </p:nvSpPr>
            <p:spPr>
              <a:xfrm>
                <a:off x="2069638" y="5255661"/>
                <a:ext cx="210852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+4)=13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14C939-A89A-4836-AAB5-830F6C697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638" y="5255661"/>
                <a:ext cx="2108526" cy="307777"/>
              </a:xfrm>
              <a:prstGeom prst="rect">
                <a:avLst/>
              </a:prstGeom>
              <a:blipFill>
                <a:blip r:embed="rId6"/>
                <a:stretch>
                  <a:fillRect l="-3478" r="-1739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12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60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when there is a zero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factorise a perfect square trinomial?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30BCD-F8F0-464E-A50C-48EFF68BEB30}"/>
              </a:ext>
            </a:extLst>
          </p:cNvPr>
          <p:cNvSpPr txBox="1"/>
          <p:nvPr/>
        </p:nvSpPr>
        <p:spPr>
          <a:xfrm>
            <a:off x="1720312" y="2289018"/>
            <a:ext cx="6739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/>
              <a:t>2) Go back to solving equations – if you do something on one side what do you do on the other side? The same thing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14C939-A89A-4836-AAB5-830F6C697B0D}"/>
                  </a:ext>
                </a:extLst>
              </p:cNvPr>
              <p:cNvSpPr txBox="1"/>
              <p:nvPr/>
            </p:nvSpPr>
            <p:spPr>
              <a:xfrm>
                <a:off x="3287126" y="1385423"/>
                <a:ext cx="210852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+4)=13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14C939-A89A-4836-AAB5-830F6C697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126" y="1385423"/>
                <a:ext cx="2108526" cy="307777"/>
              </a:xfrm>
              <a:prstGeom prst="rect">
                <a:avLst/>
              </a:prstGeom>
              <a:blipFill>
                <a:blip r:embed="rId2"/>
                <a:stretch>
                  <a:fillRect l="-3468" r="-1734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F623B1-E4B2-4FD1-B142-E28710F16C2C}"/>
                  </a:ext>
                </a:extLst>
              </p:cNvPr>
              <p:cNvSpPr txBox="1"/>
              <p:nvPr/>
            </p:nvSpPr>
            <p:spPr>
              <a:xfrm>
                <a:off x="3425007" y="3724606"/>
                <a:ext cx="25493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+4)=13+4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F623B1-E4B2-4FD1-B142-E28710F16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007" y="3724606"/>
                <a:ext cx="2549352" cy="307777"/>
              </a:xfrm>
              <a:prstGeom prst="rect">
                <a:avLst/>
              </a:prstGeom>
              <a:blipFill>
                <a:blip r:embed="rId3"/>
                <a:stretch>
                  <a:fillRect l="-2871" t="-2000" r="-1435" b="-3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AC22CDE-387A-40D1-80C6-AC053B3B56DB}"/>
              </a:ext>
            </a:extLst>
          </p:cNvPr>
          <p:cNvSpPr txBox="1"/>
          <p:nvPr/>
        </p:nvSpPr>
        <p:spPr>
          <a:xfrm>
            <a:off x="1903549" y="4792895"/>
            <a:ext cx="4457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3) Now write the equation as a perfect square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409D71B-90EF-468B-8C04-E96CE7559161}"/>
                  </a:ext>
                </a:extLst>
              </p:cNvPr>
              <p:cNvSpPr txBox="1"/>
              <p:nvPr/>
            </p:nvSpPr>
            <p:spPr>
              <a:xfrm>
                <a:off x="3307674" y="5768850"/>
                <a:ext cx="16149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409D71B-90EF-468B-8C04-E96CE7559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674" y="5768850"/>
                <a:ext cx="1614994" cy="307777"/>
              </a:xfrm>
              <a:prstGeom prst="rect">
                <a:avLst/>
              </a:prstGeom>
              <a:blipFill>
                <a:blip r:embed="rId4"/>
                <a:stretch>
                  <a:fillRect l="-4906" r="-2642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542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60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when there is a zero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factorise a perfect square trinomial?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730BCD-F8F0-464E-A50C-48EFF68BEB30}"/>
                  </a:ext>
                </a:extLst>
              </p:cNvPr>
              <p:cNvSpPr txBox="1"/>
              <p:nvPr/>
            </p:nvSpPr>
            <p:spPr>
              <a:xfrm>
                <a:off x="1997714" y="1180041"/>
                <a:ext cx="67393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r>
                  <a:rPr lang="en-GB" dirty="0"/>
                  <a:t>4) Now that you only have one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you can solve by using inverse operations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730BCD-F8F0-464E-A50C-48EFF68BE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714" y="1180041"/>
                <a:ext cx="6739325" cy="923330"/>
              </a:xfrm>
              <a:prstGeom prst="rect">
                <a:avLst/>
              </a:prstGeom>
              <a:blipFill>
                <a:blip r:embed="rId2"/>
                <a:stretch>
                  <a:fillRect l="-81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AC22CDE-387A-40D1-80C6-AC053B3B56DB}"/>
              </a:ext>
            </a:extLst>
          </p:cNvPr>
          <p:cNvSpPr txBox="1"/>
          <p:nvPr/>
        </p:nvSpPr>
        <p:spPr>
          <a:xfrm>
            <a:off x="2075697" y="3327066"/>
            <a:ext cx="5844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You need to undo the exponent of 2 so square root both sides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409D71B-90EF-468B-8C04-E96CE7559161}"/>
                  </a:ext>
                </a:extLst>
              </p:cNvPr>
              <p:cNvSpPr txBox="1"/>
              <p:nvPr/>
            </p:nvSpPr>
            <p:spPr>
              <a:xfrm>
                <a:off x="4032002" y="2483473"/>
                <a:ext cx="16149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409D71B-90EF-468B-8C04-E96CE7559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002" y="2483473"/>
                <a:ext cx="1614994" cy="307777"/>
              </a:xfrm>
              <a:prstGeom prst="rect">
                <a:avLst/>
              </a:prstGeom>
              <a:blipFill>
                <a:blip r:embed="rId3"/>
                <a:stretch>
                  <a:fillRect l="-4906" r="-3019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78E6C8-600E-4CBE-8BCB-67191B356CD2}"/>
                  </a:ext>
                </a:extLst>
              </p:cNvPr>
              <p:cNvSpPr txBox="1"/>
              <p:nvPr/>
            </p:nvSpPr>
            <p:spPr>
              <a:xfrm>
                <a:off x="4032002" y="4372205"/>
                <a:ext cx="1951625" cy="330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78E6C8-600E-4CBE-8BCB-67191B356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002" y="4372205"/>
                <a:ext cx="1951625" cy="330796"/>
              </a:xfrm>
              <a:prstGeom prst="rect">
                <a:avLst/>
              </a:prstGeom>
              <a:blipFill>
                <a:blip r:embed="rId4"/>
                <a:stretch>
                  <a:fillRect l="-4361" t="-12963" r="-2181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4CAB93-8CF0-47AA-95B3-82BFC470069E}"/>
                  </a:ext>
                </a:extLst>
              </p:cNvPr>
              <p:cNvSpPr txBox="1"/>
              <p:nvPr/>
            </p:nvSpPr>
            <p:spPr>
              <a:xfrm>
                <a:off x="4032001" y="5317202"/>
                <a:ext cx="1644425" cy="330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−2=±√17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4CAB93-8CF0-47AA-95B3-82BFC4700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001" y="5317202"/>
                <a:ext cx="1644425" cy="330796"/>
              </a:xfrm>
              <a:prstGeom prst="rect">
                <a:avLst/>
              </a:prstGeom>
              <a:blipFill>
                <a:blip r:embed="rId5"/>
                <a:stretch>
                  <a:fillRect l="-1111" t="-12727" r="-2963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20ADF0-DCC2-4154-9A26-17BBC9A897CC}"/>
                  </a:ext>
                </a:extLst>
              </p:cNvPr>
              <p:cNvSpPr txBox="1"/>
              <p:nvPr/>
            </p:nvSpPr>
            <p:spPr>
              <a:xfrm>
                <a:off x="4032002" y="6158407"/>
                <a:ext cx="1644425" cy="330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−2=±√17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20ADF0-DCC2-4154-9A26-17BBC9A89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002" y="6158407"/>
                <a:ext cx="1644425" cy="330796"/>
              </a:xfrm>
              <a:prstGeom prst="rect">
                <a:avLst/>
              </a:prstGeom>
              <a:blipFill>
                <a:blip r:embed="rId6"/>
                <a:stretch>
                  <a:fillRect l="-1111" t="-12727" r="-2963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70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60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Solving Quadratics when there is a zero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factorise a perfect square trinomial?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C22CDE-387A-40D1-80C6-AC053B3B56DB}"/>
                  </a:ext>
                </a:extLst>
              </p:cNvPr>
              <p:cNvSpPr txBox="1"/>
              <p:nvPr/>
            </p:nvSpPr>
            <p:spPr>
              <a:xfrm>
                <a:off x="1649885" y="1273833"/>
                <a:ext cx="30532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You now need to get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by itself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C22CDE-387A-40D1-80C6-AC053B3B5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885" y="1273833"/>
                <a:ext cx="3053272" cy="369332"/>
              </a:xfrm>
              <a:prstGeom prst="rect">
                <a:avLst/>
              </a:prstGeom>
              <a:blipFill>
                <a:blip r:embed="rId2"/>
                <a:stretch>
                  <a:fillRect l="-1796" t="-9836" r="-599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20ADF0-DCC2-4154-9A26-17BBC9A897CC}"/>
                  </a:ext>
                </a:extLst>
              </p:cNvPr>
              <p:cNvSpPr txBox="1"/>
              <p:nvPr/>
            </p:nvSpPr>
            <p:spPr>
              <a:xfrm>
                <a:off x="3349452" y="2326146"/>
                <a:ext cx="1644425" cy="330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−2=±√17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20ADF0-DCC2-4154-9A26-17BBC9A89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452" y="2326146"/>
                <a:ext cx="1644425" cy="330796"/>
              </a:xfrm>
              <a:prstGeom prst="rect">
                <a:avLst/>
              </a:prstGeom>
              <a:blipFill>
                <a:blip r:embed="rId3"/>
                <a:stretch>
                  <a:fillRect l="-1111" t="-12963" r="-2963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5435C0-7A61-4E19-A852-2193B29DF1DD}"/>
                  </a:ext>
                </a:extLst>
              </p:cNvPr>
              <p:cNvSpPr txBox="1"/>
              <p:nvPr/>
            </p:nvSpPr>
            <p:spPr>
              <a:xfrm>
                <a:off x="3632648" y="2797832"/>
                <a:ext cx="147174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+2           +2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5435C0-7A61-4E19-A852-2193B29DF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648" y="2797832"/>
                <a:ext cx="1471749" cy="307777"/>
              </a:xfrm>
              <a:prstGeom prst="rect">
                <a:avLst/>
              </a:prstGeom>
              <a:blipFill>
                <a:blip r:embed="rId4"/>
                <a:stretch>
                  <a:fillRect l="-2905" r="-2905"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4323C0-DA1A-4C27-A188-D80B28E51F39}"/>
                  </a:ext>
                </a:extLst>
              </p:cNvPr>
              <p:cNvSpPr txBox="1"/>
              <p:nvPr/>
            </p:nvSpPr>
            <p:spPr>
              <a:xfrm>
                <a:off x="3673746" y="4175314"/>
                <a:ext cx="1452064" cy="330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=2±√17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4323C0-DA1A-4C27-A188-D80B28E51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746" y="4175314"/>
                <a:ext cx="1452064" cy="330796"/>
              </a:xfrm>
              <a:prstGeom prst="rect">
                <a:avLst/>
              </a:prstGeom>
              <a:blipFill>
                <a:blip r:embed="rId5"/>
                <a:stretch>
                  <a:fillRect l="-1681" t="-12963" r="-3361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053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F582-5D8D-41B9-BABB-F89C141F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Lets do another one together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FA325A-DCDA-49D0-AC51-972903CB4C04}"/>
                  </a:ext>
                </a:extLst>
              </p:cNvPr>
              <p:cNvSpPr txBox="1"/>
              <p:nvPr/>
            </p:nvSpPr>
            <p:spPr>
              <a:xfrm>
                <a:off x="2779159" y="2175552"/>
                <a:ext cx="27954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+16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−7=0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FA325A-DCDA-49D0-AC51-972903CB4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159" y="2175552"/>
                <a:ext cx="2795445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44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Word&#10;&#10;Description automatically generated">
            <a:extLst>
              <a:ext uri="{FF2B5EF4-FFF2-40B4-BE49-F238E27FC236}">
                <a16:creationId xmlns:a16="http://schemas.microsoft.com/office/drawing/2014/main" id="{73E0B87B-0C42-461F-AF77-3F32FCC0D1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76" t="17082" r="21000" b="7980"/>
          <a:stretch/>
        </p:blipFill>
        <p:spPr>
          <a:xfrm>
            <a:off x="666973" y="155985"/>
            <a:ext cx="7121563" cy="58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340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Word&#10;&#10;Description automatically generated">
            <a:extLst>
              <a:ext uri="{FF2B5EF4-FFF2-40B4-BE49-F238E27FC236}">
                <a16:creationId xmlns:a16="http://schemas.microsoft.com/office/drawing/2014/main" id="{8EAF19A7-8E5B-456A-9122-EF4A309C11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18" t="16218" r="15353" b="5705"/>
          <a:stretch/>
        </p:blipFill>
        <p:spPr>
          <a:xfrm>
            <a:off x="1118796" y="607806"/>
            <a:ext cx="6814969" cy="535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37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Word&#10;&#10;Description automatically generated">
            <a:extLst>
              <a:ext uri="{FF2B5EF4-FFF2-40B4-BE49-F238E27FC236}">
                <a16:creationId xmlns:a16="http://schemas.microsoft.com/office/drawing/2014/main" id="{83B26F4A-F084-4167-9A70-A73C05CD44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70" t="18337" r="51765" b="41643"/>
          <a:stretch/>
        </p:blipFill>
        <p:spPr>
          <a:xfrm>
            <a:off x="2538804" y="1145689"/>
            <a:ext cx="5169049" cy="410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44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B4704-C711-4317-AFDC-7EDE4088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5B9D6A-1D75-4426-9CE7-71F9BB41E5AF}"/>
                  </a:ext>
                </a:extLst>
              </p:cNvPr>
              <p:cNvSpPr txBox="1"/>
              <p:nvPr/>
            </p:nvSpPr>
            <p:spPr>
              <a:xfrm>
                <a:off x="768096" y="2319391"/>
                <a:ext cx="19319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+32=0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5B9D6A-1D75-4426-9CE7-71F9BB41E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319391"/>
                <a:ext cx="1931939" cy="276999"/>
              </a:xfrm>
              <a:prstGeom prst="rect">
                <a:avLst/>
              </a:prstGeom>
              <a:blipFill>
                <a:blip r:embed="rId2"/>
                <a:stretch>
                  <a:fillRect l="-946" t="-2174" r="-1893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42A3B0-8F09-4C96-AE40-65A28198C3B0}"/>
                  </a:ext>
                </a:extLst>
              </p:cNvPr>
              <p:cNvSpPr txBox="1"/>
              <p:nvPr/>
            </p:nvSpPr>
            <p:spPr>
              <a:xfrm>
                <a:off x="768096" y="3352144"/>
                <a:ext cx="16754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+8=0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42A3B0-8F09-4C96-AE40-65A28198C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3352144"/>
                <a:ext cx="1675459" cy="276999"/>
              </a:xfrm>
              <a:prstGeom prst="rect">
                <a:avLst/>
              </a:prstGeom>
              <a:blipFill>
                <a:blip r:embed="rId3"/>
                <a:stretch>
                  <a:fillRect l="-1455" t="-2222" r="-2182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7396F9-1257-4041-A321-7EDE552D3CDD}"/>
                  </a:ext>
                </a:extLst>
              </p:cNvPr>
              <p:cNvSpPr txBox="1"/>
              <p:nvPr/>
            </p:nvSpPr>
            <p:spPr>
              <a:xfrm>
                <a:off x="812618" y="4436471"/>
                <a:ext cx="18036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−12=0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7396F9-1257-4041-A321-7EDE552D3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18" y="4436471"/>
                <a:ext cx="1803699" cy="276999"/>
              </a:xfrm>
              <a:prstGeom prst="rect">
                <a:avLst/>
              </a:prstGeom>
              <a:blipFill>
                <a:blip r:embed="rId4"/>
                <a:stretch>
                  <a:fillRect l="-1014" t="-2222" r="-2365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6E03B-C04A-4C93-AC67-8FD9BEA2C748}"/>
                  </a:ext>
                </a:extLst>
              </p:cNvPr>
              <p:cNvSpPr txBox="1"/>
              <p:nvPr/>
            </p:nvSpPr>
            <p:spPr>
              <a:xfrm>
                <a:off x="4999337" y="2227125"/>
                <a:ext cx="16754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6E03B-C04A-4C93-AC67-8FD9BEA2C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337" y="2227125"/>
                <a:ext cx="1675459" cy="276999"/>
              </a:xfrm>
              <a:prstGeom prst="rect">
                <a:avLst/>
              </a:prstGeom>
              <a:blipFill>
                <a:blip r:embed="rId5"/>
                <a:stretch>
                  <a:fillRect l="-1455" t="-2174" r="-2545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C8B622-165D-453E-9DD0-5D8D2621BB50}"/>
                  </a:ext>
                </a:extLst>
              </p:cNvPr>
              <p:cNvSpPr txBox="1"/>
              <p:nvPr/>
            </p:nvSpPr>
            <p:spPr>
              <a:xfrm>
                <a:off x="4999336" y="3344640"/>
                <a:ext cx="16754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C8B622-165D-453E-9DD0-5D8D2621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336" y="3344640"/>
                <a:ext cx="1675459" cy="276999"/>
              </a:xfrm>
              <a:prstGeom prst="rect">
                <a:avLst/>
              </a:prstGeom>
              <a:blipFill>
                <a:blip r:embed="rId6"/>
                <a:stretch>
                  <a:fillRect l="-1455" t="-2222" r="-2545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E59EAA-B2BC-4547-91F2-DC194DAB9C5D}"/>
                  </a:ext>
                </a:extLst>
              </p:cNvPr>
              <p:cNvSpPr txBox="1"/>
              <p:nvPr/>
            </p:nvSpPr>
            <p:spPr>
              <a:xfrm>
                <a:off x="4999337" y="4436470"/>
                <a:ext cx="18036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−24=0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E59EAA-B2BC-4547-91F2-DC194DAB9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337" y="4436470"/>
                <a:ext cx="1803699" cy="276999"/>
              </a:xfrm>
              <a:prstGeom prst="rect">
                <a:avLst/>
              </a:prstGeom>
              <a:blipFill>
                <a:blip r:embed="rId7"/>
                <a:stretch>
                  <a:fillRect l="-1014" t="-2222" r="-2365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085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4194</TotalTime>
  <Words>385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Cambria Math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Lets do another one together</vt:lpstr>
      <vt:lpstr>PowerPoint Presentation</vt:lpstr>
      <vt:lpstr>PowerPoint Presentation</vt:lpstr>
      <vt:lpstr>PowerPoint Presentation</vt:lpstr>
      <vt:lpstr>LHS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E4093549</dc:creator>
  <cp:lastModifiedBy>Tony Nguyen</cp:lastModifiedBy>
  <cp:revision>38</cp:revision>
  <cp:lastPrinted>2021-08-27T03:16:37Z</cp:lastPrinted>
  <dcterms:created xsi:type="dcterms:W3CDTF">2017-03-26T12:36:47Z</dcterms:created>
  <dcterms:modified xsi:type="dcterms:W3CDTF">2021-08-30T13:15:47Z</dcterms:modified>
</cp:coreProperties>
</file>