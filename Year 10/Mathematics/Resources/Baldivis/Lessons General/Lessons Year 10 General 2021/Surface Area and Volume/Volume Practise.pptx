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E103C-8084-48CF-AB2A-9C343C5A31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Volume of Prisms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811A7-5C9C-4EA5-8701-08ECA585D4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9241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62AD-708E-4DC7-B703-DF1CA26C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 It Now: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188C1-D2EC-45EB-8540-D9341D679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72812"/>
            <a:ext cx="9601200" cy="4394588"/>
          </a:xfrm>
        </p:spPr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51A76A-FBEB-432E-89C2-BA9D8887C8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70" t="30026" r="16310" b="56857"/>
          <a:stretch/>
        </p:blipFill>
        <p:spPr>
          <a:xfrm>
            <a:off x="471676" y="1327102"/>
            <a:ext cx="11703390" cy="15408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9345EC-6AD3-476F-BBFC-477AD4D266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828" t="53842" r="13178" b="33334"/>
          <a:stretch/>
        </p:blipFill>
        <p:spPr>
          <a:xfrm>
            <a:off x="471677" y="2867972"/>
            <a:ext cx="11703390" cy="145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53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6BB0-4FCA-4C54-AF33-721EC9ABA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Introduction to Volume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FE524-8D7A-49FE-840B-761B0AB5E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Learning Intentions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1316E-AED3-47D1-A742-B4E6FB6C5F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AU" dirty="0"/>
              <a:t>By the end of this lesson, students will be able to:</a:t>
            </a:r>
          </a:p>
          <a:p>
            <a:pPr lvl="1"/>
            <a:r>
              <a:rPr lang="en-AU" dirty="0"/>
              <a:t>Use 3-Dimensional Measurements and convert between them fluently</a:t>
            </a:r>
          </a:p>
          <a:p>
            <a:pPr lvl="1"/>
            <a:r>
              <a:rPr lang="en-AU" dirty="0"/>
              <a:t>Determine the volume of prisms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B754-4CD5-4DEA-9A0A-89C8AFB9B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B79241-AB12-4FE2-84FF-24C35264DEC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AU" dirty="0"/>
              <a:t>I will know that I have been successful if I can:</a:t>
            </a:r>
          </a:p>
          <a:p>
            <a:pPr lvl="1"/>
            <a:r>
              <a:rPr lang="en-AU" dirty="0"/>
              <a:t>Identify a strategy to convert units appropriately</a:t>
            </a:r>
          </a:p>
          <a:p>
            <a:pPr lvl="1"/>
            <a:r>
              <a:rPr lang="en-AU" dirty="0"/>
              <a:t>State the formula for the volume of prisms</a:t>
            </a:r>
          </a:p>
        </p:txBody>
      </p:sp>
    </p:spTree>
    <p:extLst>
      <p:ext uri="{BB962C8B-B14F-4D97-AF65-F5344CB8AC3E}">
        <p14:creationId xmlns:p14="http://schemas.microsoft.com/office/powerpoint/2010/main" val="195043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281C1-0156-4502-8BB8-0A555F97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7F0B8-9398-45BF-B887-1B003C3B1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43A87-E0E6-49A3-B3A9-54BE07B58F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47" t="18642" r="23086" b="50000"/>
          <a:stretch/>
        </p:blipFill>
        <p:spPr>
          <a:xfrm>
            <a:off x="897466" y="353482"/>
            <a:ext cx="10984063" cy="477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03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A75EF7-31BA-4EC9-A014-351B0F481B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741" t="30617" r="35761" b="52346"/>
          <a:stretch/>
        </p:blipFill>
        <p:spPr>
          <a:xfrm>
            <a:off x="745067" y="135467"/>
            <a:ext cx="5443570" cy="18457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6A2ECB-FA9E-4443-88A6-2EF4DB7D30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82" t="52469" r="22016" b="20617"/>
          <a:stretch/>
        </p:blipFill>
        <p:spPr>
          <a:xfrm>
            <a:off x="1557866" y="1981200"/>
            <a:ext cx="9719583" cy="364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10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2F60-F959-48FA-84A0-74F00106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VOLUME: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8E8E2-41B4-44DE-A471-8061DDF25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9333"/>
            <a:ext cx="9601200" cy="4428067"/>
          </a:xfrm>
        </p:spPr>
        <p:txBody>
          <a:bodyPr/>
          <a:lstStyle/>
          <a:p>
            <a:r>
              <a:rPr lang="en-AU" dirty="0"/>
              <a:t>Volume is how much space a 3-dimensional solid occupies. </a:t>
            </a:r>
          </a:p>
          <a:p>
            <a:r>
              <a:rPr lang="en-AU" dirty="0"/>
              <a:t>It is different to capacity, which is how much a 3-dimensional solid can hold inside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EC2D7A-423E-4613-A4AC-214A46E235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35" t="24321" r="23909" b="61234"/>
          <a:stretch/>
        </p:blipFill>
        <p:spPr>
          <a:xfrm>
            <a:off x="1371600" y="2436281"/>
            <a:ext cx="10168467" cy="211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26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A8B897-A879-4E98-B3F7-27A8E5B840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73" t="42593" r="26214" b="40000"/>
          <a:stretch/>
        </p:blipFill>
        <p:spPr>
          <a:xfrm>
            <a:off x="1041400" y="3161243"/>
            <a:ext cx="10812248" cy="2597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60D15C-F91C-416A-BF49-E173E031F4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296" t="22346" r="51666" b="50000"/>
          <a:stretch/>
        </p:blipFill>
        <p:spPr>
          <a:xfrm>
            <a:off x="1143000" y="158101"/>
            <a:ext cx="3589866" cy="300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224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ECDF86-65EA-4D68-98DA-861FA9E20C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68" t="43333" r="28107" b="34321"/>
          <a:stretch/>
        </p:blipFill>
        <p:spPr>
          <a:xfrm>
            <a:off x="1666976" y="118533"/>
            <a:ext cx="9010448" cy="2836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92CD31-644E-40B8-901A-5D79E0A584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646" t="18765" r="26955" b="54568"/>
          <a:stretch/>
        </p:blipFill>
        <p:spPr>
          <a:xfrm>
            <a:off x="3920067" y="3069166"/>
            <a:ext cx="4351866" cy="361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53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4350A-D99E-4696-9982-39DCBA23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56479-58DB-445D-9B30-2B3664F70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0E45C8-4332-4E43-8047-DDE463A7A5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282" t="22736" r="29680" b="50444"/>
          <a:stretch/>
        </p:blipFill>
        <p:spPr>
          <a:xfrm>
            <a:off x="728134" y="16933"/>
            <a:ext cx="3589866" cy="29125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42CA01-961D-4B0F-8E11-4D4FD1FAE2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823" t="41420" r="32716" b="40741"/>
          <a:stretch/>
        </p:blipFill>
        <p:spPr>
          <a:xfrm>
            <a:off x="4318000" y="-1"/>
            <a:ext cx="7735077" cy="2523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801C79-4A8F-4F7E-87ED-845E5CAF09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082" t="44382" r="23580" b="17038"/>
          <a:stretch/>
        </p:blipFill>
        <p:spPr>
          <a:xfrm>
            <a:off x="3285067" y="2946401"/>
            <a:ext cx="7349066" cy="407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26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12CCC-C21B-46AD-B4D9-0B3AACBB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78541-4F77-4FFD-B530-A0D75CF22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AB71EF-629D-4D5A-B486-30AED539E5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55" t="56296" r="26132" b="11096"/>
          <a:stretch/>
        </p:blipFill>
        <p:spPr>
          <a:xfrm>
            <a:off x="1371600" y="770466"/>
            <a:ext cx="9939867" cy="460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94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A9BAD-8B17-4D67-B1C4-4BFF2DA0E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EC8C8-64CF-4E32-AAAC-3F70480F7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334E7-A04A-4232-83F3-A921DAFB2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82" t="21852" r="26132" b="56482"/>
          <a:stretch/>
        </p:blipFill>
        <p:spPr>
          <a:xfrm>
            <a:off x="1016001" y="0"/>
            <a:ext cx="10312398" cy="34019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717A32-D1A2-4FE9-99CE-A4CE2A35EA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649" t="40494" r="23993" b="33704"/>
          <a:stretch/>
        </p:blipFill>
        <p:spPr>
          <a:xfrm>
            <a:off x="1016001" y="3401929"/>
            <a:ext cx="10312398" cy="345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15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6DAC-023A-4F15-838D-53C993E10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C84DE-9073-43D6-A522-F0058445A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8AACFA-867A-4BA4-9F11-7F5AB42233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56" t="41358" r="24156" b="10000"/>
          <a:stretch/>
        </p:blipFill>
        <p:spPr>
          <a:xfrm>
            <a:off x="1092199" y="93132"/>
            <a:ext cx="10532533" cy="660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800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E1943-711F-4973-A53D-608203299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Solutions: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ECB413-46F5-42C2-A289-EF36D80078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741" t="22716" r="23827" b="56764"/>
          <a:stretch/>
        </p:blipFill>
        <p:spPr>
          <a:xfrm>
            <a:off x="2302933" y="1540934"/>
            <a:ext cx="8263467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99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80D0E-337D-42DF-8B77-6ABC5C18C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87184-250F-4E4B-82F0-96A1787482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F2D2A-CCEB-48BF-9BE8-F712D93BE9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194902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4A2318"/>
      </a:dk2>
      <a:lt2>
        <a:srgbClr val="EDECEB"/>
      </a:lt2>
      <a:accent1>
        <a:srgbClr val="F3C82E"/>
      </a:accent1>
      <a:accent2>
        <a:srgbClr val="A26176"/>
      </a:accent2>
      <a:accent3>
        <a:srgbClr val="74A94E"/>
      </a:accent3>
      <a:accent4>
        <a:srgbClr val="188E8D"/>
      </a:accent4>
      <a:accent5>
        <a:srgbClr val="EE913A"/>
      </a:accent5>
      <a:accent6>
        <a:srgbClr val="DF5D4A"/>
      </a:accent6>
      <a:hlink>
        <a:srgbClr val="188E8D"/>
      </a:hlink>
      <a:folHlink>
        <a:srgbClr val="A26176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D7AA1D6E-F3E9-4763-A3BC-84DF2E02F6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19</TotalTime>
  <Words>102</Words>
  <Application>Microsoft Office PowerPoint</Application>
  <PresentationFormat>Widescreen</PresentationFormat>
  <Paragraphs>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Franklin Gothic Book</vt:lpstr>
      <vt:lpstr>Crop</vt:lpstr>
      <vt:lpstr>Volume of Prisms</vt:lpstr>
      <vt:lpstr>Do It Now:</vt:lpstr>
      <vt:lpstr>Introduction to Volume</vt:lpstr>
      <vt:lpstr>Information</vt:lpstr>
      <vt:lpstr>PowerPoint Presentation</vt:lpstr>
      <vt:lpstr>VOLUME: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Solutions:</vt:lpstr>
      <vt:lpstr>Homework: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NGUYEN Tony [Baldivis Secondary College]</dc:creator>
  <cp:lastModifiedBy>Tony Nguyen</cp:lastModifiedBy>
  <cp:revision>3</cp:revision>
  <dcterms:created xsi:type="dcterms:W3CDTF">2020-02-08T04:51:04Z</dcterms:created>
  <dcterms:modified xsi:type="dcterms:W3CDTF">2021-05-25T23:53:13Z</dcterms:modified>
</cp:coreProperties>
</file>