
<file path=[Content_Types].xml><?xml version="1.0" encoding="utf-8"?>
<Types xmlns="http://schemas.openxmlformats.org/package/2006/content-types"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60" r:id="rId1"/>
  </p:sldMasterIdLst>
  <p:sldIdLst>
    <p:sldId id="256" r:id="rId2"/>
    <p:sldId id="258" r:id="rId3"/>
    <p:sldId id="260" r:id="rId4"/>
    <p:sldId id="270" r:id="rId5"/>
    <p:sldId id="261" r:id="rId6"/>
    <p:sldId id="269" r:id="rId7"/>
    <p:sldId id="263" r:id="rId8"/>
    <p:sldId id="271" r:id="rId9"/>
    <p:sldId id="267" r:id="rId10"/>
    <p:sldId id="265" r:id="rId11"/>
    <p:sldId id="268" r:id="rId12"/>
    <p:sldId id="26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000" autoAdjust="0"/>
    <p:restoredTop sz="94660"/>
  </p:normalViewPr>
  <p:slideViewPr>
    <p:cSldViewPr snapToGrid="0">
      <p:cViewPr varScale="1">
        <p:scale>
          <a:sx n="85" d="100"/>
          <a:sy n="85" d="100"/>
        </p:scale>
        <p:origin x="48" y="22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C8883-BEFD-4F6D-83EC-295F5EFC0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A7EC75-4A8C-4B7E-97AC-77BAB7FA0F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67C939-7EF4-4D41-B400-F2F2C338C5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63FDEC-4E08-4745-B2E3-CB4F0E205C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A94F4-4E97-4903-86CC-382AD3BFA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707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B4250D-717A-404F-8C6C-38C8D193E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3D2E12-57C0-42DA-A287-057548AF20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99D3EB-30E1-4D3B-AC7D-6B6FEB4B15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FA7A06-38AF-4926-BE7D-76FAD1CA3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CD1B1F-76D8-4AC6-B287-B0B9FB127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38630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BC60B5-4B66-48F3-985E-35FEDDBB30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E0B4B8-8AAE-4F51-A45D-BD8449B803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16C63-FB40-4AFD-B377-CCB2C5CA25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680052-BCFA-408C-B596-F316C12A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082071-7068-4F31-A29C-10A99A2AC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042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3E59D-016D-49C6-BE62-FB1FFDAB8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789E4B-A350-41CC-AE6F-41B36A88D8A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A410D3-DCF3-4C12-B788-2FC779D795B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449265-9C0D-4B44-B657-37B1C63B6A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0ADA9-D7F0-4909-A9F0-728445F355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E229A-386A-46AC-83C4-E5D7DC26A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9991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35EA7-54E4-40B5-B15A-84BBF8649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8C86D3-E3CC-4649-9661-7B93CD7CC1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BDC95F-DFD4-42CB-80AF-F68BE5AE1E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5B0011-932B-40CE-886E-C69B6C3771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1C9476-9EE7-4F99-9308-2CC05BD967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27567C-06F4-4A0E-8093-FBA16E6FE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D0456EE-406A-4E4F-8D1A-D8291762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260659-0F68-4C09-AA59-61D260F27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40155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F46D5-3E0F-4E4F-9FE3-D81432E21E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4DCF8D-B1F0-4437-8EE6-239D40A43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BAC111E-4074-4932-B8D2-556064A16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B0CDB-458E-4CC4-9D0A-DA50C06B28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87715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DC7C0FF-EF15-4DA6-8D22-5EEB15540B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F4EDE9B-02B9-4FD7-B1FB-160A31A08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699AA2-FB3D-48D4-B3EA-374829B81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96520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FEFCD-95BC-4B40-ABD1-EA7FDC0671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B12B95-CA90-4A6F-87D5-97B864713A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E98837-EE70-4DDE-A8D0-86D2105C36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B598E1-88F6-42B0-B2F7-3C821EAAEF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2D2049-CDE5-4040-AF89-A77C0A2A3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8A7E52-A6F6-4FEB-882A-F6F3CCC07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99884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16C4B5-D212-4D21-A4C6-811349094A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4E090D4-0224-4991-A26A-DCF088A58F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01A6373-BFAE-4F2B-94DA-73E727050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5DCDE5-F891-42BD-96E7-7AF878ECE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A6F2D0-AA47-4CCB-8BC3-1FFBB4FA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B8933-FE4F-482C-8FAA-9B61E9FAC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93268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D58098-58C8-4B8E-B666-A4A4AE4D1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1F87DE-AA9F-4831-8957-D54E67BE1C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D02DA-4F82-4462-B7F8-6AEEF5836B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E5B4F8-2CF1-4B23-B091-8AE2C4728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215983-0C93-4CF4-9AA7-334D976FE0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0865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5D39158-9A4D-4235-9674-564EDF077C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AB278B-B2A9-4E9C-9671-04750DCB6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A49F63-13FD-44B2-A99C-65CBBECEDD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smtClean="0"/>
              <a:t>5/23/2021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75E633-AA87-4CBB-9CDE-39F44AFEA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06E907-DA4A-4216-97EE-87C77D839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8351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B36888-3455-4FEB-905C-B9A309C714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E56F58-1126-4420-B0AE-0A32278E2D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C3952-0D67-4D4D-95BC-B9220DB9CE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DE6118-2437-4B30-8E3C-4D2BE6020583}" type="datetimeFigureOut">
              <a:rPr lang="en-US" smtClean="0"/>
              <a:pPr/>
              <a:t>5/23/2021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2BB206-D65A-4FA2-9F7B-41CDBE8AB4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F23AE9-AA71-4A73-B12A-ABB4CB19C03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E57DC2-970A-4B3E-BB1C-7A09969E49D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4005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6.jpe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1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9.png"/><Relationship Id="rId5" Type="http://schemas.openxmlformats.org/officeDocument/2006/relationships/image" Target="../media/image8.gif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7" Type="http://schemas.openxmlformats.org/officeDocument/2006/relationships/image" Target="../media/image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32CB8-2281-43BC-B9FB-DC36E4EE23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Year 9 Mathematics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8AA12EA-0F2F-43D8-8B76-C9C15E86ED5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Review of Perimeter and Area</a:t>
            </a:r>
          </a:p>
        </p:txBody>
      </p:sp>
    </p:spTree>
    <p:extLst>
      <p:ext uri="{BB962C8B-B14F-4D97-AF65-F5344CB8AC3E}">
        <p14:creationId xmlns:p14="http://schemas.microsoft.com/office/powerpoint/2010/main" val="29846670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53C5BE5-59C2-4DB8-9B58-8787C303CE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Review of Perimeter and Area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0CC659CD-5C92-4929-A261-21E183F2A8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Learning Intentions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FA18E38-61C4-421D-B2CD-0FA85889B85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AU" dirty="0"/>
              <a:t>By the end of this lesson, students will be able to:</a:t>
            </a:r>
          </a:p>
          <a:p>
            <a:pPr lvl="1"/>
            <a:r>
              <a:rPr lang="en-AU" dirty="0"/>
              <a:t>Recall facts about converting measurements</a:t>
            </a:r>
          </a:p>
          <a:p>
            <a:pPr lvl="1"/>
            <a:r>
              <a:rPr lang="en-AU" dirty="0"/>
              <a:t>Define perimeter and area</a:t>
            </a:r>
          </a:p>
          <a:p>
            <a:pPr lvl="1"/>
            <a:r>
              <a:rPr lang="en-AU" dirty="0"/>
              <a:t>Sketch a range of shapes accurately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18A67E6-D8DE-40B7-85A8-0EB63A7925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AU" dirty="0"/>
              <a:t>Success Criteria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3A9B5B0-AB9F-45FE-9C2E-EB9512145E2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AU" dirty="0"/>
              <a:t>I will know that I have been successful if I can:</a:t>
            </a:r>
          </a:p>
          <a:p>
            <a:pPr lvl="1"/>
            <a:r>
              <a:rPr lang="en-AU" dirty="0"/>
              <a:t>Participate fully in the lesson in a mature and respectful</a:t>
            </a:r>
          </a:p>
          <a:p>
            <a:pPr lvl="1"/>
            <a:r>
              <a:rPr lang="en-AU" dirty="0"/>
              <a:t>Identify areas of understanding and prioritize revision of past topics.</a:t>
            </a:r>
          </a:p>
        </p:txBody>
      </p:sp>
    </p:spTree>
    <p:extLst>
      <p:ext uri="{BB962C8B-B14F-4D97-AF65-F5344CB8AC3E}">
        <p14:creationId xmlns:p14="http://schemas.microsoft.com/office/powerpoint/2010/main" val="3688690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2B4026-84CD-4E55-9046-C32FF3331D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57198" y="1234658"/>
            <a:ext cx="3930412" cy="823912"/>
          </a:xfrm>
        </p:spPr>
        <p:txBody>
          <a:bodyPr/>
          <a:lstStyle/>
          <a:p>
            <a:r>
              <a:rPr lang="en-AU" dirty="0"/>
              <a:t>cm and mm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7BA3B2-1372-47E2-8779-175D747CFB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57198" y="2160285"/>
            <a:ext cx="3513427" cy="3410386"/>
          </a:xfrm>
        </p:spPr>
        <p:txBody>
          <a:bodyPr>
            <a:normAutofit/>
          </a:bodyPr>
          <a:lstStyle/>
          <a:p>
            <a:r>
              <a:rPr lang="en-AU" sz="1800" dirty="0"/>
              <a:t>Linear (Straight line) measurements have 1 direction. They are a direct conversion.</a:t>
            </a:r>
          </a:p>
          <a:p>
            <a:r>
              <a:rPr lang="en-AU" sz="1800" dirty="0"/>
              <a:t>1mm is 10 times smaller than 1cm, so you need 10 times more mm to make the same length.</a:t>
            </a:r>
          </a:p>
          <a:p>
            <a:r>
              <a:rPr lang="en-AU" sz="1800" dirty="0"/>
              <a:t>1cm is 10 times larger than 1mm, so you need 10 times fewer cm to make the same length.</a:t>
            </a:r>
          </a:p>
        </p:txBody>
      </p:sp>
      <p:pic>
        <p:nvPicPr>
          <p:cNvPr id="2052" name="Picture 4" descr="Image result for cm to mm&quot;">
            <a:extLst>
              <a:ext uri="{FF2B5EF4-FFF2-40B4-BE49-F238E27FC236}">
                <a16:creationId xmlns:a16="http://schemas.microsoft.com/office/drawing/2014/main" id="{77895517-174E-4271-B297-99879DF4A17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336"/>
          <a:stretch/>
        </p:blipFill>
        <p:spPr bwMode="auto">
          <a:xfrm>
            <a:off x="6916447" y="1958052"/>
            <a:ext cx="5033875" cy="29581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647AEA-21DE-4775-9C5B-703A2B1FE2EE}"/>
              </a:ext>
            </a:extLst>
          </p:cNvPr>
          <p:cNvCxnSpPr/>
          <p:nvPr/>
        </p:nvCxnSpPr>
        <p:spPr>
          <a:xfrm>
            <a:off x="0" y="762934"/>
            <a:ext cx="1210598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F4647E-7B54-4D26-8167-4130BCEF0A82}"/>
              </a:ext>
            </a:extLst>
          </p:cNvPr>
          <p:cNvCxnSpPr/>
          <p:nvPr/>
        </p:nvCxnSpPr>
        <p:spPr>
          <a:xfrm>
            <a:off x="-1" y="1317458"/>
            <a:ext cx="1210598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E60888-D645-4D2A-B6DA-66B4667A1F6B}"/>
              </a:ext>
            </a:extLst>
          </p:cNvPr>
          <p:cNvCxnSpPr>
            <a:cxnSpLocks/>
          </p:cNvCxnSpPr>
          <p:nvPr/>
        </p:nvCxnSpPr>
        <p:spPr>
          <a:xfrm>
            <a:off x="2309560" y="1317458"/>
            <a:ext cx="0" cy="554054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E987C21-3E95-4F08-A975-2F2791C4F7BA}"/>
              </a:ext>
            </a:extLst>
          </p:cNvPr>
          <p:cNvSpPr txBox="1"/>
          <p:nvPr/>
        </p:nvSpPr>
        <p:spPr>
          <a:xfrm>
            <a:off x="86017" y="24270"/>
            <a:ext cx="3674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400" dirty="0"/>
              <a:t>24</a:t>
            </a:r>
          </a:p>
          <a:p>
            <a:r>
              <a:rPr lang="en-GB" sz="1400" dirty="0"/>
              <a:t>7</a:t>
            </a:r>
          </a:p>
          <a:p>
            <a:r>
              <a:rPr lang="en-GB" sz="1400" dirty="0"/>
              <a:t>30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46366D6-1170-43BD-9812-6BF50FD3E65E}"/>
              </a:ext>
            </a:extLst>
          </p:cNvPr>
          <p:cNvSpPr txBox="1">
            <a:spLocks/>
          </p:cNvSpPr>
          <p:nvPr/>
        </p:nvSpPr>
        <p:spPr>
          <a:xfrm>
            <a:off x="588280" y="-1061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400" dirty="0"/>
              <a:t>Topic: Revision of Perimeter and Area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CFE34D8-A75C-4EA0-92D0-4CA89D4EED50}"/>
              </a:ext>
            </a:extLst>
          </p:cNvPr>
          <p:cNvSpPr txBox="1">
            <a:spLocks/>
          </p:cNvSpPr>
          <p:nvPr/>
        </p:nvSpPr>
        <p:spPr>
          <a:xfrm>
            <a:off x="86017" y="418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2400" dirty="0"/>
              <a:t>EQ: How do I find the perimeter and area of 2D shapes?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CA431A6-EA64-4F25-B976-05F558B16FCC}"/>
              </a:ext>
            </a:extLst>
          </p:cNvPr>
          <p:cNvSpPr txBox="1">
            <a:spLocks/>
          </p:cNvSpPr>
          <p:nvPr/>
        </p:nvSpPr>
        <p:spPr>
          <a:xfrm>
            <a:off x="86017" y="12873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AU" sz="1800" dirty="0"/>
              <a:t>What are units?</a:t>
            </a:r>
          </a:p>
        </p:txBody>
      </p:sp>
    </p:spTree>
    <p:extLst>
      <p:ext uri="{BB962C8B-B14F-4D97-AF65-F5344CB8AC3E}">
        <p14:creationId xmlns:p14="http://schemas.microsoft.com/office/powerpoint/2010/main" val="4711719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647AEA-21DE-4775-9C5B-703A2B1FE2EE}"/>
              </a:ext>
            </a:extLst>
          </p:cNvPr>
          <p:cNvCxnSpPr/>
          <p:nvPr/>
        </p:nvCxnSpPr>
        <p:spPr>
          <a:xfrm>
            <a:off x="0" y="762934"/>
            <a:ext cx="1210598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F4647E-7B54-4D26-8167-4130BCEF0A82}"/>
              </a:ext>
            </a:extLst>
          </p:cNvPr>
          <p:cNvCxnSpPr/>
          <p:nvPr/>
        </p:nvCxnSpPr>
        <p:spPr>
          <a:xfrm>
            <a:off x="-1" y="1317458"/>
            <a:ext cx="1210598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E60888-D645-4D2A-B6DA-66B4667A1F6B}"/>
              </a:ext>
            </a:extLst>
          </p:cNvPr>
          <p:cNvCxnSpPr>
            <a:cxnSpLocks/>
          </p:cNvCxnSpPr>
          <p:nvPr/>
        </p:nvCxnSpPr>
        <p:spPr>
          <a:xfrm>
            <a:off x="2309560" y="1317458"/>
            <a:ext cx="0" cy="554054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E987C21-3E95-4F08-A975-2F2791C4F7BA}"/>
              </a:ext>
            </a:extLst>
          </p:cNvPr>
          <p:cNvSpPr txBox="1"/>
          <p:nvPr/>
        </p:nvSpPr>
        <p:spPr>
          <a:xfrm>
            <a:off x="86017" y="24270"/>
            <a:ext cx="3674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46366D6-1170-43BD-9812-6BF50FD3E65E}"/>
              </a:ext>
            </a:extLst>
          </p:cNvPr>
          <p:cNvSpPr txBox="1">
            <a:spLocks/>
          </p:cNvSpPr>
          <p:nvPr/>
        </p:nvSpPr>
        <p:spPr>
          <a:xfrm>
            <a:off x="588280" y="-1061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Topic: Revision of Perimeter and Area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CFE34D8-A75C-4EA0-92D0-4CA89D4EED50}"/>
              </a:ext>
            </a:extLst>
          </p:cNvPr>
          <p:cNvSpPr txBox="1">
            <a:spLocks/>
          </p:cNvSpPr>
          <p:nvPr/>
        </p:nvSpPr>
        <p:spPr>
          <a:xfrm>
            <a:off x="86017" y="418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EQ: How do I find the perimeter and area of 2D shapes?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CA431A6-EA64-4F25-B976-05F558B16FCC}"/>
              </a:ext>
            </a:extLst>
          </p:cNvPr>
          <p:cNvSpPr txBox="1">
            <a:spLocks/>
          </p:cNvSpPr>
          <p:nvPr/>
        </p:nvSpPr>
        <p:spPr>
          <a:xfrm>
            <a:off x="86017" y="1287329"/>
            <a:ext cx="19727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How do I convert units of length?</a:t>
            </a:r>
          </a:p>
        </p:txBody>
      </p:sp>
      <p:pic>
        <p:nvPicPr>
          <p:cNvPr id="3" name="Picture 2" descr="Diagram&#10;&#10;Description automatically generated">
            <a:extLst>
              <a:ext uri="{FF2B5EF4-FFF2-40B4-BE49-F238E27FC236}">
                <a16:creationId xmlns:a16="http://schemas.microsoft.com/office/drawing/2014/main" id="{EDCD0E55-EDA3-4203-B6AE-14B11B2B59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7374" y="1841853"/>
            <a:ext cx="6541619" cy="4002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159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D5F8CA-3479-48BA-A6C4-31A36B8C3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Conversion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523DD7-A466-4EED-B265-3758EE1509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22446" y="1642849"/>
            <a:ext cx="4443984" cy="823912"/>
          </a:xfrm>
        </p:spPr>
        <p:txBody>
          <a:bodyPr/>
          <a:lstStyle/>
          <a:p>
            <a:r>
              <a:rPr lang="en-AU" dirty="0"/>
              <a:t>Match the equal measurements</a:t>
            </a:r>
          </a:p>
        </p:txBody>
      </p:sp>
      <p:pic>
        <p:nvPicPr>
          <p:cNvPr id="7" name="10 Minute Countdown Timer - Simple Format Ten Minute (1)">
            <a:hlinkClick r:id="" action="ppaction://media"/>
            <a:extLst>
              <a:ext uri="{FF2B5EF4-FFF2-40B4-BE49-F238E27FC236}">
                <a16:creationId xmlns:a16="http://schemas.microsoft.com/office/drawing/2014/main" id="{C5FC881A-6BD2-4F36-AF14-58253A96904C}"/>
              </a:ext>
            </a:extLst>
          </p:cNvPr>
          <p:cNvPicPr>
            <a:picLocks noGrp="1" noChangeAspect="1"/>
          </p:cNvPicPr>
          <p:nvPr>
            <p:ph sz="half" idx="2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4711700" y="1762125"/>
            <a:ext cx="1733550" cy="1300163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49ECC96-6E71-492A-9ADE-4B125B5E5B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39120" y="516636"/>
            <a:ext cx="4957337" cy="823912"/>
          </a:xfrm>
        </p:spPr>
        <p:txBody>
          <a:bodyPr/>
          <a:lstStyle/>
          <a:p>
            <a:r>
              <a:rPr lang="en-AU" dirty="0"/>
              <a:t>Copy and complete this table</a:t>
            </a:r>
          </a:p>
        </p:txBody>
      </p:sp>
      <p:pic>
        <p:nvPicPr>
          <p:cNvPr id="3074" name="Picture 2" descr="Image result for cm to mm&quot;">
            <a:extLst>
              <a:ext uri="{FF2B5EF4-FFF2-40B4-BE49-F238E27FC236}">
                <a16:creationId xmlns:a16="http://schemas.microsoft.com/office/drawing/2014/main" id="{EC308305-6CCB-4703-B4AF-1DBA7D67B2D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6" t="17426" r="12473" b="9731"/>
          <a:stretch/>
        </p:blipFill>
        <p:spPr bwMode="auto">
          <a:xfrm>
            <a:off x="7160009" y="1312417"/>
            <a:ext cx="4362666" cy="5489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Image result for cm to mm&quot;">
            <a:extLst>
              <a:ext uri="{FF2B5EF4-FFF2-40B4-BE49-F238E27FC236}">
                <a16:creationId xmlns:a16="http://schemas.microsoft.com/office/drawing/2014/main" id="{5C94F19D-6431-497E-800A-002EDF5CF5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700" b="14275"/>
          <a:stretch/>
        </p:blipFill>
        <p:spPr bwMode="auto">
          <a:xfrm>
            <a:off x="805899" y="2411897"/>
            <a:ext cx="3362325" cy="36207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Image result for length conversions&quot;">
            <a:extLst>
              <a:ext uri="{FF2B5EF4-FFF2-40B4-BE49-F238E27FC236}">
                <a16:creationId xmlns:a16="http://schemas.microsoft.com/office/drawing/2014/main" id="{D662DBFE-4603-4BC5-B307-21B0F52F519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585" t="17004" r="7835" b="58757"/>
          <a:stretch/>
        </p:blipFill>
        <p:spPr bwMode="auto">
          <a:xfrm>
            <a:off x="3301517" y="5970492"/>
            <a:ext cx="3729825" cy="831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186860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114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647AEA-21DE-4775-9C5B-703A2B1FE2EE}"/>
              </a:ext>
            </a:extLst>
          </p:cNvPr>
          <p:cNvCxnSpPr/>
          <p:nvPr/>
        </p:nvCxnSpPr>
        <p:spPr>
          <a:xfrm>
            <a:off x="0" y="762934"/>
            <a:ext cx="1210598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F4647E-7B54-4D26-8167-4130BCEF0A82}"/>
              </a:ext>
            </a:extLst>
          </p:cNvPr>
          <p:cNvCxnSpPr/>
          <p:nvPr/>
        </p:nvCxnSpPr>
        <p:spPr>
          <a:xfrm>
            <a:off x="-1" y="1317458"/>
            <a:ext cx="1210598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E60888-D645-4D2A-B6DA-66B4667A1F6B}"/>
              </a:ext>
            </a:extLst>
          </p:cNvPr>
          <p:cNvCxnSpPr>
            <a:cxnSpLocks/>
          </p:cNvCxnSpPr>
          <p:nvPr/>
        </p:nvCxnSpPr>
        <p:spPr>
          <a:xfrm>
            <a:off x="2309560" y="1317458"/>
            <a:ext cx="0" cy="554054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E987C21-3E95-4F08-A975-2F2791C4F7BA}"/>
              </a:ext>
            </a:extLst>
          </p:cNvPr>
          <p:cNvSpPr txBox="1"/>
          <p:nvPr/>
        </p:nvSpPr>
        <p:spPr>
          <a:xfrm>
            <a:off x="86017" y="24270"/>
            <a:ext cx="3674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46366D6-1170-43BD-9812-6BF50FD3E65E}"/>
              </a:ext>
            </a:extLst>
          </p:cNvPr>
          <p:cNvSpPr txBox="1">
            <a:spLocks/>
          </p:cNvSpPr>
          <p:nvPr/>
        </p:nvSpPr>
        <p:spPr>
          <a:xfrm>
            <a:off x="588280" y="-1061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Topic: Revision of Perimeter and Area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CFE34D8-A75C-4EA0-92D0-4CA89D4EED50}"/>
              </a:ext>
            </a:extLst>
          </p:cNvPr>
          <p:cNvSpPr txBox="1">
            <a:spLocks/>
          </p:cNvSpPr>
          <p:nvPr/>
        </p:nvSpPr>
        <p:spPr>
          <a:xfrm>
            <a:off x="86017" y="418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EQ: How do I find the perimeter and area of 2D shapes?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CA431A6-EA64-4F25-B976-05F558B16FCC}"/>
              </a:ext>
            </a:extLst>
          </p:cNvPr>
          <p:cNvSpPr txBox="1">
            <a:spLocks/>
          </p:cNvSpPr>
          <p:nvPr/>
        </p:nvSpPr>
        <p:spPr>
          <a:xfrm>
            <a:off x="86017" y="12873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What is Perimeter?</a:t>
            </a:r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AC23093C-1A6F-4C49-A1CC-B126718EFA2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391011" y="1773911"/>
            <a:ext cx="9653261" cy="3611118"/>
          </a:xfrm>
        </p:spPr>
        <p:txBody>
          <a:bodyPr>
            <a:normAutofit/>
          </a:bodyPr>
          <a:lstStyle/>
          <a:p>
            <a:r>
              <a:rPr lang="en-AU" sz="2000" dirty="0"/>
              <a:t>Perimeter is the length around the outside edge of the shape. It is a linear (one dimensional) measurement so the units are always mm, cm, m, km etc.</a:t>
            </a:r>
          </a:p>
          <a:p>
            <a:r>
              <a:rPr lang="en-AU" sz="2000" dirty="0"/>
              <a:t>To determine the perimeter:</a:t>
            </a:r>
          </a:p>
          <a:p>
            <a:pPr lvl="1"/>
            <a:r>
              <a:rPr lang="en-AU" sz="1800" dirty="0"/>
              <a:t>Add up the lengths of each side</a:t>
            </a:r>
          </a:p>
          <a:p>
            <a:pPr lvl="1"/>
            <a:r>
              <a:rPr lang="en-AU" sz="1800" dirty="0"/>
              <a:t>Use an appropriate formula</a:t>
            </a:r>
          </a:p>
          <a:p>
            <a:pPr lvl="1"/>
            <a:r>
              <a:rPr lang="en-AU" sz="1800" dirty="0"/>
              <a:t>Use your knowledge of shapes to help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6FCF5E0-0994-40BB-B2B3-1A1A0C107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444" y="3137286"/>
            <a:ext cx="4243184" cy="3353091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5499A26-BB29-414C-BB67-5255000D520B}"/>
                  </a:ext>
                </a:extLst>
              </p:cNvPr>
              <p:cNvSpPr txBox="1"/>
              <p:nvPr/>
            </p:nvSpPr>
            <p:spPr>
              <a:xfrm>
                <a:off x="2616315" y="5170063"/>
                <a:ext cx="4351074" cy="137864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𝑃𝑒𝑟𝑖𝑚𝑒𝑡𝑒𝑟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+7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+4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+8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+10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</m:oMathPara>
                </a14:m>
                <a:endParaRPr lang="en-AU" b="0" i="1" dirty="0">
                  <a:latin typeface="Cambria Math" panose="02040503050406030204" pitchFamily="18" charset="0"/>
                </a:endParaRPr>
              </a:p>
              <a:p>
                <a:pPr/>
                <a:br>
                  <a:rPr lang="en-AU" b="0" i="1" dirty="0">
                    <a:latin typeface="Cambria Math" panose="02040503050406030204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𝑃𝑒𝑟𝑖𝑚𝑒𝑡𝑒𝑟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=36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𝑐𝑚</m:t>
                      </m:r>
                    </m:oMath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5499A26-BB29-414C-BB67-5255000D520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16315" y="5170063"/>
                <a:ext cx="4351074" cy="1378647"/>
              </a:xfrm>
              <a:prstGeom prst="rect">
                <a:avLst/>
              </a:prstGeom>
              <a:blipFill>
                <a:blip r:embed="rId3"/>
                <a:stretch>
                  <a:fillRect l="-1961" r="-560"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00208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7DE5A-5BAF-44C7-8E7E-E289EFDB97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Perimeter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9FCA0-3027-4A95-AECF-6A174DBCF72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10" name="10 Minute Countdown Timer - Simple Format Ten Minute (1)">
            <a:hlinkClick r:id="" action="ppaction://media"/>
            <a:extLst>
              <a:ext uri="{FF2B5EF4-FFF2-40B4-BE49-F238E27FC236}">
                <a16:creationId xmlns:a16="http://schemas.microsoft.com/office/drawing/2014/main" id="{31C4EE9D-4A7B-4A9E-BA56-9AC62977D78F}"/>
              </a:ext>
            </a:extLst>
          </p:cNvPr>
          <p:cNvPicPr>
            <a:picLocks noGrp="1" noChangeAspect="1"/>
          </p:cNvPicPr>
          <p:nvPr>
            <p:ph sz="half" idx="2"/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962025" y="2505075"/>
            <a:ext cx="4913313" cy="3684588"/>
          </a:xfr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1511AA3-E70C-4AF3-B8C8-6DD6655AE1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122" name="Picture 2" descr="Image result for perimeter simple worksheet&quot;">
            <a:extLst>
              <a:ext uri="{FF2B5EF4-FFF2-40B4-BE49-F238E27FC236}">
                <a16:creationId xmlns:a16="http://schemas.microsoft.com/office/drawing/2014/main" id="{D5580084-1925-4A9F-9F0D-F798FC00DBB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84" t="15267" r="8420" b="17455"/>
          <a:stretch/>
        </p:blipFill>
        <p:spPr bwMode="auto">
          <a:xfrm>
            <a:off x="877610" y="1359623"/>
            <a:ext cx="5413108" cy="5380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D6EAD16E-4681-4B09-8A8F-DDB0B72ECB03}"/>
              </a:ext>
            </a:extLst>
          </p:cNvPr>
          <p:cNvGrpSpPr/>
          <p:nvPr/>
        </p:nvGrpSpPr>
        <p:grpSpPr>
          <a:xfrm>
            <a:off x="6645545" y="476394"/>
            <a:ext cx="4202922" cy="4360851"/>
            <a:chOff x="7076407" y="685799"/>
            <a:chExt cx="4202922" cy="4360851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B433430-847B-44A4-8250-958EB97F2AF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/>
            <a:srcRect l="25346" t="29211" r="44323" b="49122"/>
            <a:stretch/>
          </p:blipFill>
          <p:spPr>
            <a:xfrm>
              <a:off x="7076408" y="685799"/>
              <a:ext cx="4202921" cy="2001559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BD485DB-9319-4695-BFE2-E0FC8F5B19B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24736" t="57405" r="60404" b="18066"/>
            <a:stretch/>
          </p:blipFill>
          <p:spPr>
            <a:xfrm>
              <a:off x="7076407" y="2687358"/>
              <a:ext cx="2143921" cy="235929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369635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1140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10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10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5647AEA-21DE-4775-9C5B-703A2B1FE2EE}"/>
              </a:ext>
            </a:extLst>
          </p:cNvPr>
          <p:cNvCxnSpPr/>
          <p:nvPr/>
        </p:nvCxnSpPr>
        <p:spPr>
          <a:xfrm>
            <a:off x="0" y="762934"/>
            <a:ext cx="1210598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7F4647E-7B54-4D26-8167-4130BCEF0A82}"/>
              </a:ext>
            </a:extLst>
          </p:cNvPr>
          <p:cNvCxnSpPr/>
          <p:nvPr/>
        </p:nvCxnSpPr>
        <p:spPr>
          <a:xfrm>
            <a:off x="-1" y="1317458"/>
            <a:ext cx="12105983" cy="0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8E60888-D645-4D2A-B6DA-66B4667A1F6B}"/>
              </a:ext>
            </a:extLst>
          </p:cNvPr>
          <p:cNvCxnSpPr>
            <a:cxnSpLocks/>
          </p:cNvCxnSpPr>
          <p:nvPr/>
        </p:nvCxnSpPr>
        <p:spPr>
          <a:xfrm>
            <a:off x="1944922" y="1317458"/>
            <a:ext cx="0" cy="5540542"/>
          </a:xfrm>
          <a:prstGeom prst="line">
            <a:avLst/>
          </a:prstGeom>
          <a:ln>
            <a:solidFill>
              <a:srgbClr val="00B0F0"/>
            </a:solidFill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9E987C21-3E95-4F08-A975-2F2791C4F7BA}"/>
              </a:ext>
            </a:extLst>
          </p:cNvPr>
          <p:cNvSpPr txBox="1"/>
          <p:nvPr/>
        </p:nvSpPr>
        <p:spPr>
          <a:xfrm>
            <a:off x="86017" y="24270"/>
            <a:ext cx="367408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7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30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546366D6-1170-43BD-9812-6BF50FD3E65E}"/>
              </a:ext>
            </a:extLst>
          </p:cNvPr>
          <p:cNvSpPr txBox="1">
            <a:spLocks/>
          </p:cNvSpPr>
          <p:nvPr/>
        </p:nvSpPr>
        <p:spPr>
          <a:xfrm>
            <a:off x="588280" y="-10617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Topic: Revision of Perimeter and Area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ACFE34D8-A75C-4EA0-92D0-4CA89D4EED50}"/>
              </a:ext>
            </a:extLst>
          </p:cNvPr>
          <p:cNvSpPr txBox="1">
            <a:spLocks/>
          </p:cNvSpPr>
          <p:nvPr/>
        </p:nvSpPr>
        <p:spPr>
          <a:xfrm>
            <a:off x="86017" y="41822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EQ: How do I find the perimeter and area of 2D shapes?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CA431A6-EA64-4F25-B976-05F558B16FCC}"/>
              </a:ext>
            </a:extLst>
          </p:cNvPr>
          <p:cNvSpPr txBox="1">
            <a:spLocks/>
          </p:cNvSpPr>
          <p:nvPr/>
        </p:nvSpPr>
        <p:spPr>
          <a:xfrm>
            <a:off x="86017" y="1287329"/>
            <a:ext cx="1972784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AU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What is area?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ACC6E87-E5B9-4D36-8CA0-A0E65D67C7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30940" y="1501599"/>
            <a:ext cx="4304221" cy="3526536"/>
          </a:xfrm>
        </p:spPr>
        <p:txBody>
          <a:bodyPr>
            <a:normAutofit/>
          </a:bodyPr>
          <a:lstStyle/>
          <a:p>
            <a:r>
              <a:rPr lang="en-AU" sz="2000" dirty="0"/>
              <a:t>Area is the amount of flat space a 2-dimensional shape takes up. It is a 2-dimensional measurement so will be in square units, mm</a:t>
            </a:r>
            <a:r>
              <a:rPr lang="en-AU" sz="2000" baseline="30000" dirty="0"/>
              <a:t>2</a:t>
            </a:r>
            <a:r>
              <a:rPr lang="en-AU" sz="2000" dirty="0"/>
              <a:t>, cm</a:t>
            </a:r>
            <a:r>
              <a:rPr lang="en-AU" sz="2000" baseline="30000" dirty="0"/>
              <a:t>2</a:t>
            </a:r>
            <a:r>
              <a:rPr lang="en-AU" sz="2000" dirty="0"/>
              <a:t>, m</a:t>
            </a:r>
            <a:r>
              <a:rPr lang="en-AU" sz="2000" baseline="30000" dirty="0"/>
              <a:t>2</a:t>
            </a:r>
            <a:r>
              <a:rPr lang="en-AU" sz="2000" dirty="0"/>
              <a:t>, km</a:t>
            </a:r>
            <a:r>
              <a:rPr lang="en-AU" sz="2000" baseline="30000" dirty="0"/>
              <a:t>2</a:t>
            </a:r>
            <a:r>
              <a:rPr lang="en-AU" sz="2000" dirty="0"/>
              <a:t> etc.</a:t>
            </a:r>
          </a:p>
          <a:p>
            <a:r>
              <a:rPr lang="en-AU" sz="2000" dirty="0"/>
              <a:t>To determine area, you need to apply a specific formula depending on the shape.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99ADACB-C8FF-4EB8-8DF7-863640C5EF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5921" y="1415529"/>
            <a:ext cx="5435911" cy="52547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28809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BF1FA6-1E46-4258-AD62-699A416F0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472" y="41799"/>
            <a:ext cx="9601200" cy="1485900"/>
          </a:xfrm>
        </p:spPr>
        <p:txBody>
          <a:bodyPr/>
          <a:lstStyle/>
          <a:p>
            <a:r>
              <a:rPr lang="en-AU" dirty="0"/>
              <a:t>Area Practice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EC0A5-3018-4C9B-8D07-0DC676E5B9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C82E25-D4CB-4C6B-9E75-2BCE6C61451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DC5638-AEF5-4EE7-A9A5-710C31C8EB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545C85-A198-4E8D-AEBC-9EF6B530AFE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170" name="Picture 2" descr="Image result for area formula&quot;">
            <a:extLst>
              <a:ext uri="{FF2B5EF4-FFF2-40B4-BE49-F238E27FC236}">
                <a16:creationId xmlns:a16="http://schemas.microsoft.com/office/drawing/2014/main" id="{91D4178F-214D-4DDD-BB2F-FC50EF14A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2" y="2244201"/>
            <a:ext cx="4733925" cy="457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1F237B8-7F44-46EE-B0E1-7FB211212CA8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18900" t="29109" r="20167" b="18270"/>
          <a:stretch/>
        </p:blipFill>
        <p:spPr>
          <a:xfrm>
            <a:off x="5612917" y="183229"/>
            <a:ext cx="6268177" cy="360873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98C13C3-A867-4DA0-A533-D855142CA19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20394" t="37252" r="20098" b="34987"/>
          <a:stretch/>
        </p:blipFill>
        <p:spPr>
          <a:xfrm>
            <a:off x="5686208" y="4943984"/>
            <a:ext cx="6121594" cy="1903837"/>
          </a:xfrm>
          <a:prstGeom prst="rect">
            <a:avLst/>
          </a:prstGeom>
        </p:spPr>
      </p:pic>
      <p:pic>
        <p:nvPicPr>
          <p:cNvPr id="11" name="10 Minute Countdown Timer - Simple Format Ten Minute (1)">
            <a:hlinkClick r:id="" action="ppaction://media"/>
            <a:extLst>
              <a:ext uri="{FF2B5EF4-FFF2-40B4-BE49-F238E27FC236}">
                <a16:creationId xmlns:a16="http://schemas.microsoft.com/office/drawing/2014/main" id="{4D48574D-548B-4186-832F-EF810940A15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7"/>
          <a:stretch>
            <a:fillRect/>
          </a:stretch>
        </p:blipFill>
        <p:spPr>
          <a:xfrm>
            <a:off x="2088365" y="668638"/>
            <a:ext cx="2007130" cy="1505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46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1140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11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video>
              <p:cMediaNode vol="80000">
                <p:cTn id="12" fill="hold" display="0">
                  <p:stCondLst>
                    <p:cond delay="indefinite"/>
                  </p:stCondLst>
                </p:cTn>
                <p:tgtEl>
                  <p:spTgt spid="11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3F8A05-D73B-413B-BBC6-6A1D8B37E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Practise: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8406C-0D7D-4F3C-9DFA-D692313BFD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105561-9088-4280-AD53-1820EBBA4A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A981A4-D757-4C95-BE2A-08C4316B57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F638EC-4FD8-419F-A842-49F2BBF433A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139D71C-0EF6-48C7-AE0A-EE0C6C980BB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3760" t="21781" r="28173" b="35674"/>
          <a:stretch/>
        </p:blipFill>
        <p:spPr>
          <a:xfrm>
            <a:off x="1371600" y="1437475"/>
            <a:ext cx="7109285" cy="52971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880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E509E6-A6DA-4D15-A290-FC4478E2FC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Practise: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E480D8-165C-4FCF-9037-6DDE88BF815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2FDD87-F16C-41A3-8348-3FFB8A65310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E97CB4-CB3E-4147-BFA9-D82CE2B8AB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A91BC0-11D4-4615-A438-9EFCD2A4E707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A46CBC-D57F-48ED-B1EC-70F0E9F24FD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032" t="28092" r="28445" b="23868"/>
          <a:stretch/>
        </p:blipFill>
        <p:spPr>
          <a:xfrm>
            <a:off x="970240" y="1391668"/>
            <a:ext cx="6296099" cy="53738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995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ABC54-59B4-4341-918B-8F2CCF25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Homework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A581DD-585F-4858-BDEB-4B858180852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E5CB6E-933B-467E-BD9F-CD9C4CA8789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4DEDC6C-4BB8-4A0E-9C0D-757FB954F6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BAE217-8122-489C-AA45-CD4A8F00D80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FE42813-5E32-46CE-A16E-116D3FF43E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438" t="24936" r="27224" b="12061"/>
          <a:stretch/>
        </p:blipFill>
        <p:spPr>
          <a:xfrm>
            <a:off x="1219200" y="1358362"/>
            <a:ext cx="4962888" cy="5437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128178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47D7542-FA61-477F-9DB3-780558FE82E0}" vid="{06BC9E12-6029-4E00-88E2-4AEC887A1AF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530</TotalTime>
  <Words>409</Words>
  <Application>Microsoft Office PowerPoint</Application>
  <PresentationFormat>Widescreen</PresentationFormat>
  <Paragraphs>57</Paragraphs>
  <Slides>12</Slides>
  <Notes>0</Notes>
  <HiddenSlides>0</HiddenSlides>
  <MMClips>3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Cambria Math</vt:lpstr>
      <vt:lpstr>Theme1</vt:lpstr>
      <vt:lpstr>Year 9 Mathematics</vt:lpstr>
      <vt:lpstr>Review of Perimeter and Area</vt:lpstr>
      <vt:lpstr>PowerPoint Presentation</vt:lpstr>
      <vt:lpstr>PowerPoint Presentation</vt:lpstr>
      <vt:lpstr>Conversion practice</vt:lpstr>
      <vt:lpstr>PowerPoint Presentation</vt:lpstr>
      <vt:lpstr>Perimeter Practice</vt:lpstr>
      <vt:lpstr>PowerPoint Presentation</vt:lpstr>
      <vt:lpstr>Area Practice</vt:lpstr>
      <vt:lpstr>Practise:</vt:lpstr>
      <vt:lpstr>Practise:</vt:lpstr>
      <vt:lpstr>Homework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Year 9 Mathematics</dc:title>
  <dc:creator>GLASS Samuel [Joseph Banks Secondary College]</dc:creator>
  <cp:lastModifiedBy>Tony Nguyen</cp:lastModifiedBy>
  <cp:revision>13</cp:revision>
  <dcterms:created xsi:type="dcterms:W3CDTF">2020-02-04T00:28:49Z</dcterms:created>
  <dcterms:modified xsi:type="dcterms:W3CDTF">2021-05-23T10:46:35Z</dcterms:modified>
</cp:coreProperties>
</file>