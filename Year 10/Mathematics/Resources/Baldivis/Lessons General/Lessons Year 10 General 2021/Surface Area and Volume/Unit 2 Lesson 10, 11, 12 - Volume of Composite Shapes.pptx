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80" r:id="rId18"/>
    <p:sldId id="276" r:id="rId19"/>
    <p:sldId id="277" r:id="rId20"/>
    <p:sldId id="278" r:id="rId21"/>
    <p:sldId id="285" r:id="rId22"/>
    <p:sldId id="286" r:id="rId23"/>
    <p:sldId id="287" r:id="rId24"/>
    <p:sldId id="279" r:id="rId25"/>
    <p:sldId id="281" r:id="rId26"/>
    <p:sldId id="282" r:id="rId27"/>
    <p:sldId id="283" r:id="rId28"/>
    <p:sldId id="284"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58" autoAdjust="0"/>
    <p:restoredTop sz="94660"/>
  </p:normalViewPr>
  <p:slideViewPr>
    <p:cSldViewPr snapToGrid="0">
      <p:cViewPr varScale="1">
        <p:scale>
          <a:sx n="84" d="100"/>
          <a:sy n="84" d="100"/>
        </p:scale>
        <p:origin x="63"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6:29.053"/>
    </inkml:context>
    <inkml:brush xml:id="br0">
      <inkml:brushProperty name="width" value="0.1" units="cm"/>
      <inkml:brushProperty name="height" value="0.1" units="cm"/>
      <inkml:brushProperty name="ignorePressure" value="1"/>
    </inkml:brush>
  </inkml:definitions>
  <inkml:trace contextRef="#ctx0" brushRef="#br0">50 0,'0'0,"-1"0,1 0,0 0,-1 0,1 0,0 0,0 0,-1 0,1 1,0-1,-1 0,1 0,0 0,-1 0,1 0,0 0,0 1,-1-1,1 0,0 0,0 1,-1-1,1 0,0 0,0 0,0 1,0-1,-1 0,1 1,0-1,0 0,0 0,0 1,0-1,0 0,0 1,0-1,0 0,0 1,0-1,0 0,0 1,0-1,0 0,0 1,0-1,0 0,0 0,1 1,0 29,0-13,24 484,-1-17,-24-461,1 1,-1 1,-1-1,-1 0,-6 22,8-43,-1-1,0 0,1 1,-1-1,0 0,0 0,-1 0,1 0,0 0,-2 2,3-3,-1-1,0 1,0-1,1 1,-1 0,0-1,0 1,0-1,0 0,0 1,1-1,-1 0,0 1,0-1,0 0,0 0,0 0,-1 0,-1 0,1-1,-1 0,1 0,-1 1,1-2,-1 1,1 0,-1 0,1-1,0 1,0-1,0 0,0 0,0 0,0 0,-1-2,-6-7,3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6:30.379"/>
    </inkml:context>
    <inkml:brush xml:id="br0">
      <inkml:brushProperty name="width" value="0.1" units="cm"/>
      <inkml:brushProperty name="height" value="0.1" units="cm"/>
      <inkml:brushProperty name="ignorePressure" value="1"/>
    </inkml:brush>
  </inkml:definitions>
  <inkml:trace contextRef="#ctx0" brushRef="#br0">0 197,'1'-11,"1"-1,-1 0,2 1,0-1,0 1,1 0,0 0,2-2,-5 11,1 0,-1 0,1 0,0 0,-1 1,1-1,0 0,0 1,0-1,0 1,0 0,1 0,-1 0,0 0,0 0,1 0,-1 0,1 1,-1-1,0 1,1 0,-1 0,2 0,11 0,-1 0,0 1,12 3,-5-1,56 4,-1-4,33-3,-63-3,0-2,0-1,-1-3,30-10,-68 18,-1-2,1 1,-1-1,0 0,1 0,-1-1,-1 1,1-1,-1-1,1 1,0-2,-3 6,-1 0,0 0,1 1,-1-1,1 1,-1 0,0 0,1-1,-1 2,0-1,0 0,0 0,0 1,1 0,2 1,0-1,4 4,0-1,1 0,0 0,0-1,0-1,0 0,1 0,-1-1,9 1,-17-3,-1-1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6:31.308"/>
    </inkml:context>
    <inkml:brush xml:id="br0">
      <inkml:brushProperty name="width" value="0.1" units="cm"/>
      <inkml:brushProperty name="height" value="0.1" units="cm"/>
      <inkml:brushProperty name="ignorePressure" value="1"/>
    </inkml:brush>
  </inkml:definitions>
  <inkml:trace contextRef="#ctx0" brushRef="#br0">1 0,'0'0,"0"0,0 0,0 0,0 0,0 0,0 0,0 0,0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6:32.064"/>
    </inkml:context>
    <inkml:brush xml:id="br0">
      <inkml:brushProperty name="width" value="0.1" units="cm"/>
      <inkml:brushProperty name="height" value="0.1" units="cm"/>
      <inkml:brushProperty name="ignorePressure" value="1"/>
    </inkml:brush>
  </inkml:definitions>
  <inkml:trace contextRef="#ctx0" brushRef="#br0">1 1,'0'0,"0"0,0 0,0 0,0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6:32.762"/>
    </inkml:context>
    <inkml:brush xml:id="br0">
      <inkml:brushProperty name="width" value="0.1" units="cm"/>
      <inkml:brushProperty name="height" value="0.1" units="cm"/>
      <inkml:brushProperty name="ignorePressure" value="1"/>
    </inkml:brush>
  </inkml:definitions>
  <inkml:trace contextRef="#ctx0" brushRef="#br0">7 714,'-5'-60,"3"0,3 0,8-54,-4 75,2 0,1 1,2 0,2 0,2 1,7-14,-14 37,1 0,0 0,1 1,0 0,1 1,1 0,5-6,-12 15,0 0,0 0,0 0,0 0,1 1,-1-1,1 1,-1 0,1 1,0-1,4 0,-6 2,0-1,1 1,-1 0,1 0,-1 1,1-1,-1 1,1 0,-1 0,0 0,1 0,-1 0,0 1,0-1,0 1,0 0,0 0,0 1,10 8,-1 0,0 1,0 0,-1 1,-1 1,0 0,-1 0,-1 1,0 0,-1 0,0 1,4 14,-1 0,-2 1,0 0,-2 0,0 14,-2 4,-1 1,-4 44,-1-65,-2 0,0 0,-2 0,-1-1,-7 16,-7-1,5-26,16-17,-1 1,0-1,1 0,-1 1,0-1,1 0,-1 0,0 1,0-1,1 0,-1 0,0 0,1 0,-1 0,0 0,0 0,1 0,-1 0,0-1,0 1,1 0,-1 0,0-1,1 1,-1 0,-3-4,2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6:33.750"/>
    </inkml:context>
    <inkml:brush xml:id="br0">
      <inkml:brushProperty name="width" value="0.1" units="cm"/>
      <inkml:brushProperty name="height" value="0.1" units="cm"/>
      <inkml:brushProperty name="ignorePressure" value="1"/>
    </inkml:brush>
  </inkml:definitions>
  <inkml:trace contextRef="#ctx0" brushRef="#br0">0 1,'19'54,"-3"1,8 46,11 116,-18-102,-6-47,-3 1,-3 0,-4 1,-2-1,-3 0,-4 9,7-75,1-1,0 1,0-1,-1 0,1 1,-1-1,1 0,-1 0,0 1,0-1,0 0,0 0,0 0,-1 0,1 0,-2 1,3-3,0 1,-1-1,1 0,0 0,0 0,0 0,0 0,-1 0,1 0,0 0,0 0,0 0,-1 0,1 0,0 0,0 0,0 0,0 0,-1 0,1 0,0 0,0 0,0 0,0 0,-1 0,1-1,0 1,0 0,0 0,0 0,0 0,-1 0,1 0,0-1,0 1,0 0,0 0,0 0,0 0,-5-11,2-14,3 23,-37-360,12-126,25 316,0 161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6:34.979"/>
    </inkml:context>
    <inkml:brush xml:id="br0">
      <inkml:brushProperty name="width" value="0.1" units="cm"/>
      <inkml:brushProperty name="height" value="0.1" units="cm"/>
      <inkml:brushProperty name="ignorePressure" value="1"/>
    </inkml:brush>
  </inkml:definitions>
  <inkml:trace contextRef="#ctx0" brushRef="#br0">73 13,'-62'-13,"59"32,-2 25,3 0,1 0,3 15,16 135,-6-77,-3-27,9 136,-6-266,-10 38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6:35.628"/>
    </inkml:context>
    <inkml:brush xml:id="br0">
      <inkml:brushProperty name="width" value="0.1" units="cm"/>
      <inkml:brushProperty name="height" value="0.1" units="cm"/>
      <inkml:brushProperty name="ignorePressure" value="1"/>
    </inkml:brush>
  </inkml:definitions>
  <inkml:trace contextRef="#ctx0" brushRef="#br0">0 278,'29'665,"-23"-709,6-73,6 0,17-58,-22 126,2 1,1 0,3 1,2 0,2 2,2 1,7-7,-22 37,0 0,1 0,1 1,0 1,10-8,-18 17,0 0,0 1,0-1,0 1,0 0,1 0,-1 0,1 1,-1-1,5 1,-7 0,1 1,0 0,0 0,-1 0,1 1,0-1,-1 1,1-1,0 1,-1 0,1 0,-1 0,0 0,1 1,-1-1,0 0,1 1,-1 0,1 0,3 5,-1-1,1 1,-1 0,-1 0,1 0,-1 0,0 1,-1 0,0 0,0 0,1 5,3 18,0 0,-1 17,2 24,-4 0,-3 1,-4 21,-7 14,-20 94,26-179,-1-1,-1 1,-3 4,9-26,0 0,0 0,-1 0,1-1,0 1,-1 0,1 0,-1 0,1 0,-1-1,1 1,-1 0,0-1,1 1,-1 0,0-1,0 1,1-1,-1 1,0-1,0 1,0-1,1 0,-1 1,0-1,0 0,0 0,0 0,-1 0,1 0,-1-1,0 1,1-1,-1 1,1-1,0 0,-1 0,1 0,0 1,-1-1,1-1,0 1,0 0,-1-1,-5-6,1 0,-1-1,1 0,-3-7,1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6:36.437"/>
    </inkml:context>
    <inkml:brush xml:id="br0">
      <inkml:brushProperty name="width" value="0.1" units="cm"/>
      <inkml:brushProperty name="height" value="0.1" units="cm"/>
      <inkml:brushProperty name="ignorePressure" value="1"/>
    </inkml:brush>
  </inkml:definitions>
  <inkml:trace contextRef="#ctx0" brushRef="#br0">126 1,'12'54,"-3"1,-2 0,-1 33,-3-42,16 278,-14 1,-37 308,30-610,-1 19,-2 0,-2 0,-2 0,-14 39,22-77,0-1,-1 1,0 0,1-1,-1 0,0 1,-1-1,1 0,-1 0,1-1,-1 1,2-2,1-1,-1 1,0-1,1 0,-1 1,0-1,1 0,-1 1,0-1,0 0,1 0,-1 0,0 0,0 0,0 0,1 0,-1 0,0 0,0 0,1 0,-1 0,-1-1,1 0,-1 0,1 0,-1 0,1 0,0 0,0 0,-1 0,1 0,0 0,0-1,0 1,0 0,0-1,-4-8,-1 0,2 0,-1 0,2-1,-1 1,1-1,1 0,-1-3,-2-24,0-30,3 16,3 1,2-1,2 0,2 1,4-6,-2 18,2 0,1 1,2 1,2 0,1 1,21-32,-29 53,1 0,1 1,0 0,1 1,1 0,0 1,0 1,1 0,15-8,-21 14,1 0,0 1,0 0,0 1,1 0,-1 1,1 0,-1 0,1 1,0 0,0 1,0 0,0 0,-1 1,1 0,0 1,-1 0,5 2,-2 0,0 1,-1 0,1 0,-1 1,0 1,-1-1,0 2,0 0,0 0,-1 1,2 2,-7-7,-1 0,1 1,-1-1,0 0,0 1,-1 0,1 0,-1 0,0 0,0 0,-1 0,0 0,0 0,0 1,0-1,-1 0,0 1,0-1,0 1,-1-1,0 0,0 1,0-1,-1 0,1 0,-1 0,-1 1,-4 6,1 0,-2-1,0-1,0 1,0-1,-6 4,-63 54,47-43,-21 24,38-36,2 1,0 0,0 1,1 1,1-1,1 2,0-1,-5 17,11-27,0 0,0 1,1-1,0 0,0 1,0-1,1 1,0-1,0 1,1 0,0-1,0 0,0 1,1-1,0 0,0 1,0-1,1 0,0-1,0 1,1 0,0-1,-1 0,2 0,-1 0,2 1,5 3,1-1,0 0,0 0,1-1,0-1,0 0,1-1,-1 0,1-1,2-1,36 8,0-2,3-2,-53-7,56 6,0-2,1-2,-1-3,37-6,-83 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6:36.767"/>
    </inkml:context>
    <inkml:brush xml:id="br0">
      <inkml:brushProperty name="width" value="0.1" units="cm"/>
      <inkml:brushProperty name="height" value="0.1" units="cm"/>
      <inkml:brushProperty name="ignorePressure" value="1"/>
    </inkml:brush>
  </inkml:definitions>
  <inkml:trace contextRef="#ctx0" brushRef="#br0">1 1,'0'0,"0"0,0 0,0 0,0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48.322"/>
    </inkml:context>
    <inkml:brush xml:id="br0">
      <inkml:brushProperty name="width" value="0.1" units="cm"/>
      <inkml:brushProperty name="height" value="0.1" units="cm"/>
      <inkml:brushProperty name="ignorePressure" value="1"/>
    </inkml:brush>
  </inkml:definitions>
  <inkml:trace contextRef="#ctx0" brushRef="#br0">532 2,'-31'-1,"0"1,0 1,0 2,-8 2,26-2,0 0,0 1,0 0,0 1,1 1,0 0,0 1,0 0,1 1,-10 8,2 1,0 2,1 0,1 0,1 2,1 0,1 1,-9 17,14-21,1-1,1 1,0 0,1 0,1 1,1-1,1 1,0 0,2 0,0 17,2-23,0 0,2-1,0 1,0-1,1 0,0 0,1 0,1-1,0 1,0-1,1-1,0 1,1-1,0-1,7 6,18 17,1-2,1-2,30 18,-45-32,35 24,101 75,-125-88,-2 1,0 2,19 24,-41-43,0 0,0 1,-1-1,-1 1,1 0,-2 0,1 1,-1 0,-1-1,0 2,-2-5,0-1,0 0,-1 1,0-1,0 1,0-1,-1 0,0 1,0-1,-1 0,0 0,0 0,0 0,-1 0,0 0,0 0,0-1,-2 3,-4 2,0 1,-1-1,0 0,-1-1,0-1,0 1,-1-2,0 0,0 0,-1-1,1 0,-1-1,-5 0,-5 2,-1-1,0-1,0-1,0-1,0-1,-1-1,-6-2,9-1,-1 0,1-2,0 0,0-2,1-1,-1 0,1-1,1-2,0 0,0-1,1-1,0 0,-12-12,15 8</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48.802"/>
    </inkml:context>
    <inkml:brush xml:id="br0">
      <inkml:brushProperty name="width" value="0.1" units="cm"/>
      <inkml:brushProperty name="height" value="0.1" units="cm"/>
      <inkml:brushProperty name="ignorePressure" value="1"/>
    </inkml:brush>
  </inkml:definitions>
  <inkml:trace contextRef="#ctx0" brushRef="#br0">435 0,'0'0,"-12"4,-21 7,-21 16,-15 22,-10 18,7-2,17-12,17-15,16-14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50.649"/>
    </inkml:context>
    <inkml:brush xml:id="br0">
      <inkml:brushProperty name="width" value="0.1" units="cm"/>
      <inkml:brushProperty name="height" value="0.1" units="cm"/>
      <inkml:brushProperty name="ignorePressure" value="1"/>
    </inkml:brush>
  </inkml:definitions>
  <inkml:trace contextRef="#ctx0" brushRef="#br0">431 35,'-21'3,"1"-1,-1-1,0 0,1-2,-13-2,2 1,1 1,-3 1,24 1,-1 0,1 0,0 1,0 0,0 1,0 0,0 0,-6 4,8-3,1 1,-1-1,1 1,0 1,1-1,-1 1,1 0,0 0,1 1,-1-1,1 1,0 0,1 0,0 1,0-1,0 4,-4 13,1 0,1 0,1 1,0 15,1 9,2 0,2 0,2-1,2 1,2-1,3 0,1-1,12 26,-12-43,1 0,2-1,1 0,2-2,0 0,6 5,-8-13,1-1,1-1,0 0,1-1,1-1,1 0,0-2,12 7,-20-14,0-1,0 0,0 0,0-1,1 0,-1-1,1-1,0 0,11 0,-16-2,0 0,0-1,0 0,0 0,0-1,0 0,0 0,-1-1,1 0,-1 0,0-1,0 0,0 0,0 0,-1-1,3-3,3-4,-1 0,0 0,-1-1,-1-1,0 0,-1 0,0 0,-1-1,-1 0,1-4,4-16,-1-1,-1-1,3-35,-7 19,-2 0,-2 1,-3-1,-1 0,-4 1,-1-1,-3 2,-2-1,-2 2,-4-5,12 36,-1 0,-1 1,-1 0,-1 1,0 0,-8-9,15 21,-1-1,1 2,-1-1,0 0,0 1,-1 0,1 0,-1 1,0 0,0 0,0 0,0 0,0 1,-1 0,1 1,-1-1,1 1,-1 0,0 1,1 0,-4 0,-2 2,-1 1,1 0,1 1,-1 1,0 0,1 0,0 1,0 0,1 1,0 1,0-1,1 2,-1-1,2 1,-3 3,-5 8</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6:40.299"/>
    </inkml:context>
    <inkml:brush xml:id="br0">
      <inkml:brushProperty name="width" value="0.1" units="cm"/>
      <inkml:brushProperty name="height" value="0.1" units="cm"/>
      <inkml:brushProperty name="ignorePressure" value="1"/>
    </inkml:brush>
  </inkml:definitions>
  <inkml:trace contextRef="#ctx0" brushRef="#br0">11 0,'-2'6,"0"1,0 0,0-1,1-2,0-2,1-1,0 0,0-1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6:40.649"/>
    </inkml:context>
    <inkml:brush xml:id="br0">
      <inkml:brushProperty name="width" value="0.1" units="cm"/>
      <inkml:brushProperty name="height" value="0.1" units="cm"/>
      <inkml:brushProperty name="ignorePressure" value="1"/>
    </inkml:brush>
  </inkml:definitions>
  <inkml:trace contextRef="#ctx0" brushRef="#br0">7 223,'0'0,"0"0,0 0,3-16,2-13,1-7,-2-2,-2 2,-6 8,-3 9,1 7,1 6,1 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6:41.167"/>
    </inkml:context>
    <inkml:brush xml:id="br0">
      <inkml:brushProperty name="width" value="0.1" units="cm"/>
      <inkml:brushProperty name="height" value="0.1" units="cm"/>
      <inkml:brushProperty name="ignorePressure" value="1"/>
    </inkml:brush>
  </inkml:definitions>
  <inkml:trace contextRef="#ctx0" brushRef="#br0">77 16,'0'0,"0"0,0 0,0 0,0 0,0 0,0 0,0 0,0 0,0 0,-10-7,-5 1,-1 3,2 4,5 1,2 1,3-1,3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29.446"/>
    </inkml:context>
    <inkml:brush xml:id="br0">
      <inkml:brushProperty name="width" value="0.1" units="cm"/>
      <inkml:brushProperty name="height" value="0.1" units="cm"/>
      <inkml:brushProperty name="ignorePressure" value="1"/>
    </inkml:brush>
  </inkml:definitions>
  <inkml:trace contextRef="#ctx0" brushRef="#br0">0 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30.119"/>
    </inkml:context>
    <inkml:brush xml:id="br0">
      <inkml:brushProperty name="width" value="0.1" units="cm"/>
      <inkml:brushProperty name="height" value="0.1" units="cm"/>
      <inkml:brushProperty name="ignorePressure" value="1"/>
    </inkml:brush>
  </inkml:definitions>
  <inkml:trace contextRef="#ctx0" brushRef="#br0">632 100,'-16'-23,"11"14,-1 0,0 1,-1-1,0 1,-1 1,-2-3,7 8,0 0,0 0,1 0,-1 1,0 0,0-1,-1 1,1 0,0 0,0 1,0-1,-1 1,1 0,0-1,-1 2,1-1,0 0,0 0,-1 1,1 0,0 0,-3 1,-5 2,0 1,0 0,1 1,0 0,0 1,0 0,1 0,0 1,-2 3,-14 16,1 0,-9 16,-8 14,3 2,2 2,3 1,3 2,-3 15,12-23,2 1,3 0,3 2,2-1,3 2,1 18,5-57,2 1,1 0,0-1,1 1,2-1,0 1,1-1,1-1,4 8,-9-24,1 0,-1 0,1-1,0 1,0-1,0 1,0-1,0 0,1 0,0 0,0 0,0 0,0-1,0 1,0-1,0 0,1 0,-1 0,1 0,0-1,-1 1,1-1,3 0,-1 0,0-1,0 0,0-1,0 0,0 0,-1 0,1 0,0-1,0 0,-1-1,1 1,-1-1,0 0,0 0,3-3,14-10,-1-1,0-1,-2-1,0-1,-1 0,-1-1,11-20,6-13,-3-1,21-51,-20 32,-4-1,-3-1,-3-1,-4-1,-3 0,-4-1,-3-1,-3-34,-5 107,1-1,-1 0,0-1,0 1,-1 0,0 0,-1 0,0 0,0 0,-2-5,4 12,-1 1,1 0,0-1,0 1,0 0,0-1,0 1,0 0,-1-1,1 1,0 0,0-1,-1 1,1 0,0 0,0-1,-1 1,1 0,0 0,-1 0,1-1,0 1,-1 0,1 0,0 0,-1 0,1 0,0 0,-1 0,1-1,0 1,-1 0,1 0,-1 0,1 1,0-1,-1 0,1 0,0 0,-1 0,1 0,0 0,-1 0,1 1,0-1,-1 0,1 0,0 0,0 1,-1-1,1 0,0 1,-1-1,-10 21,3 3,1 1,1 1,1-1,0 10,-7 110,9-103,-10 297,15-255,4-1,3 1,4 4,-9-70,0-1,5 14,-8-26,1-1,0 1,0-1,1 1,-1-1,1 0,0 0,0 0,1 0,-1 0,1-1,0 1,4 0,-3-4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30.582"/>
    </inkml:context>
    <inkml:brush xml:id="br0">
      <inkml:brushProperty name="width" value="0.1" units="cm"/>
      <inkml:brushProperty name="height" value="0.1" units="cm"/>
      <inkml:brushProperty name="ignorePressure" value="1"/>
    </inkml:brush>
  </inkml:definitions>
  <inkml:trace contextRef="#ctx0" brushRef="#br0">31 1079,'-12'-69,"3"0,2-1,4 0,4-39,1 74,2 0,2 0,1 1,1 0,2 0,1 1,2 0,1 1,2 0,1 1,0 3,2 1,1 0,1 1,1 1,1 2,1 0,1 1,9-4,-17 13,1 2,0 0,0 1,1 1,0 1,0 1,1 0,0 1,0 2,1 0,0 1,-1 1,15 0,-15 3,-8 2</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31.186"/>
    </inkml:context>
    <inkml:brush xml:id="br0">
      <inkml:brushProperty name="width" value="0.1" units="cm"/>
      <inkml:brushProperty name="height" value="0.1" units="cm"/>
      <inkml:brushProperty name="ignorePressure" value="1"/>
    </inkml:brush>
  </inkml:definitions>
  <inkml:trace contextRef="#ctx0" brushRef="#br0">1 834,'8'2,"0"-1,1 0,-1-1,1 1,-1-2,0 1,1-1,-1 0,0-1,1 0,-1 0,0-1,0 0,-1-1,1 1,-1-2,1 1,0-2,8-5,0-1,-1-1,0-1,-1 0,0 0,-2-2,3-3,7-14,-1-1,-1 0,-2-2,-2 0,0-4,5-22,-2 0,7-46,-23 96,4-23,2-30,-8 55,-1 0,0 0,0 0,-1 1,0-1,-1 0,0 0,-3-7,4 15,1-1,-1 1,0 0,0 1,0-1,0 0,-1 0,1 0,0 1,-1-1,1 0,-1 1,0 0,1-1,-1 1,0 0,0 0,0 0,0 0,-1 0,0 0,0 0,0 1,0 0,0-1,0 1,0 0,0 1,0-1,0 0,0 1,0 0,1 0,-3 0,-4 3,1 0,-1 0,1 1,0 0,0 0,1 1,-1 0,1 0,0 2,-12 14,0 1,2 1,1 1,1 0,-10 24,-4 16,-18 58,28-68,3 1,2 0,3 1,2 1,-1 53,10-84,0 1,3-1,0 1,1-1,2 0,2 5,-2-13,1-1,1 0,0 0,1-1,1 0,1 0,0-1,1-1,3 3,-1-3,2 1,-1-2,2 0,0-1,1 0,0-2,1 0,0-1,12 4,-12-8</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41.085"/>
    </inkml:context>
    <inkml:brush xml:id="br0">
      <inkml:brushProperty name="width" value="0.1" units="cm"/>
      <inkml:brushProperty name="height" value="0.1" units="cm"/>
      <inkml:brushProperty name="ignorePressure" value="1"/>
    </inkml:brush>
  </inkml:definitions>
  <inkml:trace contextRef="#ctx0" brushRef="#br0">455 532,'-2'-3,"-1"0,1-1,0 1,0-1,0 0,0 1,0-1,1 0,0 0,0 0,0 0,0 0,1-1,-1 1,1 0,0 0,1 0,-1 0,1-3,-1 1,2-170,-3 145,-2 0,-1 1,-2-1,-6-20,10 44,0 1,0 0,-1 0,0 0,0 0,0 0,-1 1,0 0,0-1,0 1,-1 1,0-1,1 1,-3-1,4 3,0 0,0 1,0-1,0 1,0 0,0 0,-1 0,1 0,0 1,-1-1,1 1,0 0,-1 0,1 0,-1 0,1 0,0 1,-1 0,1 0,0 0,0 0,-1 0,1 1,0-1,0 1,0 0,1 0,-1 0,-8 6,2 0,-1 1,1 0,1 0,0 1,0 0,1 1,0 0,-3 7,-10 21,2 1,1 5,-10 29,4 1,2 0,5 2,2 0,4 1,4 0,2 1,4-1,7 36,-5-90,1 0,2 0,0-1,1 0,2 0,8 19,-12-34,0-1,0 0,1 0,0 0,0 0,1-1,0 0,0 0,5 3,-6-5,0-1,0 1,1-1,0-1,-1 1,1-1,0 0,0 0,0-1,1 0,-1 0,0 0,0-1,1 0,3 0,0-1,0 0,-1-1,1 1,0-2,-1 0,1 0,-1 0,0-1,0-1,-1 1,1-2,-1 1,0-1,0 0,-1-1,1 1,-2-2,2 0,2-4,-2 0,1-1,-1 0,-1 0,-1 0,1-1,-2 0,0 0,-1-1,0 1,-1-1,-1-4,0-1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41.996"/>
    </inkml:context>
    <inkml:brush xml:id="br0">
      <inkml:brushProperty name="width" value="0.1" units="cm"/>
      <inkml:brushProperty name="height" value="0.1" units="cm"/>
      <inkml:brushProperty name="ignorePressure" value="1"/>
    </inkml:brush>
  </inkml:definitions>
  <inkml:trace contextRef="#ctx0" brushRef="#br0">6 1059,'-4'-62,"3"-1,2 0,3 1,3-1,11-46,7 1,4 1,35-82,-60 180,5-18,1 1,1 0,1 1,2 0,0 1,9-9,-21 31,0-1,0 1,0-1,0 1,1 0,-1 0,1 0,0 0,-1 0,1 1,0-1,0 1,0 0,1 0,-2 0,-1 1,1 0,-1 0,1 1,-1-1,1 0,0 0,-1 1,1-1,-1 1,1-1,-1 1,0 0,1 0,-1 0,1-1,-1 1,0 0,0 1,0-1,0 0,0 0,0 0,0 1,0-1,0 0,0 1,-1-1,1 1,5 10,0 0,0 1,-2 0,0 0,0 0,-1 2,13 84,-14-78,16 169,-9 1,-9 37,-1-195,0-27,2-11,3-28,1-1,2 1,9-27,38-97,-52 152,39-103,23-33,-36 85,2 2,3 1,14-15,-41 59,1 1,0-1,0 1,0 0,1 1,0 0,1 0,-1 0,9-3,-16 9,1 0,-1 1,1-1,0 1,-1-1,1 1,0-1,-1 1,1 0,0 0,0 0,-1 0,1 0,0 1,0-1,-1 0,1 1,0-1,-1 1,1 0,0-1,-1 1,1 0,-1 0,1 0,-1 0,0 0,1 0,-1 1,0-1,0 0,0 1,0-1,0 1,0 0,4 6,-1 0,-1 0,0 0,0 1,0-1,0 6,6 32,-1 0,-3 0,-1 15,-2 143,-3-177,-6 229,-14 26,18-262</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51.769"/>
    </inkml:context>
    <inkml:brush xml:id="br0">
      <inkml:brushProperty name="width" value="0.1" units="cm"/>
      <inkml:brushProperty name="height" value="0.1" units="cm"/>
      <inkml:brushProperty name="ignorePressure" value="1"/>
    </inkml:brush>
  </inkml:definitions>
  <inkml:trace contextRef="#ctx0" brushRef="#br0">1 1187,'33'-235,"22"-141,-54 368,2-9,0-1,1 1,6-14,-10 30,1 0,-1 0,1 0,-1 0,1 0,-1 0,1 0,0 0,-1 0,1 1,0-1,0 0,1 0,-2 0,0 1,1 0,-1 0,0 0,1 0,-1 0,1 0,-1 0,0 0,1 0,-1 0,1 0,-1 0,0 0,1 0,-1 0,0 0,1 0,-1 0,1 0,-1 1,0-1,1 0,-1 0,0 0,1 1,1 1,0 0,0 0,-1 0,1 1,0-1,-1 1,1-1,-1 1,1 1,51 131,0-2,-29-82,2-1,29 39,-38-64,1-1,2 0,0-2,1 0,1-2,4 2,-20-17,1 0,-1-1,1 0,0 0,0 0,0-1,0 0,1-1,2 1,-7-2,-1-1,1 0,0 1,-1-1,1 0,0 0,-1-1,1 1,0-1,-1 1,1-1,-1 0,1 0,-1 0,1 0,-1 0,0-1,1 1,-1-1,0 1,0-1,0 0,0 0,0 0,-1 0,1 0,-1 0,1-1,4-7,-2 1,1-1,-1 0,0-1,-1 1,-1-1,1 1,-2-1,1-7,1-26,-2-34,-2 63,-3-117,-6 0,-7 0,-20-77,27 165,-1-1,-2 1,-2 1,-21-41,30 73</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52.371"/>
    </inkml:context>
    <inkml:brush xml:id="br0">
      <inkml:brushProperty name="width" value="0.1" units="cm"/>
      <inkml:brushProperty name="height" value="0.1" units="cm"/>
      <inkml:brushProperty name="ignorePressure" value="1"/>
    </inkml:brush>
  </inkml:definitions>
  <inkml:trace contextRef="#ctx0" brushRef="#br0">443 945,'-2'1,"-1"1,0 0,0-1,0 0,0 0,0 0,0 0,0 0,0-1,0 1,0-1,0 0,-1 0,1 0,0 0,0-1,0 1,0-1,0 0,0 1,-3-3,0 0,-1-1,1 0,0 0,1-1,-1 1,1-1,0-1,0 1,0-2,-35-42,3-2,2-1,2-2,2-1,-4-18,14 26,3-1,2 0,2-1,2-1,2 0,-1-38,9 67,0 0,2 0,0 0,2 0,0 0,1 0,3-10,-1 20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53.270"/>
    </inkml:context>
    <inkml:brush xml:id="br0">
      <inkml:brushProperty name="width" value="0.1" units="cm"/>
      <inkml:brushProperty name="height" value="0.1" units="cm"/>
      <inkml:brushProperty name="ignorePressure" value="1"/>
    </inkml:brush>
  </inkml:definitions>
  <inkml:trace contextRef="#ctx0" brushRef="#br0">160 654,'12'-43,"-3"-1,-1 0,-2 0,-2-14,-2-12,-3 0,-5-24,6 90,-11-80,9 75,0 0,-1 0,0 0,0 1,-1-1,0 1,-5-7,8 13,0 0,-1 0,1 1,-1-1,1 0,-1 1,0-1,1 1,-1 0,0 0,0-1,0 1,0 0,0 0,1 1,0 0,-1-1,1 1,0 0,-1 0,1 0,0 0,-1 0,1 0,0 0,-1 1,1-1,0 0,0 1,-1-1,1 1,0-1,0 1,-3 2,1-1,-1 1,1 0,0 0,0 1,0-1,0 1,1-1,-1 1,1 0,0 0,0 0,0 1,-7 20,0 1,1 0,2 0,1 1,0 2,-10 138,14-161,-6 126,11 128,1-186,4-1,3 0,3-1,10 22,-19-74,0-1,2 1,0-1,1-1,1 1,1-2,1 1,6 6,-14-19,1 0,0 0,0 0,0-1,0 0,1 0,0 0,-1-1,1 1,1-1,-1-1,0 1,1-1,-1 0,1-1,-1 0,1 0,0 0,0-1,0 0,-1 0,1 0,0-1,0 0,-1-1,1 0,1 0,7-4,0 0,-1-1,1-1,-2 0,1-1,-1-1,-1 0,0 0,0-1,-1-1,0 0,-1-1,11-13,-2-1,-2 0,0-2,-2 0,5-13,-13 23</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54.646"/>
    </inkml:context>
    <inkml:brush xml:id="br0">
      <inkml:brushProperty name="width" value="0.1" units="cm"/>
      <inkml:brushProperty name="height" value="0.1" units="cm"/>
      <inkml:brushProperty name="ignorePressure" value="1"/>
    </inkml:brush>
  </inkml:definitions>
  <inkml:trace contextRef="#ctx0" brushRef="#br0">1 193,'35'346,"-10"235,-25-568,0-19,0-24,0-120,19-146,-10 225,3 1,4 0,2 0,3 2,10-15,-29 78,10-25,1 1,6-6,-15 27,1 1,0-1,0 1,1 0,0 1,0-1,1 1,0 1,0-1,2 0,-7 4,1 1,-1-1,1 1,-1 0,1 0,0 0,0 1,-1-1,1 1,0-1,0 1,0 0,-1 0,1 0,0 0,0 1,2 0,-1 0,0 1,1-1,-1 1,0 0,0 1,0-1,-1 1,1-1,-1 1,3 2,6 8,-1 0,-1 1,0 0,-1 0,4 9,17 34,-3 1,-3 1,13 46,-1 23,3 39,-7 22,-18-98,-6-63,-8-28,0 1,0-1,1 0,-1 1,0-1,0 0,0 0,1 1,-1-1,0 0,0 0,1 1,-1-1,0 0,0 0,1 0,-1 0,0 1,1-1,-1 0,0 0,1 0,-1 0,0 0,1 0,-1 0,0 0,1 0,0 0,0-1,-1 1,1-1,0 1,-1-1,1 1,-1-1,1 1,0-1,-1 1,1-1,-1 0,0 1,1-1,-1 0,1 0,13-26,-2 0,1-4,17-37,123-262,-107 216,28-115,-71 217,2-4,0 1,-1-1,-1 0,-1 0,0 0,-1-1,-1 1,0 0,-2-3,2 17,0 1,0-1,0 0,-1 1,1-1,-1 1,1-1,-1 1,0-1,0 1,1-1,-1 1,0 0,0 0,0-1,0 1,-1 0,1 0,-1 0,1 0,0 1,0-1,0 1,0 0,0 0,0 0,0 0,-1 0,1 0,0 0,0 0,0 0,0 0,0 1,0-1,0 0,0 1,0-1,0 1,0-1,-1 1,-4 3,1 0,-1 0,0 1,1 0,0 0,0 1,1-1,-1 2,-16 23,1 2,2 0,1 1,2 1,-2 9,-4 17,3 1,-7 43,18-72,2-1,1 1,2-1,1 1,1 0,2 0,5 24,-5-44,0 0,1-1,1 1,0-1,0 0,1 0,1 0,-1-1,2 0,0 0,0 0,0-1,1 0,1-1,-1 0,2 0,-1 0,1-1,0-1,0 0,1 0,0-1,0 0,0-1,1-1,0 0,-1 0,1-1,0-1,0 0,0 0,0-1,0-1,0 0,0-1,10-2,-8 0,0 0,0-1,-1-1,0 0,0 0,0-1,-1-1,0 0,-1-1,0 0,5-5,-9 6</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55.117"/>
    </inkml:context>
    <inkml:brush xml:id="br0">
      <inkml:brushProperty name="width" value="0.1" units="cm"/>
      <inkml:brushProperty name="height" value="0.1" units="cm"/>
      <inkml:brushProperty name="ignorePressure" value="1"/>
    </inkml:brush>
  </inkml:definitions>
  <inkml:trace contextRef="#ctx0" brushRef="#br0">173 756,'8'-12,"0"0,-1 0,-1-1,0 0,-1-1,0 1,-1-1,2-10,3-32,-3 0,-2 0,-3-53,-3 73,-1 0,-2 0,-1 0,-2 1,-1 0,-11-24,18 52,-1 1,0-1,-1 1,1 0,-1 0,0 0,-1 1,0 0,1 0,-6-5,8 9,1 0,-1 0,0 0,1 0,-1 0,0 1,0-1,0 0,0 1,0 0,1-1,-1 1,0 0,0 0,0 0,-2 0,1 1,1-1,0 1,-1 0,1 0,0 0,-1 0,1 1,0-1,0 1,0-1,0 1,0 0,1-1,-1 1,0 0,0 1,-4 7,-1-1,2 1,-1 0,1 1,1 0,0-1,0 1,0 6,-5 23,-2 31,11-70,-8 69,4 0,2 0,4 0,2 0,4-1,10 41,-13-88,0 0,1 0,2-1,0 0,1 0,1-1,5 7,-11-21,0 0,0-1,1 1,0-1,0 0,0-1,0 1,1-1,0 0,0 0,3 1,-4-3,0 0,0-1,0 1,0-1,1 0,-1-1,0 1,1-1,-1 0,0 0,1 0,-1-1,0 0,1 0,-1-1,1 0,0 1,0-2,0 1,-1-1,1 1,-1-1,2-2,3-3</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55.697"/>
    </inkml:context>
    <inkml:brush xml:id="br0">
      <inkml:brushProperty name="width" value="0.1" units="cm"/>
      <inkml:brushProperty name="height" value="0.1" units="cm"/>
      <inkml:brushProperty name="ignorePressure" value="1"/>
    </inkml:brush>
  </inkml:definitions>
  <inkml:trace contextRef="#ctx0" brushRef="#br0">77 1299,'-20'41,"2"1,-3 11,17-41,1 0,0 0,0 1,1-1,1 0,0 1,1-1,0 1,1 0,1 5,-2-14,1-1,0 1,0 0,1 0,-1-1,1 1,0-1,0 1,0-1,0 0,0 0,1 0,-1 0,1 0,0-1,0 1,0-1,0 1,1-1,-1 0,0-1,1 1,0 0,-1-1,1 0,0 0,0 0,-1 0,3-1,2 1,0-1,-1 0,1 0,-1-1,1 0,-1 0,1-1,-1 0,0-1,0 1,0-1,0 0,0-1,-1 0,1 0,11-9,-2-1,1 0,-2-1,0-1,-1-1,0 0,5-10,7-14,-2-2,16-39,-12 16,-2-1,-4-2,-3 0,-3-1,0-20,-3-11,-4 0,-5-1,-6-47,-2 79,-10-54,10 96,-2 0,-2 0,0 0,-2 1,-8-15,15 34,-1 1,0 0,-1 0,0 0,0 1,-1-2,5 7,0 0,0-1,-1 1,1 0,0 0,0 0,-1 0,1 0,-1 1,1-1,-1 0,1 1,-1-1,1 1,-1-1,0 1,1 0,-1-1,0 1,1 0,-1 0,0 1,1-1,-1 0,0 0,1 1,-1-1,1 1,-1-1,1 1,-1 0,-2 2,0 0,0 0,0 1,0 0,1-1,-1 1,1 0,0 1,0-1,1 1,-1-1,1 1,0 0,0 1,-7 20,1 0,-1 9,9-32,-17 78,4 1,3 0,3 49,11 252,14-72,37 173,-47-439</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43.167"/>
    </inkml:context>
    <inkml:brush xml:id="br0">
      <inkml:brushProperty name="width" value="0.1" units="cm"/>
      <inkml:brushProperty name="height" value="0.1" units="cm"/>
      <inkml:brushProperty name="ignorePressure" value="1"/>
    </inkml:brush>
  </inkml:definitions>
  <inkml:trace contextRef="#ctx0" brushRef="#br0">43 1,'-6'48,"3"0,1 1,3 4,0 6,7 562,-3 255,-7-826,2 3,-3 0,-2-1,-9 40,14-91,0 0,0 0,0 1,-1-1,1 0,0 0,-1 0,1 0,-1 0,1 0,-1 0,0 0,1-1,-1 1,0 1,0-2,1 0,0 0,0 0,-1-1,1 1,0 0,-1 0,1 0,0 0,0 0,-1 0,1-1,0 1,0 0,-1 0,1 0,0 0,0-1,-1 1,1 0,0 0,0-1,0 1,0 0,0 0,-1-1,1 1,0 0,0-1,0 1,0 0,0-1,-8-31,7 20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43.517"/>
    </inkml:context>
    <inkml:brush xml:id="br0">
      <inkml:brushProperty name="width" value="0.1" units="cm"/>
      <inkml:brushProperty name="height" value="0.1" units="cm"/>
      <inkml:brushProperty name="ignorePressure" value="1"/>
    </inkml:brush>
  </inkml:definitions>
  <inkml:trace contextRef="#ctx0" brushRef="#br0">0 1,'0'0,"0"0,0 0,0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43.853"/>
    </inkml:context>
    <inkml:brush xml:id="br0">
      <inkml:brushProperty name="width" value="0.1" units="cm"/>
      <inkml:brushProperty name="height" value="0.1" units="cm"/>
      <inkml:brushProperty name="ignorePressure" value="1"/>
    </inkml:brush>
  </inkml:definitions>
  <inkml:trace contextRef="#ctx0" brushRef="#br0">347 9,'0'0,"0"0,-13-3,-16-1,-14 2,-12 7,-8 8,8 3,12-2,14-3,12-4</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44.201"/>
    </inkml:context>
    <inkml:brush xml:id="br0">
      <inkml:brushProperty name="width" value="0.1" units="cm"/>
      <inkml:brushProperty name="height" value="0.1" units="cm"/>
      <inkml:brushProperty name="ignorePressure" value="1"/>
    </inkml:brush>
  </inkml:definitions>
  <inkml:trace contextRef="#ctx0" brushRef="#br0">1 788,'22'-24,"-2"-1,0-1,-2-1,8-15,56-116,-78 149,83-193,-49 107,33-56,-55 126,-16 24,0 1,0 0,1 0,-1-1,0 1,0 0,0 0,1 0,-1-1,0 1,0 0,0 0,1 0,-1 0,0 0,0 0,1-1,-1 1,0 0,0 0,1 0,-1 0,0 0,1 0,-1 0,0 0,0 0,1 0,-1 0,0 0,0 0,1 1,-1-1,0 0,0 0,1 0,-1 0,0 0,0 1,1-1,-1 0,0 0,0 0,0 0,1 1,-1-1,0 0,0 0,0 1,0-1,0 0,0 0,1 1,-1-1,0 0,0 0,0 1,0-1,0 0,0 1,3 20,-3-21,6 177,-3-46,25 285,-17-330,4 0,3-2,25 71,-38-141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44.601"/>
    </inkml:context>
    <inkml:brush xml:id="br0">
      <inkml:brushProperty name="width" value="0.1" units="cm"/>
      <inkml:brushProperty name="height" value="0.1" units="cm"/>
      <inkml:brushProperty name="ignorePressure" value="1"/>
    </inkml:brush>
  </inkml:definitions>
  <inkml:trace contextRef="#ctx0" brushRef="#br0">431 135,'-5'-9,"1"1,-1-1,-1 1,0 0,0 0,0 1,-1 0,0 0,-1 1,1-1,-1 2,0-1,-1 1,1 0,-1 1,0 0,0 0,-5 0,2 0,1 2,-1-1,0 1,1 1,-1 0,0 1,0 0,0 1,0 0,1 1,-1 0,0 1,1 0,0 1,-4 1,9-2,0 1,0 0,0 0,0 0,1 1,-1 0,1 0,0 0,1 0,-1 1,1 0,0 0,0 0,1 0,0 1,0-1,1 1,0 0,0 0,0 0,1 0,0 0,-3 23,1 0,2 0,1 0,3 19,1 15,8 32,-8-72,2 0,0-1,1 1,1-1,7 12,-13-31,0 1,1-1,-1 0,1 0,0 0,0 0,1-1,-1 1,1-1,-1 0,1 0,0 0,0-1,4 3,-5-4,0 0,0 0,0-1,0 1,0-1,0 1,1-1,-1 0,0 0,0 0,0 0,0-1,0 0,1 1,-1-1,0 0,0 0,-1-1,1 1,0-1,0 1,2-3,1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45.270"/>
    </inkml:context>
    <inkml:brush xml:id="br0">
      <inkml:brushProperty name="width" value="0.1" units="cm"/>
      <inkml:brushProperty name="height" value="0.1" units="cm"/>
      <inkml:brushProperty name="ignorePressure" value="1"/>
    </inkml:brush>
  </inkml:definitions>
  <inkml:trace contextRef="#ctx0" brushRef="#br0">36 984,'-16'-119,"4"0,5-15,7 95,1 0,3 0,0 0,3 0,1 1,2 0,1 0,9-15,-13 36,2 1,-1 0,2 0,0 1,1 0,0 0,1 2,1-1,0 2,1 0,0 0,1 1,3-1,-4 4,1 1,-1 0,1 1,1 0,-1 1,1 1,0 0,0 1,0 1,1 1,-1 0,0 1,0 1,16 2,-11 1,0 0,-1 1,1 1,-1 1,0 1,16 9,-22-8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46.151"/>
    </inkml:context>
    <inkml:brush xml:id="br0">
      <inkml:brushProperty name="width" value="0.1" units="cm"/>
      <inkml:brushProperty name="height" value="0.1" units="cm"/>
      <inkml:brushProperty name="ignorePressure" value="1"/>
    </inkml:brush>
  </inkml:definitions>
  <inkml:trace contextRef="#ctx0" brushRef="#br0">959 172,'-8'-13,"0"-1,-1 2,0-1,-1 1,0 1,-1-1,-1 2,1 0,-2 0,1 1,-1 0,-1 1,-1 0,8 5,0 0,0 0,0 0,0 1,-1 0,1 0,-1 1,0 0,1 0,-1 1,0 0,1 1,-1-1,1 1,-1 1,1-1,-1 1,1 1,0-1,0 1,0 1,0-1,0 1,1 0,-1 1,1 0,1 0,-10 9,0 2,1 0,1 0,1 1,1 1,0 0,1 1,1 0,1 0,0 3,-6 18,2 1,2 0,1 1,0 22,5-34,2 0,2 20,0-38,1 0,1-1,0 1,0-1,1 1,1-1,0 0,1 1,-4-9,0 0,0-1,1 1,-1-1,1 0,-1 1,1-1,0 0,0 0,0 0,0 0,0 0,1-1,-1 1,0-1,1 1,-1-1,1 0,0 0,1 1,-1-2,0 0,1 0,-1 0,0 0,1 0,-1 0,0-1,1 0,-1 0,0 0,0 0,0 0,0 0,0-1,0 0,9-5,0-1,-1-1,0 0,-1 0,0-1,-1 0,5-7,8-13,-1-2,-1 0,-2-2,-2 0,-1 0,-1-2,-2 1,-2-2,-1 0,-2 0,-1-4,-3 17,-2 0,-1-22,0 39,0 0,-1 0,0 0,-1-1,1 1,-1 0,-1 1,1-1,-1 0,-1 1,0-3,3 9,1-1,0 1,0-1,-1 1,1-1,0 1,-1-1,1 1,-1-1,1 1,-1 0,1-1,-1 1,1 0,-1-1,1 1,-1 0,1 0,-1 0,1-1,-1 1,1 0,-1 0,0 0,1 0,-1 0,1 0,-1 0,1 0,-1 0,0 0,1 0,-1 1,1-1,-1 0,1 0,-1 0,1 1,-1-1,1 0,-1 1,1-1,-1 0,1 1,-1-1,1 1,0-1,-1 1,1-1,-1 1,-14 27,4 3,2 0,2 0,0 0,-1 28,-4 131,14 94,18 71,3 73,-22-288,-6 0,-6 6,3-79,-13 53,15-96,-1-1,0 0,-2 0,-1 0,-1-1,-7 11,14-26,0-1,-1 1,0-1,0 0,-1-1,0 1,1-1,-2 0,1 0,-1-1,1 0,-7 3,8-5,-1 0,0 0,1-1,-1 0,0 0,0 0,0-1,0 1,0-2,0 1,0-1,0 1,0-2,0 1,1-1,-6-2,-5-2,1-1,-1-1,2-1,-1 0,2-1,-1 0,1-1,-5-6,-7-10,0 0,2-1,-9-17,4 2,3-1,2-2,1 0,3-1,1-1,3-1,2-1,2 0,-3-42,10 51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47.086"/>
    </inkml:context>
    <inkml:brush xml:id="br0">
      <inkml:brushProperty name="width" value="0.1" units="cm"/>
      <inkml:brushProperty name="height" value="0.1" units="cm"/>
      <inkml:brushProperty name="ignorePressure" value="1"/>
    </inkml:brush>
  </inkml:definitions>
  <inkml:trace contextRef="#ctx0" brushRef="#br0">17 631,'8'-2,"0"1,0-2,0 1,0-1,-1 0,0 0,1-1,-1 0,-1-1,1 1,0-1,-1 0,0-1,0 0,2-3,8-10,0 0,-1-1,-2-1,6-11,-6 8,-1-1,-1 0,-1-1,-2 0,4-18,-9 28,0-1,0 1,-2-1,0 1,-1-1,-1 1,0-1,-1 1,-4-16,5 28,-1 0,1 0,-1 0,1 0,-1 0,0 0,-1 0,1 1,0-1,-1 1,0 0,0 0,0 0,0 0,-1 0,0 0,2 2,0 0,0 0,0 1,-1-1,1 0,0 1,-1-1,1 1,0 0,-1 0,1 0,-1 0,1 0,0 1,-1-1,1 1,0-1,0 1,-1 0,1 0,0 0,0 0,0 0,0 0,0 1,0-1,0 1,1 0,-1-1,0 1,-6 7,-1 0,2 0,-1 0,1 1,1 1,0-1,0 1,-1 4,-9 24,-8 33,6-10,3 0,3 0,3 2,0 25,6-38,3 1,2-1,2 0,2 0,10 36,-11-69,-1 0,2 0,1-1,0 1,1-2,1 1,0-1,9 11,-14-22,0 0,0 0,1 0,0-1,0 1,0-1,0 0,1-1,-1 0,1 1,0-2,0 1,0-1,0 0,1 0,-1 0,0-1,1 0,-1 0,1-1,-1 0,1 0,0-1,-1 1,1-1,1-1,5-2,0 0,0-1,0 0,-1-1,0-1,0 0,-1 0,0-1,0-1,0 0,-1 0,-1-1,1-1,16-20,-2 0,-1-2,16-31,-11 13,-2-1,-2-1,-2-1,-3-1,-3-1,3-22,-9 28,-2-1,-3 0,-2 0,-2 0,-3 0,-1 0,-6-19,8 63,1 3,-1 0,1 1,-1-1,1 1,-1-1,0 1,0 0,-1-1,1 1,-1 0,0 0,0 0,-1-2,3 5,-1 0,1 0,-1 0,1-1,0 1,-1 0,1 0,-1 0,1 0,0 0,-1 0,1 0,-1 0,1 1,-1-1,1 0,0 0,-1 0,1 0,0 1,-1-1,1 0,0 0,-1 0,1 1,0-1,-1 0,1 1,0-1,-1 0,1 1,0-1,0 0,0 1,-1-1,1 1,0-1,0 0,0 1,0-1,-8 21,8-21,-8 28,2 0,1 0,1 0,1 1,1 16,3 44,5 13,5 36,6 0,20 68,-33-189,-4-17,0 0,0 0,0 0,0 0,1 0,-1 0,0 0,0 0,0 0,0 0,0 0,0 0,0 0,0 0,0 0,0-1,0 1,0 0,0 0,0 0,0 0,0 0,0 0,0 0,0 0,0 0,1 0,-1 0,0 0,0 0,0 0,0 0,0 1,0-1,0 0,0 0,0 0,0 0,0 0,0 0,0 0,0 0,0 0,0 0,0 0,0 0,0-29,-10-117,8-73,3 173,3 1,2 0,1 0,3 0,1 1,3 0,2 0,-10 30,1 0,0 0,1 1,1 0,0 0,1 1,10-10,-14 15,1 1,0 0,0 1,0-1,1 1,-1 1,1 0,1 0,-1 0,1 1,-1 0,1 1,0 0,2 0,7 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57.015"/>
    </inkml:context>
    <inkml:brush xml:id="br0">
      <inkml:brushProperty name="width" value="0.1" units="cm"/>
      <inkml:brushProperty name="height" value="0.1" units="cm"/>
      <inkml:brushProperty name="ignorePressure" value="1"/>
    </inkml:brush>
  </inkml:definitions>
  <inkml:trace contextRef="#ctx0" brushRef="#br0">252 826,'-23'-158,"-6"2,-7 1,-35-87,65 222,-12-33,16 49,1 1,-1-1,0 1,0 0,0 0,-1-1,1 1,-1 1,1-1,-1 0,-3-1,6 3,0 1,-1 0,1 0,0-1,-1 1,1 0,-1 0,1 0,0 0,-1 0,1 0,-1 0,1 0,-1 0,1 0,0 0,-1 0,1 0,-1 0,1 0,-1 0,1 0,0 0,-1 0,1 1,-1-1,1 0,0 0,-1 1,1-1,0 0,-1 0,1 1,0-1,-1 0,1 1,0-1,0 1,0-1,-1 0,1 1,0-1,-8 22,2 15,1 1,2 0,2-1,2 15,-1-8,38 920,-16-608,-18-279,9 173,33 157,-44-397,1 11,1-1,1 1,3 3,-8-23,0-1,0 0,0 0,0 1,0-1,0 0,0 0,0 0,0 1,0-1,0 0,0 0,0 1,0-1,0 0,0 0,0 0,1 1,-1-1,0 0,0 0,0 0,0 0,0 1,1-1,-1 0,0 0,0 0,0 0,1 0,-1 0,0 0,0 0,1 1,-1-1,0 0,0 0,0 0,1 0,2-10,-2-15,-2 11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57.353"/>
    </inkml:context>
    <inkml:brush xml:id="br0">
      <inkml:brushProperty name="width" value="0.1" units="cm"/>
      <inkml:brushProperty name="height" value="0.1" units="cm"/>
      <inkml:brushProperty name="ignorePressure" value="1"/>
    </inkml:brush>
  </inkml:definitions>
  <inkml:trace contextRef="#ctx0" brushRef="#br0">1 384,'0'0,"0"0,10-4,13-6,12-8,13-6,10-5,8-4,5-3,1-4,-2-1,-5-1,-8 3,-13 10,-15 9,-12 8,-8 6</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58.454"/>
    </inkml:context>
    <inkml:brush xml:id="br0">
      <inkml:brushProperty name="width" value="0.1" units="cm"/>
      <inkml:brushProperty name="height" value="0.1" units="cm"/>
      <inkml:brushProperty name="ignorePressure" value="1"/>
    </inkml:brush>
  </inkml:definitions>
  <inkml:trace contextRef="#ctx0" brushRef="#br0">0 764,'5'0,"0"0,-1-1,1 1,-1-1,1 0,-1-1,1 1,-1-1,0 0,0 0,0 0,0-1,0 1,0-1,3-3,-1 1,0-1,0 0,-1-1,0 0,0 0,3-4,4-12,-1 0,-1-1,-1 0,4-18,2-14,-1-1,-3 0,-3-1,-2 0,-3-1,-2-18,-2 71,1-11,-2-1,-2-13,3 28,1-1,-1 1,0 0,0-1,0 1,-1 0,1 0,-1 0,0 0,0 0,0 0,0 0,0 0,0 1,-1-1,-1 0,3 2,0 1,0-1,1 1,-1-1,0 1,0 0,0 0,1-1,-1 1,0 0,0 0,0 0,0 0,0 0,0 0,1 0,-1 0,0 0,0 1,0-1,0 0,1 0,-1 1,0-1,0 1,1-1,-1 1,-2 0,1 1,0 0,0 0,0 0,0 0,1 1,-1-1,0 2,-5 7,1 0,1 1,0 0,0 0,1 0,0 6,-13 78,13-74,-9 73,4 0,5 0,3 0,7 44,-3-108,2 0,0 0,4 8,-7-31,0 0,1-1,0 1,0-1,1 0,0 0,0 0,0 0,1-1,0 1,0-1,1 0,0-1,0 0,1 1,-4-4,-1-1,1 1,0-1,0 1,1-1,-1 0,0-1,0 1,0 0,1-1,-1 0,0 0,1 0,-1 0,0 0,0-1,1 1,-1-1,0 0,0 0,0 0,0 0,0-1,0 1,0-1,0 0,1-1,5-4,0-1,0 0,0 0,-1-1,-1 0,0 0,2-4,14-23,-1-2,-2-1,-2 0,-1-1,-2-1,1-13,18-78,2-44,-32 155,-4 65,2-17,1 63,8 48,-5-94,2 0,2-1,2 0,3 5,-13-42,0 0,0 0,1 0,0 0,0-1,0 1,0-1,1 0,0 1,0-2,5 5,-8-8,0 0,0-1,-1 0,1 1,0-1,0 0,0 1,0-1,0 0,0 0,0 0,0 0,0 0,0 0,0 0,0 0,0 0,0 0,0 0,0-1,0 1,0 0,0-1,0 1,-1-1,1 1,0-1,0 1,0-1,-1 0,1 1,0-1,-1 0,1 0,0 0,-1 1,1-1,-1 0,0 0,1-1,3-4,-1-1,0 1,-1-1,1 0,-1-1,7-28,-2-1,-1 0,-2 0,-1-11,-3-152,-2 83,4 161,1-1,2 1,3-1,1 0,2-1,2 0,12 26,-19-53,2 0,-1 0,2 0,0-1,1 0,0-1,1 0,4 3,-11-12,0 0,1 0,-1-1,1 1,-1-1,1 0,0-1,0 1,1-1,-1 0,0 0,1 0,-1-1,1 0,0 0,-1 0,1-1,0 0,-1 0,1 0,0-1,-1 0,1 0,0 0,4-2,-3-1,0 1,0-1,-1-1,1 1,-1-1,0 0,0-1,0 1,-1-1,0 0,0-1,0 1,-1-1,0 0,-1 0,1 0,-1-1,-1 1,2-5,4-16,-2 0,0-1,-2 1,0-23,0-46,-4 0,-4-1,-16-81,18 162,1 8,0 0,-1 0,0 0,0 0,-1 1,0-1,0 1,-1 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59.247"/>
    </inkml:context>
    <inkml:brush xml:id="br0">
      <inkml:brushProperty name="width" value="0.1" units="cm"/>
      <inkml:brushProperty name="height" value="0.1" units="cm"/>
      <inkml:brushProperty name="ignorePressure" value="1"/>
    </inkml:brush>
  </inkml:definitions>
  <inkml:trace contextRef="#ctx0" brushRef="#br0">1 533,'3'3,"0"-1,0 1,0-1,1 1,-1-1,1 0,-1 0,1-1,0 1,0-1,0 0,0 0,0 0,0 0,0-1,0 0,0 1,4-2,-4 0,1 0,0 0,0-1,0 1,-1-1,1 0,-1-1,0 1,1-1,-1 0,0 0,-1 0,1 0,0-1,0-1,12-13,-2-1,0 0,-2-1,0 0,-1-1,-1 0,4-14,-4 7,-1-1,-2 1,0-2,-2 1,1-23,-6 40,1-1,-2 1,0 0,0 0,-1-1,-2-3,4 13,-1 0,0 0,0 0,0 0,0 0,0 0,-1 0,1 1,-1-1,0 0,0 1,0-1,0 1,0 0,-1 0,1 0,0 0,-1 0,0 0,1 1,-1-1,0 1,0 0,0 0,0 0,-1 0,1 0,0 1,0 0,0 0,0 1,0-1,1 1,-1-1,0 1,0 0,0 0,1 0,-1 0,1 1,-1-1,1 1,-1-1,1 1,0 0,0 0,0 0,-2 2,-3 4,1 0,0 1,1-1,0 1,-3 7,-6 17,2 0,1 1,2 0,1 1,2 0,2 0,1 0,1 34,2-50,1 0,1 0,0 0,2 0,0 0,1-1,1 0,0 0,4 4,-5-12,0-1,0 0,1 0,1-1,-1 1,1-1,1-1,0 1,0-1,0-1,0 0,1 0,0 0,1-1,-1 0,1-1,2 0,3 1,0-1,0 0,0-2,0 0,0 0,1-1,-1-1,1-1,-1 0,0-1,0-1,1 0,-1-1,-3 0,0 0,-1 0,1-1,-1-1,0 0,-1 0,1-1,-2 0,1-1,-1 0,0-1,0 0,-1 0,0-1,-1 0,3-6,1-6,-1 0,0 0,-2-1,-1 0,-1-1,-1 1,-1-1,0-22,-1 0,-2 0,-3 0,-1 0,-4-8,7 51,-1-6,0-1,-1 1,0-1,-1 1,0 0,0 0,-1-2,4 11,-1-1,1 1,0 0,0-1,0 1,0 0,0-1,-1 1,1 0,0-1,0 1,0 0,-1 0,1-1,0 1,0 0,-1 0,1-1,0 1,-1 0,1 0,0 0,-1 0,1-1,0 1,-1 0,1 0,0 0,-1 0,1 0,0 0,-1 0,1 0,-1 0,1 0,0 0,-1 0,1 0,0 0,-1 0,1 1,0-1,-1 0,-8 16,4 0,0 1,2 0,0 0,1 0,0 8,0 92,2-83,2 76,4-1,12 49,-17-148,-1-6,1 1,0-1,-1 0,1 0,1 0,-1 0,1 0,-1 0,3 4,-4-8,0 0,1 0,-1 0,0 0,0 1,0-1,1 0,-1 0,0 0,0 0,1 0,-1 0,0 0,0 0,0 0,1 1,-1-1,0 0,0 0,1 0,-1 0,0-1,0 1,1 0,-1 0,0 0,0 0,1 0,-1 0,0 0,0 0,0 0,1-1,-1 1,0 0,0 0,0 0,0 0,1-1,-1 1,0 0,0 0,0 0,0-1,0 1,0 0,1 0,-1 0,0-1,0 1,0 0,0 0,0-1,6-15,-6 15,40-135,-12 39,18-41,-15 63,4 1,2 2,4 2,5-4,-31 54</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7:59.582"/>
    </inkml:context>
    <inkml:brush xml:id="br0">
      <inkml:brushProperty name="width" value="0.1" units="cm"/>
      <inkml:brushProperty name="height" value="0.1" units="cm"/>
      <inkml:brushProperty name="ignorePressure" value="1"/>
    </inkml:brush>
  </inkml:definitions>
  <inkml:trace contextRef="#ctx0" brushRef="#br0">1 0,'0'0,"0"0,0 0,0 0,0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07.975"/>
    </inkml:context>
    <inkml:brush xml:id="br0">
      <inkml:brushProperty name="width" value="0.1" units="cm"/>
      <inkml:brushProperty name="height" value="0.1" units="cm"/>
      <inkml:brushProperty name="ignorePressure" value="1"/>
    </inkml:brush>
  </inkml:definitions>
  <inkml:trace contextRef="#ctx0" brushRef="#br0">0 0,'25'149,"-6"1,-7 0,-7 1,-4-80,-6 46,1-81,-1 0,-2 0,-1 0,-3 2,-4-3,15-35,0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09.099"/>
    </inkml:context>
    <inkml:brush xml:id="br0">
      <inkml:brushProperty name="width" value="0.1" units="cm"/>
      <inkml:brushProperty name="height" value="0.1" units="cm"/>
      <inkml:brushProperty name="ignorePressure" value="1"/>
    </inkml:brush>
  </inkml:definitions>
  <inkml:trace contextRef="#ctx0" brushRef="#br0">193 153,'-5'0,"-1"-1,0 1,1 0,-1 1,1-1,-1 1,1 0,0 0,-1 1,1 0,0 0,0 0,0 0,0 1,-2 1,1 0,1 1,-1 0,1 0,0 0,1 1,-1 0,1 0,0 0,0 0,1 0,-2 5,-5 15,1 0,1 0,1 1,2 0,0 0,2 1,0 20,3 13,2-1,3 1,3-1,0-3,3-1,10 27,-15-62,1 0,1-1,1 0,0-1,2 0,0-1,1 0,3 2,-10-14,0 0,0 0,1-1,0 1,0-2,0 1,1-1,-1 1,1-2,0 1,0-1,1 0,-1-1,0 1,1-2,0 1,-1-1,1 0,0 0,0-1,0 0,-1-1,1 0,0 0,0 0,-1-1,1 0,-1-1,0 0,1 0,-1 0,0-1,-1 0,1 0,4-5,-1 1,0-1,0 1,-1-2,-1 1,1-1,-2-1,1 0,-2 0,4-7,-1 1,-2-1,0-1,-1 1,-1-1,-1 0,0-4,0-14,-1 0,-2-1,-1 1,-3-1,-1 1,-4-19,-3 3,-2 0,-3 1,-1 0,-17-30,17 46,-2-1,-1 2,-2 1,-1 1,-2 0,-15-14,37 44,-39-36,40 37,0 1,0-1,0 1,-1-1,1 1,-1 0,1 0,-1 0,1 0,-1 0,0 1,0-1,1 1,-1-1,0 1,1 0,-1 0,-1 1,3-1,0 0,0 0,1 1,-1-1,0 0,0 1,1-1,-1 1,0-1,1 1,-1-1,0 1,1-1,-1 1,1 0,-1-1,1 1,-1 0,1-1,0 1,-1 0,1 0,0-1,-1 1,1 0,0 0,-1 9</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10.368"/>
    </inkml:context>
    <inkml:brush xml:id="br0">
      <inkml:brushProperty name="width" value="0.1" units="cm"/>
      <inkml:brushProperty name="height" value="0.1" units="cm"/>
      <inkml:brushProperty name="ignorePressure" value="1"/>
    </inkml:brush>
  </inkml:definitions>
  <inkml:trace contextRef="#ctx0" brushRef="#br0">21 314,'0'49,"1"8,-2 0,-2 0,-3-1,-6 16,13-142,6 12,2 0,3 0,15-44,-17 71,1 0,2 0,2 1,0 1,2 0,1 1,11-11,-24 31,2 1,-1 0,1 1,0-1,0 2,1-1,0 1,3-3,-8 7,0 0,-1 0,1 0,0 0,-1 0,1 0,0 1,0-1,0 1,0 0,-1 0,1 0,0 0,0 0,0 0,0 1,0 0,-1 0,1-1,0 1,-1 1,1-1,0 0,-1 1,0-1,1 1,-1 0,0 0,1 0,4 6,-1 0,0 0,0 0,-1 1,0 0,0 0,-1 0,-1 0,1 1,-1 0,0 6,5 19,-2 0,0 22,-2-4,-3-1,-1 0,-3 1,-9 42,10-87,1-19,3-21,6-29,3 1,3 0,2 2,3-1,2 2,10-15,-25 60,-1 0,2 1,0 0,0 0,1 0,1 0,-9 11,1-1,0 0,-1 0,1 0,0 0,0 1,-1-1,1 0,0 1,0-1,0 0,0 1,0-1,0 1,0 0,0-1,0 1,0 0,0 0,0-1,1 1,-1 0,0 0,0 0,0 0,0 0,0 1,0-1,0 0,0 0,0 1,0-1,0 1,0-1,0 1,0-1,0 1,0 0,0-1,0 1,-1 0,1 0,0-1,0 1,-1 0,1 0,-1 0,1 0,-1 0,1 0,-1 0,1 1,3 7,0 1,-1-1,0 1,-1 0,1 4,7 47,-3 1,-1 27,-4 126,-2-176,-3 63,1 45,4-133,-2-15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10.817"/>
    </inkml:context>
    <inkml:brush xml:id="br0">
      <inkml:brushProperty name="width" value="0.1" units="cm"/>
      <inkml:brushProperty name="height" value="0.1" units="cm"/>
      <inkml:brushProperty name="ignorePressure" value="1"/>
    </inkml:brush>
  </inkml:definitions>
  <inkml:trace contextRef="#ctx0" brushRef="#br0">0 1,'17'199,"2"33,-20-213,-4-24,-4-33,4-18,3 0,3-54,0 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11.252"/>
    </inkml:context>
    <inkml:brush xml:id="br0">
      <inkml:brushProperty name="width" value="0.1" units="cm"/>
      <inkml:brushProperty name="height" value="0.1" units="cm"/>
      <inkml:brushProperty name="ignorePressure" value="1"/>
    </inkml:brush>
  </inkml:definitions>
  <inkml:trace contextRef="#ctx0" brushRef="#br0">1 29,'20'70,"-3"0,-3 0,-3 2,-2 4,-9-69,2 30,-2-36,0 1,0-1,-1 1,1 0,0-1,-1 1,1-1,-1 1,1-1,-1 1,0-1,1 1,-1-1,0 0,0 0,0 1,0-1,-1 1,2-2,0 0,-1 0,1 0,0 0,0 0,0 1,-1-1,1 0,0 0,0 0,-1 0,1 0,0 0,0 0,0 0,-1 0,1 0,0 0,0 0,-1 0,1 0,0 0,0-1,0 1,-1 0,1 0,0 0,0 0,0 0,-1 0,1 0,0-1,0 1,0 0,0 0,-1 0,1-1,0 1,0 0,0 0,0 0,0-1,0 1,0 0,0 0,-1 0,1-1,0 1,-2-14,1 2,2 0,-1 0,2 1,0-1,3-11,20-61,-19 67,8-27,2 1,2 0,2 1,4-5,-21 42,0 1,1-1,-1 1,1 0,-1 0,3-1,-6 4,1 0,0 1,-1-1,1 1,0-1,0 1,-1-1,1 1,0-1,0 1,0 0,0 0,0-1,0 1,0 0,-1 0,1 0,0 0,0 0,0 0,0 0,0 0,0 0,0 1,0-1,0 0,-1 1,1-1,0 0,0 1,0-1,-1 1,1-1,0 1,0 0,-1-1,1 1,-1 0,1-1,0 1,2 4,0 0,0 0,0 0,0 0,-1 0,0 0,0 1,0-1,-1 3,10 55,-9-46,9 116,-6 1,-5-1,-8 11,7-118</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12.299"/>
    </inkml:context>
    <inkml:brush xml:id="br0">
      <inkml:brushProperty name="width" value="0.1" units="cm"/>
      <inkml:brushProperty name="height" value="0.1" units="cm"/>
      <inkml:brushProperty name="ignorePressure" value="1"/>
    </inkml:brush>
  </inkml:definitions>
  <inkml:trace contextRef="#ctx0" brushRef="#br0">216 88,'-27'71,"14"-33,10-37,0-7,-1-10,4 16,-2-12,-2-8,0 0,-1 0,-8-16,12 32,-1 0,0 0,0 0,0 0,0 0,-1 0,0 1,1-1,-1 1,-1 0,1 0,0 0,-1 0,1 0,-1 1,0 0,0 0,0 0,0 0,-2 0,5 1,-1 1,0 0,0-1,0 1,0 0,0 0,0 0,0 0,1 0,-1 0,0 1,0-1,0 1,0-1,0 1,1 0,-1 0,0-1,1 1,-2 1,1 0,0 0,-1 0,1 1,1-1,-1 1,0-1,1 1,-1 0,1-1,0 1,-1 0,1 0,-2 9,0 0,1-1,1 1,0 0,0 0,1 1,3 39,-2-48,0 0,-1 0,1 0,1 0,-1 0,1 0,-1-1,1 1,0-1,0 1,3 2,-2-4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13.121"/>
    </inkml:context>
    <inkml:brush xml:id="br0">
      <inkml:brushProperty name="width" value="0.1" units="cm"/>
      <inkml:brushProperty name="height" value="0.1" units="cm"/>
      <inkml:brushProperty name="ignorePressure" value="1"/>
    </inkml:brush>
  </inkml:definitions>
  <inkml:trace contextRef="#ctx0" brushRef="#br0">0 0,'120'26,"-80"-16,0-2,1-1,0-2,21-1,-18-5,-1-3,1-1,-1-2,31-10,-62 14</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13.616"/>
    </inkml:context>
    <inkml:brush xml:id="br0">
      <inkml:brushProperty name="width" value="0.1" units="cm"/>
      <inkml:brushProperty name="height" value="0.1" units="cm"/>
      <inkml:brushProperty name="ignorePressure" value="1"/>
    </inkml:brush>
  </inkml:definitions>
  <inkml:trace contextRef="#ctx0" brushRef="#br0">1 0,'0'0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14.482"/>
    </inkml:context>
    <inkml:brush xml:id="br0">
      <inkml:brushProperty name="width" value="0.1" units="cm"/>
      <inkml:brushProperty name="height" value="0.1" units="cm"/>
      <inkml:brushProperty name="ignorePressure" value="1"/>
    </inkml:brush>
  </inkml:definitions>
  <inkml:trace contextRef="#ctx0" brushRef="#br0">0 1,'49'14,"1"-2,0-2,44 2,-15-9,1-3,-1-4,27-7,-74 8,0 1,-29 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15.987"/>
    </inkml:context>
    <inkml:brush xml:id="br0">
      <inkml:brushProperty name="width" value="0.1" units="cm"/>
      <inkml:brushProperty name="height" value="0.1" units="cm"/>
      <inkml:brushProperty name="ignorePressure" value="1"/>
    </inkml:brush>
  </inkml:definitions>
  <inkml:trace contextRef="#ctx0" brushRef="#br0">25 73,'-2'-9,"1"-2,-1 0,-1 1,0-1,-4-8,4 17,1 10,0 9,4 21,6 25,1 27,-10 328,2 24,-1-438,0 8,1 0,0-1,1 1,1-1,-3-11,0 1,0-1,0 0,0 1,0-1,0 0,0 0,0 1,0-1,0 0,0 1,0-1,1 0,-1 0,0 1,0-1,0 0,0 0,1 1,-1-1,0 0,0 0,1 0,-1 0,0 1,0-1,1 0,-1 0,0 0,0 0,1 0,-1 0,0 1,1-1,-1 0,0 0,0 0,1 0,-1 0,1 0,9-11,7-25,-16 33,11-27,-8 21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16.803"/>
    </inkml:context>
    <inkml:brush xml:id="br0">
      <inkml:brushProperty name="width" value="0.1" units="cm"/>
      <inkml:brushProperty name="height" value="0.1" units="cm"/>
      <inkml:brushProperty name="ignorePressure" value="1"/>
    </inkml:brush>
  </inkml:definitions>
  <inkml:trace contextRef="#ctx0" brushRef="#br0">173 15,'-5'-2,"1"-1,-1 1,0 1,0-1,0 1,0 0,0 0,0 0,0 0,-1 1,3 0,0 1,0-1,1 1,-1-1,0 1,1 0,-1 0,1 0,-1 0,1 1,0-1,-1 0,1 1,0 0,0 0,0-1,0 1,0 1,-1 1,-4 7,0 0,0 0,1 1,1 0,0 0,1 1,0 0,1-1,0 4,-4 20,2 1,1 25,3-14,1 1,3-1,5 24,-3-45,0 0,2 0,1 0,1-1,1 0,11 20,-15-36,0-1,0 1,1-1,0-1,0 1,1-1,0 0,1-1,4 3,-10-7,0-1,0 0,1 0,-1 0,1-1,-1 1,1-1,0 0,-1 0,1 0,0 0,0-1,0 0,0 1,-1-2,1 1,0 0,0-1,0 1,0-1,-1 0,1 0,0-1,-1 1,1-1,-1 0,1 0,1-1,2-3,0 0,-1-1,1 1,-2-1,1 0,-1-1,0 1,0-1,-1 0,3-8,6-15,-2-1,1-7,-10 32,25-95,-24 86</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17.151"/>
    </inkml:context>
    <inkml:brush xml:id="br0">
      <inkml:brushProperty name="width" value="0.1" units="cm"/>
      <inkml:brushProperty name="height" value="0.1" units="cm"/>
      <inkml:brushProperty name="ignorePressure" value="1"/>
    </inkml:brush>
  </inkml:definitions>
  <inkml:trace contextRef="#ctx0" brushRef="#br0">1 0,'0'0,"0"0,0 0,0 0,0 0,0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17.770"/>
    </inkml:context>
    <inkml:brush xml:id="br0">
      <inkml:brushProperty name="width" value="0.1" units="cm"/>
      <inkml:brushProperty name="height" value="0.1" units="cm"/>
      <inkml:brushProperty name="ignorePressure" value="1"/>
    </inkml:brush>
  </inkml:definitions>
  <inkml:trace contextRef="#ctx0" brushRef="#br0">16 61,'9'130,"-5"0,-6 0,-15 97,10-195,4-29,5-20,12-97,6 0,4 1,29-75,-43 160,1 0,2 1,-9 19,0 0,1 1,0-1,0 1,0 0,1 1,1-1,5-4,-11 10,0-1,1 1,0 0,-1 0,1 0,0 0,-1 0,1 0,0 0,0 0,0 1,0-1,-1 1,1-1,0 1,0 0,0 0,0 0,0 0,0 0,0 0,0 1,0-1,0 0,0 1,0 0,0-1,-1 1,1 0,0 0,0 0,-1 0,1 0,-1 1,1-1,-1 1,5 3,-2 1,1 1,-1-1,0 1,0-1,-1 1,0 0,0 0,0 1,14 45,-3 0,-2 1,5 50,-4 30,-5 4,-5 94,-4-181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18.884"/>
    </inkml:context>
    <inkml:brush xml:id="br0">
      <inkml:brushProperty name="width" value="0.1" units="cm"/>
      <inkml:brushProperty name="height" value="0.1" units="cm"/>
      <inkml:brushProperty name="ignorePressure" value="1"/>
    </inkml:brush>
  </inkml:definitions>
  <inkml:trace contextRef="#ctx0" brushRef="#br0">1 435,'9'-4,"1"0,0 1,11-2,16-7,-35 12,-1-1,1 0,-1 0,0-1,1 1,-1 0,0 0,1-1,-1 1,0-1,0 1,0-1,0 1,-1-1,1 1,0-1,-1 0,1 0,-1 1,1-1,-1 0,0 0,0 0,1-49,-1 30,0-8,2-1,2 1,0 1,7-19,-10 39,2 0,-1 0,1 0,0 0,1 1,0 0,0-1,1 1,0 1,0-1,0 1,1 0,0 0,0 0,1 1,-1 0,1 0,3-1,-6 4,-1 1,0 0,0-1,0 1,1 0,-1 1,1-1,-1 1,0 0,1-1,-1 1,1 1,-1-1,1 0,-1 1,0 0,2 0,0 1,-1 0,0 0,1 1,-1-1,0 1,0 0,-1 0,1 0,-1 1,1-1,0 3,6 7,-1 1,-1-1,0 2,-1-1,-1 1,5 14,5 26,-3 0,-1 1,-4 0,-2 1,-2 0,-3 0,-2 0,-6 37,5-79,2-3,-1 0,-1 0,0 0,-1 0,0 0,-1-1,0 1,-3 3,7-15,0 1,0-1,0 0,0 0,0 0,0 1,0-1,0 0,0 0,0 0,-1 1,1-1,0 0,0 0,0 0,0 0,0 1,-1-1,1 0,0 0,0 0,0 0,-1 0,1 0,0 0,0 0,0 0,-1 0,1 1,0-1,0 0,0 0,-1 0,1 0,0 0,-1-1,0-1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43.082"/>
    </inkml:context>
    <inkml:brush xml:id="br0">
      <inkml:brushProperty name="width" value="0.1" units="cm"/>
      <inkml:brushProperty name="height" value="0.1" units="cm"/>
      <inkml:brushProperty name="ignorePressure" value="1"/>
    </inkml:brush>
  </inkml:definitions>
  <inkml:trace contextRef="#ctx0" brushRef="#br0">96 329,'-4'-3,"2"0,0 1,0 0,0 0,0 0,-1 0,1 0,0 1,-2-1,3 1,-1 1,1 0,-1-1,0 1,1 0,-1 0,1 0,-1 0,1 0,-1 1,1-1,-1 0,1 1,-1-1,1 1,-1 0,0-1,-41 22,81-75,3 1,9-6,-27 34,1 0,1 2,1 1,1 1,8-4,-27 19,0 1,1-1,0 2,0-1,0 1,0 1,1-1,-1 2,1-1,1 1,-8 1,1 0,-1 0,1 0,-1 0,0 0,1 1,-1 0,0 0,1 0,-1 0,0 0,0 1,0-1,0 1,0 0,0 0,-1 0,1 0,-1 0,1 1,-1-1,0 1,0-1,0 1,0 0,0 0,-1 0,1 0,0 3,1 5,0-1,-1 0,-1 0,1 1,-2-1,1 1,-2-1,1 1,-2 7,-5 20,-10 37,-1-12,-3 0,-3-2,-17 28,-98 173,116-221,19-35,2-3,0 1,0 0,0-1,1 1,-1 0,0 3,2-7,0 1,0-1,0 0,0 1,0-1,0 1,0-1,0 0,0 1,0-1,0 0,0 1,0-1,1 0,-1 0,0 1,0-1,0 0,0 1,1-1,-1 0,0 0,0 1,1-1,-1 0,0 0,0 1,1-1,-1 0,17 0,3-5,-1 2,0 0,1 1,-1 1,1 1,-1 0,1 2,-1 0,1 1,-1 1,0 1,-1 1,1 0,-1 1,0 1,-1 1,1 1,-2 0,8 7,-6-3,-2 0,0 1,0 0,-1 2,-1 0,-1 0,0 1,-2 1,3 5,-10-16,0 1,0-1,0 1,-1 0,-1 0,1 1,-2-1,1 0,-1 1,-1-1,1 1,-2-1,1 1,-1-1,-1 1,0-1,0 0,-1 0,0 0,0 0,-1 0,-2 3,-3 1,0-1,0 0,-1-1,0 0,-1 0,0-1,-1-1,0 0,-1-1,0 0,0 0,-1-2,1 1,-3-1,-5 1,0 0,0-1,-1-1,0-1,0-1,0-1,0-1,0 0,-7-3,16 1,-1-1,0 0,1-2,0 1,0-2,0 1,0-2,1 0,-11-6,14 6,0 0,1-1,-1 0,2 0,-1-1,1 0,0 0,0 0,1-1,0 0,1 0,-4-9,5 6</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43.886"/>
    </inkml:context>
    <inkml:brush xml:id="br0">
      <inkml:brushProperty name="width" value="0.1" units="cm"/>
      <inkml:brushProperty name="height" value="0.1" units="cm"/>
      <inkml:brushProperty name="ignorePressure" value="1"/>
    </inkml:brush>
  </inkml:definitions>
  <inkml:trace contextRef="#ctx0" brushRef="#br0">84 0,'-15'239,"6"-75,-16 66,11-158,7-40,2-1,1 1,0 13,4-44,0 0,0 0,-1-1,1 1,0 0,0 0,0 0,0-1,0 1,0 0,1 0,-1 0,0 0,0-1,1 1,-1 0,0 0,1-1,-1 1,0 0,1-1,-1 1,1 0,0-1,-1 1,1-1,-1 1,1-1,0 1,-1-1,1 1,0-1,0 0,-1 1,1-1,0 0,0 1,0-1,-1 0,1 0,0 0,0 0,0 0,5-1,-1 0,0-1,0 1,-1-1,1 0,4-3,7-2,18-5,1 1,0 2,1 2,0 1,26-1,-3 4,1 3,-1 2,6 4,-40-3,0 2,-1 0,0 2,20 7,-41-13,-4-2</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44.364"/>
    </inkml:context>
    <inkml:brush xml:id="br0">
      <inkml:brushProperty name="width" value="0.1" units="cm"/>
      <inkml:brushProperty name="height" value="0.1" units="cm"/>
      <inkml:brushProperty name="ignorePressure" value="1"/>
    </inkml:brush>
  </inkml:definitions>
  <inkml:trace contextRef="#ctx0" brushRef="#br0">38 1,'-8'19,"2"0,0 0,1 1,1 0,1 0,0 6,0 36,3 25,1-48,11 837,-12-859,0 6,0 1,2-1,1 0,1 1,1 3,1-16,-1-16,0-18,-5 17</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45.488"/>
    </inkml:context>
    <inkml:brush xml:id="br0">
      <inkml:brushProperty name="width" value="0.1" units="cm"/>
      <inkml:brushProperty name="height" value="0.1" units="cm"/>
      <inkml:brushProperty name="ignorePressure" value="1"/>
    </inkml:brush>
  </inkml:definitions>
  <inkml:trace contextRef="#ctx0" brushRef="#br0">440 56,'-56'-11,"-56"-4,9 2,75 8,-35-6,59 11,0 0,-1 0,1 0,0 0,-1 0,1 1,0 0,0 0,0 0,-1 1,1-1,0 1,2-1,0 1,1-1,-1 1,1-1,-1 1,1-1,-1 1,1 0,0-1,0 1,0 0,0 0,0 0,0 0,1 0,-1 0,1 0,-1 0,1 0,0 0,0 1,-1 7,1 0,0 0,1 0,0 0,0-3,64 503,-64-500,-1-2,1 0,1 0,-1 0,3 8,-4-15,1 0,-1 0,0 0,1 0,-1 0,0 0,1 0,0 0,-1 0,1-1,-1 1,1 0,0 0,0 0,-1-1,1 1,0 0,0-1,0 1,0-1,0 1,0-1,0 1,0-1,0 0,0 0,0 1,0-1,0 0,0 0,0 0,0 0,0 0,0 0,0 0,0-1,0 1,1 0,19-8,-1-1,0-1,0-1,4-4,32-17,-55 31,40-19,17-5,-45 20,-1 1,1 0,0 1,0 0,0 1,0 1,3 0,-11 1,-1 0,1 1,-1-1,1 1,-1 0,1 0,-1 0,0 1,0 0,1 0,-1 0,-1 0,1 0,0 1,0 0,0 1,1 1,0 0,0 1,-1 0,1 0,-1 0,-1 1,1-1,-1 1,1 4,3 11,-1 0,-1 1,-1-1,-1 1,-1 0,-1 1,1 21,-3 1,-2 0,-1-1,-9 34,6-49,-1 0,-1-1,-1-1,-1 1,-2-2,-1 0,-12 17,20-34,-1-1,0 1,-1-1,0-1,-1 1,0-2,0 1,0-1,-1 0,0-1,0 0,-1-1,0 0,0-1,0 0,0-1,-1 0,1 0,-1-1,0-1,0 0,0-1,1 0,-1-1,0 0,0-1,1 0,-1-1,-7-2,1-2,-1 0,1 0,1-2,0 0,0-1,0-1,2 0,-6-6,9 5</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46.115"/>
    </inkml:context>
    <inkml:brush xml:id="br0">
      <inkml:brushProperty name="width" value="0.1" units="cm"/>
      <inkml:brushProperty name="height" value="0.1" units="cm"/>
      <inkml:brushProperty name="ignorePressure" value="1"/>
    </inkml:brush>
  </inkml:definitions>
  <inkml:trace contextRef="#ctx0" brushRef="#br0">1 358,'0'133,"5"0,6-1,6 0,24 84,-37-197,4 14,8 22,-13-46,0-1,1 1,0-1,1 0,0 0,0 0,1-1,2 3,-7-8,0-1,1 1,-1-1,1 0,-1 1,1-1,0 0,0 0,-1 0,1 0,0-1,0 1,0 0,0-1,0 1,0-1,0 0,0 0,0 1,0-1,0 0,0-1,0 1,0 0,0-1,0 1,0-1,-1 0,1 1,0-1,0 0,0 0,-1 0,1 0,0-1,-1 1,1-1,7-5,-1-1,0 0,-1-1,0 0,0 0,0-2,23-36,-3-1,-2-1,7-22,7-28,5-33,-25 70,-3-2,-2 0,-4 0,-1-10,-7 48,-1 0,-1-1,-1 1,-1-1,-2 1,0 0,-2 0,-1 1,-1 0,-1 0,-8-14,12 29,-1 0,0 0,-1 1,0 0,-1 0,0 0,0 1,0 0,-1 1,-1 0,1 0,-7-3,11 8,0-1,-1 1,1 0,-1 0,1 0,-1 1,0 0,0 0,0 0,1 1,-1 0,0 0,0 0,0 1,0 0,1 0,-1 1,0-1,1 1,-1 0,1 1,0-1,-1 1,1 0,-2 3,-5 4,0 0,1 1,0 1,1 0,1 0,0 1,0 0,1 0,1 1,0 0,-3 13,-9 27,2 0,-4 32,10-37,6-15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47.247"/>
    </inkml:context>
    <inkml:brush xml:id="br0">
      <inkml:brushProperty name="width" value="0.1" units="cm"/>
      <inkml:brushProperty name="height" value="0.1" units="cm"/>
      <inkml:brushProperty name="ignorePressure" value="1"/>
    </inkml:brush>
  </inkml:definitions>
  <inkml:trace contextRef="#ctx0" brushRef="#br0">1 203,'3'54,"2"0,12 50,-7-42,0-7,12 99,-18-119,-2 0,-2 0,-2 11,2-42,0 0,-1 0,0 0,0-1,0 1,0 0,-1-1,1 1,-1 0,2-4,-1 0,1 0,0 1,0-1,0 0,0 0,0 1,-1-1,1 0,0 0,0 0,-1 1,1-1,0 0,0 0,0 0,-1 0,1 0,0 1,0-1,-1 0,1 0,0 0,-1 0,1 0,0 0,0 0,-1 0,1 0,0 0,-1 0,1 0,0 0,0 0,-1 0,1-1,0 1,0 0,-1-1,0 0,0 0,0-1,0 1,0 0,0-1,1 1,-1 0,1-1,-1 1,1-1,0 1,-1-1,-4-22,1 0,1-1,1 1,1-1,1-1,8-125,-1 79,3 0,2 0,4 2,3-1,10-19,-25 79,1-1,0 1,0 0,1 0,0 1,1 0,0 0,4-3,-10 11,0 1,0 0,0 0,0 0,0 1,0-1,0 0,0 0,1 0,-1 1,0-1,0 1,1-1,-1 1,0-1,1 1,-1 0,0 0,1 0,-1 0,1 0,-1 0,0 0,1 0,-1 0,0 0,1 1,-1-1,0 1,1-1,-1 1,0-1,0 1,1 0,-1 0,0 0,3 2,-1 1,1 0,-1 0,0 0,0 0,-1 0,1 1,-1 0,1 2,10 26,-2 1,-1 0,-2 0,3 33,9 143,-17-135,-3 0,-3 0,52-234,69-148,-114 297,5-12,1 0,1 0,1 1,1 1,0 0,7-6,-18 24,-1 1,0-1,1 1,-1-1,1 1,-1 0,1-1,-1 1,1 0,0 0,0 0,-1 1,1-1,0 0,0 1,0-1,0 1,0-1,0 1,0 0,1 0,-1 1,0-1,0 1,-1 0,1 0,0 0,0 0,-1 0,1 1,-1-1,1 0,-1 1,1-1,-1 1,0-1,0 1,0 0,0 0,0-1,0 1,0 0,0 1,7 16,-1 1,-1-1,-1 1,-1 1,-1-1,0 2,3 53,-3 2,-2-59,-5 307,1 16,3-331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49.018"/>
    </inkml:context>
    <inkml:brush xml:id="br0">
      <inkml:brushProperty name="width" value="0.1" units="cm"/>
      <inkml:brushProperty name="height" value="0.1" units="cm"/>
      <inkml:brushProperty name="ignorePressure" value="1"/>
    </inkml:brush>
  </inkml:definitions>
  <inkml:trace contextRef="#ctx0" brushRef="#br0">80 122,'-8'37,"2"-1,2 1,0 26,5 111,2-109,-3 1,-3-1,-6 27,8-81,-1 0,0 0,-1-1,0 1,-1-1,0 0,0 0,-1 1,5-11,0 1,-1-1,1 1,0-1,0 1,-1-1,1 1,0-1,-1 1,1-1,-1 0,1 1,0-1,-1 1,1-1,-1 0,1 0,-1 1,1-1,-1 0,1 0,-1 1,1-1,-1 0,0 0,1 0,-1 0,0 0,1-1,-1 1,1-1,-1 1,1-1,-1 1,1-1,0 1,-1-1,1 1,0-1,-1 0,1 1,0-1,0 0,0 1,0-1,-1 0,1 1,-3-37,9-15,1 2,3-1,4-5,-3 10,16-72,13-19,-25 93,1 1,3 1,1 0,18-25,-33 60,0 0,0 0,0 0,1 0,0 1,0 0,6-4,-11 9,1 0,-1 0,0 0,0 1,1-1,-1 1,0-1,1 1,-1-1,1 1,-1 0,1 0,-1 0,0 0,1 0,-1 0,1 0,-1 0,2 1,-1 0,0 0,-1 0,1 0,0 0,0 1,-1-1,1 0,-1 1,1-1,-1 1,0 0,0 0,1-1,-1 1,-1 0,1 0,1 2,5 15,0 0,-1 0,-1 1,-1-1,1 18,5 107,-9-107,6 176,-8-151,-3 1,-5 22,6-73,2-14,1-19,15-94,4 2,6 0,5 0,-28 103,31-100,-26 92,0 1,1 1,0-1,1 2,2-2,-10 15,1-1,0 0,0 1,0 0,0-1,1 1,-1 0,0 0,1 0,0 1,-1-1,1 0,0 1,0 0,0 0,2-1,-3 2,0 0,0 0,1 0,-1 0,0 0,0 1,0-1,0 1,0 0,0-1,0 1,0 0,-1 0,1 0,0 0,0 1,-1-1,1 0,0 1,-1-1,0 1,1 0,-1-1,1 3,7 9,-1 1,0 0,-1 0,-1 0,0 1,-1 0,-1 1,2 12,4 25,1 53,-6-46,-2 1,-3 0,-3 0,-3-1,-4 13,5-60,5-13,0-1,-1 1,1 0,0 0,0 0,0 0,-1 0,1 0,0-1,0 1,0 0,0 0,-1 0,1 0,0-1,0 1,0 0,0 0,0 0,-1-1,1 1,0 0,0 0,0-1,0 1,0 0,0 0,0-1,0 1,0 0,0 0,0 0,0-1,0 1,0 0,0 0,0-1,0 1,0-10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50.518"/>
    </inkml:context>
    <inkml:brush xml:id="br0">
      <inkml:brushProperty name="width" value="0.1" units="cm"/>
      <inkml:brushProperty name="height" value="0.1" units="cm"/>
      <inkml:brushProperty name="ignorePressure" value="1"/>
    </inkml:brush>
  </inkml:definitions>
  <inkml:trace contextRef="#ctx0" brushRef="#br0">1 6,'0'0,"0"-1,0 1,0 0,0 0,0 0,0 0,0 0,0-1,0 1,0 0,0 0,0 0,0 0,0 0,0-1,0 1,0 0,0 0,0 0,0 0,0-1,0 1,0 0,0 0,0 0,0 0,0 0,0 0,1-1,-1 1,0 0,0 0,0 0,0 0,0 0,0 0,0 0,1 0,-1 0,0 0,0-1,0 1,0 0,0 0,1 0,-1 0,0 0,0 0,0 0,0 0,1 0,-1 0,0 0,0 0,0 0,17 1,24 6,-37-6,30 6,5 1,0-1,0-1,0-3,24 0,-50-4,0 0,0 2,0-1,0 2,0 0,0 0,-1 1,1 1,-1 0,0 1,0 0,0 1,-1 0,4 3,-5-1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51.019"/>
    </inkml:context>
    <inkml:brush xml:id="br0">
      <inkml:brushProperty name="width" value="0.1" units="cm"/>
      <inkml:brushProperty name="height" value="0.1" units="cm"/>
      <inkml:brushProperty name="ignorePressure" value="1"/>
    </inkml:brush>
  </inkml:definitions>
  <inkml:trace contextRef="#ctx0" brushRef="#br0">1 0,'30'10,"0"-2,1-1,0-1,0-2,25 1,17-4,65-7,-122 5</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52.036"/>
    </inkml:context>
    <inkml:brush xml:id="br0">
      <inkml:brushProperty name="width" value="0.1" units="cm"/>
      <inkml:brushProperty name="height" value="0.1" units="cm"/>
      <inkml:brushProperty name="ignorePressure" value="1"/>
    </inkml:brush>
  </inkml:definitions>
  <inkml:trace contextRef="#ctx0" brushRef="#br0">0 291,'30'-34,"1"1,2 2,1 1,1 2,1 1,2 2,0 2,22-9,-50 27,1 1,-1 0,1 1,0 0,0 0,0 1,0 1,5-1,-13 2,0 0,0 0,-1 0,1 0,0 1,0-1,0 1,-1 0,1 0,0 0,-1 0,1 0,-1 0,1 1,-1-1,0 1,0 0,1-1,-1 1,0 0,-1 0,1 1,0-1,-1 0,1 1,-1-1,1 1,-1-1,0 1,0-1,0 1,-1 0,1 0,-1-1,1 3,-1 6,1-1,-2 0,1 1,-1-1,-1 0,0 0,0 1,-1-2,-1 1,0 1,-8 19,-2-1,-11 17,-3-3,-1-1,-3-1,-6 4,-29 37,66-81,-16 26,16-26,1-1,0 0,0 1,0-1,0 0,0 1,0-1,-1 1,1-1,0 0,0 1,0-1,0 1,0-1,0 0,0 1,1-1,-1 1,0-1,0 0,0 1,0-1,0 0,1 1,-1-1,1 1,-1-1,1 0,0 1,0-1,-1 0,1 0,0 0,0 0,-1 0,1 0,0 0,0 0,-1 0,1 0,0 0,0 0,-1 0,1-1,0 1,54-15,-28 6,0 3,21-4,-39 9,0 0,0 1,0 0,1 0,-1 1,0 0,0 1,-1 0,1 0,5 3,-1 1,0 0,-1 1,0 1,0 0,-1 0,0 1,0 1,-1 0,0 0,-1 1,0 0,-1 1,0-1,0 2,-2-1,0 1,0 0,-1 0,2 8,-3-7,0 0,-1 1,-1-1,0 1,-1 0,0-1,-1 1,-1 0,-1 0,0-1,0 1,-2-1,1 0,-2 0,0 0,-1 0,0-1,-7 9,3-6,-2-1,0-1,0 1,-1-2,-1 0,-1-1,1 0,-2-1,0-1,0 0,-2-1,-4 1,1 0,-1-2,-1-1,1-1,-1 0,0-2,0-1,-18 0,31-2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52.617"/>
    </inkml:context>
    <inkml:brush xml:id="br0">
      <inkml:brushProperty name="width" value="0.1" units="cm"/>
      <inkml:brushProperty name="height" value="0.1" units="cm"/>
      <inkml:brushProperty name="ignorePressure" value="1"/>
    </inkml:brush>
  </inkml:definitions>
  <inkml:trace contextRef="#ctx0" brushRef="#br0">58 26,'7'-4,"-1"0,0 1,0 0,0 0,0 0,0 1,2 0,-7 1,-1 1,1 0,0 0,0 0,0 0,0 0,0 0,0 0,0 0,0 0,0 0,0 0,0 0,0 1,0-1,0 0,-1 1,1-1,0 1,0-1,0 1,-1 0,1-1,0 1,0-1,-1 1,1 0,-1 0,1-1,-1 1,1 0,-1 0,1 0,-1 0,0 0,1 0,-1-1,0 1,0 0,0 0,0 0,0 0,0 0,0 1,0 14,0 1,-2-1,0 1,-1-1,0 0,-2 0,-3 8,-1 8,-23 84,-31 124,63-238,-3 11,0 0,1-1,1 1,1 0,-1 3,1-14,0 1,0-1,1 0,-1 1,0-1,1 0,0 1,-1-1,1 0,0 0,0 0,0 1,0-1,1 0,-1-1,0 1,1 0,0 0,-1-1,1 1,0 0,0-1,0 0,0 1,0-1,0 0,0 0,0 0,0-1,1 1,0 0,6 0,0 0,0-1,1 0,-1-1,0 1,0-2,-1 1,1-1,0-1,2-1,24-8,29-16,-37 15,11-3,85-38,62-16,-181 69</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53.048"/>
    </inkml:context>
    <inkml:brush xml:id="br0">
      <inkml:brushProperty name="width" value="0.1" units="cm"/>
      <inkml:brushProperty name="height" value="0.1" units="cm"/>
      <inkml:brushProperty name="ignorePressure" value="1"/>
    </inkml:brush>
  </inkml:definitions>
  <inkml:trace contextRef="#ctx0" brushRef="#br0">0 0,'8'443,"-7"-211,0-114,-2-14,5 1,7 18,-11-121,0 1,1 0,-1-1,1 1,0-1,0 1,0 0,0-1,0 1,-1-3,0 0,1 0,-1 0,0 0,0 0,0 1,0-1,0 0,0 0,1 0,-1 0,0 0,0 0,0 0,0 0,1 0,-1 0,0 0,0 1,0-1,1 0,-1 0,0 0,0 0,0 0,1 0,-1-1,0 1,0 0,0 0,0 0,1 0,-1 0,0 0,0 0,0 0,0 0,9-12,41-108,-47 114</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54.063"/>
    </inkml:context>
    <inkml:brush xml:id="br0">
      <inkml:brushProperty name="width" value="0.1" units="cm"/>
      <inkml:brushProperty name="height" value="0.1" units="cm"/>
      <inkml:brushProperty name="ignorePressure" value="1"/>
    </inkml:brush>
  </inkml:definitions>
  <inkml:trace contextRef="#ctx0" brushRef="#br0">378 1,'-40'1,"-35"7,45-4,0-1,0-1,0-2,-2-1,15-1,8 0,1 1,-1 1,1-1,-1 2,-5-1,12 1,0-1,1 0,-1 1,1-1,-1 1,0-1,1 1,-1 0,1-1,-1 1,1 0,0 0,-1 0,1 0,0 0,0 0,0 1,0-1,0 0,0 1,0-1,0 0,0 1,1-1,-1 1,0 0,1-1,0 1,-1-1,1 2,-1 16,1-1,1 0,0 1,2-1,0 0,1 0,0 1,8 34,27 185,-31-212,-8-25,0-1,1 1,-1-1,0 0,1 1,-1-1,1 0,-1 0,0 1,1-1,-1 0,1 0,-1 1,1-1,-1 0,1 0,-1 0,1 0,-1 0,1 0,-1 0,1 0,-1 0,1 0,-1 0,1 0,-1 0,1-1,-1 1,1 0,-1 0,1 0,-1-1,0 1,1 0,-1 0,1-1,-1 1,0-1,1 1,-1 0,0-1,1 1,-1-1,0 1,0 0,1-1,4-5,15-15,1 2,3-2,-15 14,0 1,1 0,0 0,0 1,0 0,0 1,2 0,7-2,0 1,1 1,-1 0,1 2,-1 0,1 1,0 1,0 1,0 1,14 3,-23-3,-1 1,1 0,-1 0,0 1,0 0,-1 1,1 0,-1 1,0 0,0 0,-1 1,0 0,0 0,0 1,-1 0,0 0,-1 1,0 0,0 0,1 5,2 6,-1 1,-1 0,-1 0,-1 1,-1 0,-1 0,-1 0,-1 0,-1 18,-2-15,0 0,-1 0,-2 0,0-1,-2 1,0-2,-2 1,-6 12,7-21,-1-1,0 0,0 0,-1-1,-1 0,0-1,-1 0,-1-1,1 0,-2-1,1-1,-1 0,-1-1,0 0,0-1,0-1,-1 0,0-1,0-1,0 0,-1-2,1 1,-1-2,1 0,-1-2,-10 0,8 0,1-1,-1-1,1-1,0 0,0-2,-6-2,7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54.536"/>
    </inkml:context>
    <inkml:brush xml:id="br0">
      <inkml:brushProperty name="width" value="0.1" units="cm"/>
      <inkml:brushProperty name="height" value="0.1" units="cm"/>
      <inkml:brushProperty name="ignorePressure" value="1"/>
    </inkml:brush>
  </inkml:definitions>
  <inkml:trace contextRef="#ctx0" brushRef="#br0">36 107,'26'68,"-4"1,-2 1,-2 9,-1-5,4 1,18 40,-32-98,1-1,0 0,1 0,1-1,0-1,1 0,1 0,0-1,3 1,-11-9,1-1,1 1,-1-1,1 0,-1-1,1 0,0 0,0 0,0 0,1-1,-1 0,1 0,-1-1,1 0,0 0,-1-1,1 1,0-1,0-1,-1 1,1-1,0-1,-1 1,1-1,2-1,-1-1,-1 0,0 0,-1 0,1-1,-1 0,0-1,0 1,0-1,-1 0,0 0,0-1,-1 0,1 0,-1 0,-1 0,2-4,5-15,0 0,-2 0,-1-1,0-7,1-10,-1-1,-2 0,-3-1,-1-16,-2 42,0 0,-1 1,-1 0,-1-1,-1 1,0 1,-2-1,0 1,-1 0,0 1,-6-8,6 15,0-1,0 2,-1-1,0 1,0 1,-1 0,0 0,-1 1,0 0,0 0,0 2,-1-1,0 1,0 1,0 0,0 1,-1 0,0 1,1 1,-1 0,0 0,-4 1,-5 1,-1 1,1 1,-1 1,1 0,0 2,0 1,1 0,0 2,0 0,1 2,0 0,-3 4,1 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55.215"/>
    </inkml:context>
    <inkml:brush xml:id="br0">
      <inkml:brushProperty name="width" value="0.1" units="cm"/>
      <inkml:brushProperty name="height" value="0.1" units="cm"/>
      <inkml:brushProperty name="ignorePressure" value="1"/>
    </inkml:brush>
  </inkml:definitions>
  <inkml:trace contextRef="#ctx0" brushRef="#br0">1 125,'2'-4,"0"0,0 0,0 0,1 0,-1 1,1-1,0 1,0-1,1 1,-1 0,1 0,-1 0,1 1,0-1,0 1,0 0,0 0,0 1,1-1,-1 1,1 0,1 0,15-4,2 1,-1 1,22 1,-38 1,316 0,-75 3,230-25,-33 0,-256 21,64 12,-144-1,13 7,-84-10,-1 2,-1 2,0 0,0 3,6 4,-36-15,0 1,0 0,0 0,-1 0,1 0,-1 1,0 0,3 2,-7-6,1 1,-1 0,1-1,-1 1,0 0,1-1,-1 1,1 0,-1 0,0-1,0 1,0 0,1 0,-1 0,0-1,0 1,0 0,0 0,0 0,0 0,-1-1,1 2,-1-1,1 0,-1 0,0 0,0 1,0-1,0 0,0-1,0 1,0 0,0 0,-1 0,1-1,0 1,0 0,-1-1,1 1,0-1,-1 1,-5 1,1 0,-1-1,0 0,1 0,-7 0,4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55.737"/>
    </inkml:context>
    <inkml:brush xml:id="br0">
      <inkml:brushProperty name="width" value="0.1" units="cm"/>
      <inkml:brushProperty name="height" value="0.1" units="cm"/>
      <inkml:brushProperty name="ignorePressure" value="1"/>
    </inkml:brush>
  </inkml:definitions>
  <inkml:trace contextRef="#ctx0" brushRef="#br0">1 0,'89'515,"-80"-456,-3 0,-3 0,-2 0,-2 1,-8 40,8-94,-4 12,4-17</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56.148"/>
    </inkml:context>
    <inkml:brush xml:id="br0">
      <inkml:brushProperty name="width" value="0.1" units="cm"/>
      <inkml:brushProperty name="height" value="0.1" units="cm"/>
      <inkml:brushProperty name="ignorePressure" value="1"/>
    </inkml:brush>
  </inkml:definitions>
  <inkml:trace contextRef="#ctx0" brushRef="#br0">0 359,'2'11,"35"230,-28-198,1-1,3 0,2 0,9 17,-19-49,-1-1,1 0,1-1,0 1,0-1,1 0,2 2,-7-8,-1 0,1-1,0 1,0-1,0 1,0-1,0 0,0 1,0-1,1 0,-1-1,0 1,1 0,-1-1,0 1,1-1,-1 0,1 0,-1 0,1 0,-1 0,1 0,-1-1,0 1,1-1,-1 1,0-1,1 0,-1 0,0 0,0 0,2-2,2-2,1 0,-1-1,0 0,0 0,-1 0,0-1,0 0,0 0,-1 0,3-7,6-15,-1 0,0-8,-11 35,13-43,-1 0,-3-1,-2-1,-2 1,0-32,-5 43,-2 1,-1-1,-2 1,-1 0,-1 0,-2 1,-2 0,-2-2,8 23,-1 0,0 1,-1 0,-1 0,1 0,-2 1,0 0,-7-8,13 16,-1-1,0 1,1 0,-1 0,0 0,0 0,-1 0,1 1,0-1,0 1,-1 0,1 0,-1 0,1 0,-1 1,1-1,-1 1,1 0,-1 0,1 0,-1 1,1-1,-1 1,1 0,-1 0,1 0,-1 1,1-1,0 1,0-1,0 1,-2 1,-5 5,-1 0,1 1,0 0,1 1,0 0,0 0,1 2,-7 8,2 1,0 1,-3 9,5-6</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57.819"/>
    </inkml:context>
    <inkml:brush xml:id="br0">
      <inkml:brushProperty name="width" value="0.1" units="cm"/>
      <inkml:brushProperty name="height" value="0.1" units="cm"/>
      <inkml:brushProperty name="ignorePressure" value="1"/>
    </inkml:brush>
  </inkml:definitions>
  <inkml:trace contextRef="#ctx0" brushRef="#br0">0 119,'0'0,"0"0,13-22,4-7,0 1,-4 5,-3 7</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58.418"/>
    </inkml:context>
    <inkml:brush xml:id="br0">
      <inkml:brushProperty name="width" value="0.1" units="cm"/>
      <inkml:brushProperty name="height" value="0.1" units="cm"/>
      <inkml:brushProperty name="ignorePressure" value="1"/>
    </inkml:brush>
  </inkml:definitions>
  <inkml:trace contextRef="#ctx0" brushRef="#br0">617 151,'-11'-13,"0"0,0 0,-1 1,-1 1,0 0,-1 0,0 2,0 0,-1 0,0 1,-8-2,11 5,-1 1,-1 1,1 0,0 0,-1 1,1 1,-1 1,0 0,1 0,-1 1,1 1,-1 0,1 1,-7 3,8-2,1 0,1 0,-1 1,1 1,0 0,0 0,0 1,1 1,0-1,-4 5,2 1,0-1,1 2,1-1,-1 1,2 1,0 0,0 2,-3 10,2 0,0 1,2 0,1 1,1 0,2 0,0 0,2 11,2-12,1 0,1-1,1 1,1-1,2 0,1-1,1 1,1-2,1 1,2 0,-5-10,1-1,1 0,0 0,1-1,1 0,0 0,1-2,0 0,1 0,0-1,1-1,0 0,1-1,0-1,14 6,-22-11,-1-1,1 1,-1-1,1-1,0 0,-1 0,1 0,0-1,0 0,0 0,-1-1,1 0,0-1,-1 0,1 0,-1 0,1-1,-1 0,0 0,0-1,0 0,-1 0,0-1,1 0,-1 0,2-4,3-1,0-2,-1 1,-1-2,0 1,-1-1,5-10,-5 6</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8:59.214"/>
    </inkml:context>
    <inkml:brush xml:id="br0">
      <inkml:brushProperty name="width" value="0.1" units="cm"/>
      <inkml:brushProperty name="height" value="0.1" units="cm"/>
      <inkml:brushProperty name="ignorePressure" value="1"/>
    </inkml:brush>
  </inkml:definitions>
  <inkml:trace contextRef="#ctx0" brushRef="#br0">0 513,'11'155,"28"142,-34-271,-1-19,-2-14,2-143,0 11,3 53,4-1,8-19,-9 61,2 1,1 1,3 0,1 2,7-9,-19 40,0 1,1 0,0 0,0 0,1 1,0 0,8-6,-14 13,1-1,0 0,0 1,0 0,1-1,-1 1,0 0,0 0,1 0,-1 0,0 1,1-1,-1 1,1-1,-1 1,1 0,-1 0,1 0,-1 0,1 0,-1 1,1-1,-1 1,0 0,1-1,-1 1,0 0,1 0,-1 1,0-1,0 0,0 1,0 0,0-1,0 1,5 5,0 1,0 0,-1 0,0 1,0-1,-1 1,0 0,3 9,5 16,7 30,-19-62,23 90,-4 1,-4 1,-4 0,-3 16,-8-98,1-13,1-20,-1 13,21-147,13-23,-25 131,2 1,3 1,1 0,2 1,2 1,3 0,-17 31,0 1,1 0,0 1,9-9,-15 17,0 0,-1 0,1 1,0-1,0 0,0 1,0 0,1-1,-1 1,0 0,0 0,1 0,-1 1,0-1,1 0,-1 1,1 0,-1-1,1 1,-1 0,1 0,-1 1,1-1,-1 0,1 1,-1 0,0-1,3 2,-1 0,-1 0,0 1,1 0,-1-1,0 1,-1 0,1 0,0 1,-1-1,1 0,-1 1,1 2,4 8,-1 0,-1 0,0 2,10 37,-2 0,-3 1,-2 1,-1 25,2 224,-9-281,-1 113,0-18</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9:00.611"/>
    </inkml:context>
    <inkml:brush xml:id="br0">
      <inkml:brushProperty name="width" value="0.1" units="cm"/>
      <inkml:brushProperty name="height" value="0.1" units="cm"/>
      <inkml:brushProperty name="ignorePressure" value="1"/>
    </inkml:brush>
  </inkml:definitions>
  <inkml:trace contextRef="#ctx0" brushRef="#br0">0 45,'0'0,"0"0,18-4,17-4,13-1,6-2,1 4,-6 2,-7 11,-11 5,-11 0,-8-1,-7-3</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9:01.084"/>
    </inkml:context>
    <inkml:brush xml:id="br0">
      <inkml:brushProperty name="width" value="0.1" units="cm"/>
      <inkml:brushProperty name="height" value="0.1" units="cm"/>
      <inkml:brushProperty name="ignorePressure" value="1"/>
    </inkml:brush>
  </inkml:definitions>
  <inkml:trace contextRef="#ctx0" brushRef="#br0">0 118,'0'0,"0"0,19-3,22-14,16-4,12 1,4 5,-11 6,2 1,-4 3,-9-1,-13 1,-12 1,-12 1,-7 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9:02.016"/>
    </inkml:context>
    <inkml:brush xml:id="br0">
      <inkml:brushProperty name="width" value="0.1" units="cm"/>
      <inkml:brushProperty name="height" value="0.1" units="cm"/>
      <inkml:brushProperty name="ignorePressure" value="1"/>
    </inkml:brush>
  </inkml:definitions>
  <inkml:trace contextRef="#ctx0" brushRef="#br0">0 157,'11'-13,"-1"1,1 1,1 0,0 0,1 2,0-1,0 1,1 1,0 1,0 0,1 0,4 0,7-1,1 1,-1 1,1 1,1 1,-1 2,21 0,-34 2,1 0,-1 2,1-1,-1 2,0 0,-11-3,0 1,0 0,0-1,0 1,0 1,0-1,-1 0,1 1,0-1,-1 1,1 0,-1 0,0 0,1 0,-1 0,0 0,0 1,-1-1,1 1,0-1,-1 1,0 0,1 0,-1-1,0 1,0 2,-1 1,1 0,-1 0,-1 0,1-1,-1 1,0 0,-1 0,1-1,-1 1,0-1,-2 3,-6 13,-1 0,-5 5,9-15,-46 70,-25 25,20-29,-15 31,70-103,0-2,1 0,0 0,0 1,0-1,1 1,-1 0,1-1,0 1,0 0,0 0,0 0,0 2,1-6,0 1,1-1,-1 1,0-1,0 0,0 1,0-1,0 0,1 1,-1-1,0 0,0 1,1-1,-1 0,0 1,1-1,-1 0,0 0,0 1,1-1,-1 0,1 0,-1 0,0 0,1 1,-1-1,0 0,1 0,-1 0,1 0,-1 0,0 0,1 0,-1 0,1 0,16-3,-14 2,72-23,-56 17,0 0,0 1,1 2,0 0,0 0,0 2,12 0,-20 3,0 0,-1 0,1 1,-1 1,1 0,-1 0,0 1,0 1,-1 0,1 0,-1 1,7 5,-9-5,0 1,-1-1,0 1,0 1,-1-1,0 1,0 0,-1 1,0-1,0 1,-1 0,0 1,-1-1,0 0,0 3,1 9,0 0,-2 0,-1 0,0 1,-2-1,0 0,-2 0,0 0,-3 6,0-3,0 1,-2-1,-2-1,0 1,-1-2,-1 1,-9 12,11-22,1-1,-2 0,1-1,-1 0,-1 0,0-2,-1 1,0-1,0-1,-1 0,0-1,0-1,-1 0,0-1,-8 2,9-4,0 0,0-1,-1-1,1 0,-1-1,1 0,0-1,-1-1,1 0,0-1,0 0,0-2,0 1,1-2,-1 1,-8-7,10 5,0 0,1-1,-1-1,2 1,-1-2,1 0,1 0,-2-2,0-4</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9:02.765"/>
    </inkml:context>
    <inkml:brush xml:id="br0">
      <inkml:brushProperty name="width" value="0.1" units="cm"/>
      <inkml:brushProperty name="height" value="0.1" units="cm"/>
      <inkml:brushProperty name="ignorePressure" value="1"/>
    </inkml:brush>
  </inkml:definitions>
  <inkml:trace contextRef="#ctx0" brushRef="#br0">1 11,'0'0,"0"0,0 0,0 0,10-2,3 0,0-1,-2 1,-4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9:03.149"/>
    </inkml:context>
    <inkml:brush xml:id="br0">
      <inkml:brushProperty name="width" value="0.1" units="cm"/>
      <inkml:brushProperty name="height" value="0.1" units="cm"/>
      <inkml:brushProperty name="ignorePressure" value="1"/>
    </inkml:brush>
  </inkml:definitions>
  <inkml:trace contextRef="#ctx0" brushRef="#br0">1 0,'0'0,"0"0,0 0,0 0,0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9:03.555"/>
    </inkml:context>
    <inkml:brush xml:id="br0">
      <inkml:brushProperty name="width" value="0.1" units="cm"/>
      <inkml:brushProperty name="height" value="0.1" units="cm"/>
      <inkml:brushProperty name="ignorePressure" value="1"/>
    </inkml:brush>
  </inkml:definitions>
  <inkml:trace contextRef="#ctx0" brushRef="#br0">0 87,'144'-27,"190"-28,-306 51,-22 3,-18 3,8-2</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9:04.446"/>
    </inkml:context>
    <inkml:brush xml:id="br0">
      <inkml:brushProperty name="width" value="0.1" units="cm"/>
      <inkml:brushProperty name="height" value="0.1" units="cm"/>
      <inkml:brushProperty name="ignorePressure" value="1"/>
    </inkml:brush>
  </inkml:definitions>
  <inkml:trace contextRef="#ctx0" brushRef="#br0">34 1,'-11'49,"2"1,3 0,1 0,3 0,3 38,1 120,-2-207,0-1,0 1,0-1,0 1,1 0,-1-1,0 1,0 0,0-1,0 1,1-1,-1 1,0 0,0-1,1 1,-1-1,1 1,-1-1,0 1,1-1,-1 0,1 1,-1-1,1 1,-1-1,1 0,0 1,-1-1,1 0,-1 0,1 1,0-1,-1 0,1 0,-1 0,1 0,0 0,-1 0,1 0,0 0,-1 0,1 0,-1 0,1 0,0-1,0 1,36-15,-17 6,24 0,0 1,0 3,0 1,0 2,15 3,22-3,18 5,-75 0,-1-2,1 0,0-2,-1-1,1 0,-1-2,14-4,-33 6</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9:04.965"/>
    </inkml:context>
    <inkml:brush xml:id="br0">
      <inkml:brushProperty name="width" value="0.1" units="cm"/>
      <inkml:brushProperty name="height" value="0.1" units="cm"/>
      <inkml:brushProperty name="ignorePressure" value="1"/>
    </inkml:brush>
  </inkml:definitions>
  <inkml:trace contextRef="#ctx0" brushRef="#br0">121 6,'-3'-1,"1"0,-1 0,1 1,-1-1,1 1,-1-1,1 1,-1 0,1 0,-1 0,0 0,1 1,-1-1,1 1,-1-1,1 1,0 0,-1 0,1 0,0 0,-1 0,0 2,0 0,0-1,0 1,0 0,0 0,1 1,-1-1,1 1,0-1,0 1,1 0,-2 1,-2 12,0 0,0 0,2 0,0 1,0 11,-3 76,4 1,5 0,18 216,-1-40,-18-239,-3-24,2-1,0 1,1 0,1-1,1 1,1 0,-5-19,0 1,0 0,0 0,0-1,1 1,-1 0,0-1,1 1,-1-1,0 1,1 0,-1-1,1 1,-1-1,1 1,-1-1,1 1,-1-1,1 1,-1-1,1 0,0 1,-1-1,1 0,0 1,-1-1,1 0,0 0,-1 0,1 0,0 0,1 0,-1 0,0-1,1 0,-1 1,1-1,-1 0,0 1,0-1,1 0,-1 0,0 0,0 0,0 0,0-1,6-7,0-1,-1 1,4-9,-9 17,6-13,-2 4</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9:06.117"/>
    </inkml:context>
    <inkml:brush xml:id="br0">
      <inkml:brushProperty name="width" value="0.1" units="cm"/>
      <inkml:brushProperty name="height" value="0.1" units="cm"/>
      <inkml:brushProperty name="ignorePressure" value="1"/>
    </inkml:brush>
  </inkml:definitions>
  <inkml:trace contextRef="#ctx0" brushRef="#br0">79 66,'146'-29,"5"0,-124 25,0 2,0 1,0 1,16 2,-36-1,1 0,-1 0,1 1,-1 0,1 0,-1 1,0-1,0 2,-1-1,1 1,-1 0,1 0,-1 1,-1 0,-1-1,0 1,0 0,0 0,0 0,-1 1,0-1,0 1,0 0,-1 0,0 0,0 0,-1 0,1 0,-1 6,2 11,-2 0,-1 1,-1-1,-1 0,-3 13,-9 35,-4 7,6-33,-1 0,-2 0,-7 8,17-41,0 0,-2 0,1-1,-1 0,-1 0,0-1,0 0,-1 0,-1-1,1 0,-2-1,1 0,-12 6,12-9,-1-1,1-1,-1 1,0-2,-1 0,1 0,0-1,-1 0,1-1,0 0,-1-1,1 0,0-1,0 0,-1-1,-1-1,-8-3,1 0,0-1,1-1,-1-1,2-1,0-1,0 0,-2-3,13 9,0 0,0-1,0 0,1 0,0-1,0 0,1 0,0 0,0 0,1-1,0 0,1 0,-1-4,1 3,1-1,1 0,0 0,0 1,1-1,1 0,0 0,0 0,1 1,0-1,3-7,37-100,-9 29,-30 80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9:06.979"/>
    </inkml:context>
    <inkml:brush xml:id="br0">
      <inkml:brushProperty name="width" value="0.1" units="cm"/>
      <inkml:brushProperty name="height" value="0.1" units="cm"/>
      <inkml:brushProperty name="ignorePressure" value="1"/>
    </inkml:brush>
  </inkml:definitions>
  <inkml:trace contextRef="#ctx0" brushRef="#br0">137 588,'-29'12,"26"-10,-1 0,0 0,0-1,0 1,0-1,0 0,-1 0,4-1,0 0,1 0,-1 0,1 0,-1 0,0-1,1 1,-1 0,1 0,-1-1,1 1,-1 0,1 0,-1-1,1 1,-1-1,1 1,-1 0,1-1,-1 1,1-1,0 1,-1-1,1 1,0-1,-1 1,1-1,0 0,0 1,0-1,-5-20,4 18,-22-212,12 91,7 88,-13-165,17 208,0-1,1 1,0 0,0-1,1 1,0-1,0 0,0 1,1-1,0 0,0 0,1-1,-1 1,1-1,1 0,-1 0,1 0,-1 0,1-1,1 1,-1-1,1-1,-1 1,3 0,9 2,0 0,1-1,0 0,0-2,0 0,1-1,3-1,41 0,27-5,-80 4,54-4,-1-2,0-3,54-15,-105 18,-12 5,-1 1,1-1,0 1,0 0,-1-1,1 1,0 0,-1 0,1-1,0 1,-1 0,1 0,0-1,-1 1,1 0,-1 0,1 0,0 0,-1 0,1 0,-1-1,1 1,-1 0,1 0,0 0,-1 1,-2-2</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9:08.083"/>
    </inkml:context>
    <inkml:brush xml:id="br0">
      <inkml:brushProperty name="width" value="0.1" units="cm"/>
      <inkml:brushProperty name="height" value="0.1" units="cm"/>
      <inkml:brushProperty name="ignorePressure" value="1"/>
    </inkml:brush>
  </inkml:definitions>
  <inkml:trace contextRef="#ctx0" brushRef="#br0">382 91,'-5'-8,"-1"1,0 0,-1 0,0 0,0 1,0 0,-1 0,1 1,-2 0,1 0,0 1,-1 0,-8-3,9 5,1 1,-1-1,1 1,-1 1,0 0,0 0,1 0,-1 1,0 0,1 0,-1 1,1 0,0 0,-1 1,1 0,0 0,-2 3,-1-1,1 2,1-1,-1 1,1 1,1-1,-1 1,1 1,0 0,1-1,0 2,1-1,0 1,0 0,1 0,0 0,1 0,-2 12,-1 4,1 0,2 1,1 0,1 0,1-1,3 23,0-20,2-1,0 0,2 0,1-1,1 0,2 0,11 20,-16-34,1 0,1-1,1 1,-1-2,2 1,0-1,0-1,1 0,0 0,0-1,1 0,1-1,0-1,0 0,13 5,-21-10,0 0,1 0,-1 0,0-1,1 0,0 0,-1 0,1-1,0 0,-1 0,1-1,0 1,-1-1,1 0,-1-1,1 1,-1-1,0 0,0-1,0 1,0-1,0 0,0 0,-1-1,1 1,-1-1,0 0,0 0,0 0,-1-1,0 1,1-1,-2 0,1 0,0 0,0-2,5-14,-1 1,0-2,-1 1,-2 0,2-15,-4 23</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39:09.064"/>
    </inkml:context>
    <inkml:brush xml:id="br0">
      <inkml:brushProperty name="width" value="0.1" units="cm"/>
      <inkml:brushProperty name="height" value="0.1" units="cm"/>
      <inkml:brushProperty name="ignorePressure" value="1"/>
    </inkml:brush>
  </inkml:definitions>
  <inkml:trace contextRef="#ctx0" brushRef="#br0">13 175,'-6'44,"2"-1,2 1,2 0,2 0,1 1,36 218,-35-239,39 207,-46-280,3 0,2-1,-1 34,5-113,15-73,-9 130,3 0,3 2,15-38,-30 100,23-58,-22 59,-1 0,1 0,1 1,-1 0,1 0,0 0,0 1,1-1,-5 5,-1 0,1 1,0-1,0 0,0 0,0 1,0-1,0 1,0-1,1 1,-1-1,0 1,0-1,0 1,0 0,1 0,-1 0,0 0,0 0,1 0,-1 0,0 0,0 0,0 0,0 1,1-1,-1 1,0-1,0 1,0-1,0 1,0-1,0 1,0 0,0 0,0-1,0 1,0 0,-1 0,1 0,0 0,3 5,0 0,-1-1,0 1,0 0,0 1,0-1,-1 2,8 24,-2 1,-2 0,-1 0,0 4,4 138,-8-150,-1-13,4 85,-4 0,-10 65,7-149,1-22,1-24,6-57,5 1,4-1,3 2,4 0,11-18,-32 105,9-26,1 0,1 1,4-5,-12 25,0 1,0 0,0 0,1 0,0 0,0 0,0 1,0-1,1 1,0 0,-1 1,1-1,1 1,-1 0,0 0,1 1,4-2,-6 3,0 1,0 0,0-1,0 1,1 1,-1-1,0 1,0 0,0 0,0 0,0 0,-1 0,1 1,0 0,-1 0,1 0,-1 0,1 1,-1-1,0 1,0 0,0 0,-1 0,1 0,7 9,-1 0,0 1,-1 0,0 0,5 14,6 16,-3 0,-2 1,-2 1,-1 0,3 44,-6-17,-4-1,-3 1,-5 36,4-105,-2 27,-1 0,-5 19,5-38</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08.422"/>
    </inkml:context>
    <inkml:brush xml:id="br0">
      <inkml:brushProperty name="width" value="0.1" units="cm"/>
      <inkml:brushProperty name="height" value="0.1" units="cm"/>
      <inkml:brushProperty name="ignorePressure" value="1"/>
    </inkml:brush>
  </inkml:definitions>
  <inkml:trace contextRef="#ctx0" brushRef="#br0">63 0,'23'77,"-4"1,-2 1,0 34,-2 41,-5 46,-8-56,-7 0,-10 36,1-78,-4 1,-4-2,-20 50,38-139,1 0,-1 0,-1 0,0-1,0 1,-1-1,-2 2,8-12,0-1,0 0,0 0,0 0,0 0,0 1,0-1,0 0,-1 0,1 0,0 1,0-1,0 0,0 0,0 0,0 0,0 0,0 1,-1-1,1 0,0 0,0 0,0 0,0 0,0 0,-1 0,1 0,0 1,0-1,0 0,-1 0,1 0,0 0,0 0,0 0,0 0,-1 0,1 0,0 0,0 0,0 0,-1 0,1 0,0 0,0-1,0 1,0 0,-1 0,1 0,0 0,0 0,0 0,0 0,0 0,-1-1,1 1,0 0,-2-16,5-21,0 18,-1 4</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10.469"/>
    </inkml:context>
    <inkml:brush xml:id="br0">
      <inkml:brushProperty name="width" value="0.1" units="cm"/>
      <inkml:brushProperty name="height" value="0.1" units="cm"/>
      <inkml:brushProperty name="ignorePressure" value="1"/>
    </inkml:brush>
  </inkml:definitions>
  <inkml:trace contextRef="#ctx0" brushRef="#br0">1 604,'25'-10,"1"1,0 2,1 0,0 2,0 0,10 2,5-3,0-1,7-4,65-26,106-50,-189 73,168-79,92-63,-252 134,25-14,1 3,60-20,-125 53,0-1,1 1,-1 0,0 0,1-1,-1 1,0 0,1 0,-1 0,0 0,1 0,-1-1,1 1,-1 0,0 0,1 0,-1 0,1 0,-1 0,0 0,1 0,-1 0,0 1,1-1,-1 0,1 0,-1 0,0 0,1 0,-1 1,0-1,1 0,-1 0,0 1,1-1,-8 13,-20 17,25-29,-79 76,77-73,0 1,0-1,0 1,1-1,0 1,0 0,0 1,1-1,-1 0,1 1,0-1,1 1,0 0,-3 15,1 0,1 0,1 0,0-8,-14 491,12-260,-2 6,-22 475,26-713,-3 36,-1 0,-3 0,-12 41,19-84,-1 0,0 0,-1 0,1 0,-3 4,5-9,-1 0,1 1,0-1,-1 1,1-1,0 1,-1-1,1 0,-1 1,1-1,-1 0,1 1,-1-1,1 0,-1 1,1-1,-1 0,1 0,-1 0,1 0,-1 0,0 0,1 0,-1 0,0-1,1 1,-1 0,0-1,1 1,-1-1,1 1,-1-1,0 1,1-1,0 0,-1 1,1-1,-1 1,1-1,0 0,-1 0,1 1,0-1,0 0,0 0,-3-8,0 0,1 0,1 0,-1 0,1 0,1-1,0-3,7-70,-5 71,10-75,5 0,4 1,3 2,11-19,7-5,4 2,5 3,5 1,-47 87,20-34,10-12,-29 47,0 1,2 0,-1 0,1 1,1 1,5-3,-15 11,0 1,0 0,0 0,0 1,0-1,0 1,0-1,0 1,1 0,-1 0,1 1,-1-1,1 1,-1-1,0 1,1 0,-1 1,4-1,-3 2,-1-1,1 0,-1 1,0 0,1-1,-1 1,0 1,0-1,0 0,-1 1,1-1,0 1,-1 0,0 0,0 0,0 0,1 2,7 13,-1 0,-1 1,-1 0,-1 0,0 0,-2 1,3 16,2 38,-2 36,-6-100,5 150,-7 0,-19 133,14-242,-11 36,12-68,0 0,-1-1,-1 1,-1-1,-10 15,18-32,-2 2,1 0,-1 0,1 0,-1 0,0-1,0 1,0-1,-1 1,1-1,-1 0,1 0,-1 0,0 0,0 0,1-1,-2 1,-1-3</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10.843"/>
    </inkml:context>
    <inkml:brush xml:id="br0">
      <inkml:brushProperty name="width" value="0.1" units="cm"/>
      <inkml:brushProperty name="height" value="0.1" units="cm"/>
      <inkml:brushProperty name="ignorePressure" value="1"/>
    </inkml:brush>
  </inkml:definitions>
  <inkml:trace contextRef="#ctx0" brushRef="#br0">0 0,'0'0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11.519"/>
    </inkml:context>
    <inkml:brush xml:id="br0">
      <inkml:brushProperty name="width" value="0.1" units="cm"/>
      <inkml:brushProperty name="height" value="0.1" units="cm"/>
      <inkml:brushProperty name="ignorePressure" value="1"/>
    </inkml:brush>
  </inkml:definitions>
  <inkml:trace contextRef="#ctx0" brushRef="#br0">14 1,'-9'170,"9"54,-5 110,7-403,-3-11,1 74</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12.378"/>
    </inkml:context>
    <inkml:brush xml:id="br0">
      <inkml:brushProperty name="width" value="0.1" units="cm"/>
      <inkml:brushProperty name="height" value="0.1" units="cm"/>
      <inkml:brushProperty name="ignorePressure" value="1"/>
    </inkml:brush>
  </inkml:definitions>
  <inkml:trace contextRef="#ctx0" brushRef="#br0">64 836,'-4'63,"1"-18,-1 1,-2-1,-10 34,10-68,1-12,-4-22,5-7,0-1,2 0,1 0,2-13,15-124,0 57,29-104,-25 143,3 0,3 2,15-27,-34 81,1 1,1-1,0 1,0 1,2-1,6-5,-16 18,0 1,0 0,1-1,-1 1,1 0,-1 0,1 0,-1 0,1 0,0 0,-1 0,1 0,0 1,-1-1,1 1,0-1,0 1,0 0,0 0,-1 0,1 0,0 0,0 0,0 0,0 1,0-1,-1 1,1-1,0 1,0-1,-1 1,1 0,-1 0,1 0,0 0,-1 0,0 1,1-1,-1 0,0 1,1-1,-1 1,6 7,1 1,-2 1,1-1,-1 1,4 11,-9-19,40 96,-3 2,-5 1,-5 2,-4 1,-4 1,-1 44,-18-146,4 53,-1 56,-4-97,-1 0,-1-1,0 1,-1-1,-1 0,0 0,-1 0,0 0,-7 10,10-21,0 0,0 0,-1 0,1 0,-1-1,0 1,-1-1,1 0,0 1,-1-2,0 1,1 0,-1-1,0 1,-1-1,1 0,0-1,-1 1,-2-2</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13.116"/>
    </inkml:context>
    <inkml:brush xml:id="br0">
      <inkml:brushProperty name="width" value="0.1" units="cm"/>
      <inkml:brushProperty name="height" value="0.1" units="cm"/>
      <inkml:brushProperty name="ignorePressure" value="1"/>
    </inkml:brush>
  </inkml:definitions>
  <inkml:trace contextRef="#ctx0" brushRef="#br0">90 1,'12'107,"-6"0,-5 51,-1-94,-27 550,-40-3,59-537,2 18,8-77,5-20,-6 2,1 0,-1 0,0 0,0 0,0 0,0-1,0 1,-1-1,1 0,0 1,0 0,0 0,0-1,1 1,-1 0,1 0,0 0,0 0,7-13,63-168,-1 2,-8 50,5 3,14-10,170-237,-236 355,-8 9</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13.464"/>
    </inkml:context>
    <inkml:brush xml:id="br0">
      <inkml:brushProperty name="width" value="0.1" units="cm"/>
      <inkml:brushProperty name="height" value="0.1" units="cm"/>
      <inkml:brushProperty name="ignorePressure" value="1"/>
    </inkml:brush>
  </inkml:definitions>
  <inkml:trace contextRef="#ctx0" brushRef="#br0">0 1,'197'315,"-79"-119,-23-43,37 85,-128-228</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18.299"/>
    </inkml:context>
    <inkml:brush xml:id="br0">
      <inkml:brushProperty name="width" value="0.1" units="cm"/>
      <inkml:brushProperty name="height" value="0.1" units="cm"/>
      <inkml:brushProperty name="ignorePressure" value="1"/>
    </inkml:brush>
  </inkml:definitions>
  <inkml:trace contextRef="#ctx0" brushRef="#br0">131 321,'-51'25,"56"-43,11-69,-15 77,0-1,-1 1,0-1,-1 1,0 0,0-1,-2-4,-2 4,2 16,5 19,-2-22,0-1,0 0,1 1,-1-1,1 0,-1 0,1 0,0 0,-1 0,1 1,0-1,0 0,0-1,0 1,0 0,0 0,0 0,0 0,0-1,0 1,0 0,0-1,1 1,-1-1,0 0,0 1,1-1,-1 0,0 0,0 0,1 0,-1 0,0 0,1 0,-1 0,0 0,0 0,1-1,-1 1,0-1,0 1,1-1,0 0,0 0,0-1,0 0,0 1,0-1,0 0,0 0,0 0,-1 0,1-1,0 1,-1 0,0-1,0 1,0-1,0 1,0-1,0 1,-1-1,1 0,-1 0,0-1,1 1,-1-1,-1 0,1 0,0 1,-1-1,0 0,0 1,0-1,0 0,0 1,-1-1,0 1,1 0,-1 0,-1 0,1 0,0 0,-3-2,-2-1,0 0,-1 1,0 0,0 1,0 0,-1 0,0 0,-55-26,53 24</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20.567"/>
    </inkml:context>
    <inkml:brush xml:id="br0">
      <inkml:brushProperty name="width" value="0.1" units="cm"/>
      <inkml:brushProperty name="height" value="0.1" units="cm"/>
      <inkml:brushProperty name="ignorePressure" value="1"/>
    </inkml:brush>
  </inkml:definitions>
  <inkml:trace contextRef="#ctx0" brushRef="#br0">113 0,'-8'7,"0"1,0-1,1 1,0 0,0 1,1 0,0 0,0 0,1 1,-3 8,0 1,1 0,1 0,1 0,0 1,1 7,3-22,1 0,0 0,0 0,0 0,0 1,1-1,1 4,-2-8,0-1,1 1,-1-1,0 1,0-1,0 0,0 1,1-1,-1 1,0-1,0 0,1 1,-1-1,0 1,0-1,1 0,-1 0,1 1,-1-1,0 0,1 1,-1-1,1 0,-1 0,0 0,1 0,-1 1,1-1,-1 0,1 0,0-1,1 1,-1-1,0 0,0 1,0-1,1 0,-1 0,0 0,0 0,0 0,-1 0,1 0,0 0,0-1,0 1,0-1,10-20,-1 0,-1-1,-1 1,2-13,-24 89,12-47</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21.989"/>
    </inkml:context>
    <inkml:brush xml:id="br0">
      <inkml:brushProperty name="width" value="0.1" units="cm"/>
      <inkml:brushProperty name="height" value="0.1" units="cm"/>
      <inkml:brushProperty name="ignorePressure" value="1"/>
    </inkml:brush>
  </inkml:definitions>
  <inkml:trace contextRef="#ctx0" brushRef="#br0">1 480,'10'26,"-1"0,-1 1,-1 0,-1 0,-2 1,0 9,1-5,15 151,-5 73,-14-238,0-12,0 0,-1 0,1 1,-2-1,1 0,0 0,-1 1,-1-1,1 0,-1 0,0 0,-2 4,4-10,0 0,0 0,0 1,0-1,0 0,-1 0,1 1,0-1,0 0,0 0,-1 1,1-1,0 0,0 0,-1 0,1 0,0 0,-1 1,1-1,0 0,0 0,-1 0,1 0,0 0,-1 0,1 0,0 0,-1 0,1 0,0 0,-1 0,1 0,0 0,-1 0,-6-10,-2-17,-2-43,3 0,3-1,4-51,-1 21,1-14,6-36,-1 99,3 0,2 1,2 0,4-3,-14 48,10-24,-11 29,0 1,0-1,1 1,-1-1,0 1,0-1,1 1,-1-1,0 1,0-1,1 1,-1-1,1 1,-1 0,0-1,1 1,-1 0,1-1,-1 1,1 0,-1-1,1 1,-1 0,1 0,-1 0,1-1,0 1,-1 0,1 0,-1 0,1 0,-1 0,1 0,0 0,-1 0,1 0,-1 1,1-1,-1 0,1 0,-1 0,1 1,-1-1,8 7,0 0,-1 1,0 0,0 0,-1 1,0 0,2 4,7 10,18 25,-3 0,-1 2,-3 2,3 11,-21-44,-2 0,1 1,-2 0,-1 0,0 0,-2 0,0 0,-1 1,-1-1,-1 1,-1-1,-1 1,-3 10,5-25,-1 1,0-1,0 1,0-1,-1 0,0 0,0 0,-1 0,1-1,-1 1,-1-1,0 1,4-5,1-1,-1 0,1 1,-1-1,1 1,-1-1,1 0,-1 1,1-1,-1 0,0 0,1 1,-1-1,0 0,1 0,-1 0,1 0,-1 0,0 0,1 0,-1 0,0 0,1 0,-1 0,0 0,1-1,-1 1,-1-1,1 0,0 0,0 0,0 1,0-1,0-1,0 1,1 0,-1 0,0 0,0 0,1-1,-1 1,-2-6,1 0,-1-1,1 1,0-6,-2-17,1 0,1 0,2 0,1-1,2 1,1 0,1 0,1 1,3-5,11-31,2 2,3 1,21-37,25-32,-55 105,1 0,2 2,16-19,-31 39,0 0,0 1,0-1,1 0,-1 1,1 0,-1 0,1 1,0-1,0 1,4-1,-7 3,0-1,0 1,0 0,0 0,0 0,0 0,0 0,0 0,0 1,0-1,0 1,0-1,0 1,0 0,0 0,-1 0,1 0,0 0,0 0,-1 0,1 1,-1-1,1 1,-1-1,0 1,0-1,1 1,-1 0,0 0,0-1,-1 1,1 1,8 17,-1 1,-2 0,0 1,-1-1,-1 1,1 18,-1-11,11 93,-6 1,-6 0,-4 0,-6 0,-17 83,19-170,-1 0,-3 0,0 0,-7 10,11-35,2-6</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22.917"/>
    </inkml:context>
    <inkml:brush xml:id="br0">
      <inkml:brushProperty name="width" value="0.1" units="cm"/>
      <inkml:brushProperty name="height" value="0.1" units="cm"/>
      <inkml:brushProperty name="ignorePressure" value="1"/>
    </inkml:brush>
  </inkml:definitions>
  <inkml:trace contextRef="#ctx0" brushRef="#br0">421 29,'-9'-4,"0"1,0 0,0 0,0 1,-1 1,1-1,0 1,-1 1,1 0,-1 0,1 1,-1 0,1 1,0 0,0 0,0 1,0 0,0 0,0 1,1 1,0-1,0 1,0 1,0-1,-6 8,-1 1,1 1,1 0,0 1,0 0,2 2,0-1,1 1,1 0,1 1,1 0,-4 13,-3 21,3 0,2 0,2 1,3 0,2 0,2 0,3 1,-3-51,2 16,0-1,4 19,-5-34,1 1,-1 0,1 0,0-1,0 1,0-1,0 1,1-1,0 0,0 0,0 0,0-1,1 1,0-1,-3-1,1-1,-1 0,1 0,0 0,0 0,0-1,0 1,-1 0,1-1,0 1,0-1,0 0,0 0,0 1,0-1,0-1,0 1,0 0,0 0,0-1,0 1,0-1,0 1,0-1,0 0,-1 0,1 0,0 0,4-3,0 0,0-1,-1 1,0-1,0 0,0-1,2-3,9-13,-2 0,0-1,-1-1,-1 0,42-105,-24 55,18-42,6-16,60-104,-101 219,-13 17,1 0,-1 0,0 0,0-1,0 1,1 0,-1 0,0 0,0 0,0 0,1 0,-1 0,0 0,0 0,1 0,-1 0,0 0,0 0,0 0,1 0,-1 0,0 0,0 0,0 0,1 0,-1 0,0 1,0-1,0 0,1 0,-1 0,0 0,0 0,0 0,0 1,1-1,-1 0,0 0,0 0,0 1,0-1,1 3,0 0,0 0,0 1,-1-1,1 0,-1 1,0-1,0 0,-1 4,0 20,-5 69,4 0,10 69,-2-107,3-1,2-1,3 1,20 49,-29-95</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23.415"/>
    </inkml:context>
    <inkml:brush xml:id="br0">
      <inkml:brushProperty name="width" value="0.1" units="cm"/>
      <inkml:brushProperty name="height" value="0.1" units="cm"/>
      <inkml:brushProperty name="ignorePressure" value="1"/>
    </inkml:brush>
  </inkml:definitions>
  <inkml:trace contextRef="#ctx0" brushRef="#br0">1 328,'13'72,"-3"0,-4 1,-2 23,0-22,3 230,-3-551,0 177,4 0,10-43,-10 77,2 0,1 1,2 0,1 0,13-22,-14 35,1 0,1 1,0 0,2 1,0 1,1 0,1 2,16-12,-19 17,0 0,1 2,1 0,0 1,0 0,0 2,1 0,0 1,1 1,11-1,-18 5</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23.966"/>
    </inkml:context>
    <inkml:brush xml:id="br0">
      <inkml:brushProperty name="width" value="0.1" units="cm"/>
      <inkml:brushProperty name="height" value="0.1" units="cm"/>
      <inkml:brushProperty name="ignorePressure" value="1"/>
    </inkml:brush>
  </inkml:definitions>
  <inkml:trace contextRef="#ctx0" brushRef="#br0">1 757,'8'-6,"1"1,-1-1,0 0,0-1,0 0,-1 0,0-1,-1 0,1 0,-2-1,2-1,11-22,-1-1,5-14,-2-1,-2 0,-2-1,-2-1,-3 0,-1-1,-3-1,-2 1,-2-36,-3 83,0 0,0-1,0 1,0-1,0 1,-1-1,1 1,-1 0,0-1,-1 1,1 0,-1 0,1-1,-4-2,5 6,0 1,-1 0,1-1,-1 1,1 0,-1 0,1-1,0 1,-1 0,1 0,-1 0,1 0,-1 0,1-1,-1 1,1 0,-1 0,0 0,1 0,-1 1,1-1,-1 0,1 0,-1 0,1 0,0 0,-1 1,1-1,-1 0,1 0,-1 1,1-1,-1 0,1 1,0-1,-1 0,1 1,0-1,-1 1,1-1,0 1,-14 21,-10 34,2 1,3 1,-5 32,10-42,-10 38,4 1,-7 69,24-128,1 1,1-1,2 0,0 0,2 0,1 0,1 0,2-1,0 0,11 24,-12-39,0 1,0-1,2 0,-1-1,1 0,1 0,-6-7,0-1,0 1,1-1,-1 0,1 0,0-1,-1 1,1-1,0 0,1 0,-1 0,0 0,1-1,-1 1,1-1,-1 0,1-1,-1 1,2-1,2-1,0 0,0 0,0-1,0 0,0-1,0 0,-1 0,0 0,1-1,-1 0,0 0,-1-1,3-2,1-2</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24.498"/>
    </inkml:context>
    <inkml:brush xml:id="br0">
      <inkml:brushProperty name="width" value="0.1" units="cm"/>
      <inkml:brushProperty name="height" value="0.1" units="cm"/>
      <inkml:brushProperty name="ignorePressure" value="1"/>
    </inkml:brush>
  </inkml:definitions>
  <inkml:trace contextRef="#ctx0" brushRef="#br0">315 58,'-10'-8,"0"1,0 1,-1 0,-1 0,1 1,-1 1,1 0,-1 0,-6 0,11 3,-1 0,1 0,-1 1,0 0,1 0,-1 1,1 0,-1 0,1 1,0 0,-1 0,1 1,0 0,0 0,1 1,-2 0,2 0,0 0,1 0,-1 1,1-1,0 1,0 0,1 1,-1-1,1 1,1 0,-1 0,1 0,-1 2,2-4,1 0,0 0,0 0,0 0,0 0,1 0,-1 0,1 1,0-1,1 0,-1 0,0 0,1 0,0 0,0 0,1 0,-1 0,1 0,-1 0,1-1,0 1,1-1,-1 1,31 37,12 11,-11-14,-24-26</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24.835"/>
    </inkml:context>
    <inkml:brush xml:id="br0">
      <inkml:brushProperty name="width" value="0.1" units="cm"/>
      <inkml:brushProperty name="height" value="0.1" units="cm"/>
      <inkml:brushProperty name="ignorePressure" value="1"/>
    </inkml:brush>
  </inkml:definitions>
  <inkml:trace contextRef="#ctx0" brushRef="#br0">1 1,'0'0,"0"0,0 0,0 0,0 0,0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25.616"/>
    </inkml:context>
    <inkml:brush xml:id="br0">
      <inkml:brushProperty name="width" value="0.1" units="cm"/>
      <inkml:brushProperty name="height" value="0.1" units="cm"/>
      <inkml:brushProperty name="ignorePressure" value="1"/>
    </inkml:brush>
  </inkml:definitions>
  <inkml:trace contextRef="#ctx0" brushRef="#br0">1 220,'19'-25,"14"-17,25-24,-48 56,0-1,2 2,-1 0,1 0,0 1,1 0,0 1,3 0,-13 5,1 1,-1-1,1 1,0 0,0 1,-1-1,1 1,0-1,0 1,0 0,-1 1,1-1,0 1,0-1,-1 1,1 0,0 0,-1 1,2 0,0 1,-1 0,1 0,-1 0,0 0,0 1,-1 0,1 0,-1 0,1 0,-1 0,0 1,6 11,-1 0,-1 0,0 1,-1 0,-1 0,0 1,-1 2,7 43,-3 0,-3 1,-2-1,-4 3,-6 81,-9 25,14-146,-1 6,-2-1,-1 1,-2 5,4-30,2-9,-1-15,-1-77,3-1,4 1,5 0,14-62,-12 95,16-46,-20 86,1-1,1 2,1-1,1 1,1 0,7-9,-15 25,0 0,0 0,1 0,-1 0,1 0,0 1,-1 0,2 0,-1 0,0 0,1 1,-1-1,1 1,0 0,-1 1,3-1,-3 1,1 1,-1 0,0 0,1 0,-1 0,1 1,-1-1,0 1,0 0,1 1,-1-1,0 1,0 0,0 0,0 0,-1 0,1 1,-1-1,1 1,8 8,0 0,-1 1,0 0,-1 0,0 1,-1 1,0 0,-1 0,-1 0,-1 1,5 12,2 12,-2 0,-2 1,-1 1,-1 3,0 17,-1 1,-4 0,-2 0,-3-1,-3 1,-2-1,-15 50,21-104,2-1,-2-1,1 1,-1-1,1 1,-2-1,1 0,0 0,-1 0,0 0,0-1,-1 1,1-1,-3 3,5-7,1 0,0 1,-1-1,1 0,0 0,-1 1,1-1,0 0,-1 0,1 0,0 0,-1 0,1 1,-1-1,1 0,-1 0,1 0,0 0,-1 0,1 0,-1 0,1 0,0 0,-1-1,1 1,-1 0,1 0,0 0,-1 0,1-1,0 1,-1 0,-2-4</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26.667"/>
    </inkml:context>
    <inkml:brush xml:id="br0">
      <inkml:brushProperty name="width" value="0.1" units="cm"/>
      <inkml:brushProperty name="height" value="0.1" units="cm"/>
      <inkml:brushProperty name="ignorePressure" value="1"/>
    </inkml:brush>
  </inkml:definitions>
  <inkml:trace contextRef="#ctx0" brushRef="#br0">0 307,'52'-77,"25"-35,-64 95,1 1,1 0,1 1,0 0,2 0,-14 12,0 1,0-1,0 1,0-1,0 1,0 1,0-1,1 0,-1 1,1 0,-1 0,5 0,-7 1,1 0,-1 1,1-1,-1 0,1 1,-1 0,1-1,-1 1,1 0,-1 0,0 1,1-1,-1 0,0 1,0-1,0 1,0 0,0 0,-1 0,1 0,0 0,-1 0,1 2,5 8,0 1,-1 0,-1 0,0 0,-1 1,-1-1,0 1,0 1,4 37,-1 26,-5-74,3 73,-3 0,-3-1,-4 1,-2-1,-20 73,21-121,-1 0,-3 3,8-24,0-1,0 1,0 0,-1-1,0 0,0 0,-1 0,1-1,-1 1,-5 3,9-8,0-1,1 1,-1-1,0 1,0-1,0 1,0-1,0 0,0 1,1-1,-1 0,0 0,0 1,0-1,0 0,0 0,0 0,0 0,0 0,0-1,0 1,0 0,0 0,0-1,0 1,0 0,0-1,1 1,-1-1,0 1,0-1,0 1,1-1,-1 0,0 1,1-1,-1 0,0 0,1 0,-1 1,1-1,-1 0,1-1,-2-4</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28.522"/>
    </inkml:context>
    <inkml:brush xml:id="br0">
      <inkml:brushProperty name="width" value="0.1" units="cm"/>
      <inkml:brushProperty name="height" value="0.1" units="cm"/>
      <inkml:brushProperty name="ignorePressure" value="1"/>
    </inkml:brush>
  </inkml:definitions>
  <inkml:trace contextRef="#ctx0" brushRef="#br0">309 848,'-2'-7,"0"0,-1 0,0 0,-1 0,0 0,0 0,0 1,-1 0,0 0,0 0,-2-1,6 6,-1-1,0 1,0-1,0 1,0 0,0 0,-1 0,1 0,0 0,-1 1,1-1,0 1,-1-1,1 1,0 0,-1 0,0 0,0 1,0-1,0 1,1 0,-1 0,0 0,0 0,1 1,-1-1,1 1,-1-1,1 1,0 0,-1 0,1 0,0 1,-9 9,1 1,0 0,1 0,0 1,1 1,1 0,-4 9,-9 30,-7 29,12-34,3 0,1 2,3-1,2 1,1 34,8-38,-3-43,1-1,-1 1,1-1,0 0,0 0,1 1,-1-1,1 0,-1 0,1 0,0 0,-1-2,-1-1,1 1,-1-1,1 1,-1-1,1 1,-1-1,1 1,-1-1,1 0,0 1,-1-1,1 0,0 0,-1 1,1-1,0 0,-1 0,1 0,0 0,-1 0,1 0,0 0,-1 0,1 0,0 0,-1 0,1-1,0 1,-1 0,1 0,0-1,-1 1,1 0,-1-1,1 1,2-2,0-1,-1 1,1-1,-1 1,1-1,-1 0,0-1,11-17,-1 0,-1 0,-1-1,-1-1,-1 0,34-121,-35 118,29-117,2-42,-35 171,-1 17,-2 24,-3 62,-2 159,7-176,2 0,9 28,-13-91,2 0,-1 0,1 0,1-1,-1 1,1-1,1 0,0 0,0 0,1 1,-4-8,0 0,0 0,0 0,0 0,0 0,0 0,0 0,0 0,1 0,-1-1,0 1,0 0,1-1,-1 1,0-1,1 0,-1 1,1-1,-1 0,0 0,1 0,-1 0,1 0,-1 0,0 0,1-1,-1 1,1 0,-1-1,0 1,1-1,-1 1,0-1,0 0,1 0,-1 0,0 1,0-2,5-3,1 0,-2-1,1 0,-1 0,0 0,2-4,18-29,-1-1,-2 0,-3-2,1-4,60-180,-44 105,-4-2,-7-1,-4 0,-6-2,-2-103,-13 225,1-11,-1 0,-1 0,0 0,-1 0,-1 0,-3-10,-1 14,0 14,-5 22,-2 27,3 0,1 1,0 33,3-31,-34 372,35-301,6 0,10 50,-7-135,3-1,1 1,2-1,9 23,-16-57,0-1,0 1,1-1,-1 0,1 0,0 0,0 0,1-1,0 1,0-1,0 0,0 0,-3-3,0 0,0-1,0 1,0-1,0 1,0-1,1 1,-1-1,0 0,0 1,0-1,1 0,-1 0,0 0,0 0,1 0,-1 0,0-1,0 1,0 0,1-1,1 0,0-1,-1 1,1-1,-1 0,0 0,1 0,-1 0,0 0,0 0,0-1,0 1,-1 0,1-1,11-21,-1-1,-1 0,-1-1,-1 0,-1-1,0-7,34-150,12-137,3-191,-52 464,12-176,-19 206,-4 40,-23 197,9 0,9 25,7 105,7-278,3-1,3-1,16 65,-18-109,1-1,9 21,-13-35,1-1,0 0,0 0,1 0,0-1,1 0,6 7,-10-12,0 0,0-1,1 1,-1-1,0 1,1-1,0 0,-1 0,1-1,0 1,0-1,0 0,0 0,0 0,0-1,1 1,-1-1,0 0,0 0,0 0,0-1,0 0,0 1,0-1,0-1,0 1,0-1,0 1,0-1,-1 0,1 0,-1-1,1 1,-1-1,11-8,-1-1,-1 0,0-1,-1 0,0 0,-1-2,6-10,8-15,-2-1,-1-2,-3 0,-2-1,2-9,-8 16,-1-1,-2-1,-1 1,-2-1,-2 0,-2-17,-1 40,0-1,-1 1,-1-1,-1 1,0 0,-5-9,7 20,0 1,0 0,0-1,-1 1,1 0,-1 1,0-1,0 0,-1 1,1 0,-3-2,4 3,0 1,-1 0,1 0,-1-1,1 1,-1 1,0-1,1 0,-1 1,0-1,0 1,1 0,-1 0,0 0,0 0,1 0,-1 1,0-1,1 1,-2 0,-3 1,1 1,0 0,0 0,0 1,0-1,0 1,1 1,-1-1,1 1,1 0,-1 0,0 0,1 1,-3 5,-5 8,1 1,1 0,0 0,2 2,-3 8,1 0,1 1,2 1,1-1,2 1,1 0,1 0,2 1,3 20,-1-33,1 0,1-1,1 1,1-1,0 0,1-1,6 10,-6-15,0-1,1 0,0 0,1-1,1 0,-1-1,2 1,-1-2,1 0,11 7,-16-12,1 1,1-1,-1 0,1-1,-1 0,1 0,0 0,0-1,0 0,0-1,1 0,-1 0,0-1,0 0,1 0,-1-1,0 0,0 0,1-1,-1 0,0-1,-1 0,1 0,0-1,-1 1,0-2,0 1,0-1,0 0,-1 0,4-5,4-5,0-1,-1-1,-1 0,0-1,-2-1,0 1,7-19,3-17,-2 0,3-19,-4 6,0-22,-12 59,-2 0,-1-1,-2 1,-1-6,1 34,-3-24,3 25,0 1,0-1,0 0,0 1,0-1,0 0,-1 1,1-1,0 0,0 1,-1-1,1 0,0 1,-1-1,1 1,0-1,-1 1,1-1,-1 1,1-1,-1 1,1-1,-1 1,0 0,1-1,-1 1,0-1,0 2,0-1,1 1,-1-1,0 1,1-1,-1 1,0-1,1 1,-1-1,1 1,-1 0,1-1,-1 1,1 0,-1 0,1-1,0 1,-1 0,1 0,0 0,0 0,0-1,0 1,0 0,-5 28,5-26,-4 64,3 0,3 0,10 51,-10-96,43 308,-25-206,-19-103,-10-39,-1-16,1-1,2 1,2-1,1 0,1-1,3-8,1-5,2 0,2 0,2 1,5-13,-2 21,2 2,1 0,1 0,3 1,9-14,-15 31,1 1,1 0,1 0,0 1,2 1,0 1,0 0,2 1,0 1,4-2,2 3,-9 8</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29.617"/>
    </inkml:context>
    <inkml:brush xml:id="br0">
      <inkml:brushProperty name="width" value="0.1" units="cm"/>
      <inkml:brushProperty name="height" value="0.1" units="cm"/>
      <inkml:brushProperty name="ignorePressure" value="1"/>
    </inkml:brush>
  </inkml:definitions>
  <inkml:trace contextRef="#ctx0" brushRef="#br0">293 388,'0'-53,"-2"0,-6-28,6 65,-1 1,-1 0,0 0,-1 0,0 0,-1 0,-1 1,0 0,-1 1,-8-11,14 22,1 0,-1-1,0 1,0 0,0 0,-1 0,1 1,0-1,-1 0,1 1,-1-1,0 1,1 0,-1 0,0 0,0 0,0 1,0-1,0 1,1 0,-3 0,2 0,-1 1,0 0,1 0,-1 0,1 0,0 0,-1 1,1 0,0 0,0 0,0 0,0 0,0 0,1 1,-1 0,1-1,-1 2,-8 9,2 1,-1 0,2 1,0 0,0 0,2 1,0 0,0 2,-3 12,2 0,1 1,-2 31,7-53,0 0,1 0,0 0,1 0,0 0,0 0,1 0,0 0,1 0,0-1,0 1,1-1,0 0,0 0,1 0,0 0,0-1,1 0,0 0,0-1,1 1,0-1,6 4,29 20,2-2,42 20,32 19,-97-53,0 1,-1 0,-1 2,5 6,-16-15,0 1,-1 0,0 0,-1 1,1 0,-2 0,0 0,0 1,-1 0,0 0,-1 0,1 5,-2-9,-2 1,1-1,-1 1,0 0,0-1,-1 1,0-1,0 1,-1-1,0 0,0 0,-1 1,1-2,-2 1,1 0,-1 0,0-1,0 0,-3 3,-2 0,0 1,-1-1,1-1,-2 0,1 0,-1-1,0-1,-1 1,0-2,0 0,0 0,0-1,-1-1,1 0,-1 0,0-2,-12 1,2-1,1-1,-1-1,1-1,0-2,0 0,0-1,0-1,1-1,0-1,-1-1,6 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30.611"/>
    </inkml:context>
    <inkml:brush xml:id="br0">
      <inkml:brushProperty name="width" value="0.1" units="cm"/>
      <inkml:brushProperty name="height" value="0.1" units="cm"/>
      <inkml:brushProperty name="ignorePressure" value="1"/>
    </inkml:brush>
  </inkml:definitions>
  <inkml:trace contextRef="#ctx0" brushRef="#br0">1 52,'3'-9,"1"-4,-1 1,0 2,-1 3</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35.737"/>
    </inkml:context>
    <inkml:brush xml:id="br0">
      <inkml:brushProperty name="width" value="0.1" units="cm"/>
      <inkml:brushProperty name="height" value="0.1" units="cm"/>
      <inkml:brushProperty name="ignorePressure" value="1"/>
    </inkml:brush>
  </inkml:definitions>
  <inkml:trace contextRef="#ctx0" brushRef="#br0">653 39,'-4'2,"0"-1,-1 0,1-1,-1 1,1-1,-1 0,1 0,-1 0,1-1,-3 0,-47-12,18 4,5 2,-1 2,0 1,0 2,0 1,-30 3,48-1,0 1,0 0,0 2,0-1,1 2,0 0,-1 0,2 1,-1 1,1 0,0 1,0 0,1 1,-6 6,5-3,1 0,0 1,1 0,0 1,1 0,0 2,6-12,0 1,1 0,0-1,0 1,0 0,1 0,-1 0,1 0,1 0,-1 1,1-1,-1 0,2 0,-1 0,0 1,1-1,0 0,0 0,1 0,-1 0,3 3,2 1,0 0,1-1,0 1,0-2,1 1,0-1,1 0,-1-1,1 0,1 0,3 1,27 14,0-3,9 1,-28-11,168 58,21 8,-172-58,-1 2,0 1,-2 2,11 9,-37-24,0 1,0 0,0 0,-1 1,-1 0,1 1,-1 0,-1 0,1 1,-2-1,1 1,-1 0,-1 1,0-1,0 1,-1 0,-1 0,1 0,-2 0,0 1,0-1,-1 0,0 1,-1-1,0 0,-1 0,-1 0,1 1,-2 2,-1 1,0-1,-1 0,-1-1,0 0,0 0,-2 0,1-1,-2 0,-8 9,4-7,-1-1,0 0,0-1,-1-1,-1-1,0 0,0-1,-4 1,1-2,0 0,-1-2,1 0,-1-1,0-1,-1-1,1-1,-1-1,1-1,-1-1,1 0,0-2,-1 0,1-2,-16-5,28 6,-1 1,1-2,0 1,0-1,0-1,1 0,0 0,0-1,0 1,1-2,0 1,1-1,-3-3,4 4,1-1,0 0,0 0,0 0,1 0,0 0,1-1,0 1,0-1,1 0,0 1,1-1,-1 0,2 0,0-5,1 0,1 0,0 0,1 0,1 0,0 1,0-1,2 2,0-1,0 1,8-10,-3 8</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36.451"/>
    </inkml:context>
    <inkml:brush xml:id="br0">
      <inkml:brushProperty name="width" value="0.1" units="cm"/>
      <inkml:brushProperty name="height" value="0.1" units="cm"/>
      <inkml:brushProperty name="ignorePressure" value="1"/>
    </inkml:brush>
  </inkml:definitions>
  <inkml:trace contextRef="#ctx0" brushRef="#br0">235 245,'9'-3,"0"0,0-1,0 0,-1-1,4-2,-9 5,0 0,0 0,0 0,-1-1,1 1,-1-1,1 1,-1-1,0 0,0 0,0 0,-1 0,1 0,-1-1,2-1,-3 4,0 0,0 0,1 0,-1 0,0 0,0 0,0 0,0 1,0-1,0 0,0 0,0 0,0 0,-1 0,1 0,0 0,0 1,-1-1,1 0,-1 0,1 0,-1 1,1-1,-1 0,1 0,-1 1,0-1,1 1,-1-1,0 0,1 1,-1-1,0 1,0 0,0-1,0 1,1 0,-2-1,-1 1,0-1,0 1,1 0,-1-1,0 2,0-1,0 0,0 0,0 1,1 0,-1-1,-1 2,-9 3,1 2,0-1,1 1,-1 1,2 0,-1 0,1 1,0 1,-2 2,-7 11,0 0,1 1,-10 19,17-24,0 1,1 0,1 0,2 1,0 1,1-1,0 1,2 0,1 0,1 0,1 1,1 2,0-10,1 0,1 0,1 0,0-1,0 1,2-1,0 0,0 0,2-1,-1 1,2-1,0-1,0 1,1-2,1 1,0-1,0 0,7 4,-3-4,0 0,1-1,0-1,0-1,1 0,0-1,0-1,1 0,0-1,0-1,0 0,8-1,-15-2,-1 0,1-1,0 0,0 0,0-1,0-1,-1 1,1-2,0 1,-1-1,0-1,0 0,0 0,0-1,-1 0,1 0,-1-1,-1 0,1-1,-1 1,0-2,4-4,0-4,-1 0,0-1,-1-1,-1 1,0-2,-2 1,0-1,-1 0,-1 0,0 0,-2-1,0 1,1-28,-3 1,-1-1,-2 1,-6-25,2 25,-3 1,-12-37,16 62,-2 1,0-1,-1 1,-1 1,-1-1,0 2,-6-6,13 17,-1 1,0 0,0 0,0 0,-1 1,0-1,0 1,0 0,0 1,0 0,-1 0,0 0,1 1,-1 0,0 0,-2 0,1 2,0-1,0 1,0 0,-1 1,1 0,0 0,1 1,-1 0,0 0,0 1,1 0,0 0,-1 1,-1 1,-13 9,1 0,1 2,0 0,1 2,1 0,1 0,0 2,2 0,-14 22,20-25</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38.133"/>
    </inkml:context>
    <inkml:brush xml:id="br0">
      <inkml:brushProperty name="width" value="0.1" units="cm"/>
      <inkml:brushProperty name="height" value="0.1" units="cm"/>
      <inkml:brushProperty name="ignorePressure" value="1"/>
    </inkml:brush>
  </inkml:definitions>
  <inkml:trace contextRef="#ctx0" brushRef="#br0">0 818,'42'-144,"-2"-21,7-31,-47 196,0 0,0 0,0 0,0 0,0 0,0 1,0-1,0 0,0 0,0 0,0 0,1 0,-1 0,0 0,0 0,0 0,0 0,0 0,0 1,0-1,0 0,0 0,0 0,0 0,0 0,0 0,0 0,1 0,-1 0,0 0,0 0,0 0,0 0,0 0,0 0,0 0,0 0,0 0,0 0,1 0,-1 0,0 0,0 0,0 0,0 0,0 0,0 0,0 0,0 0,0 0,0 0,1 0,-1 0,0 0,0 0,0 0,0 0,0-1,5 18,3 22,10 52,4-1,11 22,-19-72,1 0,3 0,1-2,1 0,3-2,1 1,-13-22,1 0,1-1,0 0,9 6,-18-16,0-1,1 0,-1 1,1-1,-1-1,1 1,0-1,0 0,1 0,-1 0,0-1,1 1,-1-1,0-1,1 1,-1-1,4 0,-5-1,0 0,-1 0,1 0,-1 0,1-1,-1 0,0 1,0-1,0-1,0 1,0 0,0-1,0 1,-1-1,0 0,1 0,-1 0,0 0,0 0,0-1,5-9,-1-1,0 1,-1-1,1-7,10-37,-4-1,-1 0,-4 0,0-54,-6-12,-14-104,12 213,-1-15,-1 0,-2 1,-1 0,-1 0,-5-11,5 28,3 21,6 23,14 36,7 14,12 44,6 78,-18-79,35 103,-52-209,0-1,1 0,1 0,0 0,1-1,1-1,9 12,-16-23,-1-1,1 0,0 0,0 0,0-1,0 1,1-1,-1 1,1-1,-1 0,1-1,0 1,0-1,-1 1,1-1,0 0,0 0,0-1,1 1,-1-1,0 0,0 0,0 0,0-1,0 0,0 1,0-1,0-1,0 1,0 0,-1-1,1 0,0 0,-1 0,1 0,-1-1,2-1,6-5,0-1,0 0,-1-1,0-1,-1 1,0-1,-1-1,0 0,5-11,4-15,-1 0,10-37,-9 15,-2-1,-2 0,-4-1,-2-1,-3 0,-3 1,-3-1,-8-54,9 113,0-7,-1 0,0 1,-1-1,0 1,-1-1,0 1,-1-1,5 11,0 1,0 0,-1-1,1 1,0-1,0 1,0 0,0-1,-1 1,1 0,0-1,0 1,0 0,-1-1,1 1,0 0,-1-1,1 1,0 0,-1 0,1 0,0-1,-1 1,1 0,0 0,-1 0,1 0,-1 0,1-1,0 1,-1 0,1 0,-1 0,-4 13,5 20,9 14,-8-43,0 0,0-1,1 1,-1-1,1 0,0 1,0-1,0 0,0 0,0 0,3 1,-5-3,0-1,1 0,-1 1,1-1,-1 0,1 1,-1-1,1 0,-1 0,1 0,-1 1,1-1,-1 0,1 0,-1 0,1 0,-1 0,1 0,0 0,-1 0,1 0,-1 0,1 0,-1 0,1-1,-1 1,1 0,-1 0,1-1,11-14,2-25,-14 36,8-27,-7 22</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39.034"/>
    </inkml:context>
    <inkml:brush xml:id="br0">
      <inkml:brushProperty name="width" value="0.1" units="cm"/>
      <inkml:brushProperty name="height" value="0.1" units="cm"/>
      <inkml:brushProperty name="ignorePressure" value="1"/>
    </inkml:brush>
  </inkml:definitions>
  <inkml:trace contextRef="#ctx0" brushRef="#br0">0 139,'3'11,"58"182,-46-154,1-1,2-1,20 30,-27-50,2-1,0 0,0-1,2 0,0-1,1-1,0-1,0 0,2-1,-1-1,1 0,1-1,0-1,0-1,1-1,1 0,-8-3,0-1,1 0,-1-1,1 0,0-1,-1 0,1-1,-1-1,1 0,-1-1,4-2,-6 2,-1-2,0 1,0-1,0-1,0 0,-1 0,0-1,0 0,-1 0,0-1,0 0,-1-1,0 0,4-6,-1-2,0-1,-1 0,-1 0,-1-1,0-1,-1 1,-2-1,0 0,-1 0,0 0,-2-8,0 2,-1 0,-2 1,-1-1,0 1,-2 0,-1 0,-1 0,-8-19,10 32,-1 1,1 0,-2 0,1 1,-1-1,-1 1,-8-8,13 15,0 0,0 0,0 0,-1 1,1-1,-1 1,0 0,0 0,0 0,0 0,0 1,0-1,0 1,-1 0,1 1,0-1,-1 1,1 0,0 0,-1 0,1 0,0 1,-5 1,1 0,0 1,0 1,0-1,0 2,1-1,-1 1,1 0,0 0,1 1,-1 0,-2 3,-9 12,1 0,1 1,-1 3,-13 25,2 2,2 0,3 2,2 0,2 2,3 0,-5 38,13-54,2 0,2 0,2 1,1-1,2 0,2 1,2-1,3 10,-2-25,0-1,2 0,1 0,1-1,0 0,7 7,-7-13,0-2,1 0,1 0,1-1,0 0,0-1,2-1,12 9,-16-13,-1-2,1 0,0 0,1-1,0 0,-1-1,1 0,1-1,-1 0,0-1,8 0,-10-1,1-1,-1-1,1 0,0 0,-1-1,0 0,1-1,-1 0,0-1,0 0,-1-1,1 1,4-5,-1 1,0-1,0-1,-1 0,0-1,-1 0,-1-1,1 0,5-10,-3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41.299"/>
    </inkml:context>
    <inkml:brush xml:id="br0">
      <inkml:brushProperty name="width" value="0.1" units="cm"/>
      <inkml:brushProperty name="height" value="0.1" units="cm"/>
      <inkml:brushProperty name="ignorePressure" value="1"/>
    </inkml:brush>
  </inkml:definitions>
  <inkml:trace contextRef="#ctx0" brushRef="#br0">6 402,'25'199,"8"82,-28-209,-3 0,-7 63,5-123,-1 0,-1-1,0 1,0-1,-2 0,1 0,-2 3,5-14,0 1,0-1,-1 1,1-1,0 1,0-1,0 1,-1-1,1 0,0 1,0-1,-1 1,1-1,-1 0,1 1,0-1,-1 0,1 1,-1-1,1 0,-1 1,1-1,0 0,-1 0,1 0,-1 0,1 1,-1-1,1 0,-1 0,0 0,1 0,-1 0,1 0,-1 0,1 0,-1-1,0 0,0 0,0 0,0 0,0 0,0 0,0 0,1 0,-1-1,0 1,1 0,-1 0,1-1,-1 0,-3-11,0-1,0 1,1-1,1 0,0-11,0-74,3 81,4-94,4 2,6-1,4 2,6 0,4 1,37-88,-59 175,1 1,1 0,0 1,2 0,0 1,8-10,-17 26,-1 0,1-1,0 1,0 0,0 1,0-1,1 0,-1 1,0-1,1 1,-1 0,1 0,-1-1,1 2,0-1,-1 0,1 1,0-1,0 1,0 0,-1 0,1 1,-1-1,1 1,-1 0,1 0,-1 0,0 0,1 0,-1 0,0 1,0-1,0 1,0-1,0 1,1 2,6 7,0 0,-1 1,-1 0,0 0,-1 0,4 12,21 53,-4 0,-3 2,-4 1,-1 9,-3 10,-4 2,-5-1,-4 18,-4-43,-6 44,2-86,0 1,-2-1,-2 0,-8 21,12-41,4-14,10-24,41-86,5 2,24-30,142-202,-140 223,6-6,35-75,-118 192,6-10,-1-1,-1 0,-1-1,-5 16,-1-1,0 1,0-1,0 0,0 0,-1 1,1-1,-1 0,0 0,0 0,-1 1,1-1,-1 0,0 0,0 0,0 1,0-1,-1 0,1 2,0 1,-1-1,1 0,-1 1,0-1,1 1,-1 0,0 0,0 0,0-1,0 2,0-1,0 0,0 0,0 1,0-1,-1 1,1-1,0 1,0 0,0 0,-1 0,1 0,0 1,0-1,0 0,-2 1,-5 1,1 0,0 1,0 0,0 0,0 1,-6 3,2 2,-1 0,1 0,1 2,0-1,0 1,1 1,1 0,-1 0,2 1,0 0,-4 10,-4 11,1 0,2 2,1-1,0 9,1 2,2 1,1 0,3 1,2-1,2 1,4 40,0-60,1-1,2 0,0 0,2-1,9 21,-10-30,1 0,2 0,-1-1,2 0,0 0,1-1,0-1,11 9,-10-11,1-1,0-1,1 0,1-1,-1-1,1 0,1-1,-1 0,1-2,0 0,0-1,1-1,0 0,-1-1,1-1,0-1,0-1,-1 0,1-1,0-1,-1 0,0-2,3-1,-13 4,0-1,0-1,0 1,-1-1,1 0,-1 0,0-1,0 0,0-1,-3 3,-1 1,1-2,-1 1,1 0,-1 0,0-1,-1 1,1-1,0 1,-1-1,0 0,0 0,0 0,0 0,-1 0,1 0,-1 0,0 0,0-13,1 1,0 0,1-1,1 1,1 0,1-3,12-35,6-7,4-11,-4-1,-3-1,8-59,-21 92,-3 0,-1 0,-2 0,-2 0,-2 0,-2 0,3 23,-2 0,0 0,-4-9,6 23,1-1,-1 0,0 1,-1 0,1-1,-1 1,1 0,-1 1,-1-1,1 0,0 1,-1-1,0 1,0 0,-1 0,4 2,-1 0,1 1,-1-1,0 1,1-1,-1 1,0-1,0 1,1 0,-1 0,0 0,0 0,1 0,-1 0,0 0,1 1,-1-1,0 1,1-1,-1 1,0 0,1-1,-1 1,1 0,-1 0,1 0,0 0,-1 1,1-1,0 0,0 0,-1 2,-3 3,0 1,0 0,1 1,0-1,0 1,-1 3,-8 24,1 0,2 1,2 1,1 0,1 8,-1 24,3 1,4 27,2-54,1 0,3 0,1-1,2 0,13 36,-12-50,1 0,2 0,0-1,2-1,1 0,1-1,1-1,14 14,-25-30,0-2,1 1,-1-1,1 0,0 0,1-1,-1 0,7 2,-9-5,0 1,0-2,0 1,1-1,-1 1,0-2,1 1,-1-1,0 0,1 0,-1-1,0 0,5-1,2-2</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41.936"/>
    </inkml:context>
    <inkml:brush xml:id="br0">
      <inkml:brushProperty name="width" value="0.1" units="cm"/>
      <inkml:brushProperty name="height" value="0.1" units="cm"/>
      <inkml:brushProperty name="ignorePressure" value="1"/>
    </inkml:brush>
  </inkml:definitions>
  <inkml:trace contextRef="#ctx0" brushRef="#br0">408 1098,'-5'-3,"-16"-11,0 2,-2 0,1 2,-1 1,-6-2,22 9,1 1,0-1,-1 1,1 1,0-1,-1 1,1 0,-1 0,1 1,-1 0,1 0,0 1,-1-1,1 1,0 1,0-1,0 1,1 0,-1 0,1 1,-1 0,-1 2,-4 4,0 1,1 1,0 0,1 0,1 1,0 0,1 1,0-1,1 1,0 1,2-1,-2 7,1-1,0 0,2 0,1 1,0-1,1 1,1-1,1 1,1-1,1 0,-1-9,1 0,0 0,0 0,1-1,0 0,1 0,0 0,1 0,3 4,-6-10,-1-1,1 0,0 1,0-1,0-1,1 1,-1 0,1-1,-1 0,1 0,0 0,0 0,0 0,0-1,0 0,0 0,1 0,-1 0,0-1,0 1,1-1,-1 0,0 0,1-1,-1 0,1 0,3-1,0 0,1-1,-1 0,0 0,-1-1,1-1,-1 1,4-4,5-4,0-1,-1-1,5-5,15-22,0-2,-3-1,-2-1,-2-2,-2-1,6-17,10-32,-4-2,20-85,-31 80,-4 0,-5-2,-5 0,0-87,-13 190,1-14,-1-1,0 0,-1 0,-1 1,-1-1,-1 1,-2-6,6 22,0 0,-1 0,1 0,-1 0,1 1,-1-1,1 0,-1 0,1 0,-1 1,0-1,0 0,1 0,-1 1,-1-1,2 1,0-1,-1 1,1 0,-1 0,1 0,0 0,-1 0,1 0,-1 0,1 0,0 0,-1 1,1-1,-1 0,1 0,0 0,-1 0,1 0,0 1,-1-1,1 0,0 0,-1 1,1-1,0 0,-1 1,-1 2,0 0,0 0,0 1,0-1,0 0,1 1,-2 2,-11 42,1 1,2 0,3 1,-1 38,4-51,-14 155,9 1,8 1,17 132,45 301,-59-614</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43.367"/>
    </inkml:context>
    <inkml:brush xml:id="br0">
      <inkml:brushProperty name="width" value="0.1" units="cm"/>
      <inkml:brushProperty name="height" value="0.1" units="cm"/>
      <inkml:brushProperty name="ignorePressure" value="1"/>
    </inkml:brush>
  </inkml:definitions>
  <inkml:trace contextRef="#ctx0" brushRef="#br0">1 327,'12'114,"-5"0,-5 48,-2-68,-2 351,1-427,1-13,-1-1,1 0,0 0,0 0,1 0,-1 1,1-1,0 0,1 4,1-19,30-325,-9 180,32-113,-36 195,3 2,3 0,3 1,26-42,-48 99,1 0,0 0,1 1,1 0,0 1,0 0,1 0,1 1,6-4,-16 14,1-1,-1 0,1 1,0-1,-1 1,1 0,0 0,0 0,0 0,0 0,0 1,0-1,0 1,0 0,1 0,-1 0,0 0,0 1,1-1,-1 2,1-1,-1 0,0 1,0 0,0 0,0 0,0 0,0 0,-1 1,1-1,-1 1,1 0,-1 0,1 2,5 9,0 0,-1 1,-1 0,0 0,-1 1,2 12,7 38,-2 1,-4-1,-2 15,0 204,-6-259,-1 130,-7 4,6-143,2-23,2-30,8-49,3 0,4 0,3 2,4 0,4 2,3 1,17-25,-39 85,2 0,0 1,1 1,1 0,0 1,15-14,-26 28,1 0,0 1,0 0,-1-1,1 1,0 1,1-1,-1 0,0 1,0-1,1 1,-1 0,1 0,-1 0,1 1,-1-1,1 1,0 0,2 0,-2 1,-1 0,1 0,-1 1,0-1,1 1,-1 0,0 0,0 0,0 0,0 0,-1 1,1-1,-1 1,1 0,-1 0,0 0,0 0,0 0,1 2,6 13,-1 0,0 0,-1 0,-1 1,0 0,-1 6,7 40,-2 18,11 283,-10-101,-11-262,1 21,2-1,0 1,1-1,5 12,-9-33,0-1,1 0,-1 1,0-1,1 0,0 0,-1 0,1 1,0-1,0 0,-1 0,1 0,0 0,0 0,0-1,0 1,1 1,-1-2,-1 0,1 0,0 0,-1 0,1 0,-1 0,1 0,0 0,-1 0,1 0,-1-1,1 1,0 0,-1 0,1 0,-1-1,1 1,-1 0,1-1,-1 1,1 0,-1-1,0 1,1-1,-1 1,1-1,3-4,-1 0,1-1,-1 1,0-1,-1 0,2-3,23-70,-4-2,12-77,-16 70,26-132,-41 206,-3 18,-3 25,2-23,-3 36,3 0,2 0,1-1,2 1,5 12,-6-31,2-1,1 0,1 0,0 0,2-1,0 0,2-1,0 0,1-1,6 6,-12-17,1 0,0 0,1-1,-1 0,1 0,0-1,1 0,0-1,0 0,2 1,-7-4,1-1,-1 1,0-1,0 0,1 0,-1 0,1-1,-1 0,1 0,-1 0,0-1,1 0,-1 0,0 0,1-1,-1 1,0-1,0 0,0-1,-1 0,5-2,1-3,-1 0,0-1,-1 0,1-1,-2 1,1-2,-2 1,1-1,-1 0,-1 0,0-1,3-8,2-12,-1 0,-1-1,-2 0,-1-8,-1 5,-2-1,-2 1,-1-1,-2 1,-1 0,-4-12,2 23,0-1,-2 1,0 1,-2-1,-1 2,-1-1,0 2,-2 0,-4-4,12 18,-1-1,0 2,-1-1,0 1,0 0,0 0,-1 1,0 1,0-1,0 1,-1 1,-1-1,4 3,0 0,0 0,-1 1,1-1,0 2,-1-1,1 1,-1 0,1 1,-1-1,1 2,-1-1,1 1,0 0,0 0,0 1,-3 2,-4 2,0 2,0 0,1 0,0 1,1 1,0 0,1 1,0 0,1 1,-1 3,-9 12,2 1,2 1,0 0,-2 11,5-6,6-13</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43.905"/>
    </inkml:context>
    <inkml:brush xml:id="br0">
      <inkml:brushProperty name="width" value="0.1" units="cm"/>
      <inkml:brushProperty name="height" value="0.1" units="cm"/>
      <inkml:brushProperty name="ignorePressure" value="1"/>
    </inkml:brush>
  </inkml:definitions>
  <inkml:trace contextRef="#ctx0" brushRef="#br0">0 312,'23'353,"-20"-278,2 103,7 116,-10-283,-2-12,0-18,1-63,3-1,4 1,3 1,4-1,4 2,3 1,3 0,4 2,3 1,4 1,6-4,-20 40,2 2,7-6,-18 27,0 0,1 2,1-1,0 2,14-10,-23 19,0 0,1 0,0 1,0 0,0 0,1 0,-1 1,0 1,1-1,-1 1,1 0,0 1,-1 0,1 0,0 0,-1 1,1 0,-1 1,1 0,-1 0,0 0,1 1,-1 0,-1 1,1-1,0 1,-1 1,0-1,0 1,3 3,6 8</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44.397"/>
    </inkml:context>
    <inkml:brush xml:id="br0">
      <inkml:brushProperty name="width" value="0.1" units="cm"/>
      <inkml:brushProperty name="height" value="0.1" units="cm"/>
      <inkml:brushProperty name="ignorePressure" value="1"/>
    </inkml:brush>
  </inkml:definitions>
  <inkml:trace contextRef="#ctx0" brushRef="#br0">3 620,'22'-2,"0"-1,0-1,-1-1,0-1,0-1,0-1,-1-1,0 0,-1-2,0 0,0-1,-2-1,1-1,-2 0,0-1,0-1,-2 0,0-1,11-17,-13 14,-1-1,-1 0,-1 0,-1-1,0 0,2-16,-7 23,0-1,0 1,-2 0,0-1,-1 1,0-1,-1 1,-1 0,-1-1,-1-5,3 17,0 1,0 0,0 0,-1 0,1 0,-1 0,0 0,1 0,-1 1,0-1,-1 1,1-1,0 1,-1 0,1 0,-3-2,3 3,-1 0,1 1,-1-1,1 0,0 1,-1-1,1 1,-1 0,1 0,-1 0,0 0,1 0,-1 0,1 1,0-1,-1 1,1 0,-1 0,1 0,0 0,0 0,-2 1,-7 5,0 0,0 1,1 0,0 0,0 1,1 1,0 0,-3 5,-15 22,-18 34,7-6,2 2,4 1,2 4,16-37,2 1,2 0,1 0,2 1,2 0,1 0,1 6,3-26,1 0,1 0,0 1,1-1,1-1,0 1,1 0,1-1,1 0,0 0,4 3,-6-10,1 0,0 0,1-1,-1 0,2 0,-1-1,1 0,0 0,1 0,0-1,0-1,0 0,0 0,1 0,0-1,0-1,0 0,6 1,2-1,0-2,0 0,0-1,1 0,-1-2,0 0,0-1,-1-1,1-1,-1 0,0-1,0-1,1-1,0-1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47.028"/>
    </inkml:context>
    <inkml:brush xml:id="br0">
      <inkml:brushProperty name="width" value="0.1" units="cm"/>
      <inkml:brushProperty name="height" value="0.1" units="cm"/>
      <inkml:brushProperty name="ignorePressure" value="1"/>
    </inkml:brush>
  </inkml:definitions>
  <inkml:trace contextRef="#ctx0" brushRef="#br0">21 0,'7'39,"-1"0,-3 1,-1-1,-2 0,-2 17,0 4,-1 352,-23 612,24-1003,1-20,0-4,0-31,5-51,-3 69</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48.065"/>
    </inkml:context>
    <inkml:brush xml:id="br0">
      <inkml:brushProperty name="width" value="0.1" units="cm"/>
      <inkml:brushProperty name="height" value="0.1" units="cm"/>
      <inkml:brushProperty name="ignorePressure" value="1"/>
    </inkml:brush>
  </inkml:definitions>
  <inkml:trace contextRef="#ctx0" brushRef="#br0">0 193,'27'177,"2"119,-23-208,-2-49,8 158,-11-155,-2 0,-2-1,-6 26,8-59,-1-1,0 1,0-1,-3 7,5-13,0-1,-1 1,1-1,0 1,0 0,0-1,-1 1,1-1,0 1,-1-1,1 1,0-1,-1 1,1-1,-1 1,1-1,-1 0,1 1,-1-1,1 1,-1-1,1 0,-1 0,1 1,-1-1,0 0,1 0,-1 0,1 0,-1 0,0 1,1-1,-1 0,0-1,0 1,0-1,0 0,-1 0,1 0,0-1,1 1,-1 0,0 0,0 0,0-1,1 1,-1 0,1-1,-1 1,1-1,-5-12,1 0,1 0,0 0,1-1,1 1,0-11,1-25,4-17,3 6,3 0,2 1,2 1,3 0,3 1,10-16,-1 9,3 1,2 1,4 3,2 1,15-15,-34 48,1 0,2 2,20-16,-37 33,0 1,1 0,0 1,0 0,1 0,-1 1,1 0,0 1,0 0,1 0,-1 1,0 0,1 0,0 1,1 0,-8 1,1 1,-1-1,1 0,-1 1,1 0,-1 0,0 0,1 0,-1 1,0-1,0 1,0 0,0-1,0 2,0-1,0 0,-1 0,1 1,-1 0,0-1,1 1,-1 0,-1 0,1 0,0 0,-1 0,1 1,-1 0,2 5,-1 0,0-1,-1 1,0 0,0 0,-1 0,0 0,-1 0,0 0,-1 8,-4 8,-2 0,0-1,-1 0,-2 0,0-1,-1 0,-11 13,-18 24,-3-2,-7 3,7-10,-2-2,-2-3,-2-1,-40 26,90-71,-1 1,0-1,0 0,1 1,-1-1,0 0,1 1,-1-1,1 1,-1-1,1 1,-1-1,1 1,-1 0,1-1,-1 1,1 0,0-1,-1 1,1 0,0-1,0 1,-1 0,1 0,0-1,0 1,0 0,0 0,0 0,1 0,0 0,0 0,0 0,1 1,-1-1,0 0,1 0,-1-1,0 1,1 0,1 0,6 4,27 20,0 1,22 22,35 26,-45-41,2-3,2-2,0-2,2-3,1-2,0-2,2-3,0-2,-47-11,15 2,0 1,-1 2,2 1,-21-6</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48.900"/>
    </inkml:context>
    <inkml:brush xml:id="br0">
      <inkml:brushProperty name="width" value="0.1" units="cm"/>
      <inkml:brushProperty name="height" value="0.1" units="cm"/>
      <inkml:brushProperty name="ignorePressure" value="1"/>
    </inkml:brush>
  </inkml:definitions>
  <inkml:trace contextRef="#ctx0" brushRef="#br0">1 348,'21'105,"-4"1,-5 0,-2 56,-4 12,-9 17,2-175,0-16,1 0,0 0,0 0,0 0,0 0,0 0,0 0,0 0,0-1,0 1,0 0,0 0,0 0,0 0,0 0,0 0,0 0,0 0,0 0,0 0,0 0,0 0,0 0,0 0,0 0,-1 0,1 0,0 0,0 0,0 0,0 0,0 0,0 0,0 0,0 0,0 0,0 0,0 0,0 0,0 1,-2-30,1-81,4 1,6-1,4 1,5 0,5 2,5 0,13-25,-23 82,22-41,-32 76,0 0,1 1,0 0,2 0,-1 1,2 1,9-10,-18 20,0-1,0 1,0 0,0-1,0 2,0-1,0 0,1 0,-1 1,1 0,-1 0,1 0,0 0,-1 0,1 1,0 0,0 0,-1 0,1 0,2 1,-1 0,-1 0,0 1,0 0,1 0,-2 0,1 1,0-1,0 1,-1 0,1 0,-1 0,0 1,0-1,0 1,0 0,1 3,7 12,0 2,-1-1,-1 1,-1 1,-1 0,-1 0,-1 0,-1 1,7 48,0 67,-6-51,-5 0,-3 0,-4 0,-14 62,12-113,5-31,1-11,2-16,5-34,2 0,3 1,2-1,46-165,-50 195,1-7,2 0,1 0,1 1,2 0,1 2,2-2,-15 29,-1 1,1-1,0 1,0-1,0 1,0 0,0 0,0 0,1 0,-1 0,1 0,-1 1,1-1,0 1,0 0,0-1,-1 1,1 1,0-1,0 1,-1 0,1 0,-1 1,0-1,1 1,-1 0,0-1,1 1,-1 0,0 1,0-1,0 0,0 0,0 1,0-1,0 1,-1 0,1 0,0-1,-1 1,1 0,-1 0,0 1,0-1,8 13,0 0,-1 0,-1 1,-1 0,0 0,1 8,6 32,1 17,-11-54,17 114,-5 1,-7 1,-5 0,-12 89,7-198</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49.699"/>
    </inkml:context>
    <inkml:brush xml:id="br0">
      <inkml:brushProperty name="width" value="0.1" units="cm"/>
      <inkml:brushProperty name="height" value="0.1" units="cm"/>
      <inkml:brushProperty name="ignorePressure" value="1"/>
    </inkml:brush>
  </inkml:definitions>
  <inkml:trace contextRef="#ctx0" brushRef="#br0">24 124,'-5'-10,"2"0,-1 0,1 0,1 0,0 0,0 0,1-1,0 1,1 0,0-5,3 7,2 12,1 15,13 97,1 79,-13-92,-4 17,-4-84,-1-1,-2 1,-1-1,-2 0,-3 7,7-35,2-10,1-2</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50.416"/>
    </inkml:context>
    <inkml:brush xml:id="br0">
      <inkml:brushProperty name="width" value="0.1" units="cm"/>
      <inkml:brushProperty name="height" value="0.1" units="cm"/>
      <inkml:brushProperty name="ignorePressure" value="1"/>
    </inkml:brush>
  </inkml:definitions>
  <inkml:trace contextRef="#ctx0" brushRef="#br0">1 8,'262'13,"14"0,-227-14,1-2,0-2,-1-2,24-8,-63 12</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50.798"/>
    </inkml:context>
    <inkml:brush xml:id="br0">
      <inkml:brushProperty name="width" value="0.1" units="cm"/>
      <inkml:brushProperty name="height" value="0.1" units="cm"/>
      <inkml:brushProperty name="ignorePressure" value="1"/>
    </inkml:brush>
  </inkml:definitions>
  <inkml:trace contextRef="#ctx0" brushRef="#br0">1 83,'0'0,"0"0,19 0,18-2,13-1,11-4,7-2,2 0,-1-3,-1 0,-4 0,2 3,-12 2</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51.599"/>
    </inkml:context>
    <inkml:brush xml:id="br0">
      <inkml:brushProperty name="width" value="0.1" units="cm"/>
      <inkml:brushProperty name="height" value="0.1" units="cm"/>
      <inkml:brushProperty name="ignorePressure" value="1"/>
    </inkml:brush>
  </inkml:definitions>
  <inkml:trace contextRef="#ctx0" brushRef="#br0">37 1,'-6'29,"2"-1,1 1,2 0,0 0,4 21,-2-3,16 315,-3-143,-13 139,-2-339,1-5,-1-1,0 0,-1 0,0 0,-1 0,-4 8,7-20,0-1,0 1,0-1,0 1,0-1,0 1,0-1,-1 1,1-1,0 1,0-1,-1 1,1-1,0 0,-1 1,1-1,-1 0,1 1,0-1,-1 0,1 1,-1-1,1 0,-1 0,1 1,-1-1,1 0,-1 0,1 0,-1 0,1 0,-1 0,0 0,1-1,-1 1,0-1,0 1,0-1,1 0,-1 1,0-1,1 0,-1 0,0 1,1-1,-1 0,1 0,-1-1,-15-39,15 37,-1-3</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52.229"/>
    </inkml:context>
    <inkml:brush xml:id="br0">
      <inkml:brushProperty name="width" value="0.1" units="cm"/>
      <inkml:brushProperty name="height" value="0.1" units="cm"/>
      <inkml:brushProperty name="ignorePressure" value="1"/>
    </inkml:brush>
  </inkml:definitions>
  <inkml:trace contextRef="#ctx0" brushRef="#br0">13 435,'-9'119,"5"0,9 64,-2-145,2 0,1 0,2-1,6 17,-8-35,1 0,1 0,1-1,0 0,1-1,1 0,0 0,2-1,3 3,-11-14,0 1,1-1,0 0,0-1,0 1,1-1,-1-1,1 1,0-1,0 0,1-1,5 2,-8-3,-1 0,1-1,0 1,0-1,0 0,0-1,0 1,0-1,0 0,0 0,0-1,0 0,-1 1,1-1,-1-1,1 1,-1-1,0 0,0 0,0 0,6-6,0-1,0 0,-1 0,-1-1,0-1,0 1,-1-1,3-8,9-22,13-44,-4 1,-3-2,-5 0,-3-2,-4 0,-4-1,-3-44,-6 94,-2 0,-1 1,-8-29,9 56,-1-1,0 1,-1 0,0 1,-1-1,0 1,-1 0,0 0,-1 0,0 1,-1 0,0 1,-6-6,11 12,0 1,0-1,-1 1,1-1,-1 1,0 0,1 1,-1-1,0 1,0-1,0 1,0 0,0 1,0-1,-1 1,1 0,0 0,0 0,0 0,0 1,0-1,0 1,0 0,0 1,0-1,0 1,0-1,-2 3,-4 2,-1 1,2 0,-1 1,1 0,0 0,1 1,0 0,0 1,-2 4,-13 20,2 2,1 0,2 2,2 0,1 0,1 5,-1 6,3 0,2 0,2 1,0 42,6-69,1 0,2 0,0 0,1 0,2-1,0 1,6 15,-5-25</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52.850"/>
    </inkml:context>
    <inkml:brush xml:id="br0">
      <inkml:brushProperty name="width" value="0.1" units="cm"/>
      <inkml:brushProperty name="height" value="0.1" units="cm"/>
      <inkml:brushProperty name="ignorePressure" value="1"/>
    </inkml:brush>
  </inkml:definitions>
  <inkml:trace contextRef="#ctx0" brushRef="#br0">230 257,'-5'-1,"0"1,0-1,0 1,0 0,0 0,0 0,0 1,1-1,-1 1,0 1,0-1,0 1,1-1,-1 1,-2 2,1 0,0 0,1 0,-1 1,1 0,0 0,0 0,1 0,0 1,0 0,-1 2,-6 13,1 0,1 1,1 0,1 0,1 0,0 7,-9 54,4 0,4 0,3 1,4-1,3 1,11 56,-13-137,4 43,3 0,8 24,-13-59,0 0,1 0,1 0,-1-1,2 1,-1-1,1 0,1-1,0 0,0 0,1 0,7 6,-10-12,0 1,-1-2,1 1,1 0,-1-1,0 0,0 0,1-1,-1 1,1-1,0 0,-1-1,1 1,0-1,-1 0,1-1,-1 1,1-1,0 0,-1-1,5-1,3-2,0 0,0-1,-1 0,1-1,-1 0,-1-1,0 0,6-6,2-5,0 0,-1-1,-1-1,-1-1,-1 0,-1-1,-1-1,1-4,7-21,-1 0,-3-1,7-37,-12 36,-2-1,-3 0,-2 0,-2 0,-2 0,-3-1,-3-10,1 31,-1 0,-2 0,0 1,-3 0,0 0,-2 1,-1 0,-2 1,-1 1,-1 0,-1 1,-4-3,11 18,1 0,-1 1,-1 1,0 0,-1 0,1 1,-2 0,1 1,-1 1,-1 0,-3 0,8 3,-1 1,1 1,-1 0,0 0,1 1,-1 0,0 1,0 0,0 1,1 0,-1 0,0 2,1-1,-1 1,1 1,-7 2,-12 11,12-2</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54.149"/>
    </inkml:context>
    <inkml:brush xml:id="br0">
      <inkml:brushProperty name="width" value="0.1" units="cm"/>
      <inkml:brushProperty name="height" value="0.1" units="cm"/>
      <inkml:brushProperty name="ignorePressure" value="1"/>
    </inkml:brush>
  </inkml:definitions>
  <inkml:trace contextRef="#ctx0" brushRef="#br0">49 508,'2'68,"11"232,-7-226,4 0,20 70,-23-118,1 0,1 0,1-1,2 0,0-1,8 10,-14-25,1 0,0 0,1 0,0-1,0 0,1-1,7 6,-10-9,0-1,1 1,-1-1,0 0,1-1,0 0,-1 0,1 0,0-1,0 0,0 0,7-1,-6 0,0-1,-1 0,1-1,-1 1,1-2,-1 1,0-1,0 0,0 0,0-1,-1 0,1 0,-1-1,0 1,0-2,-1 1,0 0,1-2,7-8,-2 0,1-1,-2-1,0 0,-1 0,4-13,6-19,-2-1,-2-1,-3 0,-2-1,-2 0,0-29,-5 11,-2-1,-4 0,-3 0,-10-44,5 60,-2-1,-2 1,-6-8,13 42,-1 0,0 0,-2 1,0 0,-2 1,0 0,-1 1,0 1,-7-5,16 17,0 0,-1 0,1 1,-1 0,0 0,0 0,0 1,-1-1,0 2,1-1,-1 1,0 0,0 0,0 1,0 0,0 0,-1 0,1 1,0 1,0-1,0 1,0 0,0 0,0 1,0 0,0 1,0-1,1 1,-1 0,1 1,-3 2,-10 7,1 1,0 0,1 2,1 0,-14 18,6-4,2 2,1 0,-3 8,5-4</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55.232"/>
    </inkml:context>
    <inkml:brush xml:id="br0">
      <inkml:brushProperty name="width" value="0.1" units="cm"/>
      <inkml:brushProperty name="height" value="0.1" units="cm"/>
      <inkml:brushProperty name="ignorePressure" value="1"/>
    </inkml:brush>
  </inkml:definitions>
  <inkml:trace contextRef="#ctx0" brushRef="#br0">1 382,'35'136,"7"77,-2-8,-35-193,-5-28,0-75,4 1,14-79,-9 113,3 1,2 0,3 0,1 2,7-9,-24 61,9-21,1 0,6-8,-14 24,1 1,0 0,0 0,0 0,0 1,1-1,0 1,0 0,0 1,0-1,4-1,-7 4,-1 0,0 1,1-1,-1 1,0-1,1 1,-1 0,1-1,-1 1,1 0,-1 0,1 0,-1 0,1 0,-1 1,1-1,-1 0,1 1,-1-1,0 1,1-1,-1 1,0 0,1-1,-1 1,0 0,0 0,0 0,0 0,0 0,0 0,1 1,1 3,0 0,0 0,0 0,-1 0,0 1,0-1,0 1,0 1,5 23,-1 2,-2-1,1 29,-3 100,-3-132,1-8,-5 161,2-141,-2 1,-2-1,-5 15,12-54,0 0,0 0,0 0,0 0,0 0,0 0,-1 0,1-1,0 1,-1 0,1 0,-1 0,1 0,-1 0,1 0,-1-1,1 1,-1 0,0-1,0 1,1 0,-1-1,0 1,0-1,0 1,0-2,0 0,0 0,1 0,-1 0,0 0,1-1,-1 1,0 0,1 0,0-1,-1 1,1 0,0-1,0 1,-1 0,1-1,0 1,0 0,1-1,-4-39,3-1,1 1,7-38,28-123,-22 135,4 1,13-29,-22 70,1 0,2 1,0 1,1 0,2 0,0 2,15-17,-25 33,-1 1,1-1,0 1,0 0,0 0,1 0,-1 1,1 0,0 0,0 0,0 1,0 0,0 0,1 0,5 0,-6 2,-1 0,0 0,1 1,-1 0,0-1,0 2,0-1,0 1,0 0,0 0,0 0,0 0,-1 1,1 0,-1 0,0 0,0 1,0-1,3 5,4 5,0 1,-1 0,-1 0,0 1,-1 0,-1 1,0 0,-1 0,-1 1,1 5,7 31,-3 0,1 37,-2 23,-5-1,-5 0,-4 1,-15 68,15-150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56.516"/>
    </inkml:context>
    <inkml:brush xml:id="br0">
      <inkml:brushProperty name="width" value="0.1" units="cm"/>
      <inkml:brushProperty name="height" value="0.1" units="cm"/>
      <inkml:brushProperty name="ignorePressure" value="1"/>
    </inkml:brush>
  </inkml:definitions>
  <inkml:trace contextRef="#ctx0" brushRef="#br0">221 5,'-5'-2,"-5"-1,7 17,3 32,-3-1,-2 0,-1 0,-3-1,-1 0,-5 9,-54 121,4-9,60-152,1 0,1 0,0 0,0 1,1 1,2-12,0 0,0 1,0-1,0 0,1 1,-1-1,1 0,0 0,0 1,0-1,1 0,-2-2,1 1,0 0,0-1,1 0,-1 1,0-1,0 0,1 1,-1-1,1 0,-1 0,1 0,-1 0,1-1,0 1,-1 0,1-1,0 1,0-1,0 1,12 0,-1-1,0 0,0-1,0 0,0-1,0-1,0 0,7-3,7-1,124-26,140-10,-271 41,20-2,33-8,-63 9,1 1,0-1,-1-1,0 0,0-1,0 0,0 0,-1-1,1-1,-4 2,-4 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56.996"/>
    </inkml:context>
    <inkml:brush xml:id="br0">
      <inkml:brushProperty name="width" value="0.1" units="cm"/>
      <inkml:brushProperty name="height" value="0.1" units="cm"/>
      <inkml:brushProperty name="ignorePressure" value="1"/>
    </inkml:brush>
  </inkml:definitions>
  <inkml:trace contextRef="#ctx0" brushRef="#br0">0 0,'1'78,"2"-1,4 0,7 23,-6-41,36 444,-32 3,-12-495,-1-7,1-1,0 0,0 1,0-1,0 1,0-1,1 1,0-1,0 0,0 1,0-1,0 0,1 1,-2-4,1 0,-1-1,1 1,0 0,-1 0,1-1,-1 1,1 0,-1-1,1 1,-1 0,1-1,-1 1,0-1,1 1,-1-1,0 1,1-1,-1 1,0-1,1 1,-1-1,0 0,0 1,0-1,0 1,1-1,-1 0,8-19,37-137,-41 142</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57.462"/>
    </inkml:context>
    <inkml:brush xml:id="br0">
      <inkml:brushProperty name="width" value="0.1" units="cm"/>
      <inkml:brushProperty name="height" value="0.1" units="cm"/>
      <inkml:brushProperty name="ignorePressure" value="1"/>
    </inkml:brush>
  </inkml:definitions>
  <inkml:trace contextRef="#ctx0" brushRef="#br0">24 176,'-3'20,"1"-9,1 1,0 0,1 0,0 0,1 0,0 2,3-6,2-9,4-16,-4-2,0 1,-2-1,0 0,-1 0,-1-1,-1 1,-1-1,0 1,-1 0,-2-1,-1-8,3 26,1 0,-1-1,1 1,-1 0,0 0,0 0,0 0,0-1,-1 1,1 0,-1 1,1-1,-1-1,1 3,0 0,1-1,-1 1,0 0,0 0,1 0,-1 0,0-1,0 1,1 0,-1 0,0 0,0 0,0 1,1-1,-1 0,0 0,0 0,1 1,-1-1,0 0,1 1,-1-1,0 1,1-1,-1 0,0 1,1-1,-1 1,1 0,-1-1,1 1,0 0,-1-1,1 1,-1 0,1-1,0 1,0 0,-13 22,9-14</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0:59.867"/>
    </inkml:context>
    <inkml:brush xml:id="br0">
      <inkml:brushProperty name="width" value="0.1" units="cm"/>
      <inkml:brushProperty name="height" value="0.1" units="cm"/>
      <inkml:brushProperty name="ignorePressure" value="1"/>
    </inkml:brush>
  </inkml:definitions>
  <inkml:trace contextRef="#ctx0" brushRef="#br0">254 305,'-24'-58,"19"44,0 0,-1 0,-1 0,0 1,0 0,-2 0,1 1,-3-2,10 13,0 0,-1 0,1-1,0 1,0 0,-1 0,1 0,-1 0,1 0,-1 1,1-1,-1 0,1 1,-1-1,0 1,1-1,-1 1,0 0,1 0,-1 0,-1 0,2 0,-1 1,0-1,1 1,-1 0,1 0,-1 0,1 0,-1 0,1 0,-1 0,1 0,0 0,0 1,0-1,-1 0,1 1,0 0,-5 9,0 1,1-1,0 1,1 0,-1 7,1-6,-15 50,4 1,2 1,2 0,4 1,3-1,2 1,3 0,3 0,4 0,1-1,4 0,7 14,-8-40,2 0,1-1,8 13,-14-35,0 0,1 0,1 0,0-2,1 1,0-1,2-1,7 6,-16-15,0 0,1 0,-1-1,1 1,0-1,0-1,0 1,0-1,1 0,-1 0,1-1,-1 0,1 0,-1 0,1-1,0 0,-1-1,3 0,-1 0,0-1,-1-1,1 1,0-1,-1 0,1-1,-1 0,0 0,0-1,-1 1,1-2,3-3,14-14,-2-1,0-1,-2-2,0 0,-2 0,-1-2,-1-2,11-24,-3-1,-2-1,5-26,-10 24,-4 0,-1-1,-4 0,1-36,-8 64,-1 0,-1 0,-2 0,-1 0,-2 1,-1 0,-1 0,-2 0,-7-16,8 29,-1 1,0 0,-2 0,0 1,0 0,-1 1,-1 1,-1 0,0 1,-1 0,0 1,-17-9,21 15,1 0,-1 1,0 0,0 1,-1 0,1 1,-1 1,0 0,-7 0,11 2,-1 0,1 0,-1 1,1 1,0-1,-1 1,1 1,0 0,0 0,1 1,-1 0,1 1,-5 2,7-3,0 1,-1-1,1 1,1 0,-1 1,1-1,0 1,0 0,0 1,-1 2,1 3</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00.966"/>
    </inkml:context>
    <inkml:brush xml:id="br0">
      <inkml:brushProperty name="width" value="0.1" units="cm"/>
      <inkml:brushProperty name="height" value="0.1" units="cm"/>
      <inkml:brushProperty name="ignorePressure" value="1"/>
    </inkml:brush>
  </inkml:definitions>
  <inkml:trace contextRef="#ctx0" brushRef="#br0">608 240,'-9'-16,"1"0,-2 1,0 0,-1 1,0 0,-1 1,-1 0,0 1,0 0,-1 1,-1 1,0 0,-16-7,13 8,0 1,-1 1,0 0,0 2,0 0,-1 1,1 1,-1 1,-8 1,21 1,-1 0,1 1,-1 0,1 0,0 1,0 0,-1 0,1 1,1 0,-1 0,-6 4,8-3,0 0,0 0,1 1,-1-1,1 1,0 0,0 0,1 1,-1-1,1 1,0-1,1 1,-1 0,1 0,0 4,-3 11,1 0,1 0,1 0,1 0,1 1,1-1,1 1,4 19,6 19,3 0,11 26,-22-71,2 5,1 0,0-1,2 0,9 16,-17-33,0-1,0 1,0-1,0 1,0-1,1 0,-1 0,0 1,1-1,-1 0,1 0,-1-1,1 1,-1 0,1 0,0-1,-1 1,1-1,0 0,0 1,-1-1,1 0,0 0,0 0,0 0,-1 0,1 0,0-1,0 1,-1-1,1 1,7-3,-1-1,0 0,0 0,0-1,6-4,6-4,-4 4,2 0,-1 0,2 2,-1 0,0 1,1 1,13-1,-23 4,1 1,-1 1,0 0,0 0,1 1,-1 0,0 0,0 1,0 0,0 1,-1 0,1 1,-1-1,1 1,-1 1,0 0,2 2,1 3,1 0,-2 0,0 2,0-1,-1 1,0 0,-1 1,-1 0,0 0,5 13,1 9,-1 0,-2 0,6 33,-8-21,-2 0,-3 1,-1 0,-2-1,-2 1,-3-1,-1 0,-3 0,-1-1,-16 42,19-68,-2 0,0-1,0 1,-2-2,-1 0,0 0,-1-1,-1 0,0-1,-1-1,-7 5,11-12,0 0,0 0,-1-1,0 0,0-1,-1-1,0 0,0 0,0-1,0-1,-1 0,1-1,-1-1,1 0,-1-1,0 0,0-1,-2-1,0 0,1-2,0 0,0 0,1-2,-1 0,1 0,1-1,-1-1,1 0,0-1,1-1,0 0,1 0,0-1,-4-6,0 0,2-2,0 1,1-1,0-1,2 0,1-1,0 0,1 0,2-1,-1-6,2 3</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02.414"/>
    </inkml:context>
    <inkml:brush xml:id="br0">
      <inkml:brushProperty name="width" value="0.1" units="cm"/>
      <inkml:brushProperty name="height" value="0.1" units="cm"/>
      <inkml:brushProperty name="ignorePressure" value="1"/>
    </inkml:brush>
  </inkml:definitions>
  <inkml:trace contextRef="#ctx0" brushRef="#br0">1 46,'6'6,"1"1,0-1,0 0,1-1,0 1,0-2,0 1,0-1,1 0,0-1,2 1,14 3,-1 0,1-2,15 1,5-1,0-3,0-1,0-3,0-1,0-2,-1-3,0-1,0-2,40-17,-71 24,-1-1,1-1,-1 0,0 0,-1-1,0-1,0 0,7-7,-12 8</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02.783"/>
    </inkml:context>
    <inkml:brush xml:id="br0">
      <inkml:brushProperty name="width" value="0.1" units="cm"/>
      <inkml:brushProperty name="height" value="0.1" units="cm"/>
      <inkml:brushProperty name="ignorePressure" value="1"/>
    </inkml:brush>
  </inkml:definitions>
  <inkml:trace contextRef="#ctx0" brushRef="#br0">0 82,'0'0,"0"0,23 2,25-4,20-6,10-9,-8-2,-15 3,-18 3,-15 5</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04.732"/>
    </inkml:context>
    <inkml:brush xml:id="br0">
      <inkml:brushProperty name="width" value="0.1" units="cm"/>
      <inkml:brushProperty name="height" value="0.1" units="cm"/>
      <inkml:brushProperty name="ignorePressure" value="1"/>
    </inkml:brush>
  </inkml:definitions>
  <inkml:trace contextRef="#ctx0" brushRef="#br0">512 0,'-2'14,"-1"-1,-1 0,0 0,-1 0,0 0,-1-1,0 0,-57 107,-115 177,-41 33,216-326,1 1,0-1,-1 1,1 0,1 0,-2 4,3-8,-1 0,1 0,0 1,0-1,0 0,0 0,0 1,0-1,0 0,0 1,0-1,0 0,1 0,-1 1,0-1,0 0,0 0,0 1,0-1,0 0,0 0,1 1,-1-1,0 0,0 0,0 0,1 1,-1-1,0 0,0 0,0 0,1 0,-1 1,18-3,196-48,169-15,-87 18,-290 46</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05.216"/>
    </inkml:context>
    <inkml:brush xml:id="br0">
      <inkml:brushProperty name="width" value="0.1" units="cm"/>
      <inkml:brushProperty name="height" value="0.1" units="cm"/>
      <inkml:brushProperty name="ignorePressure" value="1"/>
    </inkml:brush>
  </inkml:definitions>
  <inkml:trace contextRef="#ctx0" brushRef="#br0">23 0,'5'24,"0"1,-1-1,-1 1,-1 7,-3 101,0-86,-3 185,-27 635,26-794,16-133,-9 47</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05.630"/>
    </inkml:context>
    <inkml:brush xml:id="br0">
      <inkml:brushProperty name="width" value="0.1" units="cm"/>
      <inkml:brushProperty name="height" value="0.1" units="cm"/>
      <inkml:brushProperty name="ignorePressure" value="1"/>
    </inkml:brush>
  </inkml:definitions>
  <inkml:trace contextRef="#ctx0" brushRef="#br0">3 69,'1'19,"0"-1,-2 1,-1 7,0 33,6-48,3-15,5-19,-9 14,-1 1,0 0,0-1,-1 1,0-1,0 0,-1 0,0 1,-1-1,0 0,0 1,-1-1,0 1,-3-9,3 13,1 0,1 0,-1 0,0 0,1-1,0 1,0 0,0 0,1-1,0 1,0-2,1 2</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06.363"/>
    </inkml:context>
    <inkml:brush xml:id="br0">
      <inkml:brushProperty name="width" value="0.1" units="cm"/>
      <inkml:brushProperty name="height" value="0.1" units="cm"/>
      <inkml:brushProperty name="ignorePressure" value="1"/>
    </inkml:brush>
  </inkml:definitions>
  <inkml:trace contextRef="#ctx0" brushRef="#br0">161 133,'-4'2,"-1"0,0 0,1 1,0 0,0 0,-1 0,2 1,-1-1,0 1,1 0,0 0,-1 0,2 0,-1 1,0-1,1 1,-1 2,-5 13,0 0,2 1,-3 11,8-26,-21 93,5 0,5 2,3-1,5 1,9 94,0-124,3 0,3 5,-6-52,1 1,0-1,2-1,1 1,1-2,0 1,12 16,-18-33,0 0,0-1,1 1,-1-1,1 0,0-1,0 1,1-1,-1 0,1 0,0-1,0 0,1 0,-1 0,0-1,1 0,0 0,-1 0,4-1,-2 0,0-1,0 0,0-1,0 0,0 0,0 0,0-1,0-1,0 1,-1-1,1 0,-1-1,0 0,0 0,0 0,2-3,5-5,0 0,-1-1,-1-1,0 0,-1-1,0 0,-1 0,-1-1,0-1,-2 1,1-4,11-29,-3 0,-2 0,1-20,1-12,-4 0,-4-1,-1-51,-8 74,-2 1,-2 0,-3 0,-2 1,-11-29,14 62,-1 0,-2 0,0 1,-1 0,-2 1,0 1,-1 0,-12-13,19 25,-1 1,-1 0,1 0,-2 1,1 0,-1 1,1 0,-2 0,-2 0,6 3,-1 0,-1 0,1 1,0 1,0-1,-1 1,1 1,-1-1,1 2,-1-1,1 1,0 0,-4 1,1 1,0 1,1-1,-1 2,1 0,0 0,0 0,0 1,1 1,0 0,0 0,1 1,0 0,0 0,-3 5,1 3</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07.350"/>
    </inkml:context>
    <inkml:brush xml:id="br0">
      <inkml:brushProperty name="width" value="0.1" units="cm"/>
      <inkml:brushProperty name="height" value="0.1" units="cm"/>
      <inkml:brushProperty name="ignorePressure" value="1"/>
    </inkml:brush>
  </inkml:definitions>
  <inkml:trace contextRef="#ctx0" brushRef="#br0">506 86,'-45'-8,"1"-2,-40-14,47 13,0 1,0 1,-1 2,-9 1,45 6,0 0,0 0,0 0,0 0,0 0,0 0,0 0,0 1,0-1,0 1,0-1,0 1,0 0,1-1,-1 1,0 0,0 1,1-1,-1 0,-1 1,2 1,0-1,0 0,0 0,0 0,0 1,0-1,1 0,-1 1,1-1,-1 0,1 1,0-1,0 1,0-1,0 1,1-1,-1 1,7 42,2 1,5 8,9 47,-4 23,12 61,-31-182,2 4,-1-1,1 1,0-1,1 0,2 5,-5-10,0 0,1 0,-1 0,1-1,0 1,-1 0,1 0,-1-1,1 1,0 0,0-1,-1 1,1-1,0 1,0-1,0 1,0-1,0 0,0 1,-1-1,1 0,0 0,0 1,0-1,0 0,0 0,0 0,0 0,0 0,0-1,0 1,0 0,0 0,0-1,0 1,0 0,0-1,-1 1,1-1,1 0,15-11,0 0,0-2,11-11,23-20,-49 43,21-16,1 0,1 2,0 1,24-10,-41 21,-1 2,1-1,0 1,0 0,1 1,-1-1,0 2,1-1,0 1,-4 1,0-1,0 1,0 0,0 0,0 1,0 0,0-1,-1 2,1-1,-1 0,1 1,-1 0,0 0,0 0,1 2,4 4,-1 0,0 1,-1 0,0 1,-1-1,0 1,0 0,-1 1,-1 0,0-1,-1 1,0 0,0 1,-2-1,1 0,-2 4,2 14,-3 0,0 0,-2-1,-1 1,-2 0,-2 7,0-6,-2 0,0-1,-2 0,-2-1,0-1,-2 0,-1 0,-16 17,23-32,0-1,-1-1,0 0,-1 0,0-1,-1 0,0-2,0 1,-1-1,0-1,-1-1,1 0,-1-1,0 0,-1-1,1-1,-1 0,-9 0,11-3,0-1,0 0,1 0,-1-1,0-1,1 0,-1-1,1-1,0 0,1-1,-1 0,1-1,-7-5,5 2,0 0,0-2,1 0,0 0,1-1,1-1,0 0,1 0,0-1,-3-8,3 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07.797"/>
    </inkml:context>
    <inkml:brush xml:id="br0">
      <inkml:brushProperty name="width" value="0.1" units="cm"/>
      <inkml:brushProperty name="height" value="0.1" units="cm"/>
      <inkml:brushProperty name="ignorePressure" value="1"/>
    </inkml:brush>
  </inkml:definitions>
  <inkml:trace contextRef="#ctx0" brushRef="#br0">1 0,'160'167,"14"15,-163-168,-6-7,1-1,-1 0,1 0,0-1,0 1,3 0,-8-5,1 0,0 0,-1 0,1 0,0-1,0 1,0-1,0 1,0-1,-1 0,1 0,0 0,0 0,0 0,0 0,0 0,0 0,0-1,0 1,-1-1,1 0,0 1,0-1,-1 0,1 0,0 0,-1 0,1-1,2 0,-1-1,1 0,-1 0,0-1,0 1,-1-1,1 1,0-3,4-7</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08.162"/>
    </inkml:context>
    <inkml:brush xml:id="br0">
      <inkml:brushProperty name="width" value="0.1" units="cm"/>
      <inkml:brushProperty name="height" value="0.1" units="cm"/>
      <inkml:brushProperty name="ignorePressure" value="1"/>
    </inkml:brush>
  </inkml:definitions>
  <inkml:trace contextRef="#ctx0" brushRef="#br0">417 1,'0'0,"0"0,0 0,0 0,0 0,-10 4,-7 10,-6 11,-5 11,-4 12,-3 10,-3 4,-3 7,-2 4,-1 2,3-4,4-7,9-15</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08.848"/>
    </inkml:context>
    <inkml:brush xml:id="br0">
      <inkml:brushProperty name="width" value="0.1" units="cm"/>
      <inkml:brushProperty name="height" value="0.1" units="cm"/>
      <inkml:brushProperty name="ignorePressure" value="1"/>
    </inkml:brush>
  </inkml:definitions>
  <inkml:trace contextRef="#ctx0" brushRef="#br0">0 1,'40'825,"-39"-803,4 189,-6-152,-3 1,-7 29,10-82,1-4,0 0,-1 0,0 1,1-1,-1 0,0 0,-1 0,1 0,0 0,-2 1,3-4,0 0,0 0,0 0,0 1,0-1,0 0,0 0,-1 0,1 0,0 0,0 0,0 1,0-1,0 0,0 0,-1 0,1 0,0 0,0 0,0 0,0 0,-1 0,1 0,0 0,0 0,0 0,0 0,0 0,-1 0,1 0,0 0,0 0,0 0,0 0,-1 0,1 0,0 0,0 0,0 0,0 0,0 0,-1 0,1-1,0 1,0 0,0 0,0 0,0 0,0 0,0 0,-1-1,1 1,0 0,0 0,0 0,0 0,0 0,0-1,0 1,0 0,-2-5</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09.401"/>
    </inkml:context>
    <inkml:brush xml:id="br0">
      <inkml:brushProperty name="width" value="0.1" units="cm"/>
      <inkml:brushProperty name="height" value="0.1" units="cm"/>
      <inkml:brushProperty name="ignorePressure" value="1"/>
    </inkml:brush>
  </inkml:definitions>
  <inkml:trace contextRef="#ctx0" brushRef="#br0">71 46,'-18'196,"-3"51,17-167,4 0,4 6,-2-61,1-1,1 0,6 20,-8-38,0 0,0 1,0-1,1 0,0 0,0-1,1 1,-1 0,1-1,1 0,-1 0,1 0,0-1,0 1,0-1,1 0,-3-2,0-1,-1 1,1-1,0 0,0 0,0 0,0 0,0 0,0-1,0 0,0 1,0-1,1 0,-1-1,0 1,0 0,0-1,3 0,-2-1,1 0,-1 0,1-1,-1 0,0 1,0-1,0 0,0-1,-1 1,1-1,0-1,6-8,0-1,-1 0,0-1,-2 0,0 0,4-11,7-28,-2-2,-3 0,-2-1,-2 0,-3-1,-3 1,-2-27,-2 50,-2 1,-1-1,-4-14,5 35,-1-1,0 1,0 0,-2 0,1 0,-2 1,0-1,0 2,-5-7,9 15,0-1,0 1,0 0,0 0,0 0,-1 0,0 0,1 1,-1 0,0-1,0 1,0 1,-1-1,1 1,0-1,-1 1,1 0,0 1,-1-1,1 1,-1 0,1 0,-1 0,0 1,-2 1,0 0,0 0,1 0,-1 1,1 0,-1 1,1-1,0 1,0 0,1 1,-1-1,1 1,0 0,0 1,1-1,-11 14,2 0,0 0,1 2,1-1,1 1,-3 12,7-15</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09.948"/>
    </inkml:context>
    <inkml:brush xml:id="br0">
      <inkml:brushProperty name="width" value="0.1" units="cm"/>
      <inkml:brushProperty name="height" value="0.1" units="cm"/>
      <inkml:brushProperty name="ignorePressure" value="1"/>
    </inkml:brush>
  </inkml:definitions>
  <inkml:trace contextRef="#ctx0" brushRef="#br0">1 186,'5'114,"-6"27,5 102,-1-205,1 0,3 0,1-1,1 0,5 8,-9-32,0 0,1-1,0 0,1 0,1 0,-1-1,2 0,0-1,0 0,1 0,5 4,-11-10,1-1,-1 0,1 0,0 0,0-1,0 0,0 0,0 0,0 0,0-1,1 0,-1 0,1 0,-1-1,0 0,1 0,-1 0,1-1,-1 1,1-1,-1-1,0 1,0-1,0 0,0 0,0 0,0-1,0 0,4-3,1-2,-1 0,1 0,-2-1,1-1,-1 1,-1-1,1-1,-2 0,0 1,0-2,4-10,4-14,-2-1,-1 0,0-11,1-11,-3-1,-2 0,-3-1,-2-9,-3 23,-2 1,-2-1,-2 1,-2 0,-10-29,14 58,-1 0,0 1,-2 0,1 0,-10-12,15 24,0 1,-1-1,1 1,-1 0,1 0,-1 0,0 1,0-1,-1 0,1 1,0 0,-1 0,0 0,1 0,-1 1,0-1,0 1,0 0,0 0,0 1,0-1,0 1,0 0,0 0,0 0,0 0,-3 1,-1 2,0-1,0 2,0-1,0 1,0 0,1 1,-1-1,1 2,1-1,-3 3,-14 14,1 0,-2 6,20-24,-29 35,2 2,-8 14,25-32</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10.468"/>
    </inkml:context>
    <inkml:brush xml:id="br0">
      <inkml:brushProperty name="width" value="0.1" units="cm"/>
      <inkml:brushProperty name="height" value="0.1" units="cm"/>
      <inkml:brushProperty name="ignorePressure" value="1"/>
    </inkml:brush>
  </inkml:definitions>
  <inkml:trace contextRef="#ctx0" brushRef="#br0">65 187,'-14'38,"1"0,3 1,1 1,2 0,1 0,2 0,2 0,2 1,2-1,1 1,2-1,2 0,2-1,8 22,-9-36,2-1,0 0,2-1,0-1,2 1,8 9,-14-22,0-1,0 0,1 0,0-1,1 0,9 6,-13-10,1-1,-1 1,1-1,0-1,-1 1,1-1,0-1,0 1,1-1,-1 0,7 0,-7-2,0 0,0 0,0 0,-1-1,1 0,0 0,-1-1,0 0,1 0,-1 0,0-1,-1 0,1 0,-1-1,1 1,-1-1,-1 0,1 0,-1-1,0 0,0 0,9-13,0-2,-2 0,-1 0,0-1,3-15,-1 0,-2-1,-2 0,-1 0,-2-1,-1 1,-2-1,-2 0,-3-17,0 23,-2 0,-1 0,-1 0,-2 1,-1 0,-1 1,-2 0,-2 1,-16-28,23 46,0 0,-1 1,-1 0,0 1,0 0,-1 0,0 1,0 0,-1 1,0 0,-5-1,7 4,1 1,0 1,-1-1,0 2,1-1,-1 1,0 1,0 0,-1 0,1 1,0 0,0 1,0 0,0 0,0 1,-4 2,-5 3</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11.382"/>
    </inkml:context>
    <inkml:brush xml:id="br0">
      <inkml:brushProperty name="width" value="0.1" units="cm"/>
      <inkml:brushProperty name="height" value="0.1" units="cm"/>
      <inkml:brushProperty name="ignorePressure" value="1"/>
    </inkml:brush>
  </inkml:definitions>
  <inkml:trace contextRef="#ctx0" brushRef="#br0">0 179,'16'111,"-5"0,-5 0,-7 90,-3-171,-1-20,5-10,0-1,-1 1,1 0,0 0,-1 0,1-1,0 1,0 0,-1 0,1-1,0 1,0 0,-1-1,1 1,0 0,0-1,0 1,0 0,-1-1,1 1,0 0,0-1,0 1,0 0,0-1,0 1,0-1,0 1,-7-38,2 0,2 0,1 0,3-29,-1 34,1-55,6-30,-4 88,1 0,2 0,1 1,1 0,10-22,-15 44,1-1,0 1,0 0,0 0,1 1,-1-1,2 1,-1 0,1 0,-4 4,1 0,-1 0,1 0,-1 1,1-1,0 1,-1-1,1 1,0 0,0 0,0 1,0-1,0 0,0 1,0 0,0 0,0 0,0 0,0 0,0 1,0-1,0 1,0 0,3 1,1 1,0 1,1 0,-1 1,-1-1,1 2,-1-1,1 1,-2-1,1 2,-1-1,0 1,0-1,0 1,2 8,6 10,-1 1,-1 0,5 21,10 53,-7-23,-20-76,1-1,0 0,0 1,0-1,0 0,0 0,1 1,-1-1,0 0,0 0,0 1,0-1,0 0,0 0,0 1,0-1,1 0,-1 0,0 0,0 1,0-1,0 0,1 0,-1 0,0 1,0-1,1 0,-1 0,0 0,0 0,1 0,-1 0,0 0,0 1,1-1,-1 0,0 0,0 0,1 0,-1 0,8-11,5-27,-11 32,9-26,2 0,3-4,-11 25,1 0,0 1,1-1,0 1,0 1,1 0,8-7,-14 14,-1 0,1 1,0-1,0 1,0-1,0 1,0 0,1 0,-1 0,0 0,0 0,1 0,-1 1,0-1,1 1,-1 0,1 0,0 0,0 0,-1 1,0-1,0 1,0 0,-1-1,1 1,0 0,0 1,0-1,-1 0,1 0,0 1,-1-1,1 1,-1-1,0 1,1 0,4 7,-1 0,0 0,-1 1,0-1,-1 1,1 0,0 9,9 42,-3 0,-3 1,-2 15,-3 35,-6 39,3-128</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12.398"/>
    </inkml:context>
    <inkml:brush xml:id="br0">
      <inkml:brushProperty name="width" value="0.1" units="cm"/>
      <inkml:brushProperty name="height" value="0.1" units="cm"/>
      <inkml:brushProperty name="ignorePressure" value="1"/>
    </inkml:brush>
  </inkml:definitions>
  <inkml:trace contextRef="#ctx0" brushRef="#br0">1 196,'25'-84,"-25"82,1 1,0-1,0 1,0 0,0 0,0-1,0 1,0 0,0 0,0 0,0 0,1 0,-1 1,0-1,1 0,-1 0,1 1,-1-1,1 1,-1-1,35-7,-33 8,107-14,79 1,16 0,-152 6,0-1,42-14,-76 17</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12.833"/>
    </inkml:context>
    <inkml:brush xml:id="br0">
      <inkml:brushProperty name="width" value="0.1" units="cm"/>
      <inkml:brushProperty name="height" value="0.1" units="cm"/>
      <inkml:brushProperty name="ignorePressure" value="1"/>
    </inkml:brush>
  </inkml:definitions>
  <inkml:trace contextRef="#ctx0" brushRef="#br0">1 1,'0'0,"0"0,0 0,9 0,10 0,11 3,14 2,13 3,12 1,8 1,4-3,-1-8,-2-1,-14 1,-19 0,-16 1,-14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13.578"/>
    </inkml:context>
    <inkml:brush xml:id="br0">
      <inkml:brushProperty name="width" value="0.1" units="cm"/>
      <inkml:brushProperty name="height" value="0.1" units="cm"/>
      <inkml:brushProperty name="ignorePressure" value="1"/>
    </inkml:brush>
  </inkml:definitions>
  <inkml:trace contextRef="#ctx0" brushRef="#br0">363 0,'-14'15,"0"1,1 0,1 1,1 0,-9 18,-10 25,-1 11,9-20,-30 62,9-22,5 0,-9 38,44-119,-7 28,9-36,1 0,-1 0,1 0,0 1,0-1,0 0,0 0,0 0,1 0,-1 0,0 0,1 0,0 0,0 2,0-3,0 0,0-1,0 1,0 0,0-1,0 1,0-1,0 1,0-1,0 0,0 1,0-1,0 0,0 0,0 0,0 0,0 0,0 0,1 0,-1 0,0 0,0 0,1-1,32-8,-23 6,49-11,1 2,1 3,0 3,0 2,61 5,-89 2,0 0,18 6,-39-6,-1 0,0 0,0 1,-1 1,1 0,-1 1,0 0,7 5,-16-8,-3-3</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14.036"/>
    </inkml:context>
    <inkml:brush xml:id="br0">
      <inkml:brushProperty name="width" value="0.1" units="cm"/>
      <inkml:brushProperty name="height" value="0.1" units="cm"/>
      <inkml:brushProperty name="ignorePressure" value="1"/>
    </inkml:brush>
  </inkml:definitions>
  <inkml:trace contextRef="#ctx0" brushRef="#br0">66 0,'-23'225,"2"-46,5 57,11 1,9-1,18 68,-21-290,-1-9,0-1,1 1,0 0,0 0,0 0,0 0,2 4,-3-9,1 0,-1 0,0 0,0 0,0 0,0 0,0 0,0 0,0 0,0 1,0-1,1 0,-1 0,0 0,0 0,0 0,0 0,0 0,0 0,0 0,1 0,-1 0,0 0,0 0,0 0,0 0,0 0,0 0,0 0,1 0,-1 0,0 0,0 0,0 0,0 0,0-1,0 1,0 0,0 0,1 0,-1 0,0 0,0 0,0 0,0 0,0 0,0 0,0-1,0 1,0 0,0 0,0 0,0 0,0 0,0 0,0 0,0-1,0 1,0 0,0 0,0 0,0 0,0 0,0 0,0 0,0-1,0 1,0 0,0 0,4-14,-1 0,0 0,-1 0,-1-8,1 7,-1-1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14.617"/>
    </inkml:context>
    <inkml:brush xml:id="br0">
      <inkml:brushProperty name="width" value="0.1" units="cm"/>
      <inkml:brushProperty name="height" value="0.1" units="cm"/>
      <inkml:brushProperty name="ignorePressure" value="1"/>
    </inkml:brush>
  </inkml:definitions>
  <inkml:trace contextRef="#ctx0" brushRef="#br0">101 296,'-15'68,"2"0,4 1,2 0,4 1,3 4,1-29,2 0,3 0,5 20,-6-42,1-1,1 0,1 0,1 0,1-1,1-1,7 12,-12-24,-1-1,1 1,0-1,0-1,1 1,0-1,2 1,-6-5,0 0,0 0,0 0,0-1,0 1,1-1,-1 0,0 0,1 0,-1 0,1-1,-1 1,1-1,-1 0,1 0,0 0,-1-1,1 1,-1-1,1 0,3-2,1 0,-1-1,1 0,-1 0,-1 0,1-1,0-1,-1 1,0-1,0 0,-1 0,0 0,0-1,3-6,9-13,-2-2,0-1,1-7,4-14,-2-1,-2 0,-2-1,-3-1,-2 0,-2-11,-3 22,-2-1,-2 0,-2 0,-2 0,-2 0,-2 1,-12-40,14 62,-1 1,-1 0,-1 0,0 1,-2 0,0 1,-3-3,9 14,0 0,0 1,0 0,-1-1,0 2,0-1,-1 1,1 0,-6-2,8 4,-1 0,0 1,1-1,-1 1,0 0,0 1,1-1,-1 1,0 0,0 0,0 0,0 1,1 0,-1 0,-4 1,-1 2,0 1,0 0,1 0,0 1,0 0,1 0,-1 1,1 0,1 1,-1 0,1 0,1 0,-6 10,-7 11,2 1,1 1,-8 23,6-12,3 1,1 0,2 2,-4 35,14-58</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15.084"/>
    </inkml:context>
    <inkml:brush xml:id="br0">
      <inkml:brushProperty name="width" value="0.1" units="cm"/>
      <inkml:brushProperty name="height" value="0.1" units="cm"/>
      <inkml:brushProperty name="ignorePressure" value="1"/>
    </inkml:brush>
  </inkml:definitions>
  <inkml:trace contextRef="#ctx0" brushRef="#br0">324 228,'0'0,"0"0,0 0,0 0,-11-13,-9-8,-9-7,-4-4,-5 0,0 3,-2 3,2 6,6 6,9 6,9 5,6 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15.534"/>
    </inkml:context>
    <inkml:brush xml:id="br0">
      <inkml:brushProperty name="width" value="0.1" units="cm"/>
      <inkml:brushProperty name="height" value="0.1" units="cm"/>
      <inkml:brushProperty name="ignorePressure" value="1"/>
    </inkml:brush>
  </inkml:definitions>
  <inkml:trace contextRef="#ctx0" brushRef="#br0">221 81,'35'-18,"0"2,1 1,13-2,-45 15,4 0,-1-1,1 1,-1 0,1 1,-1 0,1 0,0 1,0 0,-1 0,1 1,0 0,2 0,-5 1,1 0,-1 0,0 0,0 0,0 1,0 0,0 0,-1 0,1 1,-1-1,0 1,0 0,0 0,-1 1,1-1,-1 1,1 1,1 5,1 0,-2 0,1 1,-2-1,1 1,-2 0,1 0,-2 0,0 0,0 0,-1 1,0-1,-1 0,-1 0,0 0,0 0,-2 3,-7 21,-1 0,-1-1,-2-1,-2 0,-2 0,1 0,-2-2,-2 0,0-1,-3 0,17-21,-1-1,0 0,0 0,-1-1,0 0,0-1,-1 0,0 0,0-2,-1 1,1-1,-1-1,0 0,-1-1,5-2,1 0,-1-1,0 0,0 0,0-1,1 0,-1 0,0-1,1 0,0 0,-1-1,1 0,0 0,0-1,-5-3,0-1,0-1,0 0,1 0,1-1,-1 0,2-1,-1 0,1-2,-4-7</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16.315"/>
    </inkml:context>
    <inkml:brush xml:id="br0">
      <inkml:brushProperty name="width" value="0.1" units="cm"/>
      <inkml:brushProperty name="height" value="0.1" units="cm"/>
      <inkml:brushProperty name="ignorePressure" value="1"/>
    </inkml:brush>
  </inkml:definitions>
  <inkml:trace contextRef="#ctx0" brushRef="#br0">159 1,'-8'5,"0"0,-1 0,2 1,-1 1,1-1,0 1,0 1,1-1,0 1,0 0,1 0,0 1,0-1,1 1,1 0,-3 7,-4 17,1-1,1 2,2-1,1 7,-2 21,2 1,3 0,3 0,3 0,3 0,2-1,2 0,4 0,20 54,-29-100,0 0,2 0,-1 0,2-1,0 0,8 9,-14-19,1 0,-1 0,1 0,0 0,1-1,-1 0,1 1,-1-2,1 1,0-1,0 1,0-1,1-1,-1 1,0-1,1 0,-1 0,0 0,1-1,-1 0,5 0,1-2,0 0,-1-1,1-1,-1 1,1-2,-1 1,0-2,-1 1,1-1,-1-1,0 1,-1-2,8-7,7-8,-1-1,-1-1,-2-1,4-8,-5 7,-2-1,-1-1,-1-1,-2 0,0-1,-2 0,-2 0,-1-1,-1 0,-2-1,-1 0,-2 10,-1-1,-1 0,0 1,-2-1,-1 1,-1 0,-1 0,-1 0,-1 1,-1 0,-1 0,-1 1,-1 1,0 0,-9-9,8 12,-1 1,0 0,-2 1,0 1,0 0,-1 1,-1 1,0 1,-18-9,25 15,0 1,-1-1,1 2,-1 0,0 0,0 1,0 0,0 1,0 1,0 0,0 0,-1 1,1 1,0 0,0 1,1 0,-11 4,-5 7,11-2</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17.265"/>
    </inkml:context>
    <inkml:brush xml:id="br0">
      <inkml:brushProperty name="width" value="0.1" units="cm"/>
      <inkml:brushProperty name="height" value="0.1" units="cm"/>
      <inkml:brushProperty name="ignorePressure" value="1"/>
    </inkml:brush>
  </inkml:definitions>
  <inkml:trace contextRef="#ctx0" brushRef="#br0">0 42,'6'11,"11"22,-16-31,0-1,0 1,0-1,0 1,0-1,1 0,-1 1,0-1,1 0,-1 0,0 0,1 0,0 0,-1 0,1 0,0 0,-2-2,1 1,0 0,-1 0,1 0,-1 0,1-1,0 1,-1 0,1 0,-1-1,1 1,0-1,-1 1,1 0,-1-1,1 1,-1-1,0 1,1-1,-1 1,1-1,-1 0,0 1,0-1,1 1,-1-1,0 0,0 1,0-1,1 0,-1 1,0-1,0 0,0 1,0-1,0 0,1-27,-1 26,-2-56,19 235,-7 131,-7-168,-3-140,0 1,0-1,0 1,0 0,0-1,0 1,0-1,0 1,0-1,0 1,0-1,0 1,0-1,0 1,0-1,1 1,-1-1,0 1,0-1,1 1,-1-1,0 1,1-1,-1 1,1-1,-1 0,1 1,9-9,-7 5,43-41,-36 34</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41:19.418"/>
    </inkml:context>
    <inkml:brush xml:id="br0">
      <inkml:brushProperty name="width" value="0.1" units="cm"/>
      <inkml:brushProperty name="height" value="0.1" units="cm"/>
      <inkml:brushProperty name="ignorePressure" value="1"/>
    </inkml:brush>
  </inkml:definitions>
  <inkml:trace contextRef="#ctx0" brushRef="#br0">98 37,'-13'66,"3"1,4 0,1 15,0 1,0-9,-5 60,-12 43,15-150,3-21,2-9,-2-14,0-70,3-1,4 0,6-15,-8 85,6-59,8-26,-9 71,2 0,0 1,3 0,7-16,-17 44,1-1,0 1,0-1,0 1,0 0,0 0,1 0,-1 0,1 0,0 1,1-2,-3 3,0 1,0 0,0-1,0 1,1-1,-1 1,0 0,0 0,0 0,0 0,1 0,-1 0,0 0,0 0,0 0,0 0,1 1,-1-1,0 0,0 1,0-1,0 1,0-1,0 1,0 0,0-1,0 1,0 0,0 0,0 0,-1 0,1 0,0 0,-1 0,1 0,0 0,10 17,0 0,-1 1,-1 1,-1-1,0 1,4 19,-7-21,16 50,11 62,-26-97,-1 1,-2-1,-1 1,-2 0,-1 1,2-77,1 12,0 0,2-1,4-13,2 1,2 0,2 1,8-14,-10 27,1 2,2 0,1 0,1 2,1 0,16-16,-29 35,0 1,1-1,0 2,-1-1,2 0,-1 1,5-2,-9 5,-1 0,1 0,0 1,0-1,-1 1,1-1,0 1,0 0,0 0,0-1,0 1,-1 0,1 1,0-1,0 0,0 1,0-1,-1 1,1-1,0 1,-1 0,1-1,0 1,-1 0,1 0,-1 1,1-1,-1 0,1 0,-1 1,0-1,1 1,2 5,0-1,0 1,0 0,-1 1,0-1,0 0,-1 1,0 0,1 5,2 18,0 26,-4-50,2 101,-5-1,-6 27,1-34,7-84</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2:52.278"/>
    </inkml:context>
    <inkml:brush xml:id="br0">
      <inkml:brushProperty name="width" value="0.1" units="cm"/>
      <inkml:brushProperty name="height" value="0.1" units="cm"/>
      <inkml:brushProperty name="ignorePressure" value="1"/>
    </inkml:brush>
  </inkml:definitions>
  <inkml:trace contextRef="#ctx0" brushRef="#br0">1 51,'3'-12,"-3"9,1 1,-1-1,1 1,0-1,0 1,0-1,0 1,0 0,0-1,1 1,-1 0,1 0,-1 0,1 0,1-1,-2 3,-1 0,1 0,-1 0,1 0,0 0,-1 0,1 0,-1 0,1 0,0 0,-1 0,1 0,-1 0,1 1,-1-1,1 0,-1 0,1 1,-1-1,1 0,-1 1,1-1,-1 1,1-1,-1 0,0 1,1-1,-1 1,0-1,1 1,-1-1,0 1,0 0,11 20,-11-21,12 35,-1 0,-1 0,2 25,11 111,-22-162,13 163,-8 1,-7 0,-22 162,21-318,0 5,-1 0,0 1,-2-1,-7 20,11-39,1-2,0-1,-1 1,1 0,0 0,0 0,-1-1,1 1,0 0,-1-1,1 1,-1 0,1-1,-1 1,1 0,-1-1,1 1,-1-1,0 1,1-1,-1 1,0-1,-1-2</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2:53.293"/>
    </inkml:context>
    <inkml:brush xml:id="br0">
      <inkml:brushProperty name="width" value="0.1" units="cm"/>
      <inkml:brushProperty name="height" value="0.1" units="cm"/>
      <inkml:brushProperty name="ignorePressure" value="1"/>
    </inkml:brush>
  </inkml:definitions>
  <inkml:trace contextRef="#ctx0" brushRef="#br0">29 571,'-3'4,"0"-2,0 1,1-1,0 1,0 0,0-1,0 1,0 0,0 0,1 0,-1 0,1 1,-1 1,3-5,-1 1,0-1,0 1,0 0,1-1,-1 1,0-1,1 1,-1-1,1 1,-1-1,0 0,1 1,-1-1,1 1,-1-1,1 0,-1 1,1-1,-1 0,1 0,-1 0,1 1,0-1,-1 0,1 0,-1 0,1 0,0 0,-1 0,1 0,-1 0,1 0,0 0,-1 0,1 0,-1-1,1 1,0 0,27-5,27-11,0-3,34-18,-29 12,18-7,290-123,-247 98,111-72,-6-18,-276 188,40-32,-1 1,2 0,-1 0,2 1,-1 1,1-1,1 5,1 0,0 0,1 0,1 1,0 0,1-1,1 1,1 0,0 4,1 42,8 55,-4-66,-1-7,35 772,-38-771,-6 41,-1-59,7-28,0 0,0 0,0 0,0 1,0-1,0 0,0 0,0 0,0 0,-1 0,1 1,0-1,0 0,0 0,0 0,0 0,0 0,0 0,-1 0,1 1,0-1,0 0,0 0,0 0,-1 0,1 0,0 0,0 0,0 0,0 0,-1 0,1 0,0 0,0 0,0 0,0 0,-1 0,1 0,0 0,0 0,0 0,0 0,0 0,-1 0,1-1,0 1,0 0,0 0,0 0,0 0,-1 0,1 0,0 0,0-1,0 1,0 0,0 0,0 0,0 0,0 0,0-1,0 1,0 0,-1 0,1 0,-2-6,0 1,0 0,0-1,1 1,-1-1,1 0,1 1,-1-1,1-1,1-58,0 45,1-41,4 0,2 1,3 0,2 0,3 1,3 1,2 0,5-5,-18 47,0 1,1 0,0 1,1 0,1 0,0 1,6-5,-13 15,-1 0,1 0,0 0,0 0,1 1,-1-1,0 1,1 0,-1 1,1-1,0 1,3-1,-4 2,0 0,0 0,-1 0,1 0,0 1,0 0,-1 0,1 0,0 0,-1 0,0 1,1-1,-1 1,0 0,1 0,-1 0,0 1,0 0,7 7,0 0,-1 0,0 1,-1 0,-1 0,1 1,-2 0,0 0,4 11,7 22,-3 1,1 7,10 58,-4 5,-4-20,22 69,-36-155,1 0,0 0,0-1,1 1,0-1,2 3,-6-11,0 1,0 0,0-1,0 1,1-1,-1 1,0-1,1 0,-1 0,1 1,-1-1,1 0,0 0,-1 0,1-1,0 1,0 0,0-1,-1 1,1-1,0 1,0-1,0 0,0 0,0 0,0 0,0 0,0 0,0-1,-1 1,1 0,0-1,0 0,0 1,-1-1,2-1,3-2</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2:53.660"/>
    </inkml:context>
    <inkml:brush xml:id="br0">
      <inkml:brushProperty name="width" value="0.1" units="cm"/>
      <inkml:brushProperty name="height" value="0.1" units="cm"/>
      <inkml:brushProperty name="ignorePressure" value="1"/>
    </inkml:brush>
  </inkml:definitions>
  <inkml:trace contextRef="#ctx0" brushRef="#br0">3 0,'0'0,"0"0,0 0,0 17,0 18,0 16,0 14,0 12,0 7,0 6,0 1,-1-7,0-9,1-19,-1-18,1-16,0-12</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2:54.275"/>
    </inkml:context>
    <inkml:brush xml:id="br0">
      <inkml:brushProperty name="width" value="0.1" units="cm"/>
      <inkml:brushProperty name="height" value="0.1" units="cm"/>
      <inkml:brushProperty name="ignorePressure" value="1"/>
    </inkml:brush>
  </inkml:definitions>
  <inkml:trace contextRef="#ctx0" brushRef="#br0">0 107,'31'66,"-3"1,-4 1,-2 1,-3 0,-3 2,-4 0,-2 1,-3 12,-6-67,0-9,0 1,0-1,-1 1,-1-1,0 1,0-1,0 1,-1 0,-4-32,6-30,2 0,3 0,6-25,8-20,15-39,-17 75,18-39,-27 83,0 0,0 1,2 0,0 1,1 0,0 0,11-10,-19 23,1-1,-1 1,1 0,0 0,0 0,0 1,0 0,1-1,-1 1,0 1,1-1,0 1,2-1,-3 1,-1 1,1 0,-1 0,0 0,1 1,-1-1,1 1,-1-1,0 1,0 1,1-1,-1 0,0 1,0-1,0 1,0 0,-1 0,1 0,1 1,5 6,-1 0,1 1,-2 0,0 0,0 1,0-1,-1 1,-1 1,0-1,-1 1,1 4,6 21,-2 0,-2 1,-1 6,2 26,-3 1,-3 0,-3 10,-2-35,-2 0,-1-1,-3 0,-2 0,-7 16,0-19,13-35</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2:54.904"/>
    </inkml:context>
    <inkml:brush xml:id="br0">
      <inkml:brushProperty name="width" value="0.1" units="cm"/>
      <inkml:brushProperty name="height" value="0.1" units="cm"/>
      <inkml:brushProperty name="ignorePressure" value="1"/>
    </inkml:brush>
  </inkml:definitions>
  <inkml:trace contextRef="#ctx0" brushRef="#br0">87 1,'13'74,"-3"0,-1 45,-6 146,-8-40,-10 0,-10-2,-45 178,64-374,38-154,32-73,-21 71,-34 99,64-213,-51 158,9-77,-28 134,-4 23,-2 15,-3 20,-1 29,2-1,3 1,2 0,3-1,7 30,-6-60,2 0,0 0,2-1,1 0,2-1,0 0,2 0,0-1,2-1,1 0,1-2,9 10,-7-11,1-2,2 0,-1-1,2-2,20 12,-26-18,0-1,1-1,-1-1,2 0,-1-1,1-1,0-1,16 1,-15-4,-8-3</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2:57.140"/>
    </inkml:context>
    <inkml:brush xml:id="br0">
      <inkml:brushProperty name="width" value="0.1" units="cm"/>
      <inkml:brushProperty name="height" value="0.1" units="cm"/>
      <inkml:brushProperty name="ignorePressure" value="1"/>
    </inkml:brush>
  </inkml:definitions>
  <inkml:trace contextRef="#ctx0" brushRef="#br0">32 60,'0'0,"0"0,0 0,7-4,3-5,1-3,-3-2,-4 1,-10 6,-9 7,-1 3,1 2,3-1,5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2:57.674"/>
    </inkml:context>
    <inkml:brush xml:id="br0">
      <inkml:brushProperty name="width" value="0.1" units="cm"/>
      <inkml:brushProperty name="height" value="0.1" units="cm"/>
      <inkml:brushProperty name="ignorePressure" value="1"/>
    </inkml:brush>
  </inkml:definitions>
  <inkml:trace contextRef="#ctx0" brushRef="#br0">16 5,'-5'12,"3"-7,0 1,0-1,1 1,0-1,0 1,0 1,1-6,0-1,0 1,0 0,0 0,0-1,0 1,1 0,-1 0,0-1,0 1,1 0,-1-1,0 1,1-1,-1 1,1 0,-1-1,0 1,1-1,0 1,-1-1,1 1,-1-1,1 1,-1-1,1 0,0 1,-1-1,1 0,0 0,0 1,-1-1,1 0,0 0,-1 0,1 0,0 0,0 0,-1 0,1 0,0 0,0 0,-1-1,1 1,0 0,-1 0,1-1,0 1,7-2,0 0,-1 0,1-1,-1 0,1-1,0 0,-5 2,-1 1,1-1,-1 1,0-1,0 0,0 0,0 0,0 0,1-2,-3 3,1 0,0 0,-1 0,0 0,1 0,-1 0,0 0,1 0,-1 0,0 0,0 0,0 0,0 0,0-1,0 1,0 0,0 0,0 0,-1 0,1 0,0 0,-1 0,1 0,-3-4,0 2</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00.724"/>
    </inkml:context>
    <inkml:brush xml:id="br0">
      <inkml:brushProperty name="width" value="0.1" units="cm"/>
      <inkml:brushProperty name="height" value="0.1" units="cm"/>
      <inkml:brushProperty name="ignorePressure" value="1"/>
    </inkml:brush>
  </inkml:definitions>
  <inkml:trace contextRef="#ctx0" brushRef="#br0">1 158,'4'7,"0"0,0 1,0 0,-1 0,0 0,0 0,-1 0,0 1,-1-1,0 0,0 1,0 2,1 11,59 723,-61-852,6-27,-5 117,8-99,21-99,-14 139,3 0,3 1,10-18,-28 80,1 0,1 1,0 0,0 0,1 0,1 1,0 0,1 0,-8 9,0 1,0 0,1 0,-1 0,0 0,1 0,-1 0,0 0,1 0,-1 0,1 1,0-1,-1 0,1 1,-1 0,1-1,0 1,-1 0,1 0,0 0,-1 0,1 0,0 0,0 1,0 0,0 0,0 0,0 0,0 0,-1 0,1 0,0 1,-1-1,1 1,0-1,-1 1,0 0,1 0,0 1,4 8,0 1,-1 0,0 0,0 0,0 7,16 60,-4 1,2 38,12 165,-27-227,-2-21,5 28,-7-63,0 0,0 0,0 0,0 0,0 0,0 0,0 1,0-1,0 0,0 0,0 0,0 0,0 0,0 0,0 1,0-1,0 0,0 0,0 0,0 0,0 0,0 0,0 0,0 1,0-1,0 0,0 0,0 0,0 0,0 0,0 0,0 0,0 0,1 1,-1-1,0 0,0 0,0 0,0 0,0 0,0 0,0 0,0 0,1 0,-1 0,0 0,0 0,0 0,0 0,0 0,0 0,0 0,1 0,-1 0,0 0,0 0,0 0,0 0,0 0,0 0,1 0,-1 0,0 0,0 0,0 0,0 0,0 0,6-12,2-22,58-214,-50 199,2 0,3 1,23-41,-40 83,0-1,0 1,0 1,1-1,0-1,-4 7,-1-1,1 0,-1 1,1-1,0 1,-1-1,1 0,0 1,-1 0,1-1,0 1,-1-1,1 1,0 0,0 0,-1-1,1 1,0 0,0 0,0 0,0 0,-1 0,1 0,0 0,0 0,0 0,-1 0,1 0,0 1,0-1,0 0,-1 0,1 1,0-1,-1 1,1-1,0 1,-1-1,1 1,0-1,-1 1,1-1,-1 1,1 0,-1-1,1 1,-1 0,0 0,1 0,3 7,-1-1,0 1,0 0,0 0,-1 0,-1 1,2 4,2 65,-3-47,4 202,-18 157,11-366</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01.275"/>
    </inkml:context>
    <inkml:brush xml:id="br0">
      <inkml:brushProperty name="width" value="0.1" units="cm"/>
      <inkml:brushProperty name="height" value="0.1" units="cm"/>
      <inkml:brushProperty name="ignorePressure" value="1"/>
    </inkml:brush>
  </inkml:definitions>
  <inkml:trace contextRef="#ctx0" brushRef="#br0">1 253,'6'-15,"1"0,0 1,1 0,0 1,1-1,1 2,0-1,1 2,0-1,11-7,-6 6,0 0,1 1,0 1,1 0,1 2,0 0,19-6,-34 13,1 1,0 0,-1-1,1 2,0-1,-1 0,1 1,0 0,0 0,0 1,-1-1,1 1,0 0,-1 0,1 1,0-1,2 2,-4 0,1-1,-1 1,1 0,-1 0,0 0,0 0,0 0,0 1,-1-1,1 1,-1 0,0 0,0 0,-1 0,1 0,-1 0,0 1,0-1,0 2,2 12,-1 0,-1 1,0-1,-2 1,0-1,-1 1,-1-1,0 0,-5 11,-4 10,-1 0,-2-1,-18 30,8-24,-2-1,-2-2,-13 14,-2 2,44-57,0 0,0 0,-1 0,1 0,0 0,0 0,0 0,0 1,-1-1,1 0,0 0,0 0,0 0,0 1,0-1,0 0,-1 0,1 0,0 0,0 1,0-1,0 0,0 0,0 0,0 1,0-1,0 0,0 0,0 0,0 1,0-1,0 0,0 0,0 0,0 1,0-1,0 0,0 0,1 0,-1 0,0 1,0-1,0 0,10-3,15-11,119-86,-57 39,-71 50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02.479"/>
    </inkml:context>
    <inkml:brush xml:id="br0">
      <inkml:brushProperty name="width" value="0.1" units="cm"/>
      <inkml:brushProperty name="height" value="0.1" units="cm"/>
      <inkml:brushProperty name="ignorePressure" value="1"/>
    </inkml:brush>
  </inkml:definitions>
  <inkml:trace contextRef="#ctx0" brushRef="#br0">442 237,'2'-8,"0"0,-1 0,0 0,-1-1,0 1,0 0,-1-1,0 1,-1 0,1 0,-1 0,-1 0,0 0,0 0,0 1,-1-1,0 1,-1 0,1 0,-2 1,1-1,0 1,-1 0,0 1,-1-1,1 1,-1 0,0 1,0 0,-1 0,1 0,-1 1,0 0,0 1,0 0,0 0,-2 0,3 1,-1 0,1 0,0 1,-1 0,1 1,-1-1,1 1,0 1,0-1,0 1,0 1,0-1,0 1,0 0,1 1,-1-1,1 1,0 1,0-1,-4 5,0 2,1 0,0 0,1 1,0 0,0 0,1 1,1 0,1 0,-1 1,0 4,-8 30,2 0,3 1,1 0,0 23,6-32,1 0,2 0,2 0,2 0,6 29,-9-60,1-1,-1 1,2 0,-1-1,1 1,0-1,1 0,3 5,-6-11,-1 0,0-1,1 1,-1-1,1 1,0-1,-1 0,1 1,0-1,0 0,0 0,0 0,0 0,0-1,0 1,0-1,0 1,0-1,0 0,1 1,-1-1,0 0,0-1,0 1,0 0,1-1,-1 1,0-1,0 1,0-1,0 0,0 0,0 0,-1 0,1 0,0 0,0-1,0 1,8-8,0 1,0-2,-1 1,0-1,-1 0,0-1,-1 0,0 0,2-6,10-20,-2 0,4-18,-3 8,-3-2,-2 0,-2-1,-2 0,-2-1,0-39,-8 78,-1 20,-2 22,3 59,8 75,19 90,-21-214,-2-18</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02.895"/>
    </inkml:context>
    <inkml:brush xml:id="br0">
      <inkml:brushProperty name="width" value="0.1" units="cm"/>
      <inkml:brushProperty name="height" value="0.1" units="cm"/>
      <inkml:brushProperty name="ignorePressure" value="1"/>
    </inkml:brush>
  </inkml:definitions>
  <inkml:trace contextRef="#ctx0" brushRef="#br0">1 276,'8'99,"9"154,-16-194,-3-1,-2 1,-5 14,7-66,1-17,2-21,7-14,1 0,3 0,1 1,17-38,85-166,-61 141,5 3,9-4,-58 93</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03.344"/>
    </inkml:context>
    <inkml:brush xml:id="br0">
      <inkml:brushProperty name="width" value="0.1" units="cm"/>
      <inkml:brushProperty name="height" value="0.1" units="cm"/>
      <inkml:brushProperty name="ignorePressure" value="1"/>
    </inkml:brush>
  </inkml:definitions>
  <inkml:trace contextRef="#ctx0" brushRef="#br0">0 588,'8'-3,"0"0,0-1,0 0,0-1,-1 0,0 0,0 0,5-6,3-4,0 0,-1-2,0 0,8-14,-2 0,-1-1,-1 0,11-32,-19 42,-2-2,-1 1,0-1,-2 0,-1-1,-1 1,0-22,-3 42,0-1,0 0,-1 0,1 0,-1 1,-1-1,1 1,0-1,-1 1,0-1,0 1,-3-4,4 7,0 0,0 0,0 0,0 0,0 0,0 0,0 0,0 0,0 1,0-1,-1 1,1-1,0 0,0 1,-1 0,1-1,0 1,-2 0,1 0,0 0,-1 0,1 1,0-1,0 1,0 0,0-1,-1 1,1 0,0 0,1 0,-1 1,0-1,0 0,0 1,-7 6,0 1,0 0,1 0,1 1,0 0,0 1,1-1,0 1,1 1,0-1,0 2,-7 21,2 1,1-1,-1 12,4-10,2 0,1 0,2 0,2 0,1 0,1 1,1-12,0 0,2 0,0 0,2-1,1 0,1-1,0 1,14 18,-17-31,0-1,1 0,0-1,1 1,0-2,0 1,1-1,7 4,-11-8,0 0,0-1,1 0,-1 0,0 0,1-1,0 0,0 0,-1-1,1 0,0 0,0 0,0-1,0 0,0-1,3 0,5-3</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04.146"/>
    </inkml:context>
    <inkml:brush xml:id="br0">
      <inkml:brushProperty name="width" value="0.1" units="cm"/>
      <inkml:brushProperty name="height" value="0.1" units="cm"/>
      <inkml:brushProperty name="ignorePressure" value="1"/>
    </inkml:brush>
  </inkml:definitions>
  <inkml:trace contextRef="#ctx0" brushRef="#br0">135 1,'-2'91,"5"15,0-10,-1 134,6 221,-7-436,2-27,13-72,4 1,26-68,-31 110,2 1,1 0,2 1,2 1,2 1,15-17,-33 46,1 0,-1 1,1 0,1 0,0 1,0 0,0 0,2 0,-8 5,0 0,0 0,0 0,0 0,0 1,0-1,0 0,0 1,0 0,1-1,-1 1,0 0,0 0,0 0,0 1,1-1,-1 1,0-1,0 1,0-1,0 1,0 0,0 0,0 0,0 0,-1 0,1 1,0-1,-1 0,1 1,-1 0,1-1,-1 1,1 0,-1-1,0 1,0 0,0 0,0 0,4 10,0 0,0 0,-1 0,-1 0,0 1,-1 0,0-1,-1 1,0 0,-1 2,-1 22,-2 0,-6 36,4-49,0 0,-1 0,-2-1,0 0,-2 0,0-1,-2 0,0 0,-2-2,0 0,-12 13,16-22,0 0,-1 0,-1-1,0 0,0-1,-1-1,0 0,0-1,-1 0,0-1,0 0,-1-1,1-1,-1-1,0 0,0 0,0-2,-1 0,-5 0,9-2,0 0,0 0,0-1,0-1,0 0,1 0,-1-1,1-1,0 0,-6-4,6 2</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04.497"/>
    </inkml:context>
    <inkml:brush xml:id="br0">
      <inkml:brushProperty name="width" value="0.1" units="cm"/>
      <inkml:brushProperty name="height" value="0.1" units="cm"/>
      <inkml:brushProperty name="ignorePressure" value="1"/>
    </inkml:brush>
  </inkml:definitions>
  <inkml:trace contextRef="#ctx0" brushRef="#br0">22 0,'0'0,"0"0,0 0,0 0,-4 10,-2 9,0 11,2 8,3 9,2 10,4 7,2 3,4-1,0-12,-2-14,-2-15,-3-12</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04.845"/>
    </inkml:context>
    <inkml:brush xml:id="br0">
      <inkml:brushProperty name="width" value="0.1" units="cm"/>
      <inkml:brushProperty name="height" value="0.1" units="cm"/>
      <inkml:brushProperty name="ignorePressure" value="1"/>
    </inkml:brush>
  </inkml:definitions>
  <inkml:trace contextRef="#ctx0" brushRef="#br0">1 0,'0'0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05.185"/>
    </inkml:context>
    <inkml:brush xml:id="br0">
      <inkml:brushProperty name="width" value="0.1" units="cm"/>
      <inkml:brushProperty name="height" value="0.1" units="cm"/>
      <inkml:brushProperty name="ignorePressure" value="1"/>
    </inkml:brush>
  </inkml:definitions>
  <inkml:trace contextRef="#ctx0" brushRef="#br0">460 80,'-3'-3,"-1"0,1 0,-1 0,1 1,-1-1,0 1,0 0,0 0,0 1,0-1,0 1,-1 0,1 0,0 0,-1 1,-3-1,-1 2,0 0,0 0,1 1,-1 0,1 0,-1 1,1 0,-1 1,-2 1,0 1,0 1,1 0,-1 0,1 1,1 0,0 1,0 0,1 0,0 1,0 0,1 0,0 1,1 0,0 0,1 1,1-1,-1 1,2 0,0 0,0 1,1-1,1 1,0-1,0 1,1-1,1 1,2 9,-3-18,1-1,0 0,0 1,0-1,0 0,0 0,1 1,-1-1,1 0,0-1,0 1,0 0,1 0,-1-1,0 1,1-1,0 0,-1 0,1 0,0 0,0 0,1 0,0-1,0 0,0 0,0-1,0 1,0-1,0 0,0 0,0 0,0 0,0-1,0 1,0-1,0 0,0-1,0 1,-1-1,1 1,0-1,0-1,10-6,0 0,0-2,-1 0,0 0,-1-1,0-1,-1 0,-1 0,0-1,4-9,5-10,-1 0,-2-2,-1 0,1-9,-14 38,4-11,0 0,-2 0,0 0,1-11,-6 22,-2 10,-4 13,-12 64,3 2,4 0,1 27,9-90,-22 293,-2 23,13-225,-6-1,-4 0,11-59,-3 0,-4 3,11-35,1-1,-2-1,-1 0,0 0,-1-1,0 0,-3 1,10-13,1-1,0 1,-1-1,0 0,0 0,1 0,-2 0,1-1,0 0,-1 0,1 0,-1 0,1-1,-1 0,0 0,0 0,1 0,-1-1,0 0,0 0,-1 0,-1-1,1 0,0-1,0 0,0 0,0 0,0-1,0 1,0-2,1 1,0 0,0-1,0 0,-3-3,-15-17,10 4</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05.943"/>
    </inkml:context>
    <inkml:brush xml:id="br0">
      <inkml:brushProperty name="width" value="0.1" units="cm"/>
      <inkml:brushProperty name="height" value="0.1" units="cm"/>
      <inkml:brushProperty name="ignorePressure" value="1"/>
    </inkml:brush>
  </inkml:definitions>
  <inkml:trace contextRef="#ctx0" brushRef="#br0">468 105,'-3'-9,"0"-1,-1 1,0 0,-1 0,1 1,-2-1,-5-7,10 14,-1 0,1 0,-1 1,0-1,1 0,-1 1,0-1,0 1,0-1,0 1,0 0,0 0,0 0,-1 0,1 0,0 0,0 1,-1-1,1 1,-1 0,1-1,0 1,-1 0,1 1,-1-1,1 0,0 1,-1-1,1 1,0 0,0-1,-1 1,1 0,-2 2,-1 1,-1 0,1 1,0 0,0 0,1 1,-1 0,1-1,0 1,1 0,0 1,0-1,0 1,0-1,0 5,-3 10,1 1,0 0,2 0,0 1,1-4,2 0,0-1,0 1,2-1,1 2,-3-15,1 0,0 1,0-1,1 0,-1 0,1 0,0 0,1-1,-1 1,1-1,0 1,0-1,0 0,1 0,-1 0,1 0,0-1,0 0,4 3,-5-5,0 0,0 0,0 0,0 0,0-1,0 1,0-1,0 0,0 0,0 0,0 0,0-1,0 1,0-1,0 0,0 0,0 0,0 0,0 0,-1-1,1 1,0-1,-1 0,0 1,1-1,-1 0,0-1,0 1,8-7,-1-1,0 0,-1-1,-1 0,7-11,1-6,-1-1,-1-1,-2 0,-1-1,-2 0,0 0,-2-1,-2-1,-3 24,-2 11,-2 18,-10 182,11 157,4-234,-2-60,2 192,-19 90,12-292,-2-2,-3 1,-6 16,12-55,-1 0,0 0,-1-1,-1 1,0-1,-1-1,0 1,-1-1,0-1,-1 0,-1 0,0-1,-7 5,13-12,0 0,0-1,-1 1,1-2,-1 1,1 0,-1-1,0 0,0 0,0-1,0 0,-1 0,1 0,0-1,0 0,-1 0,1-1,0 1,0-1,0-1,0 1,0-1,0 0,0 0,0-1,1 0,-1 0,1 0,0-1,0 1,0-1,0 0,-1-2,-9-10,0-1,2 0,0-1,0 0,2-1,-3-7,-5-12,2-1,-11-36,16 35</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06.642"/>
    </inkml:context>
    <inkml:brush xml:id="br0">
      <inkml:brushProperty name="width" value="0.1" units="cm"/>
      <inkml:brushProperty name="height" value="0.1" units="cm"/>
      <inkml:brushProperty name="ignorePressure" value="1"/>
    </inkml:brush>
  </inkml:definitions>
  <inkml:trace contextRef="#ctx0" brushRef="#br0">51 572,'8'-9,"-1"1,1-1,-2 0,1-1,-1 0,-1 0,1 0,-2-1,1-1,6-17,-2 0,4-25,-8 33,-2-1,0 0,-2 0,0-7,-1 23,0-1,0 1,-1-1,0 1,0-1,0 1,-1 0,0-1,0 1,-1 0,0 0,0 0,0 1,-1-1,0 1,-2-2,5 5,0 1,0 0,0 0,-1 0,1 0,-1 1,1-1,0 0,-1 0,1 1,-1-1,0 1,1 0,-1-1,1 1,-1 0,0 0,1 0,-1 0,0 0,1 0,-1 0,1 1,-1-1,0 1,1-1,-1 1,1-1,-1 1,1 0,0 0,-1 0,1 0,0 0,0 0,-1 0,1 0,0 0,-1 2,-3 3,0 1,0-1,1 1,-1 0,1 0,1 0,-3 7,0 6,0 1,1-1,1 1,1 0,1 1,1-1,1 0,0 0,3 9,-1-12,0-1,2 1,0-1,0 0,2-1,0 1,1-1,1 0,0-1,1 0,7 9,-11-18,-1-1,1 0,0 0,0 0,0-1,1 1,0-1,0-1,0 1,0-1,0 0,1 0,0-1,-1 0,1 0,0-1,0 0,0 0,0 0,0-1,5 0,-2-1,1-1,-1 0,0 0,0-1,0-1,-1 1,1-2,-1 1,0-1,0-1,0 1,-1-2,0 1,3-4,5-6,0-1,-2 0,0-1,-1 0,-1-1,0-1,-2 0,4-10,-3 5,-2-1,-1 0,-1 0,-1 0,-1-1,0-24,-4 45,-1-1,1 1,-1-1,-1 1,0-1,1 1,-2-1,1 1,1 6,0 0,0 0,0 0,0 0,0 0,-1 1,1-1,0 0,0 0,0 0,0 0,0 0,0 1,0-1,0 0,0 0,0 0,-1 0,1 0,0 0,0 0,0 0,0 0,0 1,0-1,-1 0,1 0,0 0,0 0,0 0,0 0,-1 0,1 0,0 0,0 0,0 0,0 0,0 0,-1 0,1 0,0 0,0 0,0 0,0 0,0-1,-1 1,1 0,0 0,0 0,0 0,0 0,0 0,0 0,-1 0,1-1,0 1,0 0,0 0,0 0,0 0,0 0,0 0,0-1,0 1,0 0,0 0,0 0,-5 15,-2 36,2 0,2 0,2 1,4 17,-1-11,0 9,1-18,-3 1,-3 4,0-44,-1-20,-2-22,4-5,1 0,1 0,2 0,2 1,1-1,2 1,2 0,1 0,7-13,-1 8,2 1,2 0,1 2,2 0,2 2,1 0,24-23,-33 41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06.978"/>
    </inkml:context>
    <inkml:brush xml:id="br0">
      <inkml:brushProperty name="width" value="0.1" units="cm"/>
      <inkml:brushProperty name="height" value="0.1" units="cm"/>
      <inkml:brushProperty name="ignorePressure" value="1"/>
    </inkml:brush>
  </inkml:definitions>
  <inkml:trace contextRef="#ctx0" brushRef="#br0">1 0,'0'0,"7"1,2 0,0 0,-2 0,-2-1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07.892"/>
    </inkml:context>
    <inkml:brush xml:id="br0">
      <inkml:brushProperty name="width" value="0.1" units="cm"/>
      <inkml:brushProperty name="height" value="0.1" units="cm"/>
      <inkml:brushProperty name="ignorePressure" value="1"/>
    </inkml:brush>
  </inkml:definitions>
  <inkml:trace contextRef="#ctx0" brushRef="#br0">271 58,'-18'-10,"0"0,0 2,-1 0,-17-4,27 10,0-1,0 1,0 1,0 0,0 0,0 1,0 0,0 1,0 0,0 0,-8 3,14-3,1-1,-1 1,1 0,-1 1,1-1,0 0,0 1,-1-1,1 1,0 0,0-1,1 1,-1 0,0 0,1 0,-1 1,1-1,0 0,-1 1,1-1,0 0,0 1,1-1,-1 1,1 0,-1 1,1-2,0 0,0 0,0 0,1 0,-1 0,1 1,-1-1,1 0,0 0,0 0,0 0,0-1,0 1,0 0,1 0,-1-1,0 1,1 0,-1-1,1 1,0-1,0 0,-1 0,1 0,0 0,0 0,0 0,0 0,0 0,0-1,0 1,2-1,23 6,1-1,24 0,-34-5,0 2,0 0,0 1,0 1,0 1,-1 0,0 1,7 4,-14-4,-1 0,1 1,-1 0,-1 0,1 1,-1 0,-1 0,1 1,-1 0,-1 1,0-1,0 1,-1 0,0 0,-1 1,0 0,-1 0,0 0,1 7,-2-5,0-1,-1 1,0 0,-1-1,-1 1,0 0,0 0,-2-1,1 1,-2-1,1 0,-2 0,0 0,0-1,-1 1,0-1,-5 5,8-12,0 0,0 0,-1 0,1 0,-1 0,0-1,0 0,-1 0,1 0,-1 0,1-1,-1 1,0-1,0-1,0 1,-3 0,1-1,1 0,-1-1,1 0,-1 0,1-1,-1 1,1-1,-1-1,1 1,0-1,0 0,-1-1,-11-6,1 0,0-1,1 0,0-2,0 0,1-1,1 0,-2-3,-30-37,36 38</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08.260"/>
    </inkml:context>
    <inkml:brush xml:id="br0">
      <inkml:brushProperty name="width" value="0.1" units="cm"/>
      <inkml:brushProperty name="height" value="0.1" units="cm"/>
      <inkml:brushProperty name="ignorePressure" value="1"/>
    </inkml:brush>
  </inkml:definitions>
  <inkml:trace contextRef="#ctx0" brushRef="#br0">1 166,'33'61,"-18"-31,3 0,12 17,-27-44,-1 1,1-1,-1 0,1 0,0 0,0-1,1 1,-1-1,0 0,1 0,0 0,-1 0,1 0,1 0,-2-2,0 0,-1 1,1-1,0 0,0 0,-1 0,1-1,0 1,-1-1,1 1,0-1,-1 0,1 0,-1 0,1-1,-1 1,0 0,1-1,-1 0,0 1,0-1,0 0,7-7,0 0,-1-1,0 0,-1 0,0-1,-1 0,0 0,0 0,-1-1,-1 0,1-5,-1 8,-2-1,0 1,0-1,0 0,-1 1,-1-1,0 0,0 0,-1 0,0 0,-1 0,0 1,0-1,-4-7,4 13,0-1,-1 1,1-1,-1 1,0 0,-1 0,1 1,-1-1,1 1,-1-1,0 1,0 0,-1 1,1-1,0 1,-1 0,0 0,1 0,-1 0,0 1,-1 0,-6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09.645"/>
    </inkml:context>
    <inkml:brush xml:id="br0">
      <inkml:brushProperty name="width" value="0.1" units="cm"/>
      <inkml:brushProperty name="height" value="0.1" units="cm"/>
      <inkml:brushProperty name="ignorePressure" value="1"/>
    </inkml:brush>
  </inkml:definitions>
  <inkml:trace contextRef="#ctx0" brushRef="#br0">19 28,'-1'0,"0"0,1 1,-1-1,0 0,0 1,1-1,-1 1,0-1,1 1,-1-1,1 1,-1-1,1 1,-1 0,1-1,-1 1,1 0,-1-1,1 1,0 0,0 0,-1 0,1-1,0 1,0 0,-4 25,4-24,-1 28,1 0,1 0,2 0,1 3,26 121,-9-69,7 12,-15-59,1-1,2-1,15 26,-26-54,0 1,1-1,0-1,0 1,0-1,-5-6,0 0,0 0,0 0,0 0,0 0,0 0,0 0,0 0,0-1,0 1,0 0,1-1,-1 1,0-1,0 1,1-1,-1 0,0 0,1 1,-1-1,0 0,1 0,-1 0,0 0,0-1,1 1,-1 0,0 0,1-1,-1 1,0-1,0 1,0-1,1 0,-1 1,0-1,0 0,0 0,1 0,3-7,-1 1,1 0,-1-1,-1 0,1 0,-1 0,-1 0,1 0,-2-1,2-3,-2 8,31-176,-19 93,10-25,-22 107,10-29,-11 32,1 0,0 0,0 1,0-1,0 0,0 1,0-1,0 1,0-1,0 1,1 0,-1 0,1-1,-1 1,1 0,-1 1,0-1,0 1,0 0,0 0,0 0,-1 0,1 0,0 0,0 0,0 0,0 0,0 0,0 1,-1-1,1 0,0 0,0 1,0-1,-1 1,1-1,0 1,0-1,-1 1,1-1,0 1,-1 0,1-1,0 2,17 23,-17-23,33 63,-2 0,7 27,-5-9,14 18,-45-96,0 1,0 1,0-2,1 1,0 0,0 0,0-1,1 0,-1 0,1 0,1-1,-6-3,1-1,-1 0,1 1,-1-1,1 0,-1 0,1 1,-1-1,1 0,-1 0,1 0,-1 0,1 0,-1 0,1 0,0 0,-1 0,1 0,-1 0,1 0,-1 0,1 0,-1 0,1 0,0-1,-1 1,1 0,-1 0,1-1,-1 1,0 0,1-1,-1 1,1-1,-1 1,0 0,1-1,8-21,-5 0,-1 1,0-1,-2 1,-1-13,-6-93,2 84,-30-379,32 405</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10.077"/>
    </inkml:context>
    <inkml:brush xml:id="br0">
      <inkml:brushProperty name="width" value="0.1" units="cm"/>
      <inkml:brushProperty name="height" value="0.1" units="cm"/>
      <inkml:brushProperty name="ignorePressure" value="1"/>
    </inkml:brush>
  </inkml:definitions>
  <inkml:trace contextRef="#ctx0" brushRef="#br0">13 599,'5'-3,"-1"0,1-1,-1 0,0 0,-1 0,1-1,-1 1,0-1,0 0,0 0,0 0,0-2,6-15,-2 0,3-9,-7 20,9-34,-2 0,-2 0,1-21,-7 39,-1 0,-1 0,-1 0,-2 0,0 0,-5-13,7 35,-1-1,0 1,0 0,0-1,0 1,-4-4,6 8,-1 1,1-1,0 0,-1 0,1 1,-1-1,0 1,1-1,-1 1,1-1,-1 1,0-1,0 1,1-1,-1 1,0 0,0-1,1 1,-1 0,0 0,0 0,0-1,1 1,-1 0,0 0,0 0,0 0,1 0,-1 1,0-1,0 0,0 0,1 0,-1 1,0-1,0 1,1-1,-1 0,0 1,1-1,-1 1,0-1,1 1,-1 0,1-1,-1 1,1-1,-1 1,1 0,-5 6,0 0,1-1,0 1,0 1,1-1,-1 0,2 1,-1 0,0 5,-3 18,-3 27,7-42,-4 37,2 1,3 0,2 0,4 28,-2-55,2 0,0 0,2 0,0-1,2 0,1 0,1-1,2 0,11 18,-17-33,1 0,0 0,1-1,0 0,0-1,0 0,1 0,6 3,-10-8,0 1,1-1,-1 0,0 0,1-1,-1 0,1 0,0 0,0-1,0 0,0-1,0 1,0-1,0-1,-1 1,1-1,8-3</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11.278"/>
    </inkml:context>
    <inkml:brush xml:id="br0">
      <inkml:brushProperty name="width" value="0.1" units="cm"/>
      <inkml:brushProperty name="height" value="0.1" units="cm"/>
      <inkml:brushProperty name="ignorePressure" value="1"/>
    </inkml:brush>
  </inkml:definitions>
  <inkml:trace contextRef="#ctx0" brushRef="#br0">0 257,'25'198,"-9"0,-8 24,-8-199,2-81,2-1,2 1,8-25,-3 24,2 0,3 1,3 1,1 1,4 0,1 2,4 1,15-21,-36 61,2 0,-1 0,2 2,-1-1,2 1,0 1,1-1,-10 9,0 0,-1 0,1 0,0 0,0 1,1-1,-1 1,0 0,0 0,0 0,1 0,-1 1,1-1,-1 1,0 0,1 0,-1 0,1 0,-1 1,0 0,1-1,-1 1,0 0,0 1,1-1,-1 0,0 1,0 0,-1 0,1 0,0 0,-1 0,1 0,1 2,5 6,-1 1,0-1,0 1,-1 1,-1-1,0 1,0 0,-1 1,11 32,6 29,-17-56,29 121,11 38,-34-142,2 0,1-1,15 27,-25-55,-1 1,2 0,-1-1,1 0,0 0,0 0,5 3,-8-8,-1 1,1-1,0 0,0 0,-1 0,1 0,0 0,0 0,0-1,0 1,0-1,0 1,0-1,0 0,0 0,1 0,-1 0,0 0,0 0,0-1,0 1,0-1,0 1,0-1,0 0,0 0,0 0,-1 0,3-1,3-3,0-1,-1 1,1-1,-1-1,-1 1,1-1,-1 0,0-1,0 1,-1-1,11-22,-1 0,-1-2,-9 21,17-43,-2 0,8-45,-21 74,-2-1,0 0,-2 0,-1 0,-1 0,-1 0,-2-7,3 27,-1 0,-1 1,1-1,-1 1,0-1,0 1,-1 0,-1-3,3 7,0 0,1 0,-1 0,0 0,0 0,0 0,0 0,0 0,0 0,0 0,0 1,0-1,0 0,-1 1,1-1,0 1,0-1,0 1,-1 0,1-1,0 1,-1 0,1 0,0 0,-1 0,1 0,0 0,-1 1,1-1,0 0,0 1,-1-1,1 1,0-1,0 1,0-1,-1 1,1 0,-4 2,0 1,1 0,-1 0,1 0,0 1,0-1,0 1,1 0,-1 0,1 1,0-1,1 1,-2 2,-5 16,1 0,-3 15,10-34,-8 30,2-1,1 2,2-1,2 1,1 0,1 4,2-22,0 0,1 0,0-1,2 1,0-1,2 2,-3-8,1-1,0 0,1 0,0 0,0 0,1-1,0 0,1-1,7 7,-7-9,1 0,-1 0,1-1,-1-1,1 1,1-1,-1-1,1 0,-1 0,1-1,0 0,0-1,0 0,0 0,0-1,0 0,0-1,0 0,0-1,0 0,-1 0,1-1,-1-1,1 0,-1 0,7-4,-3-1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11.661"/>
    </inkml:context>
    <inkml:brush xml:id="br0">
      <inkml:brushProperty name="width" value="0.1" units="cm"/>
      <inkml:brushProperty name="height" value="0.1" units="cm"/>
      <inkml:brushProperty name="ignorePressure" value="1"/>
    </inkml:brush>
  </inkml:definitions>
  <inkml:trace contextRef="#ctx0" brushRef="#br0">63 548,'7'-6,"1"0,-1 0,-1-1,1 0,-1 0,-1 0,1-1,0-2,8-14,-1 0,1-5,-2 1,-1 0,-1-1,-1 0,-2 0,-1 0,-1-1,-2 0,0 0,-3-1,0-6,-1 29,0 0,-1 0,1 0,-1 0,-3-5,5 12,0 0,-1-1,1 1,-1 0,1 0,-1 0,1 0,-1 0,0 0,1 0,-1 0,0 0,0 0,0 0,0 0,0 1,0-1,0 0,0 1,0-1,0 0,0 1,0 0,-1-1,1 1,0 0,0-1,0 1,-1 0,1 0,0 0,0 0,-1 0,1 0,0 0,0 1,-1-1,1 0,0 1,0 0,-3 1,0 0,0 0,1 1,-1-1,1 1,0 0,0 0,0 0,0 1,-1 1,-25 42,10-11,3 1,1 0,1 2,2-1,2 2,1 6,3-15,2 1,1 0,1 0,2 0,1 0,2 0,1 0,2 2,-1-13,1-1,0-1,8 15,-10-25,1 0,0-1,0 1,0-1,1 0,0-1,1 0,5 5,0-3</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12.277"/>
    </inkml:context>
    <inkml:brush xml:id="br0">
      <inkml:brushProperty name="width" value="0.1" units="cm"/>
      <inkml:brushProperty name="height" value="0.1" units="cm"/>
      <inkml:brushProperty name="ignorePressure" value="1"/>
    </inkml:brush>
  </inkml:definitions>
  <inkml:trace contextRef="#ctx0" brushRef="#br0">210 616,'-23'26,"1"1,1 1,1 0,2 2,1 0,1 1,2 1,1 0,1 1,2 0,-2 19,8-35,1 1,1 0,0 9,1-22,1-1,0 1,1 0,-1-1,1 1,0 0,0-1,1 1,-1-1,1 0,0 1,0-1,0 0,1 0,1 2,-2-4,-1-1,0 1,1-1,-1 0,1 0,0 0,-1 0,1 0,0 0,-1 0,1-1,0 1,0-1,0 1,0-1,0 0,0 1,-1-1,1 0,0 0,0-1,0 1,0 0,0 0,0-1,0 0,-1 1,1-1,0 0,0 0,-1 0,1 0,0 0,5-4,0 0,0 0,0-1,0 0,-1 0,5-7,9-13,-2 0,0-1,-2-1,-1 0,-2-2,1-4,22-65,3-25,-1-13,-6-1,-6-2,0-51,-22 132,-6 36,2 23,0 0,0 0,0 0,0 0,0 0,0 0,0 0,0-1,0 1,0 0,0 0,0 0,0 0,-1 0,1 0,0 0,0 0,0 0,0 0,0 0,0 0,0 0,0 0,0-1,0 1,0 0,0 0,0 0,0 0,0 0,-1 0,1 0,0 0,0 0,0 0,0 0,0 0,0 0,0 0,0 0,0 0,0 0,-1 0,1 0,0 0,0 0,0 0,0 0,0 0,0 0,0 0,0 0,0 1,0-1,0 0,0 0,0 0,-1 0,-4 12,-6 27,3 1,1 1,1 0,2 11,2-27,-5 58,4 0,3 1,5-1,10 59,-8-98,2 0,2 0,2-1,1 0,3-2,1 0,2 0,2-2,15 20,-30-49,1 0,-1-1,1 0,1 0,2 1,1-1</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13.039"/>
    </inkml:context>
    <inkml:brush xml:id="br0">
      <inkml:brushProperty name="width" value="0.1" units="cm"/>
      <inkml:brushProperty name="height" value="0.1" units="cm"/>
      <inkml:brushProperty name="ignorePressure" value="1"/>
    </inkml:brush>
  </inkml:definitions>
  <inkml:trace contextRef="#ctx0" brushRef="#br0">1 48,'13'-44,"-13"43,0 1,0 0,0 0,0 0,0 0,0 0,0 0,0 0,0 0,0-1,0 1,0 0,0 0,0 0,0 0,0 0,0 0,0 0,0 0,0 0,0-1,1 1,-1 0,0 0,0 0,0 0,0 0,0 0,0 0,0 0,0 0,0 0,0 0,1 0,-1 0,0 0,0 0,0 0,0 0,0 0,0 0,0 0,0 0,1 0,-1 0,0 0,0 0,0 0,0 0,0 0,0 0,0 0,0 0,0 0,1 0,-1 0,0 0,0 0,0 0,0 0,0 0,0 0,0 1,0-1,0 0,0 0,0 0,0 0,0 0,0 0,4 13,-1 19,6 610,-7-297,-2-279,1 19,5 27,-3-99,-2-17</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13.551"/>
    </inkml:context>
    <inkml:brush xml:id="br0">
      <inkml:brushProperty name="width" value="0.1" units="cm"/>
      <inkml:brushProperty name="height" value="0.1" units="cm"/>
      <inkml:brushProperty name="ignorePressure" value="1"/>
    </inkml:brush>
  </inkml:definitions>
  <inkml:trace contextRef="#ctx0" brushRef="#br0">0 587,'5'4,"0"0,0 0,0 0,1-1,-1 0,1 0,0 0,0 0,0-1,0 0,1-1,-1 1,0-1,1 0,-1-1,1 0,-1 0,1 0,-1-1,0 1,1-2,1 0,2-1,-1 0,0-1,1 0,-1-1,-1 0,1 0,-1-1,0 0,0-1,-1 0,0 0,0 0,0-1,-1 0,8-12,-1 0,-1-1,-1 0,-1-1,-1 0,-1-1,4-17,-4 11,-3 0,0 0,-2-1,0 1,-3-1,0-2,-1 19,-1 0,0 0,0 0,-1 0,-5-11,7 20,-1 0,0 0,0 0,0 0,0 1,-1-1,0 1,0-1,0 1,2 1,-1 1,1 0,-1 0,0 0,0 0,1 0,-1 0,0 0,0 0,0 1,0-1,0 1,0-1,0 1,0 0,0 0,0 0,0 0,0 0,0 0,0 1,0-1,0 1,0-1,0 1,0 0,0 0,1 0,-1 0,0 0,1 0,-1 1,0-1,1 1,0-1,-2 2,-17 27,19-27,-12 21,2 0,1 1,1 0,1 1,1 0,2 0,-3 26,3 1,3-1,1 1,5 27,0-35,2-1,5 15,-7-40,1 1,2-1,0 0,1 0,0-1,4 5,-8-18,-1 1,1-1,0 1,0-1,0 0,1-1,0 1,0-1,0 0,1 0,-1 0,1-1,0 0,0 0,0 0,4 0,-3-1,0-1,1 0,-1 0,1-1,-1 1,1-2,-1 1,1-1,-1-1,0 1,1-1,-1 0,0-1,1 0,2-1,0-1,0 0,-1 0,0-1,7-5,1-4</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13.911"/>
    </inkml:context>
    <inkml:brush xml:id="br0">
      <inkml:brushProperty name="width" value="0.1" units="cm"/>
      <inkml:brushProperty name="height" value="0.1" units="cm"/>
      <inkml:brushProperty name="ignorePressure" value="1"/>
    </inkml:brush>
  </inkml:definitions>
  <inkml:trace contextRef="#ctx0" brushRef="#br0">337 0,'-27'13,"0"0,1 1,0 2,1 1,1 1,1 0,-18 21,29-27,0 1,1 0,1 1,0 1,1-1,0 2,1-1,1 1,1 0,0 0,1 1,1 0,0 0,1 3,2-14,1 1,-1 0,1 0,1 0,-1-1,1 1,1 0,-1 0,1-1,0 1,1-1,-1 0,1 1,0-1,1-1,0 1,2 3,3 0,-1 0,1 0,1-1,0 0,0-1,0 0,1-1,0 0,3 1,62 23,-55-22,0 0,0 2,-1 0,19 13,-36-22,-1 0,0 1,1 0,-1 0,0 0,0 0,0 0,0 0,0 0,-1 0,1 1,-1-1,1 1,-1-1,0 1,0 0,0 0,-1-1,1 1,0 0,-1 0,0 0,0-1,0 1,0 0,0 0,0 0,-1 0,1 0,-1-1,0 1,0 0,0-1,0 1,0 0,-1-1,1 0,-1 1,0-1,0 0,0 0,0 0,0 0,-2 2,-4 4,-1-1,0 0,-1 0,1-1,-1 0,-8 3,3-3</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14.373"/>
    </inkml:context>
    <inkml:brush xml:id="br0">
      <inkml:brushProperty name="width" value="0.1" units="cm"/>
      <inkml:brushProperty name="height" value="0.1" units="cm"/>
      <inkml:brushProperty name="ignorePressure" value="1"/>
    </inkml:brush>
  </inkml:definitions>
  <inkml:trace contextRef="#ctx0" brushRef="#br0">299 0,'-21'30,"-1"-1,-18 18,-13 17,19-19,2 1,-5 15,27-45,2 1,0 0,1 0,1 1,0 0,1 0,1 0,-1 14,5-24,0-1,0 1,1 0,0 0,0-1,1 1,0-1,0 1,0-1,1 0,1 0,-1 0,1 0,0-1,0 1,1-1,0 0,0 0,6 4,11 10,2-2,0-1,0-1,20 9,25 17,-67-40,14 9,0 0,-1 1,3 4,-15-13,-1-1,1 1,0 0,-1 0,1 0,-1 0,0 1,0-1,0 1,-1-1,1 1,-1 0,0-1,0 1,0 0,-1 0,1 0,-1 3,0-4,-1-1,0 1,0 0,0-1,0 1,-1-1,1 1,-1-1,1 0,-1 1,0-1,0 0,0 0,0 0,0-1,0 1,-1 0,1-1,-1 0,1 1,-1-1,1 0,-1 0,0 0,1-1,-3 1,-9 3,0-1,1-1,-1-1,-10 1,2-2,8-1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14.710"/>
    </inkml:context>
    <inkml:brush xml:id="br0">
      <inkml:brushProperty name="width" value="0.1" units="cm"/>
      <inkml:brushProperty name="height" value="0.1" units="cm"/>
      <inkml:brushProperty name="ignorePressure" value="1"/>
    </inkml:brush>
  </inkml:definitions>
  <inkml:trace contextRef="#ctx0" brushRef="#br0">1 1,'0'0,"0"0,0 0,0 0,0 0,0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21.895"/>
    </inkml:context>
    <inkml:brush xml:id="br0">
      <inkml:brushProperty name="width" value="0.1" units="cm"/>
      <inkml:brushProperty name="height" value="0.1" units="cm"/>
      <inkml:brushProperty name="ignorePressure" value="1"/>
    </inkml:brush>
  </inkml:definitions>
  <inkml:trace contextRef="#ctx0" brushRef="#br0">0 2,'3'0,"-1"-1,1 1,0-1,0 1,-1 0,1 0,0 1,-1-1,1 0,0 1,0-1,-1 1,1 0,-1 0,1 0,-1 1,1-1,-1 0,0 1,0-1,1 1,-1 0,0 0,-1 0,1 0,0 0,0 0,-1 1,0-1,2 2,6 12,0 1,0 0,-2 0,0 1,-1 0,-1 0,2 13,3 31,2 40,-12-96,10 141,-6 1,-7-1,-6 1,-11 35,16-161,2-11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30.210"/>
    </inkml:context>
    <inkml:brush xml:id="br0">
      <inkml:brushProperty name="width" value="0.1" units="cm"/>
      <inkml:brushProperty name="height" value="0.1" units="cm"/>
      <inkml:brushProperty name="ignorePressure" value="1"/>
    </inkml:brush>
  </inkml:definitions>
  <inkml:trace contextRef="#ctx0" brushRef="#br0">187 109,'3'-7,"1"-3,1 1,-2 2,-3-7,-4-3,-3-2,-4 2,-2 8,-2 10,-4 10,-2 11,-4 11,-1 11,2-2,6-9,6-9,5-9</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30.542"/>
    </inkml:context>
    <inkml:brush xml:id="br0">
      <inkml:brushProperty name="width" value="0.1" units="cm"/>
      <inkml:brushProperty name="height" value="0.1" units="cm"/>
      <inkml:brushProperty name="ignorePressure" value="1"/>
    </inkml:brush>
  </inkml:definitions>
  <inkml:trace contextRef="#ctx0" brushRef="#br0">0 858,'41'63,"9"6,-32-46,1-2,1 0,1-1,11 8,-26-23,0 0,1-1,0 0,-1 0,1-1,0 1,1-2,-1 1,0-1,1 0,0 0,-1-1,2 0,-3-1,0 0,0-1,0 0,0 1,0-2,0 1,0-1,0 0,-1 0,1-1,-1 1,0-1,1 0,-1-1,-1 1,1-1,1-1,7-8,-1-1,0 0,-1-1,0 0,-1 0,-1-1,-1 0,0-1,3-13,4-13,-2 0,-2-1,1-19,-3 6,-3 0,-2 0,-3 0,-3-25,-1 46,-1 1,-1 0,-3 1,0-1,-2 1,-2 1,-12-24,19 46,-1 0,-1 0,0 0,0 1,-1 0,0 0,-1 0,0 2,-10-8,14 12,-1 0,1 1,-1 0,0 0,0 0,0 1,0-1,0 2,-1-1,1 1,0 0,-1 0,1 1,-1-1,0 2,1-1,-1 1,1 0,-4 1,1 0,0 1,0 0,0 0,1 1,-1 0,1 1,0-1,1 2,-1-1,1 1,-5 5,-1 4</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31.190"/>
    </inkml:context>
    <inkml:brush xml:id="br0">
      <inkml:brushProperty name="width" value="0.1" units="cm"/>
      <inkml:brushProperty name="height" value="0.1" units="cm"/>
      <inkml:brushProperty name="ignorePressure" value="1"/>
    </inkml:brush>
  </inkml:definitions>
  <inkml:trace contextRef="#ctx0" brushRef="#br0">226 0,'-20'30,"2"1,1 0,1 1,-5 17,-41 134,35-87,-15 98,39-175</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32.044"/>
    </inkml:context>
    <inkml:brush xml:id="br0">
      <inkml:brushProperty name="width" value="0.1" units="cm"/>
      <inkml:brushProperty name="height" value="0.1" units="cm"/>
      <inkml:brushProperty name="ignorePressure" value="1"/>
    </inkml:brush>
  </inkml:definitions>
  <inkml:trace contextRef="#ctx0" brushRef="#br0">171 194,'0'-13,"-1"0,0 0,0 0,-1 0,-1 0,0 0,-3-5,6 18,0-1,0 1,0-1,0 1,0-1,0 1,0-1,-1 1,1-1,0 1,0-1,0 1,-1-1,1 1,0 0,-1-1,1 1,0-1,-1 1,1 0,-1 0,1-1,0 1,-1 0,1-1,-1 1,1 0,-1 0,1 0,-1 0,1-1,-1 1,1 0,-1 0,1 0,-1 0,1 0,-1 0,1 0,-1 1,1-1,-1 0,1 0,-1 0,1 0,-1 1,1-1,-1 0,1 0,-1 1,1-1,-3 2,1 0,-1 1,1-1,0 1,0-1,0 1,0 0,0 0,-9 16,1 1,1 0,1 0,1 1,1 0,-26 112,20-70,3 1,3 0,2 50,5-78,1 0,1 0,3-1,0 0,3 0,0 0,10 17,-14-39,0-1,1 0,1-1,0 0,0 0,1 0,1-1,-1 0,9 6,-14-13,1 0,0 0,0 0,0-1,1 1,-1-1,0 0,1 0,0-1,-1 1,1-1,0 0,0 0,0-1,-1 1,1-1,0 0,0 0,0-1,0 0,0 0,-1 0,1 0,0-1,-1 1,1-1,2-2,4-3,1 0,-1-1,-1 0,1-1,-2 0,1-1,-1 0,-1-1,1 1,-2-1,3-5,9-18,-1-1,-2-1,4-14,-4 6,-2 0,-2-2,-1 1,-3-1,-2-1,-1-20,-4 38,-1-1,-2 1,-1-1,-1 1,-1 0,-1 1,-2-1,-1 1,-2 1,-10-21,14 35,0 0,-1 0,0 1,-1 1,-1-1,0 1,0 1,-7-5,13 11,-1 0,0 1,-1 0,1 0,-1 0,1 0,-1 1,0 0,0 0,0 0,0 1,0 0,0 0,0 1,0-1,-1 2,1-1,0 0,0 1,0 0,-1 1,-3 1,1 1,-1 0,1 0,0 1,0 0,1 1,0 0,0 0,0 0,-4 6,-6 7,0 2,1 0,-4 8,-25 42</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32.479"/>
    </inkml:context>
    <inkml:brush xml:id="br0">
      <inkml:brushProperty name="width" value="0.1" units="cm"/>
      <inkml:brushProperty name="height" value="0.1" units="cm"/>
      <inkml:brushProperty name="ignorePressure" value="1"/>
    </inkml:brush>
  </inkml:definitions>
  <inkml:trace contextRef="#ctx0" brushRef="#br0">73 205,'0'0,"1"-8,-2-10,-2-8,-1-5,-2-1,-4 2,-4 6,1 7,2 6,4 5,2 4</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32.840"/>
    </inkml:context>
    <inkml:brush xml:id="br0">
      <inkml:brushProperty name="width" value="0.1" units="cm"/>
      <inkml:brushProperty name="height" value="0.1" units="cm"/>
      <inkml:brushProperty name="ignorePressure" value="1"/>
    </inkml:brush>
  </inkml:definitions>
  <inkml:trace contextRef="#ctx0" brushRef="#br0">0 0,'0'0,"0"9,2 14,3 17,4 13,8 5,8-3,7-10,5-12,2-14,-1-15,-3-14,0-8,-7 0,-7 2,-8 5,-6 3</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33.208"/>
    </inkml:context>
    <inkml:brush xml:id="br0">
      <inkml:brushProperty name="width" value="0.1" units="cm"/>
      <inkml:brushProperty name="height" value="0.1" units="cm"/>
      <inkml:brushProperty name="ignorePressure" value="1"/>
    </inkml:brush>
  </inkml:definitions>
  <inkml:trace contextRef="#ctx0" brushRef="#br0">0 1,'0'0,"0"0,0 0,0 0,0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33.653"/>
    </inkml:context>
    <inkml:brush xml:id="br0">
      <inkml:brushProperty name="width" value="0.1" units="cm"/>
      <inkml:brushProperty name="height" value="0.1" units="cm"/>
      <inkml:brushProperty name="ignorePressure" value="1"/>
    </inkml:brush>
  </inkml:definitions>
  <inkml:trace contextRef="#ctx0" brushRef="#br0">0 38,'8'22,"-2"1,0-1,-2 1,-1 0,0 8,2 119,-5-98,2 46,1-11,-6 41,1-123,0-14,-2-19,0-54,4-1,4 0,3 1,4 0,3 1,6-8,-18 82,-1-1,1 0,0 0,1 1,0-1,0 1,1-1,-1 1,2-1,-5 8,1-1,-1 1,0-1,0 1,1 0,-1-1,1 1,-1 0,0-1,1 1,-1 0,1-1,-1 1,1 0,-1 0,0-1,1 1,-1 0,1 0,-1 0,1 0,0 0,-1 0,1 0,-1 0,1 0,-1 0,1 0,-1 0,1 0,-1 0,1 1,0-1,0 1,0 0,0 0,0 0,0-1,-1 1,1 0,0 0,-1 0,1 0,0 0,-1 1,13 36,-13-38,10 56,-1 0,-1 30,0 116,-7-156,1 99,-1-133,2-15,3-21,-5 20,14-59,3 0,2 2,3 0,3 1,2 2,3 1,36-51,-60 98,28-35,-33 43,0-1,1 1,-1 0,1 0,-1 0,1 0,0 0,0 1,0-1,0 1,0 0,0 0,0 0,0 0,1 1,-2 0,-1 0,1 0,-1 0,1 0,0 1,-1-1,1 0,-1 1,1 0,-1-1,0 1,1 0,-1 0,1 0,-1 0,0 0,0 0,0 0,0 0,0 0,0 0,0 1,0-1,0 0,0 1,-1-1,1 1,0-1,2 7,0 0,-1 1,1-1,-1 6,5 26,-2 0,-2 1,-2 33,-12 123,10-189,-26 245,18-174,8-69</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34.125"/>
    </inkml:context>
    <inkml:brush xml:id="br0">
      <inkml:brushProperty name="width" value="0.1" units="cm"/>
      <inkml:brushProperty name="height" value="0.1" units="cm"/>
      <inkml:brushProperty name="ignorePressure" value="1"/>
    </inkml:brush>
  </inkml:definitions>
  <inkml:trace contextRef="#ctx0" brushRef="#br0">0 130,'14'6,"1"-1,-1 0,1-1,0 0,0-1,0-1,0-1,2 0,8 0,0-1,-1-1,1-2,15-3,-18 0,0-1,-1 0,0-2,0-1,-1 0,0-1,-1-1,0-1,-1-1,0-1,-1 0,1-3,-15 14</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34.507"/>
    </inkml:context>
    <inkml:brush xml:id="br0">
      <inkml:brushProperty name="width" value="0.1" units="cm"/>
      <inkml:brushProperty name="height" value="0.1" units="cm"/>
      <inkml:brushProperty name="ignorePressure" value="1"/>
    </inkml:brush>
  </inkml:definitions>
  <inkml:trace contextRef="#ctx0" brushRef="#br0">0 134,'0'0,"6"-1,8 0,11-6,10-2,6-2,6 0,1 1,0-2,-1 0,-1-1,-1-1,-2 0,2 4,-6 5,-10 2,-9 2,-9 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35.009"/>
    </inkml:context>
    <inkml:brush xml:id="br0">
      <inkml:brushProperty name="width" value="0.1" units="cm"/>
      <inkml:brushProperty name="height" value="0.1" units="cm"/>
      <inkml:brushProperty name="ignorePressure" value="1"/>
    </inkml:brush>
  </inkml:definitions>
  <inkml:trace contextRef="#ctx0" brushRef="#br0">0 1,'11'44,"-2"1,-2-1,-2 2,-1 21,0-6,38 739,-42-774,1-17,0 0,-1 0,0 1,-1-1,0 0,-1 0,0 0,-2 8,4-17,0 0,0 1,-1-1,1 0,0 0,0 1,0-1,0 0,0 0,-1 0,1 1,0-1,0 0,0 0,-1 0,1 1,0-1,0 0,-1 0,1 0,0 0,0 0,-1 0,1 0,0 1,-1-1,1 0,0 0,0 0,-1 0,1 0,0 0,-1 0,1 0,0-1,0 1,-1 0,1 0,0 0,0 0,-1 0,1 0,0 0,0-1,-1 1,1 0,0 0,0 0,0-1,-1 1,1 0,0 0,0-1,0 1,0 0,0 0,-1-1,1 1,0 0,0 0,0-1,0 1,-8-17,5 9</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35.805"/>
    </inkml:context>
    <inkml:brush xml:id="br0">
      <inkml:brushProperty name="width" value="0.1" units="cm"/>
      <inkml:brushProperty name="height" value="0.1" units="cm"/>
      <inkml:brushProperty name="ignorePressure" value="1"/>
    </inkml:brush>
  </inkml:definitions>
  <inkml:trace contextRef="#ctx0" brushRef="#br0">1 80,'2'137,"13"82,-4-70,-1 15,-4-221,-5 21,16-245,-12 236,2 0,3 0,1 1,2 0,5-5,-14 38,1 0,1 0,-1 0,2 1,0-1,2-2,-7 11,-1 0,1 1,-1-1,1 0,0 0,0 1,0-1,0 1,0-1,0 1,0 0,0 0,1 0,-1 0,0 1,0-1,1 0,-1 1,1 0,-1-1,1 1,-1 0,0 0,1 0,-1 1,1-1,-1 1,0-1,1 1,-1 0,0 0,1 0,0 1,4 2,-1 1,-1 0,1 0,-1 1,1-1,-2 1,1 0,-1 1,0-1,0 1,0 0,-1 0,0 0,0 2,7 20,-2 0,5 29,-3-4,-2 0,-3 1,-3 0,-1 0,-4 16,-1-43,2-23,1-6,-1-11,0-20,3-9,2 0,2 1,2-1,1 1,2 0,2 1,2 0,17-35,-26 65,0 0,0 0,1 1,0 0,1 0,0 0,0 1,4-3,-8 8,-1-1,1 1,0 1,0-1,0 0,0 1,0 0,0-1,1 1,-1 0,0 1,1-1,-1 1,0-1,1 1,-1 0,1 0,-1 1,0-1,1 1,-1-1,0 1,1 0,-1 0,0 1,2 0,2 3,0-1,0 1,-1 0,0 1,0-1,-1 1,1 1,-1-1,0 1,-1-1,0 1,0 1,0-1,1 6,5 13,-1 0,-2 1,4 20,-2 7,-1 1,-3 0,-3 0,-2 0,-2 3,0-36</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39.911"/>
    </inkml:context>
    <inkml:brush xml:id="br0">
      <inkml:brushProperty name="width" value="0.1" units="cm"/>
      <inkml:brushProperty name="height" value="0.1" units="cm"/>
      <inkml:brushProperty name="ignorePressure" value="1"/>
    </inkml:brush>
  </inkml:definitions>
  <inkml:trace contextRef="#ctx0" brushRef="#br0">1 0,'8'3,"-3"-2,-1 1,1-1,-1 1,0 0,0 0,4 2,-6-2,-1-1,1 1,0 0,-1 0,0-1,1 1,-1 0,0 0,0 0,0 1,0-1,0 0,-1 0,1 0,0 3,6 34,-2 0,-1 1,-3 0,-1 3,-11 161,10-180,-24 214,-2 21,29-242,-2-17,0-1,1 1,-1 0,0 0,1 0,-1-1,1 1,-1 0,0 0,0-1,1 1,-1 0,0-1,1 1,-1 0,0-1,0 1,0 0,1-1,-1 1,0 0,0-1,0 1,0-1,0 1,0 0,0-1,0 1,0-1,0 1,0-1,2-4</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40.528"/>
    </inkml:context>
    <inkml:brush xml:id="br0">
      <inkml:brushProperty name="width" value="0.1" units="cm"/>
      <inkml:brushProperty name="height" value="0.1" units="cm"/>
      <inkml:brushProperty name="ignorePressure" value="1"/>
    </inkml:brush>
  </inkml:definitions>
  <inkml:trace contextRef="#ctx0" brushRef="#br0">69 292,'4'140,"-3"-57,6 24,-4-82,1 0,1 0,1 0,2 0,0-1,4 6,-9-23,1 1,0-1,0-1,1 1,-1-1,1 1,1-1,-1-1,1 1,1-1,-4-2,0-1,0 0,1 0,-1 0,1 0,-1-1,1 0,0 1,-1-1,1-1,0 1,0 0,0-1,0 0,0 0,-1 0,1 0,0-1,0 0,0 1,1-2,4-1,-1-1,0 1,0-2,0 1,-1-1,1 0,-1-1,0 0,-1 0,1 0,-1-1,-1 0,5-6,4-7,-1-2,-1 0,-1 0,4-11,2-11,-1-2,-2 0,-3-1,4-32,-10 47,-2 1,-1-1,-2 0,-1 0,-1 1,-2-1,-5-17,7 38,-1 1,-1 0,0 0,0 0,0 1,-1-1,-1 1,0 0,-7-8,9 12,0 1,0 0,-1 0,0 0,0 0,0 1,0 0,-1 0,1 0,-1 1,1-1,-1 1,0 1,0-1,0 1,0 0,-6 0,1 1,-1 1,1 0,0 1,0 0,0 1,0 0,0 1,1 0,-1 0,1 1,0 0,0 1,1 1,0-1,0 1,-6 6,0 2,0 1,0 0,2 0,0 2,1 0,0 0,2 1,-4 8,6-8,0 0,2 1,0-1,1 1,1 0,1 1,0-1,2 1,0-1,2 16,2-22</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41.123"/>
    </inkml:context>
    <inkml:brush xml:id="br0">
      <inkml:brushProperty name="width" value="0.1" units="cm"/>
      <inkml:brushProperty name="height" value="0.1" units="cm"/>
      <inkml:brushProperty name="ignorePressure" value="1"/>
    </inkml:brush>
  </inkml:definitions>
  <inkml:trace contextRef="#ctx0" brushRef="#br0">66 50,'-6'25,"0"0,-7 15,-10 36,17-42,1 0,1 0,2 0,2 1,1-1,4 30,-2-42,1-1,1 1,1-1,0 0,2-1,0 0,1 0,1-1,1 0,1-1,6 8,-14-21,1 0,0 0,0 0,0-1,0 1,1-1,-1 0,1-1,0 0,0 0,4 2,-6-4,0 0,1 0,-1 0,0 0,1-1,-1 0,1 0,-1 0,1 0,-1-1,0 1,1-1,-1 0,0-1,0 1,1-1,-1 0,1 0,5-4,0-1,-1 0,0-1,0 1,0-2,-1 1,0-1,-1-1,0 1,0-1,-1 0,-1-1,4-7,2-7,-1-1,-1 0,-2-1,0 0,0-10,-3 8,-2 1,0-1,-2 0,-1 1,-1-1,-2 1,-3-13,4 26,-1-1,0 1,-1 0,-1 1,0-1,-1 1,-1 0,0 1,-1 0,0 0,-1 1,-1 0,0 1,-2-2,7 9,1 0,0 0,-1 1,1 0,-1 0,0 0,0 1,0 0,-1 0,1 1,0 0,-1 0,1 0,-1 1,1-1,0 2,-1-1,1 1,-1 0,1 0,-3 1,-2 2,0 0,0 0,0 1,0 1,1 0,0 0,0 1,1 0,0 1,0 0,-1 2,0 1</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41.773"/>
    </inkml:context>
    <inkml:brush xml:id="br0">
      <inkml:brushProperty name="width" value="0.1" units="cm"/>
      <inkml:brushProperty name="height" value="0.1" units="cm"/>
      <inkml:brushProperty name="ignorePressure" value="1"/>
    </inkml:brush>
  </inkml:definitions>
  <inkml:trace contextRef="#ctx0" brushRef="#br0">1 68,'0'-3,"0"0,1 0,-1-1,1 1,0 0,0 1,0-1,1 0,-1 0,1 0,-1 1,1-1,0 1,0-1,0 1,1 0,-1-1,0 1,1 0,-1 1,1-1,0 0,-1 1,1 0,0-1,0 1,0 0,0 1,0-1,0 0,0 1,1 0,-1-1,0 1,0 1,4-1,0 0,-1 1,1 0,-1 0,1 1,-1-1,1 2,-1-1,0 1,0-1,0 2,-1-1,1 1,-1 0,1 0,1 3,-5-5,0 0,0 1,0-1,-1 1,1 0,-1-1,0 1,0 0,0 0,0 0,0 0,-1 0,1 0,-1 0,0 0,0 0,0 0,0 0,0 0,-1 0,1 0,-1-1,0 1,0 0,0 0,0 0,-1 0,1-1,-1 1,-6 12,-2 0,0-1,0 0,-10 9,7-8,-8 9,11-13,0 0,1 0,0 1,1 1,1-1,0 1,-1 2,8-14,-1 0,1 0,0 0,-1 0,1 0,0 0,0 0,0 0,0 0,0 0,0 0,0 0,0 0,0 0,0 0,0 0,1 0,-1 0,1 0,-1 0,0 0,1 0,-1 0,1 0,0 1,1-1,-1 0,1 0,-1 0,1 0,0 0,-1-1,1 1,0 0,0-1,-1 1,1-1,0 0,2 1,6-1,0 1,0-2,1 0,8-1,190-36,-197 36</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42.406"/>
    </inkml:context>
    <inkml:brush xml:id="br0">
      <inkml:brushProperty name="width" value="0.1" units="cm"/>
      <inkml:brushProperty name="height" value="0.1" units="cm"/>
      <inkml:brushProperty name="ignorePressure" value="1"/>
    </inkml:brush>
  </inkml:definitions>
  <inkml:trace contextRef="#ctx0" brushRef="#br0">262 67,'-7'-7,"0"1,0-1,-1 1,0 1,0-1,-1 1,1 1,-1 0,0 0,0 0,-1 1,0 1,6 1,0 0,-1 0,1 1,0-1,0 1,0 0,-1 0,1 1,0 0,0-1,0 1,0 1,0-1,0 0,0 1,0 0,0 0,1 0,-1 1,1-1,-1 1,1-1,0 1,0 0,0 1,1-1,-1 0,0 3,-4 6,0 1,2 0,-1 0,2 1,0-1,0 1,1 0,1 0,1 0,0 0,0 0,2 13,1 1,1 0,2-1,0 1,2-1,1-1,2 4,-3-13,1 0,0 0,1 0,0-1,2-1,11 15,-18-25,1 0,0 0,0 0,0-1,0 1,0-1,1 0,0-1,0 1,0-1,0 0,1-1,-1 0,1 0,-1 0,1-1,0 1,0-2,-1 1,4-1,-5-1,0 1,-1-1,1-1,0 1,0-1,-1 0,1 0,-1 0,1 0,-1-1,0 0,0 0,0 0,0-1,2-2,0 0,0 0,-1-1,0 1,0-1,-1-1,4-6,-3 2</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43.160"/>
    </inkml:context>
    <inkml:brush xml:id="br0">
      <inkml:brushProperty name="width" value="0.1" units="cm"/>
      <inkml:brushProperty name="height" value="0.1" units="cm"/>
      <inkml:brushProperty name="ignorePressure" value="1"/>
    </inkml:brush>
  </inkml:definitions>
  <inkml:trace contextRef="#ctx0" brushRef="#br0">1 117,'7'12,"0"0,0 1,-2 0,1 1,-2-1,0 1,0 0,0 5,2 27,2 42,-5-15,-3 1,-3-1,-5 24,8-100,14-108,6 22,5 1,3 1,5 1,13-21,-38 89,21-39,-26 52,-1 1,1 0,1 0,-1 0,0 0,1 0,0 1,0 0,0-1,2 0,-5 4,0-1,0 1,0 0,0-1,0 1,0 0,0 0,0-1,0 1,0 0,0 0,0 0,0 0,0 1,0-1,0 0,0 0,0 0,0 1,-1-1,1 1,0-1,0 1,0-1,0 1,0-1,-1 1,1 0,0-1,-1 1,1 0,0 0,-1-1,1 1,-1 0,1 0,-1 0,1 0,-1 0,0 0,1 0,2 6,-1 1,1 0,-1-1,1 7,-3-13,8 45,-2 1,-3 0,-1 18,-4 35,-5 6,6-97,0 9,1-14,1-7,3-12,14-57,20-49,-30 100,1 0,0 1,2 0,0 1,2 0,0 0,13-13,-22 28,0-1,1 1,-1 0,1 1,-1-1,1 1,0 0,1 0,-1 0,0 1,2 0,-5 1,0 1,1-1,-1 1,0 0,0 0,1 0,-1 0,0 0,0 0,0 1,1-1,-1 1,0 0,0-1,0 1,0 0,0 0,0 0,0 1,0-1,0 0,-1 1,1-1,0 1,-1-1,1 1,-1 0,0 0,2 2,3 6,-1 1,1-1,-2 1,1 1,-2-1,1 1,-2-1,2 12,2 20,-1 34,-4-18,-1 1,-4-1,-3 8,5-54</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43.773"/>
    </inkml:context>
    <inkml:brush xml:id="br0">
      <inkml:brushProperty name="width" value="0.1" units="cm"/>
      <inkml:brushProperty name="height" value="0.1" units="cm"/>
      <inkml:brushProperty name="ignorePressure" value="1"/>
    </inkml:brush>
  </inkml:definitions>
  <inkml:trace contextRef="#ctx0" brushRef="#br0">0 78,'11'-10,"0"0,1 2,0-1,0 1,1 1,0 0,-7 4,0 0,1 1,-1-1,1 1,-1 1,1-1,0 1,-1 0,1 0,0 1,0 0,0 1,5 0,-10-1,0 1,0-1,0 1,0 0,0-1,0 1,0 0,0 0,0 0,0 1,-1-1,1 0,0 1,-1-1,1 1,-1 0,0-1,1 1,-1 0,0 0,0 0,0 1,0 1,0-1,0 0,0 1,-1-1,1 1,-1 0,0-1,0 1,-1-1,1 1,-1 0,-2 10,-1 0,0-1,-1 1,0-1,-8 12,-7 9,-12 16,14-24,1 2,-9 21,24-46,1 0,-1 0,1 0,0 0,1 0,-1 0,0 0,1 0,0 1,-1-1,1 0,1 0,-1 0,0 0,1 1,0 1,0-3,0 0,0 0,1 0,-1 1,1-1,-1 0,1-1,0 1,0 0,0 0,0-1,0 1,0-1,0 0,0 0,1 0,-1 0,0 0,1 0,-1 0,1-1,12 4,0-1,1 0,-1-2,1 0,-1 0,4-2,13-1,0-1,16-5,-38 6</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44.790"/>
    </inkml:context>
    <inkml:brush xml:id="br0">
      <inkml:brushProperty name="width" value="0.1" units="cm"/>
      <inkml:brushProperty name="height" value="0.1" units="cm"/>
      <inkml:brushProperty name="ignorePressure" value="1"/>
    </inkml:brush>
  </inkml:definitions>
  <inkml:trace contextRef="#ctx0" brushRef="#br0">1 122,'1'-7,"2"-3,-1 0,6 2,6 1,7 1,7 1,8 0,7 2,5 0,3-1,-2-7,-11-3,-10 2,-11 2,-8 4</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45.142"/>
    </inkml:context>
    <inkml:brush xml:id="br0">
      <inkml:brushProperty name="width" value="0.1" units="cm"/>
      <inkml:brushProperty name="height" value="0.1" units="cm"/>
      <inkml:brushProperty name="ignorePressure" value="1"/>
    </inkml:brush>
  </inkml:definitions>
  <inkml:trace contextRef="#ctx0" brushRef="#br0">0 58,'0'0,"0"0,9-1,11-1,9-2,9-1,5-1,4-4,0 0,-7 2,-10 2,-11 2,-8 2</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45.789"/>
    </inkml:context>
    <inkml:brush xml:id="br0">
      <inkml:brushProperty name="width" value="0.1" units="cm"/>
      <inkml:brushProperty name="height" value="0.1" units="cm"/>
      <inkml:brushProperty name="ignorePressure" value="1"/>
    </inkml:brush>
  </inkml:definitions>
  <inkml:trace contextRef="#ctx0" brushRef="#br0">0 1,'25'91,"-4"1,-4 1,3 74,-7-36,-6 51,-7-121,-3-1,-3 1,-2-1,-5 10,10-59,3-7,-1 0,1 0,-1-1,0 1,-1 0,1 0,-1-1,1 1,-1-1,0 1,-1 0,3-4,-1-1,1 1,0 0,-1-1,1 1,0 0,-1-1,1 1,0-1,0 1,-1 0,1-1,0 1,0-1,0 1,0-1,0 1,0-1,0 1,0-1,0 1,0-1,0 1,0-1,0 1,0-1,0-12</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46.659"/>
    </inkml:context>
    <inkml:brush xml:id="br0">
      <inkml:brushProperty name="width" value="0.1" units="cm"/>
      <inkml:brushProperty name="height" value="0.1" units="cm"/>
      <inkml:brushProperty name="ignorePressure" value="1"/>
    </inkml:brush>
  </inkml:definitions>
  <inkml:trace contextRef="#ctx0" brushRef="#br0">0 52,'25'308,"-21"-240,-3 13,-3-103,1 0,1-1,1 1,0 0,2-1,7-42,5-4,-6 30,13-36,-17 61,0 1,1-1,1 2,0-1,1 1,0 0,2-1,-9 11,1 0,0 0,-1 0,1 0,0 1,0-1,0 0,1 1,-1 0,0 0,0 0,1 0,-1 0,1 0,-1 0,3 0,-3 1,0 0,-1 1,1-1,0 0,0 1,0-1,0 1,0-1,-1 1,1 0,0 0,-1 0,1 0,0 0,-1 0,0 0,1 1,-1-1,0 0,1 1,-1-1,1 2,5 8,0 1,0 0,-1 0,-1 0,0 1,-1 0,3 12,4 25,1 22,-12-69,17 180,-15-154,-1-22,1-7,3-15,6-39,-8 39,7-37,9-20,-14 56,0 1,1 0,1 1,0 0,1 0,9-12,-16 24,1 0,0-1,0 1,0 0,0 0,0 0,0 1,1-1,-1 0,1 1,-1-1,1 1,-1 0,1 0,0 0,-1 0,1 1,0-1,0 1,1-1,-1 2,0-1,0 1,0-1,0 1,0 0,0 0,0 0,0 0,-1 1,1-1,-1 1,1 0,-1 0,1 0,-1 0,0 0,0 0,0 0,0 1,7 9,-1 1,0-1,-1 1,-1 1,0-1,0 1,-2 0,0 0,0 1,-1 3,3 18,-2 1,-1 0,-2 17,-1-30,-1 0,-1-1,-2 1,2-13</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47.723"/>
    </inkml:context>
    <inkml:brush xml:id="br0">
      <inkml:brushProperty name="width" value="0.1" units="cm"/>
      <inkml:brushProperty name="height" value="0.1" units="cm"/>
      <inkml:brushProperty name="ignorePressure" value="1"/>
    </inkml:brush>
  </inkml:definitions>
  <inkml:trace contextRef="#ctx0" brushRef="#br0">64 45,'3'-4,"1"0,0 0,0 0,1 1,-1 0,1 0,-1 0,1 0,0 1,0 0,0 0,1 0,-1 1,0-1,1 1,-1 0,1 1,-1 0,1-1,-1 2,1-1,-1 1,0 0,4 1,3 0,0 1,0 1,-1 0,1 0,-1 1,0 1,-1 0,0 0,1 1,5 6,-11-8,1-1,-1 2,0-1,-1 1,1-1,-1 1,0 1,-1-1,1 0,-1 1,0 0,0 1,-2-3,0 0,0-1,-1 1,0 0,1-1,-1 1,-1 0,1 0,-1-1,0 1,0-1,0 1,-1 0,1-1,-1 0,0 1,0-1,-1 0,0 1,-8 10,-1 0,0-1,-1 0,0-2,-8 6,-78 57,55-43,13-10,13-10,0 1,1 1,1 1,-11 12,26-27,1 0,0 0,0 0,-1 1,1-1,0 0,0 0,-1 1,1-1,0 0,0 1,-1-1,1 0,0 1,0-1,0 0,0 1,0-1,0 0,0 1,0-1,0 1,0-1,0 0,0 1,0-1,0 0,0 1,0-1,0 1,0-1,0 0,0 1,1-1,-1 0,0 1,0-1,0 0,1 1,16 2,27-8,-42 5,87-17,57-8,-119 22,-1 1,0 1,0 2,15 2,-33-2,-1 0,0 1,0 0,0 0,4 2,-9-3,-1-1,1 1,-1 0,1 0,0-1,-1 1,0 0,1 0,-1 0,0 1,1-1,-1 0,0 0,0 1,0-1,0 1,0-1,0 1,-1-1,1 1,0 0,-1-1,1 1,-1 0,0 0,-1 3,-1-2</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52.240"/>
    </inkml:context>
    <inkml:brush xml:id="br0">
      <inkml:brushProperty name="width" value="0.1" units="cm"/>
      <inkml:brushProperty name="height" value="0.1" units="cm"/>
      <inkml:brushProperty name="ignorePressure" value="1"/>
    </inkml:brush>
  </inkml:definitions>
  <inkml:trace contextRef="#ctx0" brushRef="#br0">4 389,'10'-26,"1"1,2 0,0 0,2 2,1 0,0 0,2 2,0 0,1 1,2 1,0 0,1 2,0 1,1 0,1 2,1 1,6-2,-21 10,1 1,0 0,0 0,0 1,0 1,0 0,0 0,5 1,-13 1,1 0,-1 0,1 0,-1 1,0-1,1 1,-1 0,0 0,1 0,-1 0,0 1,0-1,0 1,0 0,0 0,0 0,-1 0,1 0,-1 1,1-1,-1 1,0 0,0 0,0-1,-1 1,1 0,0 1,-1-1,1 2,1 6,0 1,-1 0,0 0,-1 0,0 0,-1 0,0 0,-1 0,-2 12,-6 21,-13 42,21-83,-23 77,-4 0,-3-2,-3-1,-16 20,20-45,-2-2,-2-1,-2-2,-3-2,-1-1,-22 17,61-62,-6 8,-1-1,-1 0,1-1,-10 6,9-9,8-7,12-8,-2 8,0-1,1 2,0-1,-1 1,1 0,0 1,1 1,-1-1,9 1,18 0,1 2,0 2,71 9,-2 5,70 21,-170-36,9 1,-1 1,0 0,-1 1,1 1,-1 0,5 4,-14-6</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53.054"/>
    </inkml:context>
    <inkml:brush xml:id="br0">
      <inkml:brushProperty name="width" value="0.1" units="cm"/>
      <inkml:brushProperty name="height" value="0.1" units="cm"/>
      <inkml:brushProperty name="ignorePressure" value="1"/>
    </inkml:brush>
  </inkml:definitions>
  <inkml:trace contextRef="#ctx0" brushRef="#br0">177 798,'4'1,"1"-1,0 0,-1 0,1 0,-1 0,1-1,-1 0,1 0,-1 0,1-1,-1 1,0-1,1 0,-1 0,1-2,2 0,-1-1,0 0,0-1,0 0,-1 0,0 0,0 0,3-6,4-8,-2 0,0-1,-2 0,0-1,4-20,-2 0,-1 0,-3 0,-1-1,-2-18,-3 31,-1 1,-1-1,-2 0,0 0,-3 1,-6-22,9 42,1-1,-1 1,-1 0,1 0,-1 0,-1 1,0-1,0 1,-5-4,8 10,1-1,-2 0,1 1,0-1,0 1,-1 0,1 0,-1 1,0-1,0 1,0-1,1 1,-1 0,0 1,0-1,0 1,0-1,0 1,0 1,-1-1,1 0,0 1,1 0,-1 0,0 0,-6 3,0 0,1 1,-1 0,1 1,1 0,-1 0,1 0,0 1,1 1,-1-1,1 1,1 1,0-1,0 1,-5 9,-1 5,1 0,0 1,2 0,1 1,-5 24,7-19,1 0,1 0,2 0,1 9,1-27,0 0,1 0,0 0,1 0,1 0,0 0,1 0,0-1,0 0,1 0,1 0,0 0,2-2,0 0,0-1,0 0,1 0,1-1,-1 0,1-1,0 0,3 0,3 4,0 0,13 11,-27-20,1 2,0 0,0 0,1-1,-1 0,1 1,-1-1,1-1,2 2,-5-3,0 0,0 0,0 0,0 0,0 0,0 0,0 0,0-1,0 1,0 0,0-1,0 1,0 0,0-1,0 1,0-1,-1 0,1 1,0-1,0 0,0 1,-1-1,1 0,0 0,-1 0,1 1,-1-1,1 0,-1 0,1 0,-1 0,0 0,1 0,-1 0,0 0,0 0,2-4</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53.789"/>
    </inkml:context>
    <inkml:brush xml:id="br0">
      <inkml:brushProperty name="width" value="0.1" units="cm"/>
      <inkml:brushProperty name="height" value="0.1" units="cm"/>
      <inkml:brushProperty name="ignorePressure" value="1"/>
    </inkml:brush>
  </inkml:definitions>
  <inkml:trace contextRef="#ctx0" brushRef="#br0">81 86,'-5'4,"0"1,0 0,0 0,1 0,0 1,0 0,1 0,-1 0,1 0,0 0,1 1,-2 5,-3 12,2 0,-3 22,3-5,2 0,1 0,3 0,4 40,0-49,0 0,2 0,1-1,2 0,1 0,9 16,-16-39,1 1,0-1,0 1,1-1,0-1,0 1,1-1,0 0,6 4,-9-8,-1 0,1-1,0 0,0 0,0 0,0 0,0-1,1 1,-1-1,0 0,1-1,-1 1,1-1,-1 0,1 0,-1 0,1 0,-1-1,0 0,1 0,-1 0,2-1,3-2,0 0,0-1,-1 0,1 0,-1-1,0 0,-1-1,1 1,-1-2,0 1,-1-1,0 0,4-7,2-5,-1 1,-1-1,-1-1,-1 1,5-18,-7 13,0-1,-2 0,0 0,-2 0,-1 0,-1-1,-1 1,-2 0,0 0,-5-14,4 21,-2 0,0 0,-1 0,0 0,-2 1,0 1,-1-1,-1 1,-1 1,0 0,-1 1,-1 0,0 1,-2 0,9 8,-1 0,0 0,-1 1,1 0,-1 1,0 0,0 0,0 1,-8-2,13 4,0 0,-1 1,1-1,0 1,0 0,-1 0,1 1,0-1,-1 1,1 0,0 0,0 0,0 1,0-1,0 1,0 0,0 0,1 0,-1 1,1-1,-1 1,-2 3,1-1,0 0,1 1,-1 0,1 0,0 1,1-1,0 1,0-1,0 2,-1 4</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54.472"/>
    </inkml:context>
    <inkml:brush xml:id="br0">
      <inkml:brushProperty name="width" value="0.1" units="cm"/>
      <inkml:brushProperty name="height" value="0.1" units="cm"/>
      <inkml:brushProperty name="ignorePressure" value="1"/>
    </inkml:brush>
  </inkml:definitions>
  <inkml:trace contextRef="#ctx0" brushRef="#br0">158 226,'0'-2,"-1"-1,1 0,-1 0,0 0,0 1,0-1,0 1,0-1,0 0,-1 1,1 0,-1-1,0 1,0 0,0 0,0 0,0 0,0 0,0 1,-1-1,1 0,0 1,0 1,0-1,0 0,0 1,0-1,-1 1,1 0,0 0,0-1,0 2,0-1,0 0,0 0,0 1,0-1,0 1,0-1,0 1,0 0,0 0,0 0,0 0,0 0,1 0,-1 0,0 1,1-1,-2 2,-3 4,0 0,0 1,1 0,0 0,1 0,0 0,0 1,0-1,1 1,1 0,-1 4,-3 10,2 1,1-1,0 22,3-15,2-1,0 0,2 0,1-1,1 1,2-1,1 0,1-1,1 0,1-1,2 0,0 0,2-2,15 19,-24-34,0-1,1-1,0 1,0-1,0 0,1-1,0 0,1 0,3 1,-9-5,1-1,-1 1,1-1,-1 1,1-1,0 0,-1-1,1 1,0-1,0 0,-1-1,1 1,0-1,0 1,-1-1,1-1,-1 1,1-1,-1 0,1 0,-1 0,1-1,4-4,0 0,-1 0,0 0,-1-1,0 0,0-1,0 0,-1 0,-1 0,0-1,0 0,-1 1,0-2,2-6,3-15,-1 0,-2 0,0 0,-2-10,-1-2,-1 0,-3 0,-1 0,-3 0,-3-8,4 28,-1 1,-2 0,0 0,-1 0,-2 1,0 0,-1 0,-1 2,-1-1,-5-3,13 17,-1 1,0 0,0 0,0 0,-1 1,0 0,0 0,0 1,-1 0,0 0,1 1,-1 0,-5-1,9 3,-1 0,1 0,0 1,-1-1,1 1,-1 0,1 1,0-1,-1 1,1 0,0 0,0 0,-1 0,1 1,0 0,0 0,0 0,1 0,-1 0,0 1,1 0,0 0,0 0,0 0,0 0,-2 3,-1 4</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57.738"/>
    </inkml:context>
    <inkml:brush xml:id="br0">
      <inkml:brushProperty name="width" value="0.1" units="cm"/>
      <inkml:brushProperty name="height" value="0.1" units="cm"/>
      <inkml:brushProperty name="ignorePressure" value="1"/>
    </inkml:brush>
  </inkml:definitions>
  <inkml:trace contextRef="#ctx0" brushRef="#br0">273 202,'-3'-12,"-1"1,0 0,-1 0,-1 1,1 0,-2 0,1 0,-1 0,-2 0,-6-8,-2 1,0 1,-1 0,-1 1,17 14,0-1,0 1,0-1,0 1,0 0,-1 0,1 0,0 0,0 0,-1 1,1-1,-1 1,1-1,0 1,-1 0,1 0,-2 0,2 0,0 1,0 0,0-1,0 1,0 0,0 0,0 0,0 1,0-1,1 0,-1 1,1-1,-1 1,1-1,-1 1,1 0,0 0,0-1,0 1,-1 1,-5 13,0-1,2 1,-1 0,2 0,0 0,-1 17,-2 27,2 14,5-74,-3 55,3 0,2 0,2-1,3 1,1-1,8 16,-14-61,1-1,0 1,0-1,1 0,0 0,0-1,1 1,5 5,-8-11,0 1,0-1,0 0,1 0,-1 0,1 0,0-1,0 1,-1-1,1 1,0-1,0 0,0 0,0 0,1-1,-1 1,0-1,0 0,0 0,0 0,1 0,-1 0,0-1,0 1,3-2,6-2,0-1,-1-1,0 1,0-2,0 0,-1 0,0-1,0 0,-1-1,0 0,0 0,-1-1,1-1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58.543"/>
    </inkml:context>
    <inkml:brush xml:id="br0">
      <inkml:brushProperty name="width" value="0.1" units="cm"/>
      <inkml:brushProperty name="height" value="0.1" units="cm"/>
      <inkml:brushProperty name="ignorePressure" value="1"/>
    </inkml:brush>
  </inkml:definitions>
  <inkml:trace contextRef="#ctx0" brushRef="#br0">0 244,'12'42,"-2"0,-3 1,-1 0,0 32,-4 2,-4 0,-4 14,4-73,1-24,2-33,7-45,5 0,2 1,5 1,3 0,22-49,-40 118,5-15,14-22,-21 43,1 0,0 1,0 0,1 0,0 0,0 0,0 1,1 0,4-4,-9 9,-1-1,1 0,0 1,0-1,1 0,-1 1,0-1,0 1,0 0,0-1,0 1,0 0,1 0,-1-1,0 1,0 0,0 0,1 0,-1 1,0-1,0 0,0 0,1 1,-1-1,0 1,0-1,0 1,0-1,0 1,0-1,0 1,0 0,0 0,0 0,0-1,-1 1,1 0,0 0,-1 0,1 1,3 4,-1 0,0 1,0-1,0 1,-1 0,1 4,6 32,-1 1,-2 0,-2 1,-2 14,-8 179,-5-97,27-238,5 1,29-82,-43 155,-4 9,2-1,0 0,0 1,1 0,1 0,1 1,3-5,-11 17,1 0,-1 0,1 0,-1 1,1-1,0 0,-1 1,1-1,0 0,-1 1,1-1,0 1,0-1,0 1,0-1,-1 1,1 0,0-1,0 1,0 0,0 0,0 0,0 0,0 0,0 0,0 0,0 0,0 0,1 1,-1 0,0 0,0-1,0 1,1 0,-1 0,0 0,0 0,0 1,-1-1,1 0,0 0,0 0,-1 1,1 0,3 8,0 0,0 1,-1 0,0 4,8 40,-3 2,-2-1,-2 28,-7 172,2-236,0-8</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3:59.208"/>
    </inkml:context>
    <inkml:brush xml:id="br0">
      <inkml:brushProperty name="width" value="0.1" units="cm"/>
      <inkml:brushProperty name="height" value="0.1" units="cm"/>
      <inkml:brushProperty name="ignorePressure" value="1"/>
    </inkml:brush>
  </inkml:definitions>
  <inkml:trace contextRef="#ctx0" brushRef="#br0">1 56,'40'-15,"-19"6,1 1,0 1,0 2,0 0,13-1,-34 6,-1-1,1 1,-1 0,1 0,0 0,-1 0,1 0,-1 0,1 1,0-1,-1 0,1 0,-1 0,1 0,-1 1,1-1,-1 0,1 1,-1-1,1 0,-1 1,1-1,-1 0,1 1,-1-1,0 1,1-1,-1 1,1 0,-1 0,0 0,0 1,0-1,1 0,-1 0,-1 0,1 0,0 1,0-1,0 0,0 0,-1 0,1 1,-21 39,17-34,-18 31,12-22,0 0,1 1,1 0,1 1,0 0,1 0,-2 10,8-27,0 1,0-1,-1 0,1 1,0-1,0 0,1 1,-1-1,0 0,0 1,0-1,1 0,-1 1,1-1,-1 0,1 1,0-1,-1 0,1 0,0 0,0 0,0 0,0 0,0 0,1 0,0 0,-1 0,1 0,0 0,0-1,0 1,0-1,-1 1,1-1,0 0,0 0,0 0,2 0,8-1,1-1,-1 0,0-1,0 0,0-1,0 0,20-5</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00.460"/>
    </inkml:context>
    <inkml:brush xml:id="br0">
      <inkml:brushProperty name="width" value="0.1" units="cm"/>
      <inkml:brushProperty name="height" value="0.1" units="cm"/>
      <inkml:brushProperty name="ignorePressure" value="1"/>
    </inkml:brush>
  </inkml:definitions>
  <inkml:trace contextRef="#ctx0" brushRef="#br0">0 8,'30'9,"0"-2,0-1,1-1,-1-1,1-2,0-1,25-3,-49 1,0 1,-1-1,1 0,0 0,-1-1,1 0,-1 0,0 0,0-1,0 0,0-1,0 1,0-1,3-3,-7 4</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02.273"/>
    </inkml:context>
    <inkml:brush xml:id="br0">
      <inkml:brushProperty name="width" value="0.1" units="cm"/>
      <inkml:brushProperty name="height" value="0.1" units="cm"/>
      <inkml:brushProperty name="ignorePressure" value="1"/>
    </inkml:brush>
  </inkml:definitions>
  <inkml:trace contextRef="#ctx0" brushRef="#br0">0 126,'301'-88,"-263"76,1 2,12 0,-39 8,1 0,-1 1,1 0,0 2,0-1,-1 1,1 1,-1 0,4 2,-15-4,0 0,0 1,0-1,0 0,0 0,0 1,0-1,0 1,0-1,0 1,0-1,0 1,0 0,0-1,0 1,-1 0,1 0,0 0,0 0,-1 0,0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03.845"/>
    </inkml:context>
    <inkml:brush xml:id="br0">
      <inkml:brushProperty name="width" value="0.1" units="cm"/>
      <inkml:brushProperty name="height" value="0.1" units="cm"/>
      <inkml:brushProperty name="ignorePressure" value="1"/>
    </inkml:brush>
  </inkml:definitions>
  <inkml:trace contextRef="#ctx0" brushRef="#br0">80 430,'-6'-4,"1"0,0 0,1-1,-1 1,1-1,0 0,0 0,0-1,1 1,0-1,0 0,0 0,1 0,-1 0,2 0,-1 0,1 0,0-1,0 1,0-1,1 1,0-1,1-4,0-4,1 0,0 0,1 0,1 0,0 1,1-1,0 1,1 0,5-7,-4 10,-1 1,2 0,-1 1,1 0,1 0,-1 0,1 1,1 1,0-1,0 2,0-1,1 1,0 1,0 0,0 1,5-2,-7 4,-1 0,0 0,1 1,-1 0,1 0,-1 1,1 0,-1 1,1 0,-1 0,0 1,1 0,-1 0,0 1,0 0,0 0,-1 1,1 0,-1 0,0 1,0 0,0 0,4 5,-3 0,1 0,-1 0,-1 1,0 0,-1 0,0 1,0 0,-1 0,-1 0,0 1,-1-1,0 1,-1 0,0 7,1 18,-1 0,-3 0,-1 0,-3 16,-2-3,-2 0,-2-1,-3 0,-1 0,-3-2,-9 16,13-34,-2-1,0-1,-2 0,-1-1,-2-1,0-1,-1-1,-2-1,0-1,-14 8,30-24,0 0,-1-1,0 0,0 0,0-1,-1 0,1-1,-5 1,11-3,1-1,0 1,-1-1,1 0,0 0,-1 0,1 0,0 0,-1 0,1-1,0 1,-1-1,1 1,0-1,0 0,0 0,-1 0,1 0,0-1,0 1,1 0,-1-1,0 0,0 1,1-1,-1 0,1 0,-1 0,1 0,0 0,0 0,0 0,0 0,0 0,0-1,1 1,-1 0,1-1,-2-6,0 0,1 0,1 0,0 0,0-1,0 1,1 0,1 0,0 0,0 0,0 1,1-1,1 0,-1 1,1 0,4-6,-3 5,2-1,-1 1,1-1,0 2,1-1,0 1,1 0,-1 1,1 0,1 1,-1-1,1 2,3-2,-2 3,0 0,0 0,1 1,0 1,0 0,-1 0,1 1,0 1,0 0,0 0,0 1,0 1,0 0,0 1,-1 0,0 1,1 0,8 5,-3-1,-1 2,1 0,-2 1,1 0,-1 1,-1 1,-1 0,1 1,-2 1,0 0,4 7,-8-7,-6-12,-1 0,1 0,-1 1,1-1,0-1,0 1,1 0,-1 0,1-1,-1 1,1-1,0 0,2 2,-4-4,0 0,0 0,0 0,1-1,-1 1,-1 0,1-1,0 1,0-1,0 1,0-1,0 1,0-1,0 0,-1 1,1-1,0 0,0 1,-1-1,1 0,-1 0,1 0,0 0,-1 0,1 0,14-30,-12 24,48-113,-5-2,-6-2,2-29,-38 137,-2 11,0-1,0 1,-1-1,0 0,0 1,0-1,-1 0,0 0,0 0,-1-4,1 10,0-1,0 1,0 0,0 0,0 0,0 0,0 0,0-1,0 1,0 0,-1 0,1 0,0 0,0 0,0 0,0-1,0 1,0 0,0 0,0 0,0 0,-1 0,1 0,0 0,0 0,0 0,0 0,0-1,0 1,-1 0,1 0,0 0,0 0,0 0,0 0,0 0,-1 0,1 0,0 0,0 0,0 0,0 0,0 0,-1 0,1 0,0 1,-7 5,-3 13,2 5,0 0,2 0,1 1,1 0,1 0,0 21,2 8,3-1,6 39,-4-60,2 0,3 9,-6-31,0 0,1 0,0 0,0 0,1-1,0 0,1 0,6 8,-10-15,0 0,0 0,0 0,0 0,0 0,0 0,0-1,1 1,-1-1,1 1,-1-1,1 0,0 0,-1-1,1 1,0 0,0-1,-1 1,1-1,0 0,0 0,0 0,0-1,-1 1,1-1,0 1,0-1,-1 0,1 0,0 0,-1 0,1 0,-1-1,2-1,5-3,0-1,0 0,-1 0,-1-1,1 0,-1-1,0 1,2-6,9-14,-2-1,-1-1,-1-1,-2 0,-1 0,-1-1,-2-1,2-9,-3-1,-1 0,-2 0,-3-1,-1-7,-1 26,-1 0,-1 0,-1 0,-5-13,6 29,0 0,0 0,0 0,-1 0,-1 1,1 0,-1 0,-1 0,0 0,0 1,0 0,-1 0,-3-2,7 7,0-1,0 1,0 0,0 0,-1 1,1-1,-1 1,1 0,-1 0,0 0,1 0,-1 0,0 1,1 0,-1 0,0 0,-3 0,2 1,0 1,0-1,0 1,0 0,0 0,0 0,0 1,1 0,-1 0,1 0,-3 2,-5 7,0 0,1 1,0 0,0 1,2 0,0 1,-1 3,-3 7,6-6</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04.397"/>
    </inkml:context>
    <inkml:brush xml:id="br0">
      <inkml:brushProperty name="width" value="0.1" units="cm"/>
      <inkml:brushProperty name="height" value="0.1" units="cm"/>
      <inkml:brushProperty name="ignorePressure" value="1"/>
    </inkml:brush>
  </inkml:definitions>
  <inkml:trace contextRef="#ctx0" brushRef="#br0">54 144,'2'9,"0"-1,-1 1,0 0,0-1,-1 1,0 0,0-1,-1 1,-1 6,0 7,-8 79,-5 80,14-151,1 0,2 0,1 0,7 27,-8-50,0 1,0-1,1 1,0-1,0 0,1 0,0 0,0-1,1 1,-1-1,1 0,4 3,-6-6,1 0,-1-1,1 1,0-1,0 1,0-1,0-1,0 1,1 0,-1-1,0 0,1 0,-1 0,1-1,-1 0,1 0,-1 0,1 0,-1 0,1-1,-1 0,2 0,3-2,0 0,1-1,-1 0,0-1,-1 0,1 0,-1 0,0-1,0-1,-1 1,0-1,0-1,-1 1,0-1,0 0,0 0,-1-1,0-2,6-9,-1-1,-2-1,0 1,-1-1,-1-1,-1 1,0-10,-2 5,-1-1,-2 1,0 0,-2 0,-1 0,-1 0,-1 0,-1 0,-5-10,5 21,0 0,-1-1,0 2,-1-1,-1 1,-1 1,0 0,-1 0,0 1,-1 0,-1 1,0 0,0 1,-1 1,-3-2,9 7,-1 1,1 0,-1 1,0 0,0 0,0 1,0 0,0 0,-8 0,11 2,0 0,-1 0,1 0,0 1,-1 0,1 0,0 1,0 0,0 0,0 0,0 0,0 1,1 0,-5 4,-1 2</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04.892"/>
    </inkml:context>
    <inkml:brush xml:id="br0">
      <inkml:brushProperty name="width" value="0.1" units="cm"/>
      <inkml:brushProperty name="height" value="0.1" units="cm"/>
      <inkml:brushProperty name="ignorePressure" value="1"/>
    </inkml:brush>
  </inkml:definitions>
  <inkml:trace contextRef="#ctx0" brushRef="#br0">118 59,'-12'15,"2"0,0 0,1 1,1 1,0 0,-5 16,1 5,2 1,-4 26,9-36,2-1,0 1,2 0,2 0,0-1,2 1,1 0,6 20,-6-34,1-1,0 0,1 0,0-1,2 1,-1-1,1-1,3 3,-4-7,0 0,0 0,0-1,1 0,0-1,1 0,-1 0,1-1,0 0,1 0,-1-1,5 1,-7-3,0 0,0 0,0-1,0 0,0-1,1 1,-1-1,0 0,0-1,1 0,-1 0,0-1,0 0,0 0,0 0,-1-1,1 0,-1 0,1-1,-1 0,0 0,-1 0,1-1,-1 0,1 0,-2 0,3-3,4-6,-1 0,0 0,0-1,-2-1,0 1,-1-2,0 1,-2 0,0-1,3-16,-4 9,-2 0,0 0,-1-1,-2 1,0 0,-2 0,-1 0,0 0,-2 1,-1 0,0 0,-8-15,6 20,0-1,-1 1,-1 1,0 0,-2 1,1 0,-2 0,0 2,-1 0,-1 0,0 1,0 1,-2 1,1 1,-4-1,-2 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05.655"/>
    </inkml:context>
    <inkml:brush xml:id="br0">
      <inkml:brushProperty name="width" value="0.1" units="cm"/>
      <inkml:brushProperty name="height" value="0.1" units="cm"/>
      <inkml:brushProperty name="ignorePressure" value="1"/>
    </inkml:brush>
  </inkml:definitions>
  <inkml:trace contextRef="#ctx0" brushRef="#br0">0 155,'4'-5,"1"2,-1-1,1 0,-1 1,1 0,0 0,0 1,0-1,1 1,-1 0,0 0,1 1,0-1,-1 1,1 1,0-1,-1 1,1 0,0 0,-1 1,4 0,58 8,0-2,1-3,32-4,523-65,-171 12,-420 50,160-10,-145 11,-1 3,1 2,2 2,-48-4,1-2,0 2,0-1,0 0,0 0,0 1,-1-1,1 0,0 1,0 0,0 0,-1-1,1 1,0 0,-1 0,1 1,-1-1,1 0,-1 0,1 2,-2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07.075"/>
    </inkml:context>
    <inkml:brush xml:id="br0">
      <inkml:brushProperty name="width" value="0.1" units="cm"/>
      <inkml:brushProperty name="height" value="0.1" units="cm"/>
      <inkml:brushProperty name="ignorePressure" value="1"/>
    </inkml:brush>
  </inkml:definitions>
  <inkml:trace contextRef="#ctx0" brushRef="#br0">28 1,'-9'58,"2"1,2 29,4 119,1-2,-3-176,2-12,0 0,1 0,0 2,0-16,1 1,-1-1,1 1,-1-1,1 0,0 1,0-1,1 0,-1 0,1 0,0 1,-1-2,1 1,0 0,1 0,-1-1,1 1,2 1,0-3</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07.642"/>
    </inkml:context>
    <inkml:brush xml:id="br0">
      <inkml:brushProperty name="width" value="0.1" units="cm"/>
      <inkml:brushProperty name="height" value="0.1" units="cm"/>
      <inkml:brushProperty name="ignorePressure" value="1"/>
    </inkml:brush>
  </inkml:definitions>
  <inkml:trace contextRef="#ctx0" brushRef="#br0">5 314,'-3'27,"2"0,0 0,2 0,1-1,1 1,1 0,2-1,0 0,10 22,-14-40,2 0,-1 0,1 0,1 0,-1-1,1 0,0 0,1 0,0 0,0-1,0 0,1 0,1 0,-4-3,0-1,0 0,0 0,0 0,0-1,0 1,1-1,-1 0,0 0,1-1,-1 1,1-1,-1 0,0 0,1-1,-1 1,1-1,-1 0,0 0,1 0,-1-1,0 0,0 1,0-1,0-1,2-1,4-3,-1 0,0-1,0 0,-1 0,0-1,0 0,-1-1,0 0,-1 0,0 0,-1 0,0-1,0 0,-2 0,3-8,0-4,-1 0,0-1,-2 0,-1 1,-1-1,-1 0,-1-8,-2 8,0 0,-2 0,0 0,-2 1,0 0,-3-3,3 11,0 0,-1 0,0 0,-1 1,-1 1,0-1,-1 2,0-1,-4-2,10 12,1-1,-1 0,1 1,-1 0,0 0,0 0,-1 1,1 0,0 0,-1 0,1 1,-1-1,-2 1,4 1,0 0,0 0,1 0,-1 1,0-1,1 1,-1 0,1 0,-1 0,1 0,-1 1,1 0,0-1,-1 1,1 0,0 1,1-1,-1 0,0 1,1 0,-1 0,-5 7,1 0,0 0,1 1,0 0,1 0,0 0,1 1,0 0,0 0,1 3,0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08.174"/>
    </inkml:context>
    <inkml:brush xml:id="br0">
      <inkml:brushProperty name="width" value="0.1" units="cm"/>
      <inkml:brushProperty name="height" value="0.1" units="cm"/>
      <inkml:brushProperty name="ignorePressure" value="1"/>
    </inkml:brush>
  </inkml:definitions>
  <inkml:trace contextRef="#ctx0" brushRef="#br0">27 287,'3'53,"9"39,-10-75,2-1,1 1,0-1,0 0,2 0,0-1,4 6,-9-17,1 1,0-1,0 0,0 0,1 0,-1 0,1-1,0 1,0-1,0 0,0 0,1 0,-1-1,1 1,-1-1,1 0,0-1,0 1,0-1,0 0,0 0,0-1,1 1,-1-1,0 0,0-1,0 1,0-1,0 0,0 0,0 0,0-1,0 0,0 0,-1 0,1-1,-1 1,1-1,0-1,4-4,0 0,-1-1,0 1,-1-1,0-1,0 0,-1 0,0 0,-1 0,0-1,-1 0,0 0,-1-1,3-10,-3 4,0-1,-1 1,-1 0,0 0,-2-1,0 1,-1 0,0-1,-3-5,1 9,-1 0,0 1,-1 0,-1 0,0 0,-1 0,0 1,-1 1,0-1,-1 2,-1-1,0 1,-11-8,12 11,-1 0,1 1,-1 1,-1 0,1 1,-1 0,0 0,0 1,0 1,-1 0,1 1,-1 0,0 1,0 0,1 1,-13 2,2 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08.886"/>
    </inkml:context>
    <inkml:brush xml:id="br0">
      <inkml:brushProperty name="width" value="0.1" units="cm"/>
      <inkml:brushProperty name="height" value="0.1" units="cm"/>
      <inkml:brushProperty name="ignorePressure" value="1"/>
    </inkml:brush>
  </inkml:definitions>
  <inkml:trace contextRef="#ctx0" brushRef="#br0">1 68,'3'-5,"0"0,0 1,1-1,-1 1,1 0,0 0,1 0,-1 0,1 1,0 0,-1 0,1 0,1 0,-1 1,0 0,1 0,-1 0,1 1,-1 0,5-1,-2 1,0 1,0-1,0 2,1-1,-1 1,0 0,0 0,0 1,0 0,0 1,-1 0,1 0,-1 1,2 1,-7-5,0 1,0 0,-1 0,1 0,-1 0,1 0,-1 0,1 0,-1 1,0-1,0 0,1 1,-1-1,0 1,0-1,0 1,-1 0,1 0,0-1,-1 1,1 0,-1 0,1-1,-1 1,0 0,0 0,0 0,0 0,0 0,0-1,-1 1,1 1,-2 1,0 0,0-1,0 1,0-1,-1 1,1-1,-1 0,0 0,0 0,0 0,-1-1,1 1,0-1,-2 1,-63 33,49-27,1 0,0 2,1 0,0 0,-2 3,18-13,0 0,0 0,1 0,-1 0,0 0,0 0,0 0,1 0,-1 0,0 0,1 0,-1 0,1 0,-1 1,1-1,0 0,-1 1,1-1,1 0,-1-1,0 1,0 0,0 0,0-1,1 1,-1 0,0 0,1-1,-1 1,1 0,-1-1,1 1,-1-1,1 1,-1-1,1 1,0-1,0 1,4 2,1 0,-1 0,1-1,-1 0,1 0,3 1,-3-2,22 7,-1-2,2-1,-1-2,4 0,114-1,-108-2,-30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09.920"/>
    </inkml:context>
    <inkml:brush xml:id="br0">
      <inkml:brushProperty name="width" value="0.1" units="cm"/>
      <inkml:brushProperty name="height" value="0.1" units="cm"/>
      <inkml:brushProperty name="ignorePressure" value="1"/>
    </inkml:brush>
  </inkml:definitions>
  <inkml:trace contextRef="#ctx0" brushRef="#br0">0 217,'15'59,"-2"1,-3 0,1 44,5 38,-17-170,0 0,2 0,4-24,18-110,-9 91,10-24,-17 74,0-1,1 1,2 0,0 1,1 0,6-7,-16 25,1 0,-1 0,1 0,0 0,0 0,0 0,0 0,0 1,0-1,0 1,0 0,0-1,1 1,-1 0,0 1,-1 0,0 0,0 0,0 0,0 0,1 0,-1 0,0 1,0-1,0 0,0 1,0-1,0 1,0-1,0 1,0-1,0 1,0 0,0 0,0-1,0 1,0 0,-1 0,1 0,0 0,-1 0,1 0,0 0,-1 0,1 0,-1 1,6 10,-1 0,0 0,-1 1,-1-1,0 1,2 13,0 25,-1 8,-3-41,0-9,4 127,-5-110,-1 1,-2-1,-5 27,19-109,-5 23,1 1,2-1,1 2,1-1,15-28,-25 58,1-1,-1 1,1 0,-1 0,1 0,-1 0,1 0,0 0,0 0,0 0,0 1,0-1,1 1,-1-1,0 1,1 0,0 0,-1 0,0 1,-1 0,1 0,0 1,0-1,-1 0,1 0,0 1,-1-1,1 1,-1 0,1-1,-1 1,1 0,-1 0,1 0,-1 0,0 0,1 0,-1 0,0 1,0-1,0 0,0 1,0-1,0 1,0-1,8 13,-1 0,-1 1,0 0,-1 0,0 0,-2 1,0 0,0 1,4 28,-2 0,-1 12,-2-15</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10.528"/>
    </inkml:context>
    <inkml:brush xml:id="br0">
      <inkml:brushProperty name="width" value="0.1" units="cm"/>
      <inkml:brushProperty name="height" value="0.1" units="cm"/>
      <inkml:brushProperty name="ignorePressure" value="1"/>
    </inkml:brush>
  </inkml:definitions>
  <inkml:trace contextRef="#ctx0" brushRef="#br0">1 79,'6'-10,"0"1,1 0,1 1,-1 0,1 0,3-2,-8 8,-1 0,1 0,-1 1,1-1,0 1,0 0,-1-1,1 1,0 0,0 1,3-1,-4 1,-1 0,1 0,-1 0,1 0,-1 0,1 0,-1 1,1-1,-1 1,1-1,-1 1,1 0,-1 0,0-1,1 1,-1 0,0 0,0 0,1 0,-1 1,0-1,0 0,0 1,1 2,0 0,1 0,-2 0,1 1,0-1,-1 1,0-1,0 1,-1 0,1-1,-1 1,0-1,0 1,0 0,-1-1,1 1,-2 4,-3 12,-1-1,-1 0,-3 6,9-23,-29 65,19-45,1-1,1 1,1 0,-3 16,10-37,0-1,1 1,0-1,-1 1,1 0,0-1,0 1,0 0,0-1,0 1,0-1,0 1,1 0,-1-1,1 1,-1-1,1 1,-1-1,1 1,0-1,0 1,0-1,0 0,0 0,0 1,0-1,0 0,0 0,0 0,1 0,-1 0,1 0,-1 0,0-1,1 1,-1 0,1-1,0 0,-1 1,1-1,-1 0,1 1,0-1,-1 0,1 0,1-1,10 1,0-1,0-1,0 0,0-1,8-3,-6 2,-5 1,42-9,7 1,-42 8,0 1,0 1,0 1,0 1,11 1,-20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13.822"/>
    </inkml:context>
    <inkml:brush xml:id="br0">
      <inkml:brushProperty name="width" value="0.1" units="cm"/>
      <inkml:brushProperty name="height" value="0.1" units="cm"/>
      <inkml:brushProperty name="ignorePressure" value="1"/>
    </inkml:brush>
  </inkml:definitions>
  <inkml:trace contextRef="#ctx0" brushRef="#br0">0 216,'91'-8,"0"-3,62-19,-97 17,-1-4,-1-1,-1-3,44-24,-65 24,-31 21,0-1,1 0,-1 0,0 1,-1-1,1 0,0 0,0 0,0 0,0 0,-1 0,1 0,0 0,-1 0,1 0,-1-1,1 1,-1 0,0 0,0 0,1-1,-1 1,0 0,0 0,0-1,0 1,0 0,-2-2</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14.292"/>
    </inkml:context>
    <inkml:brush xml:id="br0">
      <inkml:brushProperty name="width" value="0.1" units="cm"/>
      <inkml:brushProperty name="height" value="0.1" units="cm"/>
      <inkml:brushProperty name="ignorePressure" value="1"/>
    </inkml:brush>
  </inkml:definitions>
  <inkml:trace contextRef="#ctx0" brushRef="#br0">0 151,'10'4,"0"0,0-1,0-1,1 0,-1 0,0-1,1 0,-1-1,1 0,-1-1,1 0,29-4,0-2,10-4,-8 2,388-92,-425 99,6 0,0-1,-1-1,1 0,-1-1,1 0,1-1,-8 3</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27.138"/>
    </inkml:context>
    <inkml:brush xml:id="br0">
      <inkml:brushProperty name="width" value="0.1" units="cm"/>
      <inkml:brushProperty name="height" value="0.1" units="cm"/>
      <inkml:brushProperty name="ignorePressure" value="1"/>
    </inkml:brush>
  </inkml:definitions>
  <inkml:trace contextRef="#ctx0" brushRef="#br0">328 137,'56'-4,"-59"4,-1 1,0-1,0 0,0 0,0 0,0 0,0-1,0 1,0-1,0 0,0 0,0-1,0 1,-8-7,0-1,1 0,-1-1,-5-7,6 6,-1 0,0 1,-1 1,1 0,-5-2,14 9,-1 1,0-1,0 0,0 1,0 0,0 0,0 0,0 1,0-1,0 1,0 0,0 0,0 0,-1 1,1-1,0 1,0 0,0 0,0 0,1 1,-3 1,0 0,0 1,0 0,0 1,1 0,-1 0,1 0,1 0,-1 1,1-1,0 1,0 1,1-1,-1 0,1 1,1 0,-1-1,1 1,0 2,-3 14,0 0,1 0,2 0,0 1,2 0,1 16,1 0,2-1,2 1,2-1,2 0,8 22,1-9,2-1,2-1,2-1,17 22,-31-52,1-1,1-1,1 0,0-1,12 10,-21-22,0 0,0 0,0-1,1 1,-1-1,1-1,0 1,0-1,0 0,0 0,-2-1,1-1,-1 1,0-1,0 0,0 0,0-1,1 1,-1-1,0 0,0 0,0 0,0 0,0-1,-1 1,1-1,0-1,6-3,-1-1,0 0,0 0,-1-1,0 0,-1-1,1 0,-2 0,1 0,-1-1,-1 0,2-3,6-16,-1 0,-1 0,6-30,-8 19,-2 0,-1 0,-2-1,-2 1,-1-1,-4-24,0 36,-1 0,-1 1,-1-1,-2 1,0 0,-2 1,-2 0,0 1,-10-14,17 31,-1 0,0 1,-1 0,0 0,0 0,-1 1,0 1,0-1,0 1,-1 0,-1 1,7 3,-1 0,1 0,-1 1,0 0,1 0,-1 0,0 0,0 0,0 1,0-1,0 1,0 0,0 1,0-1,1 1,-1-1,0 1,0 0,0 1,1-1,-1 1,1-1,-1 1,1 0,-1 0,1 1,0-1,0 1,0 0,-1 1,-5 7</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27.676"/>
    </inkml:context>
    <inkml:brush xml:id="br0">
      <inkml:brushProperty name="width" value="0.1" units="cm"/>
      <inkml:brushProperty name="height" value="0.1" units="cm"/>
      <inkml:brushProperty name="ignorePressure" value="1"/>
    </inkml:brush>
  </inkml:definitions>
  <inkml:trace contextRef="#ctx0" brushRef="#br0">18 111,'2'-1,"1"0,-1-1,0 1,0-1,0 1,0-1,0 0,0 1,0-1,-1 0,1 0,-1 0,1-1,-1 1,0 0,0 0,0-1,0 1,0-1,-1 1,1-1,0 0,-1 0,1 0,0-1,-1 1,1 0,-1-1,0 1,0-1,0 1,-1 0,1-1,-1 1,0 0,0-1,0 1,0 0,-1-1,1 3,1 1,0-1,-1 1,1-1,-1 1,1-1,-1 1,1 0,-1-1,1 1,-1 0,1-1,-1 1,1 0,-1 0,1 0,-1-1,0 1,1 0,-1 0,1 0,-1 0,0 0,1 0,-1 0,1 0,-1 0,0 0,1 1,-1-1,1 0,-1 0,1 0,-1 1,1-1,-1 0,1 1,-1-1,1 0,-1 1,1-1,-1 1,1-1,0 1,-1-1,1 1,0-1,-1 1,1-1,0 1,-17 28,17-29,-5 10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28.490"/>
    </inkml:context>
    <inkml:brush xml:id="br0">
      <inkml:brushProperty name="width" value="0.1" units="cm"/>
      <inkml:brushProperty name="height" value="0.1" units="cm"/>
      <inkml:brushProperty name="ignorePressure" value="1"/>
    </inkml:brush>
  </inkml:definitions>
  <inkml:trace contextRef="#ctx0" brushRef="#br0">141 399,'-4'-6,"0"0,1-1,0 1,0-1,1 1,-1-1,2 0,-1 0,1 0,0 0,0 0,1 0,0 0,0 0,0-1,1 1,1 0,-1 0,1 0,0 1,0-1,1 0,3-5,4-6,0 0,1 1,1 0,0 1,1 1,1 0,0 1,1 0,1 1,0 1,1 0,0 2,1-1,15-5,-27 14,-1 0,0 0,1 0,0 1,-1 0,1 0,0 1,0 0,-1 0,1 0,0 0,0 1,-1 0,1 0,0 1,-1-1,2 2,-2-1,-1 1,1 0,0 0,-1 0,0 1,0-1,0 1,0 0,-1 0,1 0,-1 1,0-1,0 1,-1 0,1 0,-1 0,0 0,0 1,2 9,0 1,-1-1,-1 0,-1 1,0-1,0 1,-2 0,0-1,-1 1,0-1,-1 1,-1-1,-9 29,-1-1,-2-1,-13 23,6-19,-2-1,-1-2,-3 0,-3 0,-32 36,-42 38,79-90,4-5,2 1,0 1,2 0,1 2,0 1,17-25,0-1,0 1,0-1,0 1,1 0,-1-1,1 1,-1 0,1 0,-1-1,1 1,0 0,0 0,0-1,0 1,0 0,1 0,-1 1,1-2,-1 0,1 0,0 0,-1 0,1 0,0 0,0 0,0-1,0 1,0 0,0 0,0-1,0 1,0-1,0 1,0-1,0 1,0-1,1 0,0 1,7 0,1 0,-1 0,1-1,0 0,-1-1,2-1,-3 2,55-6,328-24,-283 21,-101 8</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29.505"/>
    </inkml:context>
    <inkml:brush xml:id="br0">
      <inkml:brushProperty name="width" value="0.1" units="cm"/>
      <inkml:brushProperty name="height" value="0.1" units="cm"/>
      <inkml:brushProperty name="ignorePressure" value="1"/>
    </inkml:brush>
  </inkml:definitions>
  <inkml:trace contextRef="#ctx0" brushRef="#br0">1 454,'6'-49,"4"1,1 0,2 1,2 1,19-38,-33 81,31-64,-28 61,-1 0,1 0,1 1,-1 0,1 0,-1 0,2 0,-1 1,3-3,-6 6,-1 1,1-1,-1 0,1 0,-1 1,1-1,0 0,-1 1,1 0,-1-1,1 1,0 0,0 0,-1 0,1 0,0 0,-1 0,1 1,0-1,-1 0,1 1,0 0,-1-1,1 1,-1 0,1 0,-1-1,0 1,1 0,-1 1,0-1,1 0,-1 0,0 0,0 1,0-1,0 2,5 5,-2 0,1 0,-1 1,0 0,-1 0,1 2,9 36,-3 1,-1 0,-3 1,-1-1,-3 1,-2 0,-4 25,9-101,1-1,2 1,0 1,2-1,1 1,0 1,2 0,1 1,2 0,12-14,-25 33,1 1,0 0,1 0,-1 0,1 1,-1-1,1 1,0 0,0 1,0-1,2 1,-5 1,0 0,0 1,0 0,1-1,-1 1,0 0,0 0,0 0,1 1,-1-1,0 0,0 1,0 0,0-1,0 1,0 0,0 0,0 0,0 0,0 0,0 1,-1-1,1 0,0 1,-1 0,1-1,-1 1,0 0,1-1,-1 2,5 6,-1 0,-1 1,0-1,0 1,-1 0,0 0,0 0,-1 1,-1-1,1 1,-2-1,0 2,0 28,-2 1,-4 19,4-48,-8 61,8-65</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30.158"/>
    </inkml:context>
    <inkml:brush xml:id="br0">
      <inkml:brushProperty name="width" value="0.1" units="cm"/>
      <inkml:brushProperty name="height" value="0.1" units="cm"/>
      <inkml:brushProperty name="ignorePressure" value="1"/>
    </inkml:brush>
  </inkml:definitions>
  <inkml:trace contextRef="#ctx0" brushRef="#br0">0 99,'4'-7,"-1"1,1 0,0 0,0 0,0 0,1 1,0 0,0 0,0 0,1 0,0 1,0 0,0 0,0 1,0 0,1 0,0 0,-1 1,1 0,0 0,0 0,0 1,2 0,0 0,0 0,0 0,-1 1,1 1,0-1,0 1,0 1,-1 0,1 0,-1 0,1 1,-1 0,0 1,0 0,0 0,-1 1,1 0,4 4,-9-6,0 0,-1 0,1 0,-1 0,1 0,-1 1,0-1,0 1,-1-1,1 1,-1 0,0 0,0 0,0-1,0 1,0 0,-1 3,0 0,-1 0,1-1,-1 1,-1-1,1 0,-1 1,0-1,-1 0,0 0,-1 2,-8 12,0-1,-2-1,0 0,-1 0,-13 10,-9 5,27-26,1 1,-1 1,2-1,-1 2,0 0,9-10,0 0,0 0,0 0,0 1,0-1,0 0,0 0,-1 0,1 0,0 0,0 1,0-1,0 0,0 0,0 0,0 0,0 0,0 1,0-1,0 0,0 0,0 0,0 0,0 1,0-1,0 0,0 0,0 0,0 0,0 1,0-1,0 0,0 0,0 0,1 0,-1 0,0 1,0-1,0 0,0 0,0 0,0 0,1 0,-1 0,0 0,10 2,13-6,45-15,20-11,-17 5,6 2,-53 17,0 1,1 1,-1 2,1 0,7 1,-21 2</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53.607"/>
    </inkml:context>
    <inkml:brush xml:id="br0">
      <inkml:brushProperty name="width" value="0.1" units="cm"/>
      <inkml:brushProperty name="height" value="0.1" units="cm"/>
      <inkml:brushProperty name="ignorePressure" value="1"/>
    </inkml:brush>
  </inkml:definitions>
  <inkml:trace contextRef="#ctx0" brushRef="#br0">0 168,'2'-4,"0"0,0-1,-1 1,0-1,1 1,-2-1,1 1,0-1,-1 0,0-2,-3-51,2 46,-2-18,1 15,7 40,43 308,-8-52,23 47,-60-315,0 3,1 0,1-1,0 1,7 12,-8-22,-1-5</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54.739"/>
    </inkml:context>
    <inkml:brush xml:id="br0">
      <inkml:brushProperty name="width" value="0.1" units="cm"/>
      <inkml:brushProperty name="height" value="0.1" units="cm"/>
      <inkml:brushProperty name="ignorePressure" value="1"/>
    </inkml:brush>
  </inkml:definitions>
  <inkml:trace contextRef="#ctx0" brushRef="#br0">1 218,'19'-4,"0"-1,0 0,0-2,0 0,-1-1,0-1,13-9,8-2,33-18,-31 15,2 2,0 1,33-8,-74 27,0 0,0 1,0-1,0 1,0-1,0 1,0 0,0 0,0 0,0 0,0 0,0 1,0-1,0 0,0 1,0 0,0-1,0 1,0 0,0 0,0 1,0 0,0 0,0 0,0 0,-1 1,1-1,-1 0,0 1,1-1,-1 1,0 0,-1-1,1 1,0 0,-1 0,10 49,-3-1,0 28,0 1,-4-47,20 153,-16-148,1 0,2-1,12 27,-20-58,1 0,0 0,0 0,1 0,2 3,-6-8,1 0,-1 0,1-1,-1 1,1 0,-1-1,1 1,0-1,-1 1,1 0,0-1,-1 1,1-1,0 0,0 1,-1-1,1 0,0 1,0-1,0 0,0 0,0 0,-1 0,1 1,0-1,0-1,0 1,0 0,0 0,0 0,-1 0,1-1,0 1,0 0,0-1,-1 1,1 0,0-1,0 1,-1-1,1 1,0-1,-1 0,1 1,-1-1,1 0,3-4,-1 0,1 0,-1 0,0-1,-1 1,1-1,-1 0,0 0,0-2,11-60,-9 43,31-275,-20 149,-11 121,-4 30,0 0,0 0,0 0,0 0,0 0,0 0,0 0,0 0,0 0,1 0,-1 0,0 1,0-1,0 0,0 0,0 0,0 0,0 0,0 0,0 0,0 0,0 0,0 0,1 0,-1 0,0 0,0 0,0 0,0 0,0 0,0 0,0 0,0 0,0 0,0 0,1 0,-1 0,0 0,0 0,0 0,0 0,0 0,0 0,0 0,0-1,0 1,0 0,0 0,0 0,1 0,-1 0,0 0,0 0,0 0,0 0,0 0,0 0,5 15,4 22,-9-35,42 210,-29-162,2 1,2-2,5 7,-17-45,0-1,1 1,0-1,6 7,-11-15,0 0,1-1,-1 1,1-1,-1 1,1-1,0 1,0-1,0 0,-1 0,1 0,0 0,1 0,-2-1,0 0,1 0,-1 0,0 0,0 0,0 0,1 0,-1-1,0 1,0 0,0 0,0-1,0 1,0-1,0 1,0-1,0 0,0 1,0-1,0 0,0 0,0 0,0 1,0-1,-1 0,6-6,-1 0,-1-1,1 1,-1-1,-1 0,1 0,-1 0,-1 0,1-5,6-24,0-23,-5 39,-2 6,10-54,-4 0,-2 0,-4-51,-2 117,0-1,-1 1,1-1,-1 1,0-1,0 1,-1 0,1 0,0-1,0 4,1 0,0 0,0-1,0 1,0 0,0 0,-1 0,1-1,0 1,0 0,0 0,-1 0,1-1,0 1,0 0,0 0,-1 0,1 0,0 0,0 0,-1 0,1-1,0 1,-1 0,1 0,0 0,0 0,-1 0,1 0,0 0,0 0,-1 0,1 1,0-1,-1 0,0 1,0 0,0 0,0 0,1 0,-1 0,0 0,0 0,1 0,-1 0,0 1,1-1,0 0,-1 1,-4 17,4-18,1-1,0 1,0 0,-1-1,1 1,0 0,0-1,0 1,0 0,0 0,0-1,0 1,0 0,0-1,0 1,0 0,1 0,-1-1,0 1,0 0,1-1,-1 1,22 6,-19-6,-1 0,1 0,-1 0,1 0,0-1,-1 1,1-1,0 1,0-1,-1 0,1 0,2-1,-5 1,1-1,-1 1,1 0,-1-1,0 1,0-1,1 1,-1-1,0 1,1 0,-1-1,0 1,0-1,0 1,0-1,0 0,0 1,1-1,-1 1,0-1,0 1,0-1,-1 1,1-1,0 1,0-1,0 1,0-1,0 1,-1-1,1 1,0-1,-8-21,6 19,-4-14,3 12</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55.212"/>
    </inkml:context>
    <inkml:brush xml:id="br0">
      <inkml:brushProperty name="width" value="0.1" units="cm"/>
      <inkml:brushProperty name="height" value="0.1" units="cm"/>
      <inkml:brushProperty name="ignorePressure" value="1"/>
    </inkml:brush>
  </inkml:definitions>
  <inkml:trace contextRef="#ctx0" brushRef="#br0">1 0,'0'0,"0"0,2 10,3 12,2 15,2 15,2 13,0 9,0 4,0-1,-2-6,-2-12,-1-14,-3-16,-1-13,-2-9</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55.590"/>
    </inkml:context>
    <inkml:brush xml:id="br0">
      <inkml:brushProperty name="width" value="0.1" units="cm"/>
      <inkml:brushProperty name="height" value="0.1" units="cm"/>
      <inkml:brushProperty name="ignorePressure" value="1"/>
    </inkml:brush>
  </inkml:definitions>
  <inkml:trace contextRef="#ctx0" brushRef="#br0">163 0,'-15'15,"1"1,1 1,1 0,0 0,2 1,0 1,-2 4,-1 9,0 0,2 1,-6 33,13-49,1 1,1-1,1 0,0 1,1-1,1 1,1-1,2 10,-3-21,0-1,0 1,1-1,0 1,0-1,0 1,1-1,0 0,0 0,0-1,0 1,1 0,0-1,0 0,0 0,0 0,1-1,0 1,-1-1,1 0,0 0,1-1,-1 0,0 1,1-2,-1 1,3 0,-1-1,0-1,0 0,0 0,0 0,0-1,0 0,-1 0,1-1,0 0,-1 0,1-1,-1 1,1-1,-1-1,0 1,0-1,2-2,4-4,1 0,-1-1,-1 0,0-1,-1 0,0 0,1-4,-2 1</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55.971"/>
    </inkml:context>
    <inkml:brush xml:id="br0">
      <inkml:brushProperty name="width" value="0.1" units="cm"/>
      <inkml:brushProperty name="height" value="0.1" units="cm"/>
      <inkml:brushProperty name="ignorePressure" value="1"/>
    </inkml:brush>
  </inkml:definitions>
  <inkml:trace contextRef="#ctx0" brushRef="#br0">110 403,'7'-3,"0"1,0-1,0-1,0 1,0-1,-1 0,0 0,0-1,0 0,8-8,1-1,9-13,-13 14,0-1,-2-1,1 0,-2 0,0 0,0-1,-2 0,1-5,-5 14,0 0,0-1,-1 0,0 1,-1-1,0 0,0 1,0-1,-1-2,0 5,-1 0,1 0,-1 1,1-1,-1 0,-1 1,1-1,-1 1,1-1,-1 1,-1 0,1 0,0 1,-3-3,3 3,0 1,-1-1,1 1,0 0,-1 0,1 0,-1 0,0 1,0-1,0 1,0 0,1 0,-2 1,1-1,0 1,0 0,0 0,0 0,0 0,0 1,0-1,0 1,0 0,0 1,1-1,-1 1,0-1,0 1,1 0,0 0,-2 1,-5 4,1 1,-1 0,1 0,1 1,0 0,0 0,0 1,1 0,1 0,0 1,-5 10,1 1,1 1,1-1,1 1,2 0,0 1,1-1,0 18,2-25,2-1,0 1,1 0,0 0,1-1,1 1,1-1,0 1,1-1,0-1,2 1,-1-1,7 9,-8-16,0 0,0 0,1 0,0-1,0 0,1 0,0-1,0 0,0 0,0 0,1-1,0 0,0-1,0 1,0-2,7 3,0-4</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48.522"/>
    </inkml:context>
    <inkml:brush xml:id="br0">
      <inkml:brushProperty name="width" value="0.1" units="cm"/>
      <inkml:brushProperty name="height" value="0.1" units="cm"/>
      <inkml:brushProperty name="ignorePressure" value="1"/>
    </inkml:brush>
  </inkml:definitions>
  <inkml:trace contextRef="#ctx0" brushRef="#br0">7 33,'-3'-29,"1"26,1 19,11 432,-5-336,5 47,-1-18,-7 78,-2-211,0-1,-1-1,1 1,-1-1,0 1,-2 3,0-5,1-7</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48.993"/>
    </inkml:context>
    <inkml:brush xml:id="br0">
      <inkml:brushProperty name="width" value="0.1" units="cm"/>
      <inkml:brushProperty name="height" value="0.1" units="cm"/>
      <inkml:brushProperty name="ignorePressure" value="1"/>
    </inkml:brush>
  </inkml:definitions>
  <inkml:trace contextRef="#ctx0" brushRef="#br0">0 5,'49'5,"1"-2,-1-2,0-3,3-1,32-1,-52 2,-19 0,0 1,1 1,-1 0,0 1,0 1,1 0,-1 0,4 2,-16-3,1 0,0 0,-1 0,1 0,-1 0,1 0,-1 0,0 1,1-1,-1 0,0 1,0-1,0 1,0 0,0-1,0 1,0 0,-1-1,1 1,-1 0,1 0,-1-1,1 1,-1 1,0 6,1-1,-1 1,-1 0,-1 7,1-5,-3 24,0 4,0 26,4-54,1 0,0 0,0 0,1 0,1 0,-1 0,2 0,0 0,-3-8,0-1,0 1,0-1,0 1,1-1,-1 0,1 1,0-1,-1 0,1 0,0-1,0 1,0 0,0 0,1-1,-1 0,0 1,1-1,-1 0,1 0,-1 0,1 0,0-1,-1 1,1-1,0 1,-1-1,2-1,-1 1,0-1,1 1,-1-1,0 0,0 0,0-1,0 1,0-1,0 1,0-1,-1 0,1 0,-1 0,1-1,-1 1,0-1,1 1,-1-1,-1 0,3-2,0-1,-1-1,0 1,0-1,0 0,-1 0,1 0,-2 0,1 0,-1 0,0 0,-1-1,0 1,0 0,0-1,-1 1,0 0,0 0,-1 0,0 0,0 0,-1 0,-1-3,-1 2,1 0,-1 0,-1 0,0 0,0 1,0 0,-1 0,0 1,0 0,0 0,-1 0,0 1,0 0,-1 1,1 0,-1 0,-1 1,-5-2,-1 0,0 1,0 1,0 1,-1 1,1 0,0 1,-9 1,11 1</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50.008"/>
    </inkml:context>
    <inkml:brush xml:id="br0">
      <inkml:brushProperty name="width" value="0.1" units="cm"/>
      <inkml:brushProperty name="height" value="0.1" units="cm"/>
      <inkml:brushProperty name="ignorePressure" value="1"/>
    </inkml:brush>
  </inkml:definitions>
  <inkml:trace contextRef="#ctx0" brushRef="#br0">211 144,'-2'-12,"-1"0,0 0,-1 0,-1 0,1 1,-3-2,5 8,0 1,0 0,-1 0,1 1,-1-1,0 0,0 1,0 0,0-1,-1 1,1 1,-1-1,0 0,0 1,0 0,0 0,-4-1,6 2,-1 1,1 0,-1 0,1 0,-1 0,1 0,-1 1,1-1,-1 1,1 0,0 0,-1 0,1 0,0 0,0 0,-1 0,1 1,0-1,0 1,1-1,-1 1,0 0,0 0,1 0,-1 0,1 0,-1 1,-4 7,1-1,0 1,0 0,1 0,-3 10,-1 12,1 0,1 1,1 0,3 0,0 1,3 18,1-9,2 1,3-1,1 0,10 32,-14-62,0 0,1 0,1 0,0 0,1-1,0 0,2 1,-7-9,1-1,-1 0,1 0,0 0,0 0,1 0,-1 0,1-1,-1 0,1 1,0-1,0-1,-1 1,1-1,1 1,-1-1,0 0,0 0,0-1,1 1,-1-1,0 0,0 0,3-1,2-1,-1 0,1-1,-1 0,0 0,0-1,0 0,-1 0,1-1,-1 0,0 0,0-1,-1 0,0 0,0 0,0-1,4-6,2-5,0-1,-1 0,-1 0,-1-1,0 0,0-6,-1 5,-2-1,0-1,-1 1,-2 0,0-1,-1 0,-2 0,0 0,-2-4,-6-2,8 28,0 1,0 0,0-1,-1 1,1-1,0 1,0-1,0 1,0 0,-1-1,1 1,0 0,0-1,-1 1,1 0,0-1,-1 1,1 0,0-1,-1 1,1 0,-1 0,1 0,0-1,-1 1,1 0,-1 0,1 0,-1 0,1 0,0 0,-1 0,1 0,-1 0,1 0,-1 0,1 0,-1 0,1 0,0 0,-1 0,1 1,-1-1,1 0,0 0,-1 0,1 1,-1-1,1 0,0 0,-1 1,1-1,0 0,0 1,-1-1,1 1,0-1,0 0,-1 1,1-1,0 1,-3 5,0 0,0 0,0 0,1 1,0-1,0 1,1 0,-1 0,2-1,-1 1,1 2,-1 17,2 0,1 10,0-19,1 1,0-1,1 0,1 0,0 0,1-1,8 13,-11-22,1-1,0-1,0 1,0 0,1-1,-1 0,1 0,1-1,4 4,-7-5,1-1,0 0,0 0,1 0,-1-1,0 1,1-1,-1 0,0 0,1-1,-1 1,1-1,-1 0,1 0,3-1,-3 0,0 0,0 0,1 0,-1-1,-1 0,1 0,0 0,0-1,-1 1,0-1,1 0,-1-1,0 1,0-1,-1 0,1 1,-1-2,0 1,0 0,0-1,-1 1,1-1,-1 0,0 0,-1 0,1 0,-1 0,1-1,0-5,0 0,-1 0,0 0,-1 0,0 0,0-1,-2 1,1 0,-1 0,-1 0,0 1,-4-11,2 10,0 1,0 0,-1 0,-1 1,1-1,-2 1,1 1,-1 0,0 0,-1 0,0 1,0 0,-1 1,0-1,3 4,1 0,-1 0,1 0,-1 1,0 0,0 0,0 1,0 0,0 0,0 0,0 1,0 0,0 1,0 0,0 0,0 0,0 1,0 0,0 0,0 1,1-1,-6 5,6-4,1 0,-1 1,1 0,0 0,-5 5,2 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50.544"/>
    </inkml:context>
    <inkml:brush xml:id="br0">
      <inkml:brushProperty name="width" value="0.1" units="cm"/>
      <inkml:brushProperty name="height" value="0.1" units="cm"/>
      <inkml:brushProperty name="ignorePressure" value="1"/>
    </inkml:brush>
  </inkml:definitions>
  <inkml:trace contextRef="#ctx0" brushRef="#br0">0 201,'9'21,"0"1,-2 0,0 0,-2 1,2 16,4 16,-3-19,-3-12,0-1,2 0,1 0,6 14,-13-36,-1 0,0 0,1 0,-1 0,1 0,-1-1,1 1,-1 0,1 0,0-1,-1 1,1 0,0-1,-1 1,1-1,0 1,0-1,0 1,0 0,0-2,-1 1,0 0,1 0,-1 0,1-1,-1 1,0 0,1 0,-1-1,0 1,1 0,-1 0,0-1,1 1,-1-1,0 1,1 0,-1-1,0 1,0-1,0 1,0 0,1-1,-1 1,0-1,0 0,6-39,-6 39,11-103,9-33,-11 90,3 1,1 0,2 1,4-2,-19 46,3-7,1-1,1 1,-1 0,5-4,-9 11,1-1,0 1,-1 0,1 0,0 0,0 0,0 1,0-1,0 0,-1 0,2 0,-1 1,0-1,0 0,0 1,0-1,0 1,0 0,1-1,-1 1,0 0,0 0,0-1,1 1,-1 0,0 0,0 1,1-1,-1 0,0 0,0 0,1 1,-1-1,0 1,0-1,0 1,1 0,2 3,0 1,0-1,0 1,-1 0,0 1,0-1,0 0,0 1,-1-1,0 1,0 0,0 4,-2-9,33 120,14 114,-27-132,-6-29,-11-56</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50.942"/>
    </inkml:context>
    <inkml:brush xml:id="br0">
      <inkml:brushProperty name="width" value="0.1" units="cm"/>
      <inkml:brushProperty name="height" value="0.1" units="cm"/>
      <inkml:brushProperty name="ignorePressure" value="1"/>
    </inkml:brush>
  </inkml:definitions>
  <inkml:trace contextRef="#ctx0" brushRef="#br0">1 197,'31'80,"-4"0,-3 2,2 24,5 21,-29-119,-1-4,0 1,1-1,-1 1,1-1,0 1,2 1,-4-5,0-1,0 0,0 0,0 0,0 0,0 0,0 0,0 0,1 0,-1 1,0-1,0 0,0 0,0 0,0 0,0 0,1 0,-1 0,0 0,0 0,0 0,0 0,0 0,1 0,-1 0,0 0,0 0,0 0,0 0,0 0,1 0,-1 0,0 0,0 0,0 0,0 0,0 0,0-1,1 1,-1 0,0 0,0 0,0 0,0 0,0 0,0 0,0-1,0 1,0 0,0 0,1 0,-1 0,0 0,0 0,0-1,0 1,0 0,0 0,0 0,0 0,0 0,0-1,0 1,3-12,53-376,-3 92,-50 281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51.675"/>
    </inkml:context>
    <inkml:brush xml:id="br0">
      <inkml:brushProperty name="width" value="0.1" units="cm"/>
      <inkml:brushProperty name="height" value="0.1" units="cm"/>
      <inkml:brushProperty name="ignorePressure" value="1"/>
    </inkml:brush>
  </inkml:definitions>
  <inkml:trace contextRef="#ctx0" brushRef="#br0">135 429,'10'-24,"-1"-1,-2 0,0 0,-2-1,0 0,-2 0,-1 0,-1-1,-1 1,-2 0,-3-21,3 38,0-1,-1 1,0-1,-1 1,0 0,-4-7,6 14,1 0,-1 0,1-1,-1 1,0 0,0 0,0 1,0-1,0 0,-1 1,1-1,-1 1,2 0,-1 1,1-1,-1 1,1-1,-1 1,1 0,-1 0,0 0,1 0,-1 0,1 0,-1 0,1 1,-1-1,1 0,-1 1,1 0,-1-1,1 1,0 0,-1-1,1 1,-3 2,-1 1,1-1,1 1,-1 0,0 0,1 0,0 0,0 0,0 1,0 0,1-1,0 1,-1 4,-4 11,0 1,-1 15,7-34,-6 35,1-1,1 1,2 1,2 11,1-32,1 1,1-1,0 0,1 1,1-1,1 0,0-1,1 1,1-1,3 4,-7-14,2 1,-1-1,0 0,1 0,0-1,1 0,-1 0,1 0,0 0,0-1,0 0,1 0,0-1,4 2,-8-3,1-1,0 0,0 0,0 0,0-1,0 1,0-1,0 0,0 0,0-1,0 1,0-1,0 0,0 0,-1 0,1 0,0-1,0 1,-1-1,1 0,-1 0,0 0,1-1,-1 1,0-1,0 0,1-2,4-5,-1 0,0 0,-1 0,0-1,-1 0,0 0,-1 0,0-1,-1 0,0 0,-1 0,0 0,2-23,-1 0,-2 0,-2-20,-6-14,6 54,4 48,44 384,-45-406,0-10,1-21,7-69,4 1,4 0,4 2,3 0,34-74,-54 149</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52.035"/>
    </inkml:context>
    <inkml:brush xml:id="br0">
      <inkml:brushProperty name="width" value="0.1" units="cm"/>
      <inkml:brushProperty name="height" value="0.1" units="cm"/>
      <inkml:brushProperty name="ignorePressure" value="1"/>
    </inkml:brush>
  </inkml:definitions>
  <inkml:trace contextRef="#ctx0" brushRef="#br0">1 1,'0'0,"0"12,0 25,0 31,2 30,2 21,4 12,1-1,2-13,0-16,-2-26,-3-25,-2-22,-2-15</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52.374"/>
    </inkml:context>
    <inkml:brush xml:id="br0">
      <inkml:brushProperty name="width" value="0.1" units="cm"/>
      <inkml:brushProperty name="height" value="0.1" units="cm"/>
      <inkml:brushProperty name="ignorePressure" value="1"/>
    </inkml:brush>
  </inkml:definitions>
  <inkml:trace contextRef="#ctx0" brushRef="#br0">0 177,'0'0,"6"-2,15-2,16-4,18-6,13-4,11-4,2-2,-3-3,-15 4,-19 6,-16 6,-13 4</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40.271"/>
    </inkml:context>
    <inkml:brush xml:id="br0">
      <inkml:brushProperty name="width" value="0.1" units="cm"/>
      <inkml:brushProperty name="height" value="0.1" units="cm"/>
      <inkml:brushProperty name="ignorePressure" value="1"/>
    </inkml:brush>
  </inkml:definitions>
  <inkml:trace contextRef="#ctx0" brushRef="#br0">1 0,'9'21,"-1"0,-1 0,-1 0,0 1,-2 0,-1 0,0 2,3 13,16 111,-6 0,-7 0,-8 112,-2-251,-5 65,5-66,-1 0,1 0,-2 0,1-1,-1 1,0-1,-4 6,7-12,0 0,0-1,-1 1,1-1,-1 1,1 0,-1-1,1 1,-1-1,1 1,-1-1,1 0,-1 1,1-1,-1 1,0-1,1 0,-1 0,0 1,1-1,-1 0,0 0,0 0,1 0,-1 0,0 0,1 0,-1 0,0 0,0 0,1 0,-1 0,0 0,1-1,-1 1,0 0,1 0,-1-1,0 1,-1-2,-1 0,1 1,0-1,0 0,0 0,0 0,1 0,-1-1,0-1,-2-2</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41.527"/>
    </inkml:context>
    <inkml:brush xml:id="br0">
      <inkml:brushProperty name="width" value="0.1" units="cm"/>
      <inkml:brushProperty name="height" value="0.1" units="cm"/>
      <inkml:brushProperty name="ignorePressure" value="1"/>
    </inkml:brush>
  </inkml:definitions>
  <inkml:trace contextRef="#ctx0" brushRef="#br0">0 587,'11'-11,"1"0,0 1,1 0,0 0,0 2,1 0,14-7,1 0,80-47,156-93,-208 118,-1-3,-3-2,22-24,-62 55,-1-2,0 0,-1 0,-1-1,5-9,-19 34,0 0,0 0,1 0,0 0,1 0,-1 8,-7 84,9-91,-12 316,18 107,1-128,-5-366,2 1,3 0,3 0,2 1,2 0,3 1,3 1,1 0,17-27,-33 74,6-11,0 1,5-6,-12 19,0 1,0 0,0 1,1-1,-1 0,1 1,0 0,0 0,0 0,1 0,-1 1,1-1,-3 3,-1-1,1 1,0 0,0-1,-1 1,1 0,0 0,-1 0,1 0,0 1,-1-1,1 0,0 1,-1-1,1 1,0-1,-1 1,1 0,-1 0,1 0,-1 0,0 0,1 0,-1 0,0 0,0 0,0 1,0-1,0 0,0 1,0-1,0 1,0-1,-1 1,1-1,-1 1,6 10,-2-1,0 1,0 0,1 8,-4-12,16 69,-6-23,10 26,-15-64,-1 0,2-1,0 1,1-1,0-1,2 0,-1 0,-6-9,1-1,-1 0,1-1,0 1,0-1,0 1,0-1,0 0,1-1,-1 1,1-1,0 0,0 0,2 0,-5-1,1-1,0 1,0-1,-1 0,1 0,0-1,0 1,-1 0,1-1,0 0,-1 1,1-1,-1 0,1-1,-1 1,1 0,-1-1,0 1,0-1,1 0,-1 1,-1-1,1 0,0 0,0-1,-1 1,1 0,-1-1,7-9,-1-1,0 0,-1-1,-1 1,0-1,-1 0,2-12,4-27,-1-27,-5 45,0-8,-3 24,1 1,0 0,1 0,5-12,-8 30,0 0,0-1,0 1,0 0,0 0,0 0,0 0,0 0,0 0,0 0,0 0,0-1,0 1,0 0,0 0,0 0,0 0,0 0,0 0,0 0,0 0,0 0,0 0,1 0,-1-1,0 1,0 0,0 0,0 0,0 0,0 0,0 0,0 0,0 0,0 0,1 0,-1 0,0 0,0 0,0 0,0 0,0 0,0 0,0 0,0 0,0 0,1 0,-1 0,0 0,0 0,0 0,0 0,0 0,0 0,0 0,0 0,0 0,0 0,1 1,-1-1,0 0,0 0,0 0,0 0,0 0,0 0,0 0,0 0,0 0,4 12,3 16,1 27,30 174,-28-183,2 0,3-1,17 39,-32-83,0-1,1 1,-1 0,0 0,1 0,-1 0,0 0,1-1,-1 1,1 0,0 0,-1-1,1 1,-1 0,1-1,0 1,0-1,-1 1,1-1,0 1,0-1,-1 0,1-1,-1 1,1-1,-1 1,0-1,1 1,-1-1,0 1,1-1,-1 1,0-1,0 0,1 1,-1-1,0 1,0-1,0 0,0 1,0-1,0 0,0 1,0-42,-4-16,3 48</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42.105"/>
    </inkml:context>
    <inkml:brush xml:id="br0">
      <inkml:brushProperty name="width" value="0.1" units="cm"/>
      <inkml:brushProperty name="height" value="0.1" units="cm"/>
      <inkml:brushProperty name="ignorePressure" value="1"/>
    </inkml:brush>
  </inkml:definitions>
  <inkml:trace contextRef="#ctx0" brushRef="#br0">0 94,'22'216,"-10"-79,-3-64,10 121,-19-176,0-18,0 0,0 0,0 0,0 0,0 0,0 0,0 0,0 0,0 0,0 0,0-1,-1 1,1 0,0 0,0 0,0 0,0 0,0 0,0 0,0 0,0 0,0 0,0 0,0 0,0 0,0 0,0 0,0 0,-1 0,1 0,0 0,0 0,0 0,0 0,0 0,0 0,0 0,0 0,0 0,0 0,0 0,0 0,0 0,0 0,-1 0,1 0,0 0,0 0,0 0,0 0,0 0,0 1,0-1,0 0,0 0,-8-32,2-8,2-1,2 1,2-1,1 1,2-1,2 1,2 0,1 0,2 1,2 0,2 1,1 1,2 0,9-14,-26 51,7-14,2 1,-1 1,1-1,8-6,-14 16,-1 0,1 1,0 0,0-1,0 1,0 0,1 1,-1-1,0 1,2-1,-4 1,1 1,0 0,0-1,0 1,0 0,0 0,0 0,0 0,0 0,-1 1,1-1,0 1,0-1,0 1,0 0,-1-1,1 1,0 0,1 1,2 2,-1 0,1 0,-1 0,0 0,0 1,0 0,-1 0,0 0,1 0,-2 1,2 0,5 16,-1 0,1 7,-6-21,17 65,-2 0,-4 2,-3 0,-1 41,-9-93</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42.854"/>
    </inkml:context>
    <inkml:brush xml:id="br0">
      <inkml:brushProperty name="width" value="0.1" units="cm"/>
      <inkml:brushProperty name="height" value="0.1" units="cm"/>
      <inkml:brushProperty name="ignorePressure" value="1"/>
    </inkml:brush>
  </inkml:definitions>
  <inkml:trace contextRef="#ctx0" brushRef="#br0">27 0,'31'452,"-29"-317,-5-1,-11 44,14-178,-2 18,0 0,-2 0,-4 16,8-33,0-1,-1 1,1 0,0 0,0-1,-1 1,1 0,0-1,-1 1,1 0,-1-1,1 1,-1-1,1 1,-1-1,1 1,-1-1,0 1,1-1,-1 0,1 0,0 0,-1 0,1 0,0-1,-1 1,1 0,0 0,0 0,-1 0,1-1,0 1,0 0,-1 0,1 0,0-1,0 1,0 0,-1 0,1-1,0 1,0 0,0-1,0 1,0 0,0 0,-1-1,-6-28,4-1,2 0,1 0,1 0,1 0,2 0,1 1,1-1,6-13,-5 20,1 1,1-1,1 2,1-1,0 1,2 1,1 0,0 1,1 0,16-14,-20 24,0-1,0 1,12-6,-21 13,1 0,0 1,0-1,0 1,0 0,0-1,0 1,0 1,0-1,0 0,0 1,0-1,1 1,-1 0,0 0,0 1,0-1,0 1,4 0,-6 0,0 0,1 0,-1 0,0 0,0 0,0 0,0 0,0 0,0 1,0-1,0 0,0 1,-1-1,1 0,0 1,-1-1,1 1,-1 0,0-1,1 1,-1-1,0 1,0-1,0 1,0 0,0-1,-1 1,1-1,0 1,-1 0,-1 7,0-1,0 1,-1-1,-4 9,-9 12,0 0,-2-2,-2 1,-7 6,1 0,2 0,-9 18,27-41,0 2,0-1,1 0,1 1,0 0,1 0,0 0,1 1,0 8,1-16,1-1,0 0,1 0,-1 0,1 0,0 0,0 0,0 0,1 0,0 0,0-1,0 1,0 0,1-1,0 0,0 0,0 0,1 1,1 0,0-1,1 0,-1 0,1 0,0-1,-1 0,1 0,1-1,-1 1,0-1,1-1,5 2,2-1,0-1,0 0,0 0,0-2,0 0,0 0,0-1,0-1,-1-1,1 0,-1 0,12-7,11-11,-28 15</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43.197"/>
    </inkml:context>
    <inkml:brush xml:id="br0">
      <inkml:brushProperty name="width" value="0.1" units="cm"/>
      <inkml:brushProperty name="height" value="0.1" units="cm"/>
      <inkml:brushProperty name="ignorePressure" value="1"/>
    </inkml:brush>
  </inkml:definitions>
  <inkml:trace contextRef="#ctx0" brushRef="#br0">1 0,'0'0,"0"0,0 0,6 3,7 0,4 0,3 1,2-2,-3-1,-4-1,-6 0,-3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44.339"/>
    </inkml:context>
    <inkml:brush xml:id="br0">
      <inkml:brushProperty name="width" value="0.1" units="cm"/>
      <inkml:brushProperty name="height" value="0.1" units="cm"/>
      <inkml:brushProperty name="ignorePressure" value="1"/>
    </inkml:brush>
  </inkml:definitions>
  <inkml:trace contextRef="#ctx0" brushRef="#br0">3 62,'-1'1,"1"0,-1 1,1-1,0 0,0 1,0-1,-1 0,1 1,1-1,-1 0,0 1,0-1,0 0,1 1,-1 0,1-2,-1 1,0-1,0 0,1 1,-1-1,1 1,-1-1,0 0,1 1,-1-1,1 0,-1 1,1-1,-1 0,1 1,-1-1,1 0,-1 0,1 0,-1 0,1 0,-1 1,1-1,-1 0,1 0,1-1,0 1,-1 0,1-1,0 1,0-1,-1 1,1-1,0 0,-1 0,1 0,-1 0,1 0,-1 0,0 0,1 0,-1-1,0 1,0-1,0 1,1-2,0 0,0 0,-1 0,0-1,1 1,-1-1,-1 1,1-1,0 1,-1-1,0 0,1 2,-1 1,0 0,0 0,0 0,0 0,0 0,-1-1,1 1,0 0,0 0,-1 0,1 0,-1 0,1 0,-1 0,1 0,-1 0,0 0,0 0,1 0,-1 0,0 0,0 1,0-1,0 0,0 1,0-1,0 0,0 1,0-1,0 1,0 0,-1-1,-1 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44.757"/>
    </inkml:context>
    <inkml:brush xml:id="br0">
      <inkml:brushProperty name="width" value="0.1" units="cm"/>
      <inkml:brushProperty name="height" value="0.1" units="cm"/>
      <inkml:brushProperty name="ignorePressure" value="1"/>
    </inkml:brush>
  </inkml:definitions>
  <inkml:trace contextRef="#ctx0" brushRef="#br0">1 63,'0'0,"0"0,4 3,5 0,5-2,4-3,3-6,-1-4,-5-3,-6 1,-10 3,-8 3,-7 9,-1 2,2 2,4 0,4-1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46.306"/>
    </inkml:context>
    <inkml:brush xml:id="br0">
      <inkml:brushProperty name="width" value="0.1" units="cm"/>
      <inkml:brushProperty name="height" value="0.1" units="cm"/>
      <inkml:brushProperty name="ignorePressure" value="1"/>
    </inkml:brush>
  </inkml:definitions>
  <inkml:trace contextRef="#ctx0" brushRef="#br0">0 255,'9'19,"-2"-1,0 2,-1-1,-1 1,-1 0,0 0,-1 17,1-11,25 229,-7 115,-22-346,-1-22,0-6,-5-39,-56-804,53 711,8 102,1 34,-1-1,1 1,0-1,0 1,0 0,0-1,0 1,0-1,0 1,0 0,0-1,0 1,0-1,0 1,0 0,1-1,-1 1,0 0,0-1,0 1,1 0,-1-1,0 1,0 0,1-1,-1 1,0 0,1-1,5 10,7 24,-13-33,54 162,58 149,0-61,-85-196,3-2,1-1,23 25,-53-75,27 32,-25-30,-1-1,0 0,0 0,1-1,-1 1,1 0,0-1,-1 0,1 1,0-1,2 1,-4-2,-1 0,1 0,0 0,-1 0,1 0,0 0,0 0,-1 0,1 0,0 0,-1 0,1-1,0 1,-1 0,1 0,0-1,-1 1,1 0,0-1,-1 1,1-1,-1 1,1-1,-1 1,1-1,-1 1,1-1,-1 1,0-1,1 0,-1 1,0-1,1 0,4-27,-5-4,-1 1,-2-1,-1 0,-5-19,1 6,-14-82,-28-191,33 181,5-43,12 129,1 43</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46.856"/>
    </inkml:context>
    <inkml:brush xml:id="br0">
      <inkml:brushProperty name="width" value="0.1" units="cm"/>
      <inkml:brushProperty name="height" value="0.1" units="cm"/>
      <inkml:brushProperty name="ignorePressure" value="1"/>
    </inkml:brush>
  </inkml:definitions>
  <inkml:trace contextRef="#ctx0" brushRef="#br0">27 486,'4'0,"-1"0,0 0,1 0,-1-1,0 1,1-1,-1 0,0 0,0 0,0 0,0-1,1 1,-2-1,1 1,0-1,0 0,1-2,8-6,0-1,-1 0,0-1,-10 11,10-12,0 0,-2-1,0 0,0-1,-1 0,-1 0,-1 0,0-1,-1 0,0 0,-1-2,-2 7,0-1,0 1,-1-1,-1 0,0 0,0 1,-1-1,-1 0,0 1,0-1,-1 1,-1 0,0 0,0 0,-1 0,-1-1,3 9,1-1,0 1,-1 0,0-1,1 1,-1 1,-1-1,1 0,0 1,-1-1,1 1,-1 0,1 0,-1 1,0-1,0 1,1 0,0 1,1-1,-1 1,0 0,0 0,0 0,0 0,0 0,1 1,-1-1,0 1,0 0,1 0,-1 0,0 0,1 0,-1 1,1-1,-1 1,1-1,0 1,0 0,-1 1,-4 5,0 0,1 0,1 0,-1 1,1-1,1 2,-1-1,2 0,-1 1,1-1,-1 9,-2 13,1 0,2 0,0 8,2-8,1 1,2 0,0-1,3 1,0-1,2 0,2-1,2 5,-5-19,1-1,0 0,1 0,1-1,0 0,1 0,7 6,-9-11,0-1,1 0,0-1,0 0,1 0,-1-1,2-1,-1 1,0-2,1 1,4 0,-7-3,-1 0,1-1,0 1,-1-1,1-1,0 0,0 0,-1 0,1-1,0 0,-1-1,1 0,-1 0,1 0,-1-1,0 0,0 0,0-1,3-3,-5 3</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47.306"/>
    </inkml:context>
    <inkml:brush xml:id="br0">
      <inkml:brushProperty name="width" value="0.1" units="cm"/>
      <inkml:brushProperty name="height" value="0.1" units="cm"/>
      <inkml:brushProperty name="ignorePressure" value="1"/>
    </inkml:brush>
  </inkml:definitions>
  <inkml:trace contextRef="#ctx0" brushRef="#br0">61 497,'8'-10,"1"1,-1-2,-1 1,0-1,0 0,-1 0,0-1,-1 0,5-14,-1 0,-1-1,-1-4,-2 8,-1-1,-1 0,-1 0,-1-8,-1 19,-1-1,-1 1,1 0,-2-1,0 1,-1 0,0 1,-3-6,7 16,-2-1,1 1,0-1,-1 1,1 0,-1-1,1 1,-1 0,0 0,0 0,0 1,0-1,0 0,-1 1,1-1,0 1,-1 0,1 0,-1 0,-1-1,2 2,0 0,-1 0,1 0,0 0,0 0,-1 1,1-1,0 1,0-1,-1 1,1 0,0 0,0 0,0 0,0 0,0 1,1-1,-1 0,0 1,0 0,1-1,-1 1,1 0,-1 1,-5 6,1 0,1 0,0 1,0 0,1 0,0 0,0 1,1-1,1 1,-1 7,-1 10,1 0,2 0,1 17,2-12,1-1,1 1,2-1,4 13,-6-29,1-1,1 0,0 0,1 0,0-1,2 0,-1 0,2-1,8 11,-14-20,1 0,-1 0,1 0,0-1,0 1,0-1,0 0,1-1,-1 1,1-1,0 0,0-1,-1 1,1-1,0 0,0-1,0 1,0-1,6-1,-1 0,0-1,0 0,0-1,0 0,-1-1,1 0,-1 0,0-1,-1-1,4-1,-2-1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47.805"/>
    </inkml:context>
    <inkml:brush xml:id="br0">
      <inkml:brushProperty name="width" value="0.1" units="cm"/>
      <inkml:brushProperty name="height" value="0.1" units="cm"/>
      <inkml:brushProperty name="ignorePressure" value="1"/>
    </inkml:brush>
  </inkml:definitions>
  <inkml:trace contextRef="#ctx0" brushRef="#br0">184 672,'-2'-6,"-1"-1,0 1,-1 0,1 1,-1-1,0 1,-1-1,1 1,-1 1,-3-4,6 7,0-1,1 1,-1 0,0 0,0 0,0 0,1 1,-1-1,0 0,0 1,0-1,-1 1,1 0,0-1,0 1,0 0,0 1,0-1,0 0,0 0,0 1,0-1,0 1,0 0,0 0,0-1,0 1,1 0,-1 1,0-1,1 0,-1 0,0 1,1-1,0 1,-1 0,-5 6,0 1,1 0,0 0,1 1,0 0,0 0,1 0,0 0,1 1,0-1,0 4,-1 9,0 1,2-1,0 1,2 17,0-29,1 0,1 0,0 1,0-1,1 0,2 2,-4-11,0 0,0-1,0 1,0 0,0-1,1 1,-1-1,1 1,0-1,0 0,0 1,0-1,0 0,0-1,1 1,-1 0,1 0,-1-1,1 0,-1 1,1-1,0 0,0 0,0-1,-1 1,1-1,0 1,1-1,1 0,0-1,1 0,-1 0,0 0,0 0,0-1,0 0,0 0,-1-1,1 1,0-1,-1 0,0 0,4-4,4-3,-1-1,-1 0,0-1,6-9,3-8,-1-2,-1 0,-2-1,-1 0,-1-1,-2-1,-2 0,1-8,3-23,-4 0,-2-1,-2-63,-4 95,-2 0,-1 0,-2 1,-1-1,-1 1,-5-10,10 40,0-1,0 1,0 0,-1 0,1 0,-1 0,0 0,0 0,0 1,0-1,0 1,-3-3,5 5,-1 0,1-1,-1 1,1 0,-1 0,1-1,-1 1,1 0,-1 0,0 0,1 0,-1 0,1 0,-1 0,0 0,1 0,-1 0,1 0,-1 0,1 0,-1 1,0-1,1 0,-1 0,1 1,-1-1,-1 1,1 1,-1-1,1 1,-1 0,1-1,0 1,-1 0,1 0,0 0,0 0,0 1,-7 15,2 0,0 1,1-1,1 1,-1 9,-6 101,9-104,-4 80,6 1,5 25,-1-81,2 0,3 0,1-1,3-1,15 38,-17-60,0-1,2 0,4 5,-11-22,-1 1,1-1,0 0,1-1,0 0,0 0,1 0,0-1,0 0,3 2,4-3</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57.907"/>
    </inkml:context>
    <inkml:brush xml:id="br0">
      <inkml:brushProperty name="width" value="0.1" units="cm"/>
      <inkml:brushProperty name="height" value="0.1" units="cm"/>
      <inkml:brushProperty name="ignorePressure" value="1"/>
    </inkml:brush>
  </inkml:definitions>
  <inkml:trace contextRef="#ctx0" brushRef="#br0">1 185,'0'9,"0"-1,1 0,0 0,0 0,1 0,0 0,1 0,2 6,7 13,14 22,-3-4,19 50,2 22,18 42,-62-157,1-1,-1 0,1 0,-1 0,1 0,-1 0,1 1,0-1,-1 0,1-1,0 1,0 0,0 0,1 1,-2-3,0 1,1 0,-1 0,0 0,0 0,1 0,-1 0,0-1,1 1,-1 0,0 0,0 0,1-1,-1 1,0 0,0 0,0-1,0 1,1 0,-1 0,0-1,0 1,0 0,0-1,0 1,0 0,0 0,0-1,0 1,1 0,-1-1,-1 1,1 0,3-42,-3 38,1-42,8-210,-4 185,4 1,11-42,-16 93,1-1,1 1,1 0,3-4,-8 19,0 0,0 0,0 0,0 0,1 1,-1-1,1 0,0 1,1 0,-1 0,0 0,1 0,0 0,-1 1,1 0,0-1,0 1,1 1,-1-1,0 1,2-1,-2 2,0 0,0 0,0 1,0-1,0 1,0 0,0 0,0 0,-1 0,1 1,0 0,0-1,-1 1,1 1,-1-1,0 0,0 1,0 0,0 0,0 0,0 0,-1 0,2 3,7 9,-2 0,0 0,-1 1,0 0,-1 0,7 22,-2 0,-1 0,4 37,11 120,-19-135,-2-31,-5-29,0 0,0 0,0 0,0 0,0 0,0 0,0 0,0 1,0-1,0 0,0 0,0 0,0 0,0 0,0 0,0 0,0 1,0-1,0 0,0 0,0 0,0 0,0 0,0 0,1 0,-1 0,0 0,0 1,0-1,0 0,0 0,0 0,0 0,0 0,1 0,-1 0,0 0,0 0,0 0,0 0,0 0,0 0,1 0,-1 0,0 0,0 0,0 0,0 0,0 0,0 0,0 0,1 0,-1 0,0 0,0-1,0 1,0 0,0 0,0 0,0 0,0 0,0 0,1 0,-1 0,6-12,5-18,-11 29,61-171,-46 136,1 0,2 2,16-23,-31 52,0 0,1 0,0 0,0 0,1 1,-1 0,1 0,0 0,0 0,2 0,-5 3,0 0,0 0,0 1,0-1,0 1,0-1,0 1,0 0,0 0,0 0,0 0,0 0,0 0,0 1,0-1,-1 1,1-1,0 1,0 0,0-1,0 1,-1 0,1 0,0 1,-1-1,1 0,-1 0,1 1,-1-1,0 1,1-1,-1 1,0 0,7 9,-1 0,0 0,0 1,-1 0,-1 0,0 1,1 7,8 29,1 19,-10-44,64 396,-66-399</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58.425"/>
    </inkml:context>
    <inkml:brush xml:id="br0">
      <inkml:brushProperty name="width" value="0.1" units="cm"/>
      <inkml:brushProperty name="height" value="0.1" units="cm"/>
      <inkml:brushProperty name="ignorePressure" value="1"/>
    </inkml:brush>
  </inkml:definitions>
  <inkml:trace contextRef="#ctx0" brushRef="#br0">1 72,'10'3,"1"0,1-1,-1-1,0 0,0 0,1-1,6-1,22-3,20-5,-23 3,93-17,-47 8,1 3,53 0,-131 12,16 2,-21-2</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58.815"/>
    </inkml:context>
    <inkml:brush xml:id="br0">
      <inkml:brushProperty name="width" value="0.1" units="cm"/>
      <inkml:brushProperty name="height" value="0.1" units="cm"/>
      <inkml:brushProperty name="ignorePressure" value="1"/>
    </inkml:brush>
  </inkml:definitions>
  <inkml:trace contextRef="#ctx0" brushRef="#br0">0 1,'76'56,"-47"-37,-2 1,8 9,-17-11,0 0,-1 1,-2 0,0 1,-1 1,4 8,-11-15,0 0,0 1,-2 0,1 0,-2 0,0 0,-1 1,-1 0,0 0,-1 8,-1-16,0 0,-1 0,0 0,-1 0,0-1,0 1,0 0,-1-1,0 1,-1-1,1 0,-1 0,-1 0,1-1,-1 0,0 1,-1-2,0 1,0-1,0 0,0 0,-6 3,-1-2</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4:59.472"/>
    </inkml:context>
    <inkml:brush xml:id="br0">
      <inkml:brushProperty name="width" value="0.1" units="cm"/>
      <inkml:brushProperty name="height" value="0.1" units="cm"/>
      <inkml:brushProperty name="ignorePressure" value="1"/>
    </inkml:brush>
  </inkml:definitions>
  <inkml:trace contextRef="#ctx0" brushRef="#br0">1 108,'11'-11,"0"0,1 1,0 1,1 0,0 1,1 0,-1 1,1 0,1 1,-1 1,1 0,0 1,0 1,9-1,-21 4,0 0,0-1,-1 1,1 1,0-1,0 0,-1 1,1-1,0 1,-1 0,1 0,0 0,-1 0,0 0,1 0,-1 1,0 0,1-1,-1 1,0 0,0 0,1 2,-1-1,0 0,-1 0,0 0,1 0,-1 0,0 1,0-1,-1 0,1 1,-1-1,0 1,0-1,0 1,0-1,0 0,-1 1,0-1,0 1,-3 12,0-1,-1 1,-1-1,-1 0,0-1,-3 2,-16 27,-12 12,-12 17,49-70,0-1,-1 1,1 0,0 0,0 0,1 0,-1 0,0 0,1 0,-1 1,1-1,-1 0,1 0,0 2,1-3,-1 0,1 0,-1 0,1-1,-1 1,1 0,-1 0,1-1,0 1,0-1,-1 1,1 0,0-1,0 1,0-1,-1 0,1 1,0-1,0 0,0 1,0-1,0 0,0 0,0 0,0 0,0 0,0 0,0 0,-1 0,1 0,0 0,0-1,1 1,17-2,0-1,-1-1,1-1,-1 0,11-6,89-40,-98 42,-9 3</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01.127"/>
    </inkml:context>
    <inkml:brush xml:id="br0">
      <inkml:brushProperty name="width" value="0.1" units="cm"/>
      <inkml:brushProperty name="height" value="0.1" units="cm"/>
      <inkml:brushProperty name="ignorePressure" value="1"/>
    </inkml:brush>
  </inkml:definitions>
  <inkml:trace contextRef="#ctx0" brushRef="#br0">0 392,'9'27,"1"-2,2 1,0-1,2-1,0 0,2-1,4 4,-13-17,1 0,0-1,1 0,0 0,1-1,0 0,0 0,0-1,-6-5,0 0,-1 0,1 0,0-1,0 1,0-1,0 0,0 0,0-1,0 1,0-1,0 0,0 0,1 0,-1 0,0-1,0 0,0 1,0-2,0 1,0 0,0-1,-1 0,1 0,0 0,0 0,4-5,0 1,-1-2,1 1,-2-1,1 1,-1-2,0 1,0-1,-1 0,-1 0,1-1,2-9,3-11,-1-1,-1 0,1-18,0-7,0-46,-8 77,-1-1,-1 1,-1-1,-2 1,-1-5,-5 3,2 22,8 5,-1 0,1 0,-1 1,1-1,-1 0,1 1,0-1,-1 1,1-1,0 1,-1-1,1 1,0-1,-1 1,1-1,0 1,0-1,-1 1,1-1,0 1,0-1,0 1,-3 14,1-1,1 1,0 0,1-1,1 1,0 0,1-1,1 1,0 13,17 157,23 73,-52-312,2-1,3 1,2-1,2 0,3 1,2-1,3 1,2 0,7-18,-14 60,14-42,-15 51,-1 0,0 0,1 0,-1 0,1 1,0-1,0 1,0-1,0 1,1-1,-1 1,1 0,-1 0,4-1,-5 2,0 1,1-1,-1 1,1 0,-1 0,0 0,1 0,-1 0,1 0,-1 0,1 0,-1 0,0 1,1-1,-1 1,0-1,1 1,-1-1,0 1,0 0,1 0,-1-1,0 1,0 0,0 0,0 0,0 0,0 0,0 1,0-1,4 7,1-1,-1 1,-1 0,2 2,-6-9,14 28,-1 1,-2 1,-1 0,5 26,18 132,-16-79,-13-98,-1-15,3-19,9-60,23-105,-25 135,2 0,12-24,-24 67,1 0,0 1,1 0,0-1,0 2,1-1,1 0,-6 6,0 1,0 0,0 0,0 0,0-1,1 1,-1 1,0-1,1 0,-1 0,1 0,-1 1,1-1,0 1,-1-1,1 1,-1 0,1-1,0 1,-1 0,1 0,0 0,-1 0,1 1,-1-1,1 0,0 1,-1-1,1 1,-1-1,1 1,-1 0,1 0,-1 0,0 0,1 0,-1 0,0 0,0 0,1 0,-1 0,0 2,6 6,0 0,-1 1,0-1,0 1,-1 1,-1-1,0 1,0 0,-1 0,0 1,7 33,2 39,-11-82,6 62,-3 0,-3 37,-2-81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01.738"/>
    </inkml:context>
    <inkml:brush xml:id="br0">
      <inkml:brushProperty name="width" value="0.1" units="cm"/>
      <inkml:brushProperty name="height" value="0.1" units="cm"/>
      <inkml:brushProperty name="ignorePressure" value="1"/>
    </inkml:brush>
  </inkml:definitions>
  <inkml:trace contextRef="#ctx0" brushRef="#br0">336 174,'0'-7,"0"0,-1 0,1 0,-1 0,-1 0,1 1,-1-1,-1 0,1 1,-1-1,0 1,0 0,-1 0,0 0,0 0,0 1,-1-1,0 1,0 0,0 1,-1-1,1 1,-1 0,0 0,0 1,0 0,-1 0,1 0,-1 1,1 0,0-1,-1 1,1 1,0-1,0 1,-1 0,1 1,-1-1,1 1,-1 1,1-1,0 1,-1 0,1 0,0 1,0 0,-1 0,1 1,1-1,-1 1,0 1,1-1,0 1,-1 0,1 0,1 0,-1 1,1-1,0 1,0 0,-2 4,0 3,0 0,1 0,0 1,1 0,0 0,1 0,1 1,0-1,1 1,0-1,1 11,1-6,0 1,2-1,0 1,1-1,0 0,2-1,0 1,4 5,-6-14,1-1,0 0,0 0,1-1,0 1,1-1,-1 0,1-1,1 0,-1 0,1 0,0-1,0 0,0-1,1 0,0 0,0-1,0 0,0-1,5 2,-3-3</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02.620"/>
    </inkml:context>
    <inkml:brush xml:id="br0">
      <inkml:brushProperty name="width" value="0.1" units="cm"/>
      <inkml:brushProperty name="height" value="0.1" units="cm"/>
      <inkml:brushProperty name="ignorePressure" value="1"/>
    </inkml:brush>
  </inkml:definitions>
  <inkml:trace contextRef="#ctx0" brushRef="#br0">1 0,'0'0,"0"0,0 0,0 0,0 0,0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03.314"/>
    </inkml:context>
    <inkml:brush xml:id="br0">
      <inkml:brushProperty name="width" value="0.1" units="cm"/>
      <inkml:brushProperty name="height" value="0.1" units="cm"/>
      <inkml:brushProperty name="ignorePressure" value="1"/>
    </inkml:brush>
  </inkml:definitions>
  <inkml:trace contextRef="#ctx0" brushRef="#br0">1 134,'7'-15,"2"0,0 1,0 0,2 1,-1 0,11-8,-18 18,1 0,-1 0,1 0,0 1,0 0,0 0,0 0,0 0,0 0,1 1,-1 0,3-1,-4 2,0 0,0 0,0 0,0 0,0 1,0-1,0 1,0 0,0 0,0 0,0 0,-1 0,1 0,0 1,-1 0,1-1,-1 1,1 0,1 2,-1-1,-1 0,1 0,-1 1,0-1,1 1,-1-1,-1 1,1-1,-1 1,1 0,-1 0,0 0,0 0,-1 0,1 0,-1 0,0 0,0 0,0 0,-1 0,1 0,-1 0,0 0,0 0,-1 0,-4 14,0 0,-1-1,-2 0,-7 12,-23 36,21-38,1 1,2 0,-10 29,24-57,1 1,0-1,-1 1,1-1,0 1,0-1,-1 1,1-1,0 1,0-1,0 1,0 0,0-1,0 1,0-1,0 1,0-1,0 1,0 0,0-1,0 1,0-1,1 1,-1-1,0 1,0-1,1 1,-1-1,0 1,1-1,-1 1,0-1,1 0,-1 1,1-1,-1 1,0-1,1 0,-1 0,1 1,-1-1,1 0,-1 0,1 1,0-1,-1 0,1 0,-1 0,1 0,-1 0,1 0,-1 0,1 0,0 0,-1 0,1 0,-1 0,1-1,7 0,-1-1,1 1,-1-2,5-1,-2 1,203-49,-50 14,-153 36</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04.293"/>
    </inkml:context>
    <inkml:brush xml:id="br0">
      <inkml:brushProperty name="width" value="0.1" units="cm"/>
      <inkml:brushProperty name="height" value="0.1" units="cm"/>
      <inkml:brushProperty name="ignorePressure" value="1"/>
    </inkml:brush>
  </inkml:definitions>
  <inkml:trace contextRef="#ctx0" brushRef="#br0">0 21,'6'1,"0"-1,0 0,0 0,0 0,0-1,0 0,0 0,0 0,1-1,24-4,88-1,1 5,26 7,112-2,-229-5,-30 1</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04.705"/>
    </inkml:context>
    <inkml:brush xml:id="br0">
      <inkml:brushProperty name="width" value="0.1" units="cm"/>
      <inkml:brushProperty name="height" value="0.1" units="cm"/>
      <inkml:brushProperty name="ignorePressure" value="1"/>
    </inkml:brush>
  </inkml:definitions>
  <inkml:trace contextRef="#ctx0" brushRef="#br0">0 0,'8'4,"0"0,0 0,0-1,1-1,-1 1,1-1,0-1,0 1,0-2,0 1,4 0,-1 1,0 0,0 0,9 5,-15-5,0 0,-1 1,1 0,-1 0,0 0,1 1,-2 0,1 0,0 0,-1 0,0 1,0 0,0 0,-1 0,1 0,-1 1,-1-1,1 1,-1 0,0-1,0 1,0 0,0 5,-1-2,0 1,-1 0,0 0,-1 0,0-1,0 1,-1 0,0-1,-1 1,0-1,0 0,-1 0,0 0,-5 6,-13 19,-2-1,-1-1,-1-1,-2-1,-1-1,-21 14,45-39</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05.624"/>
    </inkml:context>
    <inkml:brush xml:id="br0">
      <inkml:brushProperty name="width" value="0.1" units="cm"/>
      <inkml:brushProperty name="height" value="0.1" units="cm"/>
      <inkml:brushProperty name="ignorePressure" value="1"/>
    </inkml:brush>
  </inkml:definitions>
  <inkml:trace contextRef="#ctx0" brushRef="#br0">6 198,'-2'11,"0"1,1-1,1 1,0 0,1-1,0 1,2 7,0 10,7 61,-3-31,-2 0,-3 28,-1-254,5 91,9-37,-8 75,2 0,1 1,14-32,-20 60,0 0,0 0,1 0,0 0,1 1,4-6,-9 13,0 0,0 0,0-1,1 1,-1 0,0 0,0 0,1 0,-1 0,1 0,-1 0,0 1,1-1,0 1,-1-1,1 1,-1-1,1 1,0 0,-1 0,1-1,-1 1,1 0,0 1,-1-1,1 0,0 0,-1 1,1-1,-1 1,1-1,-1 1,1 0,-1 0,1 0,-1 0,0 0,1 0,-1 0,0 0,0 0,1 1,4 6,0-1,-1 1,0 0,0 0,-1 1,0-1,0 1,-1 0,0 0,0 4,5 24,4 37,-11-64,18 218,-15-161,-1-49,2-37,6-38,2 2,3 0,8-16,-12 38,3 1,0 0,2 1,2 1,20-27,-34 51,0 0,1 0,-1 0,1 1,5-4,-10 8,1 0,-1 0,0 0,1 0,-1 0,1 1,-1-1,1 1,0-1,-1 1,1-1,0 1,-1 0,1 0,0 0,-1 0,1 0,0 0,-1 0,1 1,-1-1,1 0,0 1,-1-1,1 1,-1 0,1 0,-1-1,2 2,0 1,0 0,0 1,0-1,0 1,0-1,-1 1,1 0,-1 0,0 0,0 0,-1 0,1 1,-1 0,4 13,-1 1,1 11,-4-21,7 64,-3 1,-3-1,-3 1,-4-1,-11 58,13-117,2-7</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06.677"/>
    </inkml:context>
    <inkml:brush xml:id="br0">
      <inkml:brushProperty name="width" value="0.1" units="cm"/>
      <inkml:brushProperty name="height" value="0.1" units="cm"/>
      <inkml:brushProperty name="ignorePressure" value="1"/>
    </inkml:brush>
  </inkml:definitions>
  <inkml:trace contextRef="#ctx0" brushRef="#br0">0 37,'33'416,"-15"-242,-22-268,4 0,4 0,4 0,8-25,-14 109,2-9,0 0,4-9,-7 24,1 0,-1 0,1 0,0 0,0 0,0 1,0-1,1 1,0 0,-1-1,1 1,0 1,4-4,-6 6,0-1,0 1,1-1,-1 1,0-1,1 1,-1 0,0 0,1 0,-1 0,0 0,1 0,-1 0,0 0,1 0,-1 0,0 1,0-1,1 1,-1-1,0 1,0-1,0 1,1 0,-1-1,0 1,0 0,0 0,0 0,0 0,-1 0,1 0,0 0,0 0,-1 0,1 1,4 5,0 1,0 0,-1 1,3 5,5 18,-1 0,-2 1,-1-1,-2 2,0 2,11 172,-10-103,-4-74,-3-31,0 0,0 1,0-1,0 0,0 0,0 0,0 1,0-1,0 0,0 0,0 1,0-1,0 0,0 0,0 0,0 1,0-1,0 0,0 0,1 0,-1 1,0-1,0 0,0 0,0 0,0 1,0-1,1 0,-1 0,0 0,0 0,0 0,1 0,-1 1,0-1,0 0,0 0,1 0,-1 0,0 0,0 0,1 0,4-10,2-21,-2 7,8-44,12-32,-19 81,0 1,2-1,0 1,1 0,0 1,2 0,7-8,-16 21,1 1,0-1,1 1,-1 0,0 0,1 0,0 0,0 1,0 0,0-1,0 2,0-1,0 0,1 1,-1 0,1-1,-2 2,0 0,0 0,0 0,0 0,0 1,0-1,0 1,0 0,0 0,0 0,0 0,0 0,0 1,-1-1,1 1,-1 0,1-1,-1 1,1 0,-1 1,0-1,0 0,0 1,0-1,5 10,1-1,-2 1,0 1,0-1,-1 1,-1 0,0 0,0 0,0 11,3 21,-2 0,-2 12,-3 11,-1-51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07.305"/>
    </inkml:context>
    <inkml:brush xml:id="br0">
      <inkml:brushProperty name="width" value="0.1" units="cm"/>
      <inkml:brushProperty name="height" value="0.1" units="cm"/>
      <inkml:brushProperty name="ignorePressure" value="1"/>
    </inkml:brush>
  </inkml:definitions>
  <inkml:trace contextRef="#ctx0" brushRef="#br0">0 97,'32'-21,"1"2,14-7,-35 21,-1 0,1 1,0 0,0 0,0 2,1-1,-1 1,1 1,2 0,-12 1,0 0,0 1,0-1,0 0,1 1,-1 0,0 0,0 0,0 0,0 0,0 0,-1 1,1-1,0 1,-1 0,1 0,-1 0,1 0,-1 1,1 1,-1-1,0 0,0 1,0-1,-1 0,0 1,0 0,0-1,0 1,0 0,-1-1,1 1,-1 0,0 0,0-1,-1 1,1 0,-1 2,-3 11,-1 1,0-1,-1-1,-1 1,-1-1,0 0,-4 5,-21 28,-21 25,22-30,30-42,-2 3,1 0,-1 0,1 1,0-1,0 4,2-9,1 1,0-1,-1 1,1 0,0-1,0 1,0 0,0-1,0 1,0 0,0-1,0 1,0 0,0-1,0 1,0 0,0-1,0 1,1 0,-1-1,0 1,0 0,1-1,-1 1,1-1,-1 1,0-1,1 1,-1-1,1 1,-1-1,1 1,-1-1,1 0,0 1,-1-1,1 0,-1 1,1-1,0 0,-1 0,1 1,0-1,-1 0,1 0,0 0,-1 0,1 0,0 0,-1 0,1 0,17-1,0-1,0 0,-1-1,1 0,-1-2,0 0,4-3,16-3,182-54,-210 62</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13.990"/>
    </inkml:context>
    <inkml:brush xml:id="br0">
      <inkml:brushProperty name="width" value="0.1" units="cm"/>
      <inkml:brushProperty name="height" value="0.1" units="cm"/>
      <inkml:brushProperty name="ignorePressure" value="1"/>
    </inkml:brush>
  </inkml:definitions>
  <inkml:trace contextRef="#ctx0" brushRef="#br0">328 228,'2'0,"-1"0,0 0,0 0,0 0,1 0,-1 0,0-1,0 1,0-1,0 1,0-1,1 1,-1-1,0 1,0-1,0 0,-1 0,1 0,0 1,0-1,0 0,-1 0,1 0,0-2,0 1,-1-1,0 0,1 1,-1-1,0 1,0-1,0 1,-1-1,1 0,-1 1,0-7,-1 0,0 1,0-1,-1 0,0 1,-1 0,0 0,0 0,0 0,-1 1,-1 0,1 0,-1 0,0 0,-1 1,1 0,-1 1,0-1,-4 0,3 1,-1 0,1 0,-1 1,-1 1,1-1,0 2,-1-1,0 1,1 1,-1 0,0 0,0 1,0 0,0 1,0 0,1 0,-7 2,12-2,0 1,-1 0,1-1,0 1,0 1,0-1,0 1,0-1,1 1,-1 0,1 0,0 1,0-1,0 1,0-1,0 1,1 0,0 0,0 0,0 1,0-1,1 0,-1 1,1-1,0 1,1-1,-1 1,-1 15,0 0,2 1,0-1,1 0,3 11,1 13,2-2,2 1,2-1,2-1,1 0,2 0,-8-22,1-1,1 0,1 0,0-1,1 0,1-1,0 0,2-1,-1-1,2 0,0-1,0-1,12 7,-20-15,-1 0,1-1,0 1,0-2,0 1,0-1,0 0,1-1,-1 0,0 0,1-1,-1 0,1-1,-1 0,0 0,1 0,-1-1,0 0,0-1,0 0,0 0,5-4,-4 1</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14.739"/>
    </inkml:context>
    <inkml:brush xml:id="br0">
      <inkml:brushProperty name="width" value="0.1" units="cm"/>
      <inkml:brushProperty name="height" value="0.1" units="cm"/>
      <inkml:brushProperty name="ignorePressure" value="1"/>
    </inkml:brush>
  </inkml:definitions>
  <inkml:trace contextRef="#ctx0" brushRef="#br0">10 40,'-4'26,"1"0,1 1,1-1,2 6,11 106,-8-94,5 52,5-2,9 27,-14-94,-3-18,-6-9,0 0,1 0,-1 0,0 0,0 0,0 0,1 0,-1 0,0 0,0 0,0 0,0 0,1 0,-1 0,0 0,0 0,0-1,1 1,-1 0,0 0,0 0,0 0,0 0,0-1,1 1,-1 0,0 0,0 0,0 0,0-1,0 1,0 0,0 0,0 0,0 0,0-1,1 1,-1 0,0 0,0 0,0-1,0 1,0 0,-1 0,7-24,-2 0,0-1,-2 1,-1-8,5-37,3-4,3 0,4 1,3 0,14-31,-31 94,2 0,-1 1,1-1,0 1,1 0,0 0,0 1,1-1,1 0,-6 7,0 0,-1 1,1-1,0 0,0 1,0-1,0 1,0-1,0 1,0-1,0 1,0-1,0 1,0 0,0 0,0 0,0 0,0 0,0 0,1 0,-1 0,0 0,0 0,0 0,0 1,0-1,1 1,0 0,0 1,0-1,0 0,-1 1,1-1,0 1,-1 0,1 0,-1-1,0 1,1 2,4 7,0 1,-1 0,0 0,0 6,-4-14,26 93,-16-53,2 0,14 30,-26-72,0 0,-1 0,1 0,0 0,0 0,0-1,0 1,1 0,-1-1,0 1,1-1,-1 1,1-1,-1 0,1 1,0-1,0 0,-1 0,1 0,0 0,0-1,0-1,-1 1,1 0,-1-1,1 1,-1-1,1 1,-1-1,0 1,1-1,-1 0,0 0,1 0,-1 0,0 0,0 0,0 0,0 0,0 0,0-1,0 1,0 0,0-1,-1 1,1-1,0 0,15-29,-1-1,-2-1,-1-1,2-15,-3 12,1 1,3 0,10-20,-23 53,0-1,0 1,0 0,0 0,0 0,1 0,0 0,2-2,-4 5,-1 0,1-1,0 1,0-1,-1 1,1 0,0-1,0 1,0 0,0 0,0 0,0 0,-1 0,1 0,0 0,0 0,0 0,0 0,0 0,-1 1,1-1,0 0,0 0,0 1,0-1,-1 1,1-1,0 1,-1-1,1 1,0-1,-1 1,1 0,0-1,-1 1,1 0,-1 0,0-1,1 2,4 4,-1 1,0 1,0-1,-1 1,0-1,0 1,1 6,10 61,-12-59,11 88,-5 0,-5 0,-5 32,0-112</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15.723"/>
    </inkml:context>
    <inkml:brush xml:id="br0">
      <inkml:brushProperty name="width" value="0.1" units="cm"/>
      <inkml:brushProperty name="height" value="0.1" units="cm"/>
      <inkml:brushProperty name="ignorePressure" value="1"/>
    </inkml:brush>
  </inkml:definitions>
  <inkml:trace contextRef="#ctx0" brushRef="#br0">18 132,'-1'0,"0"0,1 1,-1-1,0 0,1 0,-1 1,0-1,0 0,1 0,-1 0,0 0,1 0,-1 0,0 0,0 0,1 0,-1-1,0 1,0 0,0-1,1 1,0 0,0-1,0 1,-1 0,1-1,0 1,0 0,0-1,0 1,0-1,0 1,0-1,0 1,0 0,0-1,0 1,0-1,0 1,0 0,0-1,0 1,0-1,0 1,0 0,1-1,15-25,-7 16,1 0,0 0,1 1,0 1,0 0,12-6,-17 10,1 0,0 1,0 0,0 0,0 1,0 0,0 0,1 1,-1 0,1 0,-1 1,1 0,4 0,-11 0,0 1,1-1,-1 0,1 0,-1 1,1-1,-1 1,0-1,1 1,-1-1,0 1,1 0,-1 0,0-1,0 1,0 0,0 0,0 0,0 1,0-1,0 0,0 0,0 0,-1 1,1 0,0 0,-1 1,1-1,-1 0,0 1,0-1,0 0,-1 1,1-1,-1 1,1-1,-1 0,0 0,1 1,-2 0,-4 10,-1 0,-1-1,0 0,-8 8,15-18,-32 40,1-2,-25 40,56-78,-1 1,1-1,-1 1,1-1,0 1,0-1,1 1,-1 0,0 0,1-1,0 1,0-2,0-1,0 1,0-1,0 0,0 1,0-1,0 1,0-1,0 1,1-1,-1 0,0 1,0-1,1 1,-1-1,0 0,0 1,1-1,-1 0,1 1,-1-1,0 0,1 0,-1 1,2-1,-1 1,0-1,1 0,-1 0,0 0,1 1,-1-1,0 0,1-1,-1 1,0 0,1 0,-1-1,28-6,0-2,0-2,-1 0,-1-2,2-2,49-21,9 2,-75 29</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17.456"/>
    </inkml:context>
    <inkml:brush xml:id="br0">
      <inkml:brushProperty name="width" value="0.1" units="cm"/>
      <inkml:brushProperty name="height" value="0.1" units="cm"/>
      <inkml:brushProperty name="ignorePressure" value="1"/>
    </inkml:brush>
  </inkml:definitions>
  <inkml:trace contextRef="#ctx0" brushRef="#br0">256 224,'1'-23,"-1"0,-2 1,-2-17,3 31,-1 0,1 0,-2 1,1-1,-1 1,0 0,0 0,-1 0,0 0,0 1,-1-1,-2-1,6 6,-1 0,0 0,0 0,0 1,0-1,0 1,0 0,0-1,0 1,0 0,-1 0,1 0,0 1,-1-1,1 1,-1-1,1 1,-1 0,1-1,-1 2,0-1,-1 1,0-1,1 2,-1-1,1 0,-1 1,1 0,-1-1,1 1,0 1,0-1,0 0,0 1,0 0,-6 7,0 0,1 1,0-1,1 2,0-1,1 1,-3 8,-1 8,0 0,2 0,2 1,0 0,2 1,0 9,3-16,0 0,2 0,1 0,0 0,2 0,0-1,2 1,3 8,-6-24,0 1,0-1,1 0,0-1,0 1,1-1,0 0,0 0,6 5,-9-9,0 0,0 0,1 0,-1-1,1 1,-1-1,1 1,0-1,-1 0,1 0,0 0,0-1,0 1,0-1,0 1,0-1,-1 0,1 0,0-1,0 1,0 0,0-1,0 0,0 1,0-1,-1-1,2 1,2-3,0 0,-1 0,1 0,-1-1,1 1,-1-1,-1-1,1 1,-1-1,0 0,0 0,-1 0,1 0,-1-3,7-13,-1-1,-2 0,3-13,1-16,-3-1,-2 0,-3-1,-1-8,1 122,3-1,3 0,2 0,18 53,-26-103,0 0,1 0,-1 0,2-1,-1 0,1 1,0-1,1-1,0 1,0-1,1 0,0-1,4 4,-5-7</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17.976"/>
    </inkml:context>
    <inkml:brush xml:id="br0">
      <inkml:brushProperty name="width" value="0.1" units="cm"/>
      <inkml:brushProperty name="height" value="0.1" units="cm"/>
      <inkml:brushProperty name="ignorePressure" value="1"/>
    </inkml:brush>
  </inkml:definitions>
  <inkml:trace contextRef="#ctx0" brushRef="#br0">60 68,'-4'2,"1"0,-1 1,1-1,0 1,-1-1,1 1,1 0,-1 0,0 1,1-1,-1 0,1 1,0 0,0-1,0 1,1 0,-1 0,1 0,0 0,0 0,0 4,-2 11,1 1,0 0,2 19,0-33,0 26,1-1,1 1,2 0,1-1,1 0,4 6,-10-37,0 1,0-1,0 1,0 0,0-1,1 1,-1-1,0 1,0-1,1 1,-1 0,0-1,1 1,-1-1,0 0,1 1,-1-1,1 1,-1-1,1 0,-1 1,1-1,-1 0,1 1,-1-1,1 0,0 0,-1 0,1-1,-1 1,1-1,-1 1,1-1,-1 1,1-1,-1 1,1-1,-1 1,0-1,1 0,-1 1,0-1,0 0,1 1,-1-1,0 0,10-41,-10 38,8-40,8-44,5-4,-14 66,1 1,1 0,2 0,0 1,12-18,-21 39,0 0,0 0,0 0,0 1,0-1,0 1,1-1,-1 1,1 0,0 0,0 0,-1 0,1 1,0-1,2 0,-3 2,-1 0,1 0,0 0,0 0,-1 0,1 0,0 0,0 1,-1-1,1 1,0-1,-1 1,1 0,-1-1,1 1,-1 0,1 0,-1 0,1 0,-1 0,0 1,0-1,1 0,-1 1,0-1,0 1,-1-1,1 1,1 0,6 13,-1-1,0 1,-1 0,-1 0,0 0,2 16,3 26,0 15,-9-64,4 36,-2 0,-1 0,-2 0,-5 25,4-60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18.709"/>
    </inkml:context>
    <inkml:brush xml:id="br0">
      <inkml:brushProperty name="width" value="0.1" units="cm"/>
      <inkml:brushProperty name="height" value="0.1" units="cm"/>
      <inkml:brushProperty name="ignorePressure" value="1"/>
    </inkml:brush>
  </inkml:definitions>
  <inkml:trace contextRef="#ctx0" brushRef="#br0">212 528,'0'-3,"-1"1,0-1,0 0,0 0,0 0,-1 1,1-1,-1 0,1 1,-1-1,0 1,0 0,0 0,-1 0,1 0,0 0,-1 0,1 0,-1 1,0-1,1 1,-1 0,0 0,0 0,0 0,0 1,0-1,0 1,0-1,0 1,-1 0,-1 1,0-1,0 1,-1 1,1-1,0 1,0 0,1 0,-1 0,0 0,1 1,-1 0,1 0,0 0,0 1,0-1,0 1,-2 4,-1 2,0 0,1 0,0 1,1 0,0 0,1 0,0 0,1 1,0 0,1 0,0 0,0 9,2-13,-1-1,1 0,0 0,1 0,0 0,0 1,0-1,1 0,0-1,1 1,-1 0,1 0,0-1,1 0,0 0,0 0,0 0,1 0,-1-1,1 0,6 5,-9-9,0 1,1 0,-1-1,1 0,-1 1,1-1,-1 0,1 0,0 0,-1-1,1 1,0-1,0 0,0 1,-1-1,1 0,0-1,0 1,0 0,1-1,0-1,0 1,0-1,-1 0,1 0,0-1,-1 1,1-1,-1 1,0-1,0 0,0 0,1-3,6-6,-2-1,0-1,0 0,-1 0,-1 0,5-15,2-17,-2 0,-2 0,-1-1,0-39,-5-12,-8-81,3 140,-2-1,-2 0,-1 20,7 20,0 0,0 0,0 0,0 0,0-1,0 1,-1 0,1 0,0 0,0 0,0 0,0 0,0 0,-1 0,1 0,0 0,0 0,0 0,0 0,0 0,-1 0,1 0,0 0,0 0,0 0,0 0,0 0,-1 0,1 0,0 0,0 0,0 0,0 0,0 0,-1 0,1 0,0 0,0 0,0 1,0-1,0 0,0 0,0 0,-1 0,1 0,0 0,0 1,0-1,0 0,0 0,0 0,0 0,-2 4,1 1,-1-1,1 0,0 0,0 1,1-1,-1 1,-7 79,4 84,13 86,-4-161,5-1,3 0,11 30,-19-103</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19.839"/>
    </inkml:context>
    <inkml:brush xml:id="br0">
      <inkml:brushProperty name="width" value="0.1" units="cm"/>
      <inkml:brushProperty name="height" value="0.1" units="cm"/>
      <inkml:brushProperty name="ignorePressure" value="1"/>
    </inkml:brush>
  </inkml:definitions>
  <inkml:trace contextRef="#ctx0" brushRef="#br0">0 148,'6'53,"1"0,3 0,2 0,7 15,-3-9,-8-30,-2-4,1 0,8 18,-7-33,-3-15,1-21,17-190,-12 99,19-82,-28 189,-2 6,1 1,-1-1,1 0,0 1,0 0,0-1,1 1,-1 0,1-1,0 1,-1 0,2-1,-3 4,1 0,-1 0,0 0,0 0,1 0,-1 0,0 0,0 0,1 0,-1 0,0 0,0 0,1 0,-1 0,0 0,0 0,1 0,-1 0,0 0,0 0,1 0,-1 0,0 0,0 0,0 1,1-1,-1 0,0 0,0 0,0 0,1 1,-1-1,0 0,0 0,0 0,0 1,0-1,0 0,1 0,-1 1,0-1,0 0,0 0,0 1,4 10,0 0,-1 0,0 1,-1-1,0 1,0 0,-1 8,2 13,6 51,-5-30,4 0,10 40,-18-93,0 0,0 0,1 0,-1 1,0-1,1 0,-1 0,1 0,-1 0,1 0,-1 0,1 0,0 0,0-1,-1 1,1 0,0 0,0 0,0-1,-1 0,1 0,-1 0,1 0,-1 0,1-1,-1 1,1 0,-1 0,0 0,1 0,-1-1,1 1,-1 0,1 0,-1-1,0 1,1 0,-1-1,0 1,1-1,-1 1,0 0,0-1,1 1,-1-1,0 1,0-1,17-41,-16 39,25-88,-16 50,2 0,2 1,1 0,9-13,-23 52,-1 0,1-1,0 1,-1 0,1-1,0 1,0 0,0 0,0 0,0-1,1 1,-1 1,0-1,0 0,1 0,-1 0,0 1,1-1,0 0,-1 1,0 1,0-1,0 0,0 0,0 1,0-1,0 1,0-1,0 1,0 0,0-1,0 1,0 0,0 0,-1-1,1 1,0 0,-1 0,1 0,0 0,-1 0,1 0,-1 0,0 0,1 0,-1 0,13 32,-1 0,-2 1,-2 0,0 0,0 21,-3-26,-2-11</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20.527"/>
    </inkml:context>
    <inkml:brush xml:id="br0">
      <inkml:brushProperty name="width" value="0.1" units="cm"/>
      <inkml:brushProperty name="height" value="0.1" units="cm"/>
      <inkml:brushProperty name="ignorePressure" value="1"/>
    </inkml:brush>
  </inkml:definitions>
  <inkml:trace contextRef="#ctx0" brushRef="#br0">0 51,'50'444,"-47"-505,6-25,-8 72,6-53,3 1,2 1,13-33,-12 68,-13 29,1 1,-1-1,0 1,0 0,1-1,-1 1,1-1,-1 1,0 0,1-1,-1 1,1 0,-1-1,1 1,-1 0,1 0,-1-1,1 1,-1 0,1 0,-1 0,1 0,0 0,-1 0,1 1,-1-1,1 0,-1 1,1-1,-1 1,1-1,-1 0,1 1,-1-1,0 1,1-1,-1 1,0-1,1 1,-1-1,0 1,0 0,1-1,-1 1,0 0,7 23,-1 1,-1-1,-1 1,-2 0,1 21,-1-7,2 17,-3-18,3 0,3 15,-3-45,1-12,2-17,-6 18,11-35,0-2,1 2,2-1,14-25,-27 60,0 0,1 0,-1 0,1 1,0 0,0-1,0 1,0 0,0 0,1 0,3-1,-6 3,0 1,0-1,0 1,0-1,0 1,1 0,-1 0,0 0,0-1,0 1,1 0,-1 1,0-1,0 0,0 0,1 0,-1 1,0-1,1 1,0 0,0 0,-1 0,1 0,0 1,-1-1,1 0,-1 1,1-1,-1 1,0 0,0-1,0 1,0 0,7 12,-1 1,-1 0,0 0,-1 0,-1 0,0 1,-1 0,-1 4,5 39,-3 32,-4-41,0-38</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20.986"/>
    </inkml:context>
    <inkml:brush xml:id="br0">
      <inkml:brushProperty name="width" value="0.1" units="cm"/>
      <inkml:brushProperty name="height" value="0.1" units="cm"/>
      <inkml:brushProperty name="ignorePressure" value="1"/>
    </inkml:brush>
  </inkml:definitions>
  <inkml:trace contextRef="#ctx0" brushRef="#br0">0 70,'8'-9,"0"0,1 1,0-1,3-1,-8 7,0 1,0-1,0 0,0 1,0 0,0 0,1 0,-1 1,1 0,-1-1,1 1,1 1,-5-1,0 2,1-1,-1 0,0 0,1 0,-1 0,0 1,0-1,1 1,-1-1,0 1,0-1,0 1,0 0,0 0,0-1,0 1,0 0,0 0,0 0,0 0,0 0,-1 0,1 0,0 0,-1 1,1-1,-1 0,1 0,-1 0,1 1,-1-1,0 0,0 1,1 5,0 0,0 0,-1 1,0-1,-1 0,0 0,-5 32,-2-1,-2 0,-2 0,-9 19,1-2,-4 28,23-81,0 0,1 0,-1 0,1 1,0-1,-1 0,1 0,0 1,0-1,1 0,-1 0,0 0,1 1,-1-1,1 0,0 0,0 0,-1-1,0-1,1 1,-1-1,1 1,-1-1,1 0,0 1,-1-1,1 1,-1-1,1 0,0 0,-1 1,1-1,0 0,-1 0,1 0,0 0,-1 0,2 0,21-5,12-13,0-1,-2-2,0-1,16-16,20-12,-19 15,-37 27</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21.684"/>
    </inkml:context>
    <inkml:brush xml:id="br0">
      <inkml:brushProperty name="width" value="0.1" units="cm"/>
      <inkml:brushProperty name="height" value="0.1" units="cm"/>
      <inkml:brushProperty name="ignorePressure" value="1"/>
    </inkml:brush>
  </inkml:definitions>
  <inkml:trace contextRef="#ctx0" brushRef="#br0">274 109,'-4'-8,"1"0,-1 1,0 0,-1 0,1 0,-1 0,-1 1,1-1,-1 1,0 1,-1-1,-1 0,4 3,0 1,0-1,0 1,0 0,0 0,0 0,-1 1,1 0,-1 0,-3-1,6 2,-1 0,0 0,0 0,0 0,0 1,0-1,1 1,-1-1,0 1,0 0,1 0,-1 1,0-1,1 0,0 1,-1 0,0 0,-4 5,1-1,0 1,0 0,1 0,-1 1,2 0,-1-1,1 2,1-1,-1 0,0 4,-6 20,2 1,-2 14,3-8,1 0,2 0,2 1,1-1,2 1,4 22,-4-57,-1 0,1 0,0 1,0-1,0 0,1 0,0 0,0-1,0 1,1 0,-1-1,1 1,0-1,1 0,-4-3,1-1,-1 1,1-1,0 0,-1 1,1-1,0 0,-1 1,1-1,0 0,0 0,-1 0,1 1,0-1,0 0,-1 0,1 0,0 0,0 0,0-1,-1 1,1 0,0 0,-1 0,1-1,0 1,0 0,-1-1,1 1,0-1,17-19,-8 5,-1-2,-1 0,0 0,4-17,21-76,-25 79,9-36,-8 25,3 1,15-36,-27 76,0 0,0 0,1 1,-1-1,0 0,1 0,-1 0,1 0,-1 0,1 1,-1-1,1 0,0 0,-1 1,1-1,0 1,0-1,0 0,-1 1,1 0,0-1,0 0,0 2,0-1,-1 0,1 1,-1-1,1 0,0 1,-1-1,1 1,-1-1,1 1,-1-1,0 1,1-1,-1 1,0 0,1-1,-1 1,0-1,1 1,-1 0,0-1,0 1,0 0,10 49,-9-46,28 316,-27-302</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22.108"/>
    </inkml:context>
    <inkml:brush xml:id="br0">
      <inkml:brushProperty name="width" value="0.1" units="cm"/>
      <inkml:brushProperty name="height" value="0.1" units="cm"/>
      <inkml:brushProperty name="ignorePressure" value="1"/>
    </inkml:brush>
  </inkml:definitions>
  <inkml:trace contextRef="#ctx0" brushRef="#br0">10 336,'0'47,"0"63,-10 71,11-227,3-11,5 2,3 1,2 0,2 1,3 1,2 0,2 2,2 0,3 2,21-28,-36 58,-5 9</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22.540"/>
    </inkml:context>
    <inkml:brush xml:id="br0">
      <inkml:brushProperty name="width" value="0.1" units="cm"/>
      <inkml:brushProperty name="height" value="0.1" units="cm"/>
      <inkml:brushProperty name="ignorePressure" value="1"/>
    </inkml:brush>
  </inkml:definitions>
  <inkml:trace contextRef="#ctx0" brushRef="#br0">1 394,'3'1,"0"-1,0 0,0 1,0-1,0 0,0 0,0-1,0 1,0-1,0 1,-1-1,1 0,0 0,0 0,0-1,-1 1,1-1,-1 1,1-1,-1 0,0 0,1 0,-1 0,1-2,6-5,-1-1,0 0,0-1,-1 1,0-3,6-11,-1 0,-1-1,-1-1,-2 0,0 0,-2 0,-1-1,1-10,-6 31,0 0,0 0,0 0,0 0,-1 0,0 0,-1-2,2 7,0 0,-1 0,1 0,-1 1,1-1,0 0,-1 0,0 0,1 0,-1 1,1-1,-1 0,0 0,1 1,-1-1,0 1,0-1,0 1,0-1,0 1,0 0,0-1,0 1,0 0,-1 0,1 1,0-1,0 0,0 0,0 0,0 1,0-1,0 1,0-1,0 1,0-1,0 1,0-1,0 1,1 0,-2 0,-5 5,1 1,0 0,0 0,0 0,1 0,0 1,0 0,1 0,0 1,1-1,-1 2,-5 17,1 0,1 1,1 1,1 0,1 0,2 0,1 1,1-1,2 0,4 26,-3-37,0-1,1 0,1-1,1 1,0-1,1 0,1-1,0 1,1-1,1-1,0 0,4 3,-7-10,1 1,-1-2,1 1,1-1,4 3,-8-6,-1-1,1 0,0 1,0-1,0-1,0 1,0-1,1 0,-1 0,0 0,2-1,4-1</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23.504"/>
    </inkml:context>
    <inkml:brush xml:id="br0">
      <inkml:brushProperty name="width" value="0.1" units="cm"/>
      <inkml:brushProperty name="height" value="0.1" units="cm"/>
      <inkml:brushProperty name="ignorePressure" value="1"/>
    </inkml:brush>
  </inkml:definitions>
  <inkml:trace contextRef="#ctx0" brushRef="#br0">262 119,'-1'-9,"-1"1,0-1,-1 1,0 0,0 0,-1 0,0 0,0 1,-1-1,0 1,3 5,-1-1,1 1,0-1,-1 1,0 0,1 0,-1 0,0 0,0 0,0 1,0-1,-1 1,1 0,0 0,0 0,-1 0,1 1,-1 0,1-1,-1 1,1 0,0 1,-1-1,1 0,-1 1,0 0,-5 2,1 0,0 1,0-1,0 2,0-1,1 1,-1 0,1 0,1 1,-1 0,1 1,0-1,0 1,1 0,-3 5,5-7,-1 0,2 0,-1 0,0 0,1 0,0 0,0 1,1-1,-1 1,1-1,0 1,1 0,0-1,-1 1,2 0,-1-1,1 1,0 0,0-1,0 1,1-1,0 1,0-1,2 4,5 3,1 1,0-2,1 0,0 0,1-1,0 0,1-1,0 0,4 1,7 6,23 20,-40-30,0 0,0 1,-1 0,0 1,-1-1,1 1,-1 0,0 3,-3-8,0 0,-1 0,0 0,0 0,0 0,0 1,0-1,-1 0,1 1,-1-1,0 1,0-1,0 0,-1 1,1-1,-1 0,0 1,0-1,0 0,0 0,0 0,-1 0,1 0,-1 0,0 0,0 0,0 0,0-1,-1 1,1-1,-1 0,1 0,-1 0,0 0,-1 1,-5 2,1-1,-1 0,0 0,0 0,0-1,0-1,0 1,-1-1,0-1,1 0,-9 0,-24-5,31 1</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24.210"/>
    </inkml:context>
    <inkml:brush xml:id="br0">
      <inkml:brushProperty name="width" value="0.1" units="cm"/>
      <inkml:brushProperty name="height" value="0.1" units="cm"/>
      <inkml:brushProperty name="ignorePressure" value="1"/>
    </inkml:brush>
  </inkml:definitions>
  <inkml:trace contextRef="#ctx0" brushRef="#br0">0 35,'62'495,"-59"-464,1-5,-2-26,0-6,3-46,18-186,-14 180,2 0,3 0,3 0,-15 53,-2 1,1 0,0 1,1-1,-1 0,1 0,0 1,0-1,0 1,0-1,0 1,1 0,0 0,0 0,0-1,-2 4,-1 0,1 0,-1 0,1 0,-1-1,1 1,-1 0,1 0,-1 0,1 0,-1 0,1 0,-1 0,1 0,-1 0,1 1,0-1,-1 0,1 0,-1 0,0 1,1-1,-1 0,1 0,-1 1,1-1,-1 1,0-1,1 0,-1 1,0-1,1 1,-1-1,0 0,1 1,-1 0,9 21,-2 5,-1 1,-1-1,1 23,1 90,-5-82,3 40,-1-84,-4-14,0 0,0 0,0 0,0 0,1 0,-1 0,0 0,0 0,0 0,0 0,0 0,1 0,-1 0,0 0,0 0,0 0,0 0,0 0,1 0,-1 0,0 0,0 0,0 0,0 0,0 0,0 0,0-1,1 1,-1 0,0 0,0 0,0 0,0 0,0 0,0-1,0 1,0 0,0 0,0 0,0 0,0 0,0 0,0-1,0 1,9-27,-8 22,21-72,16-36,-25 79,2 1,1 0,2 1,10-12,-25 38,1 1,0 0,1 0,-1 0,1 1,1-1,-6 4,1 1,0-1,0 1,-1-1,1 1,0-1,0 1,0-1,0 1,-1 0,1-1,0 1,0 0,0 0,0-1,0 1,0 0,0 0,0 0,0 0,0 1,0-1,0 0,-1 0,1 0,0 1,0-1,0 0,0 1,0-1,-1 1,1-1,0 1,0 0,-1-1,1 1,0 0,-1-1,1 1,0 0,-1 0,1-1,-1 1,1 1,2 3,-1 1,0 0,0 0,0 0,0 1,-1-1,0 0,0 7,-1 54,0-47,-14 182,11-182</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25.704"/>
    </inkml:context>
    <inkml:brush xml:id="br0">
      <inkml:brushProperty name="width" value="0.1" units="cm"/>
      <inkml:brushProperty name="height" value="0.1" units="cm"/>
      <inkml:brushProperty name="ignorePressure" value="1"/>
    </inkml:brush>
  </inkml:definitions>
  <inkml:trace contextRef="#ctx0" brushRef="#br0">173 585,'-11'5,"1"1,0 1,0 0,0 0,1 1,1 0,-1 1,1 0,0 0,1 1,0 0,1 0,0 0,-3 8,1-1,1 1,0 0,2 1,0 0,1 0,0 0,2 0,0 13,4-11,-2-21,0 0,0 1,1-1,-1 0,0 0,0 0,0 0,0 0,0 1,0-1,1 0,-1 0,0 0,0 0,0 0,0 0,1 0,-1 0,0 0,0 0,0 0,1 1,-1-1,0 0,0 0,0 0,1 0,-1-1,0 1,0 0,0 0,0 0,1 0,-1 0,0 0,0 0,0 0,0 0,1 0,-1 0,0-1,0 1,0 0,0 0,0 0,1 0,-1 0,3-4,-1 1,1-1,-1 0,1 1,-1-1,0 0,0-3,44-114,-23 56,9-14,-32 79,13-22,-13 22,1-1,-1 1,0 0,0 0,1-1,-1 1,0 0,0 0,1-1,-1 1,0 0,1 0,-1 0,1 0,-1-1,0 1,1 0,-1 0,0 0,1 0,-1 0,1 0,-1 0,0 0,1 0,-1 0,0 0,1 0,-1 1,1-1,-1 0,0 0,1 0,-1 0,0 1,1-1,-1 0,0 0,0 1,1-1,-1 0,0 0,0 1,1-1,-1 0,0 1,0-1,0 0,1 1,-1-1,0 0,0 1,0-1,0 1,0-1,0 0,0 1,0-1,0 1,7 19,-1 1,-1 0,1 15,-4-20,1-1,0 0,1 1,1-1,1 0,0-1,6 13,-11-26,0 0,-1 0,1 1,0-1,0 0,0 0,0 0,0 0,0 0,0 0,0 0,0-1,0 1,1 0,-1-1,0 1,0 0,1-1,-1 0,0 1,1-1,-1 0,0 0,1 0,-1-1,0 1,0 0,0-1,1 1,-1-1,0 1,0-1,0 0,0 1,0-1,0 0,0 0,0 0,0 1,-1-1,1-1,4-4,0-1,-1 0,0-1,0 1,-1-1,2-4,16-52,-3-1,10-65,10-136,-37 257,1-9,7-58,-2-31,-8 89,1 18,0 0,0 0,0 0,0 0,0 0,0 0,1 1,-1-1,-1 0,1 0,0 0,0 0,0 0,0 0,0 0,0 0,0 0,0 0,0 0,0 1,0-1,0 0,0 0,0 0,0 0,0 0,0 0,0 0,0 0,0 0,0 0,-1 0,1 0,0 0,0 0,0 0,0 0,0 0,0 0,0 0,0 0,0 0,0 0,0 0,-1 0,1 0,0 0,0 0,0 0,0 0,0 0,0 0,0 0,0 0,0 0,0 0,0 0,-1 0,1 0,0 0,0 0,0 0,0 0,0 0,0 0,0 0,0 0,0-1,-9 34,-9 83,4 2,5 0,6 0,11 107,-7-203,2 1,0-1,1 0,2 0,2 7,-7-27,0 0,0 0,0 0,0 0,0 0,0 0,0-1,0 1,1 0,-1-1,1 1,0 0,-1-2,-1 1,1-1,0 0,-1 0,1 1,-1-1,1 0,0 0,-1 0,1 0,0 0,-1 1,1-1,0 0,-1-1,1 1,0 0,-1 0,1 0,0 0,-1 0,1-1,-1 1,1 0,0-1,2-1,0-1,-1 1,1-1,-1 0,1 0,-1 0,0 0,0 0,0-1,-1 1,1 0,0-2,11-30,-2-1,-1 0,3-26,14-116,-21 131,46-428,-48 456,-2 25,1 32,-3-35,0 16,5 97,11 63,-11-144,2-1,1 1,2-1,1 0,1-1,2-1,7 10,-16-32,0-1,1 0,1 0,0-1,0 0,0 0,4 2,-9-8,0 0,0-1,0 1,0-1,1 1,-1-1,0 0,1 0,-1 0,0 0,1 0,0-1,-1 1,1-1,-1 1,1-1,0 0,-1 0,1 0,-1-1,1 1,0 0,-1-1,1 0,-1 0,1 0,-1 0,0 0,1 0,-1 0,1-2,3-1,-1-1,0-1,0 1,-1-1,1 0,-1 0,0 0,-1 0,0-1,0 0,0 1,-1-1,0 0,0 0,0-6,1-3,-1-1,0 0,-2 1,0-1,0 0,-2-5,0 12,0 0,0 0,-1 0,-1 0,-1-2,5 10,-1 0,0 0,0 0,-1 0,1 1,0-1,-1 0,1 1,-1-1,1 1,-1-1,-1 0,2 2,0-1,1 1,-1 0,0-1,0 1,0 0,0 0,0 0,0 0,0 0,0 0,0 0,0 0,1 0,-1 0,0 1,0-1,0 0,0 1,0-1,0 1,1-1,-1 0,0 1,0 0,1-1,-1 1,0-1,1 1,-4 3,0 0,1 0,0 0,0 1,0-1,0 1,1-1,-1 1,1 0,1 0,-2 3,-12 59,15-62,-7 34,3 0,1 1,2 0,1-24,1-1,0 1,1-1,1 0,0 0,1 0,0 0,2 0,0 1,-5-14,0 0,0 1,1-1,-1 0,0 0,1 0,-1 0,1 0,0 0,0-1,0 1,0-1,0 1,0-1,0 1,0-1,0 0,1 0,-1 0,0-1,1 1,-1 0,1-1,1 1,0-2,-1 1,0 0,1-1,-1 0,0 0,0 0,0 0,0-1,0 1,0-1,0 0,0 0,0 0,-1 0,1 0,-1 0,0-1,1 0,7-8,-2-1,1 0,-2 0,1-1,-2 0,0 0,4-11,5-24,6-31,-3 9,-12 57,-2 21,-2 25,-2 63,4 120,-3-204,1-11,3-18,-3 6,13-69,4 1,12-29,-23 85,0 1,1 1,2 0,0 0,1 1,1 1,1 0,0 0,2 1,11-9,-18 19</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26.258"/>
    </inkml:context>
    <inkml:brush xml:id="br0">
      <inkml:brushProperty name="width" value="0.1" units="cm"/>
      <inkml:brushProperty name="height" value="0.1" units="cm"/>
      <inkml:brushProperty name="ignorePressure" value="1"/>
    </inkml:brush>
  </inkml:definitions>
  <inkml:trace contextRef="#ctx0" brushRef="#br0">119 1,'-1'1,"-1"0,0 0,1 0,-1 0,1 0,-1 0,1 0,-1 1,1-1,0 0,0 1,-1 0,1-1,0 1,1-1,-1 1,0 0,0 0,1 0,-1-1,1 1,-1 1,0 5,-1 0,1 0,0 0,1 6,0-9,0 1,1-1,0 1,0-1,0 0,1 1,0-1,0 0,0 0,0 0,1 0,0-1,0 1,2 1,6 7,1 0,0-2,1 1,0-2,-1 0,0 1,0 0,-1 0,6 10,-15-19,0 1,-1-1,1 1,0 0,-1 0,0 0,0 0,0 0,0 0,-1 0,1 0,-1 1,1-1,-1 0,0 0,0 0,-1 0,1 1,-1-1,0 1,-1 1,1-1,-1 1,-1-1,1 1,-1-1,0 0,0 0,0 0,0-1,-1 1,1-1,-4 3,1-1,0-1,0 0,-1 1,1-2,-1 1,0-1,0 0,0-1,0 0,-1 0,1 0,-1-1,1 0,-1 0,0-1,1 0,-4-1,5-1,0 1,0-1,0-1,1 1,-1-1,1 0,0 0,0-1,0 1,0-1,1 0,-1-1,1 1,-2-4,0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26.604"/>
    </inkml:context>
    <inkml:brush xml:id="br0">
      <inkml:brushProperty name="width" value="0.1" units="cm"/>
      <inkml:brushProperty name="height" value="0.1" units="cm"/>
      <inkml:brushProperty name="ignorePressure" value="1"/>
    </inkml:brush>
  </inkml:definitions>
  <inkml:trace contextRef="#ctx0" brushRef="#br0">1 62,'4'5,"0"0,-1 0,1 1,-1-1,0 1,0 0,-1 0,0 0,0 0,0 0,0 2,3 17,-2 1,0 6,3 15,-6-43,1 2,0 1,1-1,-1 1,1-1,2 3,-4-8,1 0,-1 0,0 0,1 0,-1-1,1 1,-1 0,1 0,-1-1,1 1,0 0,-1-1,1 1,0-1,-1 1,1-1,0 1,0-1,0 1,-1-1,1 0,0 0,0 1,0-1,0 0,0 0,0 0,-1 0,1 0,0 0,0 0,0 0,0 0,0 0,0-1,0 1,-1 0,1 0,0-1,0 1,0-1,0 0,5-2,-1-2,1 1,-1-1,0 0,0 0,0 0,-1 0,0-1,0 0,1-2,4-8,0-1,-1 0,1-6,-5 14,-1-1,0 0,-1 0,0-1,0 1,-1 0,-1-1,0 1,-1-7,1 14,0-1,-1 1,1-1,-1 1,0-1,0 1,-1-1,1 1,-1 0,0 0,1 0,-1 0,-1 0,1 0,0 0,-1 1,1-1,-1 1,0 0,0-1,0 1,0 1,0-1,0 0,0 1,-1 0,1-1,-4 1,1-1,0 2,0-1,1 0,-1 1,0 1,0-1,0 1,0-1,0 2,1-1,-1 1,0 0,1 0,-3 2</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27.489"/>
    </inkml:context>
    <inkml:brush xml:id="br0">
      <inkml:brushProperty name="width" value="0.1" units="cm"/>
      <inkml:brushProperty name="height" value="0.1" units="cm"/>
      <inkml:brushProperty name="ignorePressure" value="1"/>
    </inkml:brush>
  </inkml:definitions>
  <inkml:trace contextRef="#ctx0" brushRef="#br0">1 64,'7'47,"-1"0,-3 0,-2 7,-6 141,3-163,3-19,3-32,38-190,-31 168,1 1,2 0,2 0,2 0,-14 32,1 0,-1 0,1 0,1 1,-1 0,5-4,-9 10,0 0,0 0,0 0,0 0,0 0,0 1,0-1,0 0,0 0,1 1,-1-1,0 1,1-1,-1 1,0-1,1 1,-1 0,1 0,-1 0,0 0,1 0,-1 0,1 0,-1 0,1 0,-1 1,0-1,1 0,-1 1,0-1,1 1,-1 0,0 0,0-1,0 1,0 0,1 0,-1 0,0 0,0 0,-1 0,1 0,1 1,3 6,0 0,-1-1,0 1,0 1,0-1,-1 0,1 6,14 67,-10-39,-3-19,3 12,7 20,-12-47,0 1,0-1,1 0,0-1,0 1,1-1,0 1,6 5,-10-12,0 0,0 1,0-1,0 0,1 0,-1-1,0 1,0 0,1 0,-1-1,1 1,-1-1,0 1,1-1,-1 1,1-1,-1 0,1 0,0 0,-1 0,1 0,-1 0,1 0,-1 0,1-1,-1 1,1 0,-1-1,0 0,1 1,-1-1,1 0,-1 1,0-1,0 0,0 0,1 0,0-1,3-4,0 0,0 1,0-1,-1-1,0 1,0-1,1-3,3-8,0 0,-1-1,-1 0,-1-1,0-2,-3 9,0 0,0 0,-2 0,1 0,-2 0,0 0,0 0,-2-5,2 16,1-1,-1 1,0 0,1 0,-1 0,0 0,0 0,0 0,0 0,-1 0,1 0,0 0,-1 1,0-1,1 1,-1-1,0 1,0-1,0 1,1 1,0-1,0 1,-1 0,1 0,0 0,-1 0,1 0,0 0,0 0,-1 0,1 1,0-1,0 0,-1 1,1-1,0 1,0 0,0-1,0 1,0 0,0-1,0 1,0 0,0 0,0 0,0 0,1 0,-1 0,0 0,0 0,1 0,-1 1,1-1,-6 9,2 0,-1 0,1 0,1 0,0 1,0-1,1 1,0 0,1 0,0 3,1 5,0 0,1 1,1-1,0 0,4 9,-4-17,1 0,1-1,0 1,1-1,0 1,0-2,1 1,1 0,-1-1,7 6,-10-11,0-1,0 0,0-1,0 1,1-1,-1 1,1-1,-1 0,1 0,0 0,0-1,0 1,0-1,0 0,0 0,0-1,0 1,0-1,1 0,-1 0,0 0,0 0,0-1,0 0,0 0,0 0,0 0,0-1,0 1,1-2,5-2,-4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27.822"/>
    </inkml:context>
    <inkml:brush xml:id="br0">
      <inkml:brushProperty name="width" value="0.1" units="cm"/>
      <inkml:brushProperty name="height" value="0.1" units="cm"/>
      <inkml:brushProperty name="ignorePressure" value="1"/>
    </inkml:brush>
  </inkml:definitions>
  <inkml:trace contextRef="#ctx0" brushRef="#br0">16 0,'0'0,"0"0,-3 13,-2 17,0 16,3 10,2 5,5-3,5-8,1-13,-2-13,-2-9,-2-9</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28.354"/>
    </inkml:context>
    <inkml:brush xml:id="br0">
      <inkml:brushProperty name="width" value="0.1" units="cm"/>
      <inkml:brushProperty name="height" value="0.1" units="cm"/>
      <inkml:brushProperty name="ignorePressure" value="1"/>
    </inkml:brush>
  </inkml:definitions>
  <inkml:trace contextRef="#ctx0" brushRef="#br0">92 760,'-10'12,"2"1,-1-1,1 2,1-1,1 1,0 0,0 1,-2 9,1 0,0 0,-1 22,8-43,-1 0,1 0,0 0,0 0,0 0,0 0,1 1,-1-1,2 3,-2-6,0 1,1 0,-1-1,1 1,-1 0,1-1,-1 1,1-1,-1 1,1-1,-1 1,1-1,0 1,-1-1,1 1,0-1,-1 0,1 1,0-1,-1 0,1 0,0 0,0 0,-1 1,1-1,0 0,0 0,-1 0,1-1,0 1,0 0,0 0,-1 0,1 0,0-1,-1 1,1 0,0-1,-1 1,1 0,0-1,7-4,0 1,-1-1,1 0,-1-1,0 0,-1 0,1 0,-1-1,1-2,11-13,-2-1,5-11,-1-3,-1 0,-2-1,-2 0,-2-1,-1-1,-2 0,4-38,-6 19,-3-1,-3 1,-2-1,-3 0,-3-9,4 57,-10-68,10 72,0 0,0 0,-1 0,-1 0,1 0,-1 1,0 0,-2-1,6 7,0 0,0 1,-1-1,1 0,0 1,-1-1,1 1,-1-1,1 0,-1 1,1 0,-1-1,1 1,-1-1,0 1,1-1,-1 1,1 0,-1 0,0-1,1 1,-1 0,0 0,1 0,-1 0,0 0,0-1,1 1,-1 1,0-1,1 0,-1 0,0 0,0 0,1 0,-1 1,0-1,1 0,-1 0,1 1,-1-1,0 1,1-1,-1 1,1-1,-1 1,1-1,-1 1,1-1,-1 1,1-1,0 1,-1 0,1-1,0 1,-3 5,0 0,0 0,1 0,0 0,-1 6,-5 26,2 0,2 1,0 23,6 122,-2-165,11 211,26 124,-33-328</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28.927"/>
    </inkml:context>
    <inkml:brush xml:id="br0">
      <inkml:brushProperty name="width" value="0.1" units="cm"/>
      <inkml:brushProperty name="height" value="0.1" units="cm"/>
      <inkml:brushProperty name="ignorePressure" value="1"/>
    </inkml:brush>
  </inkml:definitions>
  <inkml:trace contextRef="#ctx0" brushRef="#br0">21 375,'29'-26,"-1"-1,-1-1,19-26,-38 43,0 0,-1-1,-1 0,0 0,0 0,-1 0,0-1,-1 0,-1 0,0 0,-1-1,0-9,-1 18,-1 1,-1 0,1-1,-1 1,1 0,-1-1,-1 1,1 0,0 0,-2-2,2 4,1 1,-1 0,0 0,0-1,0 1,0 0,0 0,0 0,0 0,0 0,0 0,0 0,0 1,-1-1,1 0,0 1,-1-1,1 1,-1-1,1 1,0 0,-1-1,1 1,-1 0,1 0,-1 0,1 0,-1 0,1 1,-1-1,1 0,-1 1,-3 1,0 0,0 0,0 0,0 1,0 0,0 0,1 1,-1-1,1 1,0 0,0 0,-3 4,-5 8,1 0,0 1,0 0,-1 5,1 1,0 0,2 0,-3 12,9-23</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40.741"/>
    </inkml:context>
    <inkml:brush xml:id="br0">
      <inkml:brushProperty name="width" value="0.1" units="cm"/>
      <inkml:brushProperty name="height" value="0.1" units="cm"/>
      <inkml:brushProperty name="ignorePressure" value="1"/>
    </inkml:brush>
  </inkml:definitions>
  <inkml:trace contextRef="#ctx0" brushRef="#br0">1 176,'3'18,"0"-1,-1 0,-1 1,0-1,-2 1,0 4,0 17,5 252,-4-277,-2-17,0-23,0-34,3 0,2 0,8-33,-5 60,1 0,1 0,2 1,1 0,1 1,2 0,3-2,-12 25,0-1,1 1,-1 0,2 1,-1-1,1 1,0 0,8-5,-13 11,0-1,0 1,0 0,1-1,-1 1,0 0,1 0,-1 1,1-1,-1 0,1 1,-1-1,1 1,0 0,-1 0,1 0,-1 0,1 1,0-1,-1 1,1-1,-1 1,0 0,1 0,-1 0,1 0,-1 1,0-1,0 0,0 1,0 0,0-1,0 1,0 0,1 2,4 5,0 1,0 0,-1 1,0 0,-1 0,0 0,-1 0,0 1,-1-1,1 3,5 33,4 45,-12-78,6 58,-3 0,-5 51,10-173,2 1,2-1,3 2,1 0,2 1,3 1,1 1,3 1,-26 44,6-10,0 0,0 1,1 0,4-3,-10 10,0 1,1 0,-1 0,0 0,1 0,-1 0,1 0,0 0,-1 0,1 0,0 1,-1-1,1 1,0-1,-1 1,0 0,0 0,0 1,0-1,0 0,0 0,0 1,0-1,-1 0,1 1,0-1,0 1,0-1,-1 1,1 0,0-1,0 1,-1 0,1-1,-1 1,1 0,-1 0,1-1,-1 1,1 0,-1 0,1 1,3 10,0 1,-1-1,0 1,-1 0,0 0,-1 0,0 1,-1-1,-1 1,1 9,-2 157,-17 100,18-270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41.188"/>
    </inkml:context>
    <inkml:brush xml:id="br0">
      <inkml:brushProperty name="width" value="0.1" units="cm"/>
      <inkml:brushProperty name="height" value="0.1" units="cm"/>
      <inkml:brushProperty name="ignorePressure" value="1"/>
    </inkml:brush>
  </inkml:definitions>
  <inkml:trace contextRef="#ctx0" brushRef="#br0">25 56,'-8'83,"-1"-8,4 0,3 0,3 1,-1-66,1 0,1 0,0 0,0 0,1-1,2 7,-4-13,0-1,1 1,-1-1,0 1,1-1,0 1,-1-1,1 0,0 0,0 0,0 0,1 0,-1 0,0-1,1 1,-1-1,1 0,-1 1,1-1,0 0,-1-1,1 1,0 0,0-1,0 1,4-1,-1-1,1 1,-1-1,0-1,1 1,-1-1,0 0,0 0,0-1,0 1,0-2,-1 1,1 0,-1-1,0 0,0 0,0-1,3-4,2-2,0-1,-1 0,0 0,-1-1,0 0,-2 0,5-11,-4 5,0-2,-1 1,-2-1,0 0,-1 0,-1 0,-1-20,-1 30,0-1,-1 1,-1-1,0 1,0 0,-1 0,0 0,-1 0,-1 0,0 1,0 0,-1 0,0 0,0 0,-4-2,7 8,-1 1,0 0,0-1,0 1,0 1,-1-1,1 1,-1-1,0 1,1 1,-1-1,0 1,0-1,0 1,0 1,0-1,0 1,0 0,-1 0,1 0,0 1,0 0,0 0,0 0,0 1,1-1,-1 1,0 0,1 0,-1 1,1 0,-1 0,1 0,0 0,-1 1,-3 5</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41.751"/>
    </inkml:context>
    <inkml:brush xml:id="br0">
      <inkml:brushProperty name="width" value="0.1" units="cm"/>
      <inkml:brushProperty name="height" value="0.1" units="cm"/>
      <inkml:brushProperty name="ignorePressure" value="1"/>
    </inkml:brush>
  </inkml:definitions>
  <inkml:trace contextRef="#ctx0" brushRef="#br0">0 223,'22'100,"-4"-15,10 20,-21-92,-3-21,-1-34,-2 23,2-7,2 0,1 0,1 1,2-1,0 1,1 1,2 0,0 1,4-4,1 1,1 0,2 2,0 0,1 1,2 1,0 1,18-12,-33 28</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42.143"/>
    </inkml:context>
    <inkml:brush xml:id="br0">
      <inkml:brushProperty name="width" value="0.1" units="cm"/>
      <inkml:brushProperty name="height" value="0.1" units="cm"/>
      <inkml:brushProperty name="ignorePressure" value="1"/>
    </inkml:brush>
  </inkml:definitions>
  <inkml:trace contextRef="#ctx0" brushRef="#br0">38 311,'6'2,"0"0,0-1,-1 1,1-1,0-1,0 1,0-1,0 0,0 0,0-1,0 0,0 0,0 0,0-1,-1 0,1 0,0 0,-1-1,0 1,1-1,-1-1,-1 1,1-1,0 0,-1 0,0 0,0-1,0 1,0-1,-1 0,1 0,1-5,1-2,-1 0,0 1,-1-2,0 1,-1 0,0-1,0-8,-2 13,0 0,-1-1,0 1,0 0,-1 0,0-1,-1 1,0 0,0 0,0 0,-1 1,-2-4,5 10,-1-1,0 0,0 1,0-1,0 0,0 1,0-1,-1 1,1 0,0-1,-1 1,1 0,-1 0,1 0,-1 0,0 0,1 0,-1 0,0 0,0 1,0-1,1 1,-1-1,0 1,0 0,0 0,0 0,0 0,0 0,0 0,0 1,1-1,-1 0,0 1,0 0,0-1,1 1,-1 0,-1 0,-4 3,0 1,1-1,-1 1,1 1,0-1,0 1,0 0,-3 6,-4 6,0 0,2 0,1 1,0 1,1 0,1 0,1 1,1 0,1 0,0 0,1 8,3-15,0-1,1 1,0 0,1-1,1 1,0-1,1 1,3 8,-2-12,0-1,0 1,1-1,0 0,0 0,1-1,0 1,1-1,0-1,0 1,9 6,-5-6,0 0,1-1,0 0,1 0,-1-1,1-1,0 0,1-1,-1-1,5 1,12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5:59.205"/>
    </inkml:context>
    <inkml:brush xml:id="br0">
      <inkml:brushProperty name="width" value="0.1" units="cm"/>
      <inkml:brushProperty name="height" value="0.1" units="cm"/>
      <inkml:brushProperty name="ignorePressure" value="1"/>
    </inkml:brush>
  </inkml:definitions>
  <inkml:trace contextRef="#ctx0" brushRef="#br0">0 0,'2'4,"1"0,-1-1,0 1,-1 0,1 0,-1 0,1 0,-1 1,0-1,-1 0,1 1,-1-1,0 0,0 1,3 20,44 275,7 258,-55-538,1-20,0 0,0 0,0 0,0 0,0 0,0 0,0 1,0-1,-1 0,1 0,0 0,0 0,0 0,0 0,0 0,0 0,0 0,0 0,-1 0,1 0,0 0,0 0,0 0,0 0,0 0,0 0,0 0,0 0,-1 0,1 0,0 0,0 0,0-1,0 1,0 0,0 0,0 0,0 0,0 0,0 0,0 0,-1 0,1 0,0 0,0 0,0-1,0 1,0 0,0 0,0 0,0 0,0 0,0 0,0 0,0 0,0-1,0 1,0 0,0 0,0 0,0 0,0 0,0 0,0 0,0 0,0-1,0 1,0 0,1 0,-12-36,7 24,1 2,1 3</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00.392"/>
    </inkml:context>
    <inkml:brush xml:id="br0">
      <inkml:brushProperty name="width" value="0.1" units="cm"/>
      <inkml:brushProperty name="height" value="0.1" units="cm"/>
      <inkml:brushProperty name="ignorePressure" value="1"/>
    </inkml:brush>
  </inkml:definitions>
  <inkml:trace contextRef="#ctx0" brushRef="#br0">0 90,'6'9,"0"1,0-1,-1 1,-1 0,0 0,0 1,-1-1,0 1,-1 1,5 27,1 35,-6-54,8 120,-14-207,3 0,4-2,-1 40,1-1,2 1,0 0,3 0,8-23,-14 47,0 0,0 0,1 0,0 0,0 0,0 1,0-1,1 1,0 0,3-3,-6 6,1 0,-1 0,1 0,-1 0,1 0,0 1,-1-1,1 0,0 1,-1 0,1-1,0 1,0 0,-1 0,1 0,0 0,0 0,0 0,-1 0,1 0,0 1,0-1,-1 1,1 0,0-1,-1 1,1 0,-1 0,1 0,-1 0,1 0,-1 0,0 1,1 0,6 5,-2 0,1 1,-1 1,0-1,-1 1,0 0,0 0,-1 0,2 7,7 21,6 32,-19-68,7 24,-1 1,-2 0,0 0,-2 0,-1 1,-1 1,-8-95,8 11,5-32,-2 64,0 1,2 0,0-1,2 2,1-3,-7 22,1-1,-1 0,1 1,0-1,0 1,0 0,0 0,1 0,0 0,-1 0,1 0,-2 2,1 1,-1-1,0 0,0 1,0-1,0 1,0 0,1-1,-1 1,0 0,0 0,1 0,-1 0,0 0,0 0,1 0,-1 0,0 0,0 1,1-1,-1 0,0 1,0-1,0 1,0-1,0 1,0 0,0-1,0 1,0 0,0 0,0 0,0 0,0 0,0 0,8 9,-1 0,1 1,-2 0,0 1,0 0,-1 0,0 0,3 11,5 20,10 43,-15-46,0 0,-3 1,-2 0,-1 0,-2 31,-2-62</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00.824"/>
    </inkml:context>
    <inkml:brush xml:id="br0">
      <inkml:brushProperty name="width" value="0.1" units="cm"/>
      <inkml:brushProperty name="height" value="0.1" units="cm"/>
      <inkml:brushProperty name="ignorePressure" value="1"/>
    </inkml:brush>
  </inkml:definitions>
  <inkml:trace contextRef="#ctx0" brushRef="#br0">1 59,'9'2,"0"-1,0 0,0 0,0-1,0-1,0 0,0 0,0 0,0-1,2-1,19-3,48-5,-1-4,5-5,-74 18</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01.173"/>
    </inkml:context>
    <inkml:brush xml:id="br0">
      <inkml:brushProperty name="width" value="0.1" units="cm"/>
      <inkml:brushProperty name="height" value="0.1" units="cm"/>
      <inkml:brushProperty name="ignorePressure" value="1"/>
    </inkml:brush>
  </inkml:definitions>
  <inkml:trace contextRef="#ctx0" brushRef="#br0">0 42,'0'0,"6"1,10 0,13 1,11-1,6-2,3-1,0-2,-2-5,-8-1,-12 1,-10 2,-7 2</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02.235"/>
    </inkml:context>
    <inkml:brush xml:id="br0">
      <inkml:brushProperty name="width" value="0.1" units="cm"/>
      <inkml:brushProperty name="height" value="0.1" units="cm"/>
      <inkml:brushProperty name="ignorePressure" value="1"/>
    </inkml:brush>
  </inkml:definitions>
  <inkml:trace contextRef="#ctx0" brushRef="#br0">31 1,'-3'2,"1"1,0-1,0 1,0 0,0 0,0 0,1-1,-1 2,1-1,0 0,0 0,0 0,0 1,0-1,1 1,-5 55,4-45,0 102,5-1,5 0,19 84,-21-171,-7-28,0 1,0-1,0 0,0 0,0 0,0 0,0 0,0 0,0 0,0 0,0 0,0 0,0 1,0-1,0 0,0 0,0 0,0 0,0 0,0 0,0 0,0 0,0 0,0 0,0 0,0 1,0-1,0 0,0 0,1 0,-1 0,0 0,0 0,0 0,0 0,0 0,0 0,0 0,0 0,0 0,1 0,-1 0,0 0,0 0,0 0,0 0,0 0,0 0,0 0,0 0,0 0,0 0,1 0,-1 0,0 0,0 0,0 0,0 0,0 0,0-1,3-13,-3 5,0 2</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02.626"/>
    </inkml:context>
    <inkml:brush xml:id="br0">
      <inkml:brushProperty name="width" value="0.1" units="cm"/>
      <inkml:brushProperty name="height" value="0.1" units="cm"/>
      <inkml:brushProperty name="ignorePressure" value="1"/>
    </inkml:brush>
  </inkml:definitions>
  <inkml:trace contextRef="#ctx0" brushRef="#br0">1 99,'9'41,"-2"0,-1 0,-2 5,0-5,1-1,2 1,4 9,-3-25,0-1,10 21,-16-39,1-1,0 1,0-1,1 1,0-1,-1 0,2-1,-1 1,0-1,1 0,0 0,0 0,0 0,4 1,-7-4,1 0,0 0,-1-1,1 1,0-1,-1 0,1 1,0-1,0 0,-1-1,1 1,0 0,0-1,-1 1,1-1,-1 0,1 0,0 0,-1 0,0-1,1 1,-1-1,0 1,0-1,0 0,0 0,0 0,2-2,3-4,0-1,-1 0,0 0,0-1,-1 1,4-10,0-5,0 0,-1-1,-2-1,-1 1,0-1,-2 0,-1-5,-1 9,-1-1,-1 1,-1-1,-1 1,-1 0,-1 0,-1 0,-4-10,7 23,-1 1,0-1,-1 1,0 0,0 0,0 1,-6-6,9 11,0-1,0 1,0 0,-1 0,1 1,-1-1,1 0,-1 1,0 0,1-1,-1 1,0 0,0 0,0 1,0-1,0 0,0 1,0 0,0 0,0 0,0 0,0 0,0 1,0-1,-1 1,-2 2,-1 0,1 0,-1 1,1-1,0 1,0 1,1-1,-1 1,1 0,0 0,-2 4,-6 6,1 2,1-1,-6 11,10-12</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03.107"/>
    </inkml:context>
    <inkml:brush xml:id="br0">
      <inkml:brushProperty name="width" value="0.1" units="cm"/>
      <inkml:brushProperty name="height" value="0.1" units="cm"/>
      <inkml:brushProperty name="ignorePressure" value="1"/>
    </inkml:brush>
  </inkml:definitions>
  <inkml:trace contextRef="#ctx0" brushRef="#br0">42 63,'-3'68,"3"1,3 0,4 0,13 61,-15-107,1 1,1-1,5 9,-10-27,0 0,0 0,1 0,-1 0,1-1,0 1,0-1,1 0,-1 0,1 0,0-1,0 1,0-1,0 0,1 0,0 0,-1-1,3 2,-3-4,-1 1,0-1,0 0,0 0,0 0,0 0,0 0,1-1,-1 1,0-1,0 0,0 0,0 0,0 0,-1-1,1 1,0-1,-1 0,1 0,-1 0,1 0,-1 0,0 0,0 0,0-1,0 1,1-3,5-6,-1 0,-1 0,0-1,0 0,-1 0,0-4,1-4,-1-1,0 1,-2-1,0-1,-2 1,0 0,-2 0,0-1,-1 1,-4-17,2 21,0 0,-1 0,-1 0,0 1,-2 0,1 0,-2 1,0 0,-1 1,0 0,-1 0,-1 1,-5-4,9 10,0 0,-1 1,0 0,0 0,-1 1,0 0,-7-2,11 5,0 0,-1 0,1 0,-1 1,1 0,-1 0,0 1,1 0,-1 0,0 1,1 0,-1 0,0 0,-4 3</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03.454"/>
    </inkml:context>
    <inkml:brush xml:id="br0">
      <inkml:brushProperty name="width" value="0.1" units="cm"/>
      <inkml:brushProperty name="height" value="0.1" units="cm"/>
      <inkml:brushProperty name="ignorePressure" value="1"/>
    </inkml:brush>
  </inkml:definitions>
  <inkml:trace contextRef="#ctx0" brushRef="#br0">1 1,'0'0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03.794"/>
    </inkml:context>
    <inkml:brush xml:id="br0">
      <inkml:brushProperty name="width" value="0.1" units="cm"/>
      <inkml:brushProperty name="height" value="0.1" units="cm"/>
      <inkml:brushProperty name="ignorePressure" value="1"/>
    </inkml:brush>
  </inkml:definitions>
  <inkml:trace contextRef="#ctx0" brushRef="#br0">113 1,'-14'16,"1"0,1 1,1 1,0 0,1 1,1 0,1 0,0 1,0 6,6-17,0 0,0 0,1 0,0 0,1 1,0-1,0 0,1 0,1 0,0 4,0-7,0 0,0-1,0 1,1 0,0-1,0 1,1-1,-1 0,1 0,0 0,0-1,1 1,0-1,-1 0,6 3,-4-3,0 0,0-1,1 1,-1-2,0 1,1 0,0-1,0-1,-1 1,1-1,0 0,0 0,0-1,0 0,0 0,0-1,0 0,0 0,0-1,3-1,-1 0,0-1,-1 0,1 0,-1-1,-1 0,1 0,-1-1,1 0,-2-1,1 1,-1-1,0 0,0-1,-1 0,0 0,3-4,-1-1,0 0,-1-1,1-6,-3 9</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04.327"/>
    </inkml:context>
    <inkml:brush xml:id="br0">
      <inkml:brushProperty name="width" value="0.1" units="cm"/>
      <inkml:brushProperty name="height" value="0.1" units="cm"/>
      <inkml:brushProperty name="ignorePressure" value="1"/>
    </inkml:brush>
  </inkml:definitions>
  <inkml:trace contextRef="#ctx0" brushRef="#br0">1 388,'4'-54,"4"0,1 1,3 0,2 0,5-6,-16 52,0-1,0 1,1-1,0 1,4-4,-8 10,1 0,-1 0,1 0,0 1,-1-1,1 0,0 0,0 0,0 1,-1-1,1 1,0-1,0 0,0 1,0-1,0 1,0 0,0-1,0 1,0 0,0 0,1 0,-1-1,0 1,0 0,0 1,0-1,0 0,0 0,0 0,0 1,0-1,0 0,0 1,0-1,0 1,0-1,0 1,0-1,0 1,0 0,0 0,-1-1,1 1,0 0,4 5,0 0,0 1,-1-1,0 1,0 0,-1 0,2 3,18 57,-14-39,1 1,-7-16,1 0,0-1,1 0,0 0,1 0,1-1,3 5,-10-15,1 0,-1-1,1 1,-1-1,1 1,-1-1,1 1,-1-1,1 1,-1-1,1 1,0-1,-1 0,1 1,0-1,-1 0,1 0,0 1,0-1,-1 0,1 0,0 0,0 0,-1 0,1 0,0 0,-1 0,1 0,1-1,-1 0,0 0,1 1,-1-1,0-1,1 1,-1 0,0 0,0 0,0-1,0 1,0 0,0-1,0 0,4-8,0 1,-1-2,3-9,-7 17,18-67,-13 48,0 0,1 1,2-1,5-11,-12 32,-1 0,0 1,1-1,-1 0,1 0,0 0,-1 0,1 0,0 1,-1-1,1 0,0 0,0 1,0-1,-1 1,1-1,0 1,0-1,0 1,0-1,0 1,0 0,0 0,-1 0,1 1,0-1,0 0,-1 0,1 0,0 1,-1-1,1 0,0 1,-1-1,1 1,-1-1,1 0,-1 1,1-1,-1 1,1 0,0 0,2 4,0 0,1 0,-2 0,1 1,-1 0,1 1,10 30,-3 1,0 1,-3 0,3 33,-7-37</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05.920"/>
    </inkml:context>
    <inkml:brush xml:id="br0">
      <inkml:brushProperty name="width" value="0.1" units="cm"/>
      <inkml:brushProperty name="height" value="0.1" units="cm"/>
      <inkml:brushProperty name="ignorePressure" value="1"/>
    </inkml:brush>
  </inkml:definitions>
  <inkml:trace contextRef="#ctx0" brushRef="#br0">0 0,'10'23,"-1"0,-1 0,-2 1,0 0,-1 0,-2 0,0 3,2 11,31 243,-7 104,-27-371,-1-24,-1 3</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06.774"/>
    </inkml:context>
    <inkml:brush xml:id="br0">
      <inkml:brushProperty name="width" value="0.1" units="cm"/>
      <inkml:brushProperty name="height" value="0.1" units="cm"/>
      <inkml:brushProperty name="ignorePressure" value="1"/>
    </inkml:brush>
  </inkml:definitions>
  <inkml:trace contextRef="#ctx0" brushRef="#br0">1 59,'18'67,"-3"0,-2 2,-4-1,-2 2,-4 61,-3-111,-1-14,1-12,2-57,2 0,4 0,2 0,3 1,2 1,13-27,-25 79,16-38,-18 45,0 0,0-1,1 1,-1 0,1 0,0 0,-1 0,1 0,0 1,0-1,0 0,0 1,0-1,0 1,1 0,0-1,-1 2,-1 0,0 0,1 0,-1 0,0 0,1 0,-1 0,0 1,0-1,1 0,-1 1,0-1,0 1,0-1,1 1,-1 0,0 0,0-1,0 1,0 0,0 0,0 0,-1 0,1 0,0 0,0 0,-1 0,1 0,0 1,17 37,-17-36,14 42,-3 2,-1 0,2 32,11 51,-16-112,-8-18,0 0,0 0,0 1,0-1,1 0,-1 0,0 0,0 0,0 0,0 0,1 0,-1 0,0 0,0 0,0 0,1 0,-1 0,0 0,0 0,0 0,1 0,-1 0,0 0,0 0,0 0,1 0,-1 0,0 0,0 0,0 0,1 0,-1 0,0-1,0 1,0 0,0 0,0 0,1 0,-1 0,0-1,0 1,0 0,2-3,0-1,0 0,0 1,-1-1,0 0,0 0,1-1,13-55,1-3,4-5,-13 49,0 1,1 0,1 1,0 0,11-13,-19 28,0 0,1 0,-1 0,1 0,0 0,0 0,-1 1,1-1,0 1,0-1,1 1,-1 0,0 0,0 0,1 0,-1 0,0 0,1 1,-1-1,1 1,0-1,-1 2,0-1,0 1,1 0,-1-1,0 1,0 0,0 0,0 0,0 1,0-1,-1 0,1 1,0-1,0 1,-1 0,1-1,-1 1,0 0,1 0,-1 0,0 0,0 0,0 1,7 15,0 0,-2 1,0 0,-1 0,-1 1,1 15,3 37,-4 14,-3-73,2 58,-4 1,-5 31,5-96</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07.345"/>
    </inkml:context>
    <inkml:brush xml:id="br0">
      <inkml:brushProperty name="width" value="0.1" units="cm"/>
      <inkml:brushProperty name="height" value="0.1" units="cm"/>
      <inkml:brushProperty name="ignorePressure" value="1"/>
    </inkml:brush>
  </inkml:definitions>
  <inkml:trace contextRef="#ctx0" brushRef="#br0">0 46,'9'-6,"0"-1,1 1,0 1,0 0,0 0,2 0,-10 4,1 0,-1 0,1 0,-1 1,1-1,-1 0,1 1,-1 0,1 0,0 0,-1 0,1 0,0 0,-1 0,1 1,-1 0,1-1,-1 1,1 0,-1 0,1 0,-1 1,0-1,0 0,1 1,-1 0,0-1,0 2,0-1,-1 1,0-1,0 1,0 0,0 0,0-1,0 1,-1 0,1 0,-1 0,0 0,0 0,0 0,0 0,0 0,-1-1,1 1,-1 0,0 0,0 0,0-1,0 2,-6 11,0-1,0 1,-7 7,5-7,-1 1,6-8,-1-1,1 1,0-1,1 1,0 0,-2 6,5-14,0 1,0-1,0 1,0-1,0 1,0-1,0 1,0-1,0 1,0-1,0 1,0-1,0 1,0-1,0 1,1-1,-1 1,0-1,0 0,1 1,-1-1,0 1,0-1,1 0,-1 1,1-1,-1 0,0 1,1-1,17 3,25-9,-36 5,70-17,11-6,45-11,-123 32</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07.737"/>
    </inkml:context>
    <inkml:brush xml:id="br0">
      <inkml:brushProperty name="width" value="0.1" units="cm"/>
      <inkml:brushProperty name="height" value="0.1" units="cm"/>
      <inkml:brushProperty name="ignorePressure" value="1"/>
    </inkml:brush>
  </inkml:definitions>
  <inkml:trace contextRef="#ctx0" brushRef="#br0">1 0,'0'0,"0"0,0 0,6 4,5 1,6 1,3 1,5-2,2 0,1-2,0-1,-1-4,-2-2,-5 0,-7 0,-5 1,-4 1</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08.092"/>
    </inkml:context>
    <inkml:brush xml:id="br0">
      <inkml:brushProperty name="width" value="0.1" units="cm"/>
      <inkml:brushProperty name="height" value="0.1" units="cm"/>
      <inkml:brushProperty name="ignorePressure" value="1"/>
    </inkml:brush>
  </inkml:definitions>
  <inkml:trace contextRef="#ctx0" brushRef="#br0">0 12,'0'0,"0"0,10 2,12 1,9 1,8-2,3-2,-1-3,-1-1,-9-2,-9 2,-9 1,-6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08.524"/>
    </inkml:context>
    <inkml:brush xml:id="br0">
      <inkml:brushProperty name="width" value="0.1" units="cm"/>
      <inkml:brushProperty name="height" value="0.1" units="cm"/>
      <inkml:brushProperty name="ignorePressure" value="1"/>
    </inkml:brush>
  </inkml:definitions>
  <inkml:trace contextRef="#ctx0" brushRef="#br0">0 0,'10'261,"7"-105,-6-58,-2 78,-8-164,-1-7,0-1,1 0,-2 1,1-1,0 0,-1 0,0 0,0 1,0-1,0 0,-1 0,0 0,0-2</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08.992"/>
    </inkml:context>
    <inkml:brush xml:id="br0">
      <inkml:brushProperty name="width" value="0.1" units="cm"/>
      <inkml:brushProperty name="height" value="0.1" units="cm"/>
      <inkml:brushProperty name="ignorePressure" value="1"/>
    </inkml:brush>
  </inkml:definitions>
  <inkml:trace contextRef="#ctx0" brushRef="#br0">51 65,'10'53,"3"47,-6-38,5 8,-8-50,1-1,1 0,0 0,2-1,6 12,-11-24,1 0,-1-1,1 1,0-1,1 0,0 0,-1 0,1-1,1 1,-1-1,1-1,4 3,-8-4,1-1,-1 0,1 0,-1-1,1 1,0 0,0-1,-1 0,1 0,0 1,0-2,-1 1,1 0,0 0,0-1,-1 0,1 1,0-1,-1 0,1 0,-1-1,1 1,-1 0,0-1,1 0,-1 1,0-1,0 0,0 0,0 0,1-2,3-5,1 0,-2-1,1 1,-1-1,-1 0,0 0,0-1,-1 1,-1-1,1 0,-2 1,1-1,-2-2,2-7,-2 0,-1-1,0 1,-2 0,0-1,-4-12,2 15,-1 1,-1 1,0-1,-1 1,0 0,-1 1,-3-3,6 11,1-1,-2 1,1 0,-1 0,0 1,0 0,0 0,-1 0,0 1,0 1,-1-1,1 1,-1 1,-3-2,6 4,0 0,0 1,1-1,-1 1,0 0,0 1,0-1,0 1,0 0,0 1,1 0,-1-1,0 2,1-1,0 1,-1 0,1 0,0 0,1 1,-1-1,0 1,1 0,0 1,-2 2,-2 3</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09.443"/>
    </inkml:context>
    <inkml:brush xml:id="br0">
      <inkml:brushProperty name="width" value="0.1" units="cm"/>
      <inkml:brushProperty name="height" value="0.1" units="cm"/>
      <inkml:brushProperty name="ignorePressure" value="1"/>
    </inkml:brush>
  </inkml:definitions>
  <inkml:trace contextRef="#ctx0" brushRef="#br0">38 91,'-4'43,"3"0,3 33,-1-54,2 0,1-1,0 1,2-1,0 0,4 6,-7-19,1-1,0 1,0-1,1 0,0 0,0 0,1 0,0-1,4 4,-8-9,0 1,0-1,0 1,0-1,0 0,0 1,0-1,1 0,-1 0,0-1,0 1,1 0,-1-1,1 0,-1 1,0-1,1 0,-1 0,1 0,-1-1,1 1,-1 0,0-1,1 0,-1 1,0-1,1 0,-1 0,0-1,0 1,0 0,0-1,0 1,0-1,1-1,2-3,1-1,-1 1,-1-1,1-1,-1 1,-1-1,1 1,-1-1,-1 0,1 0,-1 0,-1-1,1 1,-1 0,-1-2,1-7,0 0,-2-1,0 1,-1 0,0 0,-2 1,0-2,0 3,-2 1,0 0,0 0,-1 0,-1 1,0 0,-1 0,0 1,-7-7,9 11,-1 1,0 0,0 0,0 0,-1 1,0 0,0 1,-1 0,1 1,-1 0,0 0,0 1,-1 0,-1 0,-2 2,5 2</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09.959"/>
    </inkml:context>
    <inkml:brush xml:id="br0">
      <inkml:brushProperty name="width" value="0.1" units="cm"/>
      <inkml:brushProperty name="height" value="0.1" units="cm"/>
      <inkml:brushProperty name="ignorePressure" value="1"/>
    </inkml:brush>
  </inkml:definitions>
  <inkml:trace contextRef="#ctx0" brushRef="#br0">1 51,'37'-17,"-27"12,0 0,0 1,0 0,1 0,-1 1,1 1,0-1,0 2,8-1,-18 2,0 0,0 0,0 0,0 0,0 0,1 0,-1 0,0 1,0-1,0 0,0 1,0-1,0 1,0-1,0 1,0-1,0 1,0 0,0-1,-1 1,1 0,0 0,0 0,-1 0,0 0,1 0,-1 0,0 0,0 0,0 0,0 1,0-1,0 0,0 0,0 0,0 0,0 0,-1 0,1 0,0 0,-1 1,-3 6,0 0,-1-1,1 1,-2-1,-1 2,3-3,-32 38,24-32,2 1,-1 0,2 1,0 0,0 0,-2 7,11-21,0 1,0-1,0 0,-1 0,1 1,0-1,0 0,0 1,0-1,0 0,0 1,0-1,0 0,0 1,0-1,0 0,0 1,0-1,0 1,0-1,0 0,0 1,0-1,0 0,0 1,0-1,1 0,-1 1,0-1,0 0,0 0,1 1,-1-1,0 0,0 0,1 1,-1-1,0 0,0 0,1 0,-1 1,0-1,1 0,-1 0,0 0,1 0,-1 0,0 0,1 0,-1 0,1 0,-1 0,0 0,1 0,-1 0,0 0,1 0,-1 0,0 0,1 0,-1 0,0-1,1 1,-1 0,0 0,29-11,-26 10,172-78,-164 75</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10.572"/>
    </inkml:context>
    <inkml:brush xml:id="br0">
      <inkml:brushProperty name="width" value="0.1" units="cm"/>
      <inkml:brushProperty name="height" value="0.1" units="cm"/>
      <inkml:brushProperty name="ignorePressure" value="1"/>
    </inkml:brush>
  </inkml:definitions>
  <inkml:trace contextRef="#ctx0" brushRef="#br0">172 5,'-4'-1,"-1"0,0 0,0 0,0 1,0-1,0 1,1 0,-1 1,0-1,0 1,0 0,0 0,1 1,-1-1,0 1,-3 2,3-1,1 0,-1 1,0-1,1 1,0 1,-1-1,2 0,-1 1,0 0,1 0,0 0,-1 3,-2 6,0 0,1 1,1 0,0 0,1 0,1 0,0 0,1 1,0-1,2 2,0 7,2 0,0 0,2-1,1 1,7 20,-7-28,0-1,1-1,0 1,2-1,-1 0,2-1,0 0,0 0,3 1,-10-11,1 1,0-1,0 0,0 0,0-1,0 1,0-1,1 0,4 2,-8-3,1-1,0 0,-1 1,1-1,0 0,-1 0,1 0,0 0,-1 0,1-1,0 1,-1 0,1-1,-1 1,1-1,0 0,-1 1,0-1,1 0,-1 0,1 0,-1 0,0 0,0 0,1 0,-1-1,0 1,0 0,0-1,0 1,3-7,0 1,0-1,-1 0,0 1,0-1,-1-1,0 1,0-1,2-14,-1 0,-1-8,-2 17</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11.237"/>
    </inkml:context>
    <inkml:brush xml:id="br0">
      <inkml:brushProperty name="width" value="0.1" units="cm"/>
      <inkml:brushProperty name="height" value="0.1" units="cm"/>
      <inkml:brushProperty name="ignorePressure" value="1"/>
    </inkml:brush>
  </inkml:definitions>
  <inkml:trace contextRef="#ctx0" brushRef="#br0">0 36,'14'85,"3"-2,4 0,15 34,-25-91,-5-21,-1-18,1-49,-1-30,2-33,-5 109,-1-4,2 0,0 0,1 1,5-12,-9 30,0 0,0 0,0 0,1 1,-1-1,0 0,1 0,-1 0,0 1,1-1,-1 0,1 0,-1 1,1-1,0 0,-1 1,1-1,0 1,-1-1,1 1,0-1,0 1,-1-1,1 2,0-1,-1 0,1 1,-1-1,1 0,-1 1,1-1,-1 0,1 1,-1-1,1 1,-1-1,1 1,-1-1,0 1,1-1,-1 1,0 0,0-1,1 1,-1-1,0 1,11 42,6 101,-5-28,-8-101,-4-15,0 0,0 0,1 0,-1 0,0 1,0-1,0 0,0 0,0 0,1 0,-1 0,0 0,0 0,0 0,0 0,1 0,-1 0,0 0,0 0,0 0,0 0,0 0,1 0,-1 0,0 0,0-1,0 1,0 0,0 0,1 0,-1 0,0 0,0 0,0 0,0 0,0 0,0-1,0 1,1 0,-1 0,0 0,0 0,0 0,0-1,12-26,-11 24,3-8,12-33,14-26,-25 58,1 1,1 0,0 0,1 1,0-1,0 2,1-1,4-2,-12 11,0-1,0 1,0 0,0 0,1 0,-1 1,0-1,0 0,1 0,-1 1,1-1,-1 1,1-1,-1 1,1-1,-1 1,1 0,-1 0,1 0,-1 0,1 0,-1 0,1 0,-1 1,1-1,-1 0,1 1,-1-1,1 1,-1 0,1-1,-1 1,0 0,0 0,1 0,-1 0,0 0,0 0,0 0,0 0,0 1,0-1,0 0,-1 1,1-1,0 1,4 7,-1 0,0 1,-1-1,0 1,-1 0,2 5,1 16,-1 0,-2 0,0 0,-2 0,-4 25,3-47</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11.804"/>
    </inkml:context>
    <inkml:brush xml:id="br0">
      <inkml:brushProperty name="width" value="0.1" units="cm"/>
      <inkml:brushProperty name="height" value="0.1" units="cm"/>
      <inkml:brushProperty name="ignorePressure" value="1"/>
    </inkml:brush>
  </inkml:definitions>
  <inkml:trace contextRef="#ctx0" brushRef="#br0">0 34,'12'-5,"50"-18,-57 22,0-1,0 1,0 0,0 1,0-1,0 1,0 0,0 0,0 1,0 0,2 0,-6 0,1-1,0 1,-1 0,1 0,-1 0,1 0,-1 0,1 0,-1 1,0-1,1 0,-1 1,0-1,0 1,0-1,0 1,0-1,-1 1,1 0,0 0,-1-1,1 1,-1 0,0 0,1 0,-1-1,0 1,0 0,0 0,0 0,-1 0,1-1,-1 2,0 7,-1 0,-1 0,1 0,-2 0,-1 3,-7 13,-1 0,-2 0,-7 8,4-5,0 2,1 1,17-31,-1 0,1-1,-1 1,1 0,-1 0,1 0,-1 0,1 0,0 0,-1 0,1 0,0 0,0 0,0 0,0 0,0 0,0 0,0 0,0 0,0 0,1 0,-1 0,0 0,1 0,-1-1,0 1,1 0,-1 0,1 0,0 0,-1 0,1-1,0 1,-1 0,1-1,0 1,0 0,-1-1,1 1,0-1,0 1,0-1,0 0,0 1,0-1,0 0,0 1,0-1,0 0,1 0,6 1,0-1,0 0,0 0,1-1,5-1,16-3,0-1,0-2,-1-1,0-1,10-7,-30 13</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13.525"/>
    </inkml:context>
    <inkml:brush xml:id="br0">
      <inkml:brushProperty name="width" value="0.1" units="cm"/>
      <inkml:brushProperty name="height" value="0.1" units="cm"/>
      <inkml:brushProperty name="ignorePressure" value="1"/>
    </inkml:brush>
  </inkml:definitions>
  <inkml:trace contextRef="#ctx0" brushRef="#br0">446 64,'0'0,"-1"1,1-1,-1 0,1 1,-1-1,1 0,-1 0,1 0,-1 1,0-1,1 0,-1 0,1 0,-1 0,0 0,1 0,-1 0,1 0,-1 0,0 0,1 0,-1 0,1-1,-1 1,1 0,-1 0,1-1,-1 1,1 0,-1-1,1 1,-32-15,4 3,-3 2,0 2,-1 2,0 1,0 1,-1 2,1 1,0 1,-23 4,54-4,0 0,0 0,0 0,0 0,1 0,-1 0,0 0,0 0,0 1,0-1,1 0,-1 0,0 1,0-1,1 1,-1-1,0 1,1-1,-1 1,0-1,1 1,-1-1,1 1,-1 0,1-1,-1 1,1 0,-1-1,1 1,0 0,-1 0,1 2,1-1,-1 1,1-1,-1 0,1 0,0 1,0-1,0 0,0 0,0 1,3 4,11 28,-1 1,-2 0,-2 1,-1 0,3 36,-3 10,-4 0,-4 14,-1-93,1 14,2-15,4-10,-1-2,0 1,0-1,1 2,1-1,-1 1,1 0,0 1,1 0,0 0,0 0,0 2,9-5,-11 6,1 1,-1-1,0 1,1 1,-1 0,1 0,-1 0,1 1,-1 0,1 0,0 1,-1 0,1 0,-1 1,0 0,1 0,-1 1,2 1,-4-1,1 1,0-1,-1 2,0-1,0 0,0 1,-1 0,1 0,-1 1,0-1,-1 1,1 0,-1 0,0 0,-1 0,1 0,-1 1,-1-1,1 1,-1 3,2 8,0 1,-2 1,-1-1,0 0,-1 0,-3 13,1-14,-1 0,-1 0,-1 0,0-1,-1 0,-1 0,-1 0,0-1,-1-1,-1 1,-10 9,14-16,-1-1,-1 0,1-1,-1 0,-1 0,1-1,-1 0,0-1,-3 1,5-3,1 0,-1-1,0 0,0 0,0-1,0 0,-1-1,1 1,0-1,0-1,0 0,0 0,-3-1,2-1,1 1,0-2,-1 1,2-1,-1 0,0 0,1-1,0 0,0-1,0 0,1 0,0 0,0 0,0-2,-3-3,2 0,-1-1,1 0,1 0,0 0,0-1,2 0,-3-9,3 6</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14.005"/>
    </inkml:context>
    <inkml:brush xml:id="br0">
      <inkml:brushProperty name="width" value="0.1" units="cm"/>
      <inkml:brushProperty name="height" value="0.1" units="cm"/>
      <inkml:brushProperty name="ignorePressure" value="1"/>
    </inkml:brush>
  </inkml:definitions>
  <inkml:trace contextRef="#ctx0" brushRef="#br0">7 14,'1'9,"-2"-5,1 0,0 0,1 0,-1 0,1-1,-1 1,1 0,0 0,1-1,-1 1,1-1,0 2,-2-5,0 0,0 0,1 0,-1 0,0 0,0 1,1-1,-1 0,0 0,0 0,0 0,1 0,-1 0,0 0,0 0,1 0,-1 0,0 0,0 0,1 0,-1 0,0 0,0-1,1 1,-1 0,0 0,0 0,0 0,1 0,-1 0,0-1,0 1,0 0,0 0,1 0,-1 0,0-1,0 1,0 0,0 0,0-1,0 1,1 0,-1 0,0 0,0-1,0 1,0 0,0 0,0-1,0 1,0 0,0 0,0-1,0 1,0 0,3-16,-3 12,0-1,-1 0,0 1,1-1,-1 1,-1-2,2 5,0 0,0 0,0 1,-1-1,1 0,0 0,0 1,-1-1,1 0,0 1,-1-1,1 0,0 1,-1-1,1 0,-1 1,1-1,-1 1,1-1,-1 1,0-1,1 1,-1 0,0-1,1 1,-1-1,0 1,0 0,1 0,-1 0,0-1,0 1,1 0,-1 0,0 0,0 0,1 0,-1 0,0 0,0 1,0-1,0 1</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14.625"/>
    </inkml:context>
    <inkml:brush xml:id="br0">
      <inkml:brushProperty name="width" value="0.1" units="cm"/>
      <inkml:brushProperty name="height" value="0.1" units="cm"/>
      <inkml:brushProperty name="ignorePressure" value="1"/>
    </inkml:brush>
  </inkml:definitions>
  <inkml:trace contextRef="#ctx0" brushRef="#br0">36 0,'1'18,"0"-1,-2 1,0-1,0 1,-2-1,-1 5,-4 30,-11 209,18-211,3 0,2 0,1 0,5 10,-7-46,1-1,0 0,1 0,0 0,1 0,0-1,1 0,8 11,-13-20,1 1,-1-1,1 0,0 0,0 0,0-1,0 1,0-1,1 0,-1 1,1-2,0 1,-1 0,1-1,0 1,0-1,0 0,0-1,0 1,0 0,0-1,0 0,0 0,0-1,0 1,0-1,0 1,0-1,0-1,0 1,0 0,0-1,2-2,0 1,0-1,0 0,0-1,-1 1,0-1,0 0,0-1,-1 1,1-1,-1 0,-1 0,1 0,-1 0,0-1,0 1,-1-1,1-2,1-5,-1-1,0 1,0-1,-2 1,0-1,-1 1,0-1,-2-7,1 14,0 0,-1 0,0 0,0 0,-1 0,0 0,0 1,-1 0,0-1,-3-2,5 7,0 1,0-1,0 1,0 0,0 0,0 0,-1 0,1 0,-1 0,0 1,1-1,-1 1,0 0,0 0,0 0,0 0,0 0,0 0,0 1,0 0,0 0,0 0,0 0,0 0,-1 0,1 1,0-1,0 1,0 0,-4 2,0 0,0 0,0 1,0 0,0 0,1 1,0-1,0 2,0-1,-1 3,-4 4,0 0,1 1,1 1,-4 6,6-6</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15.531"/>
    </inkml:context>
    <inkml:brush xml:id="br0">
      <inkml:brushProperty name="width" value="0.1" units="cm"/>
      <inkml:brushProperty name="height" value="0.1" units="cm"/>
      <inkml:brushProperty name="ignorePressure" value="1"/>
    </inkml:brush>
  </inkml:definitions>
  <inkml:trace contextRef="#ctx0" brushRef="#br0">2 31,'0'217,"-2"12,10-341,4 0,-4 60,2 1,3 0,6-14,-18 62,0 0,0 1,0-1,0 1,0-1,1 1,-1-1,1 1,0 0,0 0,0 0,0-1,-2 3,1 0,-1-1,1 1,-1 0,0 0,1 0,-1 0,1 0,-1-1,0 1,1 0,-1 0,1 0,-1 0,1 0,-1 0,0 0,1 0,-1 1,1-1,-1 0,0 0,1 0,-1 0,1 0,-1 1,0-1,1 0,0 1,0 0,0 1,0-1,0 0,0 1,0-1,0 1,0-1,0 1,-1-1,1 2,7 18,-2 1,0 0,-2 0,2 12,4 94,-3-31,-7-96,0 1,0-1,1 0,-1 0,0 0,0 1,1-1,-1 0,0 0,1 0,-1 0,1 0,0 0,0 1,-1-2,0 0,0 0,1 0,-1 0,0 0,1 0,-1 0,0-1,1 1,-1 0,0 0,0 0,1 0,-1 0,0 0,0-1,1 1,-1 0,0 0,0 0,0-1,1 1,-1 0,0 0,0-1,0 1,0 0,0-1,1 1,-1 0,0 0,0-1,0 1,15-41,-11 29,-1 4,17-45,8-10,-21 48,1 0,0 1,2 1,-1-1,1 1,8-6,-17 17,0 1,0 0,0 0,0 0,1 0,-1 0,0 0,1 0,-1 0,0 1,1-1,-1 0,1 1,-1-1,1 1,0 0,-1-1,1 1,-1 0,1 0,0 0,-1 0,1 1,-1 0,0-1,0 1,1 0,-1-1,0 1,0 0,0 0,0 0,0 0,0 0,0 0,-1 0,1 0,0 0,0 1,-1-1,1 1,3 7,-1 1,0 0,-1 0,0 0,1 9,5 69,-4 1,-4-1,-9 63,8-139,0-6</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16.024"/>
    </inkml:context>
    <inkml:brush xml:id="br0">
      <inkml:brushProperty name="width" value="0.1" units="cm"/>
      <inkml:brushProperty name="height" value="0.1" units="cm"/>
      <inkml:brushProperty name="ignorePressure" value="1"/>
    </inkml:brush>
  </inkml:definitions>
  <inkml:trace contextRef="#ctx0" brushRef="#br0">1 105,'32'-14,"27"-15,-27 12,22-7,-43 20,0 0,1 1,-1 0,1 1,-1 0,1 1,0 1,-10-1,-1 1,0 0,1 0,-1 0,1 0,-1 0,0 0,1 0,-1 0,0 1,1-1,-1 0,0 1,1-1,-1 1,0 0,0-1,0 1,0 0,1 0,-1-1,0 1,0 0,0 0,-1 0,1 1,0-1,0 0,0 0,-1 0,1 0,-1 1,1-1,-1 0,0 1,1-1,-1 0,0 1,0-1,0 0,0 1,0-1,0 1,0-1,0 0,0 1,-1-1,1 0,-1 1,1-1,-4 10,0 0,0 0,-1 0,0-1,-4 5,8-14,-28 47,-19 33,43-71,1 0,0 0,0 0,1 1,1-1,0 1,-1 3,3-11,0-1,-1 1,1-1,0 1,0-1,0 1,1-1,-1 1,0-1,1 1,0-1,0 0,-1 1,1-1,1 0,-1 0,0 1,0-1,1 0,-1 0,1-1,0 1,0 0,0 0,-1-1,2 1,-1-1,0 0,0 1,0-1,0 0,1 0,-1-1,1 1,-1 0,0-1,1 1,-1-1,2 0,3 0,0 1,0-2,0 1,-1-1,1 0,0 0,0-1,0 0,-1 0,1-1,-1 0,0 0,5-3,-3 1</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16.887"/>
    </inkml:context>
    <inkml:brush xml:id="br0">
      <inkml:brushProperty name="width" value="0.1" units="cm"/>
      <inkml:brushProperty name="height" value="0.1" units="cm"/>
      <inkml:brushProperty name="ignorePressure" value="1"/>
    </inkml:brush>
  </inkml:definitions>
  <inkml:trace contextRef="#ctx0" brushRef="#br0">1 27,'0'0,"1"-1,0 1,0-1,5 4,6 2,6-1,7 0,5-2,3-5,4-3,0-3,-5 0,-9 2,-8 2,-6 1</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17.222"/>
    </inkml:context>
    <inkml:brush xml:id="br0">
      <inkml:brushProperty name="width" value="0.1" units="cm"/>
      <inkml:brushProperty name="height" value="0.1" units="cm"/>
      <inkml:brushProperty name="ignorePressure" value="1"/>
    </inkml:brush>
  </inkml:definitions>
  <inkml:trace contextRef="#ctx0" brushRef="#br0">0 39,'0'0,"6"1,9 0,11 0,7-2,6-1,3-2,2 0,0-2,1 0,-2 0,-8 1,-10 1,-9 2,-8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18.208"/>
    </inkml:context>
    <inkml:brush xml:id="br0">
      <inkml:brushProperty name="width" value="0.1" units="cm"/>
      <inkml:brushProperty name="height" value="0.1" units="cm"/>
      <inkml:brushProperty name="ignorePressure" value="1"/>
    </inkml:brush>
  </inkml:definitions>
  <inkml:trace contextRef="#ctx0" brushRef="#br0">397 139,'-4'0,"-1"0,0 0,0-1,0 1,0-1,0 0,1 0,-1-1,0 0,-3-1,-48-26,23 11,9 6,0-2,-1 2,-1 1,0 2,0 0,-23-4,48 13,-1 0,0 0,1-1,-1 1,0 1,0-1,1 0,-1 0,0 0,1 1,-1-1,0 1,1 0,-1-1,1 1,-1 0,1 0,-1 0,1 0,0 0,-1 0,1 0,0 0,0 1,0-1,0 1,0-1,0 0,0 1,0-1,1 1,-1 0,0-1,1 1,-1 0,1-1,0 2,-2 9,1-1,0 0,0 1,1-1,1 6,0-4,1 79,5 0,3 0,8 17,-18-109,2 7,-1 0,1-1,0 1,0-1,1 0,2 4,-4-9,-1 0,1 0,0 0,0 0,-1 0,1 0,0 0,0 0,0-1,0 1,0 0,0-1,0 1,0-1,1 1,-1-1,0 0,0 1,0-1,0 0,1 0,-1 0,0 0,0 0,1 0,-1 0,0 0,0 0,0 0,1-1,-1 1,0-1,0 1,0-1,0 1,0-1,0 1,0-1,0 0,51-30,-33 18,1 0,0 2,1 1,0 0,0 2,4 0,-19 6,0 1,0 0,1 0,-1 0,0 1,0 0,1 1,-1-1,0 1,0 0,0 1,1-1,-1 1,-1 0,1 1,0-1,-1 1,1 1,-1-1,0 1,0 0,0 0,0 0,2 4,3 3,-2 0,0 0,0 1,-1 0,0 1,-1-1,-1 1,0 0,0 1,-2-1,0 1,0 0,-1 0,-1 0,0 0,-1 0,0 0,-1 0,-2 5,1-1,-1 0,-1-1,-1 0,0 0,-1 0,-1-1,0 0,-2 0,0-1,0 0,-1 0,-1-1,0-1,-1 1,-4 1,11-11,0 1,-1-1,0 0,0 0,0-1,0 0,0 0,-1 0,0-1,1 0,-1 0,0-1,0 0,0 0,0 0,-3-1,2-1,0 0,0 0,1 0,-1-1,1-1,-1 1,1-1,0 0,0-1,0 0,1 0,-1 0,1-1,-3-2,-1-2,0 0,1 0,-1-1,2 0,0-1,-6-9,7 6</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18.673"/>
    </inkml:context>
    <inkml:brush xml:id="br0">
      <inkml:brushProperty name="width" value="0.1" units="cm"/>
      <inkml:brushProperty name="height" value="0.1" units="cm"/>
      <inkml:brushProperty name="ignorePressure" value="1"/>
    </inkml:brush>
  </inkml:definitions>
  <inkml:trace contextRef="#ctx0" brushRef="#br0">60 4,'1'0,"1"-1,0 1,-1-1,1 1,0-1,-1 1,1 0,0 0,0 0,-1 0,1 0,0 0,0 0,-1 1,1-1,0 1,-1-1,1 1,0 0,-1-1,1 1,-1 0,1 0,-1 0,1 1,-5-3,0-1,1 1,-1 0,0 1,0-1,0 0,0 1,-1 0,1-1,0 1,0 1,0-1,0 0,0 1,-4 0,0 0,1 1,0 0,-1 0,1 0,0 1,-2 1,3-1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19.245"/>
    </inkml:context>
    <inkml:brush xml:id="br0">
      <inkml:brushProperty name="width" value="0.1" units="cm"/>
      <inkml:brushProperty name="height" value="0.1" units="cm"/>
      <inkml:brushProperty name="ignorePressure" value="1"/>
    </inkml:brush>
  </inkml:definitions>
  <inkml:trace contextRef="#ctx0" brushRef="#br0">20 0,'6'56,"-2"0,-3 1,-3 17,1 53,14 83,-8-162,3-1,2 1,7 14,-13-47,1-1,1 0,0 0,1-1,0 0,1 0,2 1,-8-11,1 1,0-1,1 0,-1 0,0 0,1 0,0 0,0-1,-1 0,2 0,2 2,-4-4,0 1,0 0,0-1,1 1,-1-1,0 0,0 0,1 0,-1 0,0-1,0 0,0 1,0-1,1 0,-1 0,-1-1,4 0,0-2,0 0,0 0,0-1,-1 1,1-1,-1-1,0 1,-1-1,1 0,-1 0,0 0,-1 0,0-1,0 1,0-1,0 0,-1 0,0 0,-1 0,1-7,0 2,-1 0,0-1,-1 1,-1-1,1 1,-2-1,0 1,-1-1,0 1,0 0,-5-9,4 13,0 1,0-1,0 1,-1 1,0-1,0 1,-1-1,1 2,-1-1,-4-2,6 5,0 0,0 1,0-1,-1 1,1 0,-1 0,1 1,-1-1,0 1,0 0,1 0,-1 1,0-1,0 1,0 0,0 0,0 1,0 0,-10 2,1 2,0 0,0 1,1 0,0 1,0 0,0 1,1 1,0 0,-4 4,8-5</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19.606"/>
    </inkml:context>
    <inkml:brush xml:id="br0">
      <inkml:brushProperty name="width" value="0.1" units="cm"/>
      <inkml:brushProperty name="height" value="0.1" units="cm"/>
      <inkml:brushProperty name="ignorePressure" value="1"/>
    </inkml:brush>
  </inkml:definitions>
  <inkml:trace contextRef="#ctx0" brushRef="#br0">0 0,'0'0,"0"0,4 11,6 10,7 11,8 8,5 4,4 0,2-2,-2-5,-5-9,-9-10,-7-7,-6-6</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19.956"/>
    </inkml:context>
    <inkml:brush xml:id="br0">
      <inkml:brushProperty name="width" value="0.1" units="cm"/>
      <inkml:brushProperty name="height" value="0.1" units="cm"/>
      <inkml:brushProperty name="ignorePressure" value="1"/>
    </inkml:brush>
  </inkml:definitions>
  <inkml:trace contextRef="#ctx0" brushRef="#br0">0 228,'0'0,"0"0,0 0,9-8,7-8,7-10,6-8,4-8,-3 4,-7 8,-8 9,-6 8</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20.439"/>
    </inkml:context>
    <inkml:brush xml:id="br0">
      <inkml:brushProperty name="width" value="0.1" units="cm"/>
      <inkml:brushProperty name="height" value="0.1" units="cm"/>
      <inkml:brushProperty name="ignorePressure" value="1"/>
    </inkml:brush>
  </inkml:definitions>
  <inkml:trace contextRef="#ctx0" brushRef="#br0">1 0,'11'38,"-1"-1,-2 1,-1 1,-3-1,0 13,0-8,22 289,-21-259,-5-65</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20.909"/>
    </inkml:context>
    <inkml:brush xml:id="br0">
      <inkml:brushProperty name="width" value="0.1" units="cm"/>
      <inkml:brushProperty name="height" value="0.1" units="cm"/>
      <inkml:brushProperty name="ignorePressure" value="1"/>
    </inkml:brush>
  </inkml:definitions>
  <inkml:trace contextRef="#ctx0" brushRef="#br0">80 54,'-4'119,"4"0,17 114,-17-232,4 27,1 0,6 15,-10-36,1-1,0 0,1 1,0-1,0-1,0 1,0 0,1-1,0 1,0-1,1 0,0-1,3 4,-6-6,0-1,-1 0,1 0,0 0,-1-1,1 1,0 0,0-1,0 1,0-1,0 1,-1-1,1 0,0 0,0 0,0 0,0 0,0-1,0 1,0 0,0-1,0 1,-1-1,1 0,0 0,0 0,-1 0,1 0,-1 0,1 0,-1 0,1-1,-1 1,1 0,-1-1,0 1,0-1,5-6,-1 1,-1-1,1 1,-1-1,-1-1,1 1,1-7,1-10,-1 1,-2 0,0-1,-1 0,-1 0,-2 0,0 0,-2 1,-1-1,-2-5,-1-3,-2 1,-1 0,-2 0,-1 2,-1-1,-2 2,-8-11,18 30,-1 1,-1-1,0 1,0 1,-1-1,0 1,-4-2,9 7,1 1,0 0,-1 1,1-1,-1 0,0 1,1 0,-1 0,0 0,0 0,-1 1,2-1,1 2,-1-1,1 0,-1 0,1 1,0-1,-1 1,1 0,0 0,-1 0,1 0,0 0,0 0,0 1,0-1,0 1,0-1,-1 3,-4 3</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21.374"/>
    </inkml:context>
    <inkml:brush xml:id="br0">
      <inkml:brushProperty name="width" value="0.1" units="cm"/>
      <inkml:brushProperty name="height" value="0.1" units="cm"/>
      <inkml:brushProperty name="ignorePressure" value="1"/>
    </inkml:brush>
  </inkml:definitions>
  <inkml:trace contextRef="#ctx0" brushRef="#br0">5 138,'-3'57,"2"1,5 37,-2-76,1 1,0-1,1 0,1 0,1 0,1-1,1 0,0 0,6 9,-8-19,-1-1,1 1,1-1,-1 0,1 0,1-1,-1 0,1 0,0-1,0 0,1 0,1 0,-7-3,1-1,-1 0,0 0,0 0,1 0,-1 0,0-1,1 0,-1 1,1-1,-1 0,0-1,1 1,-1-1,1 1,-1-1,0 0,0 0,1-1,-1 1,0-1,0 1,0-1,-1 0,1 0,0 0,-1 0,1-1,-1 1,0-1,1 0,-1 1,-1-1,1 0,0-1,4-7,-1 0,-1-1,0 1,-1-1,0 1,0-1,-1 0,-1 0,0 0,-1 0,0 0,-2-7,0-7,-2 0,-1 1,-1-1,-1 1,-4-8,2 10,-1 1,0 1,-1 0,-2 0,0 1,-9-9,13 18,-1-1,-1 2,0-1,0 1,-1 1,0 0,-1 1,0 0,0 1,-12-4,5 5,8 4</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21.837"/>
    </inkml:context>
    <inkml:brush xml:id="br0">
      <inkml:brushProperty name="width" value="0.1" units="cm"/>
      <inkml:brushProperty name="height" value="0.1" units="cm"/>
      <inkml:brushProperty name="ignorePressure" value="1"/>
    </inkml:brush>
  </inkml:definitions>
  <inkml:trace contextRef="#ctx0" brushRef="#br0">0 12,'6'-2,"0"0,0 0,0 0,0 1,0 0,0 0,2 1,-6 0,-1 0,1 0,-1 0,1 0,-1 0,0 1,1-1,-1 0,0 1,1 0,-1-1,0 1,0 0,1-1,-1 1,0 0,0 0,0 0,0 0,0 0,0 0,0 0,0 1,-1-1,1 0,0 0,-1 1,1-1,-1 0,1 1,-1-1,0 1,0-1,1 1,0 7,0 0,-1 0,0 1,0-1,-1 0,0 1,-1-1,-2 6,-6 20,-10 21,4-10,14-40,-1 2,0 1,1 0,0 0,0 1,0 3,2-12,0 0,0 0,0 0,0 0,0 1,0-1,0 0,0 0,0 0,1 0,-1 1,0-1,1 0,-1 0,1 0,-1 0,1 0,0 0,-1 0,1 0,0 0,0-1,-1 1,1 0,0 0,0-1,0 1,0 0,0-1,0 1,0-1,0 1,0-1,1 0,-1 1,0-1,0 0,0 0,0 0,1 0,-1 0,0 0,0 0,1 0,5-1,-1-1,0 1,1-1,-1 0,0-1,0 0,0 0,-1 0,1 0,3-4,9-7,-1 0,8-8,-14 10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22.508"/>
    </inkml:context>
    <inkml:brush xml:id="br0">
      <inkml:brushProperty name="width" value="0.1" units="cm"/>
      <inkml:brushProperty name="height" value="0.1" units="cm"/>
      <inkml:brushProperty name="ignorePressure" value="1"/>
    </inkml:brush>
  </inkml:definitions>
  <inkml:trace contextRef="#ctx0" brushRef="#br0">256 4,'-10'-1,"1"0,0 0,-1 1,1 0,-1 1,1 0,0 0,-1 1,1 0,0 1,0 0,0 0,1 1,-1 0,-1 2,2 0,1-1,0 1,0 1,0-1,1 1,0 0,0 1,1-1,0 1,0 0,1 1,0-1,1 1,-1 0,0 3,-1 10,0-1,1 1,1 0,1 0,1 0,1 0,1 0,1 0,1 0,2 7,-1-11,1 0,0 0,1 0,1-1,1 0,0 0,1-1,1 0,1 0,0-1,1-1,5 5,-11-13,1 0,0 0,1 0,-1-1,1 0,0-1,1 0,-1 0,1 0,4 0,-10-3,0 0,0-1,1 1,-1-1,0 1,1-1,-1 0,0 0,1-1,-1 1,0-1,1 0,-1 1,0-1,0-1,0 1,0 0,0-1,0 0,0 0,0 1,-1-2,1 1,-1 0,1 0,-1-1,0 1,0-1,0 0,0 0,4-8,-1 0,0 0,0 0,-1-1,-1 0,0 1,1-11,2-24,0-17,-5 41,1-1,-2 9</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23.123"/>
    </inkml:context>
    <inkml:brush xml:id="br0">
      <inkml:brushProperty name="width" value="0.1" units="cm"/>
      <inkml:brushProperty name="height" value="0.1" units="cm"/>
      <inkml:brushProperty name="ignorePressure" value="1"/>
    </inkml:brush>
  </inkml:definitions>
  <inkml:trace contextRef="#ctx0" brushRef="#br0">1 47,'40'178,"20"37,-58-208,-1-4,0 0,0 0,0 1,0-1,1 0,-1-1,1 1,1 1,-3-4,0 0,0 0,0 0,0 1,0-1,0 0,1 0,-1 0,0 0,0 0,0 0,0 0,1 0,-1 0,0 0,0 0,0 0,0 0,0 0,1 0,-1 0,0 0,0 0,0 0,0 0,0-1,0 1,1 0,-1 0,0 0,0 0,0 0,0 0,0 0,0 0,0-1,1 1,-1 0,0 0,0 0,0 0,0 0,0 0,0-1,0 1,0 0,0 0,0 0,0 0,0-1,0 1,0 0,0 0,0 0,0 0,2-11,6-59,-3-15,4-53,-5 113,0 0,2 0,0 0,4-7,-9 30,0-1,0 1,0 0,0 0,0-1,1 1,-1 0,1 0,-1 0,1 1,1-2,-3 2,1 1,-1 0,1 0,-1 0,0-1,1 1,-1 0,1 0,-1 0,1 0,-1 0,0 0,1 0,-1 0,1 0,-1 0,1 0,-1 0,1 0,-1 0,1 0,-1 0,1 1,11 11,-3 9,-1-1,-1 1,0 0,-2 1,4 20,0 2,-3-16,1 5,2-2,5 13,-14-43,0 0,1 1,-1-1,1 0,-1 0,1 0,0 0,-1 1,1-1,0 0,0 0,0 0,-1-1,1 1,0 0,0 0,1 0,-2-1,1 0,-1 0,1 0,-1 0,1 0,-1 0,1 0,-1-1,1 1,-1 0,1 0,-1 0,1-1,-1 1,0 0,1 0,-1-1,0 1,1 0,-1-1,1 1,-1 0,0-1,0 1,1-1,-1 1,0 0,0-1,0 1,4-8,-1 1,0-1,0 0,1-6,-4 14,18-73,-7 27,2 0,2 1,9-18,-21 58,-1-1,1 1,1 0,-1 0,2-2,-5 7,1-1,-1 1,1-1,-1 0,1 1,-1-1,1 1,-1-1,1 1,-1 0,1-1,0 1,-1-1,1 1,0 0,-1 0,1-1,0 1,-1 0,1 0,0 0,0 0,-1 0,1 0,0 0,-1 0,1 0,0 0,0 0,-1 0,1 1,0-1,-1 0,1 0,0 1,-1-1,1 0,0 1,-1-1,1 1,-1-1,1 1,-1-1,1 1,-1-1,1 1,-1 0,0-1,5 9,-1 0,0 0,0 0,-1 1,-1-1,1 1,-1 0,-1-1,0 1,0 7,0 0,3 20,-3 1,-1 0,-1 0,-2 0,-5 19,4-41</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23.675"/>
    </inkml:context>
    <inkml:brush xml:id="br0">
      <inkml:brushProperty name="width" value="0.1" units="cm"/>
      <inkml:brushProperty name="height" value="0.1" units="cm"/>
      <inkml:brushProperty name="ignorePressure" value="1"/>
    </inkml:brush>
  </inkml:definitions>
  <inkml:trace contextRef="#ctx0" brushRef="#br0">1 29,'14'-4,"11"-4,1 2,11-2,-31 7,0 0,0 1,0 0,0 0,0 0,-1 0,1 1,0 0,0 0,-1 1,1-1,0 1,2 2,-6-3,0 1,0-1,0 1,-1-1,1 1,0 0,-1 0,1 0,-1 0,0 0,0 0,1 0,-1 0,-1 0,1 1,0-1,-1 0,1 1,-1-1,1 1,-1-1,0 0,0 1,0-1,-1 1,1-1,-1 3,-1 7,-1 1,-1-1,0 0,-5 9,6-14,-23 54,14-39,2 1,1 1,1 0,1 0,-4 25,10-47,1 1,0 0,-1 0,1 0,1 0,-1 0,0 0,1-1,-1 1,1 0,0 0,0 0,0-1,0 1,0-1,1 1,-1-1,1 1,0-1,-1 0,3 2,-2-2,1-1,-1 1,1-1,0 1,0-1,0 0,0 0,0 0,-1-1,2 1,-1-1,0 1,0-1,0 0,0 0,0-1,0 1,0 0,0-1,1 0,14-4,-1 0,-1-2,1 1,-1-2,9-6,-13 7</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26.287"/>
    </inkml:context>
    <inkml:brush xml:id="br0">
      <inkml:brushProperty name="width" value="0.1" units="cm"/>
      <inkml:brushProperty name="height" value="0.1" units="cm"/>
      <inkml:brushProperty name="ignorePressure" value="1"/>
    </inkml:brush>
  </inkml:definitions>
  <inkml:trace contextRef="#ctx0" brushRef="#br0">0 4,'0'0,"6"0,8 0,9 0,5 0,-1-1,-6 0,-7 0,-5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27.655"/>
    </inkml:context>
    <inkml:brush xml:id="br0">
      <inkml:brushProperty name="width" value="0.1" units="cm"/>
      <inkml:brushProperty name="height" value="0.1" units="cm"/>
      <inkml:brushProperty name="ignorePressure" value="1"/>
    </inkml:brush>
  </inkml:definitions>
  <inkml:trace contextRef="#ctx0" brushRef="#br0">2 0,'0'1,"0"0,-1 0,1 0,0 0,0 0,0 0,-1 0,1 0,0 0,1 0,-1 0,0 0,0 0,0 0,0 0,1 0,-1 0,1 1,0-1,0 0,1 0,-1 0,1-1,-1 1,1 0,-1-1,1 1,0-1,-1 1,1-1,0 1,20 3,-1-1,1-1,0-1,1-1,-1 0,0-2,0-1,-1 0,1-2,4-1,-19 4</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28.758"/>
    </inkml:context>
    <inkml:brush xml:id="br0">
      <inkml:brushProperty name="width" value="0.1" units="cm"/>
      <inkml:brushProperty name="height" value="0.1" units="cm"/>
      <inkml:brushProperty name="ignorePressure" value="1"/>
    </inkml:brush>
  </inkml:definitions>
  <inkml:trace contextRef="#ctx0" brushRef="#br0">350 46,'-29'-10,"-1"1,0 1,0 2,0 1,-1 1,0 2,0 1,-25 2,54-1,0 0,0 1,0-1,0 0,0 1,0-1,0 1,0-1,0 1,0 0,0 0,0 0,0 0,1 0,-1 1,0-1,1 0,-1 1,1-1,-1 1,1 0,0-1,0 1,-1 0,1 2,-1 1,1-1,0 0,0 1,1-1,-1 1,1 0,0-1,0 1,1 3,7 68,17 69,0-4,-21-98,-1-20,0 0,5 17,-8-40,0 1,0-1,0 1,0-1,0 0,0 1,0-1,1 0,-1 1,0-1,0 0,0 1,1-1,-1 0,0 0,0 1,1-1,-1 0,0 0,1 1,-1-1,0 0,1 0,-1 0,0 1,1-1,-1 0,1 0,-1 0,0 0,1 0,12-5,16-21,-22 19,10-9,1 0,1 1,0 1,1 1,17-8,-31 18,0 0,0 1,0-1,1 2,-1-1,1 1,-1 0,1 0,-1 1,1-1,-1 2,1-1,0 1,-1 0,1 0,-1 1,0-1,1 2,-1-1,0 1,0-1,-1 2,2 0,0 0,0 1,-1 0,0 0,0 1,0-1,0 1,-1 1,0-1,0 1,-1 0,0 0,0 0,-1 0,1 2,-1 2,1 0,-2 0,0 0,0 1,-1-1,0 1,-1-1,0 1,-2 5,-1 7,-2 0,-1-1,0 1,-2-2,-1 1,0-1,-2 0,0-1,-6 6,5-8,-1-1,-1 0,-1-1,0 0,-9 6,17-16,-1-1,1-1,-1 1,0-1,0-1,-1 1,1-2,-1 1,0-1,0 0,-1-1,1 0,0 0,-3-1,-29-2</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29.387"/>
    </inkml:context>
    <inkml:brush xml:id="br0">
      <inkml:brushProperty name="width" value="0.1" units="cm"/>
      <inkml:brushProperty name="height" value="0.1" units="cm"/>
      <inkml:brushProperty name="ignorePressure" value="1"/>
    </inkml:brush>
  </inkml:definitions>
  <inkml:trace contextRef="#ctx0" brushRef="#br0">0 1,'6'11,"0"1,0 1,-2-1,0 1,0 0,-1-1,0 4,4 30,-1 19,-2-22,4 31,26 226,-19-208,3 0,10 17,-25-98,1-1,-1 0,2 0,-1-1,1 1,4 4,-8-13,0 1,0-1,0 0,0 0,0 0,0 0,0 0,0 0,0 0,0-1,1 1,-1 0,0-1,1 1,-1 0,0-1,1 0,-1 1,1-1,0 0,0 0,0-1,0 1,0-1,-1 0,1 0,0 1,-1-1,1 0,0-1,-1 1,1 0,-1 0,0-1,1 1,-1 0,0-1,0 0,0 1,0-1,1-1,5-10,0 0,-1-1,-1 1,0-1,0-1,-1 1,-1-1,-1 1,1-7,-2-1,0-1,-1 1,-1 0,-1 0,-1 0,-1-1,1 9,0 0,-2 0,1 1,-5-6,8 14,-2 1,1 0,0 0,-1 0,0 0,0 1,0-1,0 1,0-1,-1 1,0 0,1 0,-1 1,0-1,-1 1,3 1,0 0,0 1,0-1,0 1,0 0,0-1,0 1,-1 0,1 0,0 1,0-1,0 0,0 1,0-1,0 1,0-1,0 1,0 0,0 0,0 0,-1 1,-1 1,0 0,1 0,-1 0,1 0,0 0,0 1,0 0,0-1,-1 4,0 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32.271"/>
    </inkml:context>
    <inkml:brush xml:id="br0">
      <inkml:brushProperty name="width" value="0.1" units="cm"/>
      <inkml:brushProperty name="height" value="0.1" units="cm"/>
      <inkml:brushProperty name="ignorePressure" value="1"/>
    </inkml:brush>
  </inkml:definitions>
  <inkml:trace contextRef="#ctx0" brushRef="#br0">142 60,'-4'-1,"0"1,0 0,0 0,0 0,0 0,0 1,0-1,0 1,1 0,-1 0,0 1,0-1,1 1,-1 0,0 0,1 0,0 0,0 0,-1 1,1 0,1-1,-1 1,0 0,1 0,-1 1,1-1,0 0,-1 4,-4 7,0-1,2 2,-1-1,2 1,0-1,1 1,0 0,1 1,1 5,-1 11,2 1,2 0,5 28,-2-30,1-1,2 0,1 0,8 17,-9-28,1-1,1 1,0-2,1 0,1 0,1-1,6 6,-14-17,-1 0,1-1,0 1,1-1,-1-1,1 1,-1-1,1 0,0 0,1-1,4 2,-7-3,-1 0,1-1,0 1,-1-1,1 0,0 0,-1-1,1 1,0-1,-1 0,1 0,0 0,-1 0,0 0,1-1,-1 0,0 0,0 0,0 0,0 0,2-2,4-5,-1 0,0 0,0-1,-1 0,-1-1,1 1,-2-1,1-1,-2 1,1-1,-2 0,3-11,1-9,-1 0,-2-1,-2 1,0-12,-3 8,-1 1,-1-1,-2 0,-6-19,6 33,-2 0,0 0,-1 1,-2 0,0 1,-1 0,-8-12,14 26,1 0,-1 1,0-1,-1 1,1 0,-1 1,0-1,0 1,-1 0,5 2,-1 1,1 0,-1 0,0 0,1 0,-1 0,0 0,1 1,-1-1,0 1,0 0,0 0,1 0,-1 0,0 0,0 1,1-1,-1 1,0-1,0 1,1 0,-1 0,1 1,-3 0,-2 5,4-2</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32.809"/>
    </inkml:context>
    <inkml:brush xml:id="br0">
      <inkml:brushProperty name="width" value="0.1" units="cm"/>
      <inkml:brushProperty name="height" value="0.1" units="cm"/>
      <inkml:brushProperty name="ignorePressure" value="1"/>
    </inkml:brush>
  </inkml:definitions>
  <inkml:trace contextRef="#ctx0" brushRef="#br0">61 99,'-15'55,"1"-8,3 0,-4 42,11-56,3 1,0-1,2 1,5 26,-4-45,1-1,0 1,1-1,1 0,0 0,1 0,0 0,1-1,1 0,0-1,9 11,-14-19,1 0,-1-1,1 1,0-1,0 0,0 0,0 0,1-1,-1 1,1-1,0 0,-1 0,1-1,0 1,5 0,-6-2,0 0,0 0,0 0,0-1,0 1,0-1,0 0,0 0,0 0,0-1,0 1,-1-1,1 0,-1 0,1 0,-1-1,0 1,0-1,0 0,1-1,5-6,-1-1,0 0,-1 0,0-1,0 0,-1 0,-1-1,0 1,-1-1,0 0,-1 0,1-13,0-6,-1 0,-2-1,0 1,-5-30,0 29,-1-1,-2 1,-8-26,9 42,0 1,0 0,-2 0,0 1,0 0,-2 0,0 1,-4-4,10 13,-1 0,0 0,0 1,0 0,0 0,-1 0,0 0,1 1,-1 0,0 0,-1 1,1 0,0 0,-7-1,-29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33.340"/>
    </inkml:context>
    <inkml:brush xml:id="br0">
      <inkml:brushProperty name="width" value="0.1" units="cm"/>
      <inkml:brushProperty name="height" value="0.1" units="cm"/>
      <inkml:brushProperty name="ignorePressure" value="1"/>
    </inkml:brush>
  </inkml:definitions>
  <inkml:trace contextRef="#ctx0" brushRef="#br0">39 35,'-9'72,"4"0,2 20,4-48,2 1,2-2,2 1,5 14,-9-46,0 1,1-1,1 0,0-1,1 1,0-1,0 0,6 6,-10-15,0 1,0 0,0-1,0 0,1 1,-1-1,1 0,0-1,-1 1,1 0,0-1,0 1,0-1,0 0,0 0,1 0,-1 0,0-1,0 1,1-1,-1 0,0 0,0 0,1-1,-1 1,0-1,0 1,1-1,-1 0,0 0,0-1,0 1,0-1,-1 1,3-2,3-3,-1 0,1 0,-1-1,0 0,0 0,-1-1,0 0,-1 0,1 0,-2-1,1 0,-1 0,0 0,-1 0,0-1,1-8,1-2,-2-1,0 1,-1-1,-1 0,-1 1,-1-1,-2-13,0 16,-1-1,-1 1,0 0,-2 1,0-1,0 1,-2 0,0 1,-1 0,-11-14,14 21,-1 0,0 0,-1 1,0 0,0 0,-1 1,1 0,-2 0,1 2,-1-1,0 1,0 1,0 0,-1 0,1 1,-1 0,-6 1,-4 1,8 4</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34.809"/>
    </inkml:context>
    <inkml:brush xml:id="br0">
      <inkml:brushProperty name="width" value="0.1" units="cm"/>
      <inkml:brushProperty name="height" value="0.1" units="cm"/>
      <inkml:brushProperty name="ignorePressure" value="1"/>
    </inkml:brush>
  </inkml:definitions>
  <inkml:trace contextRef="#ctx0" brushRef="#br0">220 40,'-3'-3,"1"0,-1 0,1 0,-1 0,0 1,0-1,0 1,-1 0,1-1,0 2,-1-1,1 0,-1 1,0-1,0 1,1 0,-1 0,0 1,0-1,0 1,0 0,0 0,0 0,0 1,0-1,-3 2,1-1,0 1,1 1,-1-1,0 1,1 0,-1 0,1 1,0 0,0-1,0 2,1-1,0 0,-1 1,1 0,1 0,-3 3,1 3,-1 0,1 0,1 1,0-1,1 1,0 0,1 0,0 0,1 0,0 0,1 0,0 0,1 1,0-1,1 0,1 0,0 0,0-1,1 1,0-1,1 0,1 0,0 0,0-1,1 0,0 0,1-1,0 1,0-2,1 1,1-1,-1-1,1 0,9 5,-15-9,0-1,1 0,0 0,-1-1,1 1,0-1,0 0,0 0,0-1,0 1,0-1,0 0,0-1,0 1,2-1,-3 0,0 0,-1-1,1 1,-1-1,1 0,-1 0,0 0,0 0,0-1,0 1,0-1,0 0,-1 1,1-1,-1 0,0-1,0 1,0 0,0-1,0-1,3-8,0-1,-1 0,0 0,-1-1,-1 1,0-1,-1-2,1-36,-4-17,1 35,-4-87,38 228,79 299,-108-388,-1-14,-1-28,-2 15,3-77,4-1,3 0,13-44,-11 97,-2 21,-9 14,-1 0,0 0,1 0,-1 0,1 0,-1 0,1 0,-1 0,0 0,1 0,-1 0,1 0,-1 0,1 0,-1 0,0 0,1 0,-1 0,1 0,-1 1,0-1,1 0,-1 0,0 1,1-1,-1 0,0 0,1 1,-1-1,0 0,0 1,1-1,-1 1,5 6,-1 1,-1 0,1 0,-1 0,0 1,-1-1,0 1,0-1,-1 1,0 2,2 8,10 80,-8-55,10 42,-15-86,-1 0,1 0,0 0,0 0,0 0,0 1,0-1,0 0,0 0,0 0,0 0,0 0,0 0,0 0,0 0,0 0,0 1,0-1,0 0,1 0,-1 0,0 0,0 0,0 0,0 0,0 0,0 0,0 0,0 1,0-1,0 0,0 0,0 0,0 0,0 0,1 0,-1 0,0 0,0 0,0 0,0 0,0 0,0 0,0 0,0 0,0 0,1 0,-1 0,0 0,0 0,0 0,0 0,0 0,0 0,0 0,0 0,0 0,1 0,-1 0,0 0,0 0,0 0,0 0,0-1,0 1,0 0,0 0,0 0,5-10,4-18,-9 27,3-13,44-146,-37 132,1 1,1 0,2 1,10-16,-22 38,1 0,0 1,-1-1,2 1,-1-1,0 1,4-2,-6 4,-1 1,1-1,0 1,0-1,0 1,0 0,0-1,0 1,0 0,-1 0,1 0,0-1,0 1,0 0,0 0,0 0,0 1,0-1,0 0,0 0,0 0,0 1,0-1,0 0,0 1,-1-1,1 1,0-1,0 1,0 0,-1-1,1 1,0 0,-1-1,1 1,0 0,-1 0,1 0,3 6,0 0,0 0,0 0,-1 1,0 0,0-1,-1 1,0 0,-1 1,11 78,-11-70,7 70,-5 18,-3-95</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35.304"/>
    </inkml:context>
    <inkml:brush xml:id="br0">
      <inkml:brushProperty name="width" value="0.1" units="cm"/>
      <inkml:brushProperty name="height" value="0.1" units="cm"/>
      <inkml:brushProperty name="ignorePressure" value="1"/>
    </inkml:brush>
  </inkml:definitions>
  <inkml:trace contextRef="#ctx0" brushRef="#br0">0 58,'38'-23,"-32"19,-1 0,2 0,-1 0,0 1,1 0,-1 0,1 0,0 1,0 0,5 0,-11 2,0 0,0 0,0 0,0 1,1-1,-1 0,0 1,0-1,0 1,0-1,0 1,0 0,0-1,0 1,0 0,0 0,-1 0,1 0,0 0,0 0,-1 0,1 0,0 0,-1 0,0 0,1 0,-1 0,1 0,-1 0,0 1,0-1,0 1,2 6,-1 0,-1 0,1 1,-2 2,1-9,-3 39,-2 1,-1-1,-4 7,-1 4,-1 30,12-78,-1 0,1 0,0 0,0 1,1-1,-1 0,1 0,0-1,0 1,1 3,-1-5,0 0,0-1,0 1,0-1,1 0,-1 1,0-1,0 0,1 0,-1 1,1-1,-1 0,1 0,0-1,-1 1,1 0,0-1,-1 1,1-1,0 1,0-1,0 0,0 1,0-1,14 0,0 0,0-1,0-1,0 0,0-1,0-1,2-1,25-8,37-18,-36 10,-34 15</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47.423"/>
    </inkml:context>
    <inkml:brush xml:id="br0">
      <inkml:brushProperty name="width" value="0.1" units="cm"/>
      <inkml:brushProperty name="height" value="0.1" units="cm"/>
      <inkml:brushProperty name="ignorePressure" value="1"/>
    </inkml:brush>
  </inkml:definitions>
  <inkml:trace contextRef="#ctx0" brushRef="#br0">10 53,'-3'-22,"-2"-8,3 53,16 376,-4-85,-12-295,-3-31,-6-31,9 34</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48.087"/>
    </inkml:context>
    <inkml:brush xml:id="br0">
      <inkml:brushProperty name="width" value="0.1" units="cm"/>
      <inkml:brushProperty name="height" value="0.1" units="cm"/>
      <inkml:brushProperty name="ignorePressure" value="1"/>
    </inkml:brush>
  </inkml:definitions>
  <inkml:trace contextRef="#ctx0" brushRef="#br0">222 204,'3'-2,"1"0,-1-1,1 1,-1-1,0 0,0 0,0 0,-1-1,1 1,-1 0,1-1,-1 0,0 1,-1-1,1 0,-1 0,1 0,-1 0,0-1,-1 1,1 0,-1 0,0 0,0-1,1-1,-1 0,0 1,0-1,-1 1,0-1,1 1,-2-1,1 1,-1-1,0 1,0 0,0 0,-1 0,0 0,1 0,-2 1,1-1,-2 0,3 3,0 0,0 1,-1-1,1 1,-1 0,1 0,-1 0,0 0,0 0,1 0,-1 1,0-1,0 1,0 0,1 0,-1 0,0 0,0 0,0 0,0 1,1 0,-1-1,0 1,1 0,-1 0,0 1,1-1,0 1,-1-1,1 1,0 0,-1 0,-7 6,0 0,1 1,0 0,0 1,1 0,-4 7,0 0,2 1,0 0,0 1,2 0,1 1,0-1,1 2,1-1,1 0,1 1,1 4,1-13,0 0,1 1,1-1,0 0,0 1,1-1,1 0,0 0,1 0,0-1,1 1,0-1,1 0,0 0,1-1,0 0,0 0,1 0,4 2,-8-7,1-1,-1-1,1 1,0-1,0 1,0-1,1-1,-1 1,1-1,-1 0,1 0,0-1,0 1,0-1,0-1,0 1,0-1,0 0,4-1,-1 0,0-1,0-1,0 0,0 0,0 0,0-1,-1-1,0 1,0-1,0-1,7-5,13-15,-22 18</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48.822"/>
    </inkml:context>
    <inkml:brush xml:id="br0">
      <inkml:brushProperty name="width" value="0.1" units="cm"/>
      <inkml:brushProperty name="height" value="0.1" units="cm"/>
      <inkml:brushProperty name="ignorePressure" value="1"/>
    </inkml:brush>
  </inkml:definitions>
  <inkml:trace contextRef="#ctx0" brushRef="#br0">0 114,'10'36,"-2"0,-1 0,-2 1,-2 0,-1 26,3 35,-3-82,-2-7,1-1,0 1,0-1,1 0,3 8,-4-22,1 0,-1 1,1-1,-2 0,1-4,0 4,18-212,-13 177,1 0,3 0,1 1,5-8,-14 42,0 0,1 0,0 1,0-1,1 1,-1-1,4-2,-6 7,-1 1,1-1,0 0,-1 1,1-1,0 0,0 1,0 0,0-1,-1 1,1-1,0 1,0 0,0 0,0-1,0 1,0 0,0 0,0 0,0 0,0 0,0 1,1-1,-1 1,0-1,1 1,-1 0,0 0,1 0,-1-1,0 1,0 1,0-1,0 0,0 0,0 0,0 0,-1 1,1-1,0 1,7 12,-1 0,-1 1,0 0,-1 1,-1-1,1 9,6 35,-3 7,-3-26,0 17,-4-37,1 0,0-1,2 1,4 14,-8-34,0 0,0 0,0 0,0 0,0 0,0 0,0 1,0-1,0 0,0 0,0 0,0 0,0 0,0 0,0 0,0 1,0-1,1 0,-1 0,0 0,0 0,0 0,0 0,0 0,0 0,0 0,0 0,0 0,1 0,-1 0,0 1,0-1,0 0,0 0,0 0,0 0,0 0,1 0,-1 0,0 0,0 0,0 0,0 0,0 0,0 0,0 0,1-1,-1 1,0 0,0 0,0 0,0 0,0 0,0 0,0 0,0 0,0 0,1 0,-1 0,0 0,0 0,5-11,3-14,8-44,-10 36,2-1,2 1,0 1,2-1,15-26,-25 56,0 0,0-1,0 1,0 1,0-1,1 0,-1 1,1-1,0 1,0-1,0 1,0 0,0 1,0-1,1 0,-2 2,0-1,0 1,0 0,0 0,0 0,0 0,0 0,0 0,0 0,0 1,0-1,-1 1,1-1,0 1,0 0,0 0,-1 0,1 0,0 0,-1 0,1 0,-1 0,1 1,-1-1,0 1,0-1,1 1,-1 1,7 8,-1 0,-1 0,0 1,0 0,-2 0,1 0,-1 1,-1-1,0 4,4 22,-2 1,0 19,-5-40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49.237"/>
    </inkml:context>
    <inkml:brush xml:id="br0">
      <inkml:brushProperty name="width" value="0.1" units="cm"/>
      <inkml:brushProperty name="height" value="0.1" units="cm"/>
      <inkml:brushProperty name="ignorePressure" value="1"/>
    </inkml:brush>
  </inkml:definitions>
  <inkml:trace contextRef="#ctx0" brushRef="#br0">0 1,'0'0,"0"0,0 0,5 1,2 1,1 3,2 1,1 2,1 0,1-3,4-1,3-3,3-2,-3 0,-4-1,-5 0,-5 1</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49.595"/>
    </inkml:context>
    <inkml:brush xml:id="br0">
      <inkml:brushProperty name="width" value="0.1" units="cm"/>
      <inkml:brushProperty name="height" value="0.1" units="cm"/>
      <inkml:brushProperty name="ignorePressure" value="1"/>
    </inkml:brush>
  </inkml:definitions>
  <inkml:trace contextRef="#ctx0" brushRef="#br0">0 2,'0'0,"0"0,0 0,7 1,5 0,6 0,6 0,2-1,2-1,-3 0,-6 0,-7 0,-5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50.157"/>
    </inkml:context>
    <inkml:brush xml:id="br0">
      <inkml:brushProperty name="width" value="0.1" units="cm"/>
      <inkml:brushProperty name="height" value="0.1" units="cm"/>
      <inkml:brushProperty name="ignorePressure" value="1"/>
    </inkml:brush>
  </inkml:definitions>
  <inkml:trace contextRef="#ctx0" brushRef="#br0">1 0,'20'217,"-9"1,-11 93,-1-290,2-14,-1 0,-1 1,1-1,-1 0,0 0,-1 0,-2 6,3-11</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50.625"/>
    </inkml:context>
    <inkml:brush xml:id="br0">
      <inkml:brushProperty name="width" value="0.1" units="cm"/>
      <inkml:brushProperty name="height" value="0.1" units="cm"/>
      <inkml:brushProperty name="ignorePressure" value="1"/>
    </inkml:brush>
  </inkml:definitions>
  <inkml:trace contextRef="#ctx0" brushRef="#br0">0 174,'18'43,"-3"1,-1 0,1 16,-5-18,2-1,2 0,15 33,-27-70,0-1,0 1,0 0,1-1,-1 0,1 0,-1 0,1 0,0 0,0 0,3 1,-5-3,0-1,1 1,-1-1,1 1,-1-1,1 1,0-1,-1 0,1 0,-1 1,1-1,-1-1,1 1,0 0,-1 0,1 0,-1-1,1 1,-1-1,1 1,-1-1,1 0,-1 1,0-1,1 0,-1 0,0 0,0 0,1 0,-1-1,6-5,0-1,-1 0,0 0,0-1,-1 1,0-1,0 0,-1-1,0 1,-1-1,0 1,0-3,2-11,0-1,-2 0,-1 0,0-14,-2 14,-1 0,-1 0,-1-1,-1 2,-1-1,-1 0,-1 1,-1 0,-2 1,0 0,-1 0,-2-2,11 21,-1 0,1-1,-1 1,1 0,-1 0,0 0,0 1,0-1,-1 1,1-1,0 1,-1 0,0 1,-2-2,3 2,1 1,0 0,-1-1,1 1,-1 0,1 0,0 1,-1-1,1 0,0 1,-1 0,1-1,0 1,0 0,0 0,-1 0,1 0,0 1,0-1,1 0,-1 1,0 0,0-1,0 2,-5 4,1 1,0-1,0 1,1 0,0 1,0-1,0 4,-1 2</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51.426"/>
    </inkml:context>
    <inkml:brush xml:id="br0">
      <inkml:brushProperty name="width" value="0.1" units="cm"/>
      <inkml:brushProperty name="height" value="0.1" units="cm"/>
      <inkml:brushProperty name="ignorePressure" value="1"/>
    </inkml:brush>
  </inkml:definitions>
  <inkml:trace contextRef="#ctx0" brushRef="#br0">0 78,'13'79,"1"78,-2-23,-8-243,-4 97,8-139,-5 124,1 0,1 0,1 1,6-14,-12 38,1 1,-1-1,1 1,-1-1,1 1,-1 0,1-1,0 1,-1 0,1-1,0 1,0 0,0 0,0 0,0 0,1 0,-1 0,0 0,0 0,1 0,-1 1,0-1,1 0,0 1,0 0,-1 0,1 1,0-1,-1 1,1-1,-1 1,1 0,-1 0,1 0,-1 0,1 0,-1 0,0 0,0 0,0 1,1-1,-1 0,0 1,-1-1,1 1,0 0,14 23,-2 1,-1 0,-2 1,0 0,-2 1,4 19,-3-22,-1-21,1-14,-1-5,-1-1,-1 0,1-4,-3 7,0 0,2 0,-1 1,2-1,5-7,-12 20,0-1,1 1,-1-1,0 0,1 1,-1-1,0 1,1-1,-1 1,1 0,-1-1,1 1,-1-1,1 1,0 0,-1 0,1-1,-1 1,1 0,0 0,-1-1,1 1,0 0,-1 0,1 0,-1 0,1 0,0 0,0 0,0 1,0-1,-1 1,1 0,0-1,0 1,0 0,0 0,-1 0,1-1,0 1,-1 0,1 0,0 0,-1 0,1 1,12 41,-5 4,-2 1,-1 45,-5-77</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52.157"/>
    </inkml:context>
    <inkml:brush xml:id="br0">
      <inkml:brushProperty name="width" value="0.1" units="cm"/>
      <inkml:brushProperty name="height" value="0.1" units="cm"/>
      <inkml:brushProperty name="ignorePressure" value="1"/>
    </inkml:brush>
  </inkml:definitions>
  <inkml:trace contextRef="#ctx0" brushRef="#br0">1 129,'21'70,"-3"2,-4 0,-2 0,-3 4,-13-141,4 1,2-1,3 1,3 0,12-44,-19 104,0-2,0 1,0 0,0 0,1 1,0-1,0 0,1 0,-1 1,1 0,1-2,-4 6,0 0,0 0,0-1,1 1,-1 0,0 0,1-1,-1 1,0 0,0 0,1 0,-1 0,0 0,1-1,-1 1,0 0,1 0,-1 0,0 0,1 0,-1 0,0 0,1 0,-1 0,0 0,1 0,-1 0,0 1,1-1,-1 0,0 0,1 0,-1 0,0 0,0 1,1-1,8 14,0 19,-9-33,19 128,-5-23,-13-102,-1 0,1 0,0 0,0 0,0 1,0-1,0 0,1-1,0 2,-2-4,0 0,0 0,0 0,1 1,-1-1,0 0,0 0,0 0,0 0,1 0,-1 0,0 1,0-1,0 0,1 0,-1 0,0 0,0 0,0 0,1 0,-1 0,0 0,0 0,0 0,1 0,-1 0,0 0,0 0,0 0,1-1,-1 1,0 0,0 0,0 0,1 0,-1 0,0 0,0 0,0-1,0 1,9-16,0-7,30-74,-33 84,1 0,0 1,1 0,0 1,1-1,3-1,-10 11,-1 0,1 0,0 0,0 1,1-1,-1 1,0-1,0 1,1 0,-1 0,1 0,-1 0,1 0,-1 1,1-1,-1 1,1-1,-1 1,0 1,0-1,0 0,0 1,0-1,-1 1,1 0,0 0,0 0,-1-1,1 1,-1 1,1-1,-1 0,1 0,-1 1,0-1,1 0,-1 1,0 0,0-1,0 1,0-1,0 2,5 9,-1 2,0-1,0 1,-1-1,-1 1,0 0,-1 0,-1 4,3 35,-4 28,0-71,-1 15,0-9</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54.471"/>
    </inkml:context>
    <inkml:brush xml:id="br0">
      <inkml:brushProperty name="width" value="0.1" units="cm"/>
      <inkml:brushProperty name="height" value="0.1" units="cm"/>
      <inkml:brushProperty name="ignorePressure" value="1"/>
    </inkml:brush>
  </inkml:definitions>
  <inkml:trace contextRef="#ctx0" brushRef="#br0">0 1,'1'-1,"0"1,-1 0,1 0,0 0,-1 0,1 1,-1-1,1 0,0 0,-1 0,1 0,-1 1,1-1,0 0,-1 0,1 1,-1-1,1 0,-1 1,1-1,-1 1,0-1,1 1,-1-1,1 1,-1-1,0 1,1-1,-1 1,0-1,0 1,0 0,1-1,-1 1,0-1,0 2,9 29,-8-23,28 144,-7 1,-3 49,-9-91,-10-108</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54.988"/>
    </inkml:context>
    <inkml:brush xml:id="br0">
      <inkml:brushProperty name="width" value="0.1" units="cm"/>
      <inkml:brushProperty name="height" value="0.1" units="cm"/>
      <inkml:brushProperty name="ignorePressure" value="1"/>
    </inkml:brush>
  </inkml:definitions>
  <inkml:trace contextRef="#ctx0" brushRef="#br0">93 0,'-7'7,"0"0,1 0,0 1,0 0,1 0,0 0,0 0,1 1,0 0,0 0,1 0,-2 8,-2 15,1 0,1 1,2 3,3-36,-3 31,1-1,3 23,-1-45,0-1,1 1,0-1,1 1,0-1,0 0,0 0,1 0,0 0,1 0,-1-1,1 1,0-1,1 0,-2-3,0-1,0 1,0-1,0 1,0-1,1 0,-1-1,1 1,-1-1,1 1,0-1,-1 0,1 0,0-1,0 1,0-1,-1 0,1 0,0 0,0 0,0-1,0 1,3-2,2 0,-1-1,1 0,-1 0,0-1,0 0,0-1,-1 1,0-1,7-6,-6 3</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55.674"/>
    </inkml:context>
    <inkml:brush xml:id="br0">
      <inkml:brushProperty name="width" value="0.1" units="cm"/>
      <inkml:brushProperty name="height" value="0.1" units="cm"/>
      <inkml:brushProperty name="ignorePressure" value="1"/>
    </inkml:brush>
  </inkml:definitions>
  <inkml:trace contextRef="#ctx0" brushRef="#br0">0 1,'3'136,"6"106,-7-231,2-22,2-34,-5 38,2-14,16-105,-15 108,1 0,0 0,1 0,1 1,7-13,-13 29,0-1,0 0,0 1,0-1,0 1,0-1,0 1,0-1,1 1,-1 0,1-1,-1 1,1 0,-1 0,1 0,-1 0,1 1,1-1,-2 1,0 0,0 0,0 0,0 0,0 0,0 0,0 0,0 1,0-1,0 0,0 1,0-1,-1 1,1-1,0 1,0 0,0-1,0 1,-1 0,1-1,0 1,-1 0,1 0,4 6,-1 0,0 0,-1 0,0 0,0 0,0 1,0 3,11 47,-1 5,9 41,-22-103,0 1,1-1,-1 1,1-1,-1 0,1 1,-1-1,1 0,0 0,0 0,-1 1,1-1,1 0,-2-1,0 1,1-1,-1 0,0 0,0 0,1 0,-1 0,0 0,0 0,1 0,-1 0,0 0,1 0,-1 0,0-1,0 1,1 0,-1 0,0 0,0 0,1 0,-1 0,0-1,0 1,0 0,1 0,-1 0,0-1,0 1,0 0,0 0,1-1,-1 1,0 0,0 0,0-1,0 1,3-6,-1 1,1-1,-1 0,-1 0,1-2,11-49,12-45,-21 86,2 1,0 0,0 1,2 0,3-6,-10 19,-1-1,1 1,0 0,0-1,0 1,0 0,0 0,0-1,0 1,0 0,0 0,1 1,-1-1,0 0,1 0,-1 0,1 1,-1-1,0 1,1-1,-1 1,0 1,0-1,0 0,0 1,0-1,-1 0,1 1,0-1,0 1,0-1,-1 1,1-1,0 1,-1 0,1-1,0 1,-1 0,1-1,-1 1,1 0,-1 0,0 0,1 0,-1 0,3 6,0 1,-1 0,0 1,0-1,-1 0,1 5,0 24,-2 0,-1 0,-2 0,-1 0,-6 20,7-46</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56.193"/>
    </inkml:context>
    <inkml:brush xml:id="br0">
      <inkml:brushProperty name="width" value="0.1" units="cm"/>
      <inkml:brushProperty name="height" value="0.1" units="cm"/>
      <inkml:brushProperty name="ignorePressure" value="1"/>
    </inkml:brush>
  </inkml:definitions>
  <inkml:trace contextRef="#ctx0" brushRef="#br0">1 44,'11'-3,"0"-1,0 0,10-6,-12 6,0-1,0 2,0-1,1 1,3 0,-12 3,0 0,-1 0,1 0,0 0,0 0,0 0,-1 0,1 0,0 0,0 0,-1 0,1 0,0 1,-1-1,1 0,0 1,0-1,-1 0,1 1,-1-1,1 1,0-1,-1 1,1-1,-1 1,1 0,-1-1,1 2,0 0,0 0,-1-1,1 1,0 0,-1 0,0 0,1 0,-1 0,0 0,0 0,0 7,-1 1,0-1,0 0,-1 3,-4 8,-1 1,0-1,-2 0,0 0,-9 12,-8 18,26-50,0 1,-1-1,1 1,0-1,0 1,-1-1,1 1,0-1,0 1,0 0,0-1,-1 1,1-1,0 1,0 0,0-1,0 1,1-1,-1 1,0 0,0-1,0 1,1 0,-1-1,0 0,1 0,-1 1,1-1,-1 0,1 0,-1 0,1 1,-1-1,1 0,-1 0,1 0,-1 0,1 0,-1 0,1 0,-1 0,1 0,-1 0,1-1,-1 1,32-12,-28 10,89-38,29-6,-109 41</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56.539"/>
    </inkml:context>
    <inkml:brush xml:id="br0">
      <inkml:brushProperty name="width" value="0.1" units="cm"/>
      <inkml:brushProperty name="height" value="0.1" units="cm"/>
      <inkml:brushProperty name="ignorePressure" value="1"/>
    </inkml:brush>
  </inkml:definitions>
  <inkml:trace contextRef="#ctx0" brushRef="#br0">1 6,'0'0,"0"0,5 4,5 2,7 0,7-3,5-2,3-3,0-3,-4-1,-8 1,-7 0,-5 2</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57.191"/>
    </inkml:context>
    <inkml:brush xml:id="br0">
      <inkml:brushProperty name="width" value="0.1" units="cm"/>
      <inkml:brushProperty name="height" value="0.1" units="cm"/>
      <inkml:brushProperty name="ignorePressure" value="1"/>
    </inkml:brush>
  </inkml:definitions>
  <inkml:trace contextRef="#ctx0" brushRef="#br0">0 0,'15'120,"-6"1,-4-1,-6 1,-10 49,11-166</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57.621"/>
    </inkml:context>
    <inkml:brush xml:id="br0">
      <inkml:brushProperty name="width" value="0.1" units="cm"/>
      <inkml:brushProperty name="height" value="0.1" units="cm"/>
      <inkml:brushProperty name="ignorePressure" value="1"/>
    </inkml:brush>
  </inkml:definitions>
  <inkml:trace contextRef="#ctx0" brushRef="#br0">82 19,'0'7,"3"187,1-143,1 0,10 36,-13-76,1-1,0 1,1-1,0 0,0-1,1 1,1-1,-1 0,2 0,-6-7,1 0,-1 0,1 0,0 0,0 0,0-1,-1 1,1-1,1 0,-1 1,0-1,0 0,0 0,1 0,-1-1,0 1,1-1,-1 1,1-1,-1 0,0 1,1-1,-1-1,1 1,-1 0,1 0,-1-1,0 0,1 1,-1-1,0 0,1 0,-1 0,0 0,0-1,0 1,0-1,0 1,0-1,-1 0,2 0,4-5,0-1,-1 1,0-1,0 0,-1 0,0-1,0 0,-1 1,0-2,-1 1,0 0,0-1,-1 1,0-1,-1 0,0-2,1-6,-2 1,0-1,-1 0,-1 1,0-1,-2 1,0-1,-4-11,2 13,0 1,-1 0,-1-1,0 2,-1 0,0 0,-1 0,-1 1,-6-6,13 15,0 1,0-1,0 1,0-1,-1 1,0 0,1 1,-1-1,0 1,0 0,0 0,-1 0,1 1,0 0,-1 0,1 0,-1 1,1 0,-1 0,1 0,-1 1,1-1,0 1,-1 1,1-1,0 1,0 0,0 0,0 0,-1 1,1 0,-1 1,1-1,0 1,0 0,0 0,-1 2,-2 4</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58.358"/>
    </inkml:context>
    <inkml:brush xml:id="br0">
      <inkml:brushProperty name="width" value="0.1" units="cm"/>
      <inkml:brushProperty name="height" value="0.1" units="cm"/>
      <inkml:brushProperty name="ignorePressure" value="1"/>
    </inkml:brush>
  </inkml:definitions>
  <inkml:trace contextRef="#ctx0" brushRef="#br0">0 12,'7'3,"-1"0,1 0,0 0,0-1,0 0,1-1,-1 0,0 0,1 0,1-1,20 0,0-1,-1-2,-16 2,27-3,0-2,28-8,-58 11</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6:59.255"/>
    </inkml:context>
    <inkml:brush xml:id="br0">
      <inkml:brushProperty name="width" value="0.1" units="cm"/>
      <inkml:brushProperty name="height" value="0.1" units="cm"/>
      <inkml:brushProperty name="ignorePressure" value="1"/>
    </inkml:brush>
  </inkml:definitions>
  <inkml:trace contextRef="#ctx0" brushRef="#br0">0 44,'0'0,"7"-1,9-2,8-2,6-1,1-2,-4 0,-7 2,-7 2,-5 1</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00.120"/>
    </inkml:context>
    <inkml:brush xml:id="br0">
      <inkml:brushProperty name="width" value="0.1" units="cm"/>
      <inkml:brushProperty name="height" value="0.1" units="cm"/>
      <inkml:brushProperty name="ignorePressure" value="1"/>
    </inkml:brush>
  </inkml:definitions>
  <inkml:trace contextRef="#ctx0" brushRef="#br0">97 281,'13'-14,"-1"0,0-1,-1-1,-1 0,0 0,-1-1,-1 0,-1-1,0 0,-2 0,3-11,-7 26,-1 0,0 0,1-1,-1 1,0 0,0 0,-1 0,1 0,-1 0,1 0,-1 0,0 0,0 0,-1 0,1 0,0 0,-1 0,-2-2,3 4,0 0,-1 0,0-1,1 1,-1 0,0 0,1 0,-1 1,0-1,0 0,0 1,0-1,0 1,1 0,-1-1,0 1,0 0,0 0,0 1,0-1,0 0,0 0,0 1,0-1,0 1,0 0,1 0,-1-1,0 1,0 1,-7 3,0 0,0 1,1 0,0 1,0 0,0 0,1 0,0 1,-3 5,0 1,0 1,1 0,1 0,0 1,-1 5,7-14</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01.221"/>
    </inkml:context>
    <inkml:brush xml:id="br0">
      <inkml:brushProperty name="width" value="0.1" units="cm"/>
      <inkml:brushProperty name="height" value="0.1" units="cm"/>
      <inkml:brushProperty name="ignorePressure" value="1"/>
    </inkml:brush>
  </inkml:definitions>
  <inkml:trace contextRef="#ctx0" brushRef="#br0">19 509,'-7'-33,"2"0,1-1,2 1,1-1,2 1,1-1,1 1,2 0,2 0,1 0,1 1,13-30,-20 58,1-1,-1 0,0 1,1 0,0 0,0-1,1 2,-1-1,2-1,-4 5,0-1,-1 0,1 1,0-1,0 1,0-1,0 1,1-1,-1 1,0 0,0 0,0-1,0 1,0 0,0 0,0 0,0 0,1 0,-1 1,0-1,0 0,0 0,0 1,0-1,0 0,0 1,0 0,0-1,0 1,0-1,0 1,0 0,-1 0,1-1,0 1,0 0,-1 0,1 0,0 0,-1 0,1 0,-1 0,0 0,7 9,-2 1,1 0,-1 0,-1 1,0-1,-1 1,0 0,-1 2,6 33,-2 21,-4-47,9 145,-9-160,0-7,5-15,8-32,-12 38,5-23,3 0,0 1,2 0,2 1,13-21,-28 51,1-1,0 1,0-1,1 1,-1-1,0 1,0 0,1-1,-1 1,1 0,-1 0,1 0,-1 0,1 0,0 0,-1 1,1-1,0 1,1-1,-2 1,0 0,1 1,-1-1,0 1,0-1,0 1,1-1,-1 1,0 0,0-1,0 1,0 0,0 0,0 0,-1 0,1 0,0 0,0 0,-1 0,1 0,0 0,-1 0,1 0,-1 1,0-1,1 0,-1 0,0 1,5 13,-1 0,-1 1,0 0,-2-1,1 5,-1 83,-2-65,1-15,0-8</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01.958"/>
    </inkml:context>
    <inkml:brush xml:id="br0">
      <inkml:brushProperty name="width" value="0.1" units="cm"/>
      <inkml:brushProperty name="height" value="0.1" units="cm"/>
      <inkml:brushProperty name="ignorePressure" value="1"/>
    </inkml:brush>
  </inkml:definitions>
  <inkml:trace contextRef="#ctx0" brushRef="#br0">1 60,'18'69,"-2"1,-3 1,-4 0,-2 4,-7-69,0 0,0 0,0 0,-1 0,0 3,-2-7,0-10,-1-12,2-29,2 0,3 1,1-1,2 1,3 0,4-9,-11 46,1 1,0 0,1 0,0 0,0 1,2-1,-6 9,0 0,1 1,-1-1,0 1,1-1,-1 1,0-1,1 1,-1-1,1 1,-1-1,1 1,-1-1,1 1,-1 0,1-1,-1 1,1 0,0-1,-1 1,1 0,-1 0,1 0,0 0,-1 0,1-1,0 1,-1 0,1 0,0 1,-1-1,1 0,0 1,1-1,-1 1,0 0,0 0,0 0,0 0,0 0,0 0,0 1,-1-1,1 0,0 0,-1 1,1 0,4 8,-2 1,1 0,0 7,-4-18,8 43,3 40,2 18,-9-110,1-11,0 1,1-1,0 1,1 0,1 0,1 1,0 0,2 1,0 0,2-1,-11 15,0 1,0 0,0 0,0 0,0 0,1 0,-1 0,1 1,-1-1,1 1,0-1,0 1,-1 0,1 0,0 1,0-1,2 0,-2 1,-1 0,0 1,0-1,1 0,-1 1,0 0,0 0,0-1,1 1,-1 0,0 1,0-1,-1 0,1 1,0-1,0 1,-1-1,1 1,0 0,-1-1,0 1,1 0,-1 1,5 8,0 0,-1 0,0 1,0 0,-2 0,1 0,-2 1,1-1,-1 7,2 27,-2 41,-3-41,-3 21,2-52</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04.192"/>
    </inkml:context>
    <inkml:brush xml:id="br0">
      <inkml:brushProperty name="width" value="0.1" units="cm"/>
      <inkml:brushProperty name="height" value="0.1" units="cm"/>
      <inkml:brushProperty name="ignorePressure" value="1"/>
    </inkml:brush>
  </inkml:definitions>
  <inkml:trace contextRef="#ctx0" brushRef="#br0">316 130,'-2'-15,"2"9,0 0,-1 0,0-1,-1 1,1 0,-2-2,2 5,-1 1,1-1,-1 1,1 0,-1 0,0 0,0 0,0 0,0 0,0 0,0 1,0-1,-1 1,1-1,0 1,-1 0,0 0,-22-7,0 0,0 2,-1 1,0 1,1 1,-2 1,1 2,22 0,-1-1,-1 1,1 0,-1 1,1-1,0 1,-5 1,9-2,0 1,0-1,0 0,0 1,0-1,0 1,1 0,-1-1,0 1,0 0,0-1,0 1,1 0,-1 0,0 0,1 0,-1 0,1-1,-1 1,1 0,-1 0,1 0,0 1,-1-1,1 0,0 0,0 0,0 0,0 0,0 0,0 0,0 0,0 0,1 0,-1 0,0 1,8 30,1 0,1 0,4 4,17 57,-14-14,-12-51,1-1,1 0,6 12,-13-39,0 1,0-1,0 1,1-1,-1 1,0-1,0 1,1-1,-1 0,0 1,0-1,1 1,-1-1,1 0,-1 1,0-1,1 0,-1 0,1 1,-1-1,1 0,-1 0,1 0,-1 1,1-1,-1 0,1 0,-1 0,1 0,-1 0,1 0,-1 0,1 0,-1 0,1 0,-1 0,1-1,-1 1,1 0,-1 0,1 0,-1-1,0 1,1 0,-1 0,1-1,-1 1,0 0,1-1,-1 1,0-1,1 1,23-27,-17 18,-2 3,0 1,0 1,1-1,-1 1,1-1,0 2,0-1,1 1,-1 0,1 0,-1 0,1 1,3 0,-6 1,1 0,0 1,0 0,0 0,-1 0,1 1,0-1,0 1,-1 0,1 1,0-1,-1 1,1 0,-1 0,0 0,0 0,0 1,0 0,0 0,1 1,2 3,-1-1,1 2,-1-1,0 1,-1 0,0 0,0 0,-1 1,0-1,0 1,-1 0,0 1,-1-1,0 0,0 1,-1-1,0 1,-1 0,0 6,-1 3,-1 1,-1-1,-1 0,0 0,-2 0,0-1,-1 0,0 0,-5 5,8-15,0-1,-1 1,0-1,-1-1,1 1,-1-1,0 0,-1 0,1-1,-1 1,-1-2,1 1,0-1,-3 1,5-3,0 0,0 0,0-1,0 0,0 0,0 0,-1 0,1-1,0 0,0 0,0 0,-1-1,1 0,0 0,0 0,0-1,0 1,0-1,1 0,-1-1,0 1,1-1,0 0,-1 0,-3-4,0 0,1 0,0-1,0 0,1 0,0-1,1 0,0 0,0 0,-2-7,2 3</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04.740"/>
    </inkml:context>
    <inkml:brush xml:id="br0">
      <inkml:brushProperty name="width" value="0.1" units="cm"/>
      <inkml:brushProperty name="height" value="0.1" units="cm"/>
      <inkml:brushProperty name="ignorePressure" value="1"/>
    </inkml:brush>
  </inkml:definitions>
  <inkml:trace contextRef="#ctx0" brushRef="#br0">0 0,'5'13,"-2"1,1-1,-2 1,0-1,0 1,-2 0,0 87,-1-42,7 199,-2-203,3 1,2-2,11 34,-16-75,0 0,0-1,1 0,1 0,7 10,-12-19,1-1,0 1,0-1,0 0,0 0,0 0,0 0,1 0,-1 0,1-1,-1 1,1-1,0 1,-1-2,0 1,-1-1,1 0,0 0,0 0,0 0,0 0,0 0,-1 0,1 0,0-1,0 1,0-1,-1 1,1-1,0 0,0 1,-1-1,1 0,-1 0,1-1,0 1,4-4,-1-1,0 1,0-1,0 0,0 0,-1-1,0 0,-1 1,1-1,-1 0,-1 0,1-1,-1-1,3-8,-1-1,-1 0,0 0,-2 0,0-2,-1 10,0 0,-1-1,0 1,-1 0,0 0,-1 0,0 0,0 0,-1 1,0-1,-2-1,5 8,-1 0,0 1,0-1,0 0,0 1,0-1,-1 1,1-1,-1 1,0 0,1 0,-1 0,0 1,0-1,0 1,-1-1,1 1,0 0,0 0,-1 0,1 1,0-1,-1 1,1 0,-1 0,1 0,0 1,-1-1,1 1,-1-1,1 1,0 0,0 0,-2 2,-2-1,1 1,0 0,1 0,-1 1,0-1,1 1,0 1,-4 3,1 1</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05.257"/>
    </inkml:context>
    <inkml:brush xml:id="br0">
      <inkml:brushProperty name="width" value="0.1" units="cm"/>
      <inkml:brushProperty name="height" value="0.1" units="cm"/>
      <inkml:brushProperty name="ignorePressure" value="1"/>
    </inkml:brush>
  </inkml:definitions>
  <inkml:trace contextRef="#ctx0" brushRef="#br0">43 73,'-13'56,"2"0,3 1,-1 46,8-81,1 0,1 0,1 1,1-1,1-1,1 1,1 0,1-1,1 0,1-1,3 5,-9-19,1 0,0 0,0-1,0 1,0-1,1 0,0 0,0 0,6 3,-10-7,1-1,-1 1,0 0,1-1,-1 1,1 0,-1-1,1 0,0 1,-1-1,1 0,-1 0,1 0,0 0,-1 0,1 0,-1 0,2-1,-1 0,0 0,0 0,0 0,0 0,-1-1,1 1,0-1,-1 1,1-1,-1 1,1-1,-1 0,0 0,1 0,-1 0,0 0,0 0,5-14,0 1,0-1,-2 0,0 0,-1 0,0-1,-1 1,-1-2,0-30,-1 0,-3-8,-1 7,-2 0,-4-10,7 44,-1-1,0 1,-1 0,-1 0,0 0,-1 1,-1 0,-8-11,12 20,0 0,0 1,-1 0,1 0,-1 0,-1-1,4 4,0-1,0 1,0 0,-1 0,1 0,0 0,-1 0,1 0,-1 1,1-1,0 1,-1 0,1-1,-1 1,1 0,-1 1,-4 1</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05.741"/>
    </inkml:context>
    <inkml:brush xml:id="br0">
      <inkml:brushProperty name="width" value="0.1" units="cm"/>
      <inkml:brushProperty name="height" value="0.1" units="cm"/>
      <inkml:brushProperty name="ignorePressure" value="1"/>
    </inkml:brush>
  </inkml:definitions>
  <inkml:trace contextRef="#ctx0" brushRef="#br0">20 113,'-10'110,"6"-79,0 0,3 0,0 0,2 0,1 0,5 25,-2-36,1 0,0 0,7 12,-9-23,1 0,0 0,0-1,0 0,1 0,1 0,-1-1,6 5,-11-11,0 1,1-1,0 1,-1-1,1 0,0 1,0-1,0 0,0 0,0 0,0 0,0-1,0 1,0-1,0 1,0-1,1 0,-1 1,0-1,0 0,0-1,0 1,1 0,-1-1,0 1,0-1,0 1,0-1,0 0,0 0,0 0,0 0,0 0,-1-1,1 1,0 0,-1-1,1 0,0 0,4-5,-1 0,0-1,0 0,0 0,-1-1,0 1,-1-1,3-7,3-19,-2-1,-1 0,-2 0,-1-1,-2 1,-1-1,-2 1,-2-1,-1 1,-8-26,10 47,-1 1,-1 0,0 0,-6-9,10 20,-1 0,1-1,-1 1,0 0,0 1,-1-1,1 0,0 0,-1 1,0 0,1-1,-1 1,0 0,0 0,-1 1,1-1,0 1,0-1,-1 1,1 0,-3 0,-4 1,4 3</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06.209"/>
    </inkml:context>
    <inkml:brush xml:id="br0">
      <inkml:brushProperty name="width" value="0.1" units="cm"/>
      <inkml:brushProperty name="height" value="0.1" units="cm"/>
      <inkml:brushProperty name="ignorePressure" value="1"/>
    </inkml:brush>
  </inkml:definitions>
  <inkml:trace contextRef="#ctx0" brushRef="#br0">3 60,'-3'98,"7"40,-2-107,2 0,1 0,1-1,1 1,2-2,7 15,-13-37,0-1,0 0,0 0,1 0,0 0,0 0,1-1,0 0,0 1,-4-5,1 0,-1 0,1 0,-1 0,1 0,0 0,-1 0,1 0,0-1,0 1,-1 0,1-1,0 0,0 1,0-1,0 0,0 0,-1 0,1 0,0 0,0-1,0 1,0-1,-1 1,1-1,0 1,0-1,-1 0,1 0,0 0,-1 0,1 0,-1 0,1-1,-1 1,5-5,0-1,0 0,-1 0,0 0,0 0,-1-1,0 0,0 0,-1 0,0 0,0 0,0-2,3-15,-1 0,-1-1,0-14,-2 11,-2 1,-1 0,-1 0,-5-25,5 38,-2 0,0 0,0 1,-2 0,1 0,-2 0,0 1,0 0,-10-11,13 18,-1 1,0-1,0 2,-1-1,-5-4,9 8,-1-1,1 1,-1-1,1 1,-1 0,0 0,1 0,-1 0,0 0,0 1,0-1,1 1,-1 0,0 0,-1 0,-4 2</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06.640"/>
    </inkml:context>
    <inkml:brush xml:id="br0">
      <inkml:brushProperty name="width" value="0.1" units="cm"/>
      <inkml:brushProperty name="height" value="0.1" units="cm"/>
      <inkml:brushProperty name="ignorePressure" value="1"/>
    </inkml:brush>
  </inkml:definitions>
  <inkml:trace contextRef="#ctx0" brushRef="#br0">53 1,'-9'32,"-5"11,3 2,-3 22,12-54,1 0,0 0,1 0,0 0,1 1,0-1,1 0,1 0,0 0,4 10,-5-19,0 1,0-1,0 0,1 0,0 0,0 0,0 0,0 0,0-1,1 0,-1 1,1-1,0-1,0 1,0 0,1-1,-1 0,1 0,-1 0,1-1,-1 1,4-1,-2 0,1 0,-1 0,1-1,-1 0,1-1,-1 1,1-1,-1 0,1-1,-1 0,0 0,0 0,0-1,0 1,0-1,3-3,-1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07.292"/>
    </inkml:context>
    <inkml:brush xml:id="br0">
      <inkml:brushProperty name="width" value="0.1" units="cm"/>
      <inkml:brushProperty name="height" value="0.1" units="cm"/>
      <inkml:brushProperty name="ignorePressure" value="1"/>
    </inkml:brush>
  </inkml:definitions>
  <inkml:trace contextRef="#ctx0" brushRef="#br0">0 81,'14'142,"-6"10,-4-211,3 0,2 1,5-8,-11 53,-1 0,1 0,0 1,1-1,0 1,1 0,0 0,7-10,-12 22,1-1,-1 1,0-1,0 1,1-1,-1 0,0 1,1-1,-1 1,0-1,1 1,-1 0,1-1,-1 1,1-1,-1 1,1 0,-1-1,1 1,-1 0,1 0,-1 0,1-1,0 1,-1 0,1 0,-1 0,1 0,0 0,-1 0,1 0,0 0,-1 0,1 0,-1 0,1 1,0-1,-1 0,1 0,-1 0,1 1,-1-1,1 0,-1 1,1-1,-1 1,1-1,-1 1,2 1,0 1,0 0,0 0,-1 0,1 0,-1 1,0-1,0 2,7 33,-2 0,-1 0,-2 0,-2 12,4 40,-1-74,-4-16,1 0,-1 0,0 0,0 0,1 0,-1 0,0 0,0 0,1 0,-1 0,0 0,0 0,1 0,-1 0,0 0,0-1,0 1,1 0,-1 0,0 0,0 0,0-1,1 1,-1 0,0 0,0 0,0-1,0 1,0 0,0 0,0-1,1 1,-1 0,0-1,13-32,-11 27,14-42,-2 3,3 1,15-31,-30 72,-1 0,0 1,1-1,0 1,0-1,-1 1,1 0,1 0,-1 0,0 0,0 0,2 0,-4 2,0-1,1 1,-1 0,1 0,-1 0,1 0,-1 0,1 0,-1 0,1 0,-1 0,1 0,-1 0,0 0,1 0,-1 0,1 0,-1 0,1 0,-1 1,1-1,-1 0,0 0,1 0,-1 1,1-1,-1 0,1 2,0-1,0 1,0-1,0 1,0-1,0 1,-1-1,1 1,0 0,-1-1,0 1,1 0,4 22,-2 0,0 0,-2 0,0 19,-4 19,-5 18,6-67</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07.758"/>
    </inkml:context>
    <inkml:brush xml:id="br0">
      <inkml:brushProperty name="width" value="0.1" units="cm"/>
      <inkml:brushProperty name="height" value="0.1" units="cm"/>
      <inkml:brushProperty name="ignorePressure" value="1"/>
    </inkml:brush>
  </inkml:definitions>
  <inkml:trace contextRef="#ctx0" brushRef="#br0">4 5,'10'-2,"-1"1,-1 0,1 0,-1 1,1 0,1 1,-8-1,-1 0,0 0,0 1,1-1,-1 0,0 1,0-1,0 0,1 1,-1-1,0 1,0 0,0-1,0 1,0 0,0 0,0 0,0 0,0 0,-1 0,1 0,0 0,-1 0,1 0,0 0,-1 0,1 0,-1 0,0 1,1-1,-1 0,0 0,0 1,0-1,0 0,0 1,-2 13,-1-1,-1 0,0 0,0 0,-2-1,0 1,-5 8,-5 12,7-13,3-10,1 0,1 0,0 0,0 1,1-1,1 1,0 1,2-12,0 0,0 0,0 0,0 0,0 0,0 0,0-1,0 1,1 0,-1 0,0 0,1 0,-1 0,1 0,-1 0,1 0,0-1,-1 1,1 0,0 0,-1-1,1 1,0-1,0 1,-1 0,1-1,0 0,0 1,0-1,0 1,0-1,0 0,0 0,0 1,0-1,0 0,0 0,0 0,0 0,1 0,5-1,1 1,-1-1,1 0,-1-1,2 0,-4 1,18-5,-1-1,0 0,0-2,-1 0,0-2,-1 0,0-1,4-5,-17 11</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08.209"/>
    </inkml:context>
    <inkml:brush xml:id="br0">
      <inkml:brushProperty name="width" value="0.1" units="cm"/>
      <inkml:brushProperty name="height" value="0.1" units="cm"/>
      <inkml:brushProperty name="ignorePressure" value="1"/>
    </inkml:brush>
  </inkml:definitions>
  <inkml:trace contextRef="#ctx0" brushRef="#br0">1 1,'0'0,"0"0,5 2,8 3,7 1,9-1,6-3,4-3,2-3,-6-1,-10 0,-8 2,-8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08.556"/>
    </inkml:context>
    <inkml:brush xml:id="br0">
      <inkml:brushProperty name="width" value="0.1" units="cm"/>
      <inkml:brushProperty name="height" value="0.1" units="cm"/>
      <inkml:brushProperty name="ignorePressure" value="1"/>
    </inkml:brush>
  </inkml:definitions>
  <inkml:trace contextRef="#ctx0" brushRef="#br0">0 1,'0'0,"0"0,9 3,13 3,13 0,11 0,6-4,-7-1,-10-1,-12-1,-9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09.823"/>
    </inkml:context>
    <inkml:brush xml:id="br0">
      <inkml:brushProperty name="width" value="0.1" units="cm"/>
      <inkml:brushProperty name="height" value="0.1" units="cm"/>
      <inkml:brushProperty name="ignorePressure" value="1"/>
    </inkml:brush>
  </inkml:definitions>
  <inkml:trace contextRef="#ctx0" brushRef="#br0">355 163,'1'-6,"1"0,-1-1,0 1,-1-1,1 1,-1-1,0 1,-1-3,0 6,0 0,1 1,-1-1,0 0,-1 0,1 1,0-1,-1 0,0 1,1 0,-1-1,0 1,0 0,-1 0,1 0,0 0,0 0,-1 1,0-1,-12-7,0 2,-1-1,0 2,0 0,0 1,-14-2,18 4,0 2,0-1,0 1,0 1,0 0,0 1,0 0,0 0,1 2,-2 0,9-2,1 0,0 0,-1 1,1 0,0-1,0 1,0 0,0 1,0-1,1 0,-1 1,1 0,0-1,-1 1,1 1,-1 1,0 1,0-1,1 1,-1 0,2 0,-1 0,1 0,-1 4,0 12,1 1,1-1,1 0,3 14,-3-28,-1-1,4 26,6 30,-8-55,0 0,0 0,1 0,0 0,0-1,1 1,0-1,0 0,1 0,2 2,-6-7,0-1,1 0,-1 0,1 0,-1 0,1 0,-1 0,1 0,0 0,-1-1,1 1,0-1,0 1,0-1,-1 0,1 0,0 1,0-1,0 0,0-1,0 1,-1 0,1-1,0 1,0-1,-1 1,1-1,1 0,7-4,-1 0,0 0,0-1,7-6,0 0,-7 6,1 0,0 0,0 1,0 0,1 1,-1 0,7-1,-14 5,0-1,1 1,-1-1,0 1,0 0,1 0,-1 0,0 0,0 1,0 0,1-1,-1 1,0 0,0 1,0-1,0 0,0 1,-1-1,1 1,0 0,-1 0,1 0,-1 1,0-1,0 0,0 1,0 0,1 0,4 9,-1 0,0 1,-1-1,0 1,-1 0,-1 0,0 0,0 1,-1 4,0 8,0 0,-2-1,-1 1,-2 12,2-28,-1 0,0 0,0-1,-1 1,0-1,-1 1,0-1,0 0,-3 3,4-8,1 0,-1-1,0 1,0-1,0 0,-1 0,1 0,-1 0,1-1,-1 1,0-1,0 0,0 0,-1 0,1-1,0 0,0 0,-1 0,1 0,-1 0,-2-1,-4 0,0-1,0 0,0-1,0 0,0-1,1 0,-1 0,1-1,0-1,0 1,-1-2,-2-3</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10.306"/>
    </inkml:context>
    <inkml:brush xml:id="br0">
      <inkml:brushProperty name="width" value="0.1" units="cm"/>
      <inkml:brushProperty name="height" value="0.1" units="cm"/>
      <inkml:brushProperty name="ignorePressure" value="1"/>
    </inkml:brush>
  </inkml:definitions>
  <inkml:trace contextRef="#ctx0" brushRef="#br0">58 0,'-22'96,"11"-53,2 1,-3 38,9-44,2 0,2 0,2 0,2 4,-2-22,0 0,2 0,1 0,0 0,2-1,0 0,1 0,4 5,-10-19,0-1,-1 0,1-1,1 1,-1 0,0-1,1 0,0 0,0 0,0 0,0 0,0-1,1 0,0 1,-3-3,0 1,1-1,-1 0,0 1,0-1,0 0,0 0,0-1,0 1,1 0,-1-1,0 1,0-1,0 0,0 1,0-1,0 0,-1 0,1 0,0-1,0 1,-1 0,1-1,-1 1,1-1,-1 1,1-1,-1 0,0 0,0 1,0-1,0 0,0 0,3-7,0 0,0 1,-1-1,-1 0,1-1,-1 1,-1 0,0-1,0-5,0 8,-1 0,0 1,-1-1,0 0,0 0,0 1,-1-1,1 1,-2-1,1 1,-1 0,0 0,-3-5,4 9,0 0,0 0,0 1,0-1,0 1,-1 0,1-1,0 1,-1 0,1 0,-1 0,1 1,-1-1,1 1,-1-1,0 1,1 0,-1 0,0 0,1 0,-1 0,1 1,-1-1,0 1,1 0,-1 0,1 0,0 0,-1 0,1 0,-2 2,-3 2</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10.786"/>
    </inkml:context>
    <inkml:brush xml:id="br0">
      <inkml:brushProperty name="width" value="0.1" units="cm"/>
      <inkml:brushProperty name="height" value="0.1" units="cm"/>
      <inkml:brushProperty name="ignorePressure" value="1"/>
    </inkml:brush>
  </inkml:definitions>
  <inkml:trace contextRef="#ctx0" brushRef="#br0">23 162,'-7'75,"0"-2,3 36,4-86,1-1,2 1,0-1,1 0,1 0,8 20,-12-39,0-1,-1 0,1 0,0 0,0 0,0 0,1-1,-1 1,0 0,1 0,-1-1,1 1,0-1,-1 1,1-1,0 0,0 0,1 1,-1-2,-1 1,1-1,-1 0,1 0,-1 0,1 0,-1-1,1 1,-1 0,1-1,-1 1,0-1,1 1,-1-1,0 1,1-1,-1 0,0 0,0 0,0 0,1 0,-1 0,0 0,0 0,-1 0,1 0,0-1,0 1,6-9,-1 0,0 0,-1-1,0 0,0 0,-1 0,-1 0,0-1,0 0,-1-1,2-13,-2-1,0 1,-2-1,-1-1,-1-3,-2 0,-1 0,-1 0,-1 1,-2-1,4 17,0 0,-1 0,0 1,-1 0,0 0,-1 1,-1 0,0 0,0 1,-1 0,-8-6,5 8,4 5</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11.254"/>
    </inkml:context>
    <inkml:brush xml:id="br0">
      <inkml:brushProperty name="width" value="0.1" units="cm"/>
      <inkml:brushProperty name="height" value="0.1" units="cm"/>
      <inkml:brushProperty name="ignorePressure" value="1"/>
    </inkml:brush>
  </inkml:definitions>
  <inkml:trace contextRef="#ctx0" brushRef="#br0">9 168,'-4'24,"2"1,0 0,1-1,2 1,0 0,2 4,-1-17,0 0,0 0,1 0,1 0,0-1,0 1,1-1,1 0,0-1,0 1,1-1,1-1,2 4,-7-10,0 0,-1-1,1 0,0 1,1-1,-1 0,0-1,0 1,1 0,-1-1,1 0,-1 0,1 0,1 0,-2-1,-1 0,0 0,1 0,-1 0,0 0,1-1,-1 1,0-1,1 0,-1 1,0-1,0 0,0 0,0-1,0 1,0 0,0-1,0 1,0-1,-1 0,1 1,-1-1,1-1,4-5,-1-1,0 0,0 0,-1-1,0 0,-1 1,0-1,-1 0,0-1,0 1,-1-5,1-15,-1 1,-1-1,-3-12,1 18,-2 0,0 0,-1 0,-5-8,6 19,-1 0,-1 0,0 1,0 0,-1 0,-1 1,0 0,-5-5,3 6,3 5</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11.705"/>
    </inkml:context>
    <inkml:brush xml:id="br0">
      <inkml:brushProperty name="width" value="0.1" units="cm"/>
      <inkml:brushProperty name="height" value="0.1" units="cm"/>
      <inkml:brushProperty name="ignorePressure" value="1"/>
    </inkml:brush>
  </inkml:definitions>
  <inkml:trace contextRef="#ctx0" brushRef="#br0">1 233,'0'21,"1"-1,2 1,0-1,1 0,1 0,2 5,-4-16,0 0,0 0,1 0,1-1,-1 0,1 0,1 0,-1 0,1-1,1 0,-1 0,1-1,1 0,3 3,-9-8,0 1,1-1,-1 0,0 1,1-1,-1 0,1-1,-1 1,1 0,-1-1,1 1,0-1,-1 0,1 0,0 0,-1 0,1 0,-1-1,1 1,1-2,-1 1,0 0,0-1,0 0,0 0,-1 0,1 0,-1 0,0-1,1 1,-1-1,0 1,0-1,0 0,0-1,4-8,-1 0,0 0,-1 0,0-1,-1 1,-1-1,1-10,0-1,-2 0,-1-1,-1 1,-1 0,-5-24,4 35,0-1,-1 1,0 0,-1 0,0 0,-1 0,-1 1,0 0,-1 1,0 0,-2-2,6 9,1 0,-1 0,0 1,-1-1,1 1,-1 0,1 1,-1-1,0 1,0 0,0 0,0 0,-2 1,-24-3</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12.105"/>
    </inkml:context>
    <inkml:brush xml:id="br0">
      <inkml:brushProperty name="width" value="0.1" units="cm"/>
      <inkml:brushProperty name="height" value="0.1" units="cm"/>
      <inkml:brushProperty name="ignorePressure" value="1"/>
    </inkml:brush>
  </inkml:definitions>
  <inkml:trace contextRef="#ctx0" brushRef="#br0">0 0,'0'0,"0"0,3 8,5 6,2 6,1-2,-3-3,-1-4,-3-4</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12.440"/>
    </inkml:context>
    <inkml:brush xml:id="br0">
      <inkml:brushProperty name="width" value="0.1" units="cm"/>
      <inkml:brushProperty name="height" value="0.1" units="cm"/>
      <inkml:brushProperty name="ignorePressure" value="1"/>
    </inkml:brush>
  </inkml:definitions>
  <inkml:trace contextRef="#ctx0" brushRef="#br0">77 1,'0'0,"0"0,-5 10,-6 12,-5 12,0 0,3-6,3-7,4-8</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13.127"/>
    </inkml:context>
    <inkml:brush xml:id="br0">
      <inkml:brushProperty name="width" value="0.1" units="cm"/>
      <inkml:brushProperty name="height" value="0.1" units="cm"/>
      <inkml:brushProperty name="ignorePressure" value="1"/>
    </inkml:brush>
  </inkml:definitions>
  <inkml:trace contextRef="#ctx0" brushRef="#br0">1 1,'10'32,"-1"0,-2 1,4 31,3 102,-9-82,3-6,3 74,-11-150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13.508"/>
    </inkml:context>
    <inkml:brush xml:id="br0">
      <inkml:brushProperty name="width" value="0.1" units="cm"/>
      <inkml:brushProperty name="height" value="0.1" units="cm"/>
      <inkml:brushProperty name="ignorePressure" value="1"/>
    </inkml:brush>
  </inkml:definitions>
  <inkml:trace contextRef="#ctx0" brushRef="#br0">0 126,'5'30,"-1"1,-2-1,-1 20,-1-24,0-1,2 1,1-1,2 1,2 9,-6-31,1 0,-1 0,1-1,-1 1,1 0,0-1,0 1,1-1,-1 0,1 0,0 0,-1 0,1 0,1-1,-3 0,1-1,0-1,0 1,0 0,0 0,-1-1,1 1,0-1,0 0,0 1,0-1,0 0,0 0,0 0,0-1,0 1,0 0,0-1,0 1,0-1,0 0,0 1,0-1,0 0,-1 0,1 0,0-1,0 0,6-4,-1-1,0 1,0-1,-1-1,1 0,-2 0,1 0,-1 0,-1-1,1 0,-1 0,-1 0,1-2,1-6,0 0,-2 0,0 0,0 0,-2 0,0-1,-1-2,-1 9,0 0,-1 0,0 0,0 0,-1 0,-1 0,0 1,0 0,-1 0,0 0,-1 0,-7-8,8 11,0 1,-1 0,0 0,0 0,0 1,-1 0,0 0,0 0,0 1,-1 0,0 1,1 0,-1 0,0 0,0 1,-1 0,-3 0,-2 1</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13.973"/>
    </inkml:context>
    <inkml:brush xml:id="br0">
      <inkml:brushProperty name="width" value="0.1" units="cm"/>
      <inkml:brushProperty name="height" value="0.1" units="cm"/>
      <inkml:brushProperty name="ignorePressure" value="1"/>
    </inkml:brush>
  </inkml:definitions>
  <inkml:trace contextRef="#ctx0" brushRef="#br0">0 52,'16'-4,"-2"-1,1 0,13-6,-15 5,1 1,-1 0,1 1,4 0,-17 3,0 1,0 0,0-1,-1 1,1 0,0 0,0 0,0 0,0 0,0 0,0 0,0 0,0 0,0 0,0 0,0 0,-1 1,1-1,0 0,0 1,0-1,0 1,0-1,-1 1,1-1,0 1,-1 0,1-1,0 1,-1 0,1-1,-1 1,1 0,-1 0,1 0,-1-1,1 1,-1 0,0 0,0 0,1 0,-1 0,0 0,0 0,0 0,0 0,0-1,0 1,0 0,0 0,-1 0,1 0,0 0,-1 0,1 0,0 0,-4 10,1-1,-1 0,-1 1,-4 6,5-8,-22 41,12-26,2 1,0 0,-4 18,16-42,-1 1,1-1,-1 1,1-1,0 1,0-1,0 1,0-1,0 1,0-1,0 1,0-1,0 1,1-1,-1 1,1-1,-1 1,1-1,-1 0,1 0,0-1,-1 1,1 0,0-1,0 1,-1-1,1 1,0-1,0 1,0-1,0 0,0 1,0-1,-1 0,1 1,0-1,0 0,1 0,5 0,1 0,-1-1,1 0,-1 0,0-1,4-1,7-1,60-8,-65 10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14.788"/>
    </inkml:context>
    <inkml:brush xml:id="br0">
      <inkml:brushProperty name="width" value="0.1" units="cm"/>
      <inkml:brushProperty name="height" value="0.1" units="cm"/>
      <inkml:brushProperty name="ignorePressure" value="1"/>
    </inkml:brush>
  </inkml:definitions>
  <inkml:trace contextRef="#ctx0" brushRef="#br0">0 0,'27'375,"-23"-351,-1-17,1-16,10-108,-12 84,2 0,1 0,2 1,1 0,11-29,-18 58,1-1,-1 1,1-1,0 1,0 0,0 0,1 0,-1 0,1 1,-1-1,3-1,-4 4,0-1,0 1,0-1,0 1,0 0,0-1,0 1,0 0,0 0,0 0,0 0,0 0,0 0,0 0,1 0,-1 0,0 0,0 1,0-1,0 0,0 1,0-1,0 1,0-1,0 1,-1-1,1 1,0 0,0 0,0-1,0 1,-1 0,1 0,0 0,-1 0,1 0,-1 0,1 0,-1 0,8 13,0 1,-1 0,-1 1,0-1,-2 1,1 0,-1 3,0 0,1 0,1-1,1 1,7 13,-14-32,0 1,0-1,0 0,0 1,0-1,0 1,1-1,-1 0,0 1,0-1,0 0,1 1,-1-1,0 0,0 1,1-1,-1 0,0 0,1 1,-1-1,0 0,1 0,-1 0,0 1,1-1,-1 0,0 0,1 0,-1 0,1 0,-1 0,0 0,1 0,-1 0,1 0,-1 0,0 0,1 0,-1 0,1 0,-1 0,0 0,1 0,-1 0,0-1,1 1,-1 0,0 0,1-1,-1 1,0 0,1 0,-1-1,0 1,0 0,1-1,-1 1,0 0,0-1,0 1,1 0,-1-1,0 1,0-1,0 1,0 0,0-1,11-31,-10 29,10-46,-7 28,1 0,1 1,0 0,2 0,0 1,7-12,-14 30,-1 0,0 0,1 0,-1 1,1-1,-1 0,1 0,0 1,-1-1,1 0,0 1,-1-1,1 1,0-1,0 1,0-1,-1 1,1-1,0 1,0 0,0-1,0 1,0 0,0 0,0 0,-1 0,2 0,-1 0,0 1,0-1,1 1,-1 0,0 0,0-1,0 1,0 0,-1 0,1 0,0 0,0 0,0 0,-1 0,1 1,-1-1,1 0,3 9,0 0,0 0,-1 0,0 5,7 36,-2 1,-2 0,-1 26,-5-72</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15.555"/>
    </inkml:context>
    <inkml:brush xml:id="br0">
      <inkml:brushProperty name="width" value="0.1" units="cm"/>
      <inkml:brushProperty name="height" value="0.1" units="cm"/>
      <inkml:brushProperty name="ignorePressure" value="1"/>
    </inkml:brush>
  </inkml:definitions>
  <inkml:trace contextRef="#ctx0" brushRef="#br0">0 0,'6'34,"-1"0,-2 13,-1-13,2 0,3 8,-7-42,0 1,0 0,0 0,0 0,0-1,0 1,1 0,-1 0,0-1,1 1,-1 0,0-1,1 1,-1 0,1-1,-1 1,1 0,-1-1,1 1,-1-1,1 1,0-1,-1 0,1 0,-1-1,1 1,-1 0,1-1,-1 1,1 0,-1-1,0 1,1 0,-1-1,0 1,1-1,-1 1,0-1,0 1,1-1,-1 1,0-1,0 1,0-1,11-36,1-23,-9 38,1-1,2 1,0 0,5-10,-11 31,0 1,0-1,0 1,0 0,0-1,1 1,-1-1,0 1,0 0,0-1,0 1,0 0,1-1,-1 1,0 0,0-1,1 1,-1 0,0-1,0 1,1 0,-1 0,0-1,1 1,-1 0,0 0,1-1,-1 1,1 0,-1 0,0 0,1 0,-1 0,1 0,-1 0,0 0,1 0,-1 0,1 0,-1 0,8 17,-2 28,1 76,-7-120,0-1,0 0,0 0,0 0,0 0,0 0,0 1,0-1,0 0,0 0,0 0,0 0,0 0,0 1,0-1,0 0,0 0,0 0,0 0,0 1,0-1,0 0,0 0,1 0,-1 0,0 0,0 0,0 1,0-1,0 0,0 0,0 0,0 0,1 0,-1 0,0 0,0 0,0 0,0 0,0 0,1 0,-1 1,0-1,0 0,0 0,1 0,4-8,6-21,-9 24,0 0,6-17,1 0,4-7,-10 25,-1-1,1 0,0 1,0-1,1 1,-1 0,1 0,0 0,0 1,0 0,0-1,1 1,0 0,-4 3,0-1,1 1,-1-1,0 1,1 0,-1 0,0-1,1 1,-1 0,0 0,1 0,-1 1,0-1,1 0,-1 0,0 1,1-1,-1 1,0-1,0 1,1 0,-1-1,0 1,0 0,0 0,0 0,0 0,0-1,0 2,0-1,0 0,-1 0,1 0,0 0,0 1,3 6,-1-1,0 0,0 1,0-1,0 6,3 13,-1 1,-1 0,-1 0,-2 0,-1 4,0-19</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16.003"/>
    </inkml:context>
    <inkml:brush xml:id="br0">
      <inkml:brushProperty name="width" value="0.1" units="cm"/>
      <inkml:brushProperty name="height" value="0.1" units="cm"/>
      <inkml:brushProperty name="ignorePressure" value="1"/>
    </inkml:brush>
  </inkml:definitions>
  <inkml:trace contextRef="#ctx0" brushRef="#br0">3 20,'19'-6,"-12"3,0 1,1 0,-1 0,1 0,-1 1,1 0,-1 0,1 1,-1 0,3 1,-9-1,-1 0,1 0,-1 1,1-1,-1 0,1 0,-1 1,1-1,-1 0,1 1,-1-1,0 0,1 1,-1-1,0 1,1-1,-1 1,0-1,0 1,1-1,-1 1,0-1,0 1,0-1,0 1,1-1,-1 1,0 0,0-1,0 1,0-1,0 1,-1-1,1 1,0 0,-7 20,6-18,-40 81,28-60,1-1,1 2,2-1,0 1,-1 11,9-35,1 0,0 1,-1-1,1 0,0 1,0-1,0 1,0-1,0 0,1 1,-1-1,0 0,1 1,-1-1,0 0,1 1,0-1,-1 0,1 0,0 0,-1 0,1 1,0-1,0 0,0 0,0-1,0 1,0 0,0 0,1 0,-1-1,0 1,0-1,1 1,-1-1,0 1,0-1,1 0,-1 1,1-1,0 0,7 1,0-1,0 0,0 0,0-1,8-1,6-3,0 0,0-1,-1-1,0-2,0 0,5-4,-16 7</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17.872"/>
    </inkml:context>
    <inkml:brush xml:id="br0">
      <inkml:brushProperty name="width" value="0.1" units="cm"/>
      <inkml:brushProperty name="height" value="0.1" units="cm"/>
      <inkml:brushProperty name="ignorePressure" value="1"/>
    </inkml:brush>
  </inkml:definitions>
  <inkml:trace contextRef="#ctx0" brushRef="#br0">0 41,'0'0,"0"0,9 0,11-1,12-1,9-2,5-4,-5-1,-9 2,-11 1,-8 3</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18.387"/>
    </inkml:context>
    <inkml:brush xml:id="br0">
      <inkml:brushProperty name="width" value="0.1" units="cm"/>
      <inkml:brushProperty name="height" value="0.1" units="cm"/>
      <inkml:brushProperty name="ignorePressure" value="1"/>
    </inkml:brush>
  </inkml:definitions>
  <inkml:trace contextRef="#ctx0" brushRef="#br0">0 5,'0'0,"0"0,9 1,10 0,9 0,8-2,-3-1,-7 0,-7 0,-8 1</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19.603"/>
    </inkml:context>
    <inkml:brush xml:id="br0">
      <inkml:brushProperty name="width" value="0.1" units="cm"/>
      <inkml:brushProperty name="height" value="0.1" units="cm"/>
      <inkml:brushProperty name="ignorePressure" value="1"/>
    </inkml:brush>
  </inkml:definitions>
  <inkml:trace contextRef="#ctx0" brushRef="#br0">326 29,'-28'0,"-1"-2,2-1,-1-1,-2-2,7 1,0 2,0 0,0 1,0 1,0 1,-6 2,28-2,1 0,-1 0,0 0,0 1,1-1,-1 0,0 0,0 1,1-1,-1 0,0 1,1-1,-1 1,1-1,-1 1,0-1,1 1,-1-1,1 1,-1 0,1-1,0 1,-1 0,1-1,0 1,-1 0,1-1,0 1,0 0,-1 0,1-1,0 1,0 0,0 0,0 0,0-1,0 1,1 0,-1 0,1 5,0 0,1 0,0-1,0 1,1 1,2 6,42 162,-21-71,-19-87,-7-17,0 1,0-1,0 0,0 0,1 0,-1 0,0 1,0-1,0 0,0 0,1 0,-1 0,0 1,0-1,0 0,1 0,-1 0,0 0,0 0,1 0,-1 0,0 0,0 0,0 0,1 0,-1 0,0 0,0 0,1 0,-1 0,0 0,0 0,1 0,0-2,1 1,-1-1,1 1,-1-1,0 0,1 1,-1-1,0 0,0 0,0-1,12-17,-11 17,0 1,0 0,0 0,1 0,-1 1,1-1,-1 1,1-1,-1 1,1 0,0 0,0 0,0 0,0 1,0-1,-1 1,1-1,0 1,0 0,0 0,0 1,0-1,0 0,0 1,0 0,0 0,0 0,-1 0,1 0,1 1,6 3,-1 1,1-1,-1 1,-1 1,1 0,-1 0,6 7,-5-4,-1 1,0-1,-1 1,0 0,0 1,-1 0,-1 0,0 0,-1 1,0-1,-1 1,0 0,-1 0,0 0,-1 1,-1-5,0 1,0 0,-1-1,0 1,-1-1,0 1,-1-1,0 0,0 0,-1 0,0 0,0 0,-1-1,0 0,-1 0,0 0,0-1,0 0,-1 0,-7 5,5-5,-1 0,1-1,-2 0,1-1,-1 0,1-1,-1 0,-1 0,1-2,0 1,-1-1,1-1,-1 0,0 0,1-1,-1-1,0 0,1-1,-1 0,-4-2,7 1</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20.159"/>
    </inkml:context>
    <inkml:brush xml:id="br0">
      <inkml:brushProperty name="width" value="0.1" units="cm"/>
      <inkml:brushProperty name="height" value="0.1" units="cm"/>
      <inkml:brushProperty name="ignorePressure" value="1"/>
    </inkml:brush>
  </inkml:definitions>
  <inkml:trace contextRef="#ctx0" brushRef="#br0">65 0,'-8'72,"-15"62,11-77,2 0,4 1,0 22,6-43,2 0,6 36,-6-61,1 1,0-1,1 1,0-1,0 0,2-1,-1 1,2-1,-1 0,3 3,-7-12,-1 0,1 0,0 0,0 0,0 0,0-1,0 1,0 0,0-1,0 0,1 1,-1-1,1 0,-1 0,1 0,-1-1,1 1,-1-1,1 1,2-1,-2 0,0-1,0 1,0-1,0 0,0 0,0 0,0 0,0-1,0 1,-1-1,1 0,0 0,-1 0,0 0,1 0,6-7,-1 0,-1-1,0 0,0 0,0 0,-2-1,1 0,0-4,0 0,-1 0,-1 0,0 0,-1-1,-1 1,1-11,-3 21,1 0,-1 0,0 0,-1 0,1 0,-1 0,0 0,0 0,-1 0,1 0,-1 0,0 0,-1 1,1-1,-1 1,0-1,0 1,0 0,0 0,-1 1,-3-4,4 5,-1 1,1-1,0 1,0 0,-1 0,1 0,-1 1,1-1,0 1,-1 0,1 0,-1 0,1 0,-1 0,1 1,-1 0,1 0,0 0,-1 0,1 0,0 1,0-1,0 1,0 0,0 0,0 0,-4 4</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20.638"/>
    </inkml:context>
    <inkml:brush xml:id="br0">
      <inkml:brushProperty name="width" value="0.1" units="cm"/>
      <inkml:brushProperty name="height" value="0.1" units="cm"/>
      <inkml:brushProperty name="ignorePressure" value="1"/>
    </inkml:brush>
  </inkml:definitions>
  <inkml:trace contextRef="#ctx0" brushRef="#br0">1 105,'6'29,"-1"0,-1 1,-2 0,0 11,4 51,-3-59,3 0,7 25,-11-50,0 0,1-1,-1 1,2-1,-1 1,1-1,0 0,1-1,0 1,0-1,0 0,1 0,0 0,2 1,-6-6,0 1,1-1,-1 0,1 1,-1-1,1 0,-1-1,1 1,-1 0,1-1,0 0,0 1,-1-1,1 0,0 0,-1 0,1-1,0 1,-1-1,1 0,0 1,-1-1,1 0,-1-1,1 1,-1 0,0-1,0 1,1-1,-1 0,0 1,0-1,-1 0,2-2,4-4,0 0,-1-1,0 0,-1 0,0 0,0 0,-1-1,1-4,2-10,-1 1,-1-1,-1 0,-1 0,-1 0,-1-1,-2 0,1 5,-2-1,-1 1,0 0,-1 0,-1 1,-1-1,-1 1,-6-11,9 22,-1 0,0 0,0 0,-1 1,1 0,-2 0,1 0,-6-3,7 6,0 0,0 1,0-1,0 1,-1 1,0-1,1 1,-1 0,0 0,0 1,0-1,0 1,-4 0,-2 2</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21.119"/>
    </inkml:context>
    <inkml:brush xml:id="br0">
      <inkml:brushProperty name="width" value="0.1" units="cm"/>
      <inkml:brushProperty name="height" value="0.1" units="cm"/>
      <inkml:brushProperty name="ignorePressure" value="1"/>
    </inkml:brush>
  </inkml:definitions>
  <inkml:trace contextRef="#ctx0" brushRef="#br0">0 45,'4'68,"0"1,9 42,-9-90,0 0,2 0,0-1,2 1,0-2,1 1,3 4,-9-19,1 1,-1-1,1-1,-1 1,2 0,-1-1,0 0,1 0,0 0,-1-1,2 1,-1-1,-3-2,0 0,1 0,-1-1,0 1,0-1,1 1,-1-1,0 0,1 0,-1 0,0 0,1 0,-1 0,0-1,1 1,-1-1,0 0,0 1,1-1,-1 0,0 0,0-1,0 1,0 0,0-1,-1 1,1-1,0 1,-1-1,1 0,-1 0,1 0,4-7,0 0,0-1,-1 0,-1 1,1-2,-2 1,1 0,-1-1,-1 1,0-1,0-5,1-20,-1-1,-2-27,0 40,-2 1,0-1,-1 1,-2-1,-1-1,4 18,0 1,-1-1,0 1,0 0,0 0,-1 0,0 0,0 1,-1-2,2 4,0 0,0 1,0-1,-1 1,1 0,0 0,-1 0,1 0,-1 1,0-1,0 1,1 0,-1 0,0 0,0 1,-2-1,-7 2,3 1</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21.577"/>
    </inkml:context>
    <inkml:brush xml:id="br0">
      <inkml:brushProperty name="width" value="0.1" units="cm"/>
      <inkml:brushProperty name="height" value="0.1" units="cm"/>
      <inkml:brushProperty name="ignorePressure" value="1"/>
    </inkml:brush>
  </inkml:definitions>
  <inkml:trace contextRef="#ctx0" brushRef="#br0">24 72,'-9'47,"3"0,-2 36,8-58,0-1,1 1,2 0,0-1,2 0,1 3,-4-19,1 0,0 0,0-1,1 1,0-1,0 0,1 0,0 0,0 0,5 4,-8-9,0 0,0 0,1-1,-1 1,0 0,1-1,-1 0,0 1,1-1,0 0,-1 0,1-1,0 1,-1-1,1 1,0-1,0 0,0 0,-1 0,1 0,0 0,0-1,-1 1,1-1,0 0,-1 0,1 0,0 0,-1 0,1 0,-1-1,0 1,2-3,2-1,0 0,0-1,0 0,-1 0,0-1,0 0,-1 1,0-2,0 1,-1 0,0-1,0 1,0-2,4-14,-2-1,0 1,1-22,-3 14,-1 1,-2 0,-2-4,1 19,0 1,-2-1,0 1,0 0,-2 0,1 0,-5-6,8 16,-1 1,0-1,0 0,-1 1,1 0,-1-1,1 1,-1 0,0 0,0 1,0-1,-1 1,1-1,-1 1,1 0,-1 0,0 1,0-1,0 1,0 0,0 0,0 0,0 0,0 1,0 0,0 0,0 0,0 0,0 0,0 1,-1 0,0 0,-5 4</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22.135"/>
    </inkml:context>
    <inkml:brush xml:id="br0">
      <inkml:brushProperty name="width" value="0.1" units="cm"/>
      <inkml:brushProperty name="height" value="0.1" units="cm"/>
      <inkml:brushProperty name="ignorePressure" value="1"/>
    </inkml:brush>
  </inkml:definitions>
  <inkml:trace contextRef="#ctx0" brushRef="#br0">118 31,'-5'2,"-1"-1,2 1,-1 0,0 1,0-1,1 1,-1 0,1 0,0 0,0 1,0-1,0 1,0 1,-1 2,-1 0,2 0,-1 1,1 0,0 0,0 0,-1 7,0 0,2 0,0 0,0 0,1 0,1 0,1 1,0-1,1 1,1 0,0-4,0-1,1 0,1 1,0-1,0-1,1 1,1-1,-1 1,2-2,-1 1,1-1,1 0,1 2,-5-7,0-1,0 1,0-1,0 1,0-1,1-1,0 1,-1 0,1-1,0 0,0 0,0-1,1 1,-1-1,0 0,0-1,1 1,-1-1,0 0,1 0,-1-1,0 0,1 0,-1 0,0 0,0-1,0 0,0 0,3-2,-1 1,-1-1,1 0,-1-1,0 0,-1 0,1 0,-1 0,0-1,0 0,-1 0,5-7,-4 3,0 0,0-1,-1 0,0 0,-1 0,0 0,0-9,0 3,-2 1,0-1,-1 1,-1-1,0 1,-2-1,0 1,0 0,-1 0,-1 0,-2-2,3 9,-1 0,0 0,0 1,0 0,-1 0,0 0,-1 1,-2-2,6 6,0 0,0 1,0-1,-1 1,1-1,-1 1,1 0,-1 1,0-1,0 0,0 1,0 0,0 0,0 0,0 1,0-1,-1 1,1 0,0 0,-3 1,-1 1</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22.640"/>
    </inkml:context>
    <inkml:brush xml:id="br0">
      <inkml:brushProperty name="width" value="0.1" units="cm"/>
      <inkml:brushProperty name="height" value="0.1" units="cm"/>
      <inkml:brushProperty name="ignorePressure" value="1"/>
    </inkml:brush>
  </inkml:definitions>
  <inkml:trace contextRef="#ctx0" brushRef="#br0">26 80,'-3'30,"0"0,3 1,0-1,2 0,2 1,0-1,2 0,1-1,4 8,-9-32,0 0,1 1,-1-1,1 0,0-1,1 1,-1 0,1-1,0 0,0 0,0 0,0 0,1 0,-2-3,-1 1,0-1,1 0,-1 0,1 0,-1-1,1 1,0 0,-1-1,1 0,0 1,-1-1,1 0,0-1,-1 1,1 0,-1-1,1 0,0 1,-1-1,1 0,-1 0,0 0,1-1,-1 1,0 0,0-1,0 0,1 0,4-5,1 0,-1 0,-1-1,0 0,0 0,0 0,-1-1,0 0,-1 0,0 0,0-1,-1 1,0-1,-1 0,0 0,0-1,0-4,0 0,-2 0,1 0,-2 0,0 0,-1 0,0 1,-1-1,-1 0,-3-7,5 15,-1 0,-1 0,1 0,-1 1,-1-1,1 1,-1 0,0 0,0 1,-1-1,1 1,-1 1,0-1,-1 1,1 0,-1 0,-1 0,-4-1,0 1,0 0,0 1,-1 0,1 1,-1 0,1 1,-1 1,-12 0,12 1</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23.571"/>
    </inkml:context>
    <inkml:brush xml:id="br0">
      <inkml:brushProperty name="width" value="0.1" units="cm"/>
      <inkml:brushProperty name="height" value="0.1" units="cm"/>
      <inkml:brushProperty name="ignorePressure" value="1"/>
    </inkml:brush>
  </inkml:definitions>
  <inkml:trace contextRef="#ctx0" brushRef="#br0">1 87,'16'52,"-2"0,-3 1,-2 1,2 48,-8-85,-1-22,3-33,-3 24,6-49,3 2,3-1,3 2,5-9,-20 64,1-1,-1 1,1 0,0-1,0 1,3-2,-6 6,1 1,-1-1,0 1,1 0,-1-1,0 1,1 0,-1-1,1 1,-1 0,1 0,-1-1,0 1,1 0,-1 0,1 0,-1 0,1 0,0-1,-1 1,1 0,-1 0,1 0,-1 0,1 1,-1-1,1 0,0 1,0-1,0 1,0 0,-1 0,1 0,0 0,0 0,-1 0,1 0,0 0,-1 0,1 1,-1-1,0 0,1 0,-1 0,0 1,6 27,-1-1,-2 1,0 21,-1-14,1-1,3 6,-6-40,0 1,0 0,1-1,-1 1,1 0,-1-1,1 1,0-1,-1 1,1-1,0 1,0-1,0 1,0-1,1 1,-1-2,-1 1,1-1,-1 0,1 0,-1 0,1 0,-1 0,1 0,-1 0,1 0,-1 0,1 0,-1 0,1 0,-1-1,1 1,-1 0,1 0,-1 0,0-1,1 1,-1 0,1 0,-1-1,1 1,-1 0,0-1,1 1,-1-1,0 1,1-1,4-6,0 0,-1 0,1-1,-1 0,0-1,-2 4,18-37,18-37,-33 69,1 0,1 1,-1 0,2 0,-1 0,4-1,-11 9,1 0,0 0,0 0,0 0,0 0,0 1,0-1,0 0,0 1,0-1,0 1,1-1,-1 1,0-1,0 1,0 0,1 0,-1 0,0 0,0 0,1 0,-1 0,0 0,0 0,1 0,0 1,0 0,-1 0,1 0,-1 1,1-1,-1 0,1 1,-1 0,0-1,0 1,0-1,0 1,0 0,0 0,0 0,0 0,3 10,-1 0,0 0,0 0,0 13,-1 6,-1 0,-1 0,-2 0,-5 27,5-46</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24.257"/>
    </inkml:context>
    <inkml:brush xml:id="br0">
      <inkml:brushProperty name="width" value="0.1" units="cm"/>
      <inkml:brushProperty name="height" value="0.1" units="cm"/>
      <inkml:brushProperty name="ignorePressure" value="1"/>
    </inkml:brush>
  </inkml:definitions>
  <inkml:trace contextRef="#ctx0" brushRef="#br0">1 7,'5'9,"-1"0,0 1,0-1,0 1,-1-1,-1 1,1 4,9 75,-8-47,-1-15,0 1,1 0,2 0,3 12,-8-39,-1 1,0-1,1 0,-1 1,1-1,-1 0,1 0,0 0,-1 1,1-1,0 0,0 0,0 0,0 0,0 0,0 0,-1-1,1 0,-1 0,1 0,-1 0,0 0,1 0,-1-1,1 1,-1 0,0 0,1 0,-1 0,1 0,-1-1,0 1,1 0,-1 0,0-1,0 1,1 0,-1-1,0 1,0 0,1-1,-1 1,0 0,0-1,0 1,1 0,-1-1,0 0,3-7,0-1,0 1,-1-1,0-1,-1 6,5-20,7-39,4 1,2 1,12-24,-29 81,0 0,0 1,0-1,0 0,0 1,1-1,0 1,2-3,-4 6,-1 0,0-1,0 1,1 0,-1 0,0-1,1 1,-1 0,0 0,1 0,-1 0,0 0,1 0,-1 0,0 0,1 0,-1 0,1 0,-1 0,0 0,1 0,-1 0,0 0,1 0,-1 0,0 0,1 0,-1 0,0 1,1-1,-1 0,0 0,1 1,0 0,0 0,0 1,0-1,-1 1,1 0,0-1,-1 1,1-1,-1 1,1 0,-1 0,0 0,4 26,-2 0,-1 0,-2 0,0 2,-1 0,2 1,1 0,2 5,0-31,1-10,4-16,-8 19,7-18,1-5,0 0,2 1,0 0,2 0,0 1,8-8,-19 29,1 0,-1 0,0 0,1 0,-1 1,1-1,0 1,0-1,0 1,0 0,-1-1,2 1,-1 0,0 0,0 1,0-1,0 0,0 1,1-1,-1 1,0 0,2 0,-2 0,1 1,-1 0,0 0,1 0,-1 0,0 0,0 0,0 0,0 1,0-1,0 1,-1 0,1-1,0 1,-1 0,1 0,-1 0,0 0,1 0,-1 0,0 1,6 13,0 0,-1 0,-1 0,-1 0,0 1,1 13,-1 1,-2-1,-1 1,-2 12,0-33</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7:24.672"/>
    </inkml:context>
    <inkml:brush xml:id="br0">
      <inkml:brushProperty name="width" value="0.1" units="cm"/>
      <inkml:brushProperty name="height" value="0.1" units="cm"/>
      <inkml:brushProperty name="ignorePressure" value="1"/>
    </inkml:brush>
  </inkml:definitions>
  <inkml:trace contextRef="#ctx0" brushRef="#br0">1 18,'28'-3,"-1"-1,3-3,-23 6,-7 1,1-1,-1 1,1 0,-1 0,1-1,0 1,-1 0,1 0,-1 0,1 0,-1 0,1 0,0 0,-1 0,1 0,-1 0,1 0,0 0,-1 0,1 0,-1 1,1-1,-1 0,1 0,-1 1,1-1,-1 0,1 1,-1-1,1 0,-1 1,1-1,-1 1,0-1,1 1,-1-1,0 1,1-1,-1 1,0-1,0 1,0-1,1 1,-1-1,0 1,0 0,0-1,0 1,0-1,0 1,0-1,0 1,0 0,0-1,0 1,-1-1,1 1,0-1,0 1,-1 0,-1 7,-1-1,-1 0,0 1,-2 3,1-3,-9 17,8-14,0-1,0 1,1 0,0 0,1 0,1 1,-1-1,0 13,4-23,0 1,0 0,0-1,0 1,0 0,1-1,-1 1,1-1,-1 1,1-1,0 1,-1-1,1 1,0-1,0 0,0 0,0 1,0-1,1 0,-1 0,0 0,0 0,1 0,-1 0,0 0,1-1,-1 1,1 0,-1-1,1 1,0-1,-1 0,2 1,7 0,-1 1,1-2,-1 1,1-1,2-1,-7 1,30-2</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22.906"/>
    </inkml:context>
    <inkml:brush xml:id="br0">
      <inkml:brushProperty name="width" value="0.1" units="cm"/>
      <inkml:brushProperty name="height" value="0.1" units="cm"/>
      <inkml:brushProperty name="ignorePressure" value="1"/>
    </inkml:brush>
  </inkml:definitions>
  <inkml:trace contextRef="#ctx0" brushRef="#br0">0 100,'5'-4,"-2"1,1-1,0 0,-1 0,0 0,1 0,-2-1,1 1,0-1,-1 0,1-3,0 1,1 0,-1 0,1 1,4-6,-7 11,-1 1,0 0,1-1,-1 1,0-1,1 1,-1 0,1-1,-1 1,1 0,-1-1,0 1,1 0,-1 0,1-1,-1 1,1 0,0 0,-1 0,1 0,-1 0,1-1,-1 1,1 0,-1 1,1-1,-1 0,1 0,0 0,-1 0,1 0,0 1,0 0,0 0,0 0,1 0,-1 0,0 0,0 0,-1 0,1 0,0 0,0 0,0 2,15 39,-16-41,14 51,-3 1,-2 0,1 40,-1 163,-8-228,1 33,-3 1,-3-1,-2 0,-3 0,7-53</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23.844"/>
    </inkml:context>
    <inkml:brush xml:id="br0">
      <inkml:brushProperty name="width" value="0.1" units="cm"/>
      <inkml:brushProperty name="height" value="0.1" units="cm"/>
      <inkml:brushProperty name="ignorePressure" value="1"/>
    </inkml:brush>
  </inkml:definitions>
  <inkml:trace contextRef="#ctx0" brushRef="#br0">1 496,'3'-9,"1"-1,0 1,0 0,1 0,0 0,1 1,-1 0,2 0,2-3,17-17,25-18,-42 37,33-27,2 2,2 2,28-14,151-74,-198 106,-8 4,-11 5,0 1,0 0,1 0,-1 1,1 0,0 0,0 1,5-1,-13 3,1 0,-1 0,0 0,1 1,-1-1,0 0,1 0,-1 1,0-1,0 1,0-1,1 1,-1 0,0-1,0 1,0 0,0 0,0 0,0 0,0 0,0 0,-1 0,1 0,0 0,-1 0,1 0,0 0,-1 1,1-1,-1 0,0 0,1 1,-1-1,0 1,1 7,0 0,0 0,-1 1,0 7,-1-9,-16 325,1-59,14-217,-12 389,17-514,3 0,3 0,3 1,7-18,-16 71,1-1,1 1,0 0,1 1,0-1,2-1,-8 14,1 0,-1 0,1 0,-1 0,1 0,0 0,0 0,-1 0,1 0,0 0,0 1,0-1,0 0,0 0,0 1,0-1,0 1,0-1,0 1,0-1,0 1,1 0,-1-1,0 1,0 0,0 0,1 0,-1 0,0 0,0 0,0 0,1 1,-1-1,0 0,0 1,0-1,0 0,0 1,0 0,0-1,0 1,0 0,0-1,0 1,0 0,0 0,5 6,0-1,0 1,-1 1,0-1,0 1,0 0,0 2,18 27,1-1,12 12,-28-38,1 1,1-2,0 1,0-1,1-1,0 0,1 0,0-1,7 3,-14-8,-1 0,1 0,-1-1,1 1,0-1,0 0,0-1,0 1,0-1,0 0,0 0,0 0,-1-1,1 0,0 0,0 0,3-2,-2 0,0 0,0 0,0-1,-1 0,0 0,0 0,0-1,0 1,-1-1,1 0,-1-1,0 0,6-10,-1-1,-1 1,0-2,-1 1,-1-1,-1 0,0 0,1-17,-3 14,-1-1,-1 1,-1-1,-1-6,0 18,0 0,-1 0,0 0,0 0,-1 0,-1 1,1-1,-2 1,1 0,-2 0,5 7,0-1,0 2,-1-1,0 0,1 0,-1 0,0 1,0-1,0 1,0-1,0 1,0 0,-2-1,3 2,-1-1,1 1,0 0,-1-1,1 1,-1 0,1 0,-1 0,1 0,-1 0,1 1,0-1,-1 0,1 1,-1-1,1 1,-1 0,-2 1,1 1,-1-1,1 1,-1 0,1 0,0 0,1 1,-1-1,0 1,1-1,0 1,0 0,0 0,0 1,-7 16,2 1,1 0,0 0,2 0,0 1,2-1,0 2,1 5,1 0,2 0,1 0,1 0,3 11,-3-25,1 1,0-1,1 0,1 0,1 0,0-1,0 0,7 6,-8-11,0 0,1 0,0-1,1 0,0 0,0-1,1 0,0-1,0 0,0-1,1 0,2 0,1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24.723"/>
    </inkml:context>
    <inkml:brush xml:id="br0">
      <inkml:brushProperty name="width" value="0.1" units="cm"/>
      <inkml:brushProperty name="height" value="0.1" units="cm"/>
      <inkml:brushProperty name="ignorePressure" value="1"/>
    </inkml:brush>
  </inkml:definitions>
  <inkml:trace contextRef="#ctx0" brushRef="#br0">46 214,'14'101,"-4"1,-5 0,-4 0,-5 7,3-97,1 5,-2 1,0-1,0 1,-2-1,0 0,-4 7,8-23,0 0,0 0,0 0,-1-1,1 1,0 0,-1 0,1 0,-1 0,1-1,-1 1,1 0,-1-1,1 1,-1 0,0-1,1 1,-1-1,0 1,0-1,1 1,-1-1,0 0,0 1,0-1,0 0,1-1,-1 1,0 0,0-1,1 1,-1-1,0 1,1-1,-1 1,0-1,1 1,-1-1,1 0,-1 1,1-1,-1 0,1 0,0 1,-1-1,1 0,0 0,-3-7,0-1,0 0,1 1,-1-7,-2-28,2 0,2 0,2-1,2-2,24-172,-26 214,32-169,-27 147,2 1,1-1,0 1,2 1,7-11,-16 31,1 0,0-1,0 1,0 0,0 0,1 1,-1-1,1 1,0 0,3-2,-5 4,0 0,-1 0,1 0,0 1,0-1,0 1,0 0,-1-1,1 1,0 0,0 0,0 0,0 0,0 0,0 1,-1-1,1 0,0 1,0 0,0-1,-1 1,1 0,0 0,-1 0,1 0,0 0,-1 0,0 1,1-1,5 6,0 0,-1 0,0 0,0 1,0 0,-1 0,0 1,-1-1,1 3,8 22,8 30,-18-55,21 75,-4 2,-4 1,-3 0,-5 0,-1 46,-7-112</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25.241"/>
    </inkml:context>
    <inkml:brush xml:id="br0">
      <inkml:brushProperty name="width" value="0.1" units="cm"/>
      <inkml:brushProperty name="height" value="0.1" units="cm"/>
      <inkml:brushProperty name="ignorePressure" value="1"/>
    </inkml:brush>
  </inkml:definitions>
  <inkml:trace contextRef="#ctx0" brushRef="#br0">1 23,'48'203,"-17"-65,-27-121,36 130,-30-116,2-1,0 0,12 17,-21-41,1 0,-1 0,2-1,-1 1,0-1,1 0,1 1,-5-5,0 0,1 0,-1 0,0 0,1 0,-1 0,1-1,-1 1,1 0,0-1,-1 1,1-1,-1 0,1 1,0-1,0 0,-1 0,1 0,0 0,-1-1,1 1,0 0,-1-1,1 1,-1-1,1 1,0-1,-1 0,1 0,0 0,3-3,0 0,0 0,-1-1,0 1,0-1,0 0,0 0,-1 0,0-1,0 1,2-6,4-13,0 0,0-8,-6 20,15-56,-4-1,5-66,0-140,-17 262,1 19,2 25,-4-26,18 133,54 317,-70-441</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25.893"/>
    </inkml:context>
    <inkml:brush xml:id="br0">
      <inkml:brushProperty name="width" value="0.1" units="cm"/>
      <inkml:brushProperty name="height" value="0.1" units="cm"/>
      <inkml:brushProperty name="ignorePressure" value="1"/>
    </inkml:brush>
  </inkml:definitions>
  <inkml:trace contextRef="#ctx0" brushRef="#br0">0 145,'51'114,"-5"3,-6 1,0 18,-35-125,-7-28,2 10,-8-90,5-1,4 1,5 0,9-43,-13 127,-2 6,1 0,0 0,0 0,1 0,0 0,0 1,1-1,-1 1,3-4,-5 10,1-1,-1 1,0 0,0 0,0-1,0 1,1 0,-1 0,0 0,0-1,1 1,-1 0,0 0,0 0,0 0,1 0,-1 0,0-1,1 1,-1 0,0 0,0 0,1 0,-1 0,0 0,0 0,1 0,-1 0,0 0,1 0,-1 0,0 1,0-1,1 0,-1 0,0 0,0 0,1 0,-1 0,0 1,0-1,1 0,-1 0,0 0,0 1,0-1,0 0,1 0,-1 1,0-1,3 6,0 1,0 0,0-1,-1 1,0 0,0 0,-1 0,0 1,0 1,1 6,24 206,-1 1,-20-206,-5-16,0 0,1 0,-1 0,0 0,0 0,0 0,0 0,1 0,-1 0,0 0,0 0,0 0,0 0,1 0,-1 0,0 0,0 0,0 0,0 0,1 0,-1 0,0 0,0 0,0 0,0 0,0-1,0 1,1 0,-1 0,0 0,0 0,0 0,0 0,0-1,0 1,0 0,0 0,0 0,0 0,0-1,0 1,1 0,-1 0,0 0,9-31,-9 28,17-72,-6 23,1-1,3 2,17-38,-29 83,0 0,0 0,1 0,0 0,0 1,3-4,-6 8,0 0,-1 0,1 0,0 1,0-1,0 0,0 1,0-1,0 1,0-1,0 1,0-1,0 1,0-1,0 1,0 0,0 0,0 0,0 0,0 0,0 0,0 0,1 0,-1 0,0 0,0 0,0 1,0-1,0 0,0 1,0-1,0 1,0 0,0-1,0 1,0-1,-1 1,1 0,0 0,0 0,-1-1,1 1,0 0,4 6,0 0,-1 0,0 0,0 0,0 1,-1-1,0 1,0 2,16 68,-13-49,60 316,-64-333</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26.439"/>
    </inkml:context>
    <inkml:brush xml:id="br0">
      <inkml:brushProperty name="width" value="0.1" units="cm"/>
      <inkml:brushProperty name="height" value="0.1" units="cm"/>
      <inkml:brushProperty name="ignorePressure" value="1"/>
    </inkml:brush>
  </inkml:definitions>
  <inkml:trace contextRef="#ctx0" brushRef="#br0">0 1,'20'44,"-3"2,-1 0,-2 1,4 35,-6-31,24 111,-6 1,-7 1,-7 19,-15-172,0 2,-1-1,0 1,0 0,-1 0,-1 0,-2-7,1-10,-4-14,2-13,1 0,1 0,1-1,3-24,2-3,4 0,3-6,-5 32,3 1,4-12,-9 33,1 1,1-1,0 1,0 0,1 0,0 0,1 1,4-5,-9 11,0 1,0 0,0-1,1 1,-1 0,0 0,1 0,0 1,-1-1,1 1,0-1,0 1,0 0,0 0,0 0,0 0,0 1,1-1,-1 1,0 0,0 0,0 0,0 0,1 1,-1-1,0 1,0 0,0 0,0 0,0 0,0 0,0 1,-1-1,1 1,0 0,-1 0,2 1,4 4,0 1,-1-1,0 2,0-1,-1 0,0 1,-1 0,0 1,0-1,3 9,-3 0,0 0,-1 0,-1 0,0 0,-1 1,-1-1,-1 1,-1-1,0 1,-2-1,0 0,-1 0,0 0,-2 1,1-6,0 1,-1-1,0-1,-1 1,-1-1,0 0,0-1,-8 8,8-11,1-1,-2 0,1 0,-1-1,0 0,0 0,0-1,-1 0,0-1,0 0,-9 2,12-4,0-1,1 0,-1 0,0-1,0 0,1 0,-1 0,0-1,1 0,-1 0,0-1,1 1,-1-1,1-1,0 0,0 0,0 0,0 0,0-1,1 0,-1 0,1-1,0 1,0-2,-3-5</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27.171"/>
    </inkml:context>
    <inkml:brush xml:id="br0">
      <inkml:brushProperty name="width" value="0.1" units="cm"/>
      <inkml:brushProperty name="height" value="0.1" units="cm"/>
      <inkml:brushProperty name="ignorePressure" value="1"/>
    </inkml:brush>
  </inkml:definitions>
  <inkml:trace contextRef="#ctx0" brushRef="#br0">6 136,'-4'39,"3"1,1 0,2 0,1-1,3 1,1-1,2 0,1-1,10 21,-14-42,2 0,0-1,6 10,-12-22,1 0,0 0,0 0,0-1,0 1,1-1,0 1,-1-1,1 0,0-1,0 1,1-1,-1 0,0 0,4 2,-5-4,-1 0,0 1,1-1,-1 0,0 0,1 0,-1 0,0 0,0-1,1 1,-1-1,0 1,0-1,0 0,1 0,-1 0,0 0,0 0,0-1,-1 1,1-1,0 1,0-1,-1 0,1 1,0-3,4-3,-1-1,0 0,-1 0,0-1,0 1,0-3,9-25,-2 0,-2 0,3-31,10-116,-1 5,-20 167,-1 7,1 0,-1 1,1-1,0 0,0 0,0 0,1 0,-1 1,1-1,0 0,0 1,-2 3,0 0,1-1,-1 1,0 0,1 0,-1 0,0 0,0-1,1 1,-1 0,0 0,1 0,-1 0,0 0,0 0,1 0,-1 0,0 0,1 0,-1 0,0 0,1 0,-1 0,0 0,1 0,-1 1,0-1,0 0,1 0,-1 0,0 0,0 1,1-1,-1 0,0 0,0 0,1 1,-1-1,0 0,0 0,0 1,0-1,1 0,-1 1,0-1,9 16,-9-15,21 56,-2 1,-2 1,2 26,-7-35,8 41,-3 1,-4 1,-4 6,-9-82,-3-25,-4-31,0-39,3 1,4-1,3 1,10-50,-10 103</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27.843"/>
    </inkml:context>
    <inkml:brush xml:id="br0">
      <inkml:brushProperty name="width" value="0.1" units="cm"/>
      <inkml:brushProperty name="height" value="0.1" units="cm"/>
      <inkml:brushProperty name="ignorePressure" value="1"/>
    </inkml:brush>
  </inkml:definitions>
  <inkml:trace contextRef="#ctx0" brushRef="#br0">0 654,'13'1,"0"-1,0 0,0-1,0 0,0-1,-1-1,13-3,-18 3,1 0,-1 0,0-1,0 0,0 0,0-1,-1 0,1 0,-1-1,-1 1,1-1,-1-1,1-1,4-6,-2-1,1 0,-2 0,0-1,-1 0,0 0,-2 0,0-1,0 0,-2-2,3-19,-3 1,-1-1,-1 1,-3-5,0 7,-7-33,8 59,1 1,-2 0,1 0,-1 0,-1 0,1 0,-1 0,0 1,-1 0,-4-6,8 13,1-1,-1 0,0 0,0 0,0 0,1 1,-1-1,0 1,0-1,0 0,0 1,0-1,0 1,0 0,0-1,-1 1,1 0,0 0,0 0,0 0,0 0,0 0,0 0,0 0,-1 0,0 1,0 0,0 0,0 0,1 0,-1 0,0 0,1 0,-1 1,1-1,0 1,-1-1,1 1,-1 1,-4 6,1 1,-1 0,2 0,-4 10,-3 13,1 0,1 1,2 0,2 0,-1 28,4-44,2 0,0 1,2-1,0 0,0-1,2 1,0 0,1-1,1 0,1 0,0 0,2-1,1 1</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28.440"/>
    </inkml:context>
    <inkml:brush xml:id="br0">
      <inkml:brushProperty name="width" value="0.1" units="cm"/>
      <inkml:brushProperty name="height" value="0.1" units="cm"/>
      <inkml:brushProperty name="ignorePressure" value="1"/>
    </inkml:brush>
  </inkml:definitions>
  <inkml:trace contextRef="#ctx0" brushRef="#br0">25 455,'-6'-18,"1"0,1 0,1 0,0-1,1 1,1-1,0 1,2-1,0 0,1 1,1 0,1-1,1 1,5-16,-4 22,-1 0,2 1,0-1,0 1,1 0,0 1,1 0,0 0,0 1,1 0,0 0,1 1,0 1,0 0,8-3,-8 5</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28.887"/>
    </inkml:context>
    <inkml:brush xml:id="br0">
      <inkml:brushProperty name="width" value="0.1" units="cm"/>
      <inkml:brushProperty name="height" value="0.1" units="cm"/>
      <inkml:brushProperty name="ignorePressure" value="1"/>
    </inkml:brush>
  </inkml:definitions>
  <inkml:trace contextRef="#ctx0" brushRef="#br0">144 0,'12'8,"-1"0,0 0,0 1,-1 0,-1 0,1 1,-1 1,-1 0,0 0,-1 0,0 1,-1 0,0 0,1 4,-6-12,1 0,-1 0,0 0,0 0,0 1,0-1,-1 0,0 1,0-1,0 0,0 1,-1-1,0 0,0 0,0 1,0-1,0 0,-1 0,0 0,-2 3,0-2,0 0,0 0,0 0,-1 0,0-1,0 0,0 0,-1 0,1-1,-1 0,0 0,0 0,-3 0,-7 3,0-1,0-1,-1 0,1-2,-1 0,0 0,1-2,-1 0,0-1,-1-1,5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29.904"/>
    </inkml:context>
    <inkml:brush xml:id="br0">
      <inkml:brushProperty name="width" value="0.1" units="cm"/>
      <inkml:brushProperty name="height" value="0.1" units="cm"/>
      <inkml:brushProperty name="ignorePressure" value="1"/>
    </inkml:brush>
  </inkml:definitions>
  <inkml:trace contextRef="#ctx0" brushRef="#br0">228 346,'-4'3,"1"-1,-1 0,0 1,-1-2,1 1,0 0,-1-1,1 0,-1 0,1 0,-1 0,1-1,-1 0,1 0,-1 0,1-1,-1 1,1-1,-1 0,1 0,-1-1,1 1,0-1,0 0,0 0,0 0,0-1,0 0,0 1,1-1,-1-1,-4-4,-1 0,2-1,-1 0,1-1,1 0,-1 0,2 0,-1 0,2-1,-1 0,-1-8,2 7,1-1,1 1,-1-1,2 0,0 0,1-11,0 19,0 1,1 0,0-1,-1 1,2 0,-1 0,0 0,1 0,0 0,0 0,0 0,0 1,1-1,-1 1,1-1,0 1,0 0,0 0,1 0,-1 1,1-1,0 0,5-1,-1 0,1 0,0 1,1 0,-1 1,0 0,1 0,-1 1,1 0,3 1,-1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30.458"/>
    </inkml:context>
    <inkml:brush xml:id="br0">
      <inkml:brushProperty name="width" value="0.1" units="cm"/>
      <inkml:brushProperty name="height" value="0.1" units="cm"/>
      <inkml:brushProperty name="ignorePressure" value="1"/>
    </inkml:brush>
  </inkml:definitions>
  <inkml:trace contextRef="#ctx0" brushRef="#br0">0 15,'0'0,"0"0,0 0,5-3,1 0,-1-1,0 1,-2 1</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31.023"/>
    </inkml:context>
    <inkml:brush xml:id="br0">
      <inkml:brushProperty name="width" value="0.1" units="cm"/>
      <inkml:brushProperty name="height" value="0.1" units="cm"/>
      <inkml:brushProperty name="ignorePressure" value="1"/>
    </inkml:brush>
  </inkml:definitions>
  <inkml:trace contextRef="#ctx0" brushRef="#br0">165 0,'-17'27,"0"1,2 0,1 1,1 1,2 0,1 1,1 1,2-7,1 0,1 1,0 18,4-35,1 1,0 0,0-1,1 1,0 0,1-1,0 1,0-1,1 0,1 0,1 4,-4-10,0-1,0 0,0 1,1-1,-1 0,1 0,-1 0,1 0,0 0,0 0,0-1,0 1,0 0,0-1,0 0,0 1,0-1,1 0,-1 0,1 0,-1-1,1 1,-1-1,1 1,-1-1,1 0,-1 0,1 0,0 0,-1 0,1-1,-1 1,1-1,-1 1,1-1,-1 0,0 0,2-1,5-3,-1 0,0 0,-1-1,1 0,-1 0,0 0,-1-1,1 0,-1-1,0 0,11-19,-1-1,-1 0,-2-2,0 1,-2-1,-1-1,-2 0,-1 0,-2-1,0 0,-1-29,-4 58,0-1,0 1,0-1,-1 0,1 1,-1-1,0 1,0-1,1 4,0 0,0 0,0 0,0-1,-1 1,1 0,0 0,0 0,0 0,0 0,0 0,0-1,0 1,0 0,0 0,0 0,-1 0,1 0,0 0,0 0,0 0,0 0,0 0,0 0,-1-1,1 1,0 0,0 0,0 0,0 0,0 0,-1 0,1 0,0 0,0 0,0 0,0 0,0 0,-1 1,1-1,0 0,0 0,0 0,0 0,0 0,0 0,-1 0,1 0,0 0,0 0,0 0,0 1,-8 16,1 9,2 1,0 0,2 0,1 0,1 22,11 142,-6-141,1 12,20 389,-25-368,-4 1,-4 0,-3-1,-10 28,16-88,-1 0,-1-1,0 0,-2 0,-1-1,-8 12,16-29,0-1,0 1,-1-1,1 0,-1 0,0 0,0 0,0-1,0 1,-1-1,1 0,0 0,-1 0,0 0,0 0,1-1,-2 0,2 0,0-1,0 0,0 0,0 0,0 0,0-1,0 1,1-1,-1 0,0 0,0 0,0 0,1-1,-1 1,0 0,1-1,-1 0,1 0,0 0,0 0,0 0,0 0,-1-1,-6-8,1 0,0 0,0-1,1 0,1-1,0 1,0-1,-2-10,-3-14,2-1,-2-24,0-16,4 0,3-1,6-63,1 103</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31.739"/>
    </inkml:context>
    <inkml:brush xml:id="br0">
      <inkml:brushProperty name="width" value="0.1" units="cm"/>
      <inkml:brushProperty name="height" value="0.1" units="cm"/>
      <inkml:brushProperty name="ignorePressure" value="1"/>
    </inkml:brush>
  </inkml:definitions>
  <inkml:trace contextRef="#ctx0" brushRef="#br0">95 772,'2'0,"0"0,-1 0,1 0,0 0,0 0,-1 0,1 0,0 0,0-1,-1 1,1-1,0 1,-1-1,1 0,-1 0,1 0,-1 0,1 0,0-1,1 0,-1 0,0-1,0 0,0 1,0-1,0 0,0 0,-1 0,1-1,-1 1,2-5,-1 1,0 0,-1-1,0 1,0-1,0 1,-1-1,0 0,0-1,-2 3,1 0,-1-1,0 1,0 0,0 0,-1 0,0 0,-1 1,1-1,-1 1,0 0,-1-1,4 4,0 1,-1-1,1 1,0 0,-1 0,1 0,-1-1,0 1,1 1,-1-1,0 0,1 0,-1 1,0-1,0 1,1-1,-1 1,0 0,0 0,0 0,0 0,0 0,1 0,-1 0,0 0,0 1,0-1,0 1,1 0,-1-1,0 1,1 0,-1 0,0 0,1 0,-1 0,1 0,0 1,-1-1,1 0,0 1,0-1,-1 2,-4 6,0 0,0 0,1 1,1-1,0 1,0 0,0 1,2-1,-1 0,1 1,0 9,-1 6,2 0,1 1,1-1,2 8,-1-19,0-1,1 0,0 0,2 0,-1 0,2-1,0 1,0-1,6 7,-9-15,0 0,1 0,0 0,0-1,0 0,1 1,-1-2,1 1,0 0,0-1,0 0,1 0,-1 0,1-1,-1 0,1 0,0 0,0-1,0 0,0 0,0-1,0 1,0-1,0 0,1-1,0 0,0-1,0 0,0 0,0 0,0-1,-1 0,0 0,1-1,-1 1,0-1,-1-1,1 1,-1-1,0 0,0 0,0-1,-1 1,3-6,6-9,-1 0,-2-1,0 0,-1 0,3-13,14-47,-5-1,-3-2,-3 0,-5 0,-3-1,-3 0,-5-18,0 76,-2-40,2 61,0-1,0 0,0 1,-1-1,0 1,-1 0,1 0,-2-1,4 6,0 1,0 0,0-1,0 1,0 0,0-1,-1 1,1 0,0 0,0-1,0 1,-1 0,1-1,0 1,0 0,-1 0,1 0,0-1,0 1,-1 0,1 0,0 0,-1 0,1-1,0 1,-1 0,1 0,0 0,-1 0,1 0,0 0,-1 0,1 0,0 0,-1 0,1 0,0 0,-1 0,1 0,0 0,-1 1,1-1,0 0,-1 0,1 0,0 0,-1 1,1-1,0 0,0 0,-1 1,-9 18,2 4,1 1,1 0,1 1,1 0,1 3,-5 132,8-136,-2 128,7 2,0-84,3-1,3 0,10 25,-15-69,2 0,1 0,8 14,-13-30,1 0,0-1,0 1,1-1,0 0,1-1,-1 0,2 0,-1 0,7 4,-12-10,0 1,0-1,0 0,0 1,0-1,1 0,-1 0,1-1,-1 1,0-1,1 1,-1-1,1 1,5-3</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32.071"/>
    </inkml:context>
    <inkml:brush xml:id="br0">
      <inkml:brushProperty name="width" value="0.1" units="cm"/>
      <inkml:brushProperty name="height" value="0.1" units="cm"/>
      <inkml:brushProperty name="ignorePressure" value="1"/>
    </inkml:brush>
  </inkml:definitions>
  <inkml:trace contextRef="#ctx0" brushRef="#br0">0 155,'0'0,"6"-3,9-5,12-6,11-6,7-2,4-4,-8 2,-10 6,-10 6,-9 4</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32.723"/>
    </inkml:context>
    <inkml:brush xml:id="br0">
      <inkml:brushProperty name="width" value="0.1" units="cm"/>
      <inkml:brushProperty name="height" value="0.1" units="cm"/>
      <inkml:brushProperty name="ignorePressure" value="1"/>
    </inkml:brush>
  </inkml:definitions>
  <inkml:trace contextRef="#ctx0" brushRef="#br0">374 1,'0'0,"1"10,1 16,-1 23,-3 20,-5 15,-6 5,-9-2,-10-9,-7-16,-7-17,-1-18,-1-19,5-15,9-7,11-1,9 2,6 3</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33.489"/>
    </inkml:context>
    <inkml:brush xml:id="br0">
      <inkml:brushProperty name="width" value="0.1" units="cm"/>
      <inkml:brushProperty name="height" value="0.1" units="cm"/>
      <inkml:brushProperty name="ignorePressure" value="1"/>
    </inkml:brush>
  </inkml:definitions>
  <inkml:trace contextRef="#ctx0" brushRef="#br0">16 0,'4'9,"-1"1,0-1,0 0,-1 1,0-1,-1 1,0 0,-1 6,3 13,47 859,-46-794,-2-44,1 36,-3 0,-5 26,1-93,0-14,3-7,0 1,0-1,0 0,1 1,-1-1,0 0,1 0,-1 1,1-1,-1 0,1 0,0 0,0 0,-7-55,3 0,3 0,2-1,2 1,3 0,2 1,4-4,-4 23,1 0,13-29,-17 53,0 0,1 0,1 0,0 1,1 0,0 1,1-1,0 2,2-1,-9 8,1 0,0 1,0-1,0 1,0 0,0 0,1 0,-1 0,1 0,-1 1,1 0,0 0,-1 0,1 0,0 0,0 1,-1-1,1 1,0 0,0 0,0 1,0-1,-1 1,1 0,0 0,0 0,-1 1,1-1,-1 1,1-1,-1 1,0 1,0-1,0 0,0 1,0-1,0 1,-1 0,1 0,1 3,3 4,0 1,0 0,-1 0,-1 1,0 0,0 0,-1 0,-1 1,0-1,-1 1,0 0,-1 0,0-1,-1 1,-2 10,1-10,0 0,-1 0,-1 0,0 0,-1-1,0 1,-1-1,0 0,-1 0,0-1,-1 1,-1-1,1-1,-2 0,-3 4,0-4,0 0,0 0,-1-2,0 1,-1-2,1 0,-2-1,1 0,-1-1,0 0,0-1,0-1,0-1,0 0,-1-1,1 0,-1-1,1-1,-5-1,1-2,8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33.856"/>
    </inkml:context>
    <inkml:brush xml:id="br0">
      <inkml:brushProperty name="width" value="0.1" units="cm"/>
      <inkml:brushProperty name="height" value="0.1" units="cm"/>
      <inkml:brushProperty name="ignorePressure" value="1"/>
    </inkml:brush>
  </inkml:definitions>
  <inkml:trace contextRef="#ctx0" brushRef="#br0">1 1,'9'24,"-1"0,-1 1,-1 0,1 15,9 103,-11-92,1 10,6 68,-4 53,-8-178</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34.419"/>
    </inkml:context>
    <inkml:brush xml:id="br0">
      <inkml:brushProperty name="width" value="0.1" units="cm"/>
      <inkml:brushProperty name="height" value="0.1" units="cm"/>
      <inkml:brushProperty name="ignorePressure" value="1"/>
    </inkml:brush>
  </inkml:definitions>
  <inkml:trace contextRef="#ctx0" brushRef="#br0">152 16,'-1'-2,"0"1,-1 0,1-1,-1 1,1 0,-1 0,0 0,1 0,-1 0,0 0,0 1,1-1,-1 1,0-1,0 1,0-1,0 1,0 0,0 0,0 0,0 0,0 0,1 1,-1-1,0 1,0-1,0 1,0-1,0 1,1 0,-1 0,0 0,1 0,-1 0,1 0,-1 1,1-1,-1 0,0 2,-4 4,0 1,0-1,0 1,1 0,1 1,-1-1,-1 6,-2 6,1 0,1 1,1-1,0 1,1 8,2-15,1 0,0 0,1 0,1 0,0 0,1 0,1 0,2 7,-4-18,0 1,0-1,0 0,1 0,-1-1,1 1,0 0,-1 0,1-1,1 1,-1 0,-1-3,0 1,0-1,0 1,0 0,0-1,0 1,0-1,0 0,0 1,0-1,0 0,0 0,0 0,0 1,0-1,0 0,0 0,0-1,0 1,0 0,0 0,0 0,0-1,0 1,0-1,0 1,0-1,0 1,0-1,0 1,0-1,0 0,0 1,0-1,4-5,1 1,-1-1,0 0,0 0,-1-1,0 1,0-1,0 0,0-4,26-69,-25 64,36-127,-41 143,0 0,0 0,0 0,0 0,0 0,0 1,0-1,0 0,0 0,0 0,1 0,-1 0,0 0,0 0,0 0,0 0,0 0,0 0,0 0,0 0,1 0,-1 0,0 0,0 0,0 0,0 0,0 0,0 0,0 0,0 0,0 0,1 0,-1-1,0 1,0 0,0 0,0 0,0 0,0 0,0 0,0 0,0 0,0 0,0 0,0 0,0-1,0 1,0 0,0 0,1 0,-1 0,0 0,0 0,0 0,0 0,0 0,0-1,0 1,0 0,0 0,-1 0,1 0,0 0,0 0,0 0,0 0,0-1,0 1,0 0,2 12,-1 19,-1-20,-8 887,7-866,-9 153,6-143,-2 0,-2-1,-6 15,7-36</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34.752"/>
    </inkml:context>
    <inkml:brush xml:id="br0">
      <inkml:brushProperty name="width" value="0.1" units="cm"/>
      <inkml:brushProperty name="height" value="0.1" units="cm"/>
      <inkml:brushProperty name="ignorePressure" value="1"/>
    </inkml:brush>
  </inkml:definitions>
  <inkml:trace contextRef="#ctx0" brushRef="#br0">0 4,'0'0,"0"0,0 0,5 3,4 0,2 0,0-3,0-3,-1 0,-3 0,-2 1,-3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35.943"/>
    </inkml:context>
    <inkml:brush xml:id="br0">
      <inkml:brushProperty name="width" value="0.1" units="cm"/>
      <inkml:brushProperty name="height" value="0.1" units="cm"/>
      <inkml:brushProperty name="ignorePressure" value="1"/>
    </inkml:brush>
  </inkml:definitions>
  <inkml:trace contextRef="#ctx0" brushRef="#br0">322 362,'-1'-16,"1"0,-2 0,0 0,-1 1,-1-1,0 0,-1 1,-1 0,-3-6,-6-10,-1 2,-1 0,-20-25,31 46,1 1,-1 0,0 0,-1 1,-4-4,9 9,1 0,-1-1,1 1,-1 0,1 1,-1-1,0 0,1 0,-1 1,0-1,0 1,0-1,1 1,-1 0,0 0,0 0,0 0,0 0,1 0,-1 0,0 0,0 1,0-1,1 1,-1 0,0-1,1 1,-1 0,0 0,1 0,-1 0,-2 3,-1 0,1 1,0-1,0 1,0 0,1 0,0 0,0 1,0-1,1 1,-1 0,-5 16,1 0,0 7,5-23,-11 47,3 0,-2 39,9-60,2 0,1 0,2 1,1-1,2 6,-4-33,0 1,0-1,0 0,0 1,1-1,0 0,0 0,0 0,1 0,0 0,0-1,0 1,0-1,1 0,-3-3,0-1,0 1,0-1,0 1,0-1,0 1,0-1,1 0,-1 0,0 1,0-1,0 0,0 0,1 0,-1 0,0-1,0 1,0 0,1 0,-1-1,0 1,0-1,0 1,0-1,0 1,0-1,0 1,0-1,0 0,0 0,0 0,-1 1,1-1,0 0,0 0,-1 0,1-1,5-6,-1 1,0-1,-1 0,2-4,-6 12,16-40,-2 0,-1-1,6-36,3-11,-17 75,-1 12,2 22,3 86,-4 104,-5-103,3 72,19 555,-18-699,-1-26,0-10,2-15,14-83,-4 0,-1-40,-8 75,32-379,-36 414</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38.526"/>
    </inkml:context>
    <inkml:brush xml:id="br0">
      <inkml:brushProperty name="width" value="0.1" units="cm"/>
      <inkml:brushProperty name="height" value="0.1" units="cm"/>
      <inkml:brushProperty name="ignorePressure" value="1"/>
    </inkml:brush>
  </inkml:definitions>
  <inkml:trace contextRef="#ctx0" brushRef="#br0">1 588,'5'12,"-1"0,0 1,0 0,-1 0,1 12,3 69,-4-45,1 7,-2-11,2 1,2-2,1 1,14 40,-19-80,0 0,0 0,0 0,1 0,0-1,3 5,-6-8,1 0,-1-1,1 1,0 0,-1 0,1-1,0 1,0-1,0 1,0 0,-1-1,1 0,0 1,0-1,0 1,0-1,0 0,0 0,0 0,0 0,0 1,0-1,0 0,0-1,0 1,0 0,0 0,0 0,0-1,0 1,0 0,0-1,0 1,-1-1,1 1,0-1,0 1,0-1,0 0,3-2,-1-1,1 0,0 0,-1 0,0 0,0-1,0 0,-1 1,1-1,1-5,16-55,-16 51,12-57,-2-1,-3 0,-4-1,-2 0,-5-16,0 77,0 17,-1 22,1 49,3 0,4-1,3 0,10 31,-18-97,2 7,0-1,6 15,-8-27,-1 0,1 0,-1 0,1 0,0 0,0 0,0 0,0-1,1 1,-1-1,1 1,-1-1,1 0,0 0,3 2,-5-4,1 1,0-1,-1 0,1 1,0-1,0 0,-1 0,1 0,0 0,-1 0,1 0,0-1,0 1,-1-1,1 1,-1-1,1 1,0-1,-1 0,1 0,-1 0,1 0,-1 0,0 0,0 0,1 0,-1-1,0 0,5-4,-1 0,0-1,0 0,-1 0,2-4,8-20,0 0,-2-1,-2 0,-1-1,-1-2,7-43,2-48,-15 105,1 6,-2-1,0 0,-1 0,-1-4,-4 69,3 48,4 0,4 1,8 23,-12-108,11 51,-11-59,-1 1,1-1,0 0,1-1,-1 1,1 0,0-1,0 1,0-1,2 2,-4-5,0 0,0 0,0-1,0 1,0 0,0 0,0-1,1 1,-1-1,0 1,0-1,0 1,1-1,-1 0,0 0,0 1,1-1,-1 0,0 0,1 0,0-1,0 1,1-1,-1 0,1 0,-1 0,1 0,-1 0,0-1,0 1,0-1,2-1,4-5,1 0,-2-1,0 0,4-7,-10 16,25-42,-1-1,-2-1,-2-1,-2 0,-2-2,-1 0,-4-1,1-9,-13 56,12-74,-11 68,-1 0,0 1,0-1,-1 1,1-1,-1 1,-1-1,1 1,-3-7,3 13,1-1,0 1,0-1,0 1,0-1,-1 1,1-1,0 1,0-1,-1 1,1-1,0 1,-1 0,1-1,-1 1,1 0,0-1,-1 1,1 0,-1 0,1-1,-1 1,1 0,-1 0,1 0,-1-1,1 1,-1 0,1 0,-1 0,1 0,-1 0,1 0,-1 0,0 1,0 0,-1-1,1 1,0 0,0 0,0 0,0-1,-1 1,1 0,1 1,-1-1,0 0,0 0,-21 39,10-11,1 0,2 0,0 1,3 1,0-1,2 1,1 0,2 0,0 0,3 0,1 5,-2-27,1 0,0 0,0 0,1 0,0 0,1 0,0-1,0 0,1 0,0 0,2 2,-4-6,0-1,0 0,0 0,1 0,-1 0,1-1,-1 1,1-1,0 0,0 0,0 0,0-1,1 0,-1 1,0-1,0-1,1 1,-1-1,1 1,-1-1,0-1,1 1,-1 0,4-2,-1 1,1-1,0-1,-1 1,1-1,-1-1,0 1,0-1,-1-1,1 1,-1-1,3-2,0-2,1-1,-1 0,-1 0,0-1,0 0,3-7,3-10,-1-1,-1 1,-2-2,-1 0,2-14,5-31,-3-2,-4 0,-1-35,-7 53,-2 1,-3-1,-3 1,-11-46,16 94,0 0,-1 0,-1 0,1 1,-3-5,-2 7,2 13,2 19,4 77,3 0,8 26,-1-3,17 260,-24-356,-3-29,0 0,0 0,0 0,0 0,0 0,0 0,0 0,0 0,0 0,0 0,0 0,0 0,0 0,0 0,0 0,0 0,1 0,-1 0,0 0,0 0,0 0,0 0,0 0,0 0,0 0,0 0,0 0,0 0,0 0,0 0,0 0,0 0,0 0,1 0,-1 0,0 0,0 0,0 0,0 0,0 0,0 0,0 0,0 0,0 0,0 0,0 1,0-1,0 0,0 0,0 0,0 0,0 0,0 0,0 0,0 0,0 0,0 0,5-11,6-26,-6 20,13-32,1 1,3 1,2 1,2 1,1 1,25-28,-50 69,2-2,0 0,0 0,0 0,1 0,-1 1,1-1,0 1,1 0,3-2,-8 6,-1 0,1-1,0 1,-1 0,1 0,-1 0,1 0,0-1,-1 1,1 0,-1 0,1 0,0 0,-1 1,1-1,0 0,-1 0,1 0,-1 0,1 1,0-1,-1 0,1 0,-1 1,1-1,-1 1,1-1,-1 0,1 1,-1-1,0 1,1-1,-1 1,0-1,1 1,-1-1,0 1,1 0,-1-1,0 1,0-1,0 1,0 0,0-1,0 1,0 0,0-1,0 1,0 0,0 33,-4-14,-1 1,0-1,-1 0,-8 14,-38 77,36-82,1 0,2 1,1 1,1 0,2 0,-2 13,11-39,-1 0,1 0,-1-1,1 1,1 0,-1 0,1 0,-1-1,1 1,1 0,-1-1,1 1,0-1,0 1,0-1,0 0,2 2,-1-3,0 1,0-1,1 0,-1 0,1-1,-1 1,1-1,0 0,0 0,0 0,0 0,0-1,1 1,-1-1,0 0,1-1,-1 1,5 0,0-1,0 0,0 0,0-1,-1 0,1-1,0 0,0 0,-1 0,1-1,-1-1,7-3,-4 1,1-2,-2 1,1-1,-1-1,0 1,-1-2,7-7,1-5,-1-1,0-1,-2-1,0 0,-2-1,-1 0,1-7,8-31,-3 0,-3-1,-3 0,-2-1,-4 0,-2 0,-3-1,-3 1,-11-59,13 120,0-4,0 1,0-1,-1 1,-1-1,1 1,-1 0,-1 0,-2-5,6 13,0-1,0 1,-1-1,1 1,0 0,0-1,0 1,-1 0,1-1,0 1,0 0,-1 0,1-1,0 1,-1 0,1 0,0-1,-1 1,1 0,-1 0,1 0,0 0,-1-1,1 1,0 0,-1 0,1 0,-1 0,1 0,-1 0,1 0,0 0,-1 0,1 0,-1 1,1-1,0 0,-1 0,1 0,0 0,-1 0,1 1,0-1,-1 0,1 0,-1 1,-9 19,3 8,0-1,2 2,2-1,0 1,2 20,0-15,-5 113,6 0,7 0,12 52,-16-176,1 0,1 1,1-1,1-1,1 0,2 3,-8-22,-1 0,0 0,1 0,0 0,0-1,0 1,0-1,0 1,0-1,1 0,-1 0,1 0,-1 0,1 0,0-1,0 1,0-1,1 1,-1-2,-1 1,1-1,-1 0,1-1,-1 1,1 0,-1-1,0 1,1-1,-1 0,0 1,1-1,-1 0,0-1,0 1,0 0,0-1,0 1,0-1,0 1,0-1,-1 0,2-1,7-10,0 1,-1-1,0-1,-1 0,-1 0,0 0,4-15,7-24,6-32,16-106,-41 198,1 0,0-1,0 1,0 0,1 1,1 18,-2-24,2 58,5 26,-4-68,-1-1,2 0,1 1,0-2,1 1,0-1,4 5,-8-18,-1 0,1 1,0-2,0 1,0 0,1 0,-1-1,1 1,-1-1,1 0,0 1,0-1,0-1,0 1,0 0,2 0,-3-2,0 1,1-1,-1 0,0 0,0 0,0 0,0 0,0-1,0 1,0 0,0-1,0 0,0 1,-1-1,1 0,0 0,0 0,-1 0,1 0,0-1,-1 1,1 0,-1-1,1 0,-1 1,0-1,0 1,1-3,6-9,0-1,-1 0,0 0,-1-1,-1 0,0 0,-1 0,1-9,3-26,2-51,-8 70,-2-25,-1 54,1 5,-2 10,0 21,7 227,14 32,3 60,-19-218,-11 82,7-205,-1 23,-3 0,-1 3,4-28,0-1,-1 1,0-1,-1 0,0 0,0 0,-1 0,0-1,-5 6,8-11,0-1,0 1,-1-1,1 0,0 0,-1 0,0 0,1 0,-1-1,0 1,0-1,0 0,0 0,0 0,0 0,0 0,-1-1,1 1,-2-1,0 0,-1-1,1 1,0-1,-1 0,1-1,0 1,-1-1,1 0,0 0,0-1,0 0,-10-7,0 0,1-1,0 0,1-1,1-1,-9-10,6 5</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38.923"/>
    </inkml:context>
    <inkml:brush xml:id="br0">
      <inkml:brushProperty name="width" value="0.1" units="cm"/>
      <inkml:brushProperty name="height" value="0.1" units="cm"/>
      <inkml:brushProperty name="ignorePressure" value="1"/>
    </inkml:brush>
  </inkml:definitions>
  <inkml:trace contextRef="#ctx0" brushRef="#br0">1 118,'0'0,"0"0,8-5,7-7,5-5,2-3,0 0,-4 3,-6 4,-4 5,-4 3</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41.169"/>
    </inkml:context>
    <inkml:brush xml:id="br0">
      <inkml:brushProperty name="width" value="0.1" units="cm"/>
      <inkml:brushProperty name="height" value="0.1" units="cm"/>
      <inkml:brushProperty name="ignorePressure" value="1"/>
    </inkml:brush>
  </inkml:definitions>
  <inkml:trace contextRef="#ctx0" brushRef="#br0">95 1,'-12'15,"0"1,2 0,0 1,0 0,2 0,-3 9,7-14,0 0,0 0,1 1,1-1,0 1,0 0,1 0,1 0,0 0,1 0,1-4,0 1,1-1,0 0,0 1,1-1,1-1,-1 1,1-1,1 1,-1-1,1-1,1 1,-1-1,2 1,20 16,0 0,1-2,7 3,8 7,-24-18,-1 1,0 1,-1 1,-1 0,13 18,-26-29,0 0,-1 0,1 0,-1 0,-1 1,1-1,-1 1,0-1,0 1,-1 4,0-6,-1 0,0-1,0 1,-1 0,1 0,-1 0,0-1,-1 1,1 0,-1-1,0 1,0-1,0 0,-1 1,1-1,-2 0,-3 5,0-1,0 0,-1-1,0 0,-1 0,1 0,-1-1,-1-1,1 0,-1 0,0 0,0-2,0 1,-1-1,1 0,-8 0,7-1,1-1,-1 0,0-1,0 0,0 0,0-1,0-1,0 1,0-2,0 0,1 0,-1-1,1 0,0-1,1 0,-4-2,3-1</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41.603"/>
    </inkml:context>
    <inkml:brush xml:id="br0">
      <inkml:brushProperty name="width" value="0.1" units="cm"/>
      <inkml:brushProperty name="height" value="0.1" units="cm"/>
      <inkml:brushProperty name="ignorePressure" value="1"/>
    </inkml:brush>
  </inkml:definitions>
  <inkml:trace contextRef="#ctx0" brushRef="#br0">0 0,'0'0,"0"0,0 0,0 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42.369"/>
    </inkml:context>
    <inkml:brush xml:id="br0">
      <inkml:brushProperty name="width" value="0.1" units="cm"/>
      <inkml:brushProperty name="height" value="0.1" units="cm"/>
      <inkml:brushProperty name="ignorePressure" value="1"/>
    </inkml:brush>
  </inkml:definitions>
  <inkml:trace contextRef="#ctx0" brushRef="#br0">54 121,'-4'3,"0"-1,1 1,-1 0,1 0,0 0,0 0,0 1,1-1,-1 1,1-1,0 1,0 0,0 0,0 0,1 0,0 1,0-1,0 0,0 2,-2 9,1 1,1-1,0 1,2 12,1 3,2 0,1 0,1-1,7 19,-8-32,1 0,1 0,0 0,2-1,0 0,0 0,2-1,5 6,-13-17,0 0,0-1,0 1,1-1,0 0,-1 0,1-1,0 1,0-1,1 0,-1 0,0 0,1 0,-1-1,1 1,-1-1,1-1,0 1,0-1,-1 1,1-1,0-1,-1 1,1-1,0 0,-1 0,1 0,0 0,-1-1,0 0,1 0,-1 0,0 0,0-1,3-2,2-3,-1 0,0 0,0-1,-1 0,0-1,-1 0,0 0,0 0,-1-1,-1 1,1-1,-2 0,3-12,0-5,0 0,-3-1,0 0,-2 0,0-3,-2 11,0 0,-2 1,0-1,-1 1,-1-1,-1 1,-5-11,8 23,-1-1,0 1,-1 0,1 0,-1 0,-1 1,1 0,-2 0,1 0,0 1,-1 0,0 0,-1 0,1 1,-1 0,0 1,-1 0,-1-1,5 4,-1-1,0 1,0 0,1 0,-1 1,0 0,0 0,0 0,0 1,1 0,-1 0,0 0,0 1,1-1,-1 2,1-1,0 0,-2 2,-3 2,0 0,1 1,0 0,0 0,0 1,1 0,1 0,-7 10,1 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43.407"/>
    </inkml:context>
    <inkml:brush xml:id="br0">
      <inkml:brushProperty name="width" value="0.1" units="cm"/>
      <inkml:brushProperty name="height" value="0.1" units="cm"/>
      <inkml:brushProperty name="ignorePressure" value="1"/>
    </inkml:brush>
  </inkml:definitions>
  <inkml:trace contextRef="#ctx0" brushRef="#br0">40 52,'-2'-9,"1"6,1-1,-1 1,0 0,0-1,0 1,0 0,-1 0,1 0,-1 0,0 0,0 0,0 0,2 3,0 0,-1 0,1-1,0 1,0 0,0 0,0 0,-1 0,1 0,0 0,0 0,0 0,-1 0,1 0,0 0,0 0,-1 0,1 0,0 0,0 0,0 0,-1 0,1 0,0 0,0 0,0 0,-1 0,1 0,0 1,0-1,0 0,0 0,-1 0,1 0,0 0,0 1,0-1,0 0,-6 11,1 15,3 2,1-1,2 1,0-1,2 1,19 112,-19-123,45 217,-33-177,3-1,1-1,5 2,-22-51,14 26,-15-30,0-1,0 1,0-1,0 0,0 1,0-1,1 0,-1 0,0 0,1 0,-1 0,1 0,-1 0,1 0,-1 0,2 0,-2-1,-1 0,1 0,0 0,0 0,0-1,-1 1,1 0,0 0,0 0,-1-1,1 1,0 0,0-1,-1 1,1-1,0 1,-1-1,1 1,-1-1,1 1,-1-1,1 0,-1 1,1-1,-1 0,1 1,-1-1,0 0,1 0,9-27,-9 25,15-72,-2 0,-4-1,-3-14,2 5,-4 18,-2 24,2-1,2 1,6-16,-13 58,0 0,0 0,1 0,-1 0,0 0,1 0,-1 0,1 1,-1-1,1 0,0 0,-1 0,1 0,0 1,0-1,-1 1,0-1,1 1,-1 0,0 0,0 0,1 0,-1 0,0 0,1 0,-1 0,0 0,1 0,-1 0,0 0,1 1,-1-1,0 0,0 0,1 0,-1 0,0 0,0 0,1 1,-1-1,0 0,0 0,1 1,-1-1,0 0,0 0,0 1,15 26,11 50,6 40,-18-61,2-1,3 0,24 49,-38-94,1 0,0 0,0-1,1 0,4 4,-9-11,0 0,0 0,0 0,0-1,0 1,1-1,-1 1,0-1,1 0,0 0,0 0,-1 0,-1-1,1 0,-1 0,0 0,1 0,-1 0,1 0,-1 0,1 0,-1-1,0 1,1-1,-1 1,0-1,1 1,-1-1,0 0,0 0,1 1,-1-1,0 0,0 0,3-4,0 0,0 0,0 0,-1-1,1 1,-2-1,1 0,0 0,-1 0,0 0,-1 0,1 0,-1-5,3-18,-1-1,-1-10,-1 33,-1-91,-4 0,-4 0,-6-6,11 82</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43.884"/>
    </inkml:context>
    <inkml:brush xml:id="br0">
      <inkml:brushProperty name="width" value="0.1" units="cm"/>
      <inkml:brushProperty name="height" value="0.1" units="cm"/>
      <inkml:brushProperty name="ignorePressure" value="1"/>
    </inkml:brush>
  </inkml:definitions>
  <inkml:trace contextRef="#ctx0" brushRef="#br0">41 523,'4'4,"-1"0,1-1,0 0,0 0,0 0,0 0,1-1,-1 0,1 1,0-2,0 1,-1 0,1-1,3 0,-5-1,0 0,-1 0,1 0,0 0,-1-1,1 0,-1 1,1-1,-1 0,1 0,-1 0,0 0,1-1,-1 1,0-1,0 1,0-1,0 0,0 0,0 0,-1 0,1 0,-1 0,1 0,-1-1,0 1,0 0,1-3,5-12,-2 1,1-1,-2-1,0 1,-1 0,-1-1,-1 0,2-34,-5-39,1 52,-3 1,-1-2,4 30,-1 1,0 0,-1 0,1 0,-2 0,1 1,-1-1,-1 1,0 0,0 0,-2-1,7 8,-1 0,0-1,0 1,-1 0,1 0,0 0,0 0,0 1,-1-1,1 0,0 0,-1 1,1-1,-1 1,1-1,0 1,-1 0,1-1,-1 1,1 0,-1 0,1 0,-1 0,0 0,1 0,-1 1,1-1,0 1,-1-1,1 1,-1-1,1 1,-1 0,-2 1,0 1,1 0,-1 0,1 1,0-1,-1 1,1-1,1 1,-1 0,-1 3,-6 12,1 0,1 1,1 0,0 0,2 1,0 0,0 14,-1 13,2 1,4 41,1-43,3 0,1 0,12 42,-12-69,0-1,1 1,2-1,0 0,0 0,2-1,0-1,2 1,0-2,4 5,-10-14,1 0,-1 0,2-1,-1 0,1 0,0-1,0 0,0 0,1-1,-1 0,1-1,0 1,0-2,7 2,-4-4</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45.159"/>
    </inkml:context>
    <inkml:brush xml:id="br0">
      <inkml:brushProperty name="width" value="0.1" units="cm"/>
      <inkml:brushProperty name="height" value="0.1" units="cm"/>
      <inkml:brushProperty name="ignorePressure" value="1"/>
    </inkml:brush>
  </inkml:definitions>
  <inkml:trace contextRef="#ctx0" brushRef="#br0">16 223,'-3'6,"0"1,1 0,0 0,0 0,1 0,0 0,0 0,1 4,1 61,1-49,1 47,3 0,3 0,3-1,4-1,8 20,-18-69,2 0,0 0,6 8,-12-22,1-1,0 1,0-1,1 1,-1-1,1 0,0 0,0 0,1-1,-1 0,1 0,-1 0,1 0,5 2,-8-4,1-1,-1 1,1-1,-1 1,1-1,-1 0,1 0,-1 0,1 0,-1-1,0 1,1 0,-1-1,1 0,-1 0,0 0,1 0,-1 0,0 0,0 0,0-1,0 1,0-1,0 1,0-1,0 0,-1 0,5-5,0 0,0-1,-1 0,-1 0,1 0,2-8,6-18,-1-1,-2 0,-2 0,-1-1,2-31,-1-44,-4-29,-4 45,-3 0,-10-41,8 109,5 27,0 0,0 0,-1 0,1 0,0 0,0 1,0-1,0 0,0 0,0 0,0 0,0 0,0 0,0 0,0 0,-1 0,1 0,0 0,0 0,0 0,0 0,0 0,0 1,0-1,0 0,-1 0,1 0,0 0,0 0,0 0,0 0,0-1,0 1,0 0,-1 0,1 0,0 0,0 0,0 0,0 0,0 0,0 0,0 0,0 0,0 0,-1 0,1 0,0 0,0-1,0 1,0 0,0 0,-3 17,1 0,1 1,0-1,1 0,1 0,1 6,0 14,20 227,-12-194,3-1,16 51,-27-114,6 21,2 0,5 12,-12-33,0 0,1 1,-1-1,1 0,1-1,-1 1,1-1,0 0,0 0,0 0,1-1,1 2,-6-5,1 0,0-1,0 1,-1 0,1 0,0-1,0 1,0-1,0 1,0-1,0 0,-1 0,1 0,0 0,0 0,0 0,0-1,0 1,0-1,0 1,0-1,-1 0,1 1,0-1,0 0,-1 0,1 0,-1-1,1 1,0-1,3-3,0 0,-1 0,1-1,-1 0,0 0,-1 0,3-6,7-17,-1-1,-2 0,-1-1,-1 0,2-27,3-48,-3-7,-5-133,-4 103,2 125,-3 18,0 0,0 0,0 0,1 0,-1 0,0 0,0 0,0 0,0 0,0 0,0-1,1 1,-1 0,0 0,0 0,0 0,0 0,0 0,0 0,1 0,-1 0,0 0,0 0,0 0,0 0,0 0,1 0,-1 0,0 1,0-1,0 0,0 0,0 0,0 0,1 0,-1 0,0 0,0 0,0 0,0 0,0 1,0-1,0 0,0 0,0 0,0 0,1 0,-1 0,0 1,0-1,14 28,-13-23,35 78,54 137,-74-173,-2-1,-2 2,4 40,-14-70,0 0,-2 1,0-1,-1 0,-1 1,0-1,-2 0,-2 9,4-21,0 1,0-1,-1 0,1 0,-1 0,-1 0,1-1,-1 1,0-1,0 0,-1 0,1 0,-1 0,0-1,0 0,-1 0,1 0,-1-1,0 0,0 0,0 0,0-1,-1 0,-3 1,5-2,-1-1,1 1,0-1,-1 0,1-1,-1 1,1-1,0 0,0-1,0 1,-1-1,1 0,1 0,-5-2,2 0,1 0,-1-1,1 1,0-1,0-1,0 1,1-1,0 0,-4-5,2-1</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45.606"/>
    </inkml:context>
    <inkml:brush xml:id="br0">
      <inkml:brushProperty name="width" value="0.1" units="cm"/>
      <inkml:brushProperty name="height" value="0.1" units="cm"/>
      <inkml:brushProperty name="ignorePressure" value="1"/>
    </inkml:brush>
  </inkml:definitions>
  <inkml:trace contextRef="#ctx0" brushRef="#br0">11 594,'7'-2,"0"0,0-1,-1 0,1 0,0-1,-1 0,0 0,0 0,0-1,-1 0,1 0,-1 0,1-2,5-6,-1 0,-1-1,0 0,-1 0,3-6,-1-4,-1 0,-1-1,-1 0,0 0,-3-1,0 1,-1-1,-1 0,-2 0,-1 0,-1 0,-1 1,-3-11,5 28,-1 0,-1 0,0 0,0 0,-1 1,1-1,-2 0,4 6,0 1,0-1,0 1,0 0,0 0,0-1,0 1,0 0,-1 0,1 0,0 0,-1 0,1 0,-1 0,1 1,-1-1,1 0,-1 1,1-1,-1 1,0 0,1 0,-1-1,0 1,1 0,-1 0,0 1,1-1,-1 0,0 0,1 1,-1-1,1 1,-1-1,0 1,1 0,-1 0,-3 2,0 1,1-1,0 1,0 0,0 0,0 0,0 1,1-1,0 1,0 0,0-1,0 4,-5 10,0 0,-4 20,0 11,1 0,3 1,3 0,1 0,2 0,3 1,2-1,2 0,2 0,3-1,2 3,-7-34,1 1,1-1,0 0,1 0,1-1,3 3,-9-15,1 0,0 0,0 0,0-1,1 0,-1 1,1-2,0 1,5 3,-6-6,-1 1,1-1,-1 1,1-1,0 0,0-1,-1 1,1 0,0-1,0 0,0 0,0 0,-1-1,1 1,0-1,2 0,3-2,-1 0,1-1,-1 0,0 0,0-1,0 0,-1-1,0 1,0-1,0-1,-1 1,2-3,1-2</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46.518"/>
    </inkml:context>
    <inkml:brush xml:id="br0">
      <inkml:brushProperty name="width" value="0.1" units="cm"/>
      <inkml:brushProperty name="height" value="0.1" units="cm"/>
      <inkml:brushProperty name="ignorePressure" value="1"/>
    </inkml:brush>
  </inkml:definitions>
  <inkml:trace contextRef="#ctx0" brushRef="#br0">345 177,'-37'-50,"19"25,-16-19,28 37,-1 1,1 0,-1 0,0 1,0-1,-1 2,1-1,-4-1,8 5,1 0,-1 0,0 0,0 0,0 0,0 1,0-1,0 1,0 0,0 0,0 0,0 0,0 1,0-1,0 1,0 0,-1 0,0 1,-1 0,1 0,0 0,0 1,0 0,1 0,-1 0,1 0,-1 0,-1 3,-4 6,1 0,0 0,1 1,0 0,1 0,-4 13,2 0,0 0,2 0,0 1,2 0,1 0,2 0,0 0,2 0,0 1,2-1,2-1,0 1,1 0,5 6,-8-24,0 0,1-1,0 1,1-1,0-1,0 1,1 0,0-1,0 0,5 3,-8-7,0-1,0 0,1 0,-1 0,0 0,1 0,-1-1,1 0,0 0,-1 0,1 0,0 0,0 0,-1-1,1 0,0 0,0 0,0 0,-1-1,1 0,0 1,0-1,-1-1,1 1,0 0,1-2,5-3,0 0,0 0,-1-1,0-1,0 0,-1 0,0 0,0-1,-1 0,0-1,5-9,5-10,-2-1,0-1,4-18,-3 3,-1 0,1-17,-11 37,-1 0,-1 0,-1-1,-1 1,-1-3,-2 24,-1 17,-2 24,3 20,2 0,7 53,-3-77,1-1,2 1,1-1,1 0,12 26,-17-49,-1-1,2 1,-1-1,1 0,0-1,0 1,1-1,-1 0,1 0,1-1,-1 0,8 4,-11-6,1-1,0 0,0-1,0 1,0-1,1 0,-1 0,0 0,1 0,-1-1,0 0,1 0,-1 0,0 0,1-1,-1 0,0 0,1 0,-1 0,0 0,0-1,0 0,0 0,0 0,0-1,8-6</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47.572"/>
    </inkml:context>
    <inkml:brush xml:id="br0">
      <inkml:brushProperty name="width" value="0.1" units="cm"/>
      <inkml:brushProperty name="height" value="0.1" units="cm"/>
      <inkml:brushProperty name="ignorePressure" value="1"/>
    </inkml:brush>
  </inkml:definitions>
  <inkml:trace contextRef="#ctx0" brushRef="#br0">377 350,'-8'-35,"-2"0,-1 0,-1 1,-3 0,-2-10,8 19,5 13,0 1,0 0,-1 0,-1 0,0 0,0 1,-1 0,-2-3,8 13,1-1,-1 0,1 1,-1-1,1 1,-1-1,1 1,-1-1,1 1,-1-1,0 1,1 0,-1-1,0 1,1 0,-1 0,0 0,0-1,1 1,-1 0,0 0,0 0,1 0,-1 0,0 0,0 0,1 0,-1 1,0-1,1 0,-1 0,0 1,0-1,1 0,-1 1,1-1,-1 0,0 1,1-1,-1 1,1-1,-1 1,1 0,-1-1,1 1,-1-1,1 1,0 0,-1-1,1 1,0 0,0 0,-3 5,0 1,1-1,-1 1,2 0,-1 2,-6 35,3-1,1 1,2 32,11 138,-7-180,52 518,26-4,-76-524,-1-5,0 0,-1 0,-1 16,-1-35,0 1,0-1,0 1,0-1,0 1,0-1,0 1,0 0,0-1,0 1,0-1,0 1,0-1,0 1,-1-1,1 1,0-1,0 1,-1-1,1 1,0-1,-1 1,1-1,0 0,-1 1,1-1,-1 1,1-1,-1 0,1 1,-1-1,0-1,0 1,0 0,0-1,0 1,1-1,-1 0,0 1,0-1,0 0,0 1,1-1,-1 0,0 0,1 0,-1 0,-26-36,3-1,-11-25,-13-18,7 16,-39-62,68 105,1-1,1 0,1-1,-5-19,12 36,1-1,0 0,0 0,0 0,1 0,0 0,1 0,0 0,0 0,0 0,1 1,3-8,-1 4,1 1,0-1,1 1,0 0,1 1,0 0,0 0,5-3,11-10,2 1,0 1,1 1,1 2,29-15,-28 18,0 0,19-5,-38 16,0 0,0 0,0 1,0 0,1 1,-1 0,0 0,1 1,-1 0,9 2,-16-1,1 0,0-1,-1 2,1-1,-1 0,1 0,-1 1,1-1,-1 1,0 0,0 0,0 0,0 0,0 0,0 0,-1 0,1 1,-1-1,0 1,1-1,-1 1,0-1,0 1,-1 0,1-1,0 4,1 7,0 1,-1-1,-1 1,-1 12,1-19,-2 37,0-24,1 0,0 0,2 0,0 0,2 0,0-1,3 10,-6-26,1-1,0 0,-1 0,1 0,0 0,0 0,0 0,0-1,0 1,0 0,1 0,-1-1,1 1,-1-1,1 1,-1-1,1 1,0-1,0 0,0 0,0 0,-1 0,1 0,1-1,-1 1,0-1,0 1,0-1,0 0,0 1,0-1,1 0,-1 0,0-1,0 1,0 0,1-1,3-1,1 0,-1-1,0 0,0 0,-1 0,1-1,-1 0,1 0,-1 0,-1-1,5-4,1-2,-1-2,0 1,-1-1,-1-1,0 0,0 0,-1 0,-1 0,-1-1,0 0,-1 0,0 0,-1-1,-1 6,0-1,0 1,-1 0,-1-1,1 1,-2-1,1 1,-2 0,1 0,-1 0,-1 0,0 0,0 1,-1-1,0 1,-1 0,0 1,0-1,-4-3,6 9,1-1,-1 1,0 0,0 0,-1 0,1 1,0 0,-1 0,1 0,-1 0,0 0,0 1,0 0,1 0,-1 0,0 1,0 0,0 0,0 0,0 0,0 1,0 0,0 0,0 0,0 1,1-1,-1 1,1 0,-1 1,1-1,0 1,0 0,0 0,0 0,0 0,0 1,-9 10,0 0,1 0,0 1,1 1,1 0,1 1,0-1,-2 9,4-6</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47.988"/>
    </inkml:context>
    <inkml:brush xml:id="br0">
      <inkml:brushProperty name="width" value="0.1" units="cm"/>
      <inkml:brushProperty name="height" value="0.1" units="cm"/>
      <inkml:brushProperty name="ignorePressure" value="1"/>
    </inkml:brush>
  </inkml:definitions>
  <inkml:trace contextRef="#ctx0" brushRef="#br0">1 295,'4'87,"-3"31,-1-44,5-137,12-58,-7 67,2 0,13-36,-16 64,1 1,1 0,1 0,2 1,0 1,8-10,-12 22</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48.708"/>
    </inkml:context>
    <inkml:brush xml:id="br0">
      <inkml:brushProperty name="width" value="0.1" units="cm"/>
      <inkml:brushProperty name="height" value="0.1" units="cm"/>
      <inkml:brushProperty name="ignorePressure" value="1"/>
    </inkml:brush>
  </inkml:definitions>
  <inkml:trace contextRef="#ctx0" brushRef="#br0">4 17,'-3'55,"3"-1,2 10,0 4,-2-59,2 87,9 64,-7-139,-4-21,0 0,0 0,1 0,-1 0,0 0,0 0,0 0,0 0,0-1,0 1,0 0,0 0,0 0,0 0,0 0,0 0,0 0,0 0,0 0,1 0,-1 0,0 0,0 0,0 0,0 0,0 0,0 0,0 0,0 0,0 0,0 0,1 0,-1 0,0 0,0 0,0 0,0 0,0 0,0 0,0 0,0 0,0 0,0 0,0 0,1 0,-1 0,0 0,0 0,0 0,0 0,0 1,0-1,0 0,0 0,0 0,0 0,0 0,0 0,0 0,0 0,0 0,0 0,0 0,0 1,0-1,0 0,0 0,0 0,0 0,5-11,2-17,-4 11,45-206,-37 178,3 1,2 1,20-39,-32 75,0 0,0-1,1 2,3-6,-7 11,-1 0,1 1,-1-1,1 0,-1 1,1-1,0 0,-1 1,1-1,0 0,-1 1,1-1,0 1,0 0,0-1,-1 1,1 0,0-1,0 1,0 0,0 0,0 0,-1 0,1-1,0 1,0 1,0-1,0 0,0 0,0 0,0 0,-1 1,1-1,0 0,0 1,0-1,-1 0,1 1,0-1,0 1,-1 0,1-1,0 1,-1-1,1 1,-1 0,1 0,3 5,-1-1,0 1,0 0,-1 0,1 0,-1 1,-1-1,2 5,5 56,-6-43,19 218,-17-217,-4-25,1 0,-1 0,0 0,0 0,0 1,0-1,0 0,0 0,0 0,0 0,0 0,1 1,-1-1,0 0,0 0,0 0,0 0,0 0,1 0,-1 0,0 0,0 0,0 0,0 0,1 0,-1 0,0 0,0 0,0 0,0 0,1 0,-1 0,0 0,0 0,0 0,0 0,1 0,-1 0,0 0,0 0,0 0,0 0,0 0,1 0,-1 0,0-1,0 1,0 0,0 0,0 0,0 0,0 0,1-1,-1 1,0 0,0 0,0 0,0 0,0-1,0 1,0 0,0 0,0 0,0 0,0-1,0 1,0 0,0 0,0 0,0 0,6-16,12-41,29-81,-38 116,0 0,2 2,1-1,0 1,2-1,-12 18,0 0,1 1,-1-1,1 1,-1-1,1 1,0 0,-1 0,1 0,0 0,3-1,-5 3,1 0,-1-1,0 1,0 0,1 0,-1 0,0 0,0 0,0 0,1 1,-1-1,0 0,0 1,0-1,0 1,1-1,-1 1,0-1,0 1,0 0,0 0,0-1,0 1,-1 0,1 0,0 0,0 0,-1 0,1 0,0 0,-1 0,1 0,-1 0,1 1,5 10,-1 0,0 1,-1 0,0-1,-1 2,-1-1,0 2,4 37,-2 11,-2-32,6 193,-9-204</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49.355"/>
    </inkml:context>
    <inkml:brush xml:id="br0">
      <inkml:brushProperty name="width" value="0.1" units="cm"/>
      <inkml:brushProperty name="height" value="0.1" units="cm"/>
      <inkml:brushProperty name="ignorePressure" value="1"/>
    </inkml:brush>
  </inkml:definitions>
  <inkml:trace contextRef="#ctx0" brushRef="#br0">0 416,'23'133,"-12"-64,2 0,15 39,-27-104,0 1,1 1,0 0,0-1,0 0,1 1,-1-1,1 0,1 0,-1-1,1 1,0 0,-4-5,1 0,-1 1,1-1,-1 0,1 1,-1-1,1 0,-1 1,1-1,-1 0,1 0,0 0,-1 1,1-1,-1 0,1 0,0 0,-1 0,1 0,0 0,-1 0,1-1,-1 1,1 0,0 0,-1 0,1-1,-1 1,1 0,-1 0,1-1,13-17,-7 3,0 0,-1-1,-1-1,0 1,-1-2,15-88,-13 64,6-39,-2 11,7-17,-11 72,-6 15,0 0,0 0,0 0,0 0,0 0,0 0,1 0,-1 0,0-1,0 1,0 0,0 0,0 0,1 0,-1 0,0 0,0 0,0 0,0 0,0 0,1 0,-1 0,0 0,0 0,0 0,0 0,0 0,1 0,-1 0,0 0,0 1,0-1,0 0,0 0,0 0,1 0,-1 0,0 0,0 0,0 0,0 1,0-1,0 0,0 0,0 0,10 26,2 23,32 108,-35-131,1 0,2 0,0-1,12 18,-20-38,-1 0,1 0,0 0,0 0,1 0,-1-1,1 0,0 0,0 0,4 2,-7-6,0 1,-1 0,1-1,0 1,0-1,0 1,0-1,-1 0,1 0,0 0,0 0,0 0,0 0,0-1,0 1,-1-1,1 1,0-1,0 0,-1 1,1-1,0 0,-1 0,1 0,-1 0,1-1,-1 1,1 0,-1-1,0 1,0-1,0 1,0-1,0 1,0-1,0-1,7-10,-1 0,-1-1,0-1,-1 1,-1-1,0 1,-1-1,0-5,4-37,-1-31,-5 76,1-168,-14-88,11 253,21 199,7-1,10 4,-30-152,18 91,-18-94</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49.926"/>
    </inkml:context>
    <inkml:brush xml:id="br0">
      <inkml:brushProperty name="width" value="0.1" units="cm"/>
      <inkml:brushProperty name="height" value="0.1" units="cm"/>
      <inkml:brushProperty name="ignorePressure" value="1"/>
    </inkml:brush>
  </inkml:definitions>
  <inkml:trace contextRef="#ctx0" brushRef="#br0">162 45,'-13'13,"1"0,1 0,0 1,0 0,2 1,-6 12,-3 8,1 2,-3 14,15-41,1 0,1 0,0 1,0-1,1 1,0 0,1 0,0-1,1 1,1 9,-1-18,0-1,0 0,0 0,0 0,0 0,0 0,1 0,-1 0,0 0,1 0,-1 0,1 0,-1 0,1 0,0 0,-1-1,1 1,0 0,-1 0,1 0,0-1,0 1,0-1,0 1,0 0,0-1,0 0,0 1,0-1,0 1,0-1,0 0,0 0,0 0,0 0,0 0,0 0,0 0,0 0,0 0,0 0,0 0,0-1,1 1,-1 0,0-1,0 1,3-3,1 1,-1 0,0-1,1 0,-1 0,0 0,-1-1,1 0,2-3,8-11,-2-1,0-1,-1 0,-1 0,-1-1,5-19,2-13,-2-1,0-13,-6 8,-16 140,7-55,1 0,2 0,1 0,0 0,2 0,4 11,-6-30,-1-1,1 1,0 0,0-1,1 0,0 1,0-2,0 1,1 0,0-1,4 4,-5-6,0 0,1-1,-1 1,0-1,1 0,0 0,-1 0,1-1,0 0,0 0,0 0,0 0,0-1,0 0,0 0,0 0,0 0,1-1,3-1,-1 0,0-1,1 0,-1 0,0-1,-1 0,1 0,-1-1,0 0,0 0,0-1,0 1,-1-2,0 1,-1-1,1 0,2-4,-2 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50.271"/>
    </inkml:context>
    <inkml:brush xml:id="br0">
      <inkml:brushProperty name="width" value="0.1" units="cm"/>
      <inkml:brushProperty name="height" value="0.1" units="cm"/>
      <inkml:brushProperty name="ignorePressure" value="1"/>
    </inkml:brush>
  </inkml:definitions>
  <inkml:trace contextRef="#ctx0" brushRef="#br0">0 0,'0'0,"0"0,0 0,0 0</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18.153"/>
    </inkml:context>
    <inkml:brush xml:id="br0">
      <inkml:brushProperty name="width" value="0.05" units="cm"/>
      <inkml:brushProperty name="height" value="0.05" units="cm"/>
      <inkml:brushProperty name="color" value="#F6630D"/>
      <inkml:brushProperty name="ignorePressure" value="1"/>
    </inkml:brush>
  </inkml:definitions>
  <inkml:trace contextRef="#ctx0" brushRef="#br0">597 194,'-4'-2,"0"0,-1-1,1 1,0-1,1 0,-1-1,0 1,1 0,-2-3,-10-9,-9-6,0 1,-2 1,0 1,-1 2,0 0,-11-2,28 14,1 1,-1 0,0 0,0 1,-1 0,1 1,0 0,-1 1,-6 0,9 1,0 0,1 1,-1 0,1 0,-1 1,1 0,0 0,0 0,0 1,0 0,1 1,-1-1,-4 6,-1 1,1 1,0 0,0 1,1 0,1 0,0 1,1 0,1 1,-3 7,2 0,1 0,0 0,2 0,1 1,0 0,1 12,2 0,2 0,1 0,1 0,2 0,2-1,1 0,1 0,14 31,-14-45,1 0,1 0,1-1,1 0,0-1,1 0,1-1,1-1,0-1,1 0,1-1,0 0,1-2,0 0,4 0,-8-5,0 0,0-2,0 1,1-2,0 0,0-1,0-1,0 0,15-1,-17-2,-1 0,1 0,-1-2,1 0,-1 0,0-1,0-1,0 0,-1-1,0 0,0-1,5-4,-3 1,-1-1,0 0,0-1,-2-1,1 0,-2-1,0 0,0 0,-2-1,1 0,-2-1,0 1,-1-1,-1-1,0 1,-1-1,1-12,-2 3,0 1,-2 0,-1-1,-1 0,-1 1,-1 0,-1-1,-1 1,-2 1,0-1,-8-14,-1 3,-2 1,-2 0,-1 2,-1 1,-2 0,-1 2,-17-15,31 35</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19.222"/>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1401,'16'12,"1"-2,0 0,0-1,1 0,0-2,7 2,14 7,44 18,0-5,2-2,75 11,-106-28,0-2,1-3,0-3,0-2,1-2,43-8,-70 5,-1-1,1-1,-1-2,-1-1,0-1,0-1,-1-1,-1-2,19-13,-23 12,-1 0,-1-1,-1-1,0-1,-1 0,-2-2,0 1,-1-2,0 0,-2-1,2-6,0-9,-1 0,-2 0,-2-1,-1 0,-2-1,-1 0,-3 0,-1-23,-6-47,-5 0,-13-52,-14-47,25 156,-2 1,-20-46,33 94,-24-48,24 50,0-1,-1 1,0-1,1 1,-1 0,0 0,0 0,0 0,-1 0,1 0,0 0,-1 1,1-1,-1 1,0 0,1 0,-1 0,2 0,0 1,1 0,-1 0,0 0,0 0,0 0,0 0,0 0,1 0,-1 0,0 1,0-1,0 0,1 0,-1 1,0-1,0 0,1 1,-1-1,0 1,0-1,1 1,-1-1,1 1,-1 0,0 0,0 1,0 0,0 0,0 0,0 0,0 0,0 0,1 0,-1 1,1-1,-1 1,0 7,1-1,-1 1,2 0,0 3,6 63,-4 1,-2 3,-1-51,2-24,3-19,18-88,-15 59,2 1,2 0,11-26,-22 65,1 0,-1 0,1 0,-1 0,1 0,0 0,0 0,1 1,-1-1,0 1,1 0,0-1,-1 1,4-1,-4 2,1 0,-1 0,1 0,-1 1,1-1,0 1,-1 0,1 0,0 0,-1 0,1 0,-1 0,1 1,0-1,-1 1,1 0,-1-1,0 1,3 2,11 5,-1 0,0 1,0 1,-1 1,0 0,4 5,28 29,1 5,-37-39,-2-2</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25.769"/>
    </inkml:context>
    <inkml:brush xml:id="br0">
      <inkml:brushProperty name="width" value="0.05" units="cm"/>
      <inkml:brushProperty name="height" value="0.05" units="cm"/>
      <inkml:brushProperty name="color" value="#004F8B"/>
      <inkml:brushProperty name="ignorePressure" value="1"/>
    </inkml:brush>
  </inkml:definitions>
  <inkml:trace contextRef="#ctx0" brushRef="#br0">587 157,'-2'-3,"1"0,-1 0,1 0,-1 1,0-1,0 1,0-1,0 1,-1 0,1 0,-1 0,-1-1,-37-24,22 16,-1-3,-1 2,0 1,-1 0,1 1,-2 2,-17-5,31 11,0 0,0 1,-1 0,1 0,-1 1,1 0,-1 1,1 0,0 1,-1 0,1 0,0 1,0 0,1 0,-1 1,1 0,-1 1,-3 3,0 0,1 1,0 0,1 0,0 1,1 0,0 1,0 0,1 1,1 0,0 0,0 1,-1 5,1 0,0 1,1 0,1 1,1-1,1 1,0 9,1 8,2-1,2 1,1 0,2-1,1 0,2 0,1 0,6 10,19 39,3-3,4-1,3-1,48 62,-61-97,1-2,2 0,1-3,3-1,34 28,-53-53,1 0,0-1,0 0,1-2,1-1,14 5,-21-10,1 0,0-1,0-1,0-1,1 0,-1-1,1-1,-1 0,1-1,0-1,-6 0,0 0,0 0,-1-1,1-1,-1 0,0 0,0-1,0 0,-1-1,1 0,-1-1,3-2,-2-1,0-1,0 0,-1 0,0 0,-1-1,0-1,-1 1,5-13,-1-3,-1-1,-2 0,0-1,-2 0,-2 0,0 0,-2 0,-2-24,-3 1,-2 0,-3 0,-1 0,-3 1,-3 0,-3-2,-33-82,-43-77,72 169,8 16</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57.552"/>
    </inkml:context>
    <inkml:brush xml:id="br0">
      <inkml:brushProperty name="width" value="0.1" units="cm"/>
      <inkml:brushProperty name="height" value="0.1" units="cm"/>
      <inkml:brushProperty name="ignorePressure" value="1"/>
    </inkml:brush>
  </inkml:definitions>
  <inkml:trace contextRef="#ctx0" brushRef="#br0">0 0,'4'50,"1"0,3-1,2 1,9 23,-12-51,0-1,2 0,0-1,2 0,0 0,1-1,0-1,2 0,0 0,1-2,4 3,-14-14,0-1,1 0,-1 0,1 0,0 0,0-1,0 0,1 0,-1-1,1 0,-1 0,-3-1,0-1,1 0,-1 1,0-1,0 0,0-1,0 1,0-1,0 1,0-1,0 0,0 0,0 0,0 0,0-1,0 1,-1-1,1 1,-1-1,1 0,-1 0,0-1,0 1,2-2,0-1,1-1,-2 1,1-1,0 0,-1 0,0 0,-1-1,1-1,0-2</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58.205"/>
    </inkml:context>
    <inkml:brush xml:id="br0">
      <inkml:brushProperty name="width" value="0.1" units="cm"/>
      <inkml:brushProperty name="height" value="0.1" units="cm"/>
      <inkml:brushProperty name="ignorePressure" value="1"/>
    </inkml:brush>
  </inkml:definitions>
  <inkml:trace contextRef="#ctx0" brushRef="#br0">291 170,'2'-6,"-1"0,0 0,0 0,0 0,-1 0,1 0,-2 0,1 0,-1 0,0 0,0 0,0 0,-1 0,0 0,0 0,-1 1,1-1,-1 1,-2-3,3 4,0 1,-1-1,1 1,-1 0,1 0,-1 0,0 0,0 0,-1 1,1 0,0-1,-1 1,1 0,-1 1,0-1,0 1,1-1,-1 1,0 0,0 0,0 1,0-1,-1 1,1 0,0 0,0 1,0-1,0 1,-2 0,0 2,0-1,0 1,0 1,0-1,1 1,0 0,-1 0,1 0,1 1,-1 0,1 0,0 0,0 1,0-1,1 1,0 0,-1 1,-6 16,0-1,2 1,0 1,1 0,-4 19,1 1,2 0,1 14,5-45,1 0,1 1,1 0,-1-1,2 0,0 1,1-1,0 0,1 0,0 0,1-1,1 1,0-1,1-1,-2-6</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8:59.524"/>
    </inkml:context>
    <inkml:brush xml:id="br0">
      <inkml:brushProperty name="width" value="0.1" units="cm"/>
      <inkml:brushProperty name="height" value="0.1" units="cm"/>
      <inkml:brushProperty name="ignorePressure" value="1"/>
    </inkml:brush>
  </inkml:definitions>
  <inkml:trace contextRef="#ctx0" brushRef="#br0">1 90,'11'63,"-2"1,0 37,-2-20,1 16,13 108,-13-280,-2-31,5 0,5 1,4 1,12-25,-30 120,1 0,1-1,-1 1,1 1,1-1,2-4,-7 13,0-1,1 1,-1-1,0 1,1-1,-1 1,0-1,1 1,-1-1,1 1,-1-1,0 1,1 0,-1-1,1 1,-1 0,1-1,-1 1,1 0,0 0,-1 0,1-1,-1 1,1 0,-1 0,1 0,0 0,-1 0,1 0,-1 0,1 0,0 0,-1 0,1 1,-1-1,1 0,-1 0,1 0,-1 1,1-1,-1 0,1 1,-1-1,1 0,-1 1,1-1,-1 1,1-1,-1 1,2 2,0 0,0 1,0-1,0 1,0-1,-1 1,0 1,12 41,-2 1,-3 1,2 35,-5-36,2 0,2 0,14 40,-23-85,0-1,0 1,1-1,-1 1,1-1,-1 1,1-1,0 1,-1-1,1 0,0 1,0-1,0 0,0 0,0 0,0 0,1 0,-1 0,0 0,0 0,1 0,-1 0,1-1,-1 1,2 0,-1-2,-1 1,1-1,0 0,0 0,-1 0,1 0,0 0,-1 0,1 0,-1 0,0-1,1 1,-1 0,0-1,0 1,1-1,-1 0,-1 1,1-1,0 0,0 0,22-43,-2-1,-2 0,2-15,-5 15,1 0,3 2,16-27,-33 65,1 0,1 0,-1 0,1 0,0 1,0 0,0 0,6-4,-9 8,-1 0,1 0,0 0,-1 0,1 1,0-1,-1 1,1-1,0 1,0-1,-1 1,1 0,0 0,0 0,0 0,-1 0,1 0,0 1,0-1,0 1,-1-1,1 1,0 0,-1-1,1 1,0 0,-1 0,1 0,-1 0,0 1,1-1,-1 0,0 0,0 1,0-1,0 1,1 0,5 8,0 2,0-1,-1 1,-1 0,0 0,0 0,-1 1,1 6,5 32,3 27,-11-61,16 140,-4 109,-14-248</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00.037"/>
    </inkml:context>
    <inkml:brush xml:id="br0">
      <inkml:brushProperty name="width" value="0.1" units="cm"/>
      <inkml:brushProperty name="height" value="0.1" units="cm"/>
      <inkml:brushProperty name="ignorePressure" value="1"/>
    </inkml:brush>
  </inkml:definitions>
  <inkml:trace contextRef="#ctx0" brushRef="#br0">1 1,'3'2,"0"1,1-1,-1 0,0 0,1 0,-1-1,1 1,0-1,0 0,0 0,-1 0,4-1,49 4,-46-4,179-3,67 3,-180 5,-46-1,-1-2,1-1,0-1,-1-2,1-1,7-3,-29 4,-5 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00.425"/>
    </inkml:context>
    <inkml:brush xml:id="br0">
      <inkml:brushProperty name="width" value="0.1" units="cm"/>
      <inkml:brushProperty name="height" value="0.1" units="cm"/>
      <inkml:brushProperty name="ignorePressure" value="1"/>
    </inkml:brush>
  </inkml:definitions>
  <inkml:trace contextRef="#ctx0" brushRef="#br0">2 0,'-1'2,"1"0,0 0,0 0,0 0,0 0,0 0,0 0,0 0,1 0,-1 0,1 0,0-1,-1 1,1 0,0 0,0-1,0 1,0 0,0-1,1 1,-1-1,0 0,1 1,-1-1,1 0,-1 0,1 0,0 0,-1 0,1 0,1 0,8 5,0-1,1 0,-1-1,6 1,-14-5,99 25,-48-13,11 6,-49-13,0 1,-1 1,1 0,-1 1,-1 0,2 3,-11-8,0 1,1 0,-1 1,-1-1,1 1,-1 0,0 0,0 0,0 1,-1 0,0-1,0 1,0 0,-1 0,0 1,0-1,0 0,-1 1,0-1,0 1,-1-1,0 1,0 0,0-1,-1 1,0-1,0 1,-1-1,0 0,0 1,-3 5,0 0,-1 0,-1 0,0 0,0-1,-2 0,-4 5,1-3</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01.176"/>
    </inkml:context>
    <inkml:brush xml:id="br0">
      <inkml:brushProperty name="width" value="0.1" units="cm"/>
      <inkml:brushProperty name="height" value="0.1" units="cm"/>
      <inkml:brushProperty name="ignorePressure" value="1"/>
    </inkml:brush>
  </inkml:definitions>
  <inkml:trace contextRef="#ctx0" brushRef="#br0">1 94,'2'-6,"0"0,1 0,-1 1,1 0,0-1,1 1,0 0,-1 1,1-1,1 1,-1-1,1 1,-1 0,1 1,0-1,1 1,3-2,-6 4,0-1,-1 1,1 0,0 0,0 0,0 1,0-1,0 1,0 0,0-1,0 1,0 1,0-1,0 0,0 1,0-1,0 1,0 0,-1 0,1 0,0 0,0 1,-1-1,1 1,-1-1,1 1,-1 0,0 0,0 0,0 1,0-1,0 0,0 1,-1-1,1 1,0 1,0 0,1 1,-1 0,0 1,-1-1,1 0,-1 0,0 1,0-1,-1 1,0-1,0 1,0-1,-1 0,0 5,-3 9,-1-1,0 0,-6 11,4-10,7-18,0 0,-1 0,1 0,0 0,0 0,-1 0,1 0,0 0,0 0,0-1,0 1,1 0,-1 0,0 0,0 0,0 0,1 0,-1 0,0 0,1 0,-1-1,1 1,-1 0,1 0,-1-1,1 1,0 0,-1 0,1-1,0 1,0-1,-1 1,1-1,0 1,0-1,0 1,0-1,0 0,0 0,-1 1,1-1,0 0,0 0,0 0,0 0,1 0,8 1,0 0,0-1,0-1,6 0,-1 0,0 0,6 1,-1 0,12 2,-27-2,0 1,0 0,0 0,-1 0,1 1,0-1,-1 1,0 0,1 0,-1 1,0 0,0-1,1 2,-3-2,-1-1,0 0,0 1,1-1,-1 1,0 0,0-1,0 1,0 0,-1 0,1 0,0 0,-1-1,1 1,-1 0,0 0,0 0,0 0,0 0,0 0,0 0,0 0,0 0,-1 0,1 0,-1 0,0-1,1 1,-1 0,0 0,0-1,0 1,0 0,-1-1,1 1,-1 0,-3 5,-1-1,-1 0,1 0,-1 0,0-1,0 0,-5 3,-20 8,0 0,-1-3,-1 0,0-3,0 0,-1-3,-12 2,27-7</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02.491"/>
    </inkml:context>
    <inkml:brush xml:id="br0">
      <inkml:brushProperty name="width" value="0.1" units="cm"/>
      <inkml:brushProperty name="height" value="0.1" units="cm"/>
      <inkml:brushProperty name="ignorePressure" value="1"/>
    </inkml:brush>
  </inkml:definitions>
  <inkml:trace contextRef="#ctx0" brushRef="#br0">0 118,'35'190,"18"117,-51-295,-3-15,-4-19,-10-65,-4-87,17 137,2-1,2 1,1 0,2 1,1-1,3-4,-8 35,0 0,1 0,0 0,0 0,1 0,-1 1,1-1,1 1,-1 0,1-1,3-3,-6 9,0-1,0 1,0-1,-1 1,1-1,0 1,0-1,0 1,0 0,0 0,0-1,0 1,0 0,0 0,0 0,0 0,1 0,-1 0,0 0,0 1,0-1,0 0,0 0,-1 1,1-1,0 1,0-1,0 1,0-1,0 1,0 0,-1-1,1 1,0 0,0 0,-1-1,1 1,-1 0,1 0,0 1,3 4,0 1,0 0,0 0,2 7,-6-14,22 63,-3 1,-2 1,1 24,2 6,-18-84,-1-6,0 1,0-1,1 0,-1 0,1 0,1 0,-1 0,0 0,1-1,-3-3,1-1,-1 0,0 0,0 1,1-1,-1 0,0 0,0 1,1-1,-1 0,0 0,1 0,-1 0,0 1,1-1,-1 0,0 0,1 0,-1 0,0 0,1 0,-1 0,1 0,-1 0,0 0,1 0,-1 0,0 0,1 0,-1 0,0-1,1 1,-1 0,11-11,5-19,-15 27,45-107,-27 62,1 1,2 2,15-22,-34 62,1-1,0 1,0 0,1 1,-1-1,4-2,-7 6,1 0,-1 0,0 0,1 0,-1 0,0 1,1-1,-1 0,1 1,-1 0,1-1,0 1,-1 0,1-1,-1 1,1 0,0 0,-1 1,1-1,-1 0,1 0,-1 1,1-1,0 1,-1-1,0 1,1 0,0 0,2 2,0 0,-1 0,1 0,-1 0,0 1,0-1,0 1,-1 0,1 0,-1 0,0 0,2 5,3 8,-1 2,2 10,-6-23,14 65,-3 0,-3 1,-3 1,-3 51,-4-108,-1-8</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03.135"/>
    </inkml:context>
    <inkml:brush xml:id="br0">
      <inkml:brushProperty name="width" value="0.1" units="cm"/>
      <inkml:brushProperty name="height" value="0.1" units="cm"/>
      <inkml:brushProperty name="ignorePressure" value="1"/>
    </inkml:brush>
  </inkml:definitions>
  <inkml:trace contextRef="#ctx0" brushRef="#br0">0 1,'43'455,"-31"-303,-10-134,0-20,2-33,-3 18,10-71,4 2,3 0,4 0,5 0,-26 82,2-6,0 1,1-1,0 1,0 0,1 0,0 0,0 1,3-3,-7 10,-1 1,1-1,-1 0,1 1,0-1,-1 0,1 1,0-1,-1 1,1-1,0 1,0 0,0-1,-1 1,1 0,0-1,0 1,0 0,0 0,0 0,0 0,-1 0,1 0,0 0,0 0,0 0,0 0,0 0,-1 1,1-1,0 0,0 1,0-1,0 1,-1-1,1 0,0 1,-1 0,1-1,0 1,-1-1,1 1,-1 0,1-1,-1 1,1 1,3 3,-1 0,0 1,-1 0,1-1,-1 1,0 2,9 35,-2 1,-2 0,0 25,-1-16,2-1,4 11,-11-60,-1-1,1 0,-1 1,1-1,0 0,0 1,0-1,1 0,-1 0,0 0,1 0,1 1,-3-2,1-1,-1 0,0 0,1 1,-1-1,1 0,-1 0,1 0,-1 0,0 0,1 0,-1 1,1-1,-1 0,1 0,-1 0,1-1,-1 1,1 0,-1 0,1 0,-1 0,0 0,1-1,13-12,4-17,-1 0,-2-1,-1 0,2-11,10-20,-15 36,-6 11,2-1,-1 2,2-1,0 1,1 0,0 1,1 0,3-3,-12 15,0 0,0 0,0 0,1 0,-1 0,0 0,0 0,0 1,1-1,-1 0,0 1,1-1,-1 1,0-1,1 1,-1 0,1 0,-1 0,1-1,-1 1,0 0,1 1,1-1,-2 1,1 0,0-1,-1 1,1 0,-1 1,1-1,-1 0,0 0,1 1,-1-1,0 0,0 1,0 0,0-1,0 1,0 0,4 9,-1 0,0 0,-1 0,0 1,0 4,7 51,-3 0,-3 0,-4 60,0-111</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03.753"/>
    </inkml:context>
    <inkml:brush xml:id="br0">
      <inkml:brushProperty name="width" value="0.1" units="cm"/>
      <inkml:brushProperty name="height" value="0.1" units="cm"/>
      <inkml:brushProperty name="ignorePressure" value="1"/>
    </inkml:brush>
  </inkml:definitions>
  <inkml:trace contextRef="#ctx0" brushRef="#br0">0 1,'15'0,"-2"-1,0 1,1 1,-1 0,0 1,0 0,4 2,-14-3,-1-1,1 1,0 0,-1 1,0-1,1 0,-1 1,0 0,0-1,1 1,-1 0,-1 0,1 0,0 0,0 0,-1 1,1-1,-1 0,0 1,0-1,0 1,0-1,0 1,0 0,-1-1,1 1,-1 0,0-1,0 1,0 0,0 0,0-1,-1 1,0 6,-1-1,0 0,0 0,-1 0,0-1,1-2,-1 0,1 0,1 1,-1-1,1 0,0 1,0-1,1 1,-1-1,1 1,0-1,1 3,0-6,0 0,0 0,0 0,0-1,0 1,0 0,1 0,-1-1,0 1,1-1,0 1,-1-1,1 0,0 0,0 0,-1 0,1 0,0 0,0 0,0 0,45 11,-39-10,36 6,-25-5,0 0,-1 2,1 0,-1 1,15 7,-32-12,1-1,-1 1,1 0,-1 0,0 0,0 0,1 0,-1 0,0 0,0 0,0 0,0 0,0 1,0-1,0 1,-1-2,0 1,0 0,0-1,0 1,0 0,0-1,0 1,0 0,0-1,0 1,0 0,0-1,0 1,0 0,-1-1,1 1,0-1,-1 1,1 0,0-1,-1 1,1-1,0 1,-1-1,-2 3,0 0,0-1,0 0,-1 0,1 0,0 0,-1 0,0-1,1 0,-4 1,-25 7,-2-2,1-2,-1-1,-17-1,43-2</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06.084"/>
    </inkml:context>
    <inkml:brush xml:id="br0">
      <inkml:brushProperty name="width" value="0.1" units="cm"/>
      <inkml:brushProperty name="height" value="0.1" units="cm"/>
      <inkml:brushProperty name="ignorePressure" value="1"/>
    </inkml:brush>
  </inkml:definitions>
  <inkml:trace contextRef="#ctx0" brushRef="#br0">1 21,'12'-17,"-11"17,-1-1,0 1,1 0,-1-1,0 1,1 0,-1 0,1-1,-1 1,0 0,1 0,-1 0,1 0,-1 0,1 0,-1-1,1 1,-1 0,0 0,1 0,-1 0,1 1,0-1,1 1,0 1,1 0,-1 0,0 0,0 0,0 1,0-1,0 0,-1 1,2 2,-2-3,118 163,75 114,-189-272</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06.506"/>
    </inkml:context>
    <inkml:brush xml:id="br0">
      <inkml:brushProperty name="width" value="0.1" units="cm"/>
      <inkml:brushProperty name="height" value="0.1" units="cm"/>
      <inkml:brushProperty name="ignorePressure" value="1"/>
    </inkml:brush>
  </inkml:definitions>
  <inkml:trace contextRef="#ctx0" brushRef="#br0">361 0,'-1'0,"-1"1,0-1,1 0,-1 1,1-1,-1 0,1 1,-1 0,1-1,-1 1,1 0,-1 0,1 0,0 0,0 0,-1 0,1 0,0 1,-21 26,16-20,-167 252,55-78,103-163,15-21</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07.072"/>
    </inkml:context>
    <inkml:brush xml:id="br0">
      <inkml:brushProperty name="width" value="0.1" units="cm"/>
      <inkml:brushProperty name="height" value="0.1" units="cm"/>
      <inkml:brushProperty name="ignorePressure" value="1"/>
    </inkml:brush>
  </inkml:definitions>
  <inkml:trace contextRef="#ctx0" brushRef="#br0">1 1,'11'529,"-11"-494,1 18,0-2,-2-1,-3 1,-1 0,2-43,3-9</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07.574"/>
    </inkml:context>
    <inkml:brush xml:id="br0">
      <inkml:brushProperty name="width" value="0.1" units="cm"/>
      <inkml:brushProperty name="height" value="0.1" units="cm"/>
      <inkml:brushProperty name="ignorePressure" value="1"/>
    </inkml:brush>
  </inkml:definitions>
  <inkml:trace contextRef="#ctx0" brushRef="#br0">40 101,'15'60,"-2"1,-1 19,-2-13,15 48,2-29,-23-76,0 1,1-1,0-1,1 1,0-1,7 8,-11-15,-1 0,1 0,-1-1,1 1,0-1,0 1,0-1,0 0,0 0,0 0,0 0,0 0,0 0,0 0,0-1,1 1,-1-1,0 1,0-1,1 0,0 0,0-1,0 1,1-1,-1 0,0 0,0-1,0 1,-1-1,1 1,0-1,-1 0,1 0,-1 0,3-3,4-4,-1-1,0-1,0 0,-1 0,-1 0,6-12,-3 1,-1 1,-1-2,-1 1,-1-1,-1 0,0 0,-2 0,-1 0,-1 0,-1-1,0 6,-1 0,0-1,-2 1,0 0,-1 1,-1-1,-1 1,0 0,-1 1,-1-1,0 2,-11-14,16 23,-1 0,-1 0,1 1,-1 0,0 0,0 0,-1 1,1-1,-1 2,0-1,0 1,0 0,-1 0,1 1,-1 0,1 1,-1-1,0 1,-1 1,-1 0,0 0,0 1,1 0,-1 1,0 0,1 1,-1 0,1 0,0 1,0 0,0 1,1 0,0 0,-8 7,6-3</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08.506"/>
    </inkml:context>
    <inkml:brush xml:id="br0">
      <inkml:brushProperty name="width" value="0.1" units="cm"/>
      <inkml:brushProperty name="height" value="0.1" units="cm"/>
      <inkml:brushProperty name="ignorePressure" value="1"/>
    </inkml:brush>
  </inkml:definitions>
  <inkml:trace contextRef="#ctx0" brushRef="#br0">1 31,'4'-3,"1"-1,-1 1,1 0,0 1,0-1,0 1,0 0,1 0,-1 0,1 1,-1 0,1 0,-1 1,2-1,0 1,1 0,0 0,-1 1,1 0,-1 0,1 1,-1 0,0 0,1 0,0 2,-6-3,-1 0,1-1,-1 1,1 1,0-1,-1 0,0 0,1 1,-1-1,0 0,0 1,1-1,-1 1,0 0,-1-1,1 1,0 0,0 0,-1-1,1 1,-1 0,0 0,1 0,-1 0,0 0,0 0,0 0,0-1,0 1,-1 0,1 0,-1 0,1 0,-1 0,0-1,1 1,-2 0,-3 10,-1 0,0-1,-1 1,0-2,-2 2,3-3,-2 1,5-6,0 0,1 0,-1 0,1 0,0 0,0 0,0 1,2-5,0 1,0-1,0 0,0 1,0-1,0 1,0-1,0 1,0-1,1 1,-1-1,0 0,0 1,1-1,-1 1,0-1,0 0,1 1,-1-1,0 0,1 1,-1-1,0 0,1 0,-1 1,1-1,-1 0,0 0,1 0,-1 1,1-1,-1 0,1 0,-1 0,1 0,-1 0,0 0,1 0,-1 0,1 0,-1 0,1 0,26-1,-23 1,4-1,76 1,-75 0,1 1,-1 0,1 1,-1 0,1 1,-1 0,5 3,-12-6,0 1,-1 0,1-1,-1 1,1 0,-1 0,0 0,1 0,-1 0,0 0,0 1,0-1,0 0,0 1,0-1,0 1,0-1,0 1,-1-1,1 1,-1-1,1 1,-1 0,1 0,-2 1,1-1,0 1,-1 0,1-1,-1 1,0 0,0-1,0 1,0-1,0 1,0-1,-1 0,1 0,-1 1,-7 7,0 0,0 0,-1-1,0 0,-9 5,-1 0,-1 0,-1-2,-1 0,1-2,-2 0,1-2,-2 0,16-6</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28.941"/>
    </inkml:context>
    <inkml:brush xml:id="br0">
      <inkml:brushProperty name="width" value="0.05" units="cm"/>
      <inkml:brushProperty name="height" value="0.05" units="cm"/>
      <inkml:brushProperty name="ignorePressure" value="1"/>
    </inkml:brush>
  </inkml:definitions>
  <inkml:trace contextRef="#ctx0" brushRef="#br0">9 1,'-3'15,"1"1,0 0,1 0,0 0,2 0,0-1,1 10,1 9,2 47,6 104,-9 31,-2-205,1-7,-1 0,0 0,0-1,0 1,-1 0,1 0,-1 0,0 0,0 0,-1-1,1 1,-1 0,1-1,-1 1,1-4,1 0,0 0,0 1,0-1,-1 0,1 0,0 0,0 0,-1 0,1 1,0-1,0 0,-1 0,1 0,0 0,-1 0,1 0,0 0,0 0,-1 0,1 0,0 0,0 0,-1 0,1 0,0 0,-1-1,1 1,0 0,0 0,-1 0,1 0,0 0,0-1,0 1,-1 0,1 0,0 0,0-1,0 1,-1 0,1 0,0 0,0-1,0 1,0 0,0 0,0-1,-1 1,0-4</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30.055"/>
    </inkml:context>
    <inkml:brush xml:id="br0">
      <inkml:brushProperty name="width" value="0.05" units="cm"/>
      <inkml:brushProperty name="height" value="0.05" units="cm"/>
      <inkml:brushProperty name="ignorePressure" value="1"/>
    </inkml:brush>
  </inkml:definitions>
  <inkml:trace contextRef="#ctx0" brushRef="#br0">165 127,'-1'-18,"0"1,-4-15,4 28,1 0,-1 1,0 0,0-1,0 1,-1-1,1 1,-1 0,0 0,0 0,0 0,0 0,0 0,-1 1,1-1,-1 1,0-1,1 2,1 1,-1-1,1 1,-1 0,1-1,-1 1,1 0,-1 0,0 0,1 0,-1 0,1 0,-1 1,1-1,-1 0,1 1,-1-1,1 1,0 0,-1-1,1 1,0 0,-1 0,1 0,0 0,0 0,0 0,0 0,0 0,0 0,-1 1,-3 5,-1 0,1 0,0 1,1-1,0 1,-6 12,2 1,1-1,0 1,1 0,2 1,0-1,1 1,1 0,1 2,1 0,0 0,2 0,1 0,0 0,2-1,1 1,1-1,2 4,-6-20,0-1,0 0,0 0,1 0,0 0,0-1,0 1,1-1,0 0,0 0,2 1,-5-4,0-1,-1 0,1 0,0 0,0-1,0 1,0 0,-1-1,1 1,0-1,0 0,0 1,0-1,0 0,0 0,0 0,1-1,0 0,-1 1,0-1,1 0,-1-1,0 1,1 0,-1-1,0 1,0-1,0 0,0 0,0 1,-1-1,1 0,-1-1,2 0,4-9,0 0,-1-1,-1 0,0 1,-1-2,0 1,0 0,0-12,2-26,0-36,-5 80,2-112,-3 135,1 0,1 0,1 1,3 24,-2 17,-2-18,3-1,3 16,-8-55,0 0,0 0,0 0,0 0,0 1,0-1,0 0,0 0,0 0,0 0,0 0,0 0,0 1,0-1,0 0,0 0,0 0,0 0,0 0,0 0,0 1,0-1,0 0,0 0,0 0,0 0,0 0,1 0,-1 0,0 1,0-1,0 0,0 0,0 0,0 0,0 0,0 0,1 0,-1 0,0 0,0 0,0 0,0 0,0 0,0 0,1 0,-1 0,0 0,0 0,0 0,0 0,0 0,0 0,1 0,-1 0,0 0,0 0,0 0,0 0,0 0,0 0,5-11,3-18,-1-4,-1 2,2-1,0 2,2-1,2 1,6-11,-17 38,1 0,0 0,0 0,0 0,0 0,1 1,-1-1,1 1,-1 0,3-1,-5 2,1 1,0-1,0 1,0 0,0-1,0 1,0 0,0 0,0 0,-1 0,1 0,0 0,0 0,0 0,0 0,0 0,0 0,0 0,0 1,0-1,0 0,0 1,-1-1,1 1,0-1,0 1,-1-1,1 1,0 0,0-1,-1 1,1 0,-1 0,1-1,-1 1,1 0,-1 0,1 0,3 6,0 0,-1 0,0 0,0 1,-1-1,1 1,-2-1,1 4,6 65,-5-26,-1-47,2-9,1-11,16-73,-11 43,2 0,5-10,-3 30,-14 26,1 1,-1 0,0-1,0 1,1-1,-1 1,0 0,1-1,-1 1,1 0,-1-1,0 1,1 0,-1-1,1 1,-1 0,1 0,-1 0,1 0,-1-1,1 1,-1 0,0 0,1 0,-1 0,1 0,-1 0,1 0,-1 0,1 0,-1 1,1-1,-1 0,1 0,-1 0,1 0,-1 1,1-1,-1 0,0 1,1-1,-1 0,1 1,-1-1,0 0,1 1,-1-1,0 0,0 1,1-1,-1 1,0-1,0 1,0-1,1 1,2 6,1 1,-1-1,0 1,0 0,-1 0,0 0,0 3,6 64,-5-46,15 188,-17-204</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30.423"/>
    </inkml:context>
    <inkml:brush xml:id="br0">
      <inkml:brushProperty name="width" value="0.05" units="cm"/>
      <inkml:brushProperty name="height" value="0.05" units="cm"/>
      <inkml:brushProperty name="ignorePressure" value="1"/>
    </inkml:brush>
  </inkml:definitions>
  <inkml:trace contextRef="#ctx0" brushRef="#br0">1 31,'0'0,"0"0,0 0,6 1,6 0,6-2,4 0,4-1,1-2,-1 0,-1-1,-2 0,-6 1,-5 1,-4 1,-5 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30.770"/>
    </inkml:context>
    <inkml:brush xml:id="br0">
      <inkml:brushProperty name="width" value="0.05" units="cm"/>
      <inkml:brushProperty name="height" value="0.05" units="cm"/>
      <inkml:brushProperty name="ignorePressure" value="1"/>
    </inkml:brush>
  </inkml:definitions>
  <inkml:trace contextRef="#ctx0" brushRef="#br0">1 59,'0'0,"0"0,8-1,10-2,5-2,4-2,1-1,-2-2,-3 2,-4 1,-7 2,-4 2,-4 2</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31.241"/>
    </inkml:context>
    <inkml:brush xml:id="br0">
      <inkml:brushProperty name="width" value="0.05" units="cm"/>
      <inkml:brushProperty name="height" value="0.05" units="cm"/>
      <inkml:brushProperty name="ignorePressure" value="1"/>
    </inkml:brush>
  </inkml:definitions>
  <inkml:trace contextRef="#ctx0" brushRef="#br0">1 1,'95'628,"-93"-614,-1-13</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31.705"/>
    </inkml:context>
    <inkml:brush xml:id="br0">
      <inkml:brushProperty name="width" value="0.05" units="cm"/>
      <inkml:brushProperty name="height" value="0.05" units="cm"/>
      <inkml:brushProperty name="ignorePressure" value="1"/>
    </inkml:brush>
  </inkml:definitions>
  <inkml:trace contextRef="#ctx0" brushRef="#br0">19 133,'0'40,"1"0,3 0,1-1,1 1,3-2,10 31,-17-60,22 58,-23-63,2 1,-1-1,0 0,1 0,0 0,0 0,0 0,0 0,0-1,1 0,0 0,2 2,-4-4,-1 0,1-1,-1 1,1-1,-1 1,1-1,0 1,-1-1,1 0,-1 0,1 0,0 0,-1 0,1-1,-1 1,1 0,-1-1,1 1,0-1,-1 1,0-1,1 0,-1 0,1 1,-1-1,0 0,0 0,1 0,-1-1,0 1,0 0,0 0,0-1,0 1,4-6,-1 0,1 0,-1 0,-1-1,1 0,0-2,3-13,-1 0,0 0,-2-1,-1 0,0 0,-2 0,-2-22,0 26,-1 0,0 0,-2 1,0-1,-2 1,0 0,-1 1,0-1,-9-12,11 23,0 0,-1 1,1 0,-1 0,-1 1,0 0,1 0,-2 0,1 1,-1 0,6 3,0 1,0 0,0 0,0 0,-1 0,1 0,0 0,0 0,-1 1,1-1,0 1,-1 0,1 0,0 0,-1 0,1 0,-1 0,1 1,0-1,-1 1,1-1,0 1,0 0,0 0,-1 0,1 0,0 0,0 1,0-1,1 1,-1-1,0 1,1 0,-1-1,1 1,-1 0,1 0,0 0,-1 0,1 1,-4 9,0 1,1 0,0 0,1 0,0 0,1 0,1 1,0 11,0-7</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32.470"/>
    </inkml:context>
    <inkml:brush xml:id="br0">
      <inkml:brushProperty name="width" value="0.05" units="cm"/>
      <inkml:brushProperty name="height" value="0.05" units="cm"/>
      <inkml:brushProperty name="ignorePressure" value="1"/>
    </inkml:brush>
  </inkml:definitions>
  <inkml:trace contextRef="#ctx0" brushRef="#br0">1 63,'2'9,"17"87,3 63,-21-143,-2-26,-1-27,3-11,1-1,3 0,2 1,6-13,-12 56,0 1,1-1,0 0,0 0,0 1,2-3,-4 7,0-1,0 1,1-1,-1 1,0 0,1-1,-1 1,0 0,1-1,-1 1,0 0,1 0,-1-1,1 1,-1 0,0 0,1 0,-1 0,1-1,-1 1,1 0,-1 0,1 0,-1 0,0 0,1 0,0 1,0-1,0 1,0-1,-1 1,1 0,0-1,-1 1,1 0,0 0,-1-1,1 1,-1 0,1 0,-1 0,1 0,-1 0,0 0,1 0,5 19,0 0,-2 0,0 1,0 9,0-5,0 0,6 17,-10-42,0 0,0 0,0 0,0 0,0 0,0 1,0-1,0 0,0 0,0 0,0 0,0 0,0 0,0 1,0-1,0 0,0 0,0 0,1 0,-1 0,0 0,0 0,0 0,0 1,0-1,0 0,0 0,0 0,0 0,0 0,1 0,-1 0,0 0,0 0,0 0,0 0,0 0,0 0,0 0,1 0,-1 0,0 0,0 0,0 0,0 0,0 0,0 0,1 0,-1 0,0 0,0 0,0 0,4-8,3-16,-7 22,5-21,-2 8,0 1,1-1,0 1,1 0,1 1,0-1,1 0,-7 13,1 0,-1 0,1 0,0 1,-1-1,1 0,0 0,-1 1,1-1,0 0,0 0,0 1,-1-1,1 1,0-1,0 1,0-1,0 1,0 0,0 0,0-1,1 1,-1 0,0 0,0 1,0-1,-1 0,1 1,0-1,0 1,0-1,0 1,-1-1,1 1,0-1,-1 1,1 0,0 0,-1-1,1 1,-1 0,1 0,3 5,-1 1,0-1,-1 1,1 0,0 5,5 19,-2 1,-2 0,0 0,-2 3,-2-27</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33.123"/>
    </inkml:context>
    <inkml:brush xml:id="br0">
      <inkml:brushProperty name="width" value="0.05" units="cm"/>
      <inkml:brushProperty name="height" value="0.05" units="cm"/>
      <inkml:brushProperty name="ignorePressure" value="1"/>
    </inkml:brush>
  </inkml:definitions>
  <inkml:trace contextRef="#ctx0" brushRef="#br0">1 15,'11'63,"4"46,-7-38,4 6,-12-77,0 0,0 0,0 0,0 0,0 0,0 0,0 0,0 1,0-1,0 0,0 0,0 0,0 0,0 0,0 0,0 0,0 0,0 0,0 0,0 1,0-1,0 0,0 0,0 0,0 0,0 0,0 0,0 0,0 0,0 0,0 0,0 1,0-1,0 0,1 0,-1 0,0 0,0 0,0 0,0 0,0 0,0 0,0 0,0 0,0 0,0 0,0 0,1 0,-1 0,0 0,0 0,0 0,0 0,0 0,0 0,0 0,0 0,0 0,1 0,-1 0,0 0,0 0,0 0,0 0,0 0,0 0,3-9,2-14,3-58,-6 50,1-1,1 1,2 1,1-1,8-18,-15 48,0 0,0 0,0 0,1 0,-1 0,1 0,-1 0,1 0,-1 0,1 0,-1 0,1 0,0 1,0-1,-1 0,1 0,0 1,0-1,0 0,0 1,0-1,0 1,0-1,0 1,1-1,-1 2,0-1,0 0,0 1,0-1,0 1,0 0,-1-1,1 1,0 0,0 0,0-1,-1 1,1 0,0 0,-1 0,1 0,-1 0,1 0,-1 0,1 0,3 10,1 0,-2 0,1 0,-1 3,6 38,-3-1,0 35,-3-75,2-21,7-35,-9 33,1-5,-1 4,0 1,1-1,0 1,1 0,0 0,1 0,0 1,5-7,-10 18,-1-1,1 0,-1 1,0-1,1 1,-1-1,1 1,-1-1,1 1,0-1,-1 1,1-1,-1 1,1 0,0-1,-1 1,1 0,0 0,-1 0,1-1,0 1,-1 0,1 0,0 0,0 0,-1 0,1 0,0 0,-1 0,1 1,0-1,0 0,-1 0,1 1,0-1,-1 0,1 1,-1-1,1 0,0 1,-1-1,1 1,-1-1,1 1,-1-1,1 1,-1 0,0-1,1 1,-1-1,0 1,1 0,-1 0,3 4,-1 1,1 0,-1 0,0 0,0 4,4 20,-1 0,-2 0,0 21,-3-40</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37.605"/>
    </inkml:context>
    <inkml:brush xml:id="br0">
      <inkml:brushProperty name="width" value="0.05" units="cm"/>
      <inkml:brushProperty name="height" value="0.05" units="cm"/>
      <inkml:brushProperty name="color" value="#004F8B"/>
      <inkml:brushProperty name="ignorePressure" value="1"/>
    </inkml:brush>
  </inkml:definitions>
  <inkml:trace contextRef="#ctx0" brushRef="#br0">675 256,'5'0,"-1"0,-6 0,-8 0,1-1,-1 0,0-1,-4-1,-13-12,0-1,1-1,0-1,2-1,-2-3,-5-5,-2 2,-19-10,38 27,-1 0,1 1,-1 1,0 1,-1 0,1 0,-1 2,0 0,-14-1,23 4,1 0,-1 0,1 0,0 1,-1 0,1 0,0 0,0 1,0 0,0 0,0 0,0 1,0 0,1 0,0 1,-1 0,1-1,1 2,-1-1,0 0,1 1,0 0,0 0,1 0,-1 1,0 1,-4 10,1 1,0 0,1 1,1 0,1 0,1 0,0 0,1 1,1 5,1 17,2 0,2 0,7 33,-2-23,3 0,2-1,2-1,2 0,2-1,3-1,1-1,3-2,1 0,3-2,7 6,-19-26,1 3,1-2,1 0,1-2,2 0,23 16,-42-34,0-1,0 0,0-1,0 1,0-1,0 0,1-1,-1 1,1-1,-1-1,1 1,-1-1,1 0,0 0,-1-1,1 0,0-1,13-3,0-1,0-1,-1-1,13-8,4-1,-31 15,0 1,0-1,0 1,0 0,0 1,0-1,0 1,0 0,0 0,0 1,1 0,-1-1,2 2,13 4,0 0,14 7,-13-5,18 6,0-2,1-1,1-2,8-1,-24-5,1-1,0-1,0-2,0 0,0-2,0-1,7-3,-11 2,0-1,0-1,-1-1,0 0,-1-2,0-1,0 0,17-15,-26 18,-1-1,-1 0,1-1,-1 0,-1-1,0 0,0 0,-1-1,-1 1,0-2,0 1,-1-1,-1 1,0-1,1-10,-2 4,0-1,-2 0,0 1,-1-1,-1 0,-1 1,0-1,-2 1,0 0,-3-5,-2-3,-1 2,-1-1,-1 1,-2 1,0 0,-18-21,-2 4,-1 2,-2 1,-2 2,-1 1,-2 3,-1 1,-21-10,13 12,-1 1,0 3,-46-14,59 26,0 2,-1 1,-1 2,0 2,-30-1,45 7</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38.805"/>
    </inkml:context>
    <inkml:brush xml:id="br0">
      <inkml:brushProperty name="width" value="0.05" units="cm"/>
      <inkml:brushProperty name="height" value="0.05" units="cm"/>
      <inkml:brushProperty name="color" value="#004F8B"/>
      <inkml:brushProperty name="ignorePressure" value="1"/>
    </inkml:brush>
  </inkml:definitions>
  <inkml:trace contextRef="#ctx0" brushRef="#br0">0 445,'13'-2,"14"-1,-1 0,1-2,-1-1,-1-1,2-2,-21 7,1-1,-1 0,0 0,0-1,0 0,0 0,-1 0,0 0,1-1,-2 0,1 0,0 0,-1-1,0 0,-1 0,1 0,-1 0,0 0,-1 0,1-1,0-5,0-3,0 0,-2 0,0-1,0 1,-2 0,0 0,0-1,-3-4,2 8,-1-1,0 1,-1 0,0 0,-1 0,-1 1,1 0,-2 0,0 0,-2-2,8 12,0-1,0 1,1 0,-1 0,0 0,0 1,-1-1,1 0,0 0,0 0,0 1,0-1,-1 1,1-1,-1 1,2 0,-1 0,1 0,-1 0,1 0,-1 0,1 0,-1 0,1 0,0 0,-1 0,1 1,-1-1,1 0,-1 0,1 1,0-1,-1 0,1 0,-1 1,1-1,0 0,-1 1,1-1,0 1,0-1,-1 0,1 1,-1 1,0 1,0-1,1 1,-1-1,0 0,1 1,0 0,0-1,0 1,0-1,0 1,0-1,1 3,5 17,-5-19,0 0,0 0,0 0,0 0,-1 0,1 0,-1 0,0 2,0-3,0-1,-1 0,1 1,-1-1,0 0,1 1,-1-1,0 0,1 1,-1-1,0 0,0 0,0 0,0 0,0 0,-1 0,1 0,0-1,0 1,-1 0,0 0,-3 2,-1 0,1 1,0 0,0 0,0 0,1 0,-1 1,1-1,0 1,1 0,-2 2,33-73,-22 55,1 0,0 1,0 0,1 0,1 1,-1 0,1 1,1 0,6-5,-12 11,-1 0,1 0,-1 0,1 0,0 0,0 1,0 0,0 0,0 0,0 0,0 0,0 1,0 0,1 0,-1 0,0 0,0 1,0 0,0 0,0 0,0 0,0 0,0 1,0 0,-1 0,1 0,-1 0,1 0,-1 1,1 0,3 3,-1 0,0 0,-1 0,0 0,1 1,-2 0,1 0,-1 1,0-1,-1 1,0 0,0 1,-2-4</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44.987"/>
    </inkml:context>
    <inkml:brush xml:id="br0">
      <inkml:brushProperty name="width" value="0.1" units="cm"/>
      <inkml:brushProperty name="height" value="0.1" units="cm"/>
      <inkml:brushProperty name="ignorePressure" value="1"/>
    </inkml:brush>
  </inkml:definitions>
  <inkml:trace contextRef="#ctx0" brushRef="#br0">26 70,'-2'3,"-1"-1,0 0,1 0,-1 1,1 0,0-1,0 1,0 0,1-2,1-1,-1 1,1-1,0 1,-1 0,1-1,0 1,0 0,0-1,-1 1,1 0,0-1,0 1,0 0,0 0,0-1,0 1,0 0,0-1,0 1,1 0,-1-1,0 1,0 0,1-1,-1 1,0 0,1-1,-1 1,0-1,1 1,-1 0,1-1,-1 1,1-1,-1 0,1 1,0-1,-1 1,1-1,0 0,0 1,0-1,1 1,0-1,-1 0,1 1,0-1,0 0,-1 0,1 0,0-1,0 1,-1 0,1 0,0-1,-1 0,1 1,0-1,-1 0,1 1,-1-1,1 0,-1 0,1 0,-1-1,0 1,4-2,-1-1,0 0,0 1,-1-2,1 1,-1 0,1-2,-2 3,0-1,-1 1,1-1,-1 0,0 0,0 0,0 1,-1-1,1-1,-1 4,0-1,0 0,0 0,0 1,0-1,0 0,-1 0,1 1,0-1,-1 0,0 1,1-1,-1 1,0-1,0 0,0 1,0 0,0-1,0 1,0 0,-1-2,-1 2</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45.467"/>
    </inkml:context>
    <inkml:brush xml:id="br0">
      <inkml:brushProperty name="width" value="0.1" units="cm"/>
      <inkml:brushProperty name="height" value="0.1" units="cm"/>
      <inkml:brushProperty name="ignorePressure" value="1"/>
    </inkml:brush>
  </inkml:definitions>
  <inkml:trace contextRef="#ctx0" brushRef="#br0">40 41,'-8'21,"4"-9,-1 0,0-1,-1 0,-6 8,58-76,-42 50,1 1,-1-2,0 1,0-1,0 1,-1-1,-1 0,1-3,-7 19,3-6</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45.816"/>
    </inkml:context>
    <inkml:brush xml:id="br0">
      <inkml:brushProperty name="width" value="0.1" units="cm"/>
      <inkml:brushProperty name="height" value="0.1" units="cm"/>
      <inkml:brushProperty name="ignorePressure" value="1"/>
    </inkml:brush>
  </inkml:definitions>
  <inkml:trace contextRef="#ctx0" brushRef="#br0">1 8,'0'0,"0"0,0 0,0 0,0 0,0 0,0 0,0 0,0 0,0 0,0 0,4-1,2-2,0 2,-1 0,-2 0,-1 1,0 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46.604"/>
    </inkml:context>
    <inkml:brush xml:id="br0">
      <inkml:brushProperty name="width" value="0.1" units="cm"/>
      <inkml:brushProperty name="height" value="0.1" units="cm"/>
      <inkml:brushProperty name="ignorePressure" value="1"/>
    </inkml:brush>
  </inkml:definitions>
  <inkml:trace contextRef="#ctx0" brushRef="#br0">16 50,'0'0,"1"-4,-1 0,-1 0,1 0,-1-1,1 1,-1 1,0-1,-1 0,1 0,-1 0,0-1,1 5,1 1,-1 0,1-1,-1 1,1 0,-1-1,1 1,0 0,0 0,-1-1,1 1,0 0,0 0,0 0,0-1,0 1,0 0,0 0,0-1,0 1,1 50,2-1,2 0,8 29,-2-7,7 53,34 259,-50-368</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47.005"/>
    </inkml:context>
    <inkml:brush xml:id="br0">
      <inkml:brushProperty name="width" value="0.1" units="cm"/>
      <inkml:brushProperty name="height" value="0.1" units="cm"/>
      <inkml:brushProperty name="ignorePressure" value="1"/>
    </inkml:brush>
  </inkml:definitions>
  <inkml:trace contextRef="#ctx0" brushRef="#br0">1 61,'0'0,"0"0,0 0,5-3,2-5,2-2,-3-2,0 2,-3 1,-1 4,-1 2</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47.825"/>
    </inkml:context>
    <inkml:brush xml:id="br0">
      <inkml:brushProperty name="width" value="0.1" units="cm"/>
      <inkml:brushProperty name="height" value="0.1" units="cm"/>
      <inkml:brushProperty name="ignorePressure" value="1"/>
    </inkml:brush>
  </inkml:definitions>
  <inkml:trace contextRef="#ctx0" brushRef="#br0">269 192,'-8'-12,"0"0,-1 0,0 1,-1 0,0 1,-1 0,0 1,-1 0,-28-20,-31-16,52 34,18 10,-1 0,0 0,1 0,-1 0,0 0,0 0,0 0,0 1,1-1,-1 1,0-1,0 1,0 0,0 0,0 0,0 0,-2 0,3 1,0 0,0 0,0-1,0 1,0 0,0 0,0 0,0 0,0 0,0 1,0-1,1 0,-1 0,1 0,-1 1,1-1,-1 0,1 1,0-1,-1 0,1 1,0-1,0 1,0-1,0 0,0 1,0 40,2 0,1 0,2 0,8 27,-5-26,-5-26,1 16,2-1,2 1,1-2,11 27,-19-56,-1-1,0 0,0 0,1 0,-1 0,1 0,-1-1,1 1,-1 0,1 0,0 0,-1 0,1 0,0-1,0 1,-1 0,1-1,0 1,0-1,0 1,0-1,0 1,0-1,0 1,0-1,0 0,0 0,0 1,0-1,0 0,0 0,0 0,0 0,1 0,-1-1,0 1,0 0,0 0,0-1,0 1,4-3,0 0,0-1,-1 1,1-1,-1 0,0 0,1-2,11-10,-8 10,0 0,1 0,-1 0,1 1,0 0,1 1,-1 0,-6 3,-1 0,1 0,-1 0,1 1,-1-1,1 1,-1-1,1 1,-1 0,1 0,0 1,-1-1,1 0,-1 1,1-1,-1 1,0 0,1 0,-1 0,0 0,1 0,-1 1,0-1,0 1,0-1,0 1,0 0,0 0,-1 0,2 1,2 6,0 0,0 1,0-1,-1 1,-1 0,0 0,0 0,-1 1,0-1,0 9,0 6,-2-1,0 1,-1-1,-2 4,1-17,1-1,-1 0,-1 0,1-1,-2 1,1 0,-2-1,1 0,-1 0,-2 2,5-8,-1 1,0-1,0 0,0 1,-1-1,1-1,-1 1,0-1,1 1,-1-1,0 0,0 0,-1-1,1 1,0-1,-1 0,1 0,0 0,-1-1,1 0,-1 1,1-2,-1 1,0 0,-7-2,1-1,0 0,0 0,0-1,0 0,1-1,0 0,0-1,0 0,0 0,1-1,0 0,-2-4,2 2</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48.254"/>
    </inkml:context>
    <inkml:brush xml:id="br0">
      <inkml:brushProperty name="width" value="0.1" units="cm"/>
      <inkml:brushProperty name="height" value="0.1" units="cm"/>
      <inkml:brushProperty name="ignorePressure" value="1"/>
    </inkml:brush>
  </inkml:definitions>
  <inkml:trace contextRef="#ctx0" brushRef="#br0">57 1,'-7'10,"1"1,0-1,0 1,1 1,1-1,0 1,0-1,1 1,1 0,-2 13,0 11,2 1,3 37,0-56,0 1,1-1,1 1,1-1,1 1,-3-13,-1-1,1 1,1-1,-1 0,1 0,0 0,0 0,0 0,1 0,-1-1,1 0,0 0,1 0,-1 0,1-1,-1 1,1-1,2 1,-4-3,1 0,-1 0,1 0,0 0,-1-1,1 1,0-1,0 0,-1 0,1-1,0 1,-1-1,1 1,0-1,1-1,3-1,0 0,0 0,-1-1,1 0,-1 0,2-2,1-2</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48.924"/>
    </inkml:context>
    <inkml:brush xml:id="br0">
      <inkml:brushProperty name="width" value="0.1" units="cm"/>
      <inkml:brushProperty name="height" value="0.1" units="cm"/>
      <inkml:brushProperty name="ignorePressure" value="1"/>
    </inkml:brush>
  </inkml:definitions>
  <inkml:trace contextRef="#ctx0" brushRef="#br0">1 1,'27'213,"3"14,-27-214,-1-15,-1-23,-1 16,0-48,4 0,1 0,4 0,6-21,-15 78,14-36,-14 35,0 0,0 1,1-1,-1 0,0 1,1-1,-1 0,0 1,1-1,-1 1,1-1,-1 0,1 1,-1-1,1 1,0 0,-1-1,1 1,-1-1,1 1,0 0,0-1,-1 1,1 0,0 0,-1 0,1 0,0-1,0 1,-1 0,1 0,0 0,0 0,-1 1,1-1,0 0,-1 0,1 0,0 1,0-1,-1 0,1 1,0-1,-1 0,1 1,0 0,2 2,1 1,-1 0,0-1,-1 1,1 1,-1-1,1 0,-1 1,1 3,14 48,-13-38,49 209,-45-200,-8-27,0 0,0 1,0-1,0 0,0 0,0 1,0-1,0 0,0 0,1 1,-1-1,0 0,0 0,0 0,0 1,0-1,1 0,-1 0,0 0,0 0,0 1,1-1,-1 0,0 0,0 0,0 0,1 0,-1 0,0 0,0 0,1 0,-1 1,0-1,0 0,1 0,-1 0,0 0,0 0,0 0,1-1,-1 1,6-10,2-20,-7 29,11-65,-7 32,2 0,1 1,2 0,11-27,-19 56,0 0,0 0,0 0,1 0,0 1,0-1,0 1,2-3,-4 6,0-1,0 0,0 0,0 0,1 1,-1-1,0 1,0-1,0 1,1-1,-1 1,0 0,0 0,1 0,-1-1,0 1,1 0,-1 1,0-1,1 0,-1 0,0 0,0 1,1-1,-1 1,0-1,0 1,0-1,1 1,-1 0,0 0,5 3,-1 1,0 0,0 1,0-1,0 1,-1 0,0 0,0 1,-1-1,0 1,0-1,0 3,8 20,-2 1,0 6,1 3,-3 1,-1 0,-1 5,-5-30</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49.785"/>
    </inkml:context>
    <inkml:brush xml:id="br0">
      <inkml:brushProperty name="width" value="0.1" units="cm"/>
      <inkml:brushProperty name="height" value="0.1" units="cm"/>
      <inkml:brushProperty name="ignorePressure" value="1"/>
    </inkml:brush>
  </inkml:definitions>
  <inkml:trace contextRef="#ctx0" brushRef="#br0">4 70,'-1'-2,"0"0,1 0,-1 0,1 0,0 0,0 0,-1-1,1 1,1 0,-1 0,0 0,1 0,-1 0,1-1,-1 1,1 0,0 0,0 0,0 1,0-1,0 0,0 0,1 0,-1 1,1-1,-1 1,1-1,1 0,1 0,-1 0,1 1,1-1,-1 1,0 0,0 0,0 0,1 0,-1 1,0 0,1 0,-1 0,0 0,1 1,5 0,1 1,-1 0,0 1,0 0,-1 0,1 1,-1 0,1 1,0 1,-7-5,-1 0,0 1,1-1,-1 1,0-1,0 1,0 0,-1 0,1 0,0 0,-1 0,1 0,-1 0,0 1,0-1,0 1,0-1,0 1,0-1,-1 1,1-1,-1 1,1 0,-1-1,0 1,0-1,-1 1,1 0,0-1,-1 1,0-1,1 1,-1-1,0 1,0-1,0 1,-2 1,-2 4,-1 1,0-1,-1 0,0 0,0-1,0 0,-4 2,-60 43,45-34,43-29,1 0,0 2,9-3,-20 8,1 1,0 0,0 1,0 0,0 0,0 0,0 1,0 1,0-1,1 1,-1 0,0 1,3 1,-9-2,1 1,-1 0,0-1,0 1,0 0,0 1,0-1,0 0,0 0,0 1,-1-1,1 1,0 0,-1-1,1 1,-1 0,0 0,0 0,0 0,0 0,0 0,1 2,-1 0,-1 0,1 0,-1 0,1-1,-1 1,0 0,0 0,-1 0,1 0,-1 0,0 0,-2 6,0 1,-1 0,0-1,-1 0,0 0,-1 0,0-1,-3 4,2-4,-1-1,0 0,0-1,-1 0,0 0,0-1,-1 0,0 0,0-1,0-1,0 0,-1 0,1-1,-1 0,0-1,-2 0,2-1</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50.771"/>
    </inkml:context>
    <inkml:brush xml:id="br0">
      <inkml:brushProperty name="width" value="0.1" units="cm"/>
      <inkml:brushProperty name="height" value="0.1" units="cm"/>
      <inkml:brushProperty name="ignorePressure" value="1"/>
    </inkml:brush>
  </inkml:definitions>
  <inkml:trace contextRef="#ctx0" brushRef="#br0">0 28,'1'1,"-1"-1,1 1,-1 0,1-1,-1 1,1-1,-1 1,1-1,-1 0,1 1,-1-1,1 1,0-1,-1 0,1 1,0-1,-1 0,1 0,0 0,-1 0,1 0,0 1,0-1,-1 0,1-1,0 1,-1 0,1 0,0 0,31-2,-24 1,54-5,0-4,11-4,-63 11</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51.118"/>
    </inkml:context>
    <inkml:brush xml:id="br0">
      <inkml:brushProperty name="width" value="0.1" units="cm"/>
      <inkml:brushProperty name="height" value="0.1" units="cm"/>
      <inkml:brushProperty name="ignorePressure" value="1"/>
    </inkml:brush>
  </inkml:definitions>
  <inkml:trace contextRef="#ctx0" brushRef="#br0">1 1,'0'0,"0"0,7 1,8 0,7 1,4 1,2-1,3 2,1 2,3 1,-6 0,-8-2,-6-1,-7-2</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51.659"/>
    </inkml:context>
    <inkml:brush xml:id="br0">
      <inkml:brushProperty name="width" value="0.1" units="cm"/>
      <inkml:brushProperty name="height" value="0.1" units="cm"/>
      <inkml:brushProperty name="ignorePressure" value="1"/>
    </inkml:brush>
  </inkml:definitions>
  <inkml:trace contextRef="#ctx0" brushRef="#br0">0 30,'0'-4,"1"-18,0 18,2 15,32 205,-9 11,28 174,-41-341,-11-56</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51.989"/>
    </inkml:context>
    <inkml:brush xml:id="br0">
      <inkml:brushProperty name="width" value="0.1" units="cm"/>
      <inkml:brushProperty name="height" value="0.1" units="cm"/>
      <inkml:brushProperty name="ignorePressure" value="1"/>
    </inkml:brush>
  </inkml:definitions>
  <inkml:trace contextRef="#ctx0" brushRef="#br0">0 0,'0'0,"0"0,0 0,0 0,0 0,0 0,0 0,4 1,2 0,-1 0,0 0,-2 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52.800"/>
    </inkml:context>
    <inkml:brush xml:id="br0">
      <inkml:brushProperty name="width" value="0.1" units="cm"/>
      <inkml:brushProperty name="height" value="0.1" units="cm"/>
      <inkml:brushProperty name="ignorePressure" value="1"/>
    </inkml:brush>
  </inkml:definitions>
  <inkml:trace contextRef="#ctx0" brushRef="#br0">356 97,'-11'-8,"0"0,-1 1,0 0,0 1,0 0,-1 1,0 0,-4 0,-30-7,-34-3,36 6,40 8,1 0,-1 0,0 1,1-1,-1 1,0 0,0 1,0-1,0 1,3-1,1 1,0 0,0-1,-1 1,1 0,0 0,0 0,0 0,0 0,0 0,0 0,0 0,0 0,0 0,1 0,-1 1,0-1,1 0,-1 1,1-1,-1 0,1 1,0-1,0 1,-1-1,1 1,0-1,0 0,1 1,-1-1,0 1,0-1,3 27,1 0,2 0,0-1,2 0,9 21,-2-3,-5-12,-5-13,1 0,1 0,1-1,1 0,9 15,-18-34,0 1,1 0,-1-1,1 1,-1-1,0 1,1-1,0 1,-1-1,1 1,-1-1,1 1,0-1,-1 1,1-1,0 0,-1 0,1 1,0-1,-1 0,1 0,0 0,0 0,-1 0,1 0,0 0,0 0,-1 0,1 0,0 0,0 0,-1 0,1-1,0 1,-1 0,1 0,0-1,-1 1,1-1,4-2,-1 0,-1-1,1 0,0 0,2-4,10-9,-11 13,0 1,0 0,1 0,-1 0,1 1,-1 0,1 0,0 0,0 1,0-1,0 2,0-1,0 0,0 1,0 0,0 1,0 0,0-1,-1 2,1-1,0 1,0 0,-1 0,1 0,-1 1,1 0,-1 0,0 0,3 3,0 0,0 0,0 1,-1 0,0 0,0 0,-1 1,0 0,0 1,-1-1,0 1,-1 0,0 0,0 0,-1 1,2 6,-3-3,0-1,-1 1,0 0,-1 0,-1 0,0 0,0 0,-2-1,1 1,-2-1,1 1,-2-1,-3 8,5-14,1-1,-1-1,0 1,0 0,0 0,-1-1,0 0,0 0,0 0,0 0,0-1,-1 1,0-1,0 0,0-1,0 1,0-1,0 0,0 0,-1-1,1 1,-1-1,0 0,1-1,-1 1,1-1,-1 0,0-1,1 0,-1 1,-4-3,4 2,0-1,0 1,0-1,0-1,0 1,1-1,0 0,-3-2,2 0</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53.144"/>
    </inkml:context>
    <inkml:brush xml:id="br0">
      <inkml:brushProperty name="width" value="0.1" units="cm"/>
      <inkml:brushProperty name="height" value="0.1" units="cm"/>
      <inkml:brushProperty name="ignorePressure" value="1"/>
    </inkml:brush>
  </inkml:definitions>
  <inkml:trace contextRef="#ctx0" brushRef="#br0">1 1,'0'0,"5"1,7 2,8 4,8 6,4 7,4 5,1 6,2 3,1 3,0 2,-3 0,-2-2,-8-7,-8-8,-8-9,-5-6</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53.505"/>
    </inkml:context>
    <inkml:brush xml:id="br0">
      <inkml:brushProperty name="width" value="0.1" units="cm"/>
      <inkml:brushProperty name="height" value="0.1" units="cm"/>
      <inkml:brushProperty name="ignorePressure" value="1"/>
    </inkml:brush>
  </inkml:definitions>
  <inkml:trace contextRef="#ctx0" brushRef="#br0">317 1,'0'0,"0"0,-5 9,-5 10,-10 11,-9 7,-6 6,-5 4,-1 4,3-1,2-2,9-10,8-11,8-10,5-8</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53.848"/>
    </inkml:context>
    <inkml:brush xml:id="br0">
      <inkml:brushProperty name="width" value="0.1" units="cm"/>
      <inkml:brushProperty name="height" value="0.1" units="cm"/>
      <inkml:brushProperty name="ignorePressure" value="1"/>
    </inkml:brush>
  </inkml:definitions>
  <inkml:trace contextRef="#ctx0" brushRef="#br0">1 1,'0'0,"0"0,3 7,3 10,4 11,1 13,0 13,1 12,-2 9,-2 6,-1-1,-2-4,-2-9,0-12,-2-16,0-14,-1-11,0-8</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54.196"/>
    </inkml:context>
    <inkml:brush xml:id="br0">
      <inkml:brushProperty name="width" value="0.1" units="cm"/>
      <inkml:brushProperty name="height" value="0.1" units="cm"/>
      <inkml:brushProperty name="ignorePressure" value="1"/>
    </inkml:brush>
  </inkml:definitions>
  <inkml:trace contextRef="#ctx0" brushRef="#br0">84 134,'-2'35,"2"0,1 0,2 0,2 0,1-1,9 29,-5-22,2 0,6 9,-14-39,1 1,0-1,1-1,0 1,1-1,0 0,1 0,0-1,0 0,2 1,-9-9,1 0,-1 1,1-1,-1 0,1 0,-1 0,1 0,0-1,0 1,-1 0,1-1,0 1,0-1,0 1,0-1,0 0,-1 0,1 0,0 0,0 0,0 0,0-1,1 1,-1-2,1 1,-1 0,0-1,1 1,-1-1,0 0,0 0,0 0,0 0,0 0,-1 0,1 0,-1-1,2-1,3-8,-1-1,0 1,0-1,-2 0,1-1,-1 0,1-14,0-1,-2 0,-1 0,-1 0,-1 1,-2-1,-1 0,-1 1,-1 0,-2 0,-1 0,-1 1,-1 0,-8-12,14 31,0 0,0 0,-1 1,1-1,-1 1,-1 1,0-1,0 1,0 0,0 1,-1-1,0 2,0-1,-2 1,4 1,-1 1,1 0,-1 1,0-1,1 2,-1-1,0 0,0 1,0 1,0-1,0 1,0 0,1 1,-1-1,0 1,1 1,0-1,-1 1,0 1,-11 7,6-2</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54.704"/>
    </inkml:context>
    <inkml:brush xml:id="br0">
      <inkml:brushProperty name="width" value="0.1" units="cm"/>
      <inkml:brushProperty name="height" value="0.1" units="cm"/>
      <inkml:brushProperty name="ignorePressure" value="1"/>
    </inkml:brush>
  </inkml:definitions>
  <inkml:trace contextRef="#ctx0" brushRef="#br0">0 26,'45'-10,"10"-3,-51 12,1 0,0 1,-1 0,1 0,0 0,-1 1,1-1,0 1,3 1,-7-1,0-1,0 0,0 1,-1-1,1 0,0 1,0-1,0 1,-1-1,1 1,0 0,-1-1,1 1,-1 0,1-1,-1 1,1 0,-1 0,1-1,-1 1,0 0,1 0,-1 0,0 0,0 0,1 0,-1 1,0 0,0 1,-1-1,1 0,0 0,-1 1,1-1,-1 0,0 0,0 0,0 0,-4 8,-1 0,0-1,0 1,-2 0,7-8,-42 45,31-35,1 0,0 1,1 0,-1 3,10-15,1-1,0 1,0-1,-1 1,1 0,0-1,0 1,0-1,-1 1,1 0,0-1,0 1,0 0,0-1,0 1,0 0,1-1,-1 1,0 0,0-1,0 1,1 0,-1-1,0 1,1-1,-1 1,0-1,1 1,-1-1,1 1,-1-1,0 1,1-1,0 1,-1-1,1 0,-1 1,1-1,-1 0,1 1,0-1,-1 0,1 0,0 0,-1 0,1 1,0-1,0 0,40 6,-32-6,8 2,-5-1,1 0,-1 1,0 0,0 1,0 0,0 1,-1 0,9 5,-18-8,-1 0,0 0,1-1,-1 1,0 0,1 1,-1-1,0 0,0 0,0 0,0 1,0-1,-1 0,1 1,0-1,0 1,-1-1,1 1,-1-1,0 1,1-1,-1 1,0 0,0-1,0 2,-1 0,1-1,-1 1,0 0,0-1,0 1,0-1,0 1,0-1,-1 0,1 1,-1-1,-1 1,-7 8,0-1,-1-1,0 1,-13 6,21-13,-10 6,4-3</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55.642"/>
    </inkml:context>
    <inkml:brush xml:id="br0">
      <inkml:brushProperty name="width" value="0.1" units="cm"/>
      <inkml:brushProperty name="height" value="0.1" units="cm"/>
      <inkml:brushProperty name="ignorePressure" value="1"/>
    </inkml:brush>
  </inkml:definitions>
  <inkml:trace contextRef="#ctx0" brushRef="#br0">0 1,'1'1,"-1"0,0 0,1 0,-1 1,1-1,-1 0,1 0,0 0,-1 0,1 0,0 0,0 0,-1 0,1 0,0-1,0 1,0 0,0 0,1-1,22 4,-13-4,-1 0,42 3,1-2,-1-3,7-2,-50 3</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56.025"/>
    </inkml:context>
    <inkml:brush xml:id="br0">
      <inkml:brushProperty name="width" value="0.1" units="cm"/>
      <inkml:brushProperty name="height" value="0.1" units="cm"/>
      <inkml:brushProperty name="ignorePressure" value="1"/>
    </inkml:brush>
  </inkml:definitions>
  <inkml:trace contextRef="#ctx0" brushRef="#br0">1 18,'0'0,"0"0,0 0,8 0,8 0,7-2,7-1,3 1,2-1,-5 0,-8 1,-7 0,-7 1</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57.203"/>
    </inkml:context>
    <inkml:brush xml:id="br0">
      <inkml:brushProperty name="width" value="0.1" units="cm"/>
      <inkml:brushProperty name="height" value="0.1" units="cm"/>
      <inkml:brushProperty name="ignorePressure" value="1"/>
    </inkml:brush>
  </inkml:definitions>
  <inkml:trace contextRef="#ctx0" brushRef="#br0">11 1,'-2'6,"0"0,0-1,1 1,-1 1,1-1,1 0,-1 0,1 0,1 5,8 58,-6-49,47 258,13 89,-54-317,-9-50,0-1,0 1,0 0,0 0,0 0,0 0,0 0,0 0,0 0,0 0,0 0,0 0,0 0,0 0,0 0,0-1,0 1,0 0,1 0,-1 0,0 0,0 0,0 0,0 0,0 0,0 0,0 0,0 0,0 0,0 0,0 0,0 0,0 0,0 0,0 0,1 0,-1 0,0 0,0 0,0 0,0 0,0 0,0 0,0 0,0 0,0 0,0 0,0 0,0 0,0 0,1 0,-1 0,0 0,0 0,0 0,0 0,0 0,0 0,0 0,0 0,0 0,0 0,0 1,4-13,1-14,-4 17</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57.919"/>
    </inkml:context>
    <inkml:brush xml:id="br0">
      <inkml:brushProperty name="width" value="0.1" units="cm"/>
      <inkml:brushProperty name="height" value="0.1" units="cm"/>
      <inkml:brushProperty name="ignorePressure" value="1"/>
    </inkml:brush>
  </inkml:definitions>
  <inkml:trace contextRef="#ctx0" brushRef="#br0">302 105,'1'-4,"-1"-1,0 1,-1 0,1 0,0 0,-1 0,0-1,0 1,-1 0,1 0,-1 1,1-1,-1 0,0 1,-1-1,1 1,-1-1,1 1,-1 0,0 0,-1 0,0 0,0 1,0-1,-1 1,1 0,-1 0,1 1,-1-1,1 1,-1 0,0 0,1 0,-1 1,0 0,0 0,0 0,-1 1,-2-1,0 1,0 1,0-1,0 1,0 1,0 0,0 0,1 0,-1 1,1 0,0 0,1 1,-1 0,1 0,0 1,0-1,0 1,1 1,0-1,-2 4,0 1,2-1,0 1,0 0,1 0,0 0,1 0,0 1,1-1,0 1,1 0,0 0,1 0,0-1,1 1,1 9,1-1,0 0,6 15,-8-28,1 0,1 0,0-1,0 1,0-1,0 0,1 0,0 0,1 0,-1-1,1 1,3 1,-5-5,0 0,0 0,0 0,1-1,-1 1,0-1,1 0,-1 0,1 0,0 0,-1-1,1 1,0-1,-1 0,1 0,0-1,-1 1,1-1,0 0,12-2,-1-2,1 0,13-7,19-6,-42 17,-1 0,0 0,0 0,0 1,0-1,1 1,-1 0,0 1,0 0,0-1,0 2,0-1,0 0,0 1,0 0,3 2,-1 0,1 1,-1 0,-1 1,1 0,-1 0,0 0,0 1,-1-1,4 6,4 8,-1 0,0 1,-2 1,0-1,-2 2,0-1,-1 1,-1 1,-4-12,1 0,-1 0,-1 0,0 1,-1-1,0 0,-1 1,-1-1,1 0,-2 0,0 0,0 0,-1 0,-1-1,0 1,-2 2,3-9,0 1,0-1,0 0,-1 0,0-1,0 1,0-1,0 0,-1-1,0 1,0-1,1 0,-2 0,1-1,0 0,-1 0,1 0,-1-1,1 0,-1 0,1-1,-1 0,0 0,1 0,-1-1,0 0,1-1,-1 1,1-1,0 0,-1-1,1 1,0-1,0 0,-5-5,1 1</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58.422"/>
    </inkml:context>
    <inkml:brush xml:id="br0">
      <inkml:brushProperty name="width" value="0.1" units="cm"/>
      <inkml:brushProperty name="height" value="0.1" units="cm"/>
      <inkml:brushProperty name="ignorePressure" value="1"/>
    </inkml:brush>
  </inkml:definitions>
  <inkml:trace contextRef="#ctx0" brushRef="#br0">5 30,'7'34,"-2"0,-1 1,-2 1,5 41,5 8,10 34,-16-94,1 1,2-1,0 0,1-1,2 0,11 16,-21-36,1 0,0 0,0 0,0 0,1-1,-1 1,1-1,0 0,0 0,0-1,0 1,0-1,1 0,-3-1,0 0,0-1,0 1,0-1,0 0,1 0,-1 0,0 0,0 0,0 0,0 0,1-1,-1 1,0-1,0 0,0 1,0-1,0 0,0 0,0 0,0-1,-1 1,1 0,0-1,-1 1,1-1,-1 0,1 1,-1-2,6-6,0-1,-2 0,1 0,-1 0,0-1,-1 0,-1 0,1 0,0-9,3-19,-2 0,-1-9,-1 4,-2 0,-2 1,-3-12,2 35,-1 1,-1 0,0 0,-2 0,0 0,-1 1,-1 0,-4-7,9 20,0 1,0-1,-1 1,1-1,-1 1,0 0,0 0,0 1,-1-1,1 1,-1 0,0 0,0 1,0-1,-1 1,1 1,1-1,0 1,0 1,-1-1,1 1,0 0,-1 0,1 0,0 0,-1 1,1 0,0 0,0 0,-1 0,1 1,0-1,0 1,1 0,-4 2,-3 3,1 1,0 0,0 1,0 0,1 0,1 1,-1 0,1 0,1 1,0 0,1 0,-2 5,1 3</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4:59:58.874"/>
    </inkml:context>
    <inkml:brush xml:id="br0">
      <inkml:brushProperty name="width" value="0.1" units="cm"/>
      <inkml:brushProperty name="height" value="0.1" units="cm"/>
      <inkml:brushProperty name="ignorePressure" value="1"/>
    </inkml:brush>
  </inkml:definitions>
  <inkml:trace contextRef="#ctx0" brushRef="#br0">1 112,'14'52,"-1"1,-4 1,4 46,3 20,-12-89,16 72,-17-91,0 0,1-1,1 1,0-1,0 0,1 0,1 0,-6-9,0 0,0-1,0 1,1 0,-1-1,0 1,1-1,-1 0,0 1,1-1,0 0,-1 0,1 0,0 0,-1 0,1-1,0 1,0 0,0-1,0 1,0-1,0 0,0 0,0 0,0 0,-1 0,1 0,0 0,0 0,0-1,0 1,0-1,0 0,0 1,2-3,1 0,-1 0,0 0,0 0,0 0,-1-1,1 0,-1 0,0 0,0 0,0 0,2-5,4-10,-1 1,0-2,-1 1,-2-1,0 0,-1-1,-1 1,-1-1,0 1,-2-11,-1-4,-1-1,-2 1,-2 0,-1 0,-9-24,8 30,-3 0,0 1,-5-6,12 26,0 0,-1 0,0 0,0 1,-1 0,0 0,0 0,-1 1,0 0,0 0,0 0,-5-1,9 5,1 1,-1-1,1 1,-1 0,0 0,0 0,0 0,0 1,0-1,0 1,0-1,1 1,-1 0,0 1,0-1,0 0,0 1,0-1,0 1,-2 1,-4 4</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00.625"/>
    </inkml:context>
    <inkml:brush xml:id="br0">
      <inkml:brushProperty name="width" value="0.1" units="cm"/>
      <inkml:brushProperty name="height" value="0.1" units="cm"/>
      <inkml:brushProperty name="ignorePressure" value="1"/>
    </inkml:brush>
  </inkml:definitions>
  <inkml:trace contextRef="#ctx0" brushRef="#br0">0 1,'4'5,"-2"1,1 0,-1 0,0-1,0 1,0 1,-1-1,0 0,0 0,-1 0,0 6,3 14,49 346,-48-556,-2 158,0 0,2 0,1 0,0 0,2 1,8-17,-15 40,1 0,-1 1,1-1,0 0,0 1,0-1,0 1,0-1,0 1,0-1,1 1,-1 0,0 0,1 0,-1-1,1 1,-1 1,2-2,-2 2,0 0,0 0,0 0,0 0,0 0,-1 1,1-1,0 0,0 0,0 1,0-1,-1 1,1-1,0 0,0 1,-1 0,1-1,0 1,-1-1,1 1,0 0,-1-1,1 1,-1 0,1 0,3 7,0 0,0 0,0 1,-1-1,-1 1,2 4,5 31,2 30,-6-29,9 25,-12-68,1-9,1-14,2-18,12-66,-15 90,1 1,1 0,0 0,1 0,7-12,-13 25,1 0,-1-1,1 1,0 0,-1 0,1 0,0 0,0 0,0 0,0 0,0 0,0 0,0 0,0 0,1 1,-1-1,0 0,0 1,1-1,-1 1,0-1,1 1,-1 0,1 0,-1 0,0 0,1 1,-1-1,0 1,1-1,-1 1,0 0,0 0,1 0,-1-1,0 1,0 0,0 0,0 0,0 1,0-1,-1 0,2 1,3 8,1 0,-2 0,1 1,-1 0,0 2,10 40,-1 1,4 51,-16-96</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01.250"/>
    </inkml:context>
    <inkml:brush xml:id="br0">
      <inkml:brushProperty name="width" value="0.1" units="cm"/>
      <inkml:brushProperty name="height" value="0.1" units="cm"/>
      <inkml:brushProperty name="ignorePressure" value="1"/>
    </inkml:brush>
  </inkml:definitions>
  <inkml:trace contextRef="#ctx0" brushRef="#br0">0 1,'0'60,"3"-1,4 12,1 28,-2-14,4-146,-5 12,2 1,2 0,15-46,-22 89,0 0,0 0,0 0,0 1,1-1,0 1,0 0,0 0,1-1,-3 4,0 0,0 1,-1-1,1 0,0 1,0-1,0 1,0-1,0 1,0 0,0-1,0 1,0 0,0 0,0 0,0 0,0-1,0 1,0 1,1-1,-1 0,1 1,-1 0,1-1,-1 1,1 0,-1-1,1 1,-1 0,0 0,0 0,0 1,1-1,-1 0,0 0,0 1,8 13,0-1,0 1,-2 1,0 0,-1 0,0 0,1 10,0-1,2 0,8 16,-17-40,1 0,-1 0,0 0,1 0,-1 0,1-1,-1 1,1 0,0 0,-1 0,1-1,0 1,-1 0,1-1,0 1,0-1,0 1,-1-1,1 1,0-1,0 1,0-1,1 1,-1-2,-1 1,1 0,0-1,0 1,-1 0,1-1,0 1,0-1,-1 1,1-1,-1 1,1-1,0 0,-1 1,1-1,-1 0,1 1,-1-1,0 0,1 0,-1 0,4-8,0-1,0 0,-2 0,1-3,-1 7,6-28,-6 22,0 0,1-1,1 1,0 0,1 1,0-1,4-4,-9 15,0 1,1-1,-1 0,0 1,1-1,-1 1,1-1,-1 1,1-1,-1 1,1 0,-1-1,1 1,-1-1,1 1,0 0,-1 0,1-1,-1 1,1 0,0 0,-1 0,1 0,0 0,-1-1,1 1,0 0,0 1,0-1,0 1,0-1,0 1,0-1,0 1,0 0,-1 0,1 0,0-1,0 1,0 0,-1 0,1 0,-1 0,1 1,3 5,-1 0,0 0,0 1,0 4,6 32,-2 1,-2-1,-2 1,-2 0,-4 37,2-69</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02.185"/>
    </inkml:context>
    <inkml:brush xml:id="br0">
      <inkml:brushProperty name="width" value="0.1" units="cm"/>
      <inkml:brushProperty name="height" value="0.1" units="cm"/>
      <inkml:brushProperty name="ignorePressure" value="1"/>
    </inkml:brush>
  </inkml:definitions>
  <inkml:trace contextRef="#ctx0" brushRef="#br0">35 155,'2'-13,"1"1,1-1,0 1,0 0,7-11,-8 17,0 1,0-1,1 0,0 1,0 0,1 0,-1 0,1 1,0-1,0 1,0 0,3-1,-7 5,0-1,1 0,-1 1,0-1,0 1,1-1,-1 1,1 0,-1 0,0-1,1 1,-1 0,0 0,1 0,-1 0,1 1,-1-1,0 0,1 1,-1-1,0 1,1-1,-1 1,0-1,0 1,0 0,1 0,-1 0,0-1,0 1,0 0,0 0,0 0,-1 1,1-1,0 0,0 0,-1 0,1 1,-1-1,1 0,-1 1,1-1,-1 1,2 4,0 0,-1 0,0 0,0 0,0 0,-1 0,0 0,0 0,-1 6,-1-3,-1 1,0-1,-1 0,0 0,-1 0,1 0,-2-1,1 0,-1 0,0 0,-1 0,-6 6,-1 0,-1-1,0 0,0-1,-3 0,16-11,1 0,0 0,0 0,0 0,-1 0,1 0,0-1,0 1,-1 0,1-1,0 1,-1-1,1 1,-1-1,1 0,-1 0,1 0,-1 0,1 0,-1 0,0 0,6-2,-1 0,1 0,0 0,0 0,-1-1,3-1,-6 3,11-7,1 1,-1 0,1 1,1 0,-1 1,1 0,-1 1,1 1,14-3,-18 5,0 0,0 0,0 1,1 0,-1 0,0 1,0 1,0-1,0 1,0 1,0 0,0 0,-1 1,8 3,-14-6,0 1,1-1,-1 0,0 1,0-1,0 1,0 0,0 0,0 0,-1 0,1 0,0 0,-1 0,0 0,1 1,-1-1,0 0,0 1,-1-1,1 1,0-1,-1 1,0-1,1 1,-1 0,0-1,0 1,0-1,-1 1,1 0,-1-1,1 1,-1-1,0 1,0-1,0 0,0 1,-1-1,0 1,-4 7,-1 0,0-1,-1 0,0 0,-1-1,0 0,0 0,-2 0,-15 10,-1-1,0-1,-1-1,-29 10,45-20</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37.951"/>
    </inkml:context>
    <inkml:brush xml:id="br0">
      <inkml:brushProperty name="width" value="0.1" units="cm"/>
      <inkml:brushProperty name="height" value="0.1" units="cm"/>
      <inkml:brushProperty name="ignorePressure" value="1"/>
    </inkml:brush>
  </inkml:definitions>
  <inkml:trace contextRef="#ctx0" brushRef="#br0">1 56,'0'4,"1"-1,-1 1,1-1,0 1,0-1,1 0,-1 1,1-1,-1 0,3 3,4 12,8 28,-2 2,-3-1,-1 2,-3-1,-1 1,-3 20,-3-63,-2-6,-2-15,-5-26,3 0,2 0,2 1,1-1,2 0,2 0,2 0,2 1,4-13,1 24,-12 29,0-1,0 1,1 0,-1-1,0 1,1-1,-1 1,0 0,1-1,-1 1,0 0,1-1,-1 1,1 0,-1 0,0-1,1 1,-1 0,1 0,-1 0,1 0,-1 0,1 0,-1 0,1-1,-1 1,1 1,-1-1,1 0,-1 0,1 0,-1 0,0 0,1 0,-1 0,1 1,-1-1,1 0,-1 0,1 1,-1-1,0 0,1 0,-1 1,0-1,1 1,-1-1,0 0,0 1,1-1,-1 1,0-1,0 0,1 1,-1-1,0 1,0 0,8 15,-1 1,-1 0,0 0,-1 1,-1-1,-1 1,1 8,4 18,1 2,6 28,7 12,-22-84,0-1,0 0,1 0,-1 0,0 0,1 0,-1 0,1 0,0 0,-1 0,1 0,0 0,-1 0,1 0,0 0,0-1,-1 0,0 0,1 0,-1 0,0 0,1 0,-1-1,0 1,1 0,-1 0,0 0,0-1,1 1,-1 0,0 0,0-1,1 1,-1 0,0 0,0-1,0 1,0 0,1-1,-1 1,0 0,0-1,0 1,0 0,0-1,0 1,0 0,8-45,-6 35,5-39,1-5,2 0,2 0,15-35,-25 83,0 1,1-1,0 0,0 1,0-1,1 1,0 0,0 0,3-3,-6 7,0 1,1-1,-1 0,0 0,0 0,1 1,-1-1,0 0,1 1,-1-1,1 1,-1 0,1-1,-1 1,1 0,-1 0,2 0,-1 1,0-1,0 1,0-1,0 1,0 0,0 0,-1 0,1 0,0 0,0 0,-1 1,1-1,-1 1,1-1,-1 1,1 0,6 9,-1-1,0 1,-1 0,-1 1,1 0,-2 0,1 0,0 6,4 21,-1 0,-1 5,-1 1,-2-1,-2 1,-3 0,-3 27,3-62</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38.556"/>
    </inkml:context>
    <inkml:brush xml:id="br0">
      <inkml:brushProperty name="width" value="0.1" units="cm"/>
      <inkml:brushProperty name="height" value="0.1" units="cm"/>
      <inkml:brushProperty name="ignorePressure" value="1"/>
    </inkml:brush>
  </inkml:definitions>
  <inkml:trace contextRef="#ctx0" brushRef="#br0">0 109,'18'-6,"0"1,0 1,0 1,1 0,-1 2,1 0,-1 0,7 2,30-1,-17-2,68-3,0-5,-74 6,0-1,-1-2,0-1,-1-2,17-8,-19 3,-26 13</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39.007"/>
    </inkml:context>
    <inkml:brush xml:id="br0">
      <inkml:brushProperty name="width" value="0.1" units="cm"/>
      <inkml:brushProperty name="height" value="0.1" units="cm"/>
      <inkml:brushProperty name="ignorePressure" value="1"/>
    </inkml:brush>
  </inkml:definitions>
  <inkml:trace contextRef="#ctx0" brushRef="#br0">1 24,'34'-9,"-23"5,0 1,1 0,-1 1,7 0,-14 2,0 0,0 0,0 0,-1 1,1-1,0 1,0 0,-1 0,1 1,-1-1,1 1,-1-1,1 1,-1 0,3 3,1 0,0 1,0 0,-1 1,0-1,0 1,-1 0,0 1,0 0,0-1,-1 1,0 1,-1-1,2 6,-3-7,-1-1,0 1,0 0,-1 0,1 0,-2-1,1 1,-1 0,0 0,0-1,-1 1,1-1,-2 1,1-1,-1 1,0-1,0 0,-1 0,-15 21,12-20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39.834"/>
    </inkml:context>
    <inkml:brush xml:id="br0">
      <inkml:brushProperty name="width" value="0.1" units="cm"/>
      <inkml:brushProperty name="height" value="0.1" units="cm"/>
      <inkml:brushProperty name="ignorePressure" value="1"/>
    </inkml:brush>
  </inkml:definitions>
  <inkml:trace contextRef="#ctx0" brushRef="#br0">0 86,'3'-5,"0"1,0-1,0 1,0 0,1 0,0 0,0 0,0 1,0 0,0 0,1 0,-1 0,1 0,1 0,8-3,-1 0,1 1,1 1,6-2,-16 5,0 0,0 0,-1 1,1-1,0 1,0 0,-1 1,1-1,0 1,1 0,-4 0,-1-1,0 1,1-1,-1 1,0 0,0-1,0 1,0 0,1 0,-1 0,0 0,-1 0,1 0,0 0,0 0,0 0,-1 0,1 1,0-1,-1 0,1 0,-1 1,1-1,-1 1,0-1,0 0,0 1,0-1,0 0,0 1,0-1,0 1,0-1,0 0,-1 1,1-1,-1 1,-1 5,-1 1,0-1,0 1,-1-1,0 0,0 0,-1-1,1 1,-1-1,-2 1,-23 34,29-40,1 0,-1 0,1 0,0 0,0 1,-1-1,1 0,0 0,0 0,0 0,0 1,0-1,0 0,1 0,-1 0,0 0,1 1,-1-1,1 0,-1 0,1 0,-1 0,1 0,0 0,-1 0,1 0,0 0,0-1,0 1,0 0,36 28,-16-13,-20-15,1 0,-1 0,0 0,0 0,0 1,1-1,-1 0,-1 1,1-1,0 1,0-1,0 1,-1-1,1 1,-1-1,1 1,-1 0,0-1,0 1,1-1,-1 1,0 0,0-1,-1 1,1 0,0-1,-1 1,1 1,-2-1,1 0,-1 0,0 0,1 0,-1-1,0 1,0 0,0-1,0 1,0-1,0 0,-1 0,1 0,0 0,-1 0,1 0,-1-1,1 1,-1-1,-28 5,0-1,0-2,-22-1,44-1</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40.903"/>
    </inkml:context>
    <inkml:brush xml:id="br0">
      <inkml:brushProperty name="width" value="0.1" units="cm"/>
      <inkml:brushProperty name="height" value="0.1" units="cm"/>
      <inkml:brushProperty name="ignorePressure" value="1"/>
    </inkml:brush>
  </inkml:definitions>
  <inkml:trace contextRef="#ctx0" brushRef="#br0">268 245,'2'1,"0"-1,0 0,0 0,0 0,0-1,0 1,0 0,0-1,0 1,0-1,0 0,0 0,0 0,0 0,0 0,0 0,-1 0,1 0,-1-1,1 1,-1-1,1 1,-1-1,0 0,0 0,1 1,-1-1,0-2,3-1,-1-1,-1 0,1 0,-1 0,0-1,0 1,0-1,0-4,-2 4,0 1,-1-1,1 0,-1 1,0-1,-1 1,0-1,0 1,0-1,-1 1,0 0,0 0,0 0,-1 1,0-1,0 1,0 0,-1 0,-4-4,5 6,0 0,0 0,0 0,0 0,0 1,0-1,-1 1,1 1,-1-1,0 0,1 1,-1 0,0 0,0 1,0-1,0 1,1 0,-1 0,0 1,0-1,0 1,0 0,1 1,-1-1,0 1,1 0,-2 1,-3 1,1 1,0 1,0 0,1 0,0 0,0 1,0 0,1 0,-5 8,2-2,1 0,1 1,0 0,1 1,-5 13,3 3,0 0,3 1,0 0,2 0,1 23,2-26,1-1,1 1,1-1,2 0,1 0,9 24,-11-39,1 0,1 0,0-1,0 0,1 0,1 0,0-1,1 0,0-1,0 0,1 0,0-1,1 0,0-1,3 1,-7-5,0-1,-1 0,1 0,0-1,1 0,-1 0,0-1,1 0,-1 0,0-1,1 0,-1 0,1-1,-1 0,0 0,1 0,-1-1,0 0,0-1,0 0,0 0,-1 0,1-1,-1 0,0 0,0 0,0-1,-1 0,5-5,-2 1</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41.722"/>
    </inkml:context>
    <inkml:brush xml:id="br0">
      <inkml:brushProperty name="width" value="0.1" units="cm"/>
      <inkml:brushProperty name="height" value="0.1" units="cm"/>
      <inkml:brushProperty name="ignorePressure" value="1"/>
    </inkml:brush>
  </inkml:definitions>
  <inkml:trace contextRef="#ctx0" brushRef="#br0">0 40,'5'84,"11"166,-7-164,19 74,-23-144,-2-20,-2-28,-1-56,4 0,6-17,-2 50,2 0,2 1,3 0,3-1,-18 54,16-33,-16 34,0-1,0 1,1-1,-1 1,0-1,0 1,1-1,-1 1,1-1,-1 1,0-1,1 1,-1-1,1 1,-1 0,1-1,-1 1,1 0,-1-1,1 1,-1 0,1 0,0-1,-1 1,1 0,-1 0,1 0,0 0,-1 0,1 0,-1 0,1 0,0 0,-1 0,1 0,-1 0,1 1,0-1,-1 0,1 0,-1 1,1-1,-1 0,1 1,-1-1,1 0,-1 1,1-1,-1 1,0-1,1 1,-1-1,6 10,-2-1,1 1,-1 0,-1 0,0 0,0 0,-1 1,0-1,0 10,2 3,23 185,-5-36,-18-148,1-18,-1-14,2-16,-6 24,14-78,-4 14,3 0,2 1,22-53,-34 108,1 0,0 0,0 1,0-1,5-4,-8 11,-1 0,1 0,-1 0,1 1,0-1,0 0,-1 0,1 0,0 1,0-1,0 0,0 1,0-1,0 1,0-1,0 1,0 0,0-1,0 1,0 0,1 0,-1-1,0 1,0 0,0 0,0 0,0 1,0-1,0 0,1 0,-1 1,0-1,0 0,0 1,0-1,0 1,0-1,0 1,0 0,-1-1,1 1,0 0,0 0,0 0,-1 0,1 0,5 6,-1 1,-1 0,0-1,0 2,0-1,-1 0,0 1,-1-1,2 9,2 21,2 26,-6-47,5 61,-3 0,-3 0,-4 0,-10 60,6-105,5-28</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42.422"/>
    </inkml:context>
    <inkml:brush xml:id="br0">
      <inkml:brushProperty name="width" value="0.1" units="cm"/>
      <inkml:brushProperty name="height" value="0.1" units="cm"/>
      <inkml:brushProperty name="ignorePressure" value="1"/>
    </inkml:brush>
  </inkml:definitions>
  <inkml:trace contextRef="#ctx0" brushRef="#br0">37 0,'3'1,"-1"0,1-1,0 1,-1 0,1 0,-1 0,1 1,-1-1,0 1,1-1,-1 1,0 0,0 0,0 0,0 0,-1 0,1 0,0 1,-1-1,2 2,-3-1,1 0,-1 0,0 0,0 0,0 0,0 0,0 0,-1 0,1 0,-1 0,0 0,0 0,0 0,0 0,0-1,-1 1,1 0,-1-1,0 1,-24 33,21-30,0 1,0-1,0 1,1 0,0 0,0 1,1-1,0 1,0 0,0 3,2-9,1 1,0-1,0 0,0 0,0 1,1-1,-1 0,1 0,-1 0,1 1,0-1,0 0,0 0,0 0,0 0,0 0,1 0,1 1,0 1,1-1,-1 1,1-1,-1-1,1 1,0 0,2 0,10 5,-1-2,2 1,-1-2,4 1,-15-5,47 11,-38-10,0 1,1 1,-1 0,-1 1,1 0,-1 1,1 1,-13-7,0 1,-1-1,1 0,-1 1,1-1,-1 0,1 1,-1-1,0 0,1 1,-1-1,1 1,-1-1,0 1,1-1,-1 1,0-1,0 1,1-1,-1 1,0-1,0 1,0-1,0 1,1 0,-1-1,0 1,0-1,0 1,0 0,-1-1,1 1,0-1,0 1,0-1,0 1,-1 0,1-1,0 1,0-1,-1 1,1-1,0 1,-1-1,1 1,-1-1,1 0,0 1,-1-1,1 0,-1 1,1-1,-1 0,0 1,1-1,-35 17,34-17,-52 18,-1-3,0-2,-22 0,67-11</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48.204"/>
    </inkml:context>
    <inkml:brush xml:id="br0">
      <inkml:brushProperty name="width" value="0.1" units="cm"/>
      <inkml:brushProperty name="height" value="0.1" units="cm"/>
      <inkml:brushProperty name="ignorePressure" value="1"/>
    </inkml:brush>
  </inkml:definitions>
  <inkml:trace contextRef="#ctx0" brushRef="#br0">0 0,'9'6,"0"0,0 0,0 1,-1 0,-1 0,1 1,0 2,46 61,-35-43,20 25,52 76,-76-105,-2 0,-1 0,0 1,4 18,-15-40,0-2,-1 0,1 0,-1 0,1 1,-1-1,0 0,0 0,1 0,-1 1,0-1,0 0,0 0,-1 1,1-1,-1-1</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48.702"/>
    </inkml:context>
    <inkml:brush xml:id="br0">
      <inkml:brushProperty name="width" value="0.1" units="cm"/>
      <inkml:brushProperty name="height" value="0.1" units="cm"/>
      <inkml:brushProperty name="ignorePressure" value="1"/>
    </inkml:brush>
  </inkml:definitions>
  <inkml:trace contextRef="#ctx0" brushRef="#br0">315 1,'-23'27,"0"0,2 2,-5 12,0-3,-24 41,-5 20,-10 15,63-111,-9 15,11-18,0 1,-1-1,1 1,0 0,-1-1,1 1,-1-1,1 1,-1-1,1 1,-1-1,1 0,-1 1,0-1,1 0,-1 1,1-1,-1 0,0 0,1 1,-1-1,0 0,1-3,0 0,1 1,-1-1,1 0,0 1,-1-1,1 1,1-1,-1 1,1-3,-1 3,2-4,-1 2</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50.069"/>
    </inkml:context>
    <inkml:brush xml:id="br0">
      <inkml:brushProperty name="width" value="0.1" units="cm"/>
      <inkml:brushProperty name="height" value="0.1" units="cm"/>
      <inkml:brushProperty name="ignorePressure" value="1"/>
    </inkml:brush>
  </inkml:definitions>
  <inkml:trace contextRef="#ctx0" brushRef="#br0">26 0,'1'16,"0"16,-1 7,-2-3,0-6,-2-11,1-10,-1-10,0-8,1-4,0 1,2 2,0 3</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50.658"/>
    </inkml:context>
    <inkml:brush xml:id="br0">
      <inkml:brushProperty name="width" value="0.1" units="cm"/>
      <inkml:brushProperty name="height" value="0.1" units="cm"/>
      <inkml:brushProperty name="ignorePressure" value="1"/>
    </inkml:brush>
  </inkml:definitions>
  <inkml:trace contextRef="#ctx0" brushRef="#br0">0 1,'11'244,"7"134,-13-323,0 7,-3 51,-2-112,0 0,0 0,0 0,0 0,0 0,0 0,0 0,0 0,-1 0,1 0,0 0,-1 0,1 0,-1 0,1 0,-1 0,0 1,0-3,1 1,-1 0,1-1,-1 1,1 0,-1-1,1 1,-1-1,1 1,-1-1,1 1,0-1,-1 1,1-1,0 0,-1 1,1-1,0 1,0-1,0 0,0 1,-1-1,1 0,0 1,0-1,0 0,-1-4</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51.318"/>
    </inkml:context>
    <inkml:brush xml:id="br0">
      <inkml:brushProperty name="width" value="0.1" units="cm"/>
      <inkml:brushProperty name="height" value="0.1" units="cm"/>
      <inkml:brushProperty name="ignorePressure" value="1"/>
    </inkml:brush>
  </inkml:definitions>
  <inkml:trace contextRef="#ctx0" brushRef="#br0">124 135,'-3'0,"0"0,1 0,-1 1,1-1,-1 0,1 1,-1 0,1-1,-1 1,1 0,-1 0,1 1,0-1,0 0,0 1,-2 1,0 1,0-1,0 1,1 1,0-1,0 1,0-1,0 1,0 0,-4 11,1 1,0-1,1 1,-2 12,0 7,2 1,2-1,1 1,1-1,3 1,0-1,3 1,1-1,1 0,2-1,9 20,-13-41,1-1,0 0,1 0,1-1,0 0,1 0,4 5,-10-14,1 1,0-1,-1 0,1 0,0 0,0 0,1-1,-1 0,1 0,4 2,-6-3,0-1,1 1,-1-1,0 0,1 1,-1-1,0-1,1 1,-1 0,0-1,1 0,-1 0,0 0,0 0,0 0,0-1,0 1,5-4,0 0,-1-1,0 0,0 0,-1-1,0 1,0-1,0-1,-1 1,0-1,-1 0,1 0,-1 0,1-5,4-12,-1 0,0 0,-2-1,1-11,-3 1,-1 1,-2-1,-1 0,-2 0,-2 1,-1-1,-1 1,-2 0,-2 1,-1 0,-2 0,-1 1,-6-8,13 28,1 1,-2 0,0 1,0-1,-1 2,0-1,-11-8,17 16,-1 0,1 1,0-1,-1 1,0 0,1 0,-1 1,0-1,0 1,0-1,0 1,-1 0,1 1,0-1,0 1,0 0,-1 0,1 0,0 0,0 1,0 0,0 0,-1 0,1 0,0 1,1-1,-4 3,0-1,1 1,-1 1,1-1,-1 1,1 0,1 1,-1-1,1 1,0 0,-1 2,-2 5</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51.919"/>
    </inkml:context>
    <inkml:brush xml:id="br0">
      <inkml:brushProperty name="width" value="0.1" units="cm"/>
      <inkml:brushProperty name="height" value="0.1" units="cm"/>
      <inkml:brushProperty name="ignorePressure" value="1"/>
    </inkml:brush>
  </inkml:definitions>
  <inkml:trace contextRef="#ctx0" brushRef="#br0">191 698,'6'1,"1"0,0-1,0 0,0 0,-1 0,1-1,0 0,-1 0,1-1,0 0,-1 0,0 0,1-1,-1 0,0 0,2-2,2-1,-1-1,0 0,0 0,0-1,-1-1,0 1,-1-1,0 0,1-2,1-5,-1 0,-1 0,0 0,-1-1,-1 0,0 0,-1 0,-1-1,-1 0,-1 1,0-1,-1 0,-1 0,-1 1,0-1,-1 1,0-1,-1 0,-1 0,-1 1,0 0,-1 0,-1 1,0-1,-1 2,-1-1,-1 2,0-1,-1 1,0 1,-1 0,-9-6,16 13,-2 1,1 0,-1 1,1 0,-1 0,0 1,-1-1,1 2,-1-1,1 1,-1 1,0 0,1 0,-1 0,0 1,0 0,1 1,-1 0,0 1,0-1,1 2,-1-1,1 1,0 0,0 1,0 0,0 0,1 1,0 0,0 0,0 1,0 0,1 0,-2 3,-2 3</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52.588"/>
    </inkml:context>
    <inkml:brush xml:id="br0">
      <inkml:brushProperty name="width" value="0.1" units="cm"/>
      <inkml:brushProperty name="height" value="0.1" units="cm"/>
      <inkml:brushProperty name="ignorePressure" value="1"/>
    </inkml:brush>
  </inkml:definitions>
  <inkml:trace contextRef="#ctx0" brushRef="#br0">12 1,'-5'32,"2"0,1 1,1 0,2-1,1 1,1-1,7 23,3 5,3-2,3 0,17 36,-26-70,-2-2,1 0,1-1,1 0,0 0,2-1,14 16,-26-34,0-1,0 0,1 0,-1 0,0 0,1 0,-1 0,0 0,1 0,0 0,-1-1,1 1,-1-1,1 1,0-1,-1 0,1 1,0-1,-1 0,1 0,0 0,-1 0,1-1,0 1,-1 0,2-1,0 0,1-1,-1 0,0 1,0-1,0 0,0-1,0 1,0 0,0-1,-1 0,2-1,-1 0</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53.782"/>
    </inkml:context>
    <inkml:brush xml:id="br0">
      <inkml:brushProperty name="width" value="0.1" units="cm"/>
      <inkml:brushProperty name="height" value="0.1" units="cm"/>
      <inkml:brushProperty name="ignorePressure" value="1"/>
    </inkml:brush>
  </inkml:definitions>
  <inkml:trace contextRef="#ctx0" brushRef="#br0">16 1,'56'4,"-48"-5,0 1,0 0,0 1,0 0,0 0,0 1,0 0,-1 0,1 1,6 3,-14-6,1 0,0 1,-1-1,1 1,-1-1,1 1,-1-1,1 1,-1-1,0 1,1-1,-1 1,0 0,1-1,-1 1,0 0,0-1,1 1,-1 0,0-1,0 1,0 0,0-1,0 1,0 0,0 0,-8 20,-23 16,28-35,-15 16,0-2,-21 14,-14 11,53-41,0 0,0 0,0 1,-1-1,1 0,0 0,0 0,0 0,0 0,-1 0,1 0,0 1,0-1,0 0,0 0,0 0,0 0,0 1,-1-1,1 0,0 0,0 0,0 1,0-1,0 0,0 0,0 0,0 1,0-1,0 0,0 0,0 0,0 0,0 1,0-1,0 0,0 0,0 0,1 1,-1-1,0 0,0 0,0 0,0 0,0 1,0-1,13 3,19-3,-29 0,27-2,64 0,-84 3,0-1,0 2,0-1,0 1,-1 1,1 0,-1 0,1 1,-9-3,1 0,0-1,-1 1,1 0,-1 0,1 0,-1 0,1 1,-1-1,1 0,-1 1,0-1,0 1,0-1,0 1,0-1,0 1,0 0,-1-1,1 1,0 0,-1 0,0 0,1-1,-1 1,0 0,0 0,0 0,0 0,0 0,0-1,-1 1,1 0,-1 0,1 0,-1-1,0 1,0 0,1-1,-1 1,0 0,-1 0,-3 5,0 1,-1-1,1 0,-2 0,1 0,-1-1,0 0,-1 0,0 0,0 0,0 0,-1-1,1-1,-1 1,0-1,-1-1,1 0,0 0,-1-1,0 0,1 0,-1-1,0-1,0 1,-1-2,6 0</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59.253"/>
    </inkml:context>
    <inkml:brush xml:id="br0">
      <inkml:brushProperty name="width" value="0.05" units="cm"/>
      <inkml:brushProperty name="height" value="0.05" units="cm"/>
      <inkml:brushProperty name="color" value="#F6630D"/>
      <inkml:brushProperty name="ignorePressure" value="1"/>
    </inkml:brush>
  </inkml:definitions>
  <inkml:trace contextRef="#ctx0" brushRef="#br0">127 0,'-13'11,"2"1,0 0,0 1,1 0,0 0,2 1,-1 0,2 1,0 0,-3 8,6-10,0 0,1 1,0-1,1 1,0-1,1 1,1 0,0-1,1 1,0 0,1-1,3 10,6 14,1-1,2-1,9 15,-18-39</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59.601"/>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0 530,'0'0,"5"4,8 5,11 5,0-1,11-1,7-3,4-5,2-8,-8-2,-10-1,-11 2,-8 0</inkml:trace>
  <inkml:trace contextRef="#ctx0" brushRef="#br0" timeOffset="1">394 1,'0'0</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0:59.938"/>
    </inkml:context>
    <inkml:brush xml:id="br0">
      <inkml:brushProperty name="width" value="0.05" units="cm"/>
      <inkml:brushProperty name="height" value="0.05" units="cm"/>
      <inkml:brushProperty name="color" value="#F6630D"/>
      <inkml:brushProperty name="ignorePressure" value="1"/>
    </inkml:brush>
  </inkml:definitions>
  <inkml:trace contextRef="#ctx0" brushRef="#br0">463 12,'-30'-5,"0"2,-1 1,1 1,0 1,0 2,-7 2,26-3,0 2,0-1,0 1,1 1,-1 0,1 0,0 1,0 1,1-1,-1 1,1 1,1 0,-1 0,1 1,1 0,-1 0,1 1,-3 5,1 3,0 0,0 1,2 0,0 1,2 0,0-1,0 2,2-1,1 0,-1 19,2 7,3-1,1 1,2-1,4 10,-3-17,3-1,3 9,-7-30</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00.770"/>
    </inkml:context>
    <inkml:brush xml:id="br0">
      <inkml:brushProperty name="width" value="0.05" units="cm"/>
      <inkml:brushProperty name="height" value="0.05" units="cm"/>
      <inkml:brushProperty name="color" value="#F6630D"/>
      <inkml:brushProperty name="ignorePressure" value="1"/>
    </inkml:brush>
  </inkml:definitions>
  <inkml:trace contextRef="#ctx0" brushRef="#br0">91 0,'0'0,"0"0,-3 7,-6 6,-3 6,-1 5,-1 3,1 4,2-4,3-6,3-7,2-6</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01.468"/>
    </inkml:context>
    <inkml:brush xml:id="br0">
      <inkml:brushProperty name="width" value="0.05" units="cm"/>
      <inkml:brushProperty name="height" value="0.05" units="cm"/>
      <inkml:brushProperty name="color" value="#F6630D"/>
      <inkml:brushProperty name="ignorePressure" value="1"/>
    </inkml:brush>
  </inkml:definitions>
  <inkml:trace contextRef="#ctx0" brushRef="#br0">182 680,'5'20,"0"1,1-2,2 1,0-1,0 0,2 0,1-1,0 0,1-1,1 0,0-1,15 12,-19-19,1-1,0 0,0-1,1 0,0 0,0-1,1-1,0 0,0-1,1 0,-4-1,1-1,0-1,0 1,1-2,-1 0,0 0,0 0,0-1,0-1,0 0,0 0,0-1,4-2,-3 1,1-1,-1-1,0 0,0 0,-1-1,1 0,-2-1,1 0,-1-1,0 0,-1 0,3-5,-1 0,-1 0,-1-1,0 0,-1 0,-1-1,0 0,-1 0,1-12,1-10,-3-1,-1 0,-2 0,-1 0,-3 0,-1 0,-5-22,4 33,-1 1,-1-1,-1 2,-2-1,-7-14,9 26,-1 0,0 0,-1 0,-1 1,0 1,-1 0,0 0,-1 1,-7-5,4 6,0 0,-1 1,0 0,-1 2,1 0,-2 1,1 1,-1 0,0 1,-7 1,2 0,-1 2,0 0,0 2,1 1,-1 0,0 2,-23 6,40-7,0 0,-1 1,1 0,0 0,1 1,-1 0,0 1,1-1,0 1,0 1,1-1,-1 1,-3 5,2-2,1 2,0-1,1 1,0 0,0 0,1 0,1 1,0 0,0 2,-3 15,0 1,2-1,2 1,0 0,2 0,3 21,-1-41</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02.502"/>
    </inkml:context>
    <inkml:brush xml:id="br0">
      <inkml:brushProperty name="width" value="0.05" units="cm"/>
      <inkml:brushProperty name="height" value="0.05" units="cm"/>
      <inkml:brushProperty name="color" value="#F6630D"/>
      <inkml:brushProperty name="ignorePressure" value="1"/>
    </inkml:brush>
  </inkml:definitions>
  <inkml:trace contextRef="#ctx0" brushRef="#br0">236 814,'8'4,"-1"-1,1 0,-1 0,1-1,0 1,0-2,0 1,0-1,0-1,0 1,0-1,0 0,0-1,3-1,-5 1,0 0,-1-1,1 1,-1-2,1 1,-1 0,0-1,1 0,-1 0,-1-1,1 1,0-1,-1 0,0 0,0-1,0 1,-1-1,1 0,1-4,5-10,-1-1,0 0,-2-1,-1 0,0 0,-1 0,-2-1,0 1,-1-1,-1 0,-1 0,-1 1,-1-1,-1 0,-1 1,-1-1,0 1,-2 1,-1-1,-1-2,-3 0,-1 2,0-1,-2 2,0 0,-1 1,-9-8,-16-13,-2 2,-14-7,49 39,1 0,-1 1,0 0,0 1,-1 0,1 0,-1 1,-8-3,11 5,1 0,0 1,0-1,-1 1,1 0,0 0,-1 1,1 0,0 0,-1 0,1 0,0 1,0 0,0 0,0 0,0 1,-3 2,0-1,1 1,-1 1,-4 4,6-4</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03.370"/>
    </inkml:context>
    <inkml:brush xml:id="br0">
      <inkml:brushProperty name="width" value="0.05" units="cm"/>
      <inkml:brushProperty name="height" value="0.05" units="cm"/>
      <inkml:brushProperty name="color" value="#F6630D"/>
      <inkml:brushProperty name="ignorePressure" value="1"/>
    </inkml:brush>
  </inkml:definitions>
  <inkml:trace contextRef="#ctx0" brushRef="#br0">354 1,'11'58,"-2"1,-3 0,-3 0,-2 34,-3-63,-1 1,-1-1,-2-1,0 1,-3-1,0 0,-1-1,-2 0,-14 22,12-27,-1-1,0 0,-2-2,-1 0,-1 0,0-2,-1-1,-1 0,-1-1,-8 4,3-2,19-11,-1 0,0-1,-1-1,1 0,-5 2,15-33,-1 23</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04.035"/>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20,'53'-20,"-50"25,-3-5</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04.917"/>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1,'0'0</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05.339"/>
    </inkml:context>
    <inkml:brush xml:id="br0">
      <inkml:brushProperty name="width" value="0.05" units="cm"/>
      <inkml:brushProperty name="height" value="0.05" units="cm"/>
      <inkml:brushProperty name="color" value="#F6630D"/>
      <inkml:brushProperty name="ignorePressure" value="1"/>
    </inkml:brush>
  </inkml:definitions>
  <inkml:trace contextRef="#ctx0" brushRef="#br0">97 1,'-14'26,"1"0,1 2,1-1,1 1,2 1,1 1,1-9,3-10,-8 33,10-42,1 0,0 0,0 0,-1 0,1 0,1 0,-1 0,0 0,0 0,1 0,-1 0,1 0,0 0,-1 0,1 0,0-1,0 1,1 1,-1-2,0 0,1-1,-1 1,0 0,0-1,0 1,1-1,-1 0,0 1,1-1,-1 0,0 0,1 0,-1 0,0 0,1 0,-1 0,0 0,1 0,-1-1,33-8,-20 4,9-1,0 2,0 0,10 0,-24 4,1 0,-1 0,1 1,0 0,-1 0,0 1,1 1,-1-1,7 4,-13-4</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08.903"/>
    </inkml:context>
    <inkml:brush xml:id="br0">
      <inkml:brushProperty name="width" value="0.05" units="cm"/>
      <inkml:brushProperty name="height" value="0.05" units="cm"/>
      <inkml:brushProperty name="ignorePressure" value="1"/>
    </inkml:brush>
  </inkml:definitions>
  <inkml:trace contextRef="#ctx0" brushRef="#br0">7 45,'-6'-44,"21"150,-4 0,-4 1,-5 0,-9 56,4-152,3-13</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09.786"/>
    </inkml:context>
    <inkml:brush xml:id="br0">
      <inkml:brushProperty name="width" value="0.05" units="cm"/>
      <inkml:brushProperty name="height" value="0.05" units="cm"/>
      <inkml:brushProperty name="ignorePressure" value="1"/>
    </inkml:brush>
  </inkml:definitions>
  <inkml:trace contextRef="#ctx0" brushRef="#br0">19 18,'-3'6,"0"0,1 0,-1 1,1-1,1 1,-1 0,1-1,0 1,0 0,1 2,0 17,1 0,2 2,-1 2,1 4,-1-20,-1 1,0-1,-1 0,-1 1,0-1,-3 13,10-89,0 21,2 0,2 1,2 0,1 0,8-12,-20 49,0 1,1-1,-1 1,1-1,-1 1,1 0,0 0,0 0,0 0,0 0,0 0,3-1,-4 2,0 1,0 0,0-1,0 1,0 0,0 0,0 0,0 0,0 0,0 0,0 0,0 0,0 0,0 0,0 1,0-1,0 0,0 1,0-1,-1 1,1-1,0 1,0-1,0 1,0 0,-1-1,1 1,0 0,-1 0,1 0,0-1,-1 1,1 0,-1 0,1 0,-1 0,0 0,6 10,0 1,-1 0,0 0,-1 1,-1-1,0 1,0-1,-1 6,2 20,-2 0,-1 8,-5 8,13-101,2 0,2 1,1 1,17-33,-29 73,0 1,1 0,-1 0,1 0,-1 0,1 1,2-2,-5 4,0 1,1 0,-1-1,0 1,1 0,-1-1,1 1,-1 0,1 0,-1 0,1-1,-1 1,1 0,-1 0,1 0,-1 0,1 0,-1 0,1 0,-1 0,1 0,-1 0,1 0,0 0,-1 0,1 1,0 0,0-1,0 1,0 0,0 0,-1 0,1 0,0 0,0 0,-1 0,1 0,-1 0,1 0,-1 0,1 0,-1 0,0 1,6 19,0 1,-2 0,0 0,-2 0,0 8,-1 114,-2-127,1 2,-1-8</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10.235"/>
    </inkml:context>
    <inkml:brush xml:id="br0">
      <inkml:brushProperty name="width" value="0.05" units="cm"/>
      <inkml:brushProperty name="height" value="0.05" units="cm"/>
      <inkml:brushProperty name="ignorePressure" value="1"/>
    </inkml:brush>
  </inkml:definitions>
  <inkml:trace contextRef="#ctx0" brushRef="#br0">1 0,'0'0,"0"0,0 0,3 5,4 3,3 2,3 0,2-2,2-2,1-1,-1-3,0-3,-2 1,-3 0,-4-1,-3 1,-3 0</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10.618"/>
    </inkml:context>
    <inkml:brush xml:id="br0">
      <inkml:brushProperty name="width" value="0.05" units="cm"/>
      <inkml:brushProperty name="height" value="0.05" units="cm"/>
      <inkml:brushProperty name="ignorePressure" value="1"/>
    </inkml:brush>
  </inkml:definitions>
  <inkml:trace contextRef="#ctx0" brushRef="#br0">0 50,'0'0,"0"0,7 1,8 0,6-3,6-1,2-3,1-1,0-1,-2-1,-1 0,-1 4,-7 3,-5 2,-6 0,-3 1</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10.982"/>
    </inkml:context>
    <inkml:brush xml:id="br0">
      <inkml:brushProperty name="width" value="0.05" units="cm"/>
      <inkml:brushProperty name="height" value="0.05" units="cm"/>
      <inkml:brushProperty name="ignorePressure" value="1"/>
    </inkml:brush>
  </inkml:definitions>
  <inkml:trace contextRef="#ctx0" brushRef="#br0">4 1,'5'64,"9"156,-13-176,-3 0,-1 0,-10 41,9-68,3-15</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11.480"/>
    </inkml:context>
    <inkml:brush xml:id="br0">
      <inkml:brushProperty name="width" value="0.05" units="cm"/>
      <inkml:brushProperty name="height" value="0.05" units="cm"/>
      <inkml:brushProperty name="ignorePressure" value="1"/>
    </inkml:brush>
  </inkml:definitions>
  <inkml:trace contextRef="#ctx0" brushRef="#br0">0 153,'3'37,"2"-1,1 0,1 0,3-1,0 0,2-1,2 0,3 3,-12-29,-1 0,2 0,-1 0,1-1,6 7,-11-13,0 0,0 0,0 0,0 0,0 0,0 0,0 0,0-1,0 1,0 0,1-1,-1 1,0-1,1 1,-1-1,0 0,1 1,-1-1,0 0,1 0,-1 0,1 0,-1 0,0 0,1 0,-1-1,0 1,1 0,-1-1,0 1,1-1,-1 1,0-1,0 0,0 0,0 1,0-1,1 0,-1 0,-1 0,1 0,0 0,1-1,3-6,-1 0,1-1,-1 1,-1-1,1 0,-1 0,-1 0,0 0,0-1,-1-3,3-25,-1-34,-3 66,1-24,-2 0,0 0,-2-1,-2 1,0 1,-2-1,-7-18,12 44,1 0,-1 1,0-1,0 0,-1 1,1-1,-1 1,1-1,-1 1,0 0,-1 0,2 2,1 0,0 0,-1 0,1 1,-1-1,1 0,-1 1,1 0,-1-1,0 1,1 0,-1 0,1 0,-1 0,0 0,1 0,-1 0,1 0,-1 1,1-1,-1 1,1-1,-1 1,1-1,-1 1,1 0,0 0,-1 0,1 0,-1 1,-7 5,1 1,0 0,1 1,0 0,0 0,1 1,0 0,-3 7,3-4</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11.981"/>
    </inkml:context>
    <inkml:brush xml:id="br0">
      <inkml:brushProperty name="width" value="0.05" units="cm"/>
      <inkml:brushProperty name="height" value="0.05" units="cm"/>
      <inkml:brushProperty name="ignorePressure" value="1"/>
    </inkml:brush>
  </inkml:definitions>
  <inkml:trace contextRef="#ctx0" brushRef="#br0">4 43,'-2'26,"0"1,2-1,1 0,1 1,1-1,2 0,0-1,2 1,0-1,2 0,1-1,7 13,-14-32,-1-1,0 0,1 0,0 0,0 0,0 0,1-1,-1 1,1-1,0 0,3 2,-6-4,1-1,0 1,0-1,-1 1,1-1,0 1,0-1,0 0,0 0,0 0,-1 0,1 0,0 0,0 0,0-1,0 1,-1-1,1 1,0-1,0 0,-1 0,1 0,0 0,-1 0,1 0,-1 0,0 0,1-1,-1 1,0 0,1-2,6-6,0-1,-1 0,0-1,-1 0,0 0,0 0,-2 0,1-1,-1 0,-1 0,2-11,-2 8,-1-1,-1-1,0 1,-1 0,0 0,-2 0,0 0,-3-15,2 22,1 0,-2 1,1-1,-1 1,0 0,0 0,-1 0,0 1,-1-1,-1 0,5 6,-1-1,1 0,-1 1,0 0,0 0,0 0,0 0,0 0,-1 0,1 1,0-1,-1 1,1 0,-1 0,1 1,-1-1,0 1,1-1,-1 1,0 0,1 1,-1-1,0 1,1-1,-4 2,2 0,0-1,0 1,0 1,0-1,1 1,-1-1,1 1,-1 1,0 0,-2 3</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12.469"/>
    </inkml:context>
    <inkml:brush xml:id="br0">
      <inkml:brushProperty name="width" value="0.05" units="cm"/>
      <inkml:brushProperty name="height" value="0.05" units="cm"/>
      <inkml:brushProperty name="ignorePressure" value="1"/>
    </inkml:brush>
  </inkml:definitions>
  <inkml:trace contextRef="#ctx0" brushRef="#br0">55 0,'-6'11,"0"-1,0 1,1 0,0 0,1 0,0 1,1 0,-1 7,-1 8,2 0,1 0,1 8,1-21,0 0,1 0,1-1,0 1,1 0,1 1,-3-11,0-1,1 1,-1-1,1 1,0-1,0 0,0 1,1-1,-1 0,1-1,1 2,-3-2,1-1,0 0,0 0,0 1,0-1,0-1,1 1,-1 0,0 0,0-1,0 1,1-1,-1 0,0 0,1 0,-1 0,0 0,0 0,3-1,-1-1,0 1,0-1,1 0,-1 0,-1 0,1-1,0 0,-1 1,1-1,-1-1,0 1,0 0,0-1,0 1,-1-1,1 0,-1 0,0 0,0 0,0-3,1 1</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13.150"/>
    </inkml:context>
    <inkml:brush xml:id="br0">
      <inkml:brushProperty name="width" value="0.05" units="cm"/>
      <inkml:brushProperty name="height" value="0.05" units="cm"/>
      <inkml:brushProperty name="ignorePressure" value="1"/>
    </inkml:brush>
  </inkml:definitions>
  <inkml:trace contextRef="#ctx0" brushRef="#br0">1 39,'20'275,"-18"-268,-1-7,3-14,4-35,-7 40,0 7,7-52,5-7,-10 46,2 0,0 0,0 0,1 1,1 0,4-6,-10 19,1-1,-1 0,0 0,0 1,1-1,-1 1,1-1,-1 1,1 0,0 0,-1-1,1 1,0 0,0 0,0 1,0-1,1 0,-2 1,1 0,-1 0,0 0,1 0,-1 0,0 1,1-1,-1 0,0 1,1-1,-1 1,0-1,0 1,1 0,-1-1,0 1,0 0,0 0,0 0,0 0,0 0,0 0,0 0,-1 0,1 0,0 1,4 7,0-1,-1 1,0 0,-1 0,0 0,0 0,-1 1,0 3,3 22,0 24,-3-35,22-131,-23 102,15-48,-15 49,1 0,0 0,0 0,0 0,0 1,0-1,1 1,0-1,0 1,0 0,1-1,-3 4,0-1,0 1,0-1,-1 1,1-1,0 1,0-1,0 1,0 0,0 0,0-1,0 1,1 0,-1 0,0 0,0 0,0 0,0 0,0 1,0-1,0 0,0 0,0 1,0-1,0 1,0-1,-1 1,1-1,0 1,0-1,0 1,0 0,-1 0,1-1,0 1,-1 0,1 0,0 0,-1 0,4 4,-1 1,0-1,0 1,0-1,-1 1,1 2,3 14,0 0,-2 1,0-1,-2 1,0 9,-1 23,-5 38,3-79</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18.063"/>
    </inkml:context>
    <inkml:brush xml:id="br0">
      <inkml:brushProperty name="width" value="0.05" units="cm"/>
      <inkml:brushProperty name="height" value="0.05" units="cm"/>
      <inkml:brushProperty name="color" value="#004F8B"/>
      <inkml:brushProperty name="ignorePressure" value="1"/>
    </inkml:brush>
  </inkml:definitions>
  <inkml:trace contextRef="#ctx0" brushRef="#br0">1074 283,'-48'-50,"26"27,0 0,-2 2,0 0,-19-11,16 15,-1 2,0 1,-1 2,0 1,-1 1,0 1,-1 2,1 0,-2 3,1 0,0 3,0 0,-19 3,26 0,1 1,0 2,0 0,1 1,-1 1,1 1,1 2,-13 6,17-6,1 0,0 2,0 0,1 0,0 1,2 1,-1 1,2 0,0 0,-8 15,9-10,0 1,2 0,0 1,2 1,0-1,1 1,2 0,0 0,2 0,-1 22,4 21,2 1,3-1,5 15,1-5,3-1,3-1,4 0,17 38,-22-72,1-2,2 0,2-1,1-1,2-1,1-1,2-1,29 26,-25-30,0-1,2-2,1-1,1-2,2-2,0-1,0-2,2-2,1 0,-15-8,1-1,-1-1,1-1,0-2,0 0,1-2,-1-1,0-1,0-2,0 0,0-2,0-1,-1-1,19-8,-25 7,-1-1,0 0,-1-2,0 0,-1-1,0-1,0-1,-2 0,0-1,0 0,-2-2,0 1,5-10,-2-2,0 0,-1-2,-2 0,-2 0,0-1,-2-1,-1 0,0-12,-1-2,-2-1,-2 0,-1 0,-3 0,-2 0,-2 1,-2-1,-2 1,-3-2,1 10,-2 1,-1 0,-2 1,-1 0,-2 2,-1 0,-2 1,-1 1,-2 2,-28-28,38 43,-1 0,0 1,-1 1,-1 1,0 0,-1 2,0 0,0 1,-1 0,-4 1,10 4</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19.264"/>
    </inkml:context>
    <inkml:brush xml:id="br0">
      <inkml:brushProperty name="width" value="0.05" units="cm"/>
      <inkml:brushProperty name="height" value="0.05" units="cm"/>
      <inkml:brushProperty name="color" value="#004F8B"/>
      <inkml:brushProperty name="ignorePressure" value="1"/>
    </inkml:brush>
  </inkml:definitions>
  <inkml:trace contextRef="#ctx0" brushRef="#br0">1186 622,'1'-14,"-1"1,-1 0,0-1,-1 1,0 0,-1 0,-1 0,0 0,0 1,-1 0,-1-1,0 2,-1-1,0 1,-1 0,-4-5,-21-23,-1 2,-2 1,-28-20,61 53,-34-29,-1 1,-2 2,0 2,-2 1,-30-12,52 29,0 1,-1 0,1 2,-1 0,-1 2,1 0,-1 1,1 2,-1 0,0 1,1 1,-1 1,-20 4,24-2,1 1,0 1,0 1,0 0,1 1,0 0,0 1,1 1,0 1,1 0,0 1,-7 9,7-5,0 0,2 1,0 0,1 1,0 0,2 1,0 0,1 0,1 1,-4 17,2 8,1 0,3 1,1-1,3 1,1 0,7 38,4 3,4 0,4-1,5 6,-7-32,3-2,3 0,2-1,23 37,-30-64,1 0,2-1,0-1,2-2,1 0,1-1,2-1,28 19,-16-17,0-1,2-2,1-2,1-2,0-2,2-2,-1-2,2-1,-1-3,12 0,-28-6,1-2,-1 0,0-2,1-1,-1-2,0-1,22-6,-29 4,-1-1,1 0,-1-2,-1 0,0-1,0-1,-1-1,-1-1,0 0,6-9,-9 8,-1 0,-1-1,0-1,-1 0,-1-1,-1 0,-1 0,8-20,-8 12,-1 0,-1-1,-2 0,0-1,-2 1,0-11,-3-17,-3 0,-1-1,-4 1,-1 1,-3 0,-10-23,7 25,-2 1,-3 1,-23-42,32 72,-1 0,0 1,-2 0,0 1,0 1,-2 0,0 2,-1-1,-1 2,-8-6,18 15,0 1,-1-1,1 1,-1 0,0 1,0 0,0 1,0 0,-1 0,1 0,0 2,-1-1,1 1,-1 0,1 1,-1 0,1 1,0 0,0 0,-1 1,2 0,-1 1,0 0,1 0,-1 1,-4 3,2 2</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20.370"/>
    </inkml:context>
    <inkml:brush xml:id="br0">
      <inkml:brushProperty name="width" value="0.05" units="cm"/>
      <inkml:brushProperty name="height" value="0.05" units="cm"/>
      <inkml:brushProperty name="color" value="#004F8B"/>
      <inkml:brushProperty name="ignorePressure" value="1"/>
    </inkml:brush>
  </inkml:definitions>
  <inkml:trace contextRef="#ctx0" brushRef="#br0">1 626,'2'7,"0"1,1 0,0 0,1-1,-1 0,2 1,-1-1,1-1,0 1,0-1,1 0,0 0,0 0,0-1,0 0,1 0,0-1,0 0,1 0,-1 0,1-1,6 1,-3 0,0-2,0 1,1-2,-1 1,1-2,0 1,-1-2,1 0,-1 0,1-1,-1 0,0-1,0 0,0-1,11-5,1-3,-1-1,0-1,-1-1,-1-1,0-1,-1-1,-1-1,0 0,-2-1,0-1,-1-1,19-32,-2-2,-2-1,19-53,-33 69,9-31,-21 60,-1 1,-1-1,0 0,-1 0,0 0,-1 0,0 0,-2-11,2 22,0 0,0 0,0 1,0-1,0 0,0 0,-1 0,1 0,0 0,0 1,-1-1,1 0,-1 0,1 1,0-1,-1 0,0 0,1 1,-1-1,1 1,-1-1,0 0,0 1,1 0,-1 0,0 0,1 0,-1 1,0-1,1 0,-1 1,1-1,-1 0,1 1,-1-1,1 1,-1-1,1 1,-1-1,1 1,0-1,-1 1,1-1,0 1,-1-1,1 1,-17 39,13-30,-1 1,1-1,-2 0,1-1,-2 1,1-1,-1 0,0-1,-1 0,-6 6,-1-1,-1-1,-1 0,0-1,0-1,-11 4,27-14,0 1,0 0,0 0,0-1,-1 1,1-1,0 1,0-1,-1 0,1 0,0 1,-1-1,1 0,0 0,-1 0,1 0,0 0,-1-1,1 1,1-1,0 1,0-1,-1 1,1-1,0 1,0-1,0 1,-1-1,1 1,0-1,0 1,0-1,0 1,0-1,0 1,0-1,0 1,0-1,0 0,1 1,-1-1,0 1,0-1,0 1,1-1,-1 1,0-1,5-8,0 0,0 1,0-1,2 1,16-25,3 2,0 0,2 2,27-23,-54 51,1-1,0 1,0-1,0 1,0 0,0 0,0 0,1 0,-1 0,0 0,0 0,1 1,-1-1,0 1,3 0,-4 0,1 0,-1 1,0-1,1 1,-1 0,0-1,0 1,0 0,1 0,-1 0,0 0,0 0,0 0,-1 0,1 0,0 0,0 0,0 0,-1 1,1-1,-1 0,1 1,-1-1,1 0,-1 1,0-1,0 1,8 37,-1-1,-3 2,-1-1,-2 0,-2 2,2 5,-1-36</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26.635"/>
    </inkml:context>
    <inkml:brush xml:id="br0">
      <inkml:brushProperty name="width" value="0.1" units="cm"/>
      <inkml:brushProperty name="height" value="0.1" units="cm"/>
      <inkml:brushProperty name="ignorePressure" value="1"/>
    </inkml:brush>
  </inkml:definitions>
  <inkml:trace contextRef="#ctx0" brushRef="#br0">35 8,'-1'0,"1"0,0-1,0 1,0-1,0 1,0 0,-1-1,1 1,0 0,0-1,-1 1,1 0,0-1,0 1,-1 0,1-1,0 1,-1 0,1 0,0 0,-1-1,1 1,-1 0,1 0,0 0,-1 0,1 0,-1-1,1 1,0 0,-1 0,1 0,-1 0,-10 9,1 1,8-8,4-3,0 1,0-1,-1 1,1-1,0 1,-1 0,1 0,0-1,0 1,-1 0,2 1,-4-2,1 1</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26.966"/>
    </inkml:context>
    <inkml:brush xml:id="br0">
      <inkml:brushProperty name="width" value="0.1" units="cm"/>
      <inkml:brushProperty name="height" value="0.1" units="cm"/>
      <inkml:brushProperty name="ignorePressure" value="1"/>
    </inkml:brush>
  </inkml:definitions>
  <inkml:trace contextRef="#ctx0" brushRef="#br0">1 1,'0'0,"0"0,0 0,0 0</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27.325"/>
    </inkml:context>
    <inkml:brush xml:id="br0">
      <inkml:brushProperty name="width" value="0.1" units="cm"/>
      <inkml:brushProperty name="height" value="0.1" units="cm"/>
      <inkml:brushProperty name="ignorePressure" value="1"/>
    </inkml:brush>
  </inkml:definitions>
  <inkml:trace contextRef="#ctx0" brushRef="#br0">1 63,'0'0,"0"0,0 0,0 0,0 0,0 0,0 0,0 0,0-6,0-4,1-2,-1 0,0 3,0 2,0 3,0 1</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27.671"/>
    </inkml:context>
    <inkml:brush xml:id="br0">
      <inkml:brushProperty name="width" value="0.1" units="cm"/>
      <inkml:brushProperty name="height" value="0.1" units="cm"/>
      <inkml:brushProperty name="ignorePressure" value="1"/>
    </inkml:brush>
  </inkml:definitions>
  <inkml:trace contextRef="#ctx0" brushRef="#br0">22 4,'0'0,"0"0,0 0,0 0,-4 0,-1-1,0 0,1 0,1 1</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28.339"/>
    </inkml:context>
    <inkml:brush xml:id="br0">
      <inkml:brushProperty name="width" value="0.1" units="cm"/>
      <inkml:brushProperty name="height" value="0.1" units="cm"/>
      <inkml:brushProperty name="ignorePressure" value="1"/>
    </inkml:brush>
  </inkml:definitions>
  <inkml:trace contextRef="#ctx0" brushRef="#br0">0 0,'9'25,"-2"-1,-1 1,-1 0,-1 0,-1 0,-1 18,0-13,7 91,-6-1,-6 34,3-142,0-9,0 1,0 0,0 0,-1 0,0 0,1-1,-1 1,-1 0,1 0,0-3</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29.138"/>
    </inkml:context>
    <inkml:brush xml:id="br0">
      <inkml:brushProperty name="width" value="0.1" units="cm"/>
      <inkml:brushProperty name="height" value="0.1" units="cm"/>
      <inkml:brushProperty name="ignorePressure" value="1"/>
    </inkml:brush>
  </inkml:definitions>
  <inkml:trace contextRef="#ctx0" brushRef="#br0">121 58,'-4'1,"0"-1,0 1,0 0,0 1,0-1,1 1,-1-1,0 1,1 0,0 0,-1 1,1-1,0 1,0 0,0-1,0 1,1 1,-1-1,0 2,-5 6,1 0,0 0,1 0,1 1,-3 6,6-11,0 0,0 0,0 0,1 0,-1 0,2 0,-1 0,1 0,0 1,1-1,0 0,0 0,0 0,1 0,0 0,1 0,-1-1,1 1,4 5,-2-3,1-1,0 0,1 0,0-1,1 1,-1-2,1 1,0-1,1 0,-1-1,1 0,1 0,6 2,60 18,-55-20,0 2,-1 0,15 8,-33-14,1 0,0 1,0 0,-1-1,1 1,-1 0,0 0,1 0,-1 1,0-1,0 1,0-1,-1 1,1-1,-1 1,1 0,-1 0,0 0,0 1,0 0,-1-1,1 1,-1 0,0 0,-1 0,1-1,-1 1,1 0,-1 0,0-1,-1 1,1-1,0 1,-1 0,-5 8,-1 0,1 0,-2-1,0 0,0-1,-1 0,-10 9,17-16,-16 13,0-1,-5 2,19-14,1 0,-1 0,0 0,0-1,0 0,0 0,-1 0,1-1,0 1,-1-1,1-1,-5 1,8-1,0-1,0 1,0-1,1 1,-1-1,0 0,0 0,0 0,1 0,-1 0,0 0,1 0,-1-1,1 1,0-1,-1 1,1-1,0 1,0-1,0 0,0 0,0 1,0-1,1 0,-1 0,1 0,-1 0,1 0,0 0,-1-1,-1-10,1 0,0 0,1 0,0-4,1 12,8-123,6 1,21-76,-6 31,-30 170</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29.467"/>
    </inkml:context>
    <inkml:brush xml:id="br0">
      <inkml:brushProperty name="width" value="0.1" units="cm"/>
      <inkml:brushProperty name="height" value="0.1" units="cm"/>
      <inkml:brushProperty name="ignorePressure" value="1"/>
    </inkml:brush>
  </inkml:definitions>
  <inkml:trace contextRef="#ctx0" brushRef="#br0">0 1,'0'0,"0"0,0 0,0 0,0 0,0 0,0 0</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45.201"/>
    </inkml:context>
    <inkml:brush xml:id="br0">
      <inkml:brushProperty name="width" value="0.1" units="cm"/>
      <inkml:brushProperty name="height" value="0.1" units="cm"/>
      <inkml:brushProperty name="ignorePressure" value="1"/>
    </inkml:brush>
  </inkml:definitions>
  <inkml:trace contextRef="#ctx0" brushRef="#br0">45 207,'-19'-19,"18"18,0 0,-1 0,1 0,0 1,0-1,0 0,0 0,0-1,0 1,0 0,0 0,0 0,1-1,-1 1,0 0,1-1,-1 1,1-1,0 1,-1 0,1-1,0 1,0-1,0 1,0-1,0 1,0-1,0 1,0-1,1 1,-1-1,1 1,-1 0,1-1,3-8,0 1,1 0,0 0,0 1,1-1,0 1,1 1,0-1,0 1,0 0,1 0,0 1,0 0,1 1,0 0,5-2,-9 4,1 0,0 1,0 0,1 1,-1-1,0 1,0 0,1 1,-1-1,0 1,1 0,2 1,-5 0,1 0,0 1,0-1,-1 1,1 0,-1 0,0 0,0 1,0-1,0 1,0 0,0 0,-1 1,1-1,-1 1,0-1,1 3,2 3,-1 1,0 0,0 0,-1 0,0 0,-1 1,0-1,-1 1,0 0,-1 0,0 0,-1 0,0 6,-2 21,-2 0,-1-1,-4 11,1-11,-1-1,-2 0,-2 0,-16 32,18-47,0 0,-2 0,0-1,-2-1,0 0,0-1,-2-1,-6 4,19-17,-1 0,0-1,0 0,0 0,0 0,-1 0,1-1,-1 0,1 0,-6 0,10-2,-1 1,1-1,-1 0,1 0,-1 0,1 0,-1-1,0 1,1 0,-1-1,1 1,0-1,-1 1,1-1,-1 1,1-1,0 0,-1 0,1 0,0-1,0 1,-1-1,1 1,0-1,0 0,0 1,1-1,-1 0,0 0,1 0,-1 0,1 0,-1 1,1-1,0 0,0 0,0 0,0-4,0 1,0-1,1 1,-1-1,1 1,0-1,1 1,0 0,-1-1,2 1,-1 0,0 0,1 0,0 1,0-1,2-1,-2 3,0 0,0 0,0 0,0 1,0-1,1 1,-1 0,1-1,0 2,0-1,0 0,0 1,0 0,0 0,0 0,0 0,0 1,0-1,1 1,-1 0,3 1,5 1,0 0,0 1,-1 0,1 1,-1 0,10 5,12 9,17 12,-21-11,1-2,1-1,-27-14</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46.201"/>
    </inkml:context>
    <inkml:brush xml:id="br0">
      <inkml:brushProperty name="width" value="0.1" units="cm"/>
      <inkml:brushProperty name="height" value="0.1" units="cm"/>
      <inkml:brushProperty name="ignorePressure" value="1"/>
    </inkml:brush>
  </inkml:definitions>
  <inkml:trace contextRef="#ctx0" brushRef="#br0">1 24,'7'14,"-1"0,-1 1,0 0,-1 0,0 1,-1-1,-1 1,0 6,0-6,3 22,-1 0,-2 0,-2 36,0-74,0 0,0 0,0 0,-1 0,1 0,0 0,0 0,0 0,0 0,0 0,0 0,0 0,0 0,0 0,0 0,0 0,0 0,0 0,0 0,0 0,0 0,0 0,0 0,0 0,-1 0,1 0,0 0,0 0,0 0,0 0,0 0,0 0,0 1,0-1,0 0,0 0,0 0,0 0,0 0,0 0,-3-11,-1-16,2-11,2 0,1-1,3-4,-2 20,2 0,1 0,0 1,2 0,7-18,-13 39,-1 0,1-1,0 1,-1-1,1 1,0 0,0-1,0 1,0 0,0 0,0 0,0 0,0 0,0 0,0 0,1 0,0 0,-1 1,-1 0,1 0,0 0,-1 0,1 0,0 0,-1 0,1 0,0 0,0 0,-1 1,1-1,-1 0,1 0,0 1,-1-1,1 0,0 1,-1-1,1 1,-1-1,1 1,-1-1,1 1,-1 0,4 4,-1 0,1 0,-1 1,-1 0,1 0,-1-1,1 3,10 37,-2 0,0 17,0-4,-11-57,0 1,1-1,-1 0,0 1,1-1,-1 1,1-1,-1 0,1 0,0 1,-1-1,1 0,0 0,1 1,-2-2,0 0,1 0,-1 0,0 0,1 0,-1 0,0 0,1 0,-1 0,0 0,1 0,-1 0,0 0,1 0,-1 0,0-1,1 1,-1 0,0 0,0 0,1-1,-1 1,0 0,0 0,1-1,-1 1,0 0,0 0,0-1,1 1,-1 0,0-1,0 1,0 0,17-42,-14 33,9-26,17-43,-26 70,1-1,1 1,-1 0,2 1,-1-1,1 1,4-4,-9 10,0 0,0 0,0 0,1 0,-1 0,0 0,1 0,-1 0,0 0,1 1,-1-1,1 1,0-1,-1 1,1-1,-1 1,1 0,0 0,-1 0,1 0,-1 0,1 0,0 0,-1 1,1-1,-1 1,1-1,-1 1,1-1,-1 1,1 0,-1 0,1 0,-1 0,0 0,0 0,0 0,1 0,-1 0,0 0,0 2,5 3,-1 2,-1-1,1 0,-1 1,0 0,-1 0,1 2,3 11,-1 0,-1 1,-1 0,-1 0,-1 0,-1 0,-1 0,0 0,-3 10,1-23</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47.038"/>
    </inkml:context>
    <inkml:brush xml:id="br0">
      <inkml:brushProperty name="width" value="0.1" units="cm"/>
      <inkml:brushProperty name="height" value="0.1" units="cm"/>
      <inkml:brushProperty name="ignorePressure" value="1"/>
    </inkml:brush>
  </inkml:definitions>
  <inkml:trace contextRef="#ctx0" brushRef="#br0">1 104,'14'-21,"-8"10,1 0,1 1,-1 0,2 0,5-5,-12 13,-1 1,1 0,-1-1,1 1,0 0,0 0,0 0,0 0,0 0,0 0,0 0,0 1,0-1,0 1,0 0,0-1,0 1,0 0,0 0,1 0,-1 1,0-1,0 0,0 1,0-1,0 1,0 0,0 0,0 0,0 0,0 0,0 0,-1 0,2 2,-1-2,0 1,0 0,-1-1,1 1,0 0,-1 0,1 0,-1 1,0-1,0 0,0 1,0-1,0 0,0 1,-1-1,1 1,-1-1,1 2,-1 1,0-1,-1 1,1 0,-1 0,0 0,0-1,0 1,-1 0,-1 2,-2 4,-1 0,0-1,0 0,-1 0,0-1,-1 0,-6 6,5-7,2-3,16-6,8-2,0-1,-1 2,1 0,16 1,-27 1,1 0,-1 0,1 1,-1 0,1 0,-1 0,0 1,0 0,1 1,-2-1,1 1,0 0,0 0,1 2,-5-3,0-1,-1 0,1 1,-1 0,0-1,1 1,-1 0,0-1,0 1,0 0,0 0,-1 0,1 0,0 0,-1 0,1 0,-1 0,0 0,1 0,-1 0,0 0,-1 0,1 0,0 0,0 0,-1 0,1 0,-1 0,0 0,0 0,1 0,-1 0,-1 0,1 0,0-1,0 1,-1-1,0 2,-4 3,1 0,-1 0,0-1,-1 0,1 0,-1-1,0 1,0-2,-4 2,-3 2,0-2,-1 0,1-1,-1 0,0-1,0-1,0-1,-1 0,1 0,0-2,-9-1,17 1</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47.767"/>
    </inkml:context>
    <inkml:brush xml:id="br0">
      <inkml:brushProperty name="width" value="0.1" units="cm"/>
      <inkml:brushProperty name="height" value="0.1" units="cm"/>
      <inkml:brushProperty name="ignorePressure" value="1"/>
    </inkml:brush>
  </inkml:definitions>
  <inkml:trace contextRef="#ctx0" brushRef="#br0">0 5,'0'0,"3"0,5 0,6 0,7-1,7 0,5 1,3 1,0-1,-3-1,-6 0,-8 1,-8-1,-5 1</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48.106"/>
    </inkml:context>
    <inkml:brush xml:id="br0">
      <inkml:brushProperty name="width" value="0.1" units="cm"/>
      <inkml:brushProperty name="height" value="0.1" units="cm"/>
      <inkml:brushProperty name="ignorePressure" value="1"/>
    </inkml:brush>
  </inkml:definitions>
  <inkml:trace contextRef="#ctx0" brushRef="#br0">1 8,'0'0,"4"1,7 1,11 1,9-1,8-2,5-1,3-3,-5 1,-11 0,-10 0,-9 2</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48.797"/>
    </inkml:context>
    <inkml:brush xml:id="br0">
      <inkml:brushProperty name="width" value="0.1" units="cm"/>
      <inkml:brushProperty name="height" value="0.1" units="cm"/>
      <inkml:brushProperty name="ignorePressure" value="1"/>
    </inkml:brush>
  </inkml:definitions>
  <inkml:trace contextRef="#ctx0" brushRef="#br0">0 1,'1'0,"0"0,1 0,-1 0,0 0,0 0,0 1,0-1,0 0,0 1,0-1,1 1,-1-1,0 1,0-1,-1 1,1 0,0-1,0 1,0 0,0 0,-1 0,1 0,0 0,-1 0,1 0,0 0,-1 0,0 0,1 0,-1 0,0 0,1 0,-1 0,0 0,0 1,0 0,2 9,0 1,-1 0,-1 8,0-5,9 221,-5-63,13 46,-10-193,-6-29</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49.546"/>
    </inkml:context>
    <inkml:brush xml:id="br0">
      <inkml:brushProperty name="width" value="0.1" units="cm"/>
      <inkml:brushProperty name="height" value="0.1" units="cm"/>
      <inkml:brushProperty name="ignorePressure" value="1"/>
    </inkml:brush>
  </inkml:definitions>
  <inkml:trace contextRef="#ctx0" brushRef="#br0">167 119,'-7'-3,"0"1,0 1,0-1,0 1,0 1,0-1,0 1,-1 0,1 1,0 0,-2 0,5 0,1 0,-1 1,0-1,1 1,-1-1,1 1,0 0,-1 0,1 1,0-1,0 1,1-1,-1 1,0 0,1 0,0 0,-1 1,1-1,1 0,-1 1,0 1,-2 3,2 0,-1 0,1 1,0-1,0 1,1-1,1 1,-1 0,1-1,1 1,0 0,0-1,0 1,1-1,1 1,-1-1,1 0,1 0,-1 0,1-1,1 1,-1-1,1 0,3 2,15 19,1-2,2-1,0-2,2 0,10 6,-5-4,-23-18,-1 1,1 1,-1 0,0 0,-1 1,0 0,2 5,-8-11,0 0,0-1,0 1,0 0,-1 0,0 0,0 0,0 0,0 0,-1 1,0-1,0 0,0 0,0 0,0 1,-1-1,0 0,0 0,0 0,0 0,-1 0,1 0,-1-1,-1 2,1-1,-1 1,1-1,-1 0,0 0,0-1,-1 1,1-1,-1 0,0 1,1-1,-2-1,1 1,0-1,0 0,-1 1,1-2,-1 1,1-1,-1 1,0-1,0-1,0 1,0-1,1 1,-1-1,-2-1,1 0,-1 0,1 0,1-1,-1 0,0 0,0 0,1-1,-1 0,1 0,0 0,0-1,0 0,0 0,1 0,0 0,-1-1,2 0,-1 0,0 0,1 0,0 0,-3-8,1 0,0 0,1 0,0-1,1 1,0-1,1 0,1 0,0 0,1 0,1 0,0 0,2-8,5-23,2-1,2 2,9-20,31-72,-25 71,12-52,-38 116</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49.885"/>
    </inkml:context>
    <inkml:brush xml:id="br0">
      <inkml:brushProperty name="width" value="0.1" units="cm"/>
      <inkml:brushProperty name="height" value="0.1" units="cm"/>
      <inkml:brushProperty name="ignorePressure" value="1"/>
    </inkml:brush>
  </inkml:definitions>
  <inkml:trace contextRef="#ctx0" brushRef="#br0">0 0,'0'0,"0"0,0 0,0 0</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50.550"/>
    </inkml:context>
    <inkml:brush xml:id="br0">
      <inkml:brushProperty name="width" value="0.1" units="cm"/>
      <inkml:brushProperty name="height" value="0.1" units="cm"/>
      <inkml:brushProperty name="ignorePressure" value="1"/>
    </inkml:brush>
  </inkml:definitions>
  <inkml:trace contextRef="#ctx0" brushRef="#br0">1 354,'11'-50,"3"1,10-21,-17 51,1 0,1 1,1 0,1 0,1 1,0 0,7-6,-16 20,0 0,-1 0,2 0,-1 0,0 0,1 1,-1 0,1 0,0 0,-1 0,1 0,0 1,0-1,0 1,0 0,4 0,-5 1,1 0,-1 1,1-1,-1 1,1 0,-1 0,0 0,0 0,1 1,-1-1,0 1,0 0,0 0,0 0,-1 0,1 0,0 1,-1-1,0 1,1 1,8 9,-2 1,0 0,0 1,-1-1,-1 2,-1-1,0 1,-1 0,0 0,-2 1,2 8,-1 8,-1-1,-1 1,-2 0,-1 0,-4 15,0-9,-2 0,-2-1,-2 0,-1 0,5-17,-2 0,0-1,-1 0,-1-1,-1 0,-1 0,-12 13,20-27,0 0,0 0,0-1,-1 0,0 0,0 0,0-1,0 1,0-1,-1-1,1 0,-1 1,0-2,0 1,-6 0,10-2,-1 0,1 0,-1 0,1-1,0 1,-1-1,1 1,0-1,0 0,-1-1,1 1,0-1,0 1,0-1,1 0,-1 0,0 0,1 0,-1 0,1-1,0 1,0-1,0 0,0 0,0 1,0-1,1 0,-1 0,1-1,0 1,0 0,0 0,0-2,0-1,0 0,0-1,0 1,1 0,0-1,0 1,1 0,0-1,0 1,0 0,1 0,0-1,0 1,0 1,1-1,0 0,0 1,0-1,3-2,-3 5,-1-1,1 1,0 0,0 0,1 0,-1 1,1-1,-1 1,1 0,0 0,0 0,0 0,0 0,0 1,0 0,0 0,0 0,1 0,-1 1,0 0,1 0,-1 0,0 0,1 1,-1-1,0 1,0 0,0 1,1-1,8 4,-1 1,0 1,0-1,0 2,0 0,-1 0,6 7,19 19,15 20,-28-30,29 34,-49-54</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50.903"/>
    </inkml:context>
    <inkml:brush xml:id="br0">
      <inkml:brushProperty name="width" value="0.1" units="cm"/>
      <inkml:brushProperty name="height" value="0.1" units="cm"/>
      <inkml:brushProperty name="ignorePressure" value="1"/>
    </inkml:brush>
  </inkml:definitions>
  <inkml:trace contextRef="#ctx0" brushRef="#br0">0 0,'131'182,"-96"-130,13 26,-29-45,22 28,-33-53,-7-8</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51.235"/>
    </inkml:context>
    <inkml:brush xml:id="br0">
      <inkml:brushProperty name="width" value="0.1" units="cm"/>
      <inkml:brushProperty name="height" value="0.1" units="cm"/>
      <inkml:brushProperty name="ignorePressure" value="1"/>
    </inkml:brush>
  </inkml:definitions>
  <inkml:trace contextRef="#ctx0" brushRef="#br0">228 1,'0'0,"0"0,-4 6,-4 8,-5 10,-4 9,-4 7,-4 6,-3 2,-1 0,1-5,6-8,5-11,7-9,5-8</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51.587"/>
    </inkml:context>
    <inkml:brush xml:id="br0">
      <inkml:brushProperty name="width" value="0.1" units="cm"/>
      <inkml:brushProperty name="height" value="0.1" units="cm"/>
      <inkml:brushProperty name="ignorePressure" value="1"/>
    </inkml:brush>
  </inkml:definitions>
  <inkml:trace contextRef="#ctx0" brushRef="#br0">0 0,'18'147,"-3"95,7 77,-21-310,4 14,-4-23</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51.948"/>
    </inkml:context>
    <inkml:brush xml:id="br0">
      <inkml:brushProperty name="width" value="0.1" units="cm"/>
      <inkml:brushProperty name="height" value="0.1" units="cm"/>
      <inkml:brushProperty name="ignorePressure" value="1"/>
    </inkml:brush>
  </inkml:definitions>
  <inkml:trace contextRef="#ctx0" brushRef="#br0">61 55,'5'53,"16"132,-15-150,1 0,2-1,2-1,4 8,-12-32,1 0,1 0,0-1,0 0,0 1,2-1,-7-7,1 0,0 0,0 0,-1 0,1 0,0 0,0 0,0 0,0 0,0-1,1 1,-1 0,0-1,0 1,0-1,0 1,1-1,-1 0,0 1,1-1,-1 0,0 0,1 0,-1 0,0 0,0 0,1 0,-1 0,0-1,1 1,-1 0,0-1,0 1,1-1,-1 1,0-1,0 0,0 0,0 1,0-1,0 0,0 0,0 0,0 0,0 0,-1 0,1 0,0-1,5-8,0 0,-1 0,0 0,0-1,-1 0,-1 0,0 0,0 0,-1-1,-1 0,3-19,-2 0,-1 0,-2-5,-1 4,0 0,-3 0,-3-10,6 32,0 0,-1 0,-1 0,1 0,-2 1,1-1,-1 1,-1 0,0 1,0-1,0 1,-2-1,5 7,0 0,1-1,-1 1,0 0,0 1,0-1,-1 0,1 1,0 0,0 0,-1 0,1 0,-1 0,1 1,-1-1,1 1,-1 0,1 0,-1 0,1 1,-1-1,1 1,-1 0,1 0,0 0,-1 0,1 1,0-1,0 1,0 0,0 0,0 0,-6 5,0 0,1 0,0 1,0 0,0 0,1 1,1 0,-1 0,-2 7,2-2</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52.386"/>
    </inkml:context>
    <inkml:brush xml:id="br0">
      <inkml:brushProperty name="width" value="0.1" units="cm"/>
      <inkml:brushProperty name="height" value="0.1" units="cm"/>
      <inkml:brushProperty name="ignorePressure" value="1"/>
    </inkml:brush>
  </inkml:definitions>
  <inkml:trace contextRef="#ctx0" brushRef="#br0">1 0,'0'154,"0"0,2-126,0-1,2 0,2 0,3 12,-8-35,1 0,-1-1,0 1,1-1,0 1,0-1,0 0,0 0,0 0,2 1,-4-3,1-1,0 1,0 0,0-1,-1 1,1-1,0 0,0 1,0-1,0 0,0 1,0-1,0 0,0 0,0 0,0 0,0 0,0 0,0 0,0 0,0 0,0 0,0-1,0 1,0 0,0-1,0 1,0-1,0 1,-1-1,1 1,0-1,0 0,0 1,-1-1,1 0,0 0,-1 1,1-2,6-6,-1 0,1-1,-2 0,1 0,-1-1,-1 1,0-1,0 0,1-6,1-5,-1-1,-1-1,-1 1,-1-1,-1 3,-1 0,0 1,-2-1,0 1,-2-2,2 10,-1 0,0 0,-1 0,0 0,0 0,-1 1,-1 0,0 0,-2-2,7 10,-1-1,0 1,0 0,0 0,0 0,0 0,0 0,-1 0,1 1,-1-1,1 1,-1-1,1 1,-1 0,0 0,0 0,1 1,-1-1,0 1,0-1,0 1,0 0,0 0,0 0,0 1,1-1,-3 1,-18 7</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53.025"/>
    </inkml:context>
    <inkml:brush xml:id="br0">
      <inkml:brushProperty name="width" value="0.1" units="cm"/>
      <inkml:brushProperty name="height" value="0.1" units="cm"/>
      <inkml:brushProperty name="ignorePressure" value="1"/>
    </inkml:brush>
  </inkml:definitions>
  <inkml:trace contextRef="#ctx0" brushRef="#br0">0 16,'50'-7,"-36"4,1 0,-1 2,1-1,-1 2,1 0,10 2,-25-2,1 0,-1 0,1 0,-1 0,1 1,-1-1,1 0,-1 0,0 0,1 0,-1 1,1-1,-1 0,1 0,-1 1,0-1,1 0,-1 1,0-1,1 0,-1 1,0-1,0 1,1-1,-1 1,0-1,0 0,0 1,0-1,1 1,-1-1,-6 17,-21 16,23-28,-16 16,10-12,0 2,1-1,0 1,1 1,0 0,1 0,-2 4,9-15,-1 1,1-1,0 0,-1 1,1-1,0 1,0-1,0 1,0-1,0 1,0-1,0 1,1-1,-1 0,1 1,-1-1,1 1,-1-1,1 0,-1 1,1-1,0 0,0 0,0 0,0 0,0 0,0 1,0-2,0 1,0 0,1 0,-1 0,0 0,0-1,1 1,-1-1,1 1,-1-1,10 4,0 0,0-1,0 0,10 1,-3-1,-13-2,-1 0,1 1,-1-1,1 1,-1 0,0 0,0 1,0-1,0 1,0 0,0 0,-1 0,2 2,-4-4,0 1,0-1,0 1,0 0,0 0,0 0,-1-1,1 1,-1 0,1 0,-1 0,0 0,0 0,0 0,0 0,0 0,0 0,0 0,-1 0,1 0,-1-1,1 1,-1 0,0 0,0 0,0-1,0 1,0 0,0-1,0 1,0-1,-1 1,0 0,-5 4,1 0,-1 0,-1-1,1 0,-1-1,0 0,0 0,0 0,-1-1,1-1,-1 1,-6 0,5-1</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54.190"/>
    </inkml:context>
    <inkml:brush xml:id="br0">
      <inkml:brushProperty name="width" value="0.1" units="cm"/>
      <inkml:brushProperty name="height" value="0.1" units="cm"/>
      <inkml:brushProperty name="ignorePressure" value="1"/>
    </inkml:brush>
  </inkml:definitions>
  <inkml:trace contextRef="#ctx0" brushRef="#br0">0 48,'3'-1,"1"1,2-2,7 1,7-1,7-1,5 1,4-2,0 1,0-1,1 0,-2-1,-3 0,-7 0,-7 2,-8 0,-4 2</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54.553"/>
    </inkml:context>
    <inkml:brush xml:id="br0">
      <inkml:brushProperty name="width" value="0.1" units="cm"/>
      <inkml:brushProperty name="height" value="0.1" units="cm"/>
      <inkml:brushProperty name="ignorePressure" value="1"/>
    </inkml:brush>
  </inkml:definitions>
  <inkml:trace contextRef="#ctx0" brushRef="#br0">1 31,'0'0,"3"0,8-1,8 0,9-1,5-1,6-1,3-1,2 1,0 1,-8-1,-10 2,-9 1</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55.102"/>
    </inkml:context>
    <inkml:brush xml:id="br0">
      <inkml:brushProperty name="width" value="0.1" units="cm"/>
      <inkml:brushProperty name="height" value="0.1" units="cm"/>
      <inkml:brushProperty name="ignorePressure" value="1"/>
    </inkml:brush>
  </inkml:definitions>
  <inkml:trace contextRef="#ctx0" brushRef="#br0">1 1,'8'24,"-2"1,0 0,-1 0,-1 0,0 25,-1-12,31 363,-34-395,0-3,0-1,0 0,0 0,1 1,-1-1,0 0,1 0,0 0,-1 0,1 0,0 1,0-1,0 0,1 0,1-6,-2 0</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55.805"/>
    </inkml:context>
    <inkml:brush xml:id="br0">
      <inkml:brushProperty name="width" value="0.1" units="cm"/>
      <inkml:brushProperty name="height" value="0.1" units="cm"/>
      <inkml:brushProperty name="ignorePressure" value="1"/>
    </inkml:brush>
  </inkml:definitions>
  <inkml:trace contextRef="#ctx0" brushRef="#br0">209 69,'-7'-2,"0"1,1 0,-1 0,0 0,0 1,1 0,-1 0,0 0,0 1,0 0,1 1,-1-1,1 1,-1 1,1-1,0 1,0 0,-4 3,4-2,-1 1,1 0,0 1,1-1,0 1,-1 0,2 1,-1-1,1 1,0 0,0 0,1 0,0 0,0 1,-1 6,3-9,0 0,0 0,0 0,1 0,0-1,-1 1,2 0,-1 0,1 0,-1 0,2 0,-1 0,0-1,3 6,-1-4,0-1,0 1,1 0,0-1,1 1,-1-1,1-1,0 1,0-1,1 1,15 10,1-2,0-1,1-1,0 0,9 1,-19-7,36 14,-29-13,0 1,-1 1,-1 1,1 1,-2 0,10 7,-25-15,0-1,0 1,0 0,0 0,0 0,-1 0,1 0,0 0,-1 0,0 0,1 1,-1-1,0 1,0-1,-1 1,1-1,0 1,-1-1,0 1,1 2,-2-2,1 0,-1 0,0 0,0 0,0 0,0-1,0 1,0 0,-1 0,0-1,1 1,-1-1,0 1,0-1,-2 1,-5 5,0 0,-1 0,0-1,0-1,-1 0,0 0,0-1,-4 1,8-3,-1-1,0 1,0-1,0-1,0 1,0-1,0-1,0 0,-4 0,9 0,0-1,0 1,0-1,0 0,0 0,0 0,0 0,0-1,0 1,0-1,1 1,-1-1,1 0,-1 0,1 0,0-1,0 1,0 0,0-1,0 0,1 1,-1-1,1 0,-1 0,0-2,-1-6,0-1,0 1,1-1,1 0,0 1,0-1,1 0,1 0,1-8,5-24,11-40,-16 74,78-281,-68 250,-8 25</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56.734"/>
    </inkml:context>
    <inkml:brush xml:id="br0">
      <inkml:brushProperty name="width" value="0.1" units="cm"/>
      <inkml:brushProperty name="height" value="0.1" units="cm"/>
      <inkml:brushProperty name="ignorePressure" value="1"/>
    </inkml:brush>
  </inkml:definitions>
  <inkml:trace contextRef="#ctx0" brushRef="#br0">10 129,'-2'-3,"1"1,0-1,0 0,0 0,0 0,0 0,1 0,-1 1,1-1,0 0,0 0,0 0,0 0,1 0,-1 0,1 0,0 0,-1 0,1 0,1 0,-1 1,0-1,1 0,-1 1,1-1,0 1,0 0,0-1,0 1,0 0,0 0,1 0,-1 1,3-4,1 1,-1 0,1 1,0-1,0 1,0 0,0 1,0-1,1 1,-1 0,1 1,0 0,-1 0,3 0,-1 1,0 1,1 0,-1 0,-1 1,1 0,0 1,0-1,-1 1,1 1,-1 0,0 0,0 0,-1 0,1 1,-1 1,0-1,3 3,-5-2,1-1,-1 1,1 0,-1 0,-1 0,1 1,-1-1,-1 1,1 0,-1 0,0 0,-1 0,1 0,-1 0,-1 0,1 0,-1 1,-1-1,0 5,-2 2,0 0,-1 0,0 0,-1 0,-1-1,0 0,-1 0,-2 2,-17 24,-29 33,33-45,0 1,2 2,-13 25,32-54,0 1,0-1,0 1,1 0,-1 0,0-1,1 1,-1 0,1 0,0 0,0 0,-1-1,1 1,0 0,0 0,1 0,-1 0,0 0,1-1,-1 1,1 0,0 0,-1-1,1 1,1 1,0 0,1-1,-1 0,1 0,-1 0,1-1,0 1,0 0,0-1,0 0,0 0,0 0,0 0,1 0,0-1,29 5,1-2,-1-1,0-2,1-1,-1-2,26-5,-46 6</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57.568"/>
    </inkml:context>
    <inkml:brush xml:id="br0">
      <inkml:brushProperty name="width" value="0.1" units="cm"/>
      <inkml:brushProperty name="height" value="0.1" units="cm"/>
      <inkml:brushProperty name="ignorePressure" value="1"/>
    </inkml:brush>
  </inkml:definitions>
  <inkml:trace contextRef="#ctx0" brushRef="#br0">73 116,'-2'0,"0"0,0 0,0 0,0 1,0-1,0 1,0 0,0-1,0 1,0 0,0 0,0 0,0 0,0 1,1-1,-1 0,1 1,-1-1,-1 3,0-1,1 1,-1 0,1 0,0 0,0 0,0 0,-1 3,-1 7,1-1,1 0,-1 0,2 1,0 5,1 13,1-1,2 0,1 0,1 0,2 0,1-1,2 0,0 0,2-1,1-1,2 0,13 18,-24-40,0 0,0-1,1 1,0-1,0 0,1 0,-1-1,1 0,0 0,0 0,1-1,5 3,-9-5,0 0,0-1,0 1,0 0,0-1,1 0,-1 0,0 0,0 0,0-1,1 1,-1-1,0 0,0 1,0-2,0 1,0 0,-1 0,1-1,0 0,0 1,-1-1,1 0,-1 0,0-1,1 1,-1 0,0-1,1-2,4-6,0 0,0-1,-1 1,-1-1,0-1,0 1,-2-1,1 0,-1-2,3-22,-1-1,-1-23,-2 21,-2 0,-2 0,-6-30,5 51,-1 0,-1-1,-1 1,0 1,-2-1,0 1,-1 1,-5-9,9 20,1 0,0 0,-1 0,0 1,-1 0,1 0,-1 1,0-1,0 1,0 0,-1 1,-4-2,8 3,-1 1,0 0,0 0,0 0,1 0,-1 1,0-1,0 1,0 0,0 0,0 1,0-1,0 1,1 0,-1 0,0 0,0 0,1 1,-1 0,1-1,-1 1,1 1,0-1,-1 1,-5 5</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58.123"/>
    </inkml:context>
    <inkml:brush xml:id="br0">
      <inkml:brushProperty name="width" value="0.1" units="cm"/>
      <inkml:brushProperty name="height" value="0.1" units="cm"/>
      <inkml:brushProperty name="ignorePressure" value="1"/>
    </inkml:brush>
  </inkml:definitions>
  <inkml:trace contextRef="#ctx0" brushRef="#br0">10 112,'2'122,"6"0,5 1,3-28,-13-84,0 1,1-1,0 0,1 0,0 0,6 9,-9-18,-1 0,0 0,1 0,-1 0,1 0,-1 0,1 0,0-1,0 1,0-1,0 1,0-1,0 0,1 0,-1 0,0 0,0 0,1 0,-1-1,1 1,0-1,-1 0,0-1,1 1,-1 0,1-1,-1 0,0 1,0-1,1 0,-1 0,0 0,0-1,0 1,0 0,0-1,0 1,0-1,5-6,1 0,-1-1,-1 0,0 0,0 0,0-1,-1 1,0-4,8-17,-2-1,-2-1,0 1,-3-1,0-1,0-22,-4 34,-2 0,0-1,-1 1,-1 0,-1 0,-1 0,-1 1,-1 0,-1-1,-8-17,12 31,-1 0,0 1,-1-1,0 1,1-1,-2 2,1-1,-1 0,0 1,0 0,0 0,-1 1,0 0,0 0,0 1,-5-3,6 5,1-1,-1 1,0 0,0 0,1 1,-1-1,0 1,0 0,0 1,1 0,-1 0,0 0,1 0,-1 1,1 0,-1 0,1 1,0-1,0 1,0 0,0 1,-4 3,1 1</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58.690"/>
    </inkml:context>
    <inkml:brush xml:id="br0">
      <inkml:brushProperty name="width" value="0.1" units="cm"/>
      <inkml:brushProperty name="height" value="0.1" units="cm"/>
      <inkml:brushProperty name="ignorePressure" value="1"/>
    </inkml:brush>
  </inkml:definitions>
  <inkml:trace contextRef="#ctx0" brushRef="#br0">6 147,'-2'42,"-2"58,4 4,2-73,1-1,1 1,1-1,1 0,8 16,-11-36,1 0,0-1,1 0,0 1,1-1,0-1,0 1,0-1,5 3,-10-9,1 0,0 0,0 0,1-1,-1 1,0-1,0 1,1-1,-1 0,1 0,-1 0,1 0,-1 0,1-1,0 1,-1-1,1 0,0 1,0-1,-1 0,1-1,0 1,-1 0,1-1,0 0,-1 0,1 1,-1-1,1-1,-1 1,1 0,-1-1,0 1,0-1,0 1,0-1,0 0,1-1,5-6,1-1,-1 0,-1 0,0-1,-1 0,0 0,0-1,-1 0,3-11,1-6,-1 0,-2-1,2-20,-5 22,-2 0,-1 1,0-1,-2 0,-6-24,5 34,-1 1,-1-1,-1 1,0 0,-1 0,-1 0,0 1,-2 0,-4-5,9 15,0 0,0 1,-1 0,0 0,0 0,0 0,-1 1,1 0,-5-1,7 3,1 0,-1 1,1-1,-1 1,0 0,0 0,0 0,0 1,0-1,0 1,0 0,1 0,-1 1,0-1,0 1,0 0,0 0,0 0,-1 1,-1 1</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1:59.173"/>
    </inkml:context>
    <inkml:brush xml:id="br0">
      <inkml:brushProperty name="width" value="0.1" units="cm"/>
      <inkml:brushProperty name="height" value="0.1" units="cm"/>
      <inkml:brushProperty name="ignorePressure" value="1"/>
    </inkml:brush>
  </inkml:definitions>
  <inkml:trace contextRef="#ctx0" brushRef="#br0">41 123,'1'74,"1"6,5 21,-4-76,1-1,1 1,1-1,1 0,1-1,3 4,-9-21,1-1,0 1,0-1,1 1,0-1,0 0,0-1,0 1,3 2,-5-6,0 1,0-1,0 0,0 0,0 0,0 0,0 0,0 0,1 0,-1-1,0 1,0-1,1 0,-1 0,0 1,1-1,-1-1,0 1,1 0,-1-1,0 1,0-1,1 1,-1-1,0 0,0 0,0 0,4-3,0 0,0-1,0 1,-1-1,0 0,0 0,0-1,-1 0,1 1,-1-1,-1-1,1 1,1-5,3-8,-1 0,0-1,-1 1,0-6,-1 0,-1 0,-2 0,0-1,-1 1,-4-26,2 32,-2 0,-1 0,0 0,-1 0,-1 1,-1-1,-1 2,-1-3,5 14,1-1,-1 1,0 0,0 1,-1-1,0 1,0 0,0 0,-1 0,1 1,-1 0,-3-2,5 4,-1 0,1 0,-1 1,1-1,-1 1,0 0,1 0,-1 1,0-1,0 1,0 0,1 1,-1-1,0 1,0 0,1 0,-1 0,-2 1,-3 2,0 0,0 1,0 0,1 0,0 1,0 1,0-1,-6 7,1 1</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2:00.086"/>
    </inkml:context>
    <inkml:brush xml:id="br0">
      <inkml:brushProperty name="width" value="0.1" units="cm"/>
      <inkml:brushProperty name="height" value="0.1" units="cm"/>
      <inkml:brushProperty name="ignorePressure" value="1"/>
    </inkml:brush>
  </inkml:definitions>
  <inkml:trace contextRef="#ctx0" brushRef="#br0">110 61,'-1'-4,"0"0,0 1,0-1,0 1,0-1,-1 1,0 0,0-1,0 1,0 0,0 0,0 0,-1 0,0 1,1-1,-3 0,4 2,0 0,0 1,0-1,0 1,0-1,-1 1,1-1,0 1,0 0,-1-1,1 1,0 0,0 0,-1 0,1 0,0 0,0 0,-1 1,0-1,0 1,0 0,0 0,1 0,-1 0,0 0,1 1,-1-1,1 0,-1 1,1-1,0 1,-1 0,1-1,0 1,0 0,0 1,-4 6,1 1,1 0,-1 0,2 1,-1-1,2 1,-1-1,1 5,0 18,2 34,0-42,1 0,2 0,0 0,2 0,7 21,-9-37,0 0,0 0,1 0,0 0,0-1,1 0,5 5,-7-9,0 1,1-1,-1 0,1-1,0 1,0-1,1 0,-1 0,1-1,-1 1,1-1,5 1,-9-3,0 1,1 0,-1-1,0 0,0 1,1-1,-1 0,0 0,0-1,1 1,-1 0,0-1,0 1,2-1,-1-2</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2:00.805"/>
    </inkml:context>
    <inkml:brush xml:id="br0">
      <inkml:brushProperty name="width" value="0.1" units="cm"/>
      <inkml:brushProperty name="height" value="0.1" units="cm"/>
      <inkml:brushProperty name="ignorePressure" value="1"/>
    </inkml:brush>
  </inkml:definitions>
  <inkml:trace contextRef="#ctx0" brushRef="#br0">1 108,'2'44,"2"0,3-1,6 20,-4-15,-5-25,-3-14,0 0,0 0,1-1,1 1,-1 0,1-1,1 0,0 0,0 0,-4-7,0-1,0 0,0 0,0 0,0 0,1 0,-1 1,0-1,0 0,0 0,0 0,0 0,0 0,1 0,-1 0,0 0,0 1,0-1,0 0,1 0,-1 0,0 0,0 0,0 0,0 0,1 0,-1 0,0 0,0 0,0 0,0 0,1 0,-1 0,0 0,0 0,0-1,0 1,1 0,-1 0,0 0,0 0,0 0,5-9,1-13,-6 21,23-142,-14 79,2 1,17-51,-26 108,0 1,0-1,1 1,-1 0,3-3,-5 7,0 1,1-1,-1 0,1 1,-1 0,1-1,-1 1,1-1,-1 1,1-1,-1 1,1 0,-1-1,1 1,-1 0,1 0,0-1,-1 1,1 0,0 0,-1 0,1 0,0 0,0 1,0-1,-1 0,1 1,0-1,0 1,-1-1,1 1,-1-1,1 1,0-1,-1 1,1 0,-1-1,1 1,-1 0,1 0,-1-1,0 1,1 1,8 19,-2 0,0 1,-1 0,-1 1,-1 0,-1 0,5 23,-4-23,-2-9,1 1,1 0,0-1,4 8,-8-22,0 1,0 0,1 0,-1 0,0-1,1 1,-1 0,0 0,1-1,-1 1,1 0,-1-1,1 1,0-1,-1 1,1 0,0-1,-1 1,1-1,0 0,-1 1,1-1,0 0,0 1,0-1,0 0,0 0,0 0,0-1,0 1,-1-1,1 1,0-1,0 1,0-1,-1 0,1 1,0-1,-1 0,1 1,0-1,-1 0,1 0,-1 0,1 0,-1 0,5-8,-1-1,0-1,2-8,-6 16,15-52,-10 33,1-1,0 2,2-1,9-18,-16 39,0 0,-1-1,1 1,0 0,0 0,-1 0,1 0,0 0,0 0,0 0,0 1,0-1,0 0,2 0,-3 1,1-1,-1 1,1 0,-1 0,1 0,-1 0,1 0,-1 0,1 0,-1 0,1 0,-1 1,1-1,-1 0,1 0,-1 0,1 1,-1-1,1 0,-1 0,1 1,-1-1,0 0,1 1,-1-1,2 3,1 0,-2 0,1 0,0 0,-1 0,1 0,-1 0,0 1,0-1,0 2,6 26,-2-1,-2 2,0-1,-2 6,-6 127,3-138,1-4,0-8</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7T05:02:01.436"/>
    </inkml:context>
    <inkml:brush xml:id="br0">
      <inkml:brushProperty name="width" value="0.1" units="cm"/>
      <inkml:brushProperty name="height" value="0.1" units="cm"/>
      <inkml:brushProperty name="ignorePressure" value="1"/>
    </inkml:brush>
  </inkml:definitions>
  <inkml:trace contextRef="#ctx0" brushRef="#br0">1 79,'14'-5,"-1"0,0 0,0-1,0-1,2-2,-6 3,0 1,1 0,-1 0,1 1,0 0,1 1,-1 0,1 0,4 1,-13 1,0 1,0 0,0 0,0 0,0 0,0 0,0 0,0 1,0-1,0 1,0-1,0 1,-1 0,1 0,0 0,0 0,-1 0,1 0,0 0,-1 0,0 1,1-1,-1 1,1 0,-1 0,0 0,0 1,0-1,-1 1,1-1,0 1,-1-1,0 1,1 0,-1-1,0 1,0-1,-1 1,1 1,-2 7,-1 1,0-1,0 0,-1 0,-1-1,1 1,-3 1,-10 14,13-20,0-1,0 1,0 0,1 0,0 0,0 1,1-1,-1 1,1-1,-1 7,3-12,1 0,-1 1,0-1,0 0,1 0,-1 0,0 0,1 0,-1 0,1 0,0 0,-1 0,1 0,0 0,-1-1,1 1,0 0,0 0,0-1,0 1,0 0,0-1,0 1,0-1,0 1,0-1,0 1,0-1,0 0,37 7,-29-6,2 0,36 6,-45-7,0 1,-1-1,1 0,0 1,0 0,-1-1,1 1,0 0,-1 0,1 0,-1 0,1 0,-1 0,0 1,0-1,1 0,-1 1,0-1,0 1,0-1,0 1,-1 0,0-1,0 1,0-1,0 1,0-1,0 1,-1-1,1 1,-1-1,1 1,-1-1,1 1,-1-1,0 0,0 1,0-1,1 0,-1 0,0 0,-1 0,1 0,0 0,0 0,-1 1,-33 22,33-23,-27 15,-1-2,-1-1,-1-1,-26 5,47-14</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09.397"/>
    </inkml:context>
    <inkml:brush xml:id="br0">
      <inkml:brushProperty name="width" value="0.05" units="cm"/>
      <inkml:brushProperty name="height" value="0.05" units="cm"/>
      <inkml:brushProperty name="ignorePressure" value="1"/>
    </inkml:brush>
  </inkml:definitions>
  <inkml:trace contextRef="#ctx0" brushRef="#br0">1 8,'3'-1,"1"-1,0 0,-1 1,0 0</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10.256"/>
    </inkml:context>
    <inkml:brush xml:id="br0">
      <inkml:brushProperty name="width" value="0.05" units="cm"/>
      <inkml:brushProperty name="height" value="0.05" units="cm"/>
      <inkml:brushProperty name="ignorePressure" value="1"/>
    </inkml:brush>
  </inkml:definitions>
  <inkml:trace contextRef="#ctx0" brushRef="#br0">60 219,'-11'-19,"-3"-5,-1-1,-4-2,32 75,90 375,-50-194,-22-95,42 162,-37-171,19 37,-49-146,-2-2,2 1,0-1,0 0,1-1,1 1,0-1,1-1,4 4,-13-15,1 0,-1-1,1 1,-1 0,1-1,0 1,-1-1,1 1,0-1,-1 1,1-1,0 0,-1 1,1-1,0 0,0 1,0-1,-1 0,1 0,0 0,0 0,0 0,-1 0,1 0,0 0,0 0,0 0,0-1,0 0,0 1,0-1,0 0,-1 0,1 0,0 0,-1 0,1 0,-1 0,1 0,-1 0,1 0,-1 0,1 0,-1 0,0-1,2-8,0-1,-1 1,0-1,-1-1,0 11,-9-315,1 114,6 18,8-1,8 1,9 1,11-18,-29 174,-3 12,1-1,1 1,0 0,1 1,1-1,0 1,3-4,-9 17,1 0,-1 0,1 0,0 0,-1 0,1 1,0-1,0 0,-1 1,1-1,0 0,0 1,0-1,0 1,0-1,0 1,0-1,0 1,1 0,-1 0,-1 0,1 0,0 0,-1 0,1 0,0 0,-1 0,1 1,0-1,-1 0,1 1,0-1,-1 0,1 1,-1-1,1 1,-1-1,1 1,-1-1,1 1,-1-1,1 1,-1-1,0 1,1 0,-1-1,0 1,3 5</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20.087"/>
    </inkml:context>
    <inkml:brush xml:id="br0">
      <inkml:brushProperty name="width" value="0.05" units="cm"/>
      <inkml:brushProperty name="height" value="0.05" units="cm"/>
      <inkml:brushProperty name="ignorePressure" value="1"/>
    </inkml:brush>
  </inkml:definitions>
  <inkml:trace contextRef="#ctx0" brushRef="#br0">0 74,'1'2,"1"0,-1-1,1 1,0-1,-1 1,1-1,0 0,0 1,0-1,0 0,0 0,0 0,0-1,0 1,0-1,0 1,1-1,-1 1,0-1,0 0,0 0,1 0,-1 0,0-1,1 1,32-5,-1-2,1-1,-1-1,19-9,-16 5,0 1,1 3,25-3,-57 11</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20.466"/>
    </inkml:context>
    <inkml:brush xml:id="br0">
      <inkml:brushProperty name="width" value="0.05" units="cm"/>
      <inkml:brushProperty name="height" value="0.05" units="cm"/>
      <inkml:brushProperty name="ignorePressure" value="1"/>
    </inkml:brush>
  </inkml:definitions>
  <inkml:trace contextRef="#ctx0" brushRef="#br0">1 61,'0'0,"0"0,7 0,11-2,9-1,8-2,5 0,2 0,0-1,1-1,0 1,1 0,2 1,-8 1,-10 1,-10 1,-8 1</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21.635"/>
    </inkml:context>
    <inkml:brush xml:id="br0">
      <inkml:brushProperty name="width" value="0.05" units="cm"/>
      <inkml:brushProperty name="height" value="0.05" units="cm"/>
      <inkml:brushProperty name="ignorePressure" value="1"/>
    </inkml:brush>
  </inkml:definitions>
  <inkml:trace contextRef="#ctx0" brushRef="#br0">0 551,'15'-12,"-2"-2,0 0,0 0,-1-1,-1-1,8-14,11-26,9-24,-25 51,3-5,-2 0,-1-1,-2-1,-1 0,2-18,-12 51,-1 0,1 0,-1 0,0 0,0 0,-1 0,1 0,0 0,-1 0,-1-2,2 4,0 1,0 0,0-1,0 1,-1 0,1-1,0 1,0 0,-1-1,1 1,0 0,0 0,-1-1,1 1,0 0,-1 0,1 0,-1-1,1 1,0 0,-1 0,1 0,0 0,-1 0,1 0,-1 0,1 0,-1 0,0 0,0 0,0 1,-1-1,1 1,0-1,0 1,0 0,0-1,0 1,0 0,0 0,0 0,-1 1,-10 10,1 2,1-1,0 2,0-1,2 1,0 0,1 1,-2 4,-11 35,-10 44,8-8,4 0,4 1,-1 59,7 55,9 18,1-132,4-1,3 0,13 45,-19-123,1 0,0 0,0 0,1 0,1-1,0 0,3 4,-6-12,0 1,0-1,1 0,0 0,0 0,0-1,0 1,0-1,0 0,1 0,0-1,0 1,0-1,0 0,0 0,0-1,0 0,0 1,4-1,0-1,0 1,0-2,0 1,0-1,0 0,-1-1,1 0,0-1,-1 0,0 0,5-2,-1-2,0 0,0 0,0-1,-1 0,0-1,0 0,-1-1,-1-1</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21.984"/>
    </inkml:context>
    <inkml:brush xml:id="br0">
      <inkml:brushProperty name="width" value="0.05" units="cm"/>
      <inkml:brushProperty name="height" value="0.05" units="cm"/>
      <inkml:brushProperty name="ignorePressure" value="1"/>
    </inkml:brush>
  </inkml:definitions>
  <inkml:trace contextRef="#ctx0" brushRef="#br0">1 1,'29'49,"164"253,-186-292,22 27,-27-35,0 0,0 0,0 0,1 0,-1-1,0 1,1-1,-1 1,1-1,-1 0,1 0,-1 0,1 0,1-1,-3 1,-1-1,1 0,-1 0,1 0,0 0,-1 0,1 0,-1 0,1-1,0 1,-1 0,1 0,-1 0,1-1,0 1,-1 0,1 0,-1-1,1 1,-1-1,3-2</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22.318"/>
    </inkml:context>
    <inkml:brush xml:id="br0">
      <inkml:brushProperty name="width" value="0.05" units="cm"/>
      <inkml:brushProperty name="height" value="0.05" units="cm"/>
      <inkml:brushProperty name="ignorePressure" value="1"/>
    </inkml:brush>
  </inkml:definitions>
  <inkml:trace contextRef="#ctx0" brushRef="#br0">403 0,'0'0,"0"0,0 0,-6 3,-7 3,-7 6,-7 5,-5 7,-3 7,-1 8,1 6,-2 4,-2 2,0-1,5-10,10-10,8-12,7-8</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23.004"/>
    </inkml:context>
    <inkml:brush xml:id="br0">
      <inkml:brushProperty name="width" value="0.05" units="cm"/>
      <inkml:brushProperty name="height" value="0.05" units="cm"/>
      <inkml:brushProperty name="ignorePressure" value="1"/>
    </inkml:brush>
  </inkml:definitions>
  <inkml:trace contextRef="#ctx0" brushRef="#br0">0 689,'3'64,"7"24,-6-62,1 1,1-1,2 0,5 12,-11-34,0 1,0-1,0 1,1-1,-1 0,4 4,-5-8,-1 1,1-1,-1 1,1 0,0-1,-1 1,1-1,0 1,-1-1,1 0,0 1,0-1,-1 0,1 0,0 1,0-1,-1 0,1 0,0 0,0 0,0 0,0 0,-1 0,1 0,0 0,0 0,0-1,-1 1,1 0,0 0,0-1,-1 1,1-1,0 1,-1 0,1-1,0 1,-1-1,1 0,-1 1,1-1,-1 1,1-1,6-9,-1 0,0 0,0-1,-1 0,-1 0,0 0,0 0,-1 0,1-10,1 3,42-213,-2 8,-45 222,0 0,1 0,-1-1,0 1,1 0,-1 0,1-1,-1 1,1 0,0 0,-1 0,1 0,0 0,0 0,0 0,-1 1,1 0,-1 0,0 0,1 0,-1 0,0 0,1 0,-1 0,0 0,1 1,-1-1,0 0,0 0,1 0,-1 1,0-1,0 0,1 0,-1 1,0-1,0 0,1 0,-1 1,0-1,0 0,0 1,0-1,0 0,0 1,1-1,-1 0,0 1,11 43,-11-41,19 101,-6-25,3-1,3-1,16 33,-32-101,16 35,-18-41,0-1,1 0,-1 0,1 0,-1 0,1 0,-1 0,1 0,0 0,0-1,0 1,0-1,0 1,1-1,1 1,-3-2,0 0,0 0,0 0,0 0,0 0,0 0,0-1,0 1,0 0,0-1,0 1,-1 0,1-1,0 1,0-1,0 0,0 1,-1-1,1 0,0 1,-1-1,1 0,-1 0,1 1,0-1,-1 0,0 0,1 0,-1 0,0 0,1 0,-1 0,0 0,0 0,0-1,8-37,-8 38,3-35,-2 0,-1 0,-6-34,-20-109,21 151,-28-159,-26-164,58 342</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23.434"/>
    </inkml:context>
    <inkml:brush xml:id="br0">
      <inkml:brushProperty name="width" value="0.05" units="cm"/>
      <inkml:brushProperty name="height" value="0.05" units="cm"/>
      <inkml:brushProperty name="ignorePressure" value="1"/>
    </inkml:brush>
  </inkml:definitions>
  <inkml:trace contextRef="#ctx0" brushRef="#br0">1 0,'0'0,"3"8,6 11,6 12,3 7,4 2,0-3,0-7,-4-9,-5-7,-5-7,-3-4</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23.790"/>
    </inkml:context>
    <inkml:brush xml:id="br0">
      <inkml:brushProperty name="width" value="0.05" units="cm"/>
      <inkml:brushProperty name="height" value="0.05" units="cm"/>
      <inkml:brushProperty name="ignorePressure" value="1"/>
    </inkml:brush>
  </inkml:definitions>
  <inkml:trace contextRef="#ctx0" brushRef="#br0">354 0,'-23'40,"-1"-2,-11 11,1-1,2 2,-13 29,21-34,-2-2,-1-1,-3-1,-18 19,42-54</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24.918"/>
    </inkml:context>
    <inkml:brush xml:id="br0">
      <inkml:brushProperty name="width" value="0.05" units="cm"/>
      <inkml:brushProperty name="height" value="0.05" units="cm"/>
      <inkml:brushProperty name="ignorePressure" value="1"/>
    </inkml:brush>
  </inkml:definitions>
  <inkml:trace contextRef="#ctx0" brushRef="#br0">360 801,'1'4,"0"-5,-3-15,-5-23,3 27,-1 0,0 0,-1 1,0 0,0 0,-1 0,-1 1,-4-5,10 12,-1 0,0 0,0 0,0 0,0 1,0-1,-1 1,1 0,-1 0,1 0,-1 1,0-1,1 1,-1 0,0 0,0 0,0 0,0 1,0-1,0 1,-1 0,1 1,0-1,0 1,0-1,0 1,1 1,-2-1,-4 3,1 1,0-1,0 1,1 1,0 0,0 0,0 0,0 1,1 0,0 0,1 0,-5 8,-2 5,1 0,1 1,1 0,-4 14,4-8,1 1,1 1,2-1,-1 12,5-26,0-1,1 0,0 1,1-1,0 0,2 1,-1-1,1 0,1 0,4 7,-7-16,1 0,0 0,0-1,0 1,0-1,1 0,0 1,-1-1,1 0,0 0,1-1,-1 1,0-1,1 0,-1 1,1-1,0-1,0 1,0-1,0 1,0-1,0 0,3 0,-2-1,0 0,0 0,0-1,0 1,1-1,-1 0,0-1,0 1,-1-1,1 0,0 0,-1-1,1 1,-1-1,1 0,-1 0,0 0,-1-1,1 0,7-8,0-1,-1 0,-1 0,0-1,-1 0,0-1,-1 0,2-7,10-31,9-45,4-45,-5 0,-7-2,-6 0,-6-44,-8 183,1-12,-1 1,-1-1,-2-6,-2 11,4 13,1-1,0 1,-1 0,1 0,0 0,0 1,-1-1,1 0,0 0,-1 0,1 0,0 0,0 0,-1 0,1 0,0 0,0 1,-1-1,1 0,0 0,0 0,-1 1,1-1,0 0,0 0,0 0,0 1,-1-1,1 0,-12 27,0 17,3 0,1 1,1 12,-7 138,12-161,-4 252,8-225,4 0,1 0,12 39,-13-75,1-1,1 1,9 17,-14-36,0 0,0 0,0 0,1 0,0 0,0-1,0 0,1 0,0 0,0 0,0-1,1 0,-1 0,1 0,0-1,1 1,-3-3,0 0,1 0,-1 0,0 0,0-1,1 0,-1 0,0 0,1 0,-1-1,0 0,0 0,0 0,0 0,0-1,0 1,0-1,0 0,0 0,-1 0,1-1,1-1,3-4</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25.757"/>
    </inkml:context>
    <inkml:brush xml:id="br0">
      <inkml:brushProperty name="width" value="0.05" units="cm"/>
      <inkml:brushProperty name="height" value="0.05" units="cm"/>
      <inkml:brushProperty name="ignorePressure" value="1"/>
    </inkml:brush>
  </inkml:definitions>
  <inkml:trace contextRef="#ctx0" brushRef="#br0">1 115,'0'0,"5"0,11-2,15-2,11-2,8-3,5-2,2-2,0-2,-2-1,-5 3,-11 2,-12 3,-11 3,-8 3</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26.106"/>
    </inkml:context>
    <inkml:brush xml:id="br0">
      <inkml:brushProperty name="width" value="0.05" units="cm"/>
      <inkml:brushProperty name="height" value="0.05" units="cm"/>
      <inkml:brushProperty name="ignorePressure" value="1"/>
    </inkml:brush>
  </inkml:definitions>
  <inkml:trace contextRef="#ctx0" brushRef="#br0">1 108,'0'0,"7"-1,10-2,12-4,10-6,8-5,10-2,-6 2,-11 5,-12 4,-12 3</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27.841"/>
    </inkml:context>
    <inkml:brush xml:id="br0">
      <inkml:brushProperty name="width" value="0.05" units="cm"/>
      <inkml:brushProperty name="height" value="0.05" units="cm"/>
      <inkml:brushProperty name="ignorePressure" value="1"/>
    </inkml:brush>
  </inkml:definitions>
  <inkml:trace contextRef="#ctx0" brushRef="#br0">444 128,'-3'-11,"-1"0,0 0,0 0,-1 1,-1-1,1 2,-2-1,0-1,4 8,1 0,-1 0,0 1,0-1,0 1,0 0,0 0,-1 0,1 0,-1 0,1 1,-1 0,0-1,1 1,-1 1,0-1,0 0,0 1,1 0,-1 0,0 0,0 1,0-1,0 1,1 0,-1 0,-7 2,0 1,0 0,0 1,1 0,0 1,0 0,1 0,-1 1,1 1,-1 1,-13 13,1 1,1 0,-1 6,8-12,1 2,0 0,2 0,0 1,1 1,1-1,1 2,0 2,6-15,0-1,1 1,0-1,0 1,1-1,0 1,0 0,1-1,1 1,0 3,0-6,0 1,1-1,-1 0,1 0,1 0,-1 0,1 0,0-1,0 0,1 0,0 0,-1 0,2-1,1 2,6 3,0 0,0-1,1-1,0 0,9 3,79 22,-15-4,-64-20,-1 1,-1 1,1 1,-2 0,0 2,0 1,7 6,-22-15,1 0,-1 0,0 0,0 1,-1 0,0 0,0 0,0 0,-1 0,1 1,-2 0,1 0,-1 0,0 0,0 0,-1 0,0 0,0 0,-1 1,0-1,0 0,-1 1,0-1,0 0,-2 6,-1 2,-1-1,-1 0,0-1,-1 1,0-1,-1-1,0 1,-1-1,-1-1,0 1,0-2,-5 4,6-6,0-1,0 0,-1 0,0-1,-1-1,1 1,-1-2,0 1,0-2,0 1,-1-2,1 1,-1-2,1 1,-12-1,17-1,1-1,0 1,0-1,-1 0,1 0,0 0,0-1,0 1,0-1,1-1,-1 1,0-1,1 0,0 0,0 0,-1 0,0-2,0-1,1 0,-1 0,1 0,0 0,1-1,0 1,0-1,0 0,1 0,0 0,0-4,-2-14,1 0,1 0,2-1,1 1,0 0,5-20,3-7,1 1,3 0,2 1,13-28,-14 45,2 0,1 0,1 1,2 2,1 0,23-26,-42 55,4-7,1 0,1 1,-1 0,1 1,8-6,-9 9</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28.183"/>
    </inkml:context>
    <inkml:brush xml:id="br0">
      <inkml:brushProperty name="width" value="0.05" units="cm"/>
      <inkml:brushProperty name="height" value="0.05" units="cm"/>
      <inkml:brushProperty name="ignorePressure" value="1"/>
    </inkml:brush>
  </inkml:definitions>
  <inkml:trace contextRef="#ctx0" brushRef="#br0">0 0,'0'0,"0"0,7 5,7 3,8 3,9 4,6 6,3 7,2 8,-1 4,-3 4,-5-1,-7-8,-8-9,-7-10,-6-7</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28.541"/>
    </inkml:context>
    <inkml:brush xml:id="br0">
      <inkml:brushProperty name="width" value="0.05" units="cm"/>
      <inkml:brushProperty name="height" value="0.05" units="cm"/>
      <inkml:brushProperty name="ignorePressure" value="1"/>
    </inkml:brush>
  </inkml:definitions>
  <inkml:trace contextRef="#ctx0" brushRef="#br0">309 1,'0'0,"0"0,-6 1,-5 1,-7 4,-6 3,-3 6,-1 6,0 9,1 9,0 7,2 2,1 2,2-3,4-9,6-10,5-11,3-8</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28.988"/>
    </inkml:context>
    <inkml:brush xml:id="br0">
      <inkml:brushProperty name="width" value="0.05" units="cm"/>
      <inkml:brushProperty name="height" value="0.05" units="cm"/>
      <inkml:brushProperty name="ignorePressure" value="1"/>
    </inkml:brush>
  </inkml:definitions>
  <inkml:trace contextRef="#ctx0" brushRef="#br0">35 0,'-14'409,"0"-9,9-342,4-55,1-3</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29.689"/>
    </inkml:context>
    <inkml:brush xml:id="br0">
      <inkml:brushProperty name="width" value="0.05" units="cm"/>
      <inkml:brushProperty name="height" value="0.05" units="cm"/>
      <inkml:brushProperty name="ignorePressure" value="1"/>
    </inkml:brush>
  </inkml:definitions>
  <inkml:trace contextRef="#ctx0" brushRef="#br0">39 534,'27'-122,"-18"72,3 0,1 1,11-20,-18 54,0 1,1 0,1 0,0 1,1 0,1 0,-1 1,2 0,0 1,0 1,1-1,1 2,3-3,-13 10,1-1,0 1,0 0,0 0,0 0,0 0,0 1,0 0,1 0,-1 0,0 0,1 1,-1-1,1 1,-1 0,1 1,-1-1,0 1,1 0,-1 0,0 0,1 0,-1 1,0 0,0 0,0 0,-1 0,1 1,0-1,-1 1,1 0,-1 0,0 0,0 1,1 1,6 8,-1 1,0 0,-1 1,0 0,-1 0,-1 1,-1-1,0 1,1 11,1 9,-1 0,-3 0,0 35,-3-27,-3 0,-2 0,-1 0,-2-1,-3 3,2-16,0-1,-2 0,-1-1,-1 0,-1-1,-2-1,-14 19,20-32,-2 1,0-2,0 0,-1 0,0-1,-1-1,0 0,-1-1,-3 0,10-5,0 0,0-1,0 0,-1-1,1 0,-1 0,1-1,-8 0,10 0,0-2,0 1,0-1,0 0,1 0,-1 0,0-1,1 0,-1 0,1-1,0 1,-1-1,-1-2,2 1,1 1,0-1,0 0,0 0,0 0,1 0,0-1,0 0,0 1,0-1,1 0,0 0,0 0,0-1,0 1,1 0,0-1,0 1,1-1,-1 1,1-1,0 0,1 1,-1-1,1 1,1-4,0 1,0 0,0 1,1-1,0 1,0 0,1 0,0 0,0 0,1 0,-1 1,1 0,1 0,-1 0,1 1,0 0,0 0,1 0,3-1,-2 2,0 1,0-1,0 2,1-1,-1 1,1 0,-1 1,1 0,-1 0,8 1,-2 1,1 1,-1 0,0 0,0 2,0 0,4 1,19 11,1 2,-2 0,-1 3,4 4,40 27,5 8,-77-54</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30.033"/>
    </inkml:context>
    <inkml:brush xml:id="br0">
      <inkml:brushProperty name="width" value="0.05" units="cm"/>
      <inkml:brushProperty name="height" value="0.05" units="cm"/>
      <inkml:brushProperty name="ignorePressure" value="1"/>
    </inkml:brush>
  </inkml:definitions>
  <inkml:trace contextRef="#ctx0" brushRef="#br0">0 0,'0'0,"0"0,0 0,6 6,6 9,6 7,5 6,5 5,1 2,1 0,-1-1,-1-4,-3-4,-2-6,-5-7,-6-5,-5-4,-3-3</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30.370"/>
    </inkml:context>
    <inkml:brush xml:id="br0">
      <inkml:brushProperty name="width" value="0.05" units="cm"/>
      <inkml:brushProperty name="height" value="0.05" units="cm"/>
      <inkml:brushProperty name="ignorePressure" value="1"/>
    </inkml:brush>
  </inkml:definitions>
  <inkml:trace contextRef="#ctx0" brushRef="#br0">298 1,'0'0,"0"0,-9 5,-8 7,-6 9,-5 9,-4 9,1 4,-1 3,1 0,3-1,1-1,4-5,6-9</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30.951"/>
    </inkml:context>
    <inkml:brush xml:id="br0">
      <inkml:brushProperty name="width" value="0.05" units="cm"/>
      <inkml:brushProperty name="height" value="0.05" units="cm"/>
      <inkml:brushProperty name="ignorePressure" value="1"/>
    </inkml:brush>
  </inkml:definitions>
  <inkml:trace contextRef="#ctx0" brushRef="#br0">45 0,'2'13,"-1"-1,0 0,-1 1,0-1,-1 1,0-1,-1 0,-2 4,0 14,-3 18,-7 54,4 0,5 5,4-77,2 0,1-1,2 1,0 0,3-1,0 0,1 0,2-1,5 8,-12-28,1 0,1-1,0 1,0-1,0 0,1 0,0 0,0-1,0 0,1 0,0-1,0 0,3 2,-4-5,0 1,0 0,0-1,0 0,0-1,0 1,1-1,-1-1,1 1,-1-1,0 0,1 0,-1-1,1 0,-1 0,0-1,1 1,2-2,5-3,0-1,0 0,-1 0,0-1,0-1,-1 0,0-1,-1-1,0 1,0-2,-1 0,-1 0,0 0,0-1,3-8,-5 7,0 1,-1-1,0 1,-1-2,-1 1,0 0,-1-1,-1 0,0 0,-1 0,0 0,-1 0,-1 0,0 0,-2 1,1-2,0 10,0 0,0 1,0-1,0 1,-1-1,0 1,0 0,-1 0,1 0,-1 0,0 0,0 1,-1 0,-1-1,3 2,-1 1,0-1,0 1,0 0,0 0,0 1,-1-1,1 1,-1 0,1 0,-1 1,1-1,-1 1,1 0,-1 0,1 0,-1 1,1 0,-2 0,-5 2,0 1,0 0,1 0,-1 2,1-1,0 1,1 0,0 1,0 0,0 1,1 0,-3 3,-12 15,0 1,2 2,-6 10,8-7,7-10</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31.887"/>
    </inkml:context>
    <inkml:brush xml:id="br0">
      <inkml:brushProperty name="width" value="0.05" units="cm"/>
      <inkml:brushProperty name="height" value="0.05" units="cm"/>
      <inkml:brushProperty name="ignorePressure" value="1"/>
    </inkml:brush>
  </inkml:definitions>
  <inkml:trace contextRef="#ctx0" brushRef="#br0">0 0,'0'0,"0"0,0 0,6 5,6 4,8 3,8 2,9 2,5 0,5-1,2-2,-8-4,-10-4,-10-2,-10-1</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32.238"/>
    </inkml:context>
    <inkml:brush xml:id="br0">
      <inkml:brushProperty name="width" value="0.05" units="cm"/>
      <inkml:brushProperty name="height" value="0.05" units="cm"/>
      <inkml:brushProperty name="ignorePressure" value="1"/>
    </inkml:brush>
  </inkml:definitions>
  <inkml:trace contextRef="#ctx0" brushRef="#br0">1 65,'0'0,"6"-2,13-2,13-3,11-3,9-2,7 1,3 3,-7 3,-15 1,-12 3,-13 0</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48.924"/>
    </inkml:context>
    <inkml:brush xml:id="br0">
      <inkml:brushProperty name="width" value="0.05" units="cm"/>
      <inkml:brushProperty name="height" value="0.05" units="cm"/>
      <inkml:brushProperty name="ignorePressure" value="1"/>
    </inkml:brush>
  </inkml:definitions>
  <inkml:trace contextRef="#ctx0" brushRef="#br0">449 0,'-40'5,"1"1,0 2,0 2,1 2,1 1,0 1,0 3,-32 20,60-32,0 0,1 1,0 1,0-1,-7 8,14-12,-1 0,0 0,1 0,-1 0,1 0,0 0,0 0,0 1,0-1,0 0,0 1,1-1,-1 1,1-1,-1 1,1-1,0 0,0 1,0-1,1 1,-1-1,0 1,1-1,0 1,-1-1,1 0,0 1,6 9,0 0,1 0,4 4,15 25,-4 4,-1 1,5 23,-6-14,19 31,-39-82,1 0,0 0,1-1,-1 1,1-1,0 1,-1-1,2 0,-1 0,0-1,0 1,2 0,-3-2,0 0,0 0,0-1,0 1,1-1,-1 1,0-1,1 0,-1 0,0 0,0 0,1 0,-1 0,0-1,1 1,-1-1,0 0,0 1,0-1,0 0,0 0,2-2,21-11,1 2,1 0,-1 2,14-3,-29 10,0 1,0 0,0 0,1 1,-1 1,1 0,-1 0,1 2,-1-1,0 1,0 1,7 2,-7-1,1 2,-1-1,-1 2,1-1,-1 2,-1-1,1 1,-1 1,0-1,-1 1,0 1,-1 0,0 0,0 0,-1 2,3 3,-2-1,0 2,-1-1,0 1,-1-1,-1 1,0 1,-2-1,1 0,-2 1,0 1,-2-3,0 1,-1-1,-1 1,0-1,-2 0,1 0,-2 0,1-1,-2 0,0 0,-7 10,3-8,-1 0,-1-1,0 0,0-1,-2-1,1 0,-2-1,0-1,-4 2,3-2,-1-2,0 0,-1-1,0-1,0 0,-1-2,0 0,-17 1,20-4,1-1,0-1,-1 0,1-1,0-1,0 0,0-2,0 0,0 0,1-1,-3-2,-2-2,1-1,0-1,1 0,0-1,0-1,-7-9,14 12</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49.303"/>
    </inkml:context>
    <inkml:brush xml:id="br0">
      <inkml:brushProperty name="width" value="0.05" units="cm"/>
      <inkml:brushProperty name="height" value="0.05" units="cm"/>
      <inkml:brushProperty name="ignorePressure" value="1"/>
    </inkml:brush>
  </inkml:definitions>
  <inkml:trace contextRef="#ctx0" brushRef="#br0">0 3,'0'0,"0"0,0 0,0 0,0 0,9 0,3-1,-1 0,-2 0,-2 1</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49.659"/>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49.987"/>
    </inkml:context>
    <inkml:brush xml:id="br0">
      <inkml:brushProperty name="width" value="0.05" units="cm"/>
      <inkml:brushProperty name="height" value="0.05" units="cm"/>
      <inkml:brushProperty name="ignorePressure" value="1"/>
    </inkml:brush>
  </inkml:definitions>
  <inkml:trace contextRef="#ctx0" brushRef="#br0">226 1,'-38'302,"6"-67,24-165,-31 238,26-238,-3 0,-2-2,-12 22,27-80,0-2,0 1,-1-1,0 0,0 0,-3 4,3-9</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51.990"/>
    </inkml:context>
    <inkml:brush xml:id="br0">
      <inkml:brushProperty name="width" value="0.05" units="cm"/>
      <inkml:brushProperty name="height" value="0.05" units="cm"/>
      <inkml:brushProperty name="ignorePressure" value="1"/>
    </inkml:brush>
  </inkml:definitions>
  <inkml:trace contextRef="#ctx0" brushRef="#br0">1 107,'5'2,"-1"-1,2 0,-1 0,0 0,0-1,0 0,0 0,0 0,0 0,1-1,56-11,-35 6,104-21,223-39,-349 66,-8 2,-5 2,8-4</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53.091"/>
    </inkml:context>
    <inkml:brush xml:id="br0">
      <inkml:brushProperty name="width" value="0.05" units="cm"/>
      <inkml:brushProperty name="height" value="0.05" units="cm"/>
      <inkml:brushProperty name="ignorePressure" value="1"/>
    </inkml:brush>
  </inkml:definitions>
  <inkml:trace contextRef="#ctx0" brushRef="#br0">212 0,'-5'2,"1"1,0-1,0 1,0-1,0 1,1 0,-1 1,1-1,-1 0,1 1,0 0,1 0,-3 4,-6 11,0 1,-2 8,6-13,-15 35,2 2,2 0,3 0,2 2,2-1,3 2,2-1,2 1,3 0,3 0,1 0,10 43,-8-73,1 1,1-1,1 0,1 0,2-1,11 20,-17-35,1 1,0-1,0-1,1 1,0-1,0 0,1-1,0 0,0 0,1-1,0 0,0 0,1-1,-1 0,1-1,0 0,0-1,1 0,-4-1,0-1,0 0,0-1,1 1,-1-1,0-1,0 0,0 0,0 0,0-1,0 0,3-1,0-1,0-1,-1 0,0 0,0-1,0 0,-1 0,0-1,1-1,5-7,0 0,-1-1,-1-1,-1 0,0 0,-1-1,-1 0,3-11,-2 4,-2 1,-1-1,-1 0,-1-1,-2 1,0-1,-1-15,-3 28,1 1,-2-1,0 1,0 0,-1-1,0 1,-5-9,5 14,0 0,-1 0,0 0,-1 1,1-1,-1 1,0 0,-1 0,0 1,1 0,-2 0,-3-3,4 4,0 1,0-1,0 2,0-1,0 0,0 1,-1 0,1 1,-1-1,0 1,1 1,-1-1,0 1,1 0,-1 1,-2 0,-1 1,-1 0,1 2,1-1,-1 1,0 0,1 1,0 0,0 0,0 1,1 1,-17 14,0 1,2 1,1 1,1 1,1 1,-3 8,-3 5,1 2,2 1,14-24</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54.253"/>
    </inkml:context>
    <inkml:brush xml:id="br0">
      <inkml:brushProperty name="width" value="0.05" units="cm"/>
      <inkml:brushProperty name="height" value="0.05" units="cm"/>
      <inkml:brushProperty name="ignorePressure" value="1"/>
    </inkml:brush>
  </inkml:definitions>
  <inkml:trace contextRef="#ctx0" brushRef="#br0">1 109,'3'7,"1"2,0 0,-1-1,-1-3,3-10,1-6,-2-6,-2-2,-3-2,-2-2,0 3,1 5,0 5,1 4</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54.602"/>
    </inkml:context>
    <inkml:brush xml:id="br0">
      <inkml:brushProperty name="width" value="0.05" units="cm"/>
      <inkml:brushProperty name="height" value="0.05" units="cm"/>
      <inkml:brushProperty name="ignorePressure" value="1"/>
    </inkml:brush>
  </inkml:definitions>
  <inkml:trace contextRef="#ctx0" brushRef="#br0">0 157,'0'0,"5"-3,10-4,7-5,5-5,3-5,-1-6,-5 3,-7 5,-5 6,-6 6</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55.268"/>
    </inkml:context>
    <inkml:brush xml:id="br0">
      <inkml:brushProperty name="width" value="0.05" units="cm"/>
      <inkml:brushProperty name="height" value="0.05" units="cm"/>
      <inkml:brushProperty name="ignorePressure" value="1"/>
    </inkml:brush>
  </inkml:definitions>
  <inkml:trace contextRef="#ctx0" brushRef="#br0">2 0,'0'57,"-1"17,3 1,3 0,13 65,-16-132,0 1,0-1,1 0,0 0,0 0,1 0,0 0,2 2,-4-8,0 1,0-1,0 0,0 0,0 0,0 0,0 0,1-1,-1 1,1-1,0 1,-1-1,1 0,0 0,0 0,0 0,-1-1,1 1,0-1,0 0,0 0,0 0,0 0,0 0,2-1,11-3,-1 0,0-1,0-1,0 0,-1-1,6-5,21-8,-35 17</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55.985"/>
    </inkml:context>
    <inkml:brush xml:id="br0">
      <inkml:brushProperty name="width" value="0.05" units="cm"/>
      <inkml:brushProperty name="height" value="0.05" units="cm"/>
      <inkml:brushProperty name="ignorePressure" value="1"/>
    </inkml:brush>
  </inkml:definitions>
  <inkml:trace contextRef="#ctx0" brushRef="#br0">330 106,'-6'-9,"0"1,-1-1,0 2,0-1,-1 1,0 0,0 1,-1-1,0 2,0-1,0 1,-1 1,1 0,-8-2,12 4,0 1,0 0,0 0,-1 0,1 0,0 1,0 0,-1 0,1 1,0-1,0 1,-1 0,1 0,0 1,0 0,0 0,0 0,1 0,-1 1,1 0,-1 0,1 0,0 0,0 1,0-1,1 1,-1 0,1 0,-2 4,-4 6,2 0,0 0,1 0,0 1,1 0,1 0,0 0,1 1,1 0,-1 10,1 31,2-1,4 21,-1-23,-2-32,-1-18</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57.101"/>
    </inkml:context>
    <inkml:brush xml:id="br0">
      <inkml:brushProperty name="width" value="0.05" units="cm"/>
      <inkml:brushProperty name="height" value="0.05" units="cm"/>
      <inkml:brushProperty name="ignorePressure" value="1"/>
    </inkml:brush>
  </inkml:definitions>
  <inkml:trace contextRef="#ctx0" brushRef="#br0">34 81,'-1'0,"0"0,0-1,0 1,0 0,1 0,-1 0,0 0,0 0,0 0,0 0,0 0,0 0,0 0,0 1,1-1,-1 0,0 0,0 1,0-1,1 1,-1-1,0 1,0-1,0 1,0 0,0 1,0-1,0 1,0-1,0 1,1-1,-1 1,0-1,1 1,0 0,-1 0,1 1,-1 7,0 0,1 1,0-1,1 5,0-5,8 87,12 44,7 71,-28-211,1 24,-1-24,0 0,0-1,1 1,-1 0,0 0,0-1,0 1,-1 0,1-1,0 1,0 0,0 0,0-1,-1 1,1 0,0-1,-1 1,1 0,0-1,-1 1,1-1,-1 1,1 0,-1-1,0 1,0-2,1 1,-1-1,0 1,0-1,0 1,0-1,1 0,-1 0,0 1,1-1,-1 0,0 0,1 0,-1 0,1 0,0 0,-1 0,1 1,0-1,-1-1,-7-24,6 21,-6-28,0-1,2 0,2-1,1 1,1-1,2 0,2 1,1-1,2 1,1 0,1 0,2 0,2 1,1 1,3-4,-12 29,1-1,0 1,1 0,-1 0,1 1,1-1,0 0,-4 5,0 1,-1-1,1 1,0 0,0-1,0 1,0 0,0 0,0 0,0 0,0 1,0-1,1 0,-1 1,0 0,0-1,1 1,-1 0,0 0,1 0,-1 1,0-1,0 0,0 1,1 0,-1-1,1 2,3 1,0 1,0-1,0 2,-1-1,0 0,0 1,0 0,-1 0,1 1,-1-1,-1 1,1 0,-1 0,8 14,-1 0,-1 1,1 8,1 7,-1 0,-2 1,-2 0,-1 0,-2 0,-2 1,-1-1,-2 1,-2-1,-1 3,4-39,1 5,-1-1,0 0,0 1,-1-1,0 0,0 0,-2 4,4-9,0 1,0-1,0 0,-1 0,1 1,0-1,0 0,0 0,0 0,0 1,-1-1,1 0,0 0,0 0,0 0,-1 1,1-1,0 0,0 0,-1 0,1 0,0 0,0 0,0 0,-1 0,1 0,0 0,0 0,-1 0,1 0,0 0,0 0,-1 0,1 0,0 0,0 0,-1 0,-4-9,-1-16,4-3,2 1,0 0,2 0,1-1,4-10,7-29,15-38,-28 100,12-38,9-17,-17 48,0 1,1 0,0 0,1 0,0 1,0 0,6-5,-11 13,-1 1,0-1,1 0,0 1,-1 0,1-1,0 1,0 0,0 0,0 0,0 0,0 0,0 0,0 0,0 1,0-1,0 1,0 0,1-1,-1 1,0 0,0 0,0 0,1 1,-1-1,0 1,0-1,0 1,0 0,0-1,0 1,0 0,0 0,0 1,0-1,0 0,-1 1,1-1,0 1,-1-1,0 1,2 1,4 7,1 0,-2 0,1 1,-1 0,-1 1,0-1,0 2,11 37,-2 1,-3 0,-1 1,-3 0,-2 0,-3 1,-1-1,-3 1,-3-1,-4 16,8-61,-1 8,-1 1,0-1,-5 9,6-17</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4:58.238"/>
    </inkml:context>
    <inkml:brush xml:id="br0">
      <inkml:brushProperty name="width" value="0.05" units="cm"/>
      <inkml:brushProperty name="height" value="0.05" units="cm"/>
      <inkml:brushProperty name="ignorePressure" value="1"/>
    </inkml:brush>
  </inkml:definitions>
  <inkml:trace contextRef="#ctx0" brushRef="#br0">0 126,'0'-4,"0"0,1 0,-1 0,1 1,0-1,0 0,0 0,0 0,1 1,-1-1,1 1,0-1,0 1,1 0,1-3,1 1,-1 1,1 0,0 0,0 0,0 1,1 0,-1 0,1 0,3-1,10-2,-1 0,1 2,1 0,-1 1,0 1,1 1,-10 0,0 1,0 0,-1 0,1 1,0 0,1 1,-9-1,0-1,0 1,0-1,0 1,0 0,0 0,0 0,0 0,0 0,0 0,0 1,-1-1,1 1,0-1,-1 1,0 0,1-1,-1 1,0 0,0 0,0 0,0 0,0 0,0 0,-1 0,1 0,-1 0,1 0,-1 1,0-1,0 6,0 0,-1 0,0-1,-1 1,1 0,-1-1,-1 1,0-1,0 0,0 1,-1-1,0-1,0 1,-1-1,1 1,-4 1,-4 5,0 0,-1-1,0-1,-1 0,0 0,-14 6,-24 10,74-31,0 1,18 0,-21 2,1 1,-1 1,0 1,0 0,0 2,5 2,-12-3,-1 0,0 1,-1 1,1 0,-1 0,0 1,0 0,0 1,-1 0,8 8,-15-13,0-1,0 1,0 0,0 0,-1 0,1 1,-1-1,0 0,1 0,-1 1,0-1,0 1,-1-1,1 1,0-1,-1 1,0-1,1 1,-1 0,0-1,0 1,-1-1,1 1,0 0,-1-1,0 1,1-1,-1 1,-2 1,1 0,-1 1,0-1,0 0,-1-1,1 1,-1-1,0 1,1-1,-1 0,-1-1,1 1,0-1,-3 1,-9 5,-1-1,0-1,0-1,-1-1,0 0,1-1,-1-1,-8 0,-6-2,1 0,-1-2,1-2,-13-3,33 5</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04.137"/>
    </inkml:context>
    <inkml:brush xml:id="br0">
      <inkml:brushProperty name="width" value="0.05" units="cm"/>
      <inkml:brushProperty name="height" value="0.05" units="cm"/>
      <inkml:brushProperty name="ignorePressure" value="1"/>
    </inkml:brush>
  </inkml:definitions>
  <inkml:trace contextRef="#ctx0" brushRef="#br0">0 158,'1'-15,"4"21,10 26,-15-31,22 59,-3 0,6 39,19 127,-35-170,5 24,-5-21,2 0,16 45,-25-100,-1 0,0 0,0 0,1 0,-1-1,1 1,0 0,0-1,1 1,-1-1,2 2,-3-5,-1 0,0 0,1 0,-1 1,0-1,1 0,-1 0,0 0,0 0,1 0,-1 0,0 0,1 0,-1 0,0 0,1 0,-1 0,0-1,1 1,-1 0,0 0,1 0,-1 0,0 0,0-1,1 1,-1 0,0 0,0 0,1-1,-1 1,0 0,0 0,0-1,1 1,-1 0,0-1,0 1,0 0,0-1,0 1,0 0,1-1,-1 1,0 0,0-1,0 1,0 0,0-1,0 1,-1 0,1-1,4-22,-3 21,9-83,42-332,23 6,-71 393,-2 7,1 1,-1 0,2-1,0 1,1-3,-5 13,0 0,0 0,0 0,1 0,-1 1,0-1,0 0,0 0,0 0,0 0,0 0,0 0,0 0,0 0,0 1,0-1,1 0,-1 0,0 0,0 0,0 0,0 0,0 0,0 0,0 0,1 0,-1 0,0 0,0 0,0 0,0 0,0 0,0 0,1 0,-1 0,0 0,0 0,0 0,0 0,0 0,0 0,0 0,1 0,-1 0,0 0,0 0,0 0,0-1,0 1,0 0,0 0,0 0,0 0,1 0,-1 0,0 0,0 11,0-6</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04.650"/>
    </inkml:context>
    <inkml:brush xml:id="br0">
      <inkml:brushProperty name="width" value="0.05" units="cm"/>
      <inkml:brushProperty name="height" value="0.05" units="cm"/>
      <inkml:brushProperty name="ignorePressure" value="1"/>
    </inkml:brush>
  </inkml:definitions>
  <inkml:trace contextRef="#ctx0" brushRef="#br0">0 48,'0'0,"6"-1,11-3,10-2,8-1,8-1,-3 0,-9 2,-10 1,-8 3</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05.138"/>
    </inkml:context>
    <inkml:brush xml:id="br0">
      <inkml:brushProperty name="width" value="0.05" units="cm"/>
      <inkml:brushProperty name="height" value="0.05" units="cm"/>
      <inkml:brushProperty name="ignorePressure" value="1"/>
    </inkml:brush>
  </inkml:definitions>
  <inkml:trace contextRef="#ctx0" brushRef="#br0">1 38,'0'0,"0"0,8 0,11-2,11 0,8-1,6-3,0-1,-1 0,-3-3,-1 9,-9 5,-8 1,-8 1,-7-2</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07.673"/>
    </inkml:context>
    <inkml:brush xml:id="br0">
      <inkml:brushProperty name="width" value="0.05" units="cm"/>
      <inkml:brushProperty name="height" value="0.05" units="cm"/>
      <inkml:brushProperty name="ignorePressure" value="1"/>
    </inkml:brush>
  </inkml:definitions>
  <inkml:trace contextRef="#ctx0" brushRef="#br0">0 0,'1'1,"-1"-1,1 1,0 0,-1-1,1 1,0 0,-1-1,1 1,-1 0,1-1,-1 1,0 0,1 0,-1 0,0 0,1-1,-1 1,0 0,0 0,0 0,0 0,0 0,3 32,-1-12,31 134,12 22,-5-23,-14-47,-32-132,-1-25,7 32,1 0,1 0,0 0,1 0,4-10,-5 18,1 1,0 0,1 0,0 0,1 0,0 0,0 1,1 0,0 0,7-7,-11 13,0 0,0 1,0-1,0 0,0 1,0 0,1-1,-1 1,1 0,-1 0,1 0,-1 1,1-1,-1 0,1 1,0 0,-1 0,3 0,-1 0,0 1,-1 0,1 0,0 0,0 0,-1 1,1-1,-1 1,1 0,-1 0,3 2,7 7,0 1,-1 0,-1 1,0 0,3 6,-11-15,9 12,0 0,-2 0,0 1,-1 0,-1 1,0 0,1 8,-6-19,-2 0,1 0,-1 0,0 1,0-1,-1 0,0 0,0 0,-1 1,0-1,0 0,-1 0,1 0,-2 0,1 0,-1-1,0 1,0-1,-1 0,0 0,-2 4,0-4</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08.186"/>
    </inkml:context>
    <inkml:brush xml:id="br0">
      <inkml:brushProperty name="width" value="0.05" units="cm"/>
      <inkml:brushProperty name="height" value="0.05" units="cm"/>
      <inkml:brushProperty name="ignorePressure" value="1"/>
    </inkml:brush>
  </inkml:definitions>
  <inkml:trace contextRef="#ctx0" brushRef="#br0">1 174,'10'3,"0"0,0-1,0 0,1-1,-1-1,1 1,-1-2,0 1,1-1,3-2,6 2,727-107,-679 97,-27 4,-11 3,-1-1,1-2,-1-1,23-10,-51 18,0 0,0 0,0-1,0 1,-1-1,1 1,0-1,0 1,0-1,0 1,0-1,-1 0,1 1,0-1,0 0,-1 0,1 0,0 0,-3 0</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08.933"/>
    </inkml:context>
    <inkml:brush xml:id="br0">
      <inkml:brushProperty name="width" value="0.05" units="cm"/>
      <inkml:brushProperty name="height" value="0.05" units="cm"/>
      <inkml:brushProperty name="ignorePressure" value="1"/>
    </inkml:brush>
  </inkml:definitions>
  <inkml:trace contextRef="#ctx0" brushRef="#br0">41 127,'4'-8,"0"-1,0 1,1 0,0 0,0 1,1-1,0 1,0 0,1 1,0 0,0 0,0 0,5-2,-4 4,-1 1,1-1,-1 1,1 1,0 0,0 0,0 0,0 1,1 0,-1 1,0 0,0 0,1 1,-1 0,2 0,9 3,-2 0,1 1,0 1,-1 1,0 0,-1 1,7 5,-16-9,-1-1,0 1,0 0,-1 1,1 0,-1-1,0 2,0-1,-1 1,1-1,-1 1,-1 0,1 1,-1-1,0 1,0-1,-1 1,0 0,0 0,0 3,-2-4,0 1,-1 0,0 0,0-1,0 1,-1 0,0-1,-1 0,1 1,-1-1,0 0,-1 0,1-1,-1 1,0-1,-1 0,1 0,-2 2,-15 13,-1-1,0-1,-16 10,34-25,-37 26,-2-2,-4 0,29-17,0-2,0 0,-1-1,0-1,0 0,-16 1,30-7,0 1,0-1,0 0,0-1,1 1,-1-1,-5-1,10 2,-1 0,0-1,1 1,-1 0,1 0,-1-1,1 1,-1 0,1 0,-1-1,0 1,1-1,0 1,-1-1,1 1,-1 0,1-1,0 1,-1-1,1 0,0 1,-1-1,1 1,0-1,0 0,0 0,0 0,1 0,-1 0,0 0,1 0,-1 0,1 0,-1 0,1 1,0-1,-1 0,1 0,0 0,-1 1,1-1,0 1,0-1,0 0,0 1,0-1,6-3,0 0,0 0,0 1,0 0,1 0,0 0,-1 1,1 1,0-1,4 1,19-2,-1 2,4 1,-30 0,204 12,-21 0,-174-12</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09.429"/>
    </inkml:context>
    <inkml:brush xml:id="br0">
      <inkml:brushProperty name="width" value="0.05" units="cm"/>
      <inkml:brushProperty name="height" value="0.05" units="cm"/>
      <inkml:brushProperty name="ignorePressure" value="1"/>
    </inkml:brush>
  </inkml:definitions>
  <inkml:trace contextRef="#ctx0" brushRef="#br0">1 1,'0'0,"0"0,0 0,0 0</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09.773"/>
    </inkml:context>
    <inkml:brush xml:id="br0">
      <inkml:brushProperty name="width" value="0.05" units="cm"/>
      <inkml:brushProperty name="height" value="0.05" units="cm"/>
      <inkml:brushProperty name="ignorePressure" value="1"/>
    </inkml:brush>
  </inkml:definitions>
  <inkml:trace contextRef="#ctx0" brushRef="#br0">1 0,'0'0,"1"10,2 3,-1 0,0-3,-1-3</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10.524"/>
    </inkml:context>
    <inkml:brush xml:id="br0">
      <inkml:brushProperty name="width" value="0.05" units="cm"/>
      <inkml:brushProperty name="height" value="0.05" units="cm"/>
      <inkml:brushProperty name="ignorePressure" value="1"/>
    </inkml:brush>
  </inkml:definitions>
  <inkml:trace contextRef="#ctx0" brushRef="#br0">234 0,'-25'31,"2"1,1 0,1 2,2 0,1 2,-9 26,10-14,1 0,3 1,2 0,-5 51,13-71,1 2,2-1,1 0,1 0,2 0,1-1,1 1,8 20,-9-33,1 0,1 0,1-1,1 0,0-1,0 0,2 0,0-1,1 0,0-1,1 0,0-1,1-1,0 0,4 1,-9-6,0-2,0 1,1-1,-1 0,7 1,-12-4,1 0,-1 0,1 0,-1-1,1 0,0 1,-1-1,1-1,-1 1,1-1,-1 0,1 0,2-1,-2-1</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11.422"/>
    </inkml:context>
    <inkml:brush xml:id="br0">
      <inkml:brushProperty name="width" value="0.05" units="cm"/>
      <inkml:brushProperty name="height" value="0.05" units="cm"/>
      <inkml:brushProperty name="ignorePressure" value="1"/>
    </inkml:brush>
  </inkml:definitions>
  <inkml:trace contextRef="#ctx0" brushRef="#br0">320 119,'1'-4,"-1"0,1 1,0-1,-1 0,0 1,0-1,0 0,0 1,-1-1,1 0,-1 1,0-1,0 1,0-1,-1 1,1-1,-1 1,0 0,0 0,0 0,0 0,0 0,-1 0,1 0,-1 1,0 0,-2-3,0 2,0 0,0 0,0 1,0 0,0-1,0 2,-1-1,1 0,0 1,-1 0,0 1,1-1,-1 1,1 0,-1 0,0 1,1 0,-1 0,-4 2,0 0,0 1,0 0,0 1,1 0,0 1,0 0,0 0,1 1,0 0,0 0,1 1,0 0,0 0,0 1,2 0,-1 0,-2 5,4-6,0 1,0-1,1 1,0-1,0 1,1 0,0 0,1 0,0 0,0 1,1-1,0 0,1 0,0 0,0 0,1 0,0 0,1 0,0 0,0-1,4 7,-6-12,1 0,-1 0,1 0,0 0,0-1,0 1,1-1,-1 1,1-1,-1 0,1 0,0 0,0 0,0 0,0 0,0-1,0 0,0 1,0-1,1 0,-1-1,0 1,1-1,-1 1,1-1,-1 0,0 0,1-1,-1 1,1-1,-1 1,0-1,1 0,-1 0,0-1,2 0,7-4,-1 0,0-1,0 0,-1-1,1 0,-2-1,1 0,-2 0,2-3,8-9,-2 0,11-21,-20 31,-1 0,-1 0,0 0,-1-1,0 0,-1 0,1-4,-4 8,-3 9,-4 15,5 1,0-1,1 1,0 0,2 0,0 0,1-1,0 1,1 0,1-1,5 11,-7-19,1-1,0 0,1 0,-1 0,1-1,1 1,-1-1,5 5,-6-8,0 0,1 1,-1-1,1-1,-1 1,1 0,0-1,0 0,1 0,-1 0,0-1,0 1,1-1,-1 0,3 0,0-1</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11.770"/>
    </inkml:context>
    <inkml:brush xml:id="br0">
      <inkml:brushProperty name="width" value="0.05" units="cm"/>
      <inkml:brushProperty name="height" value="0.05" units="cm"/>
      <inkml:brushProperty name="ignorePressure" value="1"/>
    </inkml:brush>
  </inkml:definitions>
  <inkml:trace contextRef="#ctx0" brushRef="#br0">35 1,'0'0,"0"0,1 6,0 7,1 6,0 6,-2 4,0 2,-2 2,-1 0,-2-1,0-1,-1-3,0-5,1-6,1-6,1-5,2-4</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12.187"/>
    </inkml:context>
    <inkml:brush xml:id="br0">
      <inkml:brushProperty name="width" value="0.05" units="cm"/>
      <inkml:brushProperty name="height" value="0.05" units="cm"/>
      <inkml:brushProperty name="ignorePressure" value="1"/>
    </inkml:brush>
  </inkml:definitions>
  <inkml:trace contextRef="#ctx0" brushRef="#br0">1 19,'0'0,"0"0,0 0,5 1,7 2,3 0,4-1,2 0,4-2,3-1,3-1,3-2,1-2,-4 0,-8 1,-8 1,-7 2</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12.802"/>
    </inkml:context>
    <inkml:brush xml:id="br0">
      <inkml:brushProperty name="width" value="0.05" units="cm"/>
      <inkml:brushProperty name="height" value="0.05" units="cm"/>
      <inkml:brushProperty name="ignorePressure" value="1"/>
    </inkml:brush>
  </inkml:definitions>
  <inkml:trace contextRef="#ctx0" brushRef="#br0">5 0,'-4'90,"6"73,1-49,-1-35,0-16,-2-1,-4 7,5-89,-1 4,2 0,-1 1,2-2,0 5,1-1,0 1,1 0,0 0,1 1,0 0,1 0,0 0,0 1,1-1,1 2,0-1,-5 6,1 0,0 0,-1 0,1 1,1 0,-1 0,0 0,1 0,-1 1,1 0,0 0,0 1,0-1,0 1,0 1,0-1,0 1,0 0,0 0,0 1,0 0,0 0,0 0,0 1,0 0,1 0,3 2,0 1,-1 0,0 0,0 1,1 1,-6-4,0 0,0 1,0-1,0 1,-1 0,1 0,-1 0,0 1,0-1,-1 1,1 1,-2-5,-1 1,1-1,-1 0,0 1,1-1,-1 1,0-1,0 1,0-1,0 1,0-1,0 1,-1-1,1 0,0 1,-1-1,1 1,-1-1,0 0,1 1,-1-1,-1 2,0-1,0 1,0-1,0 0,-1 0,1 0,-1 0,1 0,-1 0,0-1,-9 6,-1-2,0 0,0 0,-5 0,12-3,-30 8,1-2,-2-2,1-1,-32-1,56-3</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13.352"/>
    </inkml:context>
    <inkml:brush xml:id="br0">
      <inkml:brushProperty name="width" value="0.05" units="cm"/>
      <inkml:brushProperty name="height" value="0.05" units="cm"/>
      <inkml:brushProperty name="ignorePressure" value="1"/>
    </inkml:brush>
  </inkml:definitions>
  <inkml:trace contextRef="#ctx0" brushRef="#br0">152 1,'-1'0,"-1"1,1-1,0 1,0 0,-1-1,1 1,0 0,0 0,0 0,0 0,0 0,0 0,0 0,0 0,0 0,0 1,1-1,-1 0,1 1,-1-1,1 0,-1 1,1-1,-1 0,1 1,0-1,0 1,0-1,0 1,0-1,0 0,0 1,1 7,1 0,0-1,0 1,3 7,-4-13,21 55,2-2,21 34,0 2,-34-68,19 39,5 24,-28-68,-1 1,-1-1,-1 1,-1 0,0 1,-1 17,-2-30,-1 1,0-1,0 0,0 0,-1 0,-1 0,1 0,-1 0,-1 0,1-1,-1 1,-1-1,-2 3,0-1,0 0,-1-1,0-1,-1 1,1-1,-1 0,-1-1,1 0,-7 2,-1 0,0-1,0-1,0 0,-1-1,0-1,0-1,0-1,0 0,-1-1,1-1,0-1,-6-1,12 0,5 0</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21.170"/>
    </inkml:context>
    <inkml:brush xml:id="br0">
      <inkml:brushProperty name="width" value="0.05" units="cm"/>
      <inkml:brushProperty name="height" value="0.05" units="cm"/>
      <inkml:brushProperty name="ignorePressure" value="1"/>
    </inkml:brush>
  </inkml:definitions>
  <inkml:trace contextRef="#ctx0" brushRef="#br0">0 1,'4'3,"1"0,0 1,-1-1,3 1,6 2,5 5,7 6,5 7,4 8,3 4,0 2,0-1,-1-4,-7-7,-7-8,-9-7,-6-6</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22.283"/>
    </inkml:context>
    <inkml:brush xml:id="br0">
      <inkml:brushProperty name="width" value="0.05" units="cm"/>
      <inkml:brushProperty name="height" value="0.05" units="cm"/>
      <inkml:brushProperty name="ignorePressure" value="1"/>
    </inkml:brush>
  </inkml:definitions>
  <inkml:trace contextRef="#ctx0" brushRef="#br0">41 0,'0'0,"0"0,0 0,-4 6,-3 1,-1 1,0-2,2-1,2-3,2-2,1-1,0 0,1 0</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23.015"/>
    </inkml:context>
    <inkml:brush xml:id="br0">
      <inkml:brushProperty name="width" value="0.05" units="cm"/>
      <inkml:brushProperty name="height" value="0.05" units="cm"/>
      <inkml:brushProperty name="ignorePressure" value="1"/>
    </inkml:brush>
  </inkml:definitions>
  <inkml:trace contextRef="#ctx0" brushRef="#br0">241 237,'13'-24,"-1"0,2-1,0 2,1 0,1 1,2 0,2-1,-19 22,0 0,1 0,-1 0,1 0,-1 0,1 0,-1 1,1-1,-1 0,1 1,0-1,0 1,-2 0,0 0,0 0,1 0,-1 0,0 0,0 0,0-1,0 1,0 0,0 0,0 0,0 0,0 0,1 1,-1-1,0 0,0 0,0 0,0 0,0 0,0 0,0 0,0 0,0 0,0 0,1 0,-1 0,0 0,0 0,0 0,0 0,0 0,0 0,0 1,0-1,0 0,0 0,0 0,0 0,0 0,0 0,0 0,0 0,0 0,0 0,0 1,0-1,0 0,0 0,0 0,0 0,0 0,0 0,0 0,-8 10,-5-4,13-6,0 0,0 0,-1 0,1 0,0 0,0 0,0 0,0 0,-1 0,1 0,0 0,0 0,0-1,0 1,0 0,-1 0,1 0,0 0,0 0,0 0,0-1,0 1,0 0,0 0,0 0,0 0,0-1,0 1,-1 0,1 0,0 0,0-1,0 1,0 0,0 0,0 0,0 0,1-1,-1-1,0 0,1 0,-1 0,1 1,-1-1,1 0,0 0,0 0,0 1,0-1,1-1,0 1,0-1,-1 1,1-1,0 1,1-1,-1 1,0 0,1 0,-1 0,1 0,0 0,-1 1,2-1,-5 4,1-1,0 1,-1 0,1-1,-1 1,1 0,-1-1,0 1,0-1,0 1,0-1,0 1,-45 72,-84 124,100-157,-2-2,-1-1,-26 22,53-55,2 0,0-1,-1 0,0-1,1 1,-1-1,0 0,-1 0,1 0,-1-1,6-1,0-1,-1 0,1 0,0 0,0 0,-1 0,1 0,0 0,0 0,-1 0,1 0,0 0,0 0,-1 0,1 0,0 0,0 0,-1 0,1 0,0 0,0 0,-1 0,1 0,0 0,0 0,-1-1,1 1,0 0,0 0,0 0,-1 0,1-1,0 1,0 0,0 0,0 0,0-1,-1 1,1 0,0 0,0-1,0 1,2-15,10-12,-9 21,0 2</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24.052"/>
    </inkml:context>
    <inkml:brush xml:id="br0">
      <inkml:brushProperty name="width" value="0.05" units="cm"/>
      <inkml:brushProperty name="height" value="0.05" units="cm"/>
      <inkml:brushProperty name="ignorePressure" value="1"/>
    </inkml:brush>
  </inkml:definitions>
  <inkml:trace contextRef="#ctx0" brushRef="#br0">341 524,'-3'-32,"2"10,-1 0,-1 0,-1-1,3 18,0 0,-1 0,1 0,-1 0,0 0,-1 0,1 0,-1 1,0-1,0 1,-1 0,1 0,-1 0,-3-2,4 4,0 0,-1 0,1 1,0-1,-1 1,1 0,-1 0,0 0,1 1,-1-1,0 1,1 0,-1 0,0 0,0 0,1 1,-1 0,1-1,-1 1,0 0,1 1,-1-1,1 1,-1 0,-5 3,-1 0,1 1,0 0,0 0,0 1,1 0,-5 6,-1 3,1 0,1 1,0 1,1 0,1 0,1 1,1 0,0 1,2 0,0 0,1 0,-1 12,6-26,-1 0,1-1,0 1,0 0,0-1,1 1,0-1,0 1,0-1,1 1,-1-1,2 0,-1 1,0-1,2 2,-2-5,1 1,-1 0,1-1,-1 1,1-1,0 0,0 0,0 0,0 0,0 0,0-1,1 1,-1-1,0 0,1 0,-1 0,1-1,0 1,-1-1,1 0,-1 0,1 0,-1 0,3-1,4-1,-1 0,1 0,-1-1,1 0,-1-1,0 0,-1-1,1 0,-1 0,0 0,0-1,0-1,-1 1,0-1,-1 0,1-1,-1 0,2-3,9-15,-1-1,-1-1,-1 0,-1 0,0-8,7-18,-4 0,-1-1,-3-1,-3 0,3-53,-11 98,-1-38,0 47,0-1,0 1,0-1,-1 1,1-1,-1 1,0 0,1-1,-1 1,0 0,-1 0,1-1,0 1,0 0,-1 0,0 0,2 2,-1 0,1-1,0 1,-1 0,1 0,0 0,-1-1,1 1,-1 0,1 0,0 0,-1 0,1 0,-1 0,1 0,-1 0,1 0,0 0,-1 0,1 0,-1 0,1 1,0-1,-1 0,1 0,-1 0,1 0,0 1,-1-1,1 0,0 0,-1 1,1-1,0 0,-1 1,1-1,0 0,0 1,-11 16,3 1,1 0,0 1,2-1,0 2,-1 7,-11 101,17-122,-9 68,4 1,4-1,2 1,4 0,7 27,-11-94,6 25,-7-32,0 0,0 1,1-1,-1 0,1 0,-1 0,1 1,-1-1,1 0,0 0,-1 0,1 0,0 0,0 0,0 0,0 0,0-1,0 1,0 0,0-1,-1 0,1 0,0-1,-1 1,1 0,-1-1,1 1,-1 0,1-1,-1 1,1-1,-1 1,0-1,1 1,-1-1,1 1,-1-1,0 1,0-1,1 0,-1 1,0-1,0 0,0 1,0-1,0 1,0-1,0 0,2-6</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25.668"/>
    </inkml:context>
    <inkml:brush xml:id="br0">
      <inkml:brushProperty name="width" value="0.05" units="cm"/>
      <inkml:brushProperty name="height" value="0.05" units="cm"/>
      <inkml:brushProperty name="ignorePressure" value="1"/>
    </inkml:brush>
  </inkml:definitions>
  <inkml:trace contextRef="#ctx0" brushRef="#br0">0 4,'0'0,"0"0,6-1,5 0,5 0,4 1,3 1,5 1,6 1,7 0,6-1,3 0,0-1,-9 0,-11 0,-11-1,-9 0</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26.069"/>
    </inkml:context>
    <inkml:brush xml:id="br0">
      <inkml:brushProperty name="width" value="0.05" units="cm"/>
      <inkml:brushProperty name="height" value="0.05" units="cm"/>
      <inkml:brushProperty name="ignorePressure" value="1"/>
    </inkml:brush>
  </inkml:definitions>
  <inkml:trace contextRef="#ctx0" brushRef="#br0">0 59,'0'0,"0"0,4 1,7 0,7-1,9-2,9-2,8-1,4-2,2-1,0 0,-1 0,-9 0,-11 3,-11 2,-9 1</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37.483"/>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38.408"/>
    </inkml:context>
    <inkml:brush xml:id="br0">
      <inkml:brushProperty name="width" value="0.05" units="cm"/>
      <inkml:brushProperty name="height" value="0.05" units="cm"/>
      <inkml:brushProperty name="ignorePressure" value="1"/>
    </inkml:brush>
  </inkml:definitions>
  <inkml:trace contextRef="#ctx0" brushRef="#br0">77 317,'-4'-6,"0"-1,0-1,0 1,1-1,0 0,-2-5,5 10,-1 0,1 0,0-1,0 1,0 0,0-1,0 1,1 0,-1 0,1 0,0-1,0 1,0 0,1 0,-1 0,2-1,3-6,1 1,0-1,0 1,1 1,1 0,0 0,0 0,0 1,3-2,26-15,32-15,-55 31,-1 1,0 0,0 0,1 2,0 0,0 0,1 2,-1 0,1 0,2 1,-13 2,1 0,-1 0,0 0,0 1,1 0,-1 0,0 0,0 0,0 1,0 0,0 0,0 0,-1 1,1-1,-1 1,1 1,-1-1,0 0,0 1,-1 0,1 0,-1 0,0 0,0 0,0 1,0-1,-1 1,0 0,0 0,2 6,-1 1,0 0,-1-1,0 1,-1 0,0 0,-1 0,0 0,-1 0,0 0,-2 4,-4 21,-2 0,-14 34,0-7,-3-1,-2-1,-11 13,20-43,-1 0,-1-2,-2 0,0-2,-2 0,-22 17,34-34,-1 0,1-1,-2-1,1-1,-1 1,10-7,1 0,-1 0,1 0,-1-1,0 1,0-1,0 0,1 0,-1-1,0 0,0 1,0-2,0 1,0 0,0-1,0 0,0 0,-3-2,5 1,0 1,0-1,1 0,-1 1,1-1,0-1,-1 1,1 0,0 0,0-1,0 1,1-1,-1 0,1 0,-1 1,1-1,0 0,0 0,0 0,0 0,1 0,-1 0,1-1,0 1,0 0,0 0,0 0,1 0,-1-2,2-4,0-1,0 1,1-1,0 1,0 0,1 0,0 0,1 1,0-1,2-2,1 1,0 0,1 0,0 0,1 1,0 1,0-1,1 2,-1 0,2 0,-1 0,1 2,0-1,0 2,1 0,-1 0,1 1,0 0,0 1,0 1,0 0,0 1,0 0,0 1,0 1,0 0,3 1,30 9,-1 3,0 1,7 6,-13-5,1-2,0-2,1-1,4-2,-12-6,-25-4</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38.914"/>
    </inkml:context>
    <inkml:brush xml:id="br0">
      <inkml:brushProperty name="width" value="0.05" units="cm"/>
      <inkml:brushProperty name="height" value="0.05" units="cm"/>
      <inkml:brushProperty name="ignorePressure" value="1"/>
    </inkml:brush>
  </inkml:definitions>
  <inkml:trace contextRef="#ctx0" brushRef="#br0">1 280,'8'-7,"0"0,0 1,1 0,0 1,0 0,1 0,-1 1,1 0,0 1,8-2,21-4,0 2,9 1,-19 2,126-16,182-27,103-36,-439 83,36-8,-1-2,0-2,2-2,-35 12,-3 2</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39.666"/>
    </inkml:context>
    <inkml:brush xml:id="br0">
      <inkml:brushProperty name="width" value="0.05" units="cm"/>
      <inkml:brushProperty name="height" value="0.05" units="cm"/>
      <inkml:brushProperty name="ignorePressure" value="1"/>
    </inkml:brush>
  </inkml:definitions>
  <inkml:trace contextRef="#ctx0" brushRef="#br0">92 241,'9'-18,"0"1,1 0,1 0,0 1,1 1,1 0,0 1,1 0,1 1,0 0,12-6,-17 12,1 0,0 1,0 1,0 0,1 0,0 1,0 1,0 0,0 0,1 1,-1 1,1 0,-1 1,1 0,-1 1,1 0,-1 1,8 2,-12-2,0 1,-1-1,0 1,1 1,-1-1,0 1,-1 1,1-1,-1 1,0 0,0 1,0-1,-1 1,2 3,-1 0,0 0,0 0,-1 1,-1 0,0 0,0 0,-1 1,0-1,1 10,-1 7,-1-1,-1 0,-2 1,0-1,-2 0,-1 0,0 0,-5 9,-1 0,-2 0,-1 0,-1-2,-2 0,-2 0,-1-2,-5 6,10-18,0 0,-2 0,0-2,-1 0,-1-1,0 0,-1-2,-1 0,0-2,-1 0,-12 5,21-12,0-1,-1-1,0 0,1-1,-1 0,0 0,0-2,0 0,0 0,0-1,-4-1,11 1,0 0,0-1,0 0,0 0,0 0,0-1,0 0,1 0,-1 0,1-1,-1 0,3 1,0-1,0 1,0 0,0-1,1 1,-1-1,1 0,0 0,0 0,0 0,1 0,-1-1,1 1,0 0,0-1,0-2,1 2,0 1,0-1,0 0,0 1,1-1,-1 1,1-1,0 1,1-1,-1 1,1 0,0 0,0-1,0 1,2-1,0-1,0 1,1-1,0 1,0 0,0 1,1-1,0 1,0 0,4-2,5-1,0 0,1 1,0 1,0 0,0 1,1 0,-1 2,5 0,8 0,1 2,0 1,-1 1,1 2,13 4,43 12,13 8,-31-7,2-4,19 1,-71-15,-8-3</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41.197"/>
    </inkml:context>
    <inkml:brush xml:id="br0">
      <inkml:brushProperty name="width" value="0.05" units="cm"/>
      <inkml:brushProperty name="height" value="0.05" units="cm"/>
      <inkml:brushProperty name="ignorePressure" value="1"/>
    </inkml:brush>
  </inkml:definitions>
  <inkml:trace contextRef="#ctx0" brushRef="#br0">240 0,'-24'37,"1"0,2 1,2 2,1 0,-3 14,-10 55,5 2,5 0,5 1,4 11,7-55,3 0,3-1,4 18,-1-52,1 0,1-1,2 0,1 0,1-1,2 0,11 19,-16-37,0-1,1 0,0 0,1-1,1 1,-7-9,0 0,1 1,-1-2,1 1,0 0,0-1,0 0,2 2,-4-4,0 1,0 0,0-1,0 1,0-1,0 0,1 1,-1-1,0 0,0-1,0 1,0 0,0 0,0-1,0 1,0-1,0 0,0 0,0 1,-1-1,0 0,1 0,-1 0,0 0,0 0,0 0,0 0,0 0,0 0,0 0,0 0,0-1,-1 1,1 0,0-1,-1 1,1-1,-1 1,0-1,1 1,-1-1,1-2,-1 1,0-1,0 0,0 1,-1-1,1 1,-1-1,-1-3,1 2</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41.752"/>
    </inkml:context>
    <inkml:brush xml:id="br0">
      <inkml:brushProperty name="width" value="0.05" units="cm"/>
      <inkml:brushProperty name="height" value="0.05" units="cm"/>
      <inkml:brushProperty name="ignorePressure" value="1"/>
    </inkml:brush>
  </inkml:definitions>
  <inkml:trace contextRef="#ctx0" brushRef="#br0">111 0,'-3'41,"-1"-1,-3 1,-1-1,-2-1,-2 3,6-21,-51 156,57-176,-1 1,1-1,-1 1,1-1,-1 0,1 1,0-1,0 1,0-1,0 1,0-1,0 1,0-1,0 1,0-1,1 0,-1 1,1-1,-1 1,1-1,0 0,0 1,0-1,0-1,0 1,1-1,-1 1,1-1,-1 0,0 1,1-1,-1 0,1 0,-1 0,0 0,1 0,-1-1,1 1,-1 0,0 0,1-1,-1 1,1-1,-1 0,0 1,0-1,34-12,10-4,0 1,1 3,37-6,25 7,-104 12</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42.119"/>
    </inkml:context>
    <inkml:brush xml:id="br0">
      <inkml:brushProperty name="width" value="0.05" units="cm"/>
      <inkml:brushProperty name="height" value="0.05" units="cm"/>
      <inkml:brushProperty name="ignorePressure" value="1"/>
    </inkml:brush>
  </inkml:definitions>
  <inkml:trace contextRef="#ctx0" brushRef="#br0">1 1,'-1'31,"1"1,1-1,6 28,-1 0,-1 10,11 166,-14-164,-3-1,-6 22,6-78,1-9,0-1,0 1,-1-1,0 1,0-1,0 1,0-1,-1 1,1-1,-3 4,2-7</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42.469"/>
    </inkml:context>
    <inkml:brush xml:id="br0">
      <inkml:brushProperty name="width" value="0.05" units="cm"/>
      <inkml:brushProperty name="height" value="0.05" units="cm"/>
      <inkml:brushProperty name="ignorePressure" value="1"/>
    </inkml:brush>
  </inkml:definitions>
  <inkml:trace contextRef="#ctx0" brushRef="#br0">1 0,'0'0,"2"6,3 10,1 12,2 10,-2 9,0 3,-1 1,-1-3,-1-5,-1-7,-2-8,0-9,-1-8,0-6,0-3,1-3</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42.804"/>
    </inkml:context>
    <inkml:brush xml:id="br0">
      <inkml:brushProperty name="width" value="0.05" units="cm"/>
      <inkml:brushProperty name="height" value="0.05" units="cm"/>
      <inkml:brushProperty name="ignorePressure" value="1"/>
    </inkml:brush>
  </inkml:definitions>
  <inkml:trace contextRef="#ctx0" brushRef="#br0">0 32,'0'0,"0"0,6-1,6-1,6-2,4-3,0 1,-5 1,-5 1,-5 1</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43.481"/>
    </inkml:context>
    <inkml:brush xml:id="br0">
      <inkml:brushProperty name="width" value="0.05" units="cm"/>
      <inkml:brushProperty name="height" value="0.05" units="cm"/>
      <inkml:brushProperty name="ignorePressure" value="1"/>
    </inkml:brush>
  </inkml:definitions>
  <inkml:trace contextRef="#ctx0" brushRef="#br0">34 0,'7'59,"-3"0,-2 0,-5 50,-27 174,29-270,1-9,0 1,-1-1,1 0,-1 0,0 0,0 0,0 0,-1 0,1 0,-1 0,0 0,1-3</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44.006"/>
    </inkml:context>
    <inkml:brush xml:id="br0">
      <inkml:brushProperty name="width" value="0.05" units="cm"/>
      <inkml:brushProperty name="height" value="0.05" units="cm"/>
      <inkml:brushProperty name="ignorePressure" value="1"/>
    </inkml:brush>
  </inkml:definitions>
  <inkml:trace contextRef="#ctx0" brushRef="#br0">24 195,'14'51,"0"11,-7-29,1-1,1 1,2-2,5 9,-15-38,0 1,0-1,0 0,1 0,-1 0,1 1,-1-2,1 1,0 0,0 0,-1 0,1-1,0 1,1-1,-1 0,0 1,0-1,1 0,-1 0,0-1,1 1,-1 0,1-1,0 1,0-1,0-1,0 1,0-1,0 1,0-1,0 0,0 0,0 0,0 0,0-1,0 1,0-1,-1 0,1 0,-1 0,1 0,-1 0,0 0,1-1,2-5,1 1,-1-1,0 1,-1-1,0-1,-1 1,1-1,-1 1,-1-1,0 0,0 0,-1 0,0 0,0-5,0-16,-2 1,-1-1,-5-23,5 30,-2 0,-1 0,0 1,-2-1,0 1,-2 1,-3-6,12 25,-1 1,0-1,0 0,0 0,0 0,-1 1,1-1,0 1,-1-1,1 1,-1-1,1 1,-1 0,0 0,1 0,-1 0,0 0,0 0,0 0,0 1,0-1,0 1,0-1,0 1,0 0,0-1,0 1,0 0,0 1,0-1,0 0,0 1,0-1,0 1,0-1,0 1,0 0,0 0,1 0,-1 0,0 0,0 0,1 0,-1 1,1-1,-1 1,-15 13,0 1,1 1,1 0,1 1,0 1,-1 4,7-10</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44.487"/>
    </inkml:context>
    <inkml:brush xml:id="br0">
      <inkml:brushProperty name="width" value="0.05" units="cm"/>
      <inkml:brushProperty name="height" value="0.05" units="cm"/>
      <inkml:brushProperty name="ignorePressure" value="1"/>
    </inkml:brush>
  </inkml:definitions>
  <inkml:trace contextRef="#ctx0" brushRef="#br0">15 0,'34'70,"-3"2,-3 1,-3 1,-4 0,11 75,-28-121,-1 0,-2 0,-1 0,-1 0,-1 0,-2-1,-1 1,-5 17,4-24,-2 0,0 0,-1-1,-1 0,-1-1,0 0,-2-1,0 0,-1-1,-1 0,-1 0,-6 2,7-8</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45.375"/>
    </inkml:context>
    <inkml:brush xml:id="br0">
      <inkml:brushProperty name="width" value="0.05" units="cm"/>
      <inkml:brushProperty name="height" value="0.05" units="cm"/>
      <inkml:brushProperty name="ignorePressure" value="1"/>
    </inkml:brush>
  </inkml:definitions>
  <inkml:trace contextRef="#ctx0" brushRef="#br0">1 1,'0'0,"0"0,10 12,11 14,9 15,8 7,4 5,0 0,-2-5,-8-10,-9-12,-9-10,-7-8</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45.723"/>
    </inkml:context>
    <inkml:brush xml:id="br0">
      <inkml:brushProperty name="width" value="0.05" units="cm"/>
      <inkml:brushProperty name="height" value="0.05" units="cm"/>
      <inkml:brushProperty name="ignorePressure" value="1"/>
    </inkml:brush>
  </inkml:definitions>
  <inkml:trace contextRef="#ctx0" brushRef="#br0">307 0,'0'0,"0"0,-11 5,-13 7,-11 9,-8 10,-5 8,0 5,8-5,11-9,11-9,7-9</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51.638"/>
    </inkml:context>
    <inkml:brush xml:id="br0">
      <inkml:brushProperty name="width" value="0.05" units="cm"/>
      <inkml:brushProperty name="height" value="0.05" units="cm"/>
      <inkml:brushProperty name="ignorePressure" value="1"/>
    </inkml:brush>
  </inkml:definitions>
  <inkml:trace contextRef="#ctx0" brushRef="#br0">0 14,'26'5,"21"-1,40-2,0-4,43-9,-8 2,-115 8,1 0,0 1,0 0,0 0,-1 1,1 0,1 0,-7-1,-1 1,0-1,1 0,-1 1,0-1,1 1,-1 0,0-1,0 1,0 0,0 0,1 0,-1 0,0 0,0 0,-1 0,1 0,0 0,0 1,0-1,-1 0,1 0,-1 1,1-1,-1 0,0 1,1-1,-1 1,0-1,0 0,0 1,0-1,0 1,0-1,0 2,-3 13,-1 1,-1-1,0 0,-1 0,-4 9,-7 15,-58 185,9 2,1 43,61-246,5-25</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58.804"/>
    </inkml:context>
    <inkml:brush xml:id="br0">
      <inkml:brushProperty name="width" value="0.05" units="cm"/>
      <inkml:brushProperty name="height" value="0.05" units="cm"/>
      <inkml:brushProperty name="ignorePressure" value="1"/>
    </inkml:brush>
  </inkml:definitions>
  <inkml:trace contextRef="#ctx0" brushRef="#br0">0 70,'163'-29,"-87"13,1 4,39 0,-106 12,0 0,0 0,-1 1,1 0,0 0,-1 1,1 1,2 1,-12-5,0 1,-1 0,1 0,0 0,0 0,0 0,0 0,0 0,0 0,0 0,0 0,0-1,0 1,0 0,0 0,0 0,0 0,0 0,0 0,0 0,0 0,0 0,0 0,0-1,0 1,0 0,1 0,-1 0,0 0,0 0,0 0,0 0,0 0,0 0,0 0,0 0,0 0,0 0,0 0,0 0,0 0,1-1,-3 0</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5:59.813"/>
    </inkml:context>
    <inkml:brush xml:id="br0">
      <inkml:brushProperty name="width" value="0.05" units="cm"/>
      <inkml:brushProperty name="height" value="0.05" units="cm"/>
      <inkml:brushProperty name="ignorePressure" value="1"/>
    </inkml:brush>
  </inkml:definitions>
  <inkml:trace contextRef="#ctx0" brushRef="#br0">0 0,'0'0,"0"0,0 0,0 0</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00.300"/>
    </inkml:context>
    <inkml:brush xml:id="br0">
      <inkml:brushProperty name="width" value="0.05" units="cm"/>
      <inkml:brushProperty name="height" value="0.05" units="cm"/>
      <inkml:brushProperty name="ignorePressure" value="1"/>
    </inkml:brush>
  </inkml:definitions>
  <inkml:trace contextRef="#ctx0" brushRef="#br0">0 22,'12'3,"0"0,0-1,0-1,1 0,-1-1,9 0,76-11,-59 6,-8-2,-25 5,0 0,0 1,0 0,1 0,-1 0,0 1,0-1,1 1,-1 0,0 1,1 0,-1-1,-5 1,1-1,-1 0,1 0,-1 0,0 0,1 1,-1-1,1 0,-1 0,0 1,1-1,-1 0,0 1,1-1,-1 0,0 1,1-1,-1 1,0-1,0 0,0 1,1-1,-1 1,0-1,0 1,0-1,0 1,0-1,0 1,0-1,0 0,0 1,0-1,0 1,1 1,7-6,1 0,-6 2</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01.555"/>
    </inkml:context>
    <inkml:brush xml:id="br0">
      <inkml:brushProperty name="width" value="0.05" units="cm"/>
      <inkml:brushProperty name="height" value="0.05" units="cm"/>
      <inkml:brushProperty name="ignorePressure" value="1"/>
    </inkml:brush>
  </inkml:definitions>
  <inkml:trace contextRef="#ctx0" brushRef="#br0">43 350,'24'253,"-11"33,-13-281,1-3,-1 0,0-1,0 1,0 0,0 0,0-1,-1 1,1 0,0-1,-1 1,0-1,1 1,-1 0,-4-31,-30-219,-1-208,39 275,-3 178,-1 7,-1 10,2-10</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02.489"/>
    </inkml:context>
    <inkml:brush xml:id="br0">
      <inkml:brushProperty name="width" value="0.05" units="cm"/>
      <inkml:brushProperty name="height" value="0.05" units="cm"/>
      <inkml:brushProperty name="ignorePressure" value="1"/>
    </inkml:brush>
  </inkml:definitions>
  <inkml:trace contextRef="#ctx0" brushRef="#br0">1 60,'33'-11,"0"1,1 2,0 2,3 0,137-9,-163 14,-6 0,0 0,0 1,1 0,-1 0,0 1,0-1,1 1,1 1,-33 15,20-16,6-1</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03.554"/>
    </inkml:context>
    <inkml:brush xml:id="br0">
      <inkml:brushProperty name="width" value="0.05" units="cm"/>
      <inkml:brushProperty name="height" value="0.05" units="cm"/>
      <inkml:brushProperty name="ignorePressure" value="1"/>
    </inkml:brush>
  </inkml:definitions>
  <inkml:trace contextRef="#ctx0" brushRef="#br0">102 244,'5'-40,"1"0,2 1,2 0,12-31,-15 54,-6 27,-10 28,-4-15,10-20,0 1,0 1,0-1,1 0,0 1,0-1,0 3,-31 176,22-106,-4-1,-3 0,-11 20,19-78,7-19,5-11,10-32,-12 41</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04.053"/>
    </inkml:context>
    <inkml:brush xml:id="br0">
      <inkml:brushProperty name="width" value="0.05" units="cm"/>
      <inkml:brushProperty name="height" value="0.05" units="cm"/>
      <inkml:brushProperty name="ignorePressure" value="1"/>
    </inkml:brush>
  </inkml:definitions>
  <inkml:trace contextRef="#ctx0" brushRef="#br0">0 1,'20'198,"10"135,-23-201,-8 67,0-165,-2 1,-1-1,-5 17,6-43,0-9,1-11,2 8</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04.969"/>
    </inkml:context>
    <inkml:brush xml:id="br0">
      <inkml:brushProperty name="width" value="0.05" units="cm"/>
      <inkml:brushProperty name="height" value="0.05" units="cm"/>
      <inkml:brushProperty name="ignorePressure" value="1"/>
    </inkml:brush>
  </inkml:definitions>
  <inkml:trace contextRef="#ctx0" brushRef="#br0">47 3,'-46'-2,"53"6,0 0,0 0,0 1,4 4,-2-2,16 12,-2 2,0 0,-1 2,-1 0,0 4,90 131,-97-137,-17-30,2 8</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05.356"/>
    </inkml:context>
    <inkml:brush xml:id="br0">
      <inkml:brushProperty name="width" value="0.05" units="cm"/>
      <inkml:brushProperty name="height" value="0.05" units="cm"/>
      <inkml:brushProperty name="ignorePressure" value="1"/>
    </inkml:brush>
  </inkml:definitions>
  <inkml:trace contextRef="#ctx0" brushRef="#br0">289 0,'-11'4,"-1"1,1 0,0 1,1 0,-1 1,1 0,0 0,1 1,0 1,0-1,1 1,0 1,-2 3,-9 16,1 2,1 0,-11 30,8-15,-17 25,28-58,7-9,8-12,3-5,-6 9</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06.083"/>
    </inkml:context>
    <inkml:brush xml:id="br0">
      <inkml:brushProperty name="width" value="0.05" units="cm"/>
      <inkml:brushProperty name="height" value="0.05" units="cm"/>
      <inkml:brushProperty name="ignorePressure" value="1"/>
    </inkml:brush>
  </inkml:definitions>
  <inkml:trace contextRef="#ctx0" brushRef="#br0">1 1,'21'5,"0"0,0-1,0-2,19 1,86-4,-89 0,34-2,-33 0,0 2,36 4,-72-3,0 0,-1 0,1 0,0 1,-1-1,1 0,-1 1,1-1,0 1,-1 0,0-1,1 1,-1 0,1 0,-1 0,0 0,0 0,1 0,-1 0,0 1,0-1,1 2,-1-1,-1 1,1 0,0 0,-1 0,0 0,1 0,-1 0,0 0,-1 0,1 0,0 0,-1 1,-14 74,-11 26,2-11,-18 106,-42 161,82-351,1-7,1 1,-1 0,1 0,-1-1,0 1,0-1,0 1,-1-1,1 1,-1-1,1 1,-1-1,0 0,0 1,2-3,-1 0,1 0,0 0,0 0,0 0,0 0,0 0,-1 0,1 0,0 0,0 0,0 0,0 0,0 0,0 0,-1 0,1 0,0 0,0 0,0 0,0 0,0-1,0 1,-1 0,1 0,0 0,0 0,0 0,0 0,0 0,0 0,0-1,0 1,0 0,-1 0,1 0,0 0,0 0,0 0,0-1,0 1,0 0,0 0,0 0,-1-4</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06.435"/>
    </inkml:context>
    <inkml:brush xml:id="br0">
      <inkml:brushProperty name="width" value="0.05" units="cm"/>
      <inkml:brushProperty name="height" value="0.05" units="cm"/>
      <inkml:brushProperty name="ignorePressure" value="1"/>
    </inkml:brush>
  </inkml:definitions>
  <inkml:trace contextRef="#ctx0" brushRef="#br0">1 1,'0'0,"0"0,0 0,0 0,8 1,10 2,8-1,6 0,5-1,3 0,0 1,1 1,1-1,1 2,-7-1</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07.183"/>
    </inkml:context>
    <inkml:brush xml:id="br0">
      <inkml:brushProperty name="width" value="0.05" units="cm"/>
      <inkml:brushProperty name="height" value="0.05" units="cm"/>
      <inkml:brushProperty name="ignorePressure" value="1"/>
    </inkml:brush>
  </inkml:definitions>
  <inkml:trace contextRef="#ctx0" brushRef="#br0">0 32,'9'-5,"-1"0,1 1,1 1,-1-1,0 2,1-1,-1 1,1 1,0-1,0 2,-1-1,7 2,18 1,0 1,30 7,-24-2,-20-3,0-1,0-1,0-1,1 0,-1-2,7-1,-22 1</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07.673"/>
    </inkml:context>
    <inkml:brush xml:id="br0">
      <inkml:brushProperty name="width" value="0.05" units="cm"/>
      <inkml:brushProperty name="height" value="0.05" units="cm"/>
      <inkml:brushProperty name="ignorePressure" value="1"/>
    </inkml:brush>
  </inkml:definitions>
  <inkml:trace contextRef="#ctx0" brushRef="#br0">1 40,'0'0,"0"0,9 0,11-2,13 0,10-3,6 0,4 1,-2-1,-3 1,-3-1,-10 2,-10 1,-10 0,-7 1</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11.434"/>
    </inkml:context>
    <inkml:brush xml:id="br0">
      <inkml:brushProperty name="width" value="0.05" units="cm"/>
      <inkml:brushProperty name="height" value="0.05" units="cm"/>
      <inkml:brushProperty name="ignorePressure" value="1"/>
    </inkml:brush>
  </inkml:definitions>
  <inkml:trace contextRef="#ctx0" brushRef="#br0">441 34,'-28'-8,"10"2,0 1,0 1,0 0,-1 1,1 1,-9 1,15 1,0 0,0 2,1-1,-1 1,0 1,1 0,-1 1,1 0,0 1,-9 5,12-5,-1 1,1 0,1 0,-1 1,1 0,1 0,-1 1,1 0,0 0,1 0,0 1,0 0,0 2,-4 11,0 0,2 1,1 0,0 0,2 0,1 1,0-1,2 1,1 4,0-13,1 0,0-1,1 1,1 0,0-1,1 1,1-1,0 0,1-1,1 1,0-1,0 0,1-1,1 0,1 1,-6-9,-1 0,1 0,0-1,0 1,0-1,0 0,0 0,1-1,0 1,-1-1,1 0,0 0,0-1,0 0,0 1,0-2,1 1,2 0,-1-2,0 1,0-1,0-1,-1 1,1-1,-1 0,1-1,-1 1,0-1,0-1,0 1,0-1,0 0,-1 0,17-14,-1-1,-1-1,-1-1,0-1,-2 0,-1-1,0-1,-1-2,5-11,-2 1,-2-2,-1 0,-2-1,1-12,-13 45,2-5,0-1,-1 1,0-1,-1 0,0 0,-1-6,-3 6,-3 14,-5 20,4 10,1-1,2 1,0 15,0 100,4-84,7 589,-3-604,-4-48,1 0,-1 0,0 0,0 0,0-1,0 1,0 0,0 0,0 0,0 0,0 0,0 0,0 0,0 0,0 0,0 0,0 0,0 0,1 0,-1 0,0 0,0 0,0 0,0 0,0 0,0 0,0 0,0 0,0 0,0 0,1 0,-1 0,0 0,0 0,0 0,0 0,0 0,0 0,0 0,0 0,0 0,0 0,0 0,0 0,1 0,-1 0,0 0,0 0,0 0,0 0,0 1,0-1,0 0,0 0,0 0,0 0,0 0,0 0,0 0,0 0,0 0,0 0,0 0,0 1,6-13,3-16,-7 17,0 3</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12.297"/>
    </inkml:context>
    <inkml:brush xml:id="br0">
      <inkml:brushProperty name="width" value="0.05" units="cm"/>
      <inkml:brushProperty name="height" value="0.05" units="cm"/>
      <inkml:brushProperty name="ignorePressure" value="1"/>
    </inkml:brush>
  </inkml:definitions>
  <inkml:trace contextRef="#ctx0" brushRef="#br0">456 119,'-4'-9,"0"0,-1 1,0 0,-1 0,1 0,-2 0,1 1,-1 0,0 1,0 0,-6-4,8 7,0 0,0 0,0 0,0 1,0 0,-1 0,1 0,-1 1,1 0,-1 0,0 0,1 1,-1-1,0 1,1 1,-1-1,0 1,1 0,-1 0,0 1,-7 3,1 1,0 0,0 0,0 2,1-1,0 1,0 1,1 0,0 0,1 1,-6 8,-3 5,0 1,2 0,1 1,-11 26,20-38,1 0,0 1,0-1,2 1,-1 0,2 0,-1 14,3-20,0-1,0 1,0-1,1 1,1-1,-1 0,1 1,1-1,-1 0,1 0,0 0,1-1,-1 1,1-1,1 0,-1 0,7 6,0-1,1 0,0-1,1-1,0 0,0 0,1-1,0-1,0-1,10 4,30 8,0-1,16 0,-62-15,27 5,-7-1,0 2,23 8,-44-13,-1-1,1 1,-1 1,0-1,0 1,0 0,0 0,-1 1,0 0,0 0,0 0,0 1,3 4,-6-6,0 0,0 0,-1 0,0 0,1 1,-1-1,0 0,-1 1,1-1,-1 0,0 1,0-1,0 1,-1-1,0 0,0 1,0-1,0 0,0 0,-1 0,0 0,0 0,0 0,0 0,-1 0,1-1,-3 3,-5 6,-1 0,0-1,-1 0,0-1,0 0,-1-1,-2 1,0-1,1-1,-1 0,0-1,-1 0,0-1,0-1,-10 2,21-6,1 0,-1 0,1-1,-1 0,0 0,1 0,-1 0,1-1,-1 1,1-1,-1 0,1-1,0 1,-1-1,1 0,0 0,0 0,0 0,1-1,-1 0,0 1,1-1,0-1,0 1,0 0,0-1,0 0,1 1,-1-1,0-2,-3-9,0 0,1 0,0 0,1-1,1 1,0-1,1 0,1 0,1-9,1-23,2-1,5-23,5-14,24-80,-23 113,3 2,3 0,18-34,-38 84,7-13,0 0,1 1,1 0,0 0,5-5,-6 10</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12.737"/>
    </inkml:context>
    <inkml:brush xml:id="br0">
      <inkml:brushProperty name="width" value="0.05" units="cm"/>
      <inkml:brushProperty name="height" value="0.05" units="cm"/>
      <inkml:brushProperty name="ignorePressure" value="1"/>
    </inkml:brush>
  </inkml:definitions>
  <inkml:trace contextRef="#ctx0" brushRef="#br0">1 8,'0'0,"0"0,5-1,2-1,0 0,-2 0,-1 1</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13.071"/>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13.421"/>
    </inkml:context>
    <inkml:brush xml:id="br0">
      <inkml:brushProperty name="width" value="0.05" units="cm"/>
      <inkml:brushProperty name="height" value="0.05" units="cm"/>
      <inkml:brushProperty name="ignorePressure" value="1"/>
    </inkml:brush>
  </inkml:definitions>
  <inkml:trace contextRef="#ctx0" brushRef="#br0">0 191,'34'25,"-14"-10,0 0,1-1,0-1,1-1,5 1,-20-11,0 1,0-1,0 0,1-1,-1 1,0-2,1 1,-1-1,1 0,-1 0,1-1,-1 0,0 0,0-1,1 0,-1 0,0-1,0 0,4-2,-4 0,0 0,0 0,-1 0,1 0,-1-1,-1 0,1-1,-1 1,0-1,0 0,-1 0,0-1,0 1,-1-1,0 0,0 0,0-5,3-9,-2 0,0-1,-2 1,0-1,-2-21,-1 32</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14.019"/>
    </inkml:context>
    <inkml:brush xml:id="br0">
      <inkml:brushProperty name="width" value="0.05" units="cm"/>
      <inkml:brushProperty name="height" value="0.05" units="cm"/>
      <inkml:brushProperty name="ignorePressure" value="1"/>
    </inkml:brush>
  </inkml:definitions>
  <inkml:trace contextRef="#ctx0" brushRef="#br0">242 32,'-8'-4,"1"0,-1 0,0 0,0 1,-1 0,1 1,-1 0,1 0,-1 1,1 0,-1 0,0 1,0 0,4 0,0 1,1 0,-1 0,1 0,0 0,-1 1,1 0,0-1,0 2,0-1,0 0,0 1,1 0,-1 0,1 0,0 0,-1 0,1 1,1-1,-1 1,1 0,-1 0,1 0,0 0,-1 3,-4 14,1 1,0 0,2 0,0 0,1 1,2-1,0 18,4 36,9 47,-9-97,0 6,7 25,-9-49,1 0,1 0,-1 0,1-1,1 1,0-1,0 1,0-1,2 2,-5-8,0 1,0-1,1 0,-1 0,0 1,0-1,1 0,-1 0,0 0,1-1,-1 1,1 0,-1 0,1-1,-1 1,1-1,0 1,-1-1,1 0,0 0,-1 0,1 0,0 0,0 0,2-2</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14.549"/>
    </inkml:context>
    <inkml:brush xml:id="br0">
      <inkml:brushProperty name="width" value="0.05" units="cm"/>
      <inkml:brushProperty name="height" value="0.05" units="cm"/>
      <inkml:brushProperty name="ignorePressure" value="1"/>
    </inkml:brush>
  </inkml:definitions>
  <inkml:trace contextRef="#ctx0" brushRef="#br0">4 123,'0'0,"0"0,0 0,0 0,0 0,0 0,0 0,0 0,-1-13,-1-14,2-14,0 0</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15.079"/>
    </inkml:context>
    <inkml:brush xml:id="br0">
      <inkml:brushProperty name="width" value="0.05" units="cm"/>
      <inkml:brushProperty name="height" value="0.05" units="cm"/>
      <inkml:brushProperty name="ignorePressure" value="1"/>
    </inkml:brush>
  </inkml:definitions>
  <inkml:trace contextRef="#ctx0" brushRef="#br0">1 30,'3'3,"1"1,-1-1,0 0,0 1,0 0,0 0,-1-1,1 2,-1-1,0 0,0 1,17 52,-17-51,11 56,-1 0,-4 1,-2 0,-3 1,-3-1,-3 11,0-51,2-22,-1-6,-1-41,4-5,1 0,4-1,1 2,3-1,1 1,3 1,2 0,8-12,-20 52,23-46,-25 53,-1-1,1 0,0 1,0 0,0-1,0 1,0 0,1 0,-1 0,1 0,-1 0,1 1,-1-1,1 1,0 0,0 0,0-1,-1 2,0 0,-1 0,1 1,-1-1,1 0,0 0,-1 1,1-1,-1 1,1-1,-1 1,1 0,-1 0,1-1,-1 1,0 0,1 0,-1 1,0-1,0 0,0 0,0 0,0 1,0-1,0 1,0-1,0 0,0 2,3 7,0-1,0 1,-1-1,0 3,-3-12,10 43,-1 0,-3 1,-2 0,-1 9,-4 177,0-203,0 16,-1 1,-7 25,8-63,0-5</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15.874"/>
    </inkml:context>
    <inkml:brush xml:id="br0">
      <inkml:brushProperty name="width" value="0.05" units="cm"/>
      <inkml:brushProperty name="height" value="0.05" units="cm"/>
      <inkml:brushProperty name="ignorePressure" value="1"/>
    </inkml:brush>
  </inkml:definitions>
  <inkml:trace contextRef="#ctx0" brushRef="#br0">1 0,'12'3,"1"0,0 0,-1 1,0 1,0 0,0 1,-1 0,3 2,-11-6,0 0,0 0,0 0,0 1,-1-1,1 1,-1 0,0 0,1 0,-1 0,0 0,-1 0,1 1,-1-1,1 1,-1-1,0 1,0-1,-1 1,1 0,-1-1,0 1,1 0,-2-1,1 1,0 0,-1-1,0 1,0 0,0 1,-5 10,-1 0,0-1,0 1,-2-1,0-1,-1 2,1 1,1 0,-6 12,14-27,0 0,0 0,0 0,0-1,0 1,0 0,0 0,0 0,0 0,0 0,0-1,0 1,1 0,-1 0,0 0,0 0,1-1,-1 1,1 0,-1 0,1-1,-1 1,1 0,-1-1,1 1,0-1,-1 1,1-1,0 1,0-1,-1 1,1-1,0 1,0-1,0 0,-1 0,1 1,1-1,39 9,-30-7,-3 0,5 0,-1 0,0 1,0 1,-1 0,1 1,4 2,-14-6,0 0,0 0,-1 1,1-1,0 0,-1 1,1 0,-1-1,0 1,1 0,-1-1,0 1,0 0,0 0,0 0,-1 0,1 0,-1 0,1 1,-1-1,0 1,0-1,-1 1,1-1,0 1,-1-1,1 0,-1 1,0-1,0 0,0 1,0-1,0 0,-1 0,1 0,-1 1,-3 4,-1 0,0 0,0-1,0 1,-1-1,0-1,0 1,-1-1,1 0,-1-1,0 0,0 0,-1-1,1 0,-1 0,0-1,-2 0,4-1</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16.654"/>
    </inkml:context>
    <inkml:brush xml:id="br0">
      <inkml:brushProperty name="width" value="0.05" units="cm"/>
      <inkml:brushProperty name="height" value="0.05" units="cm"/>
      <inkml:brushProperty name="ignorePressure" value="1"/>
    </inkml:brush>
  </inkml:definitions>
  <inkml:trace contextRef="#ctx0" brushRef="#br0">7 1,'-2'9,"0"0,1 0,0 1,0-1,1 0,0 1,1-1,0 1,14 77,-11-67,49 194,4 25,-57-239,0 0,0 0,0 0,0 0,0 0,0 0,0 0,0 0,0 0,0 0,0 0,0 0,0 0,-1 0,1 0,0 0,0 0,0 0,0 0,0 0,0 0,0 0,0 0,0 0,0 0,0 0,0 0,0 0,0 0,0 0,0 0,0 1,0-1,0 0,0 0,0 0,0 0,0 0,0 0,0 0,-7-11,-6-17,6 8,2-1,0 0,1-1,0 1,2 0,1-1,1 0,0 1,2-1,1 1,1-7,2 1,1 0,1 0,2 1,0 0,1 1,2 0,1 1,9-13,-15 27,0-1,0 1,1 1,6-6,-13 13,1 0,-1-1,1 1,0 0,0 1,0-1,0 0,0 1,0-1,0 1,0 0,1 0,-1 1,1-1,-1 0,0 1,1 0,-1 0,2 0,2 3</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48.714"/>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49.200"/>
    </inkml:context>
    <inkml:brush xml:id="br0">
      <inkml:brushProperty name="width" value="0.05" units="cm"/>
      <inkml:brushProperty name="height" value="0.05" units="cm"/>
      <inkml:brushProperty name="ignorePressure" value="1"/>
    </inkml:brush>
  </inkml:definitions>
  <inkml:trace contextRef="#ctx0" brushRef="#br0">0 406,'4'4,"-3"-1,1-1,0 1,0-1,0 0,0 0,0 0,1 0,1 1,-4-3,0 0,1 0,-1 0,0 0,0 0,1 0,-1 0,0 0,0 0,1 0,-1 0,0 0,0 0,1 0,-1 0,0 0,0 0,0 0,1 0,-1-1,0 1,0 0,1 0,-1 0,0 0,0 0,0-1,0 1,1 0,-1 0,0 0,0-1,0 1,0 0,0 0,5-19,-1-86,-5-16,1-25,0 111,-1 33</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50.168"/>
    </inkml:context>
    <inkml:brush xml:id="br0">
      <inkml:brushProperty name="width" value="0.05" units="cm"/>
      <inkml:brushProperty name="height" value="0.05" units="cm"/>
      <inkml:brushProperty name="ignorePressure" value="1"/>
    </inkml:brush>
  </inkml:definitions>
  <inkml:trace contextRef="#ctx0" brushRef="#br0">0 38,'10'56,"3"0,2-1,2-1,15 30,12 41,56 210,-68-205,7 84,-37-201,0-3,-1 0,0 1,0-1,-1 1,-1 5,21-97,-3 12,60-341,34-155,-107 547,-2 5,1 1,1 0,0 0,0 0,6-9,-8 19,-3 7,-4 13,3-10,2-6</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50.620"/>
    </inkml:context>
    <inkml:brush xml:id="br0">
      <inkml:brushProperty name="width" value="0.05" units="cm"/>
      <inkml:brushProperty name="height" value="0.05" units="cm"/>
      <inkml:brushProperty name="ignorePressure" value="1"/>
    </inkml:brush>
  </inkml:definitions>
  <inkml:trace contextRef="#ctx0" brushRef="#br0">1 82,'13'-4,"1"0,0 1,0 1,-1 0,2 0,-1 2,10 0,25-2,3-4,-1-1,0-3,0-2,29-12,-71 21</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51"/>
    </inkml:context>
    <inkml:brush xml:id="br0">
      <inkml:brushProperty name="width" value="0.05" units="cm"/>
      <inkml:brushProperty name="height" value="0.05" units="cm"/>
      <inkml:brushProperty name="ignorePressure" value="1"/>
    </inkml:brush>
  </inkml:definitions>
  <inkml:trace contextRef="#ctx0" brushRef="#br0">0 54,'0'0,"0"0,8 0,7 0,11 0,10-3,10-2,5 0,3-1,-1 0,1 1,-1-1,-9 0,-12 0,-11 3,-9 0</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51.387"/>
    </inkml:context>
    <inkml:brush xml:id="br0">
      <inkml:brushProperty name="width" value="0.05" units="cm"/>
      <inkml:brushProperty name="height" value="0.05" units="cm"/>
      <inkml:brushProperty name="ignorePressure" value="1"/>
    </inkml:brush>
  </inkml:definitions>
  <inkml:trace contextRef="#ctx0" brushRef="#br0">1 0,'0'0,"0"0,0 0,0 0</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51.799"/>
    </inkml:context>
    <inkml:brush xml:id="br0">
      <inkml:brushProperty name="width" value="0.05" units="cm"/>
      <inkml:brushProperty name="height" value="0.05" units="cm"/>
      <inkml:brushProperty name="ignorePressure" value="1"/>
    </inkml:brush>
  </inkml:definitions>
  <inkml:trace contextRef="#ctx0" brushRef="#br0">22 233,'-21'62,"36"-130,-1 24,8-13,-17 43,2 0,0 1,0 0,1 1,1-1,2-1,-9 12,1-1,-1 0,0 1,1-1,0 1,0 0,0 0,0 0,0 0,0 1,0-1,0 1,1 0,-1 0,1 0,-1 0,1 0,-1 1,1 0,-1-1,1 1,-1 1,1-1,-1 0,1 1,-1 0,1 0,-1 0,1 0,-1 0,0 1,0 0,0-1,2 2,5 4,0 1,0 0,-1 0,0 1,-1 0,0 1,0 0,-1 0,2 4,3 6,-1 0,-1 1,-1 0,0 4,-5-14,-1 1,0 0,0 0,-1 0,-1 0,0 0,-1 0,-1 8,0-12,0-5</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52.604"/>
    </inkml:context>
    <inkml:brush xml:id="br0">
      <inkml:brushProperty name="width" value="0.05" units="cm"/>
      <inkml:brushProperty name="height" value="0.05" units="cm"/>
      <inkml:brushProperty name="ignorePressure" value="1"/>
    </inkml:brush>
  </inkml:definitions>
  <inkml:trace contextRef="#ctx0" brushRef="#br0">1 1,'15'36,"-1"2,-3 0,0 0,-2 8,22 156,-27-171,2 14,6 41,-4 1,-3 21,-9-82,4-26,0 1,0-1,0 0,0 0,0 0,0 0,-1 0,1 0,0 0,0 1,0-1,0 0,0 0,0 0,0 0,0 0,0 0,0 0,0 0,0 0,0 1,0-1,-1 0,1 0,0 0,0 0,0 0,0 0,0 0,0 0,0 0,0 0,-1 0,1 0,0 0,0 0,0 0,0 0,0 0,0 0,0 0,-1 0,1 0,0 0,0 0,0 0,0 0,0 0,0 0,0 0,-5-13,4-11,1 20,0 0,0 0,0 1,-1-1,1 0,-1 0,0 1,0-1,0 0,-1 0,-8-3,9 6</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53.218"/>
    </inkml:context>
    <inkml:brush xml:id="br0">
      <inkml:brushProperty name="width" value="0.05" units="cm"/>
      <inkml:brushProperty name="height" value="0.05" units="cm"/>
      <inkml:brushProperty name="ignorePressure" value="1"/>
    </inkml:brush>
  </inkml:definitions>
  <inkml:trace contextRef="#ctx0" brushRef="#br0">0 33,'3'2,"0"1,0-1,0 0,0 1,0-1,1-1,-1 1,0 0,1-1,0 0,-1 0,1 0,0 0,52 5,-47-5,95 2,78-8,105-20,-147 12,-98 10,-22 2,0 0,-1-1,1-2,15-4,-35 8,0 0,0 0,0 0,0 0,0 0,0 0,0 0,0 0,0 0,0 0,0-1,0 1,0 0,0 0,0 0,0 0,0 0,0 0,0 0,0 0,0 0,0 0,0 0,0-1,0 1,0 0,0 0,0 0,0 0,0 0,0 0,0 0,0 0,0 0,0 0,0 0,0 0,0-1,0 1,0 0,0 0,0 0,0 0,1 0,-1 0,0 0,0 0,0 0,0 0,0 0,0 0,0 0,-7-1,4 1</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53.987"/>
    </inkml:context>
    <inkml:brush xml:id="br0">
      <inkml:brushProperty name="width" value="0.05" units="cm"/>
      <inkml:brushProperty name="height" value="0.05" units="cm"/>
      <inkml:brushProperty name="ignorePressure" value="1"/>
    </inkml:brush>
  </inkml:definitions>
  <inkml:trace contextRef="#ctx0" brushRef="#br0">45 146,'1'-5,"-1"0,1 0,0 0,1-1,-1 1,1 0,0 0,0 1,0-1,1 0,-1 1,1-1,1 1,2-3,-1 1,1 0,1 1,-1 0,1 0,0 1,0-1,0 1,1 1,1-1,5-1,0 0,0 1,1 1,-1 0,1 1,0 1,-1 0,1 1,0 1,8 1,-16-1,0 0,1 1,-1 0,0 0,0 1,0 0,-1 0,1 0,-1 1,1 0,-1 0,0 1,-1 0,1 0,-1 0,0 1,0 0,-1-1,0 2,2 2,-1 1,0 1,-1-1,-1 1,1-1,-2 1,1 0,-2 0,1 0,-2 0,1 0,-2 1,1-1,-2 5,-1 4,-2 0,0 0,-1 0,0-1,-2 0,0 0,-2-1,0 0,0-1,-2 0,0 0,-14 13,16-20,0 0,-1-1,0 0,0 0,-1-1,0-1,-1 0,-11 4,14-7,0-1,0 0,0 0,0-1,-1-1,1 0,-1 0,1-1,0 0,-1-1,1 0,-6-2,9 1,0 0,0 0,0-1,1 0,-1 0,1-1,0 1,-1-1,2-1,-3-1,7 5,-1 0,0-1,1 1,-1-1,1 1,-1-1,1 0,0 0,0 1,-1-1,1 0,1 0,-1 0,0 0,0 0,1-1,-1 1,1 0,0 0,0 0,0 0,0 0,0-1,0 1,0 0,1 0,-1 0,1 0,-1 0,1 0,0 0,0 0,0 0,0 0,1-2,1 1,1 0,-1 0,0 0,1 0,0 1,-1 0,1-1,0 1,0 0,0 1,1-1,-1 1,0 0,1 0,-1 0,0 1,1-1,-1 1,1 0,2 1,10-1,-1 2,0 0,1 1,14 5,6 4,0 2,29 16,-38-16,0-1,1-2,1-1,0-1,2-1,-22-6</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54.939"/>
    </inkml:context>
    <inkml:brush xml:id="br0">
      <inkml:brushProperty name="width" value="0.05" units="cm"/>
      <inkml:brushProperty name="height" value="0.05" units="cm"/>
      <inkml:brushProperty name="ignorePressure" value="1"/>
    </inkml:brush>
  </inkml:definitions>
  <inkml:trace contextRef="#ctx0" brushRef="#br0">397 1,'-3'6,"0"-1,0 1,-1 0,0-1,0 0,0 0,0 0,-1 0,-1 1,-14 15,-20 30,2 2,2 1,3 3,2 0,3 2,2 1,3 1,3 1,2 1,-5 41,15-55,2 1,2 0,2 0,2 0,6 37,-1-48,1 0,3 0,1-1,1 0,2 0,2-2,11 18,-16-35,0-1,2 0,0-1,7 7,-15-19,1 1,0-1,0 0,0-1,1 1,0-1,0 0,0-1,0 0,0 1,1-2,-1 1,1-1,7 2,-12-4,-1 0,1 0,0 0,0 0,0 0,0-1,0 1,0 0,0-1,0 1,-1-1,1 0,0 0,0 0,-1 0,1 0,0 0,-1 0,1 0,-1-1,0 1,1 0,-1-1,0 1,0-1,0 0,0 1,0-1,0 0,0 0,-1 1,1-1,-1 0,1 0,-1 0,0 0,1 0,-1 0,0 0,-1 0,1 0,0 0,0 1,-1-2,0-3</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55.719"/>
    </inkml:context>
    <inkml:brush xml:id="br0">
      <inkml:brushProperty name="width" value="0.05" units="cm"/>
      <inkml:brushProperty name="height" value="0.05" units="cm"/>
      <inkml:brushProperty name="ignorePressure" value="1"/>
    </inkml:brush>
  </inkml:definitions>
  <inkml:trace contextRef="#ctx0" brushRef="#br0">427 223,'2'-11,"0"-1,-1 0,0 0,-1 0,0 0,-1 1,0-1,-1 0,0 0,1 7,-1-1,1 1,-1 0,0 0,-1 0,1 1,-1-1,0 1,0-1,0 1,-1 0,0 0,1 0,-1 1,-1-1,1 1,0 0,-1 0,0 1,-4-3,1 2,1 0,-2 0,1 1,0 0,0 1,0 0,-1 0,1 1,-1 0,1 0,0 1,-1 0,1 0,-2 2,-1 0,0 1,1 0,0 0,0 1,0 1,1 0,0 0,0 1,0 0,-1 2,-3 3,2 1,0 0,0 1,1 0,1 0,0 1,1 0,0 1,2 0,0 0,0 0,2 1,-3 15,6-25,0-1,1 1,0 0,0 0,0 0,1-1,0 1,0 0,1-1,0 1,0-1,1 1,-1-1,1 0,3 4,-4-7,1 0,-1 0,1 0,0 0,0-1,0 1,0-1,1 0,-1 1,0-2,1 1,0 0,-1-1,1 1,0-1,0 0,0 0,0-1,-1 1,1-1,0 0,0 0,0 0,0-1,0 1,4-2,3-1,0 0,0-1,-1-1,1 1,-1-2,0 1,0-2,-1 1,0-1,0-1,0 1,-1-2,0 1,-1-1,0 0,5-8,4-9,0-1,-1 0,-2-1,-1-1,5-19,-13 37,-1 5,-1 0,0 0,0-1,-1 1,0 0,0-1,0 1,-1 0,0-1,0-2,0 9,0 0,0 0,0 0,0 0,0 0,0 0,0 1,0-1,0 0,-1 0,1 0,0 0,0 0,0 0,0 0,0 0,0 0,0 1,0-1,0 0,-1 0,1 0,0 0,0 0,0 0,0 0,0 0,0 0,-1 0,1 0,0 0,0 0,0 0,0 0,0 0,0 0,0 0,-1 0,1 0,0 0,0 0,0 0,0 0,0-1,0 1,0 0,-1 0,1 0,0 0,0 0,0 0,0 0,0 0,0 0,0-1,0 1,0 0,0 0,0 0,0 0,0 0,0 0,0 0,0-1,0 1,0 0,0 0,0 0,-6 10,2 5,0-1,1 1,1 0,0 0,1 0,1 6,0 14,3 0,1 8,-1-21,1 0,1 0,0 0,9 19,-11-34,0 0,1 0,0-1,0 1,0-1,1 0,3 4,-5-7,0-1,0 1,1-1,-1 1,0-1,1 0,-1 0,1 0,0-1,0 1,0-1,0 0,0 0,2 0,3-1,-3-1</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56.049"/>
    </inkml:context>
    <inkml:brush xml:id="br0">
      <inkml:brushProperty name="width" value="0.05" units="cm"/>
      <inkml:brushProperty name="height" value="0.05" units="cm"/>
      <inkml:brushProperty name="ignorePressure" value="1"/>
    </inkml:brush>
  </inkml:definitions>
  <inkml:trace contextRef="#ctx0" brushRef="#br0">0 1,'0'0,"0"0,0 0,2 8,0 9,0 8,-1 9,0 7,0 4,-1 0,-1-4,1-4,0-7,0-7,0-8,0-6,0-5,1-3</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56.404"/>
    </inkml:context>
    <inkml:brush xml:id="br0">
      <inkml:brushProperty name="width" value="0.05" units="cm"/>
      <inkml:brushProperty name="height" value="0.05" units="cm"/>
      <inkml:brushProperty name="ignorePressure" value="1"/>
    </inkml:brush>
  </inkml:definitions>
  <inkml:trace contextRef="#ctx0" brushRef="#br0">0 114,'0'0,"0"0,9 0,8-1,7-2,8-3,4-4,6-3,3-3,1-3,-8 2,-10 3,-9 5,-9 4</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56.936"/>
    </inkml:context>
    <inkml:brush xml:id="br0">
      <inkml:brushProperty name="width" value="0.05" units="cm"/>
      <inkml:brushProperty name="height" value="0.05" units="cm"/>
      <inkml:brushProperty name="ignorePressure" value="1"/>
    </inkml:brush>
  </inkml:definitions>
  <inkml:trace contextRef="#ctx0" brushRef="#br0">61 1,'-16'151,"6"2,8 37,1-115,-1-21,0-26,2 0,1 0,3 24,-2-51,0-4,2-9,6-26,-2 3,2 1,1 0,1 1,2 0,14-22,-25 49,0 1,1 0,0 0,0 1,0-1,1 1,-1 0,1 0,4-2,-7 4,0 1,0 0,1 0,-1 0,0 0,1 0,-1 1,1-1,-1 1,1 0,-1 0,1-1,-1 1,1 1,-1-1,1 0,-1 1,1-1,-1 1,1 0,-1 0,0 0,0 0,3 1,1 3,0-1,0 1,0 0,-1 1,1-1,-1 1,0 0,-1 1,0-1,0 1,0-1,-1 1,0 0,0 1,-1-1,1 0,-2 1,1 0,-1-1,0-1,0 0,-1 0,1-1,-1 1,-1 0,1 0,-1 0,0-1,0 1,-1 0,1-1,-1 1,0-1,-1 0,1 0,-1 0,0 0,-1 0,1 0,-1-1,0 0,0 1,0-2,-1 1,-1 1,-3 0,-1 0,0 0,0-1,0-1,0 0,0 0,-1-1,1 0,-1-1,0 0,-1-1,-17 1,1-3,0 0,-18-4,34 3</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57.354"/>
    </inkml:context>
    <inkml:brush xml:id="br0">
      <inkml:brushProperty name="width" value="0.05" units="cm"/>
      <inkml:brushProperty name="height" value="0.05" units="cm"/>
      <inkml:brushProperty name="ignorePressure" value="1"/>
    </inkml:brush>
  </inkml:definitions>
  <inkml:trace contextRef="#ctx0" brushRef="#br0">105 0,'34'77,"-2"1,18 73,-16-21,4 56,-25-117,-4 0,-2 0,-4 1,-2 7,-3-48,-1-1,-1 0,-2 1,0-2,-4 6,4-15,0-1,-2 0,0-1,-1 0,-1 0,0-1,-1 0,-6 6,7-10,-2 0,1-1,-1 0,-1-1,1 0,-8 3,13-8,0-1,0 1,0-1,-1 0,1-1,-1 0,0 0,0-1,1 0,-1 0,0 0,0-1,-5-1,4-1</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57.718"/>
    </inkml:context>
    <inkml:brush xml:id="br0">
      <inkml:brushProperty name="width" value="0.05" units="cm"/>
      <inkml:brushProperty name="height" value="0.05" units="cm"/>
      <inkml:brushProperty name="ignorePressure" value="1"/>
    </inkml:brush>
  </inkml:definitions>
  <inkml:trace contextRef="#ctx0" brushRef="#br0">0 0,'0'0,"0"0,6 11,8 11,7 12,8 11,6 9,5 6,1 0,-1-4,-3-7,-4-11,-8-11,-8-11,-7-7,-5-6</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58.050"/>
    </inkml:context>
    <inkml:brush xml:id="br0">
      <inkml:brushProperty name="width" value="0.05" units="cm"/>
      <inkml:brushProperty name="height" value="0.05" units="cm"/>
      <inkml:brushProperty name="ignorePressure" value="1"/>
    </inkml:brush>
  </inkml:definitions>
  <inkml:trace contextRef="#ctx0" brushRef="#br0">1 342,'0'0,"0"0,7-7,9-11,10-13,9-13,4-9,2-6,-7 9,-8 11,-10 13,-6 11</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58.385"/>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6:58.719"/>
    </inkml:context>
    <inkml:brush xml:id="br0">
      <inkml:brushProperty name="width" value="0.05" units="cm"/>
      <inkml:brushProperty name="height" value="0.05" units="cm"/>
      <inkml:brushProperty name="ignorePressure" value="1"/>
    </inkml:brush>
  </inkml:definitions>
  <inkml:trace contextRef="#ctx0" brushRef="#br0">203 683,'-10'5,"0"0,1 0,0 1,0 0,0 1,1 0,0 0,0 2,-6 5,2 1,-1 1,-8 15,11-13,0-1,1 2,1-1,1 1,-2 8,7-21,0 1,0 0,1 0,0 0,0 0,1 1,0-1,0 0,0 0,1 0,0 0,1 0,0 0,0 0,0 0,3 4,-4-8,0-1,1 1,0-1,-1 0,1 0,0 0,0 0,0 0,0 0,0-1,0 1,1-1,-1 1,0-1,1 0,-1 0,1 0,0 0,-1 0,3 0,-1-1,0 0,0 0,0 0,1-1,-1 1,0-1,0 0,0 0,0 0,0-1,0 0,2-1,5-3,1-1,-2-1,1 1,-1-2,0 0,-1 0,0 0,2-4,9-15,-2 0,-1-1,-1 0,-1-2,-2 0,6-21,9-40,10-67,8-74,-37 173,-2-1,-2-52,-5 108,-2-26,2 30,0 0,0 0,0 0,-1 0,1 0,0 0,0 0,-1 0,1 0,0 0,-1 1,1-1,-1 0,1 0,-1 0,1 1,-1-1,0 0,1 1,-1-1,0 0,0 1,0-1,0 0,0 2,0-1,0 0,0 0,0 0,1 1,-1-1,0 0,0 1,0-1,0 1,1-1,-1 1,0-1,1 1,-1-1,0 1,1 0,-1-1,0 1,1 0,-1 0,1-1,0 1,-1 0,1 0,0 0,-1 0,-11 29,11-28,-11 36,3 0,0 1,3-1,1 1,1 26,3 1,3 0,10 64,-5-79,3-2,2 1,11 27,-11-45,1 0,1-1,2-1,1 0,16 21,-12-25,-7-13</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00.020"/>
    </inkml:context>
    <inkml:brush xml:id="br0">
      <inkml:brushProperty name="width" value="0.05" units="cm"/>
      <inkml:brushProperty name="height" value="0.05" units="cm"/>
      <inkml:brushProperty name="ignorePressure" value="1"/>
    </inkml:brush>
  </inkml:definitions>
  <inkml:trace contextRef="#ctx0" brushRef="#br0">1 1,'0'2,"0"0,0 0,1 0,-1 0,1 0,-1-1,1 1,0 0,0 0,0 0,0 0,0-1,0 1,0-1,0 1,1-1,-1 1,1-1,-1 1,1-1,-1 0,1 0,0 0,0 0,-1 0,1 0,0-1,2 1,5 2,1-2,-1 1,1-1,0 0,6-1,6 1,57 4,-1-3,1-3,2-4,-67 3</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00.369"/>
    </inkml:context>
    <inkml:brush xml:id="br0">
      <inkml:brushProperty name="width" value="0.05" units="cm"/>
      <inkml:brushProperty name="height" value="0.05" units="cm"/>
      <inkml:brushProperty name="ignorePressure" value="1"/>
    </inkml:brush>
  </inkml:definitions>
  <inkml:trace contextRef="#ctx0" brushRef="#br0">0 63,'0'0,"0"0,9 1,10-2,11-4,14-3,9-5,-3 0,-10 2,-13 3,-10 3</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03.398"/>
    </inkml:context>
    <inkml:brush xml:id="br0">
      <inkml:brushProperty name="width" value="0.05" units="cm"/>
      <inkml:brushProperty name="height" value="0.05" units="cm"/>
      <inkml:brushProperty name="ignorePressure" value="1"/>
    </inkml:brush>
  </inkml:definitions>
  <inkml:trace contextRef="#ctx0" brushRef="#br0">134 1,'-4'4,"0"0,0 1,0-1,1 1,-1 0,1 0,1 0,-1 1,0 1,-18 55,14-39,-12 46,3 1,2 1,4 0,3 1,3-1,3 1,3 0,8 44,-7-98</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03.766"/>
    </inkml:context>
    <inkml:brush xml:id="br0">
      <inkml:brushProperty name="width" value="0.05" units="cm"/>
      <inkml:brushProperty name="height" value="0.05" units="cm"/>
      <inkml:brushProperty name="ignorePressure" value="1"/>
    </inkml:brush>
  </inkml:definitions>
  <inkml:trace contextRef="#ctx0" brushRef="#br0">353 70,'0'0,"0"0,-8-8,-9-5,-8-3,-6 0,-7 4,-3 8,-2 9,-3 9,6 3,9-2,11-4,8-3</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04.365"/>
    </inkml:context>
    <inkml:brush xml:id="br0">
      <inkml:brushProperty name="width" value="0.05" units="cm"/>
      <inkml:brushProperty name="height" value="0.05" units="cm"/>
      <inkml:brushProperty name="ignorePressure" value="1"/>
    </inkml:brush>
  </inkml:definitions>
  <inkml:trace contextRef="#ctx0" brushRef="#br0">316 0,'12'1,"0"0,0 0,0 1,0 1,0 0,-1 1,1 0,-1 0,0 1,0 1,-1 0,10 7,-16-10,0-1,0 2,0-1,-1 0,1 1,-1-1,0 1,0 0,0 0,-1 0,1 1,-1-1,0 1,0-1,-1 1,1 0,-1-1,0 1,0 0,-1 0,1 0,-1 0,0 0,0 0,-1 0,0 0,0-1,0 1,0 0,-1 0,1-1,-2 2,-2 5,-1-1,-1 0,0 0,0-1,-1 0,0 0,0 0,-1-1,0-1,0 1,-1-2,0 1,-1-1,1-1,-1 0,0 0,-6 1,-1 0,0-1,0-1,-1 0,1-1,-1-1,0-1,0 0,0-2,0 0,-12-3,17 1,-1 0,2-1,-1-1,-3-1,12 3,-1 1,1-1,-1 0,1 0,0-1,0 1,1-1,-1 0,1-1,0 1,-1-2,2 1</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04.884"/>
    </inkml:context>
    <inkml:brush xml:id="br0">
      <inkml:brushProperty name="width" value="0.05" units="cm"/>
      <inkml:brushProperty name="height" value="0.05" units="cm"/>
      <inkml:brushProperty name="ignorePressure" value="1"/>
    </inkml:brush>
  </inkml:definitions>
  <inkml:trace contextRef="#ctx0" brushRef="#br0">0 38,'51'8,"0"-3,0-1,1-3,28-4,-27 1,207-11,104-25,-366 39</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07.548"/>
    </inkml:context>
    <inkml:brush xml:id="br0">
      <inkml:brushProperty name="width" value="0.05" units="cm"/>
      <inkml:brushProperty name="height" value="0.05" units="cm"/>
      <inkml:brushProperty name="ignorePressure" value="1"/>
    </inkml:brush>
  </inkml:definitions>
  <inkml:trace contextRef="#ctx0" brushRef="#br0">1 177,'13'2,"-12"-2,-12-6,10 5,1 1,0-1,0 1,-1-1,1 1,0-1,0 1,0-1,0 1,0-1,0 1,0-1,0 1,0-1,0 1,0-1,0 1,0-1,0 0,0 1,0-1,0 1,1-1,-1 1,0 0,0-1,1 1,-1-1,0 1,1-1,-1 1,0 0,1-1,-1 1,1 0,-1-1,0 1,1 0,-1 0,1-1,22-17,-21 16,33-23,0 2,31-15,-50 30,0 0,1 2,-1 0,1 1,1 0,-1 1,1 1,0 1,-12 2,0-1,1 2,-1-1,0 0,0 1,0 0,0 1,0-1,0 1,0 0,0 1,-1-1,1 1,-1 1,1-1,-1 1,0-1,-1 1,3 2,-2 0,0 0,0 1,-1-1,0 1,0 0,-1 0,0 0,0 0,0 1,-1-1,0 1,-1-1,1 1,-2 0,1 3,-1 8,-1 0,0 0,-2 0,0 0,-1 0,-1 0,-1-1,0 0,-2 0,0-1,-10 16,-5 5,-1-2,-2 0,-2-2,-21 21,25-30,-1-2,-18 14,31-28,0-1,-1 0,0 0,-1-1,1-1,-1 0,-4 0,3-2,6-4</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07.888"/>
    </inkml:context>
    <inkml:brush xml:id="br0">
      <inkml:brushProperty name="width" value="0.05" units="cm"/>
      <inkml:brushProperty name="height" value="0.05" units="cm"/>
      <inkml:brushProperty name="ignorePressure" value="1"/>
    </inkml:brush>
  </inkml:definitions>
  <inkml:trace contextRef="#ctx0" brushRef="#br0">0 1,'0'0,"7"3,12 6,11 7,8 4,5 0,2 0,-7-5,5-4,-6-4,-9-3,-10-2,-7-2</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08.733"/>
    </inkml:context>
    <inkml:brush xml:id="br0">
      <inkml:brushProperty name="width" value="0.05" units="cm"/>
      <inkml:brushProperty name="height" value="0.05" units="cm"/>
      <inkml:brushProperty name="ignorePressure" value="1"/>
    </inkml:brush>
  </inkml:definitions>
  <inkml:trace contextRef="#ctx0" brushRef="#br0">280 78,'-2'-3,"1"0,-1-1,1 1,0-1,1 1,-1-1,1 1,-1-1,1 0,0 1,0-1,1 0,-1 1,1-1,0-2,2-11,-3 17,0 0,0 0,0 0,0 0,0 0,0 0,-1 1,1-1,0 0,0 0,0 0,0 0,0 0,0 0,0 0,0 0,0 0,0 0,0 0,0 0,0 0,-1-1,1 1,0 0,0 0,0 0,0 0,0 0,0 0,0 0,0 0,0 0,0 0,0 0,0 0,0 0,0 0,0 0,0 0,0 0,0 0,0 0,0-1,0 1,0 0,0 0,0 0,-1 0,1 0,0 0,-7 11,-8 19,-44 105,6 2,-5 41,35-97,4 1,4 1,3 0,0 62,11-108,2 1,1-1,3 0,2 11,-3-29,1 0,1 0,0 0,1-1,1 0,1-1,1 0,0 0,2 0,5 3,-5-11</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09.531"/>
    </inkml:context>
    <inkml:brush xml:id="br0">
      <inkml:brushProperty name="width" value="0.05" units="cm"/>
      <inkml:brushProperty name="height" value="0.05" units="cm"/>
      <inkml:brushProperty name="ignorePressure" value="1"/>
    </inkml:brush>
  </inkml:definitions>
  <inkml:trace contextRef="#ctx0" brushRef="#br0">16 166,'0'0,"0"0,0 0,0 0,-4-2,-2-2,1-5,5-5,4-3,8-2,7-2,9 0,7 2,4 3,-4 5,-9 4,-7 3,-9 3</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16.887"/>
    </inkml:context>
    <inkml:brush xml:id="br0">
      <inkml:brushProperty name="width" value="0.05" units="cm"/>
      <inkml:brushProperty name="height" value="0.05" units="cm"/>
      <inkml:brushProperty name="ignorePressure" value="1"/>
    </inkml:brush>
  </inkml:definitions>
  <inkml:trace contextRef="#ctx0" brushRef="#br0">382 151,'12'0,"-10"-2,-16-6,-2 1,-58-35,50 26,-1 2,-1 0,0 2,-1 1,0 1,-15-3,42 12,-1 1,0 0,1 0,-1 0,0 0,1-1,-1 1,0 0,0 0,1 1,-1-1,0 0,1 0,-1 0,0 0,1 1,-1-1,0 0,1 0,-1 1,0-1,1 1,-1-1,1 0,-1 1,1-1,-1 1,1 0,-1-1,1 1,0-1,-1 1,1 0,0-1,-1 1,1-1,0 1,0 0,-1 0,1-1,0 1,0 0,0-1,0 1,0 0,0 0,0-1,0 1,1 0,-1 6,1 1,1-1,-1 1,4 5,-2-1,6 42,-1 2,-3-1,-3 0,-2 20,4 85,-4-159,0-1,0 0,0 0,0 0,0 0,0 0,0 1,-1-1,1 0,0 0,0 0,0 0,1 0,-1 1,0-1,0 0,0 0,0 0,0 0,0 0,0 0,0 1,0-1,0 0,0 0,0 0,0 0,0 0,1 0,-1 0,0 0,0 1,0-1,0 0,0 0,0 0,0 0,1 0,-1 0,0 0,0 0,0 0,0 0,0 0,1 0,-1 0,0 0,0 0,0 0,0 0,0 0,1 0,6-8,12-21,-14 20,-1 2,1 1,0 0,0 0,0 1,1 0,0 0,0 0,0 0,1 1,0 0,-1 0,1 1,1 0,-1 0,0 1,1 0,-1 0,1 1,3-1,-4 2,0-1,-1 1,1 0,0 1,0 0,0 0,0 0,-1 1,1 0,-1 0,1 1,-1 0,0 0,0 0,0 1,0 0,-1 0,1 0,-1 1,0 0,0 0,0 0,0 3,-1-1,1 1,-1-1,-1 1,1 1,-2-1,1 0,-1 1,0-1,0 1,-1 0,-1-1,1 1,-2 7,1 1,-2-1,0 0,-1 1,-1-1,0-1,-1 1,-4 8,5-14,-2-1,1 1,-1-1,0 0,-1 0,0-1,0 0,-1 0,0-1,0 0,-1 0,0-1,0 0,-1 0,1-1,-1-1,0 0,-1 0,-9 2,10-3,0-1,0-1,0 0,0 0,0-1,-1 0,1 0,0-1,0-1,0 0,0 0,0-1,0 0,1-1,-1 0,1 0,0-1,0 0,1-1,-1 0,0-1,2 1,0-1,0 1,1-1,0-1,-4-5,6 6</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17.387"/>
    </inkml:context>
    <inkml:brush xml:id="br0">
      <inkml:brushProperty name="width" value="0.05" units="cm"/>
      <inkml:brushProperty name="height" value="0.05" units="cm"/>
      <inkml:brushProperty name="ignorePressure" value="1"/>
    </inkml:brush>
  </inkml:definitions>
  <inkml:trace contextRef="#ctx0" brushRef="#br0">45 0,'0'0,"0"0,1 11,0 11,0 8,-1 8,-1 6,-1 3,-1 1,-3-1,-1-6,0-7,0-11,1-10,2-7,1-5,1-2</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17.734"/>
    </inkml:context>
    <inkml:brush xml:id="br0">
      <inkml:brushProperty name="width" value="0.05" units="cm"/>
      <inkml:brushProperty name="height" value="0.05" units="cm"/>
      <inkml:brushProperty name="ignorePressure" value="1"/>
    </inkml:brush>
  </inkml:definitions>
  <inkml:trace contextRef="#ctx0" brushRef="#br0">1 62,'0'0,"6"-2,12-1,12-1,8-1,6 0,0-3,-2 2,-2-2,-7 0,-10 3,-8 0,-7 3</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18.886"/>
    </inkml:context>
    <inkml:brush xml:id="br0">
      <inkml:brushProperty name="width" value="0.05" units="cm"/>
      <inkml:brushProperty name="height" value="0.05" units="cm"/>
      <inkml:brushProperty name="ignorePressure" value="1"/>
    </inkml:brush>
  </inkml:definitions>
  <inkml:trace contextRef="#ctx0" brushRef="#br0">68 208,'24'23,"1"-1,1-1,1-2,5 3,0-1,-1 2,18 18,-39-32,-1 0,0 1,-1 1,0 0,0 0,-1 0,-1 1,0 0,3 8,-5-9,-1-1,0 1,-1 0,0 0,0 0,-1 0,-1 0,0 0,0 0,-1 0,-1 0,-2 11,3-16,-2 0,1 1,0-1,-1 0,0 0,-1 0,1-1,-1 1,0-1,-1 0,1 0,-1 0,0 0,0-1,0 0,-1 0,1-1,-1 1,0-1,0 0,-7 2,-2 0,-2-1,1-1,0 0,-1 0,1-2,-1 0,-7-2,13 1,1-1,-1 0,1 0,0-1,-1-1,1 0,0 0,0-1,1 0,-1-1,1 0,-3-2,10 5,-1 0,1 0,-1 0,1 0,0 0,0-1,0 1,0-1,0 1,1-1,-1 0,1 0,0 0,-1 1,1-1,1 0,-1 0,0-1,1 1,-1 0,1 0,0 0,0 0,0 0,1 0,-1-1,1 1,-1 0,1 0,0 0,1-2,5-9,0 1,0 0,2 0,-1 1,1 0,2-1,-6 8,84-98,-37 44,27-41,-65 81,-1-1,-1 0,-1-1,-1 0,-1-1,-1 0,3-13,-10 29,0 0,0 1,0-1,0 0,-1 0,0 0,-1 0,1 0,-1 0,0 0,0 0,-1 0,0 1,-2-7,2 10,1-1,-1 1,0 0,1-1,-1 1,0 0,-1 0,1 0,0 0,0 1,-1-1,1 1,-1-1,1 1,-1 0,0 0,1 0,-1 0,0 0,0 1,0-1,0 1,0 0,0 0,1 0,-1 0,0 0,0 1,0-1,0 1,-1 0,-7 2,0 1,0 0,1 0,-1 1,1 0,0 1,1 0,-1 1,1 0,0 0,1 1,-4 4,3-2,0 0,1 1,0 1,1-1,0 1,0 0,2 1,-1-1,2 1,-1 1,1 1,1 0,0 0,1 0,0 8,2-12</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19.653"/>
    </inkml:context>
    <inkml:brush xml:id="br0">
      <inkml:brushProperty name="width" value="0.05" units="cm"/>
      <inkml:brushProperty name="height" value="0.05" units="cm"/>
      <inkml:brushProperty name="ignorePressure" value="1"/>
    </inkml:brush>
  </inkml:definitions>
  <inkml:trace contextRef="#ctx0" brushRef="#br0">105 0,'6'40,"2"0,1 0,13 30,48 113,-2-8,-53-133,-3 1,-1 0,-2 1,-3 0,1 16,-6-41,-1 0,-1-1,-1 1,0 0,-1-1,-1 1,-1-1,0 0,-2 0,0-1,0 0,-2 0,-9 14,8-17,0-1,-1 0,-1-1,1 0,-2-1,0 0,0-1,-10 6,14-10,-1-1,0 0,0-1,0 1,0-2,0 0,-1 0,0-1,1 0,-1-1,0 0,0-1,-9 0,12-2</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20.002"/>
    </inkml:context>
    <inkml:brush xml:id="br0">
      <inkml:brushProperty name="width" value="0.05" units="cm"/>
      <inkml:brushProperty name="height" value="0.05" units="cm"/>
      <inkml:brushProperty name="ignorePressure" value="1"/>
    </inkml:brush>
  </inkml:definitions>
  <inkml:trace contextRef="#ctx0" brushRef="#br0">1 0,'0'0,"0"0,6 11,7 13,3 13,3 8,-2 2,-3-7,-5-10,-2-10,-4-9</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20.335"/>
    </inkml:context>
    <inkml:brush xml:id="br0">
      <inkml:brushProperty name="width" value="0.05" units="cm"/>
      <inkml:brushProperty name="height" value="0.05" units="cm"/>
      <inkml:brushProperty name="ignorePressure" value="1"/>
    </inkml:brush>
  </inkml:definitions>
  <inkml:trace contextRef="#ctx0" brushRef="#br0">0 278,'0'0,"0"0,0 0,0 0,7-6,8-7,8-7,7-7,6-9,2-5,4-2,-5 7,-9 9,-9 9,-8 7</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21.331"/>
    </inkml:context>
    <inkml:brush xml:id="br0">
      <inkml:brushProperty name="width" value="0.05" units="cm"/>
      <inkml:brushProperty name="height" value="0.05" units="cm"/>
      <inkml:brushProperty name="ignorePressure" value="1"/>
    </inkml:brush>
  </inkml:definitions>
  <inkml:trace contextRef="#ctx0" brushRef="#br0">1 6,'35'-6,"-28"30,13 91,-5 1,-3 25,-2-21,0-16,9 101,-19-202,0-3</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22.167"/>
    </inkml:context>
    <inkml:brush xml:id="br0">
      <inkml:brushProperty name="width" value="0.05" units="cm"/>
      <inkml:brushProperty name="height" value="0.05" units="cm"/>
      <inkml:brushProperty name="ignorePressure" value="1"/>
    </inkml:brush>
  </inkml:definitions>
  <inkml:trace contextRef="#ctx0" brushRef="#br0">1 252,'2'-25,"1"0,1 1,2-1,4-12,-8 30,1 1,0 0,0-1,0 1,0 0,1 1,0-1,1 1,-1-1,1 1,0 1,0-1,0 1,1 0,0 0,-1 0,1 1,6-3,-4 3,1 0,-1 0,1 1,-1 0,1 1,0 0,0 0,0 1,-1 0,1 1,0-1,0 2,0-1,-1 1,1 1,-1-1,0 2,1-1,-1 1,-1 0,1 1,-1-1,1 2,-1-1,-1 1,1 0,-1 0,0 1,0 0,-1 0,0 0,-1 1,4 5,1 7,0 1,-2 0,0 1,-1 0,-1 0,-1 0,-1 0,-1 1,-1-1,-2 22,-1-12,-2-1,-1 0,-1 0,-1 0,-2-1,-1 0,-9 16,11-30,0 0,-1-1,0-1,-1 1,-1-2,0 1,-1-2,-10 10,17-18,0 1,-1-1,1 0,-1-1,1 1,-1-1,0 0,0 0,-1-1,1 0,0 0,-1-1,1 1,-1-1,0-1,1 1,-1-1,0 0,1-1,-1 0,0 0,1 0,-7-3,10 4,0-2,0 1,0 0,0-1,0 1,0-1,1 0,-1 0,0 0,1 0,0-1,-1 1,1-1,0 1,0-1,1 0,-1 0,1 0,-1 0,1 0,0 0,0 0,0 0,0 0,1 0,-1-1,1 1,0 0,0-3,0 2,1 0,0 0,0 0,0 0,0 0,0 1,1-1,0 0,0 1,0-1,0 1,1-1,-1 1,1 0,0 0,0 0,0 0,0 1,0-1,0 1,1 0,-1 0,4-1,3-1,0 0,1 1,0 1,0-1,-1 2,1-1,0 2,0-1,0 2,0-1,0 2,0-1,0 1,0 1,4 1,25 10,-1 1,-1 2,16 10,-17-8,-14-8,1-1,18 5,-36-13</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25.769"/>
    </inkml:context>
    <inkml:brush xml:id="br0">
      <inkml:brushProperty name="width" value="0.05" units="cm"/>
      <inkml:brushProperty name="height" value="0.05" units="cm"/>
      <inkml:brushProperty name="ignorePressure" value="1"/>
    </inkml:brush>
  </inkml:definitions>
  <inkml:trace contextRef="#ctx0" brushRef="#br0">1 33,'1'-2,"1"1,-1-1,1 1,-1-1,1 1,0 0,0-1,0 1,0 0,0 0,0 0,0 0,0 1,0-1,0 1,0-1,0 1,1 0,0-1,49 2,-38 0,11 0,125 2,-118-4,0-1,0-2,21-5,-47 7</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26.354"/>
    </inkml:context>
    <inkml:brush xml:id="br0">
      <inkml:brushProperty name="width" value="0.05" units="cm"/>
      <inkml:brushProperty name="height" value="0.05" units="cm"/>
      <inkml:brushProperty name="ignorePressure" value="1"/>
    </inkml:brush>
  </inkml:definitions>
  <inkml:trace contextRef="#ctx0" brushRef="#br0">1 5,'0'0,"0"0,5 1,8 2,6 0,7 0,8 1,5-1,4-2,2-2,-1 0,-8 0,1-3,-6 0,-8-1,-8 1,-7 2</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27.306"/>
    </inkml:context>
    <inkml:brush xml:id="br0">
      <inkml:brushProperty name="width" value="0.05" units="cm"/>
      <inkml:brushProperty name="height" value="0.05" units="cm"/>
      <inkml:brushProperty name="ignorePressure" value="1"/>
    </inkml:brush>
  </inkml:definitions>
  <inkml:trace contextRef="#ctx0" brushRef="#br0">218 1,'-10'6,"1"1,0 0,0 1,0 0,1 1,-4 5,11-14,1 0,0 1,-1-1,1 0,0 0,0 1,-1-1,1 0,0 1,0-1,0 0,-1 1,1-1,0 0,0 1,0-1,0 0,0 1,0-1,0 1,0-1,0 0,0 1,0-1,0 1,0-1,0 0,0 1,0-1,0 0,0 1,0-1,0 0,1 1,-1-1,0 0,0 1,0-1,1 0,-1 1,0-1,1 0,-1 0,0 1,0-1,1 0,-1 0,0 0,1 1,-1-1,1 0,-1 0,0 0,1 0,-1 0,0 0,1 0,-1 0,1 0,28-1,-24 1,23-3,0 2,-1 2,1 0,0 2,-1 1,8 2,-22-3,-1 0,0 1,-1 0,1 1,-1 0,1 1,-2 0,1 1,-1 0,0 1,0 0,-1 0,0 1,0 0,0 2,-7-8,0 0,0 0,0 0,0 1,0-1,-1 0,1 1,-1 0,0-1,0 1,0 0,-1-1,1 1,-1 0,0 0,0-1,0 1,-1 0,1 0,-1 0,0-1,0 1,0 0,-2 2,0 0,0-1,-1 1,0 0,0-1,0 0,-1 0,0-1,1 1,-2-1,1 0,-5 3,-16 9,0-2,-1 0,-1-2,0-1,0-1,-21 4,-8-1,0-3,-57 3,52-10,47-4</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28.019"/>
    </inkml:context>
    <inkml:brush xml:id="br0">
      <inkml:brushProperty name="width" value="0.05" units="cm"/>
      <inkml:brushProperty name="height" value="0.05" units="cm"/>
      <inkml:brushProperty name="ignorePressure" value="1"/>
    </inkml:brush>
  </inkml:definitions>
  <inkml:trace contextRef="#ctx0" brushRef="#br0">211 382,'9'-3,"0"-1,0 0,-1 0,1-1,-1 0,0-1,0 1,-1-2,0 1,0-1,0 0,-1 0,0-1,0 0,-1 0,0 0,0-1,-1-1,2-1,-1 0,-1-1,0 1,-1-1,0 0,0 0,-2 0,1-1,-2 1,1 0,-2 0,0-1,0 1,-1-1,1 8,0 1,0 0,-1 0,1 0,-1 0,0 1,0-1,0 0,0 1,-1-1,1 1,-1 0,0 0,0 0,0 0,-1 0,1 1,-1-1,1 1,-1 0,0 0,0 1,-2-2,1 2,-1 0,1 0,0 0,-1 1,1 0,-1 0,1 0,0 0,-1 1,1 0,0 0,-1 1,1-1,0 1,0 0,0 1,1-1,-3 2,-8 6,1 1,1 0,0 1,0 0,1 1,0 1,2 0,-5 7,-7 12,2 2,1 0,-1 8,14-29</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28.519"/>
    </inkml:context>
    <inkml:brush xml:id="br0">
      <inkml:brushProperty name="width" value="0.05" units="cm"/>
      <inkml:brushProperty name="height" value="0.05" units="cm"/>
      <inkml:brushProperty name="ignorePressure" value="1"/>
    </inkml:brush>
  </inkml:definitions>
  <inkml:trace contextRef="#ctx0" brushRef="#br0">1 0,'0'0,"0"0,0 0,0 0,4 4,5 6,5 6,5 7,4 5,2 5,2 5,-2 0,-1-3,-4-7,-4-8,-6-7,-4-6,-3-4</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28.851"/>
    </inkml:context>
    <inkml:brush xml:id="br0">
      <inkml:brushProperty name="width" value="0.05" units="cm"/>
      <inkml:brushProperty name="height" value="0.05" units="cm"/>
      <inkml:brushProperty name="ignorePressure" value="1"/>
    </inkml:brush>
  </inkml:definitions>
  <inkml:trace contextRef="#ctx0" brushRef="#br0">113 0,'0'0,"0"0,-6 4,-7 5,-6 4,-3 3,3-1,3-2,5-5,5-3</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34.585"/>
    </inkml:context>
    <inkml:brush xml:id="br0">
      <inkml:brushProperty name="width" value="0.05" units="cm"/>
      <inkml:brushProperty name="height" value="0.05" units="cm"/>
      <inkml:brushProperty name="ignorePressure" value="1"/>
    </inkml:brush>
  </inkml:definitions>
  <inkml:trace contextRef="#ctx0" brushRef="#br0">1 0,'0'0,"0"0,0 0,0 0,0 0,0 0</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38.784"/>
    </inkml:context>
    <inkml:brush xml:id="br0">
      <inkml:brushProperty name="width" value="0.05" units="cm"/>
      <inkml:brushProperty name="height" value="0.05" units="cm"/>
      <inkml:brushProperty name="ignorePressure" value="1"/>
    </inkml:brush>
  </inkml:definitions>
  <inkml:trace contextRef="#ctx0" brushRef="#br0">39 868,'-11'23,"7"-15,-1 1,2-1,-1 1,1 0,0 0,1 0,0 0,0 4,13-80,-7-25,-7-58,0-15,12-83,-4 184,4 1,13-55,-19 111,-1 13,0 22,-1-14,-1-11</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39.582"/>
    </inkml:context>
    <inkml:brush xml:id="br0">
      <inkml:brushProperty name="width" value="0.05" units="cm"/>
      <inkml:brushProperty name="height" value="0.05" units="cm"/>
      <inkml:brushProperty name="ignorePressure" value="1"/>
    </inkml:brush>
  </inkml:definitions>
  <inkml:trace contextRef="#ctx0" brushRef="#br0">77 36,'19'-7,"1"0,-1 2,2 0,-1 1,0 1,1 0,-1 2,1 1,0 0,2 2,-17-2,0 1,1 0,-1 0,0 0,0 1,0 0,0 0,0 1,-1 0,1 0,4 3,-8-4,0 0,0 0,0 0,0 0,0 1,0-1,-1 1,1-1,-1 1,1 0,-1 0,0-1,0 1,-1 0,1 0,0 0,-1 0,0 0,0 0,0 0,0 0,0 0,-1 0,1 0,-1 2,-3 10,-1 0,0-1,0 0,-2 1,0-2,0 1,-1-1,-1 0,-8 8,-7 9,-2-2,-2-1,-10 8,3-8,-14 6,42-27,24-13,0 1,0 1,1 1,0 1,0 0,0 1,0 1,0 1,0 1,0 0,0 1,8 3,-15-3,-1 0,0 1,0 0,0 1,0 0,0 1,-1 0,0 0,0 1,0 0,-1 1,1-1,-2 2,1-1,-1 1,0 0,-1 1,0 0,0 0,-1 0,4 9,-7-12,0-1,0 1,0 0,-1 0,0 0,0 0,0 0,-1 1,0-1,0 0,-1 0,0 0,0 0,0 0,-1 0,0 0,0 0,0-1,-1 1,1-1,-2 1,1-1,0 0,-1 0,-1 0,-3 4,0-1,-1 0,0-1,-1 1,1-2,-1 0,-1 0,1-1,-1 0,0 0,0-1,-10 1,-6 2,0-2,0-2,0 0,-1-2,-17-1,24-1,1-1,-1-1,1-1,0 0,0-2,0 0,-15-8,19 6,8 2</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41.217"/>
    </inkml:context>
    <inkml:brush xml:id="br0">
      <inkml:brushProperty name="width" value="0.05" units="cm"/>
      <inkml:brushProperty name="height" value="0.05" units="cm"/>
      <inkml:brushProperty name="ignorePressure" value="1"/>
    </inkml:brush>
  </inkml:definitions>
  <inkml:trace contextRef="#ctx0" brushRef="#br0">1 1,'31'25,"-1"1,-2 1,26 31,-37-40,26 31,-11-13,2 0,8 4,-13-23,-29-17,1 0,0 1,-1-1,1 0,0 1,0-1,-1 0,1 0,0 1,-1-1,1 0,0 0,0 0,-1 0,1 0,0 0,0 0,-1 0,1-1,0 1,0 0,-1 0,1-1,0 1,-1 0,1-1,0 1,-1-1,1 1,0 0,-1-1,1 0,-1 1,1-1,-1 1,0-1,1 0,-1 1,1-1,-1 0,0-1</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41.549"/>
    </inkml:context>
    <inkml:brush xml:id="br0">
      <inkml:brushProperty name="width" value="0.05" units="cm"/>
      <inkml:brushProperty name="height" value="0.05" units="cm"/>
      <inkml:brushProperty name="ignorePressure" value="1"/>
    </inkml:brush>
  </inkml:definitions>
  <inkml:trace contextRef="#ctx0" brushRef="#br0">108 0,'0'0,"0"0,-7 12,-4 8,-5 7,-4 7,0-4,4-6,5-7,5-7</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42.269"/>
    </inkml:context>
    <inkml:brush xml:id="br0">
      <inkml:brushProperty name="width" value="0.05" units="cm"/>
      <inkml:brushProperty name="height" value="0.05" units="cm"/>
      <inkml:brushProperty name="ignorePressure" value="1"/>
    </inkml:brush>
  </inkml:definitions>
  <inkml:trace contextRef="#ctx0" brushRef="#br0">0 98,'9'-6,"-1"-1,-1 0,1 0,-1 0,0-1,0 0,-1-1,0 0,-1 1,3-8,-8 16,0 0,0 0,0 0,-1 0,1 0,0 0,0 1,0-1,0 0,-1 0,1 0,0 0,0 0,0 0,0 0,-1 0,1 0,0 0,0 0,0 0,-1 0,1 0,0 0,0 0,0 0,0 0,-1-1,1 1,0 0,0 0,0 0,0 0,-1 0,1 0,0 0,0-1,0 1,0 0,0 0,0 0,-1 0,1 0,0-1,0 1,0 0,0 0,0 0,0-1,0 1,0 0,0 0,0 0,0 0,0-1,0 1,0 0,0 0,0 0,0-1,0 1,0 0,0 0,0 0,1 0,-1-1,-1 2</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43.019"/>
    </inkml:context>
    <inkml:brush xml:id="br0">
      <inkml:brushProperty name="width" value="0.05" units="cm"/>
      <inkml:brushProperty name="height" value="0.05" units="cm"/>
      <inkml:brushProperty name="ignorePressure" value="1"/>
    </inkml:brush>
  </inkml:definitions>
  <inkml:trace contextRef="#ctx0" brushRef="#br0">304 1,'-17'28,"-1"-1,-2-1,0-1,-2 0,0-2,-6 3,-15 18,1 2,29-30,1 0,0 1,2 0,0 0,-1 3,9-13,1-4</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43.550"/>
    </inkml:context>
    <inkml:brush xml:id="br0">
      <inkml:brushProperty name="width" value="0.05" units="cm"/>
      <inkml:brushProperty name="height" value="0.05" units="cm"/>
      <inkml:brushProperty name="ignorePressure" value="1"/>
    </inkml:brush>
  </inkml:definitions>
  <inkml:trace contextRef="#ctx0" brushRef="#br0">13 0,'8'256,"-19"156,3-336,7-70</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44.018"/>
    </inkml:context>
    <inkml:brush xml:id="br0">
      <inkml:brushProperty name="width" value="0.05" units="cm"/>
      <inkml:brushProperty name="height" value="0.05" units="cm"/>
      <inkml:brushProperty name="ignorePressure" value="1"/>
    </inkml:brush>
  </inkml:definitions>
  <inkml:trace contextRef="#ctx0" brushRef="#br0">84 1,'8'3,"-1"1,0 0,-1 0,1 1,-1 0,0 0,0 1,0-1,-1 1,0 1,0-1,-1 1,1-1,-1 1,-1 0,1 1,-1-1,-1 1,2 3,2 10,-1 0,-1 1,-1 0,0 0,-2 0,-1 11,-1 5,-2-1,-2 0,-1 0,-2-1,-1 0,-6 9,6-19,-1 0,-2-1,0-1,-2 0,0 0,-2-1,-1-1,-14 15,15-22,5-7</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7:45.216"/>
    </inkml:context>
    <inkml:brush xml:id="br0">
      <inkml:brushProperty name="width" value="0.05" units="cm"/>
      <inkml:brushProperty name="height" value="0.05" units="cm"/>
      <inkml:brushProperty name="ignorePressure" value="1"/>
    </inkml:brush>
  </inkml:definitions>
  <inkml:trace contextRef="#ctx0" brushRef="#br0">124 138,'-17'13,"11"-8,0 0,-1 0,1-1,-1 1,-7 2,12-7,1 1,-1 0,0-1,1 1,-1-1,1 0,-1 0,0 0,1 0,-1 0,0 0,1 0,-1 0,0 0,1-1,-1 1,0-1,1 1,-1-1,1 0,-1 0,1 1,0-1,-1 0,1 0,0-1,-1 1,1 0,0 0,0-1,-1 0,0-1,1 0,-1 0,1 0,0 0,0-1,0 1,0 0,0 0,1-1,-1 1,1 0,0-1,0 1,1 0,-1-1,0 1,1 0,0 0,0-1,0 1,1-2,0 0,0-1,1 0,-1 1,1 0,1-1,-1 1,1 0,0 1,0-1,0 1,0-1,1 1,1 0,0 1,0-1,0 1,0 0,1 1,-1 0,1 0,-1 0,1 0,0 1,0 0,0 1,-1 0,1 0,0 0,0 1,0 0,0 0,-1 1,1 0,0 0,-1 0,1 1,20 10,0 0,-1 2,-1 1,20 17,4 1,-42-29,42 24,-44-26,0-1,0 0,-1-1,1 1,1-1,-1 0,0 0,0-1,5 1,-6-1</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9:10.301"/>
    </inkml:context>
    <inkml:brush xml:id="br0">
      <inkml:brushProperty name="width" value="0.05" units="cm"/>
      <inkml:brushProperty name="height" value="0.05" units="cm"/>
      <inkml:brushProperty name="ignorePressure" value="1"/>
    </inkml:brush>
  </inkml:definitions>
  <inkml:trace contextRef="#ctx0" brushRef="#br0">74 81,'-7'-2,"5"0,-1 1,1 0,-1-1,0 1,1 0,-1 1,0-1,0 0,0 1,1 0,-1-1,0 1,0 0,0 1,0-1,0 0,0 1,1 0,-1-1,0 1,-2 1,5-2,0 0,-1 1,1-1,0 0,0 0,0 0,0 0,0 0,-1 0,1 0,0 0,0 0,0 0,0 0,0 1,0-1,0 0,0 0,-1 0,1 0,0 0,0 0,0 1,0-1,0 0,0 0,0 0,0 0,0 0,0 1,0-1,0 0,0 0,0 0,0 0,0 0,0 1,0-1,0 0,0 0,0 0,0 0,0 0,0 1,1-1,7 4,12-1,31 0,1-2,36-5,103-17,-153 17,-7 0,-17 4,-1-2,1 0,-1 0,0-1,10-4,-23 7,0-1,0 1,1 0,-1-1,0 1,0-1,1 1,-1 0,0-1,0 1,0-1,0 1,0-1,1 1,-1 0,0-1,0 1,0-1,0 1,0-1,-1 1,1-1,0 1,0 0,0-1,0 1,0-1,0 1,-1 0,1-1,0 1,0-1,-1 1,1 0,0-1,-1 1,1 0,0 0,-1-1,1 1,0 0,-1-1,-18-18,16 15,1 3</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9:10.783"/>
    </inkml:context>
    <inkml:brush xml:id="br0">
      <inkml:brushProperty name="width" value="0.05" units="cm"/>
      <inkml:brushProperty name="height" value="0.05" units="cm"/>
      <inkml:brushProperty name="ignorePressure" value="1"/>
    </inkml:brush>
  </inkml:definitions>
  <inkml:trace contextRef="#ctx0" brushRef="#br0">1 62,'31'5,"0"-1,0-2,0-1,0-1,1-1,156-20,-149 15,-9 2,-3 2,-1-2,0-1,0-1,14-6,-40 12,-1 0,1 0,0 0,0-1,0 1,0 0,0 0,-1 0,1 0,0 0,0 0,0 0,0-1,0 1,0 0,0 0,-1 0,1 0,0 0,0-1,0 1,0 0,0 0,0 0,0 0,0-1,0 1,0 0,0 0,0 0,0 0,0-1,0 1,0 0,0 0,0 0,0 0,1-1,-1 1,0 0,0 0,0 0,0 0,0 0,0 0,0-1,0 1,1 0,-1 0,0 0,0 0,0 0,0 0,0 0,1 0,-1 0,0 0,0-1,-17-2,14 2,0 1</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9:15.366"/>
    </inkml:context>
    <inkml:brush xml:id="br0">
      <inkml:brushProperty name="width" value="0.05" units="cm"/>
      <inkml:brushProperty name="height" value="0.05" units="cm"/>
      <inkml:brushProperty name="ignorePressure" value="1"/>
    </inkml:brush>
  </inkml:definitions>
  <inkml:trace contextRef="#ctx0" brushRef="#br0">238 29,'-1'-11,"-3"-6,4 17,-1 0,0 1,1-1,-1 0,1 0,-1 1,0-1,1 1,-1-1,1 0,-1 1,1-1,0 1,-1-1,1 1,-1 0,1-1,0 1,-1-1,1 1,0 0,0-1,-1 1,1 0,0-1,0 1,0 0,-24 50,-4 16,-15 34,37-90,-64 143,57-121,2 0,1 0,-5 30,15-61,-1 0,1 0,0 0,0 0,-1 0,1 0,0 0,1 0,-1 0,0 0,1 0,-1 1,1-2,0 0,-1 0,1-1,0 1,0-1,-1 1,1-1,0 1,0-1,0 1,0-1,0 0,-1 1,1-1,0 0,0 0,0 0,0 0,0 0,0 0,0 0,0 0,0 0,0 0,0 0,0-1,0 1,104-13,-5 1,92-24,-190 35,-1 1,0-1,1 0,-1 1,0-1,0 0,1 0,-1 0,0 0,0 0,0 0,0 0,0 0,-1 3</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9:15.846"/>
    </inkml:context>
    <inkml:brush xml:id="br0">
      <inkml:brushProperty name="width" value="0.05" units="cm"/>
      <inkml:brushProperty name="height" value="0.05" units="cm"/>
      <inkml:brushProperty name="ignorePressure" value="1"/>
    </inkml:brush>
  </inkml:definitions>
  <inkml:trace contextRef="#ctx0" brushRef="#br0">104 0,'-4'3,"0"-1,1 1,0-1,-1 1,1 0,0 0,1 0,-1 1,0-1,1 1,0-1,0 1,0 0,0 0,0 0,1 0,0 0,0 1,-4 13,2 0,0 1,0 10,2-16,-15 324,4-50,9-244,2-16,-1 1,-5 19,6-90,2 37</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9:16.801"/>
    </inkml:context>
    <inkml:brush xml:id="br0">
      <inkml:brushProperty name="width" value="0.05" units="cm"/>
      <inkml:brushProperty name="height" value="0.05" units="cm"/>
      <inkml:brushProperty name="ignorePressure" value="1"/>
    </inkml:brush>
  </inkml:definitions>
  <inkml:trace contextRef="#ctx0" brushRef="#br0">32 239,'1'-1,"26"-39,31-35,-46 62,0 1,0 0,1 1,1 1,-1 0,2 1,5-3,-9 7,-1-1,1 2,0 0,0 0,1 1,-1 0,8 0,-16 2,0 1,0 0,0-1,0 1,0 1,0-1,0 0,-1 1,1-1,0 1,0 0,0 0,-1 0,1 1,0-1,-1 0,1 1,-1 0,0-1,0 1,1 0,-1 0,0 1,-1-1,1 0,0 1,-1-1,1 1,-1-1,0 1,1 0,-1 2,2 5,-1 0,0 1,-1-1,0 1,-1-1,0 1,-1-1,0 1,0-1,-1 1,-1-1,-1 4,-2 6,-1 0,-1 0,-1 0,-1-1,-8 11,11-19,0-1,0 1,-2-1,1 0,-1-1,0 0,-1-1,0 0,0 0,-1-1,0 0,0-1,-1 0,0-1,0-1,0 1,0-2,-8 2,49-10,1 2,20 1,-39 1,-1 2,1-1,0 2,0-1,-1 1,1 1,-1 0,0 1,7 3,-13-6,-1 1,0 0,-1 0,1 1,0-1,-1 0,1 1,-1 0,0-1,0 1,0 0,0 0,0 0,-1 1,1 0,0 2,0 0,0 0,-1 1,0-1,0 0,0 1,-1-1,0 3,-2 8,0 1,-1-1,0 0,-1 0,-7 14,8-20,-1-1,-1 0,1 0,-2-1,1 1,-2-1,1 0,-1-1,-4 5,5-8,0 0,0 0,-1 0,0-1,0 0,0 0,0-1,0 0,-1 0,1 0,-1-1,0 0,-3 0,-3 0,-1-1,1 0,-1-1,1 0,-1-1,1-1,-9-2,17 3,0-1,0 1,0-1,1 0,-1-1,0 1,1-1,0-1,-1 1,1 0,1-1,-1 0,0-1,1 1,0-1,0 1,0-1,1 0,-1-1,1-1</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9:17.804"/>
    </inkml:context>
    <inkml:brush xml:id="br0">
      <inkml:brushProperty name="width" value="0.05" units="cm"/>
      <inkml:brushProperty name="height" value="0.05" units="cm"/>
      <inkml:brushProperty name="ignorePressure" value="1"/>
    </inkml:brush>
  </inkml:definitions>
  <inkml:trace contextRef="#ctx0" brushRef="#br0">71 282,'-2'-7,"0"1,1-1,0 1,0-1,0 0,1 1,-1-1,2 0,-1 1,1-1,0 0,0 1,1-1,0 1,0 0,1-1,0 1,0 0,0 1,0-1,1 0,0 1,0 0,3-2,5-7,1 0,0 1,1 1,1 0,15-9,-23 16,1 0,0 1,1 0,-1 0,1 1,-1 0,1 1,0-1,0 2,0-1,0 1,1 1,-1 0,-4 0,-1 0,0 1,0 0,0 0,0 0,0 0,0 1,0-1,0 1,0 0,-1 1,1-1,-1 0,0 1,1 0,1 3,0-1,-1 1,0 0,0 0,0 0,-1 0,0 1,0 0,-1-1,2 6,0 10,0 0,-1 1,-1-1,-1 0,-1 1,-1-1,-3 30,-1-1,-3-1,-14 46,12-58,-3-1,0 0,-3-1,-1-1,-10 14,15-29,-2-1,0 0,-1-1,-17 15,22-23,0-1,-1-1,0 0,0 0,-1-1,0 0,0-1,-1-1,-1 0,11-3,0-1,-1 0,1 0,-1-1,0 1,1-1,-1 0,1 0,-1 0,0 0,1 0,-1-1,1 0,-1 0,1 0,-1 0,1 0,-3-2,3 1,1 0,-1 0,1 0,0-1,-1 1,1 0,1-1,-1 1,0-1,0 0,1 0,0 0,0 0,-1 0,2 0,-1 0,0 0,1 0,-1 0,1 0,0-2,-1-3,2 0,-1 0,1 0,0 1,0-1,1 0,0 1,0-1,1 1,0 0,0 0,1 0,0 0,0 0,0 1,6-5,-6 6,0 0,1 1,0 0,0 0,0 0,0 1,1 0,-1 0,1 0,0 0,0 1,0 0,0 1,0-1,0 1,0 0,1 0,-1 1,0 0,6 1,0 0,-1 1,0 0,1 1,-1 0,0 1,-1 1,1-1,4 4,13 9,-1 1,7 7,31 21,-65-46,5 3,1 1,0-1,-1 0,1-1,1 1,-3-2</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9:29.796"/>
    </inkml:context>
    <inkml:brush xml:id="br0">
      <inkml:brushProperty name="width" value="0.05" units="cm"/>
      <inkml:brushProperty name="height" value="0.05" units="cm"/>
      <inkml:brushProperty name="ignorePressure" value="1"/>
    </inkml:brush>
  </inkml:definitions>
  <inkml:trace contextRef="#ctx0" brushRef="#br0">78 22,'-1'0,"-1"1,1-1,-1 0,1 0,-1 0,1 0,-1 0,0 0,1 0,-1 0,1-1,-1 1,1 0,-1-1,1 0,0 1,0-1,0 1,0 0,0-1,0 1,0 0,0 0,0 0,0-1,0 1,0 0,0 0,0 1,0-1,0 0,0 0,0 0,0 1,0-1,0 0,0 1,0-1,-1 1,0 4,-1-1,1 1,0 0,0 0,1 0,-1 0,1 0,0 0,1 0,-1 0,1 1,0 1,-1 3,-6 60,4 0,2 0,4 0,5 30,-6-89,1 1,-1-1,2 0,-1 0,4 6,-6-15,0 0,0 0,1 0,-1-1,0 1,0 0,1 0,-1-1,1 1,0-1,-1 1,1-1,0 0,1 1,-2-2,1 1,-1-1,0 0,1 0,-1 0,0 0,1 0,-1 0,0 0,1 0,-1 0,0-1,0 1,1 0,-1-1,0 1,0-1,0 0,0 1,1-1,-1 0,0 0,0 1,0-1,-1 0,2-1,4-4,-1 0,0-1,0 0,0 0,-1 0,0-1,0 1,-1-1,1-2,7-22,5-23,-12 37,56-242,-38 154,-19 85,-8 29,-10 34,9 3,1-1,3 1,1 29,15 134,-14-200,2 16,-1-5,0 1,2-1,0 0,1 0,1 0,6 14,-10-30,0-1,1 0,-1 0,0 0,1 0,-1 0,1 0,0 0,0-1,0 1,0 0,-1-2,0 1,0-1,-1 1,1-1,0 0,0 1,0-1,0 0,0 1,0-1,0 0,0 0,0 0,0 0,0 0,0 0,-1 0,1 0,0-1,0 1,0 0,0 0,0-1,0 1,0-1,0 1,-1-1,1 1,0-1,2-2</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9:30.414"/>
    </inkml:context>
    <inkml:brush xml:id="br0">
      <inkml:brushProperty name="width" value="0.05" units="cm"/>
      <inkml:brushProperty name="height" value="0.05" units="cm"/>
      <inkml:brushProperty name="ignorePressure" value="1"/>
    </inkml:brush>
  </inkml:definitions>
  <inkml:trace contextRef="#ctx0" brushRef="#br0">3 51,'-2'271,"1"-13,5-311,1 1,3 1,3-1,3-4,-2 12,2 1,2 0,2 1,2 1,6-6,-22 39,1 1,0-1,1 2,-1-1,4-3,-8 9,0 1,-1-1,1 0,0 0,-1 1,1-1,0 1,0-1,-1 1,1-1,0 1,0 0,0-1,0 1,0 0,0-1,-1 1,1 0,0 0,0 0,0 0,0 0,0 0,0 0,0 0,0 1,0-1,0 0,0 0,-1 1,1-1,0 1,0-1,0 0,0 1,-1 0,1-1,0 1,-1-1,1 1,0 0,-1 0,1-1,-1 1,1 0,-1 0,1 0,-1-1,0 1,1 0,-1 0,0 0,0 0,0 0,4 10,-1 0,0 0,-1 0,0 0,-1 0,0 11,-4 73,1-71,-32 351,33-369,1-4</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9:30.764"/>
    </inkml:context>
    <inkml:brush xml:id="br0">
      <inkml:brushProperty name="width" value="0.05" units="cm"/>
      <inkml:brushProperty name="height" value="0.05" units="cm"/>
      <inkml:brushProperty name="ignorePressure" value="1"/>
    </inkml:brush>
  </inkml:definitions>
  <inkml:trace contextRef="#ctx0" brushRef="#br0">61 0,'3'9,"-1"-1,0 1,-1-1,1 1,-2 0,1 0,-1 4,-7 65,4-53,-26 180,-3 41,31-243</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9:31.099"/>
    </inkml:context>
    <inkml:brush xml:id="br0">
      <inkml:brushProperty name="width" value="0.05" units="cm"/>
      <inkml:brushProperty name="height" value="0.05" units="cm"/>
      <inkml:brushProperty name="ignorePressure" value="1"/>
    </inkml:brush>
  </inkml:definitions>
  <inkml:trace contextRef="#ctx0" brushRef="#br0">78 0,'-47'546,"19"-163,26-364,1-19</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9:31.433"/>
    </inkml:context>
    <inkml:brush xml:id="br0">
      <inkml:brushProperty name="width" value="0.05" units="cm"/>
      <inkml:brushProperty name="height" value="0.05" units="cm"/>
      <inkml:brushProperty name="ignorePressure" value="1"/>
    </inkml:brush>
  </inkml:definitions>
  <inkml:trace contextRef="#ctx0" brushRef="#br0">1 171,'0'0,"0"0,0 0,0 0,6-7,6-5,5-3,1-2,3-3,1-1,2-1,3 1,4 1,-4 5</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9:31.766"/>
    </inkml:context>
    <inkml:brush xml:id="br0">
      <inkml:brushProperty name="width" value="0.05" units="cm"/>
      <inkml:brushProperty name="height" value="0.05" units="cm"/>
      <inkml:brushProperty name="ignorePressure" value="1"/>
    </inkml:brush>
  </inkml:definitions>
  <inkml:trace contextRef="#ctx0" brushRef="#br0">92 0,'-7'2,"1"0,0 1,0-1,0 1,1 1,-1-1,1 1,-1 0,1 0,0 0,1 1,-1 0,0 0,4-3,-1 1,0-1,1 0,0 1,-1-1,1 1,0-1,0 1,1 0,-1-1,0 1,1 0,0 0,-1-1,1 1,0 0,0 0,1 0,-1-1,1 1,-1 0,1 0,0-1,0 1,0-1,0 1,1-1,-1 1,1-1,-1 0,2 2,44 46,-38-42,-1 0,0 1,0 0,-1 0,0 1,0-1,-1 2,-1-1,1 1,0 4,-3-6,-1 0,0 0,0-1,-1 1,-1 0,1 0,-1 0,-1 0,0 0,0 0,-1 0,0 0,-2 7,2-11,0-1,0 1,0-1,0 0,-1 0,0 0,0 0,0 0,0-1,0 1,-1-1,0 0,1 0,-1 0,0 0,0-1,-1 0,1 0,-1 0,1 0,-1-1,1 1,-1-1,0 0,0-1,0 1,-24-2,22 0</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9:32.116"/>
    </inkml:context>
    <inkml:brush xml:id="br0">
      <inkml:brushProperty name="width" value="0.05" units="cm"/>
      <inkml:brushProperty name="height" value="0.05" units="cm"/>
      <inkml:brushProperty name="ignorePressure" value="1"/>
    </inkml:brush>
  </inkml:definitions>
  <inkml:trace contextRef="#ctx0" brushRef="#br0">1 1,'0'0,"0"0,0 0,0 0,0 0,0 0</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39:33.503"/>
    </inkml:context>
    <inkml:brush xml:id="br0">
      <inkml:brushProperty name="width" value="0.05" units="cm"/>
      <inkml:brushProperty name="height" value="0.05" units="cm"/>
      <inkml:brushProperty name="ignorePressure" value="1"/>
    </inkml:brush>
  </inkml:definitions>
  <inkml:trace contextRef="#ctx0" brushRef="#br0">1 39,'0'1,"1"-1,0 1,-1 0,1-1,0 1,0-1,-1 1,1-1,0 0,0 1,0-1,0 0,-1 0,1 1,0-1,0 0,0 0,0 0,0 0,0 0,-1 0,1 0,0 0,0-1,0 1,0 0,0-1,-1 1,1 0,0-1,0 1,0-1,-1 1,1-1,0 1,-1-1,1 0,-1 1,1-1,0 0,10-7,-4 4,0 0,0 1,0-1,1 2,0-1,-1 1,1 0,6 0,-9 1,1 0,-1 1,1 0,-1 0,0 0,1 1,-1-1,0 2,1-1,-1 0,0 1,0 0,2 1,-6-2,0 0,1-1,-1 1,0 0,0 0,-1 0,1 0,0 0,0 0,0 0,-1 0,1 0,0 1,-1-1,1 0,-1 0,1 1,-1-1,0 0,0 0,1 1,-1-1,0 0,0 1,0-1,0 0,-1 1,1-1,0 0,-1 1,1-1,0 0,-1 0,0 1,1-1,-1 0,0 0,1 0,-2 1,-4 7,0 0,0-1,-1 0,-7 5,10-8,-27 26,18-20,1 0,1 1,0 1,1-1,0 2,1 0,0 0,0 2,9-15,0-1,0 0,-1 1,1-1,0 1,0-1,0 0,0 1,0-1,0 0,0 1,0-1,0 1,0-1,0 0,1 1,-1-1,0 0,0 1,0-1,0 0,1 1,-1-1,0 0,0 0,0 1,1-1,-1 0,0 1,1-1,-1 0,0 0,0 0,1 1,-1-1,0 0,1 0,-1 0,1 0,-1 0,0 0,1 0,-1 0,0 0,1 0,-1 0,1 0,-1 0,0 0,1 0,-1 0,0 0,1 0,26-3,-19 1,6 0,-1 1,1 0,0 1,0 0,0 1,-1 1,1 0,-1 1,1 1,5 2,-18-6,0 0,0 0,-1 1,1-1,0 1,0-1,0 1,0-1,0 1,-1-1,1 1,0 0,-1-1,1 1,0 0,-1 0,1 0,-1-1,1 1,-1 0,1 0,-1 0,0 0,1 0,-1 0,0 0,-1 1,1-1,0 0,-1 0,1 0,0 0,-1 1,0-1,1 0,-1 0,0 0,1 0,-1 0,0-1,0 1,0 0,0 0,-8 6,1-2,0 1,-1-1,-6 3,11-7,-12 7,-1 0,1-2,-1 0,-2 0,10-4,1 0,0-1,-1 0,1 0,-1-1,1 0,-1-1,1 0,-8-1,11 0,2 0</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03.749"/>
    </inkml:context>
    <inkml:brush xml:id="br0">
      <inkml:brushProperty name="width" value="0.05" units="cm"/>
      <inkml:brushProperty name="height" value="0.05" units="cm"/>
      <inkml:brushProperty name="ignorePressure" value="1"/>
    </inkml:brush>
  </inkml:definitions>
  <inkml:trace contextRef="#ctx0" brushRef="#br0">18 168,'0'0,"-1"0,1-1,-1 1,1 0,-1-1,1 1,-1 0,0 0,1 0,-1 0,1 0,-1 0,0 0,1 0,-1 0,0 0,1 0,-1 0,1 0,-1 0,0 0,1 1,-1-1,1 0,-1 0,1 1,-1-1,-1 18,2-11,2 39,2 0,2 0,8 30,41 135,-51-197,137 412,-67-218,-67-180,-7-28,0 0,0 0,0 0,-1 0,1 0,0 0,0 0,0 0,0 0,0 0,0 0,0 0,0 0,0 0,0 0,0 0,0 0,0 0,0 0,0 0,0 0,0 0,0 0,0 0,0 0,0 0,0 0,0 0,-5-15,1-6,0-1,2 1,0-1,2-16,7-89,-3 81,13-157,9 2,48-183,-69 366,4-17,8-20,-14 45,1 1,0 0,1 0,0 0,0 1,1 0,0 0,1-1,0 4,-3 3</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04.198"/>
    </inkml:context>
    <inkml:brush xml:id="br0">
      <inkml:brushProperty name="width" value="0.05" units="cm"/>
      <inkml:brushProperty name="height" value="0.05" units="cm"/>
      <inkml:brushProperty name="ignorePressure" value="1"/>
    </inkml:brush>
  </inkml:definitions>
  <inkml:trace contextRef="#ctx0" brushRef="#br0">1 154,'33'-19,"2"1,0 1,0 2,1 2,1 1,4 1,38-7,1 3,30 0,-102 14</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04.564"/>
    </inkml:context>
    <inkml:brush xml:id="br0">
      <inkml:brushProperty name="width" value="0.05" units="cm"/>
      <inkml:brushProperty name="height" value="0.05" units="cm"/>
      <inkml:brushProperty name="ignorePressure" value="1"/>
    </inkml:brush>
  </inkml:definitions>
  <inkml:trace contextRef="#ctx0" brushRef="#br0">1 79,'0'0,"0"0,5 1,6 1,8-1,7-2,4-3,3-2,1-1,3-3,3 0,3-1,1-1,-6 3,-10 1,-10 4</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05.710"/>
    </inkml:context>
    <inkml:brush xml:id="br0">
      <inkml:brushProperty name="width" value="0.05" units="cm"/>
      <inkml:brushProperty name="height" value="0.05" units="cm"/>
      <inkml:brushProperty name="ignorePressure" value="1"/>
    </inkml:brush>
  </inkml:definitions>
  <inkml:trace contextRef="#ctx0" brushRef="#br0">26 0,'-5'14,"0"0,1 0,1 0,0 1,1-1,0 8,1 28,1 12,1-27,4 193,-1 134,-1-393,-2 19</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06.096"/>
    </inkml:context>
    <inkml:brush xml:id="br0">
      <inkml:brushProperty name="width" value="0.05" units="cm"/>
      <inkml:brushProperty name="height" value="0.05" units="cm"/>
      <inkml:brushProperty name="ignorePressure" value="1"/>
    </inkml:brush>
  </inkml:definitions>
  <inkml:trace contextRef="#ctx0" brushRef="#br0">1 1,'8'164,"-8"49,-1 4,2-176,-1 4,5 24,-5-69</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06.561"/>
    </inkml:context>
    <inkml:brush xml:id="br0">
      <inkml:brushProperty name="width" value="0.05" units="cm"/>
      <inkml:brushProperty name="height" value="0.05" units="cm"/>
      <inkml:brushProperty name="ignorePressure" value="1"/>
    </inkml:brush>
  </inkml:definitions>
  <inkml:trace contextRef="#ctx0" brushRef="#br0">0 388,'42'-50,"2"3,2 2,42-31,-59 53,1 2,1 0,1 3,1 0,1 2,0 2,11-3,-24 11,0 1,0 1,0 1,1 1,-1 0,1 2,9 1,-17 0,-1 0,0 1,0 1,0 0,0 1,-1 0,1 1,-1 0,0 1,-1 1,1 0,5 5,-10-6,-4-2</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07.245"/>
    </inkml:context>
    <inkml:brush xml:id="br0">
      <inkml:brushProperty name="width" value="0.05" units="cm"/>
      <inkml:brushProperty name="height" value="0.05" units="cm"/>
      <inkml:brushProperty name="ignorePressure" value="1"/>
    </inkml:brush>
  </inkml:definitions>
  <inkml:trace contextRef="#ctx0" brushRef="#br0">0 122,'29'91,"5"19,11 15,-47-144,1 0,1 0,1-4,1-1,0-1,2 1,1 0,0 1,2-1,1 1,9-21,-11 33,0-1,0 1,1 0,0 0,1 1,0 0,1 0,0 1,0 0,1 0,0 1,1 1,0 0,0 0,9-3,-9 6</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07.861"/>
    </inkml:context>
    <inkml:brush xml:id="br0">
      <inkml:brushProperty name="width" value="0.05" units="cm"/>
      <inkml:brushProperty name="height" value="0.05" units="cm"/>
      <inkml:brushProperty name="ignorePressure" value="1"/>
    </inkml:brush>
  </inkml:definitions>
  <inkml:trace contextRef="#ctx0" brushRef="#br0">216 1,'-28'43,"-1"-1,-2-1,-14 11,-13 18,58-70,-4 5,1-1,-1 1,1 0,0 0,0 0,1 1,1-5,1 0,0 0,-1 0,1-1,0 1,0 0,0 0,-1 0,1 0,0 0,1 0,-1 0,0 0,0 0,0 0,0 0,1 0,-1 0,0-1,1 1,-1 0,1 0,-1 0,1-1,-1 1,1 0,0 0,-1-1,1 1,0-1,0 1,-1 0,1-1,0 1,0-1,0 0,0 1,-1-1,2 0,14 4,0 0,0-2,0 0,0-1,0 0,0-1,0-1,3-1,13 0,16 0,-35 1</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08.808"/>
    </inkml:context>
    <inkml:brush xml:id="br0">
      <inkml:brushProperty name="width" value="0.05" units="cm"/>
      <inkml:brushProperty name="height" value="0.05" units="cm"/>
      <inkml:brushProperty name="ignorePressure" value="1"/>
    </inkml:brush>
  </inkml:definitions>
  <inkml:trace contextRef="#ctx0" brushRef="#br0">246 218,'4'-16,"0"1,1-1,6-12,-6 14,0 1,0-2,-2 1,2-8,-4 20,-1-1,0 1,1 0,-1 0,0 0,0 0,0-1,0 1,-1 0,1 0,-1 0,1 0,-1 0,0 0,0 0,1 0,-2 0,1 0,0 0,0 0,0 1,-1-1,1 0,-1 1,1-1,-1 1,0 0,0-1,0 1,1 0,-1 0,0 0,0 0,0 1,-1-1,1 1,0-1,0 1,-1-1,-4 1,0 0,1 0,-1 0,1 1,-1-1,1 2,0-1,-1 1,1 0,0 0,0 1,-5 2,-11 10,0 1,1 1,1 0,1 2,0 0,2 1,0 2,14-19</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09.317"/>
    </inkml:context>
    <inkml:brush xml:id="br0">
      <inkml:brushProperty name="width" value="0.05" units="cm"/>
      <inkml:brushProperty name="height" value="0.05" units="cm"/>
      <inkml:brushProperty name="ignorePressure" value="1"/>
    </inkml:brush>
  </inkml:definitions>
  <inkml:trace contextRef="#ctx0" brushRef="#br0">0 1,'37'36,"30"40,-18-19,-13-15,-16-18,0-2,2 0,0-1,5 2,-23-20</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09.661"/>
    </inkml:context>
    <inkml:brush xml:id="br0">
      <inkml:brushProperty name="width" value="0.05" units="cm"/>
      <inkml:brushProperty name="height" value="0.05" units="cm"/>
      <inkml:brushProperty name="ignorePressure" value="1"/>
    </inkml:brush>
  </inkml:definitions>
  <inkml:trace contextRef="#ctx0" brushRef="#br0">347 1,'0'0,"0"0,0 0,-5 7,-4 6,-7 5,-6 3,-8 2,-6 5,-5 1,-2 1,2 1,4-2,8-6,9-6,8-6,7-6</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10.431"/>
    </inkml:context>
    <inkml:brush xml:id="br0">
      <inkml:brushProperty name="width" value="0.05" units="cm"/>
      <inkml:brushProperty name="height" value="0.05" units="cm"/>
      <inkml:brushProperty name="ignorePressure" value="1"/>
    </inkml:brush>
  </inkml:definitions>
  <inkml:trace contextRef="#ctx0" brushRef="#br0">227 481,'-2'-3,"-1"1,1 0,-1 0,0 0,0 0,0 1,0-1,0 1,0-1,0 1,0 0,-1 1,1-1,0 0,-1 1,1 0,-1 0,1 0,0 0,-1 0,1 1,0 0,-1-1,1 1,0 0,0 1,0-1,0 0,0 1,0 0,0 0,-6 3,0 1,0 1,1-1,0 2,0-1,1 1,0 0,0 0,-1 4,1-1,0 1,1-1,1 1,0 0,1 1,0-1,1 1,0 0,1 5,1-12,1 0,0 0,0 0,0 0,1 0,0 0,0 0,0-1,1 1,0 0,0-2,-1-1,1 0,0 0,0 0,0 0,0 0,1 0,-1 0,1-1,-1 1,1-1,0 0,0 0,0 0,1 0,-1 0,0-1,1 1,0-1,0 0,0 0,0-1,0 1,0-1,0 0,0 0,0 0,0 0,0-1,0 0,0 1,0-2,0 1,0 0,-1-1,1 0,0 1,-1-1,1-1,0 0,7-5,-1 0,0 0,0-1,-1-1,0 1,3-7,8-12,-1-1,-2-1,-1 0,-1-1,-2-1,4-14,0-11,-1-2,-3 1,-1-17,-8 51,-1-1,-1 0,-1 0,-1 1,-1-1,-4-16,4 37,1 1,-1-1,0 1,0 0,-1 0,1 0,-1 0,1 0,-3-3,4 6,0 0,-1-1,1 1,-1 0,1-1,0 1,-1 0,1-1,-1 1,1 0,-1 0,1-1,-1 1,1 0,-1 0,1 0,-1 0,1 0,-1 0,1-1,-1 1,1 1,-1-1,0 0,0 0,0 1,0-1,0 1,0-1,0 1,0 0,0-1,0 1,0 0,1 0,-1 0,0 0,0-1,1 1,-1 2,-5 5,2 1,-1-1,1 1,1 1,0-1,0 0,0 5,-11 71,12-72,-3 40,1-1,3 1,2-1,4 14,-1-35,0-1,2 0,2 0,0 0,2-1,1-1,2 0,1 0,-7-14,2-1,0 0,0-1,9 9,-13-15,1 0,0-1,0 0,1 0,-1 0,1-1,0 0,1-1,4 3,3-3,-6-3</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11.098"/>
    </inkml:context>
    <inkml:brush xml:id="br0">
      <inkml:brushProperty name="width" value="0.05" units="cm"/>
      <inkml:brushProperty name="height" value="0.05" units="cm"/>
      <inkml:brushProperty name="ignorePressure" value="1"/>
    </inkml:brush>
  </inkml:definitions>
  <inkml:trace contextRef="#ctx0" brushRef="#br0">0 38,'0'0,"0"0,0 0,7 1,8 0,9-1,7-2,8-3,7 0,7-1,5 0,2 0,-9 2,-14 1,-12 2,-11 0</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11.429"/>
    </inkml:context>
    <inkml:brush xml:id="br0">
      <inkml:brushProperty name="width" value="0.05" units="cm"/>
      <inkml:brushProperty name="height" value="0.05" units="cm"/>
      <inkml:brushProperty name="ignorePressure" value="1"/>
    </inkml:brush>
  </inkml:definitions>
  <inkml:trace contextRef="#ctx0" brushRef="#br0">1 74,'0'0,"0"0,11 1,13 1,12-3,9-2,8-4,7-3,5-2,2-1,-10 1,-15 3,-14 3,-13 3</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11.861"/>
    </inkml:context>
    <inkml:brush xml:id="br0">
      <inkml:brushProperty name="width" value="0.05" units="cm"/>
      <inkml:brushProperty name="height" value="0.05" units="cm"/>
      <inkml:brushProperty name="ignorePressure" value="1"/>
    </inkml:brush>
  </inkml:definitions>
  <inkml:trace contextRef="#ctx0" brushRef="#br0">0 0,'10'158,"-6"0,-11 64,5-202,1-10,1 0,0 0,0-1,1 1,0 0,2 6,-2-13</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12.230"/>
    </inkml:context>
    <inkml:brush xml:id="br0">
      <inkml:brushProperty name="width" value="0.05" units="cm"/>
      <inkml:brushProperty name="height" value="0.05" units="cm"/>
      <inkml:brushProperty name="ignorePressure" value="1"/>
    </inkml:brush>
  </inkml:definitions>
  <inkml:trace contextRef="#ctx0" brushRef="#br0">40 1,'7'18,"-1"1,0 0,-2 1,0-1,-1 3,8 101,-9-99,3 78,-4 1,-3-62,-1 1,-2-2,-10 40,12-69,0 0,-1 0,-3 7,6-15,-1 0,1 0,-1 0,0-1,0 1,0-1,0 1,0-1,-1 1,1-1,-1 0,1 0,-1-1,-2 2,-3-1,3-2</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12.577"/>
    </inkml:context>
    <inkml:brush xml:id="br0">
      <inkml:brushProperty name="width" value="0.05" units="cm"/>
      <inkml:brushProperty name="height" value="0.05" units="cm"/>
      <inkml:brushProperty name="ignorePressure" value="1"/>
    </inkml:brush>
  </inkml:definitions>
  <inkml:trace contextRef="#ctx0" brushRef="#br0">0 115,'128'-11,"39"4,62-4,-176 6,-1-3,0-2,15-6,-28 5,-1-2,3-3,-27 10</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13.016"/>
    </inkml:context>
    <inkml:brush xml:id="br0">
      <inkml:brushProperty name="width" value="0.05" units="cm"/>
      <inkml:brushProperty name="height" value="0.05" units="cm"/>
      <inkml:brushProperty name="ignorePressure" value="1"/>
    </inkml:brush>
  </inkml:definitions>
  <inkml:trace contextRef="#ctx0" brushRef="#br0">0 0,'0'0,"6"4,7 5,9 5,7 5,4 4,4 2,1-2,-1-1,-2-2,-4-2,-7-4,-7-4,-8-5,-4-2</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13.366"/>
    </inkml:context>
    <inkml:brush xml:id="br0">
      <inkml:brushProperty name="width" value="0.05" units="cm"/>
      <inkml:brushProperty name="height" value="0.05" units="cm"/>
      <inkml:brushProperty name="ignorePressure" value="1"/>
    </inkml:brush>
  </inkml:definitions>
  <inkml:trace contextRef="#ctx0" brushRef="#br0">385 0,'0'0,"0"0,-9 7,-10 11,-10 10,-6 10,-6 6,-3 7,-3 5,-3 3,6-7,12-14,10-12,10-11</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19.294"/>
    </inkml:context>
    <inkml:brush xml:id="br0">
      <inkml:brushProperty name="width" value="0.05" units="cm"/>
      <inkml:brushProperty name="height" value="0.05" units="cm"/>
      <inkml:brushProperty name="ignorePressure" value="1"/>
    </inkml:brush>
  </inkml:definitions>
  <inkml:trace contextRef="#ctx0" brushRef="#br0">24 58,'1'0,"0"-1,0 1,-1-1,1 1,0 0,-1-1,1 1,0-1,-1 1,1-1,-1 0,1 1,-1-1,1 0,-1 1,1-1,-1 0,0 1,1-1,-1 0,0 0,1 0,-1 0,7-27,-5 13,-5 37,-7 124,7 43,-1 29,2-164,0 3,-2-1,-6 23,6-71,1-15,3 2</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19.947"/>
    </inkml:context>
    <inkml:brush xml:id="br0">
      <inkml:brushProperty name="width" value="0.05" units="cm"/>
      <inkml:brushProperty name="height" value="0.05" units="cm"/>
      <inkml:brushProperty name="ignorePressure" value="1"/>
    </inkml:brush>
  </inkml:definitions>
  <inkml:trace contextRef="#ctx0" brushRef="#br0">47 209,'-6'45,"3"0,1-1,3 1,2 0,1 0,3 5,-5-42,0 0,0 0,1 0,0 0,0-1,0 0,1 1,0-1,1-1,0 1,5 5,-7-8,0-2,1 1,-1 0,1-1,-1 1,1-1,0 0,0-1,0 1,0 0,0-1,0 0,1 0,-1 0,0-1,1 0,-1 1,0-1,1-1,-1 1,0-1,1 1,-1-1,3-1,-1 0,1 0,-1 0,0-1,0 0,0 0,0-1,0 1,-1-1,0 0,1-1,-1 1,1-3,1-2,0 0,0 0,-2 0,1 0,-1-1,0 0,-1 0,0-1,4-14,-2-1,0 1,-2-1,-1 0,-1 0,-1-18,-1 18,-1-1,-2 1,0 0,-2 0,-1 1,-5-15,8 31,-1 1,0-1,0 0,-1 1,0 0,0 0,-1 0,0 1,-2-1,4 4,0 0,-1 0,0 1,0 0,0-1,0 2,-1-1,1 1,-1-1,1 2,-1-1,0 0,0 1,0 0,0 1,-1-1,1 1,-1 1,0-1,1 1,-1 1,1-1,-1 1,1 0,0 0,0 1,0-1,0 2,0-1,1 0,-1 1,1 0,-3 4,-2 0,1 1,1 1,0-1,0 2,1-1,0 1,1 0,-4 9,5-7</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20.613"/>
    </inkml:context>
    <inkml:brush xml:id="br0">
      <inkml:brushProperty name="width" value="0.05" units="cm"/>
      <inkml:brushProperty name="height" value="0.05" units="cm"/>
      <inkml:brushProperty name="ignorePressure" value="1"/>
    </inkml:brush>
  </inkml:definitions>
  <inkml:trace contextRef="#ctx0" brushRef="#br0">0 65,'17'-5,"-1"-1,1-1,7-4,-8 3,1 0,0 2,11-3,-23 8,1-1,-1 2,0-1,0 1,1-1,-1 2,0-1,0 0,1 1,-1 0,0 0,0 1,0-1,2 2,-5-2,0 0,0 0,0 0,-1 0,1 0,0 0,-1 0,1 1,-1-1,0 1,1-1,-1 1,0-1,0 1,0 0,0 0,0-1,0 1,0 0,0 1,-1 0,1 0,-1 1,0-1,0 0,0 1,0-1,-1 0,1 1,-1-1,0 0,0 3,-4 6,-1 1,0-2,0 1,-1 0,-7 7,3-4,0 0,-1-1,-1 0,0-1,-1-1,0 0,-1 0,0-2,-9 5,36-20,1 1,0 0,0 1,0 0,6 0,76-8,-92 11,42-4,-34 4</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20.948"/>
    </inkml:context>
    <inkml:brush xml:id="br0">
      <inkml:brushProperty name="width" value="0.05" units="cm"/>
      <inkml:brushProperty name="height" value="0.05" units="cm"/>
      <inkml:brushProperty name="ignorePressure" value="1"/>
    </inkml:brush>
  </inkml:definitions>
  <inkml:trace contextRef="#ctx0" brushRef="#br0">1 0,'0'0,"0"0,6 9,6 8,5 9,4 4,2 3,2 2,-1 0,0-1,-1-3,-3-2,-3-7</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21.305"/>
    </inkml:context>
    <inkml:brush xml:id="br0">
      <inkml:brushProperty name="width" value="0.05" units="cm"/>
      <inkml:brushProperty name="height" value="0.05" units="cm"/>
      <inkml:brushProperty name="ignorePressure" value="1"/>
    </inkml:brush>
  </inkml:definitions>
  <inkml:trace contextRef="#ctx0" brushRef="#br0">291 0,'0'0,"0"0,-12 9,-15 11,-11 9,-9 10,-5 8,7-5,12-9,10-10,10-9</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23.102"/>
    </inkml:context>
    <inkml:brush xml:id="br0">
      <inkml:brushProperty name="width" value="0.05" units="cm"/>
      <inkml:brushProperty name="height" value="0.05" units="cm"/>
      <inkml:brushProperty name="ignorePressure" value="1"/>
    </inkml:brush>
  </inkml:definitions>
  <inkml:trace contextRef="#ctx0" brushRef="#br0">32 327,'-1'-2,"0"0,0-1,0 1,0 0,1-1,-1 1,1-1,-1 1,1-1,0 1,0-1,0 0,1 1,-1-1,0 1,1 0,0-1,0 1,0-3,24-52,-18 43,1-5,2 2,0-1,1 1,1 1,0 0,14-13,-20 22,1 0,1 0,-1 1,1 1,0-1,1 1,-1 0,1 1,0 0,0 0,0 1,1 1,-1-1,1 1,2 0,-8 2,0 0,0 0,0 0,0 0,1 1,-1 0,0 0,-1 0,1 0,0 0,0 1,0-1,-1 1,1 0,-1 1,1-1,0 1,0 1,1 1,-1 0,1 0,-1 0,-1 0,1 1,-1 0,0-1,0 1,0 2,4 15,0 0,-2 1,0-1,-2 1,0 9,1 13,-2 1,-3-1,-1 0,-2 0,-3 0,-1-1,-5 12,5-30,0-1,-2 0,-1 0,0-1,-2 0,-1-1,-1-1,-1 0,-1-1,-1-1,-1 0,-14 10,25-24,0 0,-1-1,0 0,-1 0,1-1,-1-1,0 0,0 0,0-1,-5 1,12-3,0 0,-1-1,1 0,0 1,0-1,-1 0,1-1,0 1,0-1,0 1,-1-1,1 0,0 0,0 0,0-1,0 1,1-1,-1 0,0 1,0-1,1-1,0 1,-1 0,1 0,0-1,0 1,0-1,0 0,1 0,-1 0,1 1,-1-1,1-1,0 1,0-2,-1-3,0-2,0 1,1 0,0 0,1 0,0 0,0-1,1 1,0 0,1 0,0 0,0 0,1 0,0 0,0 1,2-2,-3 5,1 0,-1 0,1 0,0 1,1-1,-1 1,1-1,0 1,0 0,0 0,1 1,-1-1,1 1,0 0,0 1,0-1,0 1,0 0,1 0,-1 0,1 1,-1 0,1 0,-1 0,1 1,3 0,2 1,0 0,0 2,0-1,0 1,-1 1,1 0,-1 0,0 1,0 0,-1 1,7 5,16 13,-1 1,19 22,-18-15,19 11,-41-35,1-1,-1 1,1-2,1 0,-1 0,9 2,-14-6</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23.677"/>
    </inkml:context>
    <inkml:brush xml:id="br0">
      <inkml:brushProperty name="width" value="0.05" units="cm"/>
      <inkml:brushProperty name="height" value="0.05" units="cm"/>
      <inkml:brushProperty name="ignorePressure" value="1"/>
    </inkml:brush>
  </inkml:definitions>
  <inkml:trace contextRef="#ctx0" brushRef="#br0">7 276,'-4'49,"1"0,3 0,3 7,0-27,0-1,2 1,2-1,0 0,12 26,-16-46,0-1,1 0,-1 0,2 0,-1 0,1-1,0 1,1-1,0 0,-4-3,1-1,0 0,0 0,0 0,0 0,1 0,-1-1,0 1,1-1,-1 0,1 0,-1 0,1-1,-1 1,1-1,-1 0,1 0,0 0,-1 0,1-1,1 0,4-1,1-1,-1-1,1 0,-1 0,0 0,-1-1,1-1,-1 0,0 0,0 0,-1-1,0 0,0 0,0-1,-1 0,6-8,-1 0,-1-1,0 0,-2 0,0-1,0 0,0-7,0-3,-1 0,-1-1,-2 0,-1 0,-1 0,-1 0,-2 0,-1-4,1 18,-1 1,0-1,-2 0,1 1,-2 0,0 0,0 0,-1 0,-1 1,-1 0,1 1,-2-1,0 1,0 1,-1 0,-9-7,14 13,0 2,0-1,0 0,-1 1,0 0,1 0,-1 1,0 0,0 0,0 0,-1 0,1 1,0 0,-1 1,1-1,0 1,-5 1,2 0,-1 1,1 1,-1-1,1 1,0 1,0 0,1 0,-1 1,1 0,0 0,-1 2,-3 1,1 1,1 0,-6 7,4-2</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24.742"/>
    </inkml:context>
    <inkml:brush xml:id="br0">
      <inkml:brushProperty name="width" value="0.05" units="cm"/>
      <inkml:brushProperty name="height" value="0.05" units="cm"/>
      <inkml:brushProperty name="ignorePressure" value="1"/>
    </inkml:brush>
  </inkml:definitions>
  <inkml:trace contextRef="#ctx0" brushRef="#br0">1 0,'4'2,"2"0,-1 0,6-1,6 1,7-1,9 0,8 1,6 0,5 0,2 0,3-1,1-1,-9-1,-13-1,-13 1,-10 1</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25.099"/>
    </inkml:context>
    <inkml:brush xml:id="br0">
      <inkml:brushProperty name="width" value="0.05" units="cm"/>
      <inkml:brushProperty name="height" value="0.05" units="cm"/>
      <inkml:brushProperty name="ignorePressure" value="1"/>
    </inkml:brush>
  </inkml:definitions>
  <inkml:trace contextRef="#ctx0" brushRef="#br0">0 80,'0'0,"7"-1,14-1,14-4,14-2,9-2,7 0,4 0,0 2,-3 0,-12 1,-16 2,-14 2,-11 2</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28.416"/>
    </inkml:context>
    <inkml:brush xml:id="br0">
      <inkml:brushProperty name="width" value="0.05" units="cm"/>
      <inkml:brushProperty name="height" value="0.05" units="cm"/>
      <inkml:brushProperty name="ignorePressure" value="1"/>
    </inkml:brush>
  </inkml:definitions>
  <inkml:trace contextRef="#ctx0" brushRef="#br0">84 168,'-1'0,"0"-1,0 0,1 1,-1-1,0 1,1-1,-1 0,0 0,1 1,-1-1,1 0,-1 0,1 0,0 0,-1 1,1-1,0 0,-1 0,1 0,0 0,0 0,0 0,0 0,0 0,0-1,1 0,-1 0,1 0,0 0,0 0,0 0,0 0,0 0,0 1,0-1,1 0,-1 1,1-1,7-6,0 0,0 0,1 1,3-1,-8 5,13-9,0 1,0 0,1 2,0 0,1 2,0 0,0 1,-12 4,1 0,-1 1,0 0,1 0,-1 1,0 0,1 0,-1 1,0 0,1 1,-1-1,0 2,0-1,0 1,-1 1,1-1,-1 1,0 0,1 1,-4-2,0 0,-1 0,1 1,-1-1,0 1,1-1,-1 1,-1 0,1 0,-1 1,0-1,0 1,0-1,0 2,0 1,0 1,-1-1,0 0,0 1,-1-1,0 1,0-1,-1 1,0-1,-3 11,0 1,-1-1,-1-1,-1 1,0-1,-1 0,-3 2,-13 24,-2-2,-2-1,-2-1,-1-1,-2-2,-2-2,-3 1,25-23,-1-2,-1 0,0-1,-13 6,24-12,0-1,-1 0,0 0,1-1,-1 1,0-1,0 0,1 0,-1-1,0 0,0 1,0-2,0 1,0 0,0-1,0 0,1 0,-1-1,-1 0,4 1,1 1,-1-1,0 0,1 0,0 0,-1-1,1 1,0 0,-1 0,1-1,0 1,0-1,0 1,0-1,0 1,1-1,-1 0,0 0,1 1,-1-2,1-1,-1 0,1 1,0-1,0 1,0-1,1 1,0-1,-1 1,1-1,1-1,2-7,1 1,1 0,0 0,0 1,7-9,-6 9,1 0,1 0,0 1,0 0,1 0,0 1,0 0,1 1,0 0,8-3,-10 6,-1 1,1 0,-1 1,1 0,0 0,0 1,0 0,0 0,0 1,0 0,0 1,0 0,-1 0,1 1,7 3,2 0,-1 2,0 1,0 0,-1 1,0 1,13 10,16 15,22 25,-5-5,-58-51,1 0,-1 0,1-1,0 0,0 0,0 0,1-1,-1 0,1 0,-1 0,5 0,-7-1,0-1,1 0,-1 0,0 0,0-1,1 1,-1-1,0 1,0-1,0 0,0-1,0 1,0 0,0-1,0 0,-1 1,1-1,0 0,-1 0,0-1,2-1,6-7,0-1,-1 0,-1-1,0 0,-1 0,0-1,2-6,11-33,4-20,-14 39,9-24,5-13,-3-1,10-69,-31 120,0 21,0 0,0 0,0-1,0 1,0 0,0 0,0 0,0-1,0 1,0 0,-1 0,1-1,0 1,0 0,0 0,0 0,-1 0,1-1,0 1,0 0,0 0,-1 0,1 0,0 0,0 0,-1-1,1 1,0 0,0 0,0 0,-1 0,1 0,0 0,0 0,-1 0,1 0,-2 1,0 0,0 1,1-1,-1 0,0 1,1-1,-1 1,1-1,-1 1,1 0,0 0,0-1,0 1,-1 1,-12 24,1 1,2 0,0 0,2 1,1 0,1 1,2 0,1 0,1 0,2 1,1-1,1 0,3 10,-2-25,2 0,-1 0,2 0,0-1,1 0,0 0,1 0,1 0,7 9,-10-17,-1 0,2 0,-1-1,1 0,0 1,0-2,0 1,0-1,4 2,-5-4,0 0,0 0,0 0,0-1,0 1,1-1,-1-1,0 1,0-1,1 0,-1 0,0 0,1-1,1 0,1-1,1-1,-1 0,0 0,0-1,-1 0,1-1,-1 0,0 0,0 0,0-1,-1 0,0 0,0 0,-1-1,1 0,3-7,2-4,0-1,-1 0,-1 0,-1-1,-1 0,2-9,-4 8,-1 0,0 0,-2-1,0 0,-2 1,0-1,-2-6,0 13,0 0,-1-1,0 1,-2 0,1 1,-2-1,0 1,-1 0,0 0,-5-5,8 14,1 0,-1 0,0 1,0-1,0 1,-1 0,0 0,1 1,-1-1,-1 1,1 0,0 1,-1-1,1 1,-1 0,0 0,0 1,0 0,0 0,-3 0,1 1,-1 0,0 1,0 0,0 0,0 1,1 0,-1 1,1-1,-1 2,1-1,-2 3,-5 1,1 1,0 0,1 2,0-1,-5 6,7-4</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28.916"/>
    </inkml:context>
    <inkml:brush xml:id="br0">
      <inkml:brushProperty name="width" value="0.05" units="cm"/>
      <inkml:brushProperty name="height" value="0.05" units="cm"/>
      <inkml:brushProperty name="ignorePressure" value="1"/>
    </inkml:brush>
  </inkml:definitions>
  <inkml:trace contextRef="#ctx0" brushRef="#br0">143 121,'-10'15,"2"1,-1 0,2 1,0 0,2 0,-1 1,2-1,0 1,1 0,1 0,1 17,0-22,1-1,1 1,0-1,1 1,0-1,1 0,1 0,-1 0,2 0,0-1,0 1,1-1,0-1,1 1,0-1,1 0,5 5,-9-12,-1 1,1-1,0 0,0 0,0 0,1-1,-1 1,0-1,1 0,0-1,-1 1,1-1,0 0,0 0,0 0,0 0,0-1,0 0,0 0,0-1,2 0,0 0,-1-1,1-1,-1 1,1-1,-1 0,0 0,0-1,0 0,0 0,-1-1,0 1,0-1,0 0,0 0,-1-1,6-8,0 0,-1-1,-1 0,-1 0,0-1,-1 0,0 0,-2-1,0 1,0-1,-2 0,0 0,-1 0,-1 0,0 0,-3-14,1 18,0-1,-1 1,0 0,-1 0,-1 0,0 0,-1 1,0-1,-8-10,8 15,0-1,-1 2,0-1,0 1,-1 0,0 0,0 1,-1 0,1 1,-1 0,0 0,-1 1,-7-3,7 4,-1 0,0 1,0 0,0 1,0 0,0 1,0 0,0 1,0 0,-3 1,0 1,-1 0,1 1,0 1,0 0,1 1,-1 0,-4 4,1 1</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29.469"/>
    </inkml:context>
    <inkml:brush xml:id="br0">
      <inkml:brushProperty name="width" value="0.05" units="cm"/>
      <inkml:brushProperty name="height" value="0.05" units="cm"/>
      <inkml:brushProperty name="ignorePressure" value="1"/>
    </inkml:brush>
  </inkml:definitions>
  <inkml:trace contextRef="#ctx0" brushRef="#br0">87 132,'-2'0,"0"1,0-1,0 1,0 0,1 0,-1-1,0 1,1 0,-1 1,1-1,-1 0,1 0,-1 1,1-1,0 1,-1-1,1 1,0-1,0 1,0 0,0 0,-19 41,19-41,-4 13,0 0,1 1,1-1,1 1,0 0,0-1,2 1,0 0,1 0,0 0,2-1,3 15,-4-22,1 1,0-1,0 0,1 0,0-1,0 1,1-1,0 0,0 0,1 0,1 0,-2-2,0-1,1 0,-1 0,1 0,0 0,0-1,0 0,1-1,-1 1,0-1,1-1,0 1,0-1,-1 0,3 0,-1-1,-1 0,1 0,0-1,0 0,0 0,-1-1,1 0,-1 0,1-1,-1 0,0 0,2-1,1-2,0-1,-1 1,0-1,0-1,0 0,-1 0,0-1,0-1,2-2,-2-1,0 0,0 0,-1 0,0-1,-2 0,1 0,-2-1,0 1,-1-1,0 0,0-15,-3 18,0 0,-1 0,0 0,-1 0,0 1,-1-1,-1 0,0 1,0 0,-1 0,-1 0,1 1,-2-1,1 1,-2 1,-5-7,6 9,1 0,-2 1,1 0,-1 0,0 0,0 1,0 1,-1-1,1 1,-1 1,0 0,-1 0,1 0,0 1,-1 1,1 0,-1 0,0 1,1 0,-1 0,0 1,-4 1,0 1,1 0,-1 1,1 0,0 1,0 1,1 0,0 1,0 0,-11 9,10-5</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29.946"/>
    </inkml:context>
    <inkml:brush xml:id="br0">
      <inkml:brushProperty name="width" value="0.05" units="cm"/>
      <inkml:brushProperty name="height" value="0.05" units="cm"/>
      <inkml:brushProperty name="ignorePressure" value="1"/>
    </inkml:brush>
  </inkml:definitions>
  <inkml:trace contextRef="#ctx0" brushRef="#br0">0 0,'17'168,"-8"20,-1-18,-8-167</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30.313"/>
    </inkml:context>
    <inkml:brush xml:id="br0">
      <inkml:brushProperty name="width" value="0.05" units="cm"/>
      <inkml:brushProperty name="height" value="0.05" units="cm"/>
      <inkml:brushProperty name="ignorePressure" value="1"/>
    </inkml:brush>
  </inkml:definitions>
  <inkml:trace contextRef="#ctx0" brushRef="#br0">0 1,'5'14,"-1"0,0 0,-1 0,-1 0,0 15,0 76,-3-56,0 307,0-345</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30.766"/>
    </inkml:context>
    <inkml:brush xml:id="br0">
      <inkml:brushProperty name="width" value="0.05" units="cm"/>
      <inkml:brushProperty name="height" value="0.05" units="cm"/>
      <inkml:brushProperty name="ignorePressure" value="1"/>
    </inkml:brush>
  </inkml:definitions>
  <inkml:trace contextRef="#ctx0" brushRef="#br0">0 150,'41'-45,"-30"30,1 2,1-1,0 2,1 0,8-5,-18 14,0 0,1 0,0 1,-1 0,1 0,0 1,0-1,0 1,0 0,1 0,-1 1,0-1,0 1,0 0,1 1,-1-1,0 1,0 0,0 0,0 1,2 0,22 10,-1 2,15 9,-23-11,1-1,1-1,0 0,0-2,6 1,-21-7,1-1,-1 0,0 0,1-1,-1 0,0 0,1-1,-1 1,0-2,1 1,-1-1,0 0,0-1,0 1,-1-1,1-1,-1 1,1-1,-1-1,12-7,-2-2,0 0,0-1,7-10,-15 15</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34.128"/>
    </inkml:context>
    <inkml:brush xml:id="br0">
      <inkml:brushProperty name="width" value="0.05" units="cm"/>
      <inkml:brushProperty name="height" value="0.05" units="cm"/>
      <inkml:brushProperty name="ignorePressure" value="1"/>
    </inkml:brush>
  </inkml:definitions>
  <inkml:trace contextRef="#ctx0" brushRef="#br0">1 13,'0'0,"0"0,10 3,11 2,10 1,8-3,4-2,0-4,-3-4,-8 0,-10 1,-8 1,-7 2</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34.695"/>
    </inkml:context>
    <inkml:brush xml:id="br0">
      <inkml:brushProperty name="width" value="0.05" units="cm"/>
      <inkml:brushProperty name="height" value="0.05" units="cm"/>
      <inkml:brushProperty name="ignorePressure" value="1"/>
    </inkml:brush>
  </inkml:definitions>
  <inkml:trace contextRef="#ctx0" brushRef="#br0">1 2,'0'0,"0"0,9 0,2-1,0 1,-2-1,-3 1</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36.297"/>
    </inkml:context>
    <inkml:brush xml:id="br0">
      <inkml:brushProperty name="width" value="0.05" units="cm"/>
      <inkml:brushProperty name="height" value="0.05" units="cm"/>
      <inkml:brushProperty name="ignorePressure" value="1"/>
    </inkml:brush>
  </inkml:definitions>
  <inkml:trace contextRef="#ctx0" brushRef="#br0">360 506,'-6'5,"-1"-1,0-1,0 1,0-1,-1 0,1 0,0-1,-1 0,0-1,1 0,-1 0,0 0,-6-1,-6 0,-1-2,1 0,0-1,-14-3,28 4,-1 1,0-1,0 0,1-1,-1 1,1-1,0-1,-1 1,2-1,-1 0,0-1,1 1,0-1,0 0,0 0,1-1,-1 1,1-1,1 0,-1 0,1 0,0-1,0 1,1-1,0 0,0 0,1 0,0 1,0-1,0-1,1 1,0 0,0 0,1 0,1-4,1-3,1 0,0 0,1 1,0 0,1 0,1 0,0 1,0 0,1 0,1 1,0 0,1 1,0 0,0 0,9-5,7-5,1 1,1 1,0 1,2 2,-1 1,9-2,-32 14,1-2,1 2,-1-1,0 1,1 0,-1 1,1-1,2 1,-10 1,0 0,1 0,-1 0,0 0,1 0,-1 0,0 0,1 0,-1 0,0 0,0 0,1 0,-1 0,0 0,1 0,-1 0,0 0,1 0,-1 1,0-1,0 0,1 0,-1 0,0 0,0 1,1-1,-1 0,0 0,0 1,0-1,1 0,-1 0,0 1,0-1,0 0,0 1,0-1,-6 11,-17 9,-47 30,18-14,2 3,35-26,0 0,1 1,0 1,1 0,-2 5,11-14,0 0,0 0,1 1,0-1,0 1,1-1,0 1,0 0,0 0,1 0,0 0,1 0,-1 0,1 1,1 3,0-3</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37.564"/>
    </inkml:context>
    <inkml:brush xml:id="br0">
      <inkml:brushProperty name="width" value="0.05" units="cm"/>
      <inkml:brushProperty name="height" value="0.05" units="cm"/>
      <inkml:brushProperty name="ignorePressure" value="1"/>
    </inkml:brush>
  </inkml:definitions>
  <inkml:trace contextRef="#ctx0" brushRef="#br0">44 3,'6'25,"-1"0,-1 1,-1-1,-1 1,-2 12,-3 37,-4 14,6-75,0-3,1 0,-2-1,1 1,-2 0,1 0,-1-1,-1 1,0-1,-1 1,5-10,-1-1,1 0,0 1,0-1,0 0,0 1,-1-1,1 0,0 0,0 1,-1-1,1 0,0 0,0 1,-1-1,1 0,0 0,-1 0,1 1,0-1,-1 0,1 0,0 0,-1 0,1 0,-1 0,1 0,0 0,-1 0,1 0,0 0,-1 0,1 0,-1 0,-6-11,-1-21,7 5,0-1,2 0,1 1,1-1,2 1,1-1,0 2,2-1,2 1,0 0,1 1,13-20,-22 41,1-1,0 0,1 1,-1 0,1-1,0 1,0 1,0-1,2-1,-5 4,0 1,0-1,1 1,-1-1,0 1,0 0,0-1,0 1,0 0,1 0,-1 0,0-1,0 1,0 1,0-1,1 0,-1 0,1 0,0 1,-1 0,1 0,-1 0,1 0,-1 0,1 0,-1 0,0 1,1-1,-1 0,0 1,0-1,0 1,0-1,0 1,0 0,6 13,-1 1,0 0,-1-1,0 2,-1-1,-1 0,0 15,0 12,-1 0,-4 20,-3-24,4-36,1-5,5-20,1-1,0 0,2 0,1 0,1 1,0 1,2 0,0 0,2 1,0 1,1 0,1 1,4-3,-16 17,-1 1,1 0,0 1,-1-1,1 1,0 0,1 0,-1 0,2-1,-5 3,0 0,1-1,-1 1,0 0,1 0,-1 0,0 0,1 0,-1 0,0 0,1 1,-1-1,0 0,1 1,-1-1,0 1,0-1,0 1,1 0,-1-1,0 1,0 0,0 0,0 0,0 0,0 0,-1 0,1 0,0 0,0 0,-1 0,1 1,0-1,2 7,0 0,0 0,0 0,-1 1,-1-1,1 0,-1 1,-1 2,0 73,-1-65,0 24,-1-1,-3 0,-1 0,-9 26,12-60,1-4</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38.103"/>
    </inkml:context>
    <inkml:brush xml:id="br0">
      <inkml:brushProperty name="width" value="0.05" units="cm"/>
      <inkml:brushProperty name="height" value="0.05" units="cm"/>
      <inkml:brushProperty name="ignorePressure" value="1"/>
    </inkml:brush>
  </inkml:definitions>
  <inkml:trace contextRef="#ctx0" brushRef="#br0">0 72,'41'-26,"-34"20,0 1,0 1,0-1,1 1,0 0,-1 1,1-1,1 2,-1-1,0 1,1 1,8-2,-16 3,1 0,0 0,-1 0,1 1,0-1,0 0,-1 1,1-1,0 1,-1 0,1-1,-1 1,1 0,-1 0,1 0,-1 0,0 0,1 0,-1 1,0-1,0 0,1 1,-1 1,1 0,-1 0,0 0,0-1,0 1,-1 0,1 0,-1 0,1 0,-1 0,0 1,0 0,-1 8,-1-1,0 1,0-1,-1 1,-1-1,-1 4,-3 1,0 1,-10 13,-9 19,27-48,-1-1,1 1,0 0,0-1,0 1,0-1,0 1,0-1,0 1,0 0,0-1,0 1,0-1,0 1,0-1,1 1,-1-1,0 1,0-1,0 1,1 0,-1-1,0 0,1 1,-1-1,0 1,1-1,-1 1,1-1,-1 0,1 1,-1-1,1 0,-1 0,1 1,-1-1,1 0,-1 0,1 0,-1 1,1-1,0 0,-1 0,1 0,0 0,35 4,-24-4,-8 1,0-1,-1 1,1 0,-1 0,1 0,-1 0,1 1,-1-1,0 1,1 0,-1 0,0 0,2 2,-5-3,1 0,0 0,-1-1,1 1,-1 0,1 0,-1 0,1 0,-1 0,0 0,1 0,-1 0,0 0,0 0,0 0,0 0,0 0,0 0,0 0,0 0,-1 1,1 1,-1-1,0 0,0 0,0 0,0 0,0 0,0 0,-1-1,1 1,-1 0,1 0,-1-1,-5 5,0 0,-1-1,0 1,1-2,-2 1,1-1,-1-1,1 1,-1-1,-9 1,-22 6</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38.794"/>
    </inkml:context>
    <inkml:brush xml:id="br0">
      <inkml:brushProperty name="width" value="0.05" units="cm"/>
      <inkml:brushProperty name="height" value="0.05" units="cm"/>
      <inkml:brushProperty name="ignorePressure" value="1"/>
    </inkml:brush>
  </inkml:definitions>
  <inkml:trace contextRef="#ctx0" brushRef="#br0">464 0,'-9'6,"1"-1,-1 1,1 1,0-1,1 1,-1 1,-4 6,-9 13,-12 21,25-35,-42 63,4 4,4 1,3 1,-25 80,42-95,3 1,3 0,3 1,3 1,3-1,3 49,4-83,2 0,1 0,2 0,2 6,-5-31,0 0,1-1,0 1,1-1,0 0,0 0,1 0,0 0,1-1,0 0,0 0,0-1,1 1,1-1,-1-1,7 5,18 5</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39.552"/>
    </inkml:context>
    <inkml:brush xml:id="br0">
      <inkml:brushProperty name="width" value="0.05" units="cm"/>
      <inkml:brushProperty name="height" value="0.05" units="cm"/>
      <inkml:brushProperty name="ignorePressure" value="1"/>
    </inkml:brush>
  </inkml:definitions>
  <inkml:trace contextRef="#ctx0" brushRef="#br0">36 450,'4'1,"0"-1,0 0,0 1,0-1,0-1,0 1,0-1,0 1,0-1,0 0,-1 0,2-1,44-22,-33 13,1 0,-2-2,1 0,-2 0,0-2,0 1,-2-2,10-14,-14 18,0-1,0 0,-2 0,0-1,0 0,-1 0,-1 0,0 0,-1-1,-1 0,0 1,-1-4,-1 13,0 0,0 0,-1 0,0 0,0 0,0 0,0 1,-1-1,0 0,0 1,0-1,-1 1,1-1,-3-2,2 5,1-1,0 1,-1 0,0-1,1 1,-1 0,0 1,0-1,0 1,0-1,0 1,0 0,-1 0,1 0,0 0,-1 1,1-1,0 1,-1 0,1 0,0 0,-1 1,-5 0,1 1,0 0,0 1,0 0,0 0,1 1,0 0,-1 0,1 0,0 1,1 0,-1 1,1-1,0 1,1 1,-1-1,1 1,-1 2,-8 11,2 1,0 0,1 0,2 1,-7 20,6-10,2-1,0 1,3 0,0 1,2 9,2-22,1-1,1 1,0 0,2-1,0 0,1 1,1-1,1-1,3 8,-5-18,-1-1,1 1,0-1,1-1,0 1,0-1,0 1,1-1,0-1,0 1,1-1,-1 0,1-1,0 0,0 0,4 2,-4-4,-1 0,1 0,0 0,0 0,0-1,0-1,0 1,1-1,-1 0,0-1,0 1,0-2,0 1,0-1,0 0,-1 0,1-1,0 1,-1-2,7-3,0-2,0 1,-1-2,-1 1,1-2,-2 0,1 0,-2-1,1 0,-2 0,1-1,-2 0,6-14,2-6,-2 0,-1-2,-2 1,-1-1,0-13,-2 6,-1 0,-2-16,-4 42,0 0,-1 1,0-1,-1 0,-1 0,-1 1,-5-14,9 28,0-1,-1 1,1-1,-1 1,0 0,1 0,-1-1,0 1,0 0,0 0,0 0,-1-1,2 2,0 0,-1 0,1 0,0 0,0 0,0 0,-1 0,1 0,0 0,0 0,-1 0,1 0,0 0,0 0,-1 0,1 0,0 0,0 0,0 0,-1 1,1-1,0 0,0 0,0 0,-1 0,1 1,0-1,0 0,0 0,0 0,0 0,-1 1,1-1,0 0,0 0,0 1,0-1,0 0,0 0,0 1,-1 2,0 0,0 1,1-1,-1 1,1-1,0 1,0-1,0 1,0 2,6 26,1-1,1 1,2-1,11 24,60 118,-70-153,23 48,34 49,-63-110</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40.635"/>
    </inkml:context>
    <inkml:brush xml:id="br0">
      <inkml:brushProperty name="width" value="0.05" units="cm"/>
      <inkml:brushProperty name="height" value="0.05" units="cm"/>
      <inkml:brushProperty name="ignorePressure" value="1"/>
    </inkml:brush>
  </inkml:definitions>
  <inkml:trace contextRef="#ctx0" brushRef="#br0">338 1,'-50'66,"10"-4,3 2,-26 61,-47 140,79-188,25-65,8-25,0 5</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41.235"/>
    </inkml:context>
    <inkml:brush xml:id="br0">
      <inkml:brushProperty name="width" value="0.05" units="cm"/>
      <inkml:brushProperty name="height" value="0.05" units="cm"/>
      <inkml:brushProperty name="ignorePressure" value="1"/>
    </inkml:brush>
  </inkml:definitions>
  <inkml:trace contextRef="#ctx0" brushRef="#br0">384 14,'-3'-2,"0"1,1-1,-1 1,0-1,0 1,0 0,0 0,0 1,0-1,-1 0,1 1,0 0,0 0,0 0,-1 0,1 0,0 1,0 0,0-1,0 1,0 0,0 0,-2 1,-7 3,1 1,-1 0,1 0,0 1,-1 2,-11 9,2 1,0 1,0 1,2 1,1 0,1 1,1 1,1 1,1 0,1 1,1 0,-5 19,14-37,1-1,0 1,0 0,0 1,1-1,1 0,-1 0,1 1,1 0,-1-8,0 0,0 0,0 0,0 0,0 0,0-1,1 1,-1 0,0 0,1 0,-1 0,0-1,1 1,-1 0,1 0,0-1,-1 1,1 0,-1-1,1 1,0-1,0 1,-1-1,1 1,0-1,0 1,0-1,-1 0,1 0,0 1,1-1,0 0,0-1,0 1,0 0,0-1,0 1,0-1,0 1,0-1,0 0,0 0,-1 0,2-1,8-5,-1-1,1-1,8-9,-19 18,33-35,-1-2,-1-1,15-27,70-127,-109 181,-6 13,-9 20,6-19,-17 44,3 0,1 2,2 0,2 0,3 1,-2 50,10-86</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41.564"/>
    </inkml:context>
    <inkml:brush xml:id="br0">
      <inkml:brushProperty name="width" value="0.05" units="cm"/>
      <inkml:brushProperty name="height" value="0.05" units="cm"/>
      <inkml:brushProperty name="ignorePressure" value="1"/>
    </inkml:brush>
  </inkml:definitions>
  <inkml:trace contextRef="#ctx0" brushRef="#br0">1 2,'0'0,"0"0,8 2,8-3,0-1</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41.918"/>
    </inkml:context>
    <inkml:brush xml:id="br0">
      <inkml:brushProperty name="width" value="0.05" units="cm"/>
      <inkml:brushProperty name="height" value="0.05" units="cm"/>
      <inkml:brushProperty name="ignorePressure" value="1"/>
    </inkml:brush>
  </inkml:definitions>
  <inkml:trace contextRef="#ctx0" brushRef="#br0">196 0,'-52'219,"-7"24,-15 179,72-408,-2 19,1-1,1 1,3 23,0-47</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42.267"/>
    </inkml:context>
    <inkml:brush xml:id="br0">
      <inkml:brushProperty name="width" value="0.05" units="cm"/>
      <inkml:brushProperty name="height" value="0.05" units="cm"/>
      <inkml:brushProperty name="ignorePressure" value="1"/>
    </inkml:brush>
  </inkml:definitions>
  <inkml:trace contextRef="#ctx0" brushRef="#br0">0 163,'51'-26,"1"3,53-17,110-23,-212 63,-1-1,1 1,-1-1,1 1,-1-1,0 0,0 0,1 0,-1 0,0 0,0-1,-2 2</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42.800"/>
    </inkml:context>
    <inkml:brush xml:id="br0">
      <inkml:brushProperty name="width" value="0.05" units="cm"/>
      <inkml:brushProperty name="height" value="0.05" units="cm"/>
      <inkml:brushProperty name="ignorePressure" value="1"/>
    </inkml:brush>
  </inkml:definitions>
  <inkml:trace contextRef="#ctx0" brushRef="#br0">276 5,'-6'-1,"1"-1,-1 1,0 1,0-1,1 1,-1 0,0 1,0-1,1 1,-1 0,0 1,1-1,-4 2,1 1,0 0,0 0,0 0,1 1,0 1,0-1,0 1,-3 3,-3 6,0 0,1 1,0 0,2 1,0 1,0-1,-2 11,6-14,1 1,0-1,1 1,1 0,0-1,1 2,0-1,2 0,0 2,0-11,0-1,1 0,-1 1,1-1,1 0,-1 1,1-1,0 0,0 0,0 0,1-1,0 1,0 0,0-1,0 0,1 0,-1 0,1 0,0 0,1-1,-1 0,0 0,1 0,0 0,0-1,4 2,-2-1,1-1,0 0,0 0,0 0,0-1,0-1,0 1,0-1,0-1,0 0,0 0,7-2,-10 2,0 0,0-1,-1 1,1-2,0 1,-1 0,0-1,1 0,-1 1,0-2,0 1,-1 0,1-1,-1 0,1 0,-1 0,0 0,-1 0,1-1,1-3,-2 1</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43.263"/>
    </inkml:context>
    <inkml:brush xml:id="br0">
      <inkml:brushProperty name="width" value="0.05" units="cm"/>
      <inkml:brushProperty name="height" value="0.05" units="cm"/>
      <inkml:brushProperty name="ignorePressure" value="1"/>
    </inkml:brush>
  </inkml:definitions>
  <inkml:trace contextRef="#ctx0" brushRef="#br0">197 1,'19'38,"-2"1,-1 1,-2 0,6 32,-8-27,40 158,-42-149,-2-1,-3 1,-2 2,-2-27,-2 1,-1-1,-2 1,0-1,-2 0,-3 4,3-13,-1-1,-1 0,0 0,-2-1,0-1,-1 1,0-2,-2 1,-6 5,1-3,-1-1,0-1,-1-1,-1 0,-1-2,0 0,-1-1,0-2,-10 4,8-8</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55.678"/>
    </inkml:context>
    <inkml:brush xml:id="br0">
      <inkml:brushProperty name="width" value="0.05" units="cm"/>
      <inkml:brushProperty name="height" value="0.05" units="cm"/>
      <inkml:brushProperty name="ignorePressure" value="1"/>
    </inkml:brush>
  </inkml:definitions>
  <inkml:trace contextRef="#ctx0" brushRef="#br0">126 0,'-32'91,"4"1,4 1,-6 65,24-120,3 0,1 0,1 0,3 0,1 0,1 0,3 0,1-1,1 0,11 24,-15-48,0 1,2-1,-1-1,2 1,0-1,0-1,1 1,1-1,5 4,-12-11,1-1,1 1,-1-1,0-1,1 1,0 0,-1-1,1 0,0 0,0-1,0 1,1-1,-1 0,0 0,0-1,1 0,-1 0,0 0,0 0,1-1,-1 0,0 0,0 0,0-1,0 1,5-4,1 0,0-2,0 1,-1-2,0 1,0-1,-1-1,0 0,-1 0,1-1,-2 0,1 0,-2 0,1-1,-1 0,-1-1,1-4,2-3,-1-1,-1 0,-1 0,-1 0,-1-1,-1 0,0 1,-2-1,-1-12,1 22,-2 0,0 1,0-1,-1 0,0 0,0 1,-1 0,-1 0,0 0,-3-4,6 10,-1 1,1-1,-1 1,0-1,-1 1,1 0,-1 0,1 0,-1 1,0-1,0 1,0 0,0 0,0 0,0 1,-1-1,1 1,-1 0,1 0,-1 1,1-1,-1 1,1 0,-1 0,1 1,-2-1,-5 3,0 0,0 0,0 1,0 1,0 0,1 0,0 1,0 0,0 1,1 0,0 1,0 0,-4 5,-12 14,2 0,1 2,-15 24,22-28,7-9</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56.367"/>
    </inkml:context>
    <inkml:brush xml:id="br0">
      <inkml:brushProperty name="width" value="0.05" units="cm"/>
      <inkml:brushProperty name="height" value="0.05" units="cm"/>
      <inkml:brushProperty name="ignorePressure" value="1"/>
    </inkml:brush>
  </inkml:definitions>
  <inkml:trace contextRef="#ctx0" brushRef="#br0">201 2,'9'-1,"0"1,0 0,0 1,0 0,0 0,0 1,0 0,0 0,0 1,-1 0,0 1,1 0,-1 0,2 3,2 0,-1 1,-1 0,1 1,-1 0,-1 0,0 1,0 1,-1-1,2 5,-2-2,-1 1,0-1,-1 1,-1 1,0-1,-1 1,-1 0,0 0,-1 0,-1 0,0 0,-1 0,0 1,-2-1,0 0,0 0,-1 0,-3 5,0-1,0 0,-2-1,0 0,-1 0,-1-1,0 0,-2-1,0 0,0-1,-1 0,-1-1,-1-1,-14 11,9-9,-1-1,-1-1,-1-1,-11 4,24-12,0 0,-1 0,1-1,-1 0,0-1,1-1,-1 1,0-2,0 1,0-2,-7 0,16 1,-1-1,0 1,1-1,-1 1,1-1,-1 0,1 0,0 0,-1 0,1-1,0 1,0-1,0 1,0-1,0 0,0 1,0-1,0 0,1-1,0 1,0 0,0 0,0 0,1 0,-1 0,1-1,-1 1,1 0,0 0,0 0,0-1,0 1,0 0,1 0,-1-1,1 1,-1 0,1 0,2-6,0 1,1 0,0-1,0 1,1 1,0-1,0 1,0-1,1 2,0-1,1-1,4-1,0 0,1 1,0 0,0 1,1 0,-1 1,1 0,0 1,1 0,-1 1,0 1,1 0,0 1,-1 1,9 0,-10 0,1 2,-1-1,1 2,-1-1,0 2,0 0,0 0,0 1,-1 0,1 1,-1 1,-1 0,1 0,-1 1,-1 0,9 9,-1 4,-2 0,0 1,-2 0,0 2,-1-1,-2 1,0 1,-2 0,0 0,-2 3,-4-18</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57.081"/>
    </inkml:context>
    <inkml:brush xml:id="br0">
      <inkml:brushProperty name="width" value="0.05" units="cm"/>
      <inkml:brushProperty name="height" value="0.05" units="cm"/>
      <inkml:brushProperty name="ignorePressure" value="1"/>
    </inkml:brush>
  </inkml:definitions>
  <inkml:trace contextRef="#ctx0" brushRef="#br0">405 59,'-4'-5,"0"0,0 1,-1-1,1 1,-1 0,0 0,0 0,0 1,-1 0,1 0,-1 0,0 1,0 0,0 0,0 0,0 1,0 0,0 0,0 0,-1 1,1 0,0 0,-1 1,1 0,0 0,0 0,0 1,0 0,-5 2,-4 2,0 1,1 1,0 1,0-1,1 2,0 0,1 1,0 0,0 1,1 0,1 0,0 2,1-1,1 1,0 0,0 1,1 0,1 0,1 0,0 1,1 0,1 0,0 1,3-11,0-1,0 1,0 0,1-1,-1 1,1 0,1-1,-1 1,1-1,0 0,0 1,1-1,-1 0,1 0,0-1,1 1,-1-1,1 1,0-1,0 0,0 0,1-1,0 2,14 7,1 0,0-1,0-1,1 0,6 0,-4-1,25 11,4 1,-1 2,-1 1,43 30,-87-50,0 0,-1 1,0-1,0 1,0 0,0 0,-1 1,0-1,0 1,1 2,-4-4,1-1,-1 1,0-1,0 1,0-1,0 1,-1 0,0-1,1 1,-1 0,-1-1,1 1,0 0,-1 0,0-1,0 1,0-1,0 1,-2 2,-3 6,-1 0,0 0,-1-1,-1 0,1 0,-2-1,1 0,-1-1,-1 0,-6 4,3-3,0-1,0-1,0 0,-1-1,0 0,-1-1,1-1,-12 2,20-6,1 0,-1 0,1 0,-1-1,1 0,-1 0,1-1,-1 0,1 0,-1 0,1-1,0 0,0 0,-1-1,2 0,-1 0,0 0,1-1,-1 1,1-1,0-1,0 1,1-1,-1 0,1 0,0 0,0 0,1-1,0 0,0 1,0-1,0 0,1-1,0 1,1 0,-2-7,0-8,0 0,2-1,0 1,2 0,0-1,1 1,2 0,0 0,1 0,15-54,25-58,-41 123,44-116,57-105,-94 211</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01.236"/>
    </inkml:context>
    <inkml:brush xml:id="br0">
      <inkml:brushProperty name="width" value="0.05" units="cm"/>
      <inkml:brushProperty name="height" value="0.05" units="cm"/>
      <inkml:brushProperty name="ignorePressure" value="1"/>
    </inkml:brush>
  </inkml:definitions>
  <inkml:trace contextRef="#ctx0" brushRef="#br0">5 57,'-1'0,"1"0,0 0,0 0,-1 0,1 0,0 0,0 0,0-1,-1 1,1 0,0 0,0 0,0 0,-1-1,1 1,0 0,0 0,0 0,0-1,0 1,0 0,-1 0,1-1,0 1,0 0,0 0,0-1,0 1,0 0,0 0,0-1,0 1,0 0,0 0,0-1,0 1,0 0,0 0,1-1,-1 1,0 0,0 0,0-1,13-8,26-4,-35 11,18-4,0 1,1 0,0 2,-1 0,6 2,-18 0,1 1,0 1,0 0,-1 0,1 1,-1 1,1-1,-1 2,0-1,0 1,0 1,0 0,-7-3,-1-1,0 1,0-1,0 1,0 0,0 0,-1 0,1 0,-1 0,1 0,-1 0,1 1,-1-1,0 0,0 1,0-1,-1 1,1-1,-1 1,1-1,-1 1,0-1,0 1,0 0,0-1,0 1,0-1,-1 1,0-1,1 1,-1-1,0 1,0-1,0 1,-1 0,-5 9,0 0,0 0,-1-1,0 0,-1-1,-2 2,-42 40,-56 44,35-32,71-62,0 0,0 1,1 0,-1-1,1 1,0 0,0 0,-1 2,3-5,0 0,0 0,0 1,-1-1,1 0,0 0,0 1,0-1,0 0,0 1,0-1,0 0,0 0,0 1,0-1,1 0,-1 0,0 1,0-1,0 0,0 1,0-1,0 0,1 0,-1 0,0 1,0-1,0 0,1 0,-1 0,0 1,0-1,0 0,1 0,19 3,108-12,-61 4,0 2,11 3,-49 2,1 0,19 6,-42-7,1 1,-1 0,0 0,1 1,-1 0,0 0,0 1,-1 0,1 0,-1 1,0-1,4 5,-8-7,0 0,0 1,-1-1,1 0,-1 0,0 1,0-1,1 0,-2 1,1 0,0-1,0 1,-1-1,0 1,1 0,-1-1,0 1,0 0,0-1,-1 1,1 0,-1-1,1 1,-1-1,0 1,0-1,0 1,0-1,-1 1,1-1,-5 6,1 0,-1 0,-1 0,1-1,-1 0,-1 0,-5 4,-16 10,-1-2,0 0,-12 3,-29 13</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54.249"/>
    </inkml:context>
    <inkml:brush xml:id="br0">
      <inkml:brushProperty name="width" value="0.05" units="cm"/>
      <inkml:brushProperty name="height" value="0.05" units="cm"/>
      <inkml:brushProperty name="ignorePressure" value="1"/>
    </inkml:brush>
  </inkml:definitions>
  <inkml:trace contextRef="#ctx0" brushRef="#br0">0 1,'119'20,"-49"-10,-7-1,-1-2,60-2,-114-5</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1:54.599"/>
    </inkml:context>
    <inkml:brush xml:id="br0">
      <inkml:brushProperty name="width" value="0.05" units="cm"/>
      <inkml:brushProperty name="height" value="0.05" units="cm"/>
      <inkml:brushProperty name="ignorePressure" value="1"/>
    </inkml:brush>
  </inkml:definitions>
  <inkml:trace contextRef="#ctx0" brushRef="#br0">0 0,'0'0,"0"0,7 0,1 0,1 0,-3 0,-1 0</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02.213"/>
    </inkml:context>
    <inkml:brush xml:id="br0">
      <inkml:brushProperty name="width" value="0.05" units="cm"/>
      <inkml:brushProperty name="height" value="0.05" units="cm"/>
      <inkml:brushProperty name="ignorePressure" value="1"/>
    </inkml:brush>
  </inkml:definitions>
  <inkml:trace contextRef="#ctx0" brushRef="#br0">0 60,'24'-9,"-1"2,1 0,1 2,21-2,98-5,-98 12,24 3,-22 0,13-3,-59 0,0 0,0 0,0-1,0 1,-1 0,1-1,0 0,0 1,-1-1,1 0,0 0,-1 0,1 0,-2 1,0 0,0 0,0 0,1-1,-1 1,0 0,0 0,0 0,0 0,0 0,0 0,0-1,0 1,0 0,1 0,-1 0,0 0,0-1,0 1,0 0,0 0,0 0,0 0,0-1,0 1,0 0,0 0,0 0,0 0,0 0,-1-1,1 1,0 0,0 0,0 0,0 0,0-1,0 1,0 0,0 0,0 0,-15-4,8 3,-1 1,1 1,-1-1,-4 2,8-1,2-1</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03.781"/>
    </inkml:context>
    <inkml:brush xml:id="br0">
      <inkml:brushProperty name="width" value="0.05" units="cm"/>
      <inkml:brushProperty name="height" value="0.05" units="cm"/>
      <inkml:brushProperty name="ignorePressure" value="1"/>
    </inkml:brush>
  </inkml:definitions>
  <inkml:trace contextRef="#ctx0" brushRef="#br0">146 62,'1'-2,"-1"0,0 0,0-1,0 1,0 0,0 0,0-1,-1 1,1 0,-1 0,1 0,-1 0,0 0,0 0,0 0,0 0,0 0,0 0,-1 0,1 0,-1 1,1-1,-1 1,0-1,1 1,-1 0,0-1,0 1,0 0,0 0,0 0,0 1,0-1,0 0,-1 1,1 0,0-1,0 1,0 0,-1 0,1 0,0 0,0 1,-1-1,1 0,0 1,0 0,0-1,0 1,0 0,0 0,0 0,0 0,0 1,0-1,-1 2,-2 2,-1 0,1 1,0 0,0-1,1 2,0-1,0 1,0-1,1 1,0 0,0 0,1 0,0 1,0-1,1 0,-1 7,2-13,0 0,0-1,0 1,0 0,0-1,0 1,0 0,0-1,0 1,0-1,1 1,-1 0,0-1,0 1,1-1,-1 1,0-1,1 1,-1-1,0 1,9-3,7-19,-13 14,1-1,-1 0,-1-1,0 1,1-7,-2 12,0 0,-1 0,0 0,1 0,-1 0,-1 0,1-1,0 1,-1 0,1 0,-1 0,0 0,0 0,0 0,-1 0,1 1,-1-2,2 4,-1-1,1 1,0 0,0 0,0-1,-1 1,1 0,0 0,-1-1,1 1,0 0,-1 0,1 0,0 0,-1-1,1 1,0 0,-1 0,1 0,0 0,-1 0,1 0,0 0,-1 0,1 0,-1 0,1 0,0 0,-1 0,1 0,0 1,-1-1,1 0,0 0,-1 0,1 0,0 1,0-1,-1 0,1 0,0 1,-1-1,1 0,0 0,0 1,-2 1</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04.796"/>
    </inkml:context>
    <inkml:brush xml:id="br0">
      <inkml:brushProperty name="width" value="0.05" units="cm"/>
      <inkml:brushProperty name="height" value="0.05" units="cm"/>
      <inkml:brushProperty name="ignorePressure" value="1"/>
    </inkml:brush>
  </inkml:definitions>
  <inkml:trace contextRef="#ctx0" brushRef="#br0">0 0,'16'139,"-6"1,-7 71,-3-129,1-33,-3 414,4-490,-2 16</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05.564"/>
    </inkml:context>
    <inkml:brush xml:id="br0">
      <inkml:brushProperty name="width" value="0.05" units="cm"/>
      <inkml:brushProperty name="height" value="0.05" units="cm"/>
      <inkml:brushProperty name="ignorePressure" value="1"/>
    </inkml:brush>
  </inkml:definitions>
  <inkml:trace contextRef="#ctx0" brushRef="#br0">367 225,'0'-16,"0"0,-1 0,-1-1,-1 1,-3-13,4 22,0-1,-1 0,0 0,-1 1,1 0,-1 0,-1 0,1 0,-1 0,0 1,-1 0,-1-2,3 6,1-1,-1 1,1 0,-1 0,0 0,1 0,-1 1,0 0,0-1,0 1,0 1,0-1,-1 1,1-1,0 1,0 0,0 1,0-1,-1 1,1 0,0 0,0 0,0 0,0 1,1-1,-1 1,0 0,0 1,-7 4,1 0,-1 0,2 1,-1 0,1 1,1 0,-1 0,-6 10,2 1,0 0,2 1,0 1,1-1,-4 18,8-22,1 0,1 1,1-1,1 1,0 0,1-1,1 1,0 0,1-12,-1 0,1-1,0 1,1 0,-1-1,1 1,0-1,0 0,1 0,-1 1,1-2,0 1,1 0,-1-1,1 1,0-1,2 1,-3-2,1 0,1 0,-1-1,0 0,0 0,1 0,-1 0,1-1,0 0,-1 0,1 0,0 0,0-1,-1 0,1 0,0 0,0-1,0 1,-1-1,5-1,1-1,1-1,-1 0,0-1,0 0,-1-1,1 1,-1-2,0 1,-1-2,0 1,0-1,0 0,-1 0,0-1,-1 0,1-2,8-13,-1-2,-1 0,-1 0,-1-1,3-16,-10 32,-1 2,0 1,-1 0,0-1,0 1,-1-1,0 0,0-6,-11 32,-5 41,3 1,2 0,3 1,2 6,1-21,-30 595,34-618</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06.412"/>
    </inkml:context>
    <inkml:brush xml:id="br0">
      <inkml:brushProperty name="width" value="0.05" units="cm"/>
      <inkml:brushProperty name="height" value="0.05" units="cm"/>
      <inkml:brushProperty name="ignorePressure" value="1"/>
    </inkml:brush>
  </inkml:definitions>
  <inkml:trace contextRef="#ctx0" brushRef="#br0">372 116,'2'-1,"0"0,0-1,-1 1,1 0,-1-1,1 0,-1 1,1-1,-1 0,0 0,0 1,0-1,0 0,0 0,0 0,0-1,-1 1,1 0,-1 0,1 0,-1 0,0-1,0 1,0-2,-1 1,0 0,0 1,0-1,0 0,-1 1,1-1,-1 1,0-1,1 1,-1 0,0 0,0 0,-1 0,1 0,0 0,-1 0,1 1,-3-2,-1 0,0-1,0 1,0 1,-1-1,1 1,-1 0,0 1,1-1,-1 1,0 1,0-1,0 1,0 0,1 1,-1 0,0 0,0 0,-1 1,-1 1,1 1,-1 0,1 0,-1 0,1 1,0 1,1-1,-1 1,1 0,1 1,-1 0,1 0,-1 2,-9 12,1 2,0-1,2 2,1 0,1 1,1 0,1 0,0 6,5-15,0 0,1 1,0 0,2 0,0-1,1 1,0 0,1 0,1 0,1 0,1-1,0 1,4 8,-5-18,0 1,0-1,1 0,0 0,1 0,0 0,0-1,0 0,1 0,-1 0,1-1,1 0,-1 0,1 0,0-1,0 0,0 0,1-1,-1 0,1 0,0-1,-1 0,1 0,0-1,1 0,-1 0,0-1,0 0,0 0,0-1,0 0,0-1,0 1,0-2,0 1,-1-1,5-2,4-3,0 0,-1-1,1 0,-2-2,0 1,0-2,-1 0,3-4,-5 4</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07.112"/>
    </inkml:context>
    <inkml:brush xml:id="br0">
      <inkml:brushProperty name="width" value="0.05" units="cm"/>
      <inkml:brushProperty name="height" value="0.05" units="cm"/>
      <inkml:brushProperty name="ignorePressure" value="1"/>
    </inkml:brush>
  </inkml:definitions>
  <inkml:trace contextRef="#ctx0" brushRef="#br0">0 1,'6'21,"0"-1,-2 2,-1-1,0 1,-1-1,-2 5,2 3,3 46,-4-1,-3 1,-3 0,-8 30,10-94,3-15,1-19,11-46,3 2,2 0,4 1,2 1,18-32,-36 85,1-1,1 1,0-1,0 2,7-9,-14 20,1-1,-1 0,1 0,-1 1,1-1,0 1,-1-1,1 0,0 1,-1-1,1 1,0-1,0 1,0 0,-1-1,1 1,0 0,0 0,0-1,0 1,-1 0,1 0,0 0,0 0,0 0,0 0,0 0,0 0,0 1,0 0,1 0,-1 0,0 0,0 0,0 0,0 1,0-1,0 0,0 0,0 1,0-1,-1 1,1-1,-1 1,1 0,3 10,-1 0,-1 1,0-1,-1 1,-1-12,4 58,-3 59,-2-10,15-152,-2 8,1 0,2 1,1 1,2 0,1 1,15-18,-30 46,0 0,0 0,1 0,0 0,0 1,0 0,0 0,1 0,1 0,-6 3,1 0,-1 1,1-1,-1 1,0-1,1 1,-1 0,1 0,-1-1,1 1,-1 0,1 1,-1-1,1 0,-1 0,1 0,0 1,0 0,0 0,0 0,-1 0,1 1,-1-1,1 0,-1 1,1-1,-1 0,0 1,0 0,0-1,0 1,0 0,0 0,1 1,2 10,0 0,0 0,-1 0,-1 0,0 0,-1 1,0-1,-1 6,-2 33,-6 26,6-56,-7 44,6-49</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07.596"/>
    </inkml:context>
    <inkml:brush xml:id="br0">
      <inkml:brushProperty name="width" value="0.05" units="cm"/>
      <inkml:brushProperty name="height" value="0.05" units="cm"/>
      <inkml:brushProperty name="ignorePressure" value="1"/>
    </inkml:brush>
  </inkml:definitions>
  <inkml:trace contextRef="#ctx0" brushRef="#br0">47 16,'16'-5,"0"2,0 0,0 1,1 0,-1 1,0 1,1 1,-1 0,0 1,0 1,9 3,-24-6,1 0,-1 1,1-1,-1 1,1-1,-1 1,1 0,-1-1,1 1,-1 0,0 0,0 0,1 0,-1 0,0 1,0-1,0 0,0 0,0 1,-1-1,1 1,0-1,-1 1,1-1,0 1,-1-1,0 1,1-1,-1 1,0 0,0-1,0 1,0-1,0 1,0 0,-1-1,1 1,-1 0,-1 8,-1-1,-1 0,0 0,0 0,-5 8,9-17,-26 43,-3-1,-1-1,-17 16,3-3,-11 20,52-70,1 0,-1 0,1-1,0 1,0 1,1-1,-1 0,1 0,0 1,0-1,0 0,1 1,0-1,-1 2,2-3,-1-1,1 1,0-1,0 0,0 1,0-1,0 0,0 0,0 0,1 1,-1-2,1 1,-1 0,1 0,0 0,0-1,0 1,0-1,0 1,0-1,0 0,1 0,-1 0,0 0,3 0,9 4,-2-4</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08.364"/>
    </inkml:context>
    <inkml:brush xml:id="br0">
      <inkml:brushProperty name="width" value="0.05" units="cm"/>
      <inkml:brushProperty name="height" value="0.05" units="cm"/>
      <inkml:brushProperty name="ignorePressure" value="1"/>
    </inkml:brush>
  </inkml:definitions>
  <inkml:trace contextRef="#ctx0" brushRef="#br0">209 12,'2'-11,"-12"21,-8 24,1 1,3 0,0 2,2-1,0 12,7-32,-28 106,6 1,1 28,14-62,5 0,4 0,5 50,1-89,6 26,-5-58,0 0,0 0,2 0,0-1,6 11,-9-24,-1 0,0 0,1 0,0 0,0 0,0-1,0 1,0-1,1 0,0 0,3 2,-6-4,0 0,1 0,-1-1,1 1,-1-1,1 1,-1-1,1 0,-1 1,1-1,-1 0,1 0,0 0,-1 0,1 0,-1 0,1-1,-1 1,1 0,-1-1,1 1,-1-1,1 0,-1 1,1-1,-1 0,0 0,0 0,1 0,-1 0,0 0,0 0,0-1,1 0,3-7</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08.964"/>
    </inkml:context>
    <inkml:brush xml:id="br0">
      <inkml:brushProperty name="width" value="0.05" units="cm"/>
      <inkml:brushProperty name="height" value="0.05" units="cm"/>
      <inkml:brushProperty name="ignorePressure" value="1"/>
    </inkml:brush>
  </inkml:definitions>
  <inkml:trace contextRef="#ctx0" brushRef="#br0">0 400,'58'-117,"-31"59,11-15,-27 55,-1 2,2-1,1 1,0 1,0 0,4-1,-12 12,-1 0,1 0,0 1,0-1,0 1,1 0,-1 1,1-1,0 1,-1 0,1 1,0-1,0 1,1 0,-3 1,-1 0,1 1,0-1,0 1,0-1,-1 1,1 0,0 1,-1-1,1 0,-1 1,0 0,1 0,-1 0,0 0,0 1,0-1,0 1,-1 0,1-1,-1 1,0 0,1 1,4 7,0 1,-1 0,0 0,-1 0,0 0,-1 1,0 0,0 7,3 20,-2 1,-1 7,0 23,-4 0,-2 0,-6 22,2-45,-3 0,-1 0,-3-1,-1-1,-8 12,14-39,0-1,-2 0,0-1,-1 0,-9 10,16-22,-1 1,0-1,0-1,0 1,-1-1,0 0,0 0,-2 1,5-4,0 1,-1-1,1 0,-1 0,1 0,-1 0,0-1,1 1,-1-1,0 0,0 0,1 0,-1-1,0 1,-2-2,2 1,-1-1,1 0,-1-1,1 1,0-1,0 0,0 0,0 0,0 0,1-1,-1 1,1-1,0 0,0 0,1 0,-1-1,1 1,0-1,0 1,-1-3,-3-9,1-1,1 1,0-1,1 0,1-5,-1 3,2-1,1-14,0 28,0 0,1 1,0-1,0 1,0-1,1 1,0 0,0-1,0 1,1 0,2-4,-3 7,-1 0,1 1,0-1,0 0,0 1,0-1,1 1,-1 0,0 0,0 0,1 0,-1 0,1 0,-1 1,1-1,-1 1,1-1,-1 1,1 0,-1 0,1 0,0 1,-1-1,1 1,-1-1,3 2,9 2,1 1,-1 0,0 1,2 2,-3-2,42 20,0-3,2-2,48 10,-90-28</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10.497"/>
    </inkml:context>
    <inkml:brush xml:id="br0">
      <inkml:brushProperty name="width" value="0.05" units="cm"/>
      <inkml:brushProperty name="height" value="0.05" units="cm"/>
      <inkml:brushProperty name="ignorePressure" value="1"/>
    </inkml:brush>
  </inkml:definitions>
  <inkml:trace contextRef="#ctx0" brushRef="#br0">389 554,'-8'-6,"0"1,-1 0,0 1,0 0,0 0,-1 1,1 0,-1 0,1 1,-1 1,0 0,0 0,0 1,0 0,0 0,1 1,-1 1,0 0,0 0,1 1,-1 0,1 0,0 1,0 0,0 1,1 0,0 1,0-1,0 2,0-1,1 1,-5 6,1 0,2 2,-1-1,2 1,0 1,1 0,0 0,1 0,1 0,1 1,0 0,1 0,1 0,1 0,0 1,1-1,1 0,1 1,2 10,-3-24,0-1,0 1,0 0,1 0,-1 0,1-1,0 1,0-1,0 0,1 1,-1-1,1 0,-1 0,1 0,0-1,3 3,-3-4,-1 0,1 0,-1 0,1 0,0 0,0-1,-1 1,1-1,0 0,0 0,0 0,0 0,-1 0,1 0,0-1,0 0,-1 1,1-1,0 0,-1 0,1 0,-1-1,1 1,0-2,10-5,-1-1,0 0,-1-1,0-1,0 0,-1 0,-1-1,1 0,3-9,10-17,-1-2,10-29,3-19,-4-2,-4-1,-4-1,-4-1,5-70,-22 144,0 9,-1-1,0 1,-1-1,0 1,-1-4,1 14,0 0,0 0,0 0,-1 0,1 0,0 0,0 0,0 0,0 1,0-1,0 0,0 0,0 0,0 0,0 0,-1 0,1 0,0 0,0 0,0 0,0 0,0 0,0 0,0 0,0 0,-1 0,1 0,0 0,0 0,0 0,0 0,0 0,0 0,0 0,-1 0,1 0,0 0,0 0,0 0,0 0,0 0,0 0,0 0,0 0,-1-1,1 1,0 0,0 0,-6 20,1 0,0 0,2 1,0-1,0 14,0 6,-14 133,7 54,10-146,3 1,5-1,16 75,-18-130,-1-12</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10.881"/>
    </inkml:context>
    <inkml:brush xml:id="br0">
      <inkml:brushProperty name="width" value="0.05" units="cm"/>
      <inkml:brushProperty name="height" value="0.05" units="cm"/>
      <inkml:brushProperty name="ignorePressure" value="1"/>
    </inkml:brush>
  </inkml:definitions>
  <inkml:trace contextRef="#ctx0" brushRef="#br0">1 1,'0'0,"0"0,0 0,0 0,0 0,0 0,0 0,0 0,0 0,0 0</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11.248"/>
    </inkml:context>
    <inkml:brush xml:id="br0">
      <inkml:brushProperty name="width" value="0.05" units="cm"/>
      <inkml:brushProperty name="height" value="0.05" units="cm"/>
      <inkml:brushProperty name="ignorePressure" value="1"/>
    </inkml:brush>
  </inkml:definitions>
  <inkml:trace contextRef="#ctx0" brushRef="#br0">1 391,'25'178,"1"134,-21-243,-5-49,0-19,-2-4,-5-33,-7-73,5 0,4-1,8-60,-1 128,3 0,1 0,2 0,3-1,-6 24,0 2,2-1,0 1,1 0,1 0,1 1,0 0,1 1,0 0,4-2,-12 13,1 1,-1-1,1 1,0 0,0 0,0 0,1 1,-1 0,1 0,-1 0,1 0,-1 1,1-1,0 1,4 0,-7 1,1 0,0 0,0 0,0 1,0 0,-1-1,1 1,0 0,-1 0,1 0,0 1,-1-1,0 1,1-1,-1 1,0 0,0 0,0 0,0 0,0 0,0 0,0 1,-1-1,1 0,-1 1,0 0,1 0,2 7,0 1,-1-1,0 1,0 0,-1 0,-1 1,0-1,0 0,-1 1,0-1,-1 0,-2 6,0 2,-1 1,-1-1,0 0,-2-1,0 1,-8 13,6-16,-1 0,0-1,-1-1,0 0,-1 0,-9 7,12-13,0 0,0-1,-1 0,0-1,0 0,-1 0,0-1,0 0,0-1,-7 2,7-5</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11.614"/>
    </inkml:context>
    <inkml:brush xml:id="br0">
      <inkml:brushProperty name="width" value="0.05" units="cm"/>
      <inkml:brushProperty name="height" value="0.05" units="cm"/>
      <inkml:brushProperty name="ignorePressure" value="1"/>
    </inkml:brush>
  </inkml:definitions>
  <inkml:trace contextRef="#ctx0" brushRef="#br0">34 0,'14'16,"-1"1,0 0,-1 0,-1 1,-1 1,-1 0,5 14,0 3,-3 0,0 1,2 30,-6-24,-3 0,-2 0,-1 0,-2 0,-3 0,-1 0,-7 27,0-18,-2-2,-3 1,-1-2,-3-1,-2 0,-4 2,4-12,7-16</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21.062"/>
    </inkml:context>
    <inkml:brush xml:id="br0">
      <inkml:brushProperty name="width" value="0.05" units="cm"/>
      <inkml:brushProperty name="height" value="0.05" units="cm"/>
      <inkml:brushProperty name="ignorePressure" value="1"/>
    </inkml:brush>
  </inkml:definitions>
  <inkml:trace contextRef="#ctx0" brushRef="#br0">73 207,'-23'24,"21"-21,0-1,0 1,0-1,0 0,0 1,-1-1,1 0,-1 0,1 0,-1-1,0 1,-2 0,5-1,-1-1,1 0,-1 0,1 0,-1 0,1 0,-1 0,1 0,-1 0,1 0,0 0,-1 0,1 0,-1 0,1 0,-1 0,1 0,-1-1,1 1,0 0,-1 0,1 0,-1-1,1 1,0 0,-1-1,1 1,0 0,-1-1,1 1,0 0,0-1,-1 1,-2-19,4 13,0 0,0 0,0 1,0-1,2-3,-2 8,-1 0,1 0,-1 0,1 0,-1 0,1 0,-1 0,1 0,0 0,-1 0,1 0,0 1,0-1,0 0,-1 1,1-1,0 0,0 1,0-1,0 1,0 0,0-1,0 1,0 0,1-1,-1 2,1-1,-1 0,1 0,0 1,-1-1,1 1,-1-1,0 1,1 0,-1 0,1-1,-1 1,0 0,0 0,1 1,7 6,-2 1,0 0,0 0,4 7,-7-10,33 53,-2 2,-3 1,-3 2,8 31,80 273,-73-218,-42-145,6 19,-4-22,0-13,25-292,-12 97,-16 201,29-257,-14 167,20-69,-31 145,-4 12,0 0,1 0,0 0,1 0,-1 1,1-1,1 1,-1-1,3-1,-4 6</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21.581"/>
    </inkml:context>
    <inkml:brush xml:id="br0">
      <inkml:brushProperty name="width" value="0.05" units="cm"/>
      <inkml:brushProperty name="height" value="0.05" units="cm"/>
      <inkml:brushProperty name="ignorePressure" value="1"/>
    </inkml:brush>
  </inkml:definitions>
  <inkml:trace contextRef="#ctx0" brushRef="#br0">1 29,'0'0,"0"0,7-1,8-1,5-1,6 0,4-1,4 1,2-1,0 1,-1 1,-6 0,-8 1,-8 1,-6 0</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21.913"/>
    </inkml:context>
    <inkml:brush xml:id="br0">
      <inkml:brushProperty name="width" value="0.05" units="cm"/>
      <inkml:brushProperty name="height" value="0.05" units="cm"/>
      <inkml:brushProperty name="ignorePressure" value="1"/>
    </inkml:brush>
  </inkml:definitions>
  <inkml:trace contextRef="#ctx0" brushRef="#br0">0 10,'0'0,"0"0,8 2,7 2,8 2,8-2,6-3,6-3,3-3,-6-2,-10 2,-10 0,-8 2</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25.597"/>
    </inkml:context>
    <inkml:brush xml:id="br0">
      <inkml:brushProperty name="width" value="0.05" units="cm"/>
      <inkml:brushProperty name="height" value="0.05" units="cm"/>
      <inkml:brushProperty name="ignorePressure" value="1"/>
    </inkml:brush>
  </inkml:definitions>
  <inkml:trace contextRef="#ctx0" brushRef="#br0">16 1,'4'17,"0"1,-2 0,0 0,-1 0,-1-1,0 6,-5 36,-4 14,1-15,3 5,3-33,2-1,2 8,-1-33</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26.937"/>
    </inkml:context>
    <inkml:brush xml:id="br0">
      <inkml:brushProperty name="width" value="0.05" units="cm"/>
      <inkml:brushProperty name="height" value="0.05" units="cm"/>
      <inkml:brushProperty name="ignorePressure" value="1"/>
    </inkml:brush>
  </inkml:definitions>
  <inkml:trace contextRef="#ctx0" brushRef="#br0">1 229,'2'-4,"1"0,0-1,0 1,0 0,1 0,-1 0,1 1,0-1,0 1,0 0,0 0,1 1,-1-1,1 1,0 0,1-1,15-5,1 2,-1 0,4 0,-23 6,95-18,74-3,-97 14,0-3,0-3,57-19,-94 14,-36 18,0-1,0 1,0-1,-1 0,1 1,0-1,0 0,-1 0,1 1,-1-1,1 0,0 0,-1 0,0 0,1 0,-1 0,0 1,0-1,0 0,0 1,0-1,0 1,-1-1,1 1,0-1,0 1,0-1,-1 1,1-1,0 1,-1-1,1 1,-1-1,1 1,0-1,-1 1,1 0,-1-1,1 1,-1 0,1-1,-1 1,0 0,1 0,-1 0,1 0,-1-1,-2 0</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27.671"/>
    </inkml:context>
    <inkml:brush xml:id="br0">
      <inkml:brushProperty name="width" value="0.05" units="cm"/>
      <inkml:brushProperty name="height" value="0.05" units="cm"/>
      <inkml:brushProperty name="ignorePressure" value="1"/>
    </inkml:brush>
  </inkml:definitions>
  <inkml:trace contextRef="#ctx0" brushRef="#br0">43 94,'82'-19,"46"-11,122-12,-245 41,0 1,0-1,0 1,0-1,0 1,0 1,0-1,-1 1,3 0,-7-1,0 1,1-1,-1 0,0 0,1 1,-1-1,0 0,1 0,-1 1,0-1,1 0,-1 1,0-1,0 1,1-1,-1 0,0 1,0-1,0 1,0-1,0 0,0 1,1-1,-1 1,0-1,0 1,0-1,0 0,-1 1,1-1,0 1,0-1,0 1,0-1,0 0,0 1,-1-1,1 1,0-1,0 0,-1 1,1-1,0 0,0 1,-1-1,1 0,0 1,-1-1,1 0,-1 0,1 1,-21 18,19-18,-78 59,45-36,1 2,2 1,-27 29,56-54,1 1,0-1,0 1,0-1,0 1,1 0,-1 0,1 0,-1 0,1 0,0 2,1-4,0 0,0 0,0 0,0 0,0 0,1 1,-1-1,0 0,1 0,-1 0,1 0,-1 0,1-1,0 1,-1 0,1 0,0 0,-1 0,1-1,0 1,0 0,0-1,0 1,0 0,0-1,0 1,0-1,0 0,0 1,0-1,0 0,0 0,0 1,1-1,16 5,5 1,0 2,-1 0,18 10,-35-16,1 1,-1 0,0 1,0-1,-1 1,1 0,-1 0,0 1,0-1,0 1,0 0,-1 0,0 0,0 0,0 0,-1 1,1 3,-2-6,0 0,0 1,-1-1,1 1,-1-1,0 0,0 1,0-1,0 1,-1-1,0 0,1 1,-1-1,0 0,-1 0,1 1,-1-1,0 2,-1-1,0 0,-1 0,1 0,0 0,-1-1,0 1,0-1,0 0,-5 2,-1 1,-1 0,-1-1,1-1,-1 0,1 0,-1-1,0-1,-1 0,-3 0,-4-1,0-2,0 0,1 0,-1-2,0-1,1 0,-12-5,16 4,-1-1,2 0,-1-1,1-1,0 0,0-1,1 0,0-1,-7-8,14 11</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28.096"/>
    </inkml:context>
    <inkml:brush xml:id="br0">
      <inkml:brushProperty name="width" value="0.05" units="cm"/>
      <inkml:brushProperty name="height" value="0.05" units="cm"/>
      <inkml:brushProperty name="ignorePressure" value="1"/>
    </inkml:brush>
  </inkml:definitions>
  <inkml:trace contextRef="#ctx0" brushRef="#br0">0 0,'0'0,"0"0,5 5,7 6,4 9,5 7,3 5,1 4,2 0,0-3,0-3,-1-6,-5-7,-6-6,-6-5,-4-4</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28.450"/>
    </inkml:context>
    <inkml:brush xml:id="br0">
      <inkml:brushProperty name="width" value="0.05" units="cm"/>
      <inkml:brushProperty name="height" value="0.05" units="cm"/>
      <inkml:brushProperty name="ignorePressure" value="1"/>
    </inkml:brush>
  </inkml:definitions>
  <inkml:trace contextRef="#ctx0" brushRef="#br0">258 1,'0'0,"-5"6,-8 10,-10 10,-6 9,-4 4,-2 1,1-3,3-7,8-10,6-7,8-6,4-5</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29.049"/>
    </inkml:context>
    <inkml:brush xml:id="br0">
      <inkml:brushProperty name="width" value="0.05" units="cm"/>
      <inkml:brushProperty name="height" value="0.05" units="cm"/>
      <inkml:brushProperty name="ignorePressure" value="1"/>
    </inkml:brush>
  </inkml:definitions>
  <inkml:trace contextRef="#ctx0" brushRef="#br0">47 293,'25'-62,"-18"43,1 0,1 0,1 1,2-3,-2 5,2 1,0 0,1 0,12-9,-19 19,-1 0,1 0,1 0,-1 1,1 0,0 0,0 1,0 0,0 0,0 1,1 0,-1 0,3 0,-7 2,0 0,-1 0,1 0,0 0,-1 0,1 1,0-1,-1 1,1 0,-1-1,1 1,-1 0,0 1,1-1,-1 0,0 1,0-1,2 3,-1-1,0 0,0 0,-1 1,0-1,0 1,0-1,0 1,0 0,-1 0,1 0,-1 2,2 4,-2-1,1 1,-1 0,-1-1,0 1,0 0,-1 0,0-1,-1 1,0 1,-1-2,-1 0,0 0,0-1,-1 1,0-1,0 0,-1 0,0-1,0 0,-1 0,0 0,0-1,-1 0,0 0,0-1,0 0,-1 0,-5 2,0 0,0-1,-1-1,1 0,-1 0,-1-2,1 0,0-1,-1 0,-2-1,12-1,0 0,0-1,0 0,0 0,1 0,-1-1,-5-1,9 2,0 0,0 0,0 0,0 0,0 0,1 0,-1 0,0-1,1 1,-1-1,1 1,-1-1,1 0,0 1,-1-1,1 0,0 0,0 0,0 0,1 0,-1 0,0-1,1-4</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29.464"/>
    </inkml:context>
    <inkml:brush xml:id="br0">
      <inkml:brushProperty name="width" value="0.05" units="cm"/>
      <inkml:brushProperty name="height" value="0.05" units="cm"/>
      <inkml:brushProperty name="ignorePressure" value="1"/>
    </inkml:brush>
  </inkml:definitions>
  <inkml:trace contextRef="#ctx0" brushRef="#br0">1 1,'0'0,"0"0,2 8,1 12,2 11,1 13,1 12,-1 9,-1 5,-3-1,-2-3,-3-7,-1-9,-1-11,1-11,0-11,2-9,0-4</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38.666"/>
    </inkml:context>
    <inkml:brush xml:id="br0">
      <inkml:brushProperty name="width" value="0.05" units="cm"/>
      <inkml:brushProperty name="height" value="0.05" units="cm"/>
      <inkml:brushProperty name="ignorePressure" value="1"/>
    </inkml:brush>
  </inkml:definitions>
  <inkml:trace contextRef="#ctx0" brushRef="#br0">9 4,'-6'-3,"4"6,8 13,16 25,2-4,1 0,24 24,-33-42,2 0,0-2,1 0,1-1,12 7,-25-19</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39.014"/>
    </inkml:context>
    <inkml:brush xml:id="br0">
      <inkml:brushProperty name="width" value="0.05" units="cm"/>
      <inkml:brushProperty name="height" value="0.05" units="cm"/>
      <inkml:brushProperty name="ignorePressure" value="1"/>
    </inkml:brush>
  </inkml:definitions>
  <inkml:trace contextRef="#ctx0" brushRef="#br0">295 1,'0'0,"0"0,-11 6,-13 9,-10 9,-8 8,-2 5,2 2,6-6,9-8,8-8,8-8,6-4</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39.698"/>
    </inkml:context>
    <inkml:brush xml:id="br0">
      <inkml:brushProperty name="width" value="0.05" units="cm"/>
      <inkml:brushProperty name="height" value="0.05" units="cm"/>
      <inkml:brushProperty name="ignorePressure" value="1"/>
    </inkml:brush>
  </inkml:definitions>
  <inkml:trace contextRef="#ctx0" brushRef="#br0">0 0,'13'143,"-5"81,2 37,-9-247,-1-7,0 1,1-1,0 1,1-1,0 1,0 1,-2-9,0 0,1 1,-1-1,0 0,0 0,0 0,0 1,0-1,0 0,0 0,0 0,0 1,1-1,-1 0,0 0,0 0,0 0,0 0,1 1,-1-1,0 0,0 0,0 0,1 0,-1 0,0 0,0 0,0 0,1 0,-1 0,0 0,0 0,0 0,1 0,-1 0,0 0,0 0,0 0,1 0,-1 0,0 0,0 0,1 0,7-10,6-17,-13 26,25-62,25-50,-42 93,2 1,1 1,0 0,9-9,-17 22,0 1,0 0,0-1,1 2,-1-1,1 1,0-1,0 1,0 0,1 1,-1 0,0-1,1 2,0-1,-1 1,1 0,0 0,0 0,2 1,-2 0,-1 1,1 0,0 0,-1 0,1 1,-1 0,1 0,-1 0,0 1,0 0,0 0,0 0,-1 0,1 1,-1 0,0 0,0 0,0 0,2 5,6 8,0 0,-2 1,0 1,-1-1,-1 2,-1-1,2 10,-6-18</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41.745"/>
    </inkml:context>
    <inkml:brush xml:id="br0">
      <inkml:brushProperty name="width" value="0.05" units="cm"/>
      <inkml:brushProperty name="height" value="0.05" units="cm"/>
      <inkml:brushProperty name="ignorePressure" value="1"/>
    </inkml:brush>
  </inkml:definitions>
  <inkml:trace contextRef="#ctx0" brushRef="#br0">0 0,'5'2,"2"1,6-1,11 0,13 1,12 1,8-2,3 0,-2-4,-9-1,-15 0,-11 0,-11 1</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42.086"/>
    </inkml:context>
    <inkml:brush xml:id="br0">
      <inkml:brushProperty name="width" value="0.05" units="cm"/>
      <inkml:brushProperty name="height" value="0.05" units="cm"/>
      <inkml:brushProperty name="ignorePressure" value="1"/>
    </inkml:brush>
  </inkml:definitions>
  <inkml:trace contextRef="#ctx0" brushRef="#br0">0 43,'0'0,"0"0,0 0,0 0,8 3,9 2,13-3,13-5,13-3,11-6,-4 1,-14 2,-15 2,-14 2</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42.450"/>
    </inkml:context>
    <inkml:brush xml:id="br0">
      <inkml:brushProperty name="width" value="0.05" units="cm"/>
      <inkml:brushProperty name="height" value="0.05" units="cm"/>
      <inkml:brushProperty name="ignorePressure" value="1"/>
    </inkml:brush>
  </inkml:definitions>
  <inkml:trace contextRef="#ctx0" brushRef="#br0">13 1,'0'0,"0"0,0 0,0 0,0 0,0 12,0 15,0 15,0 15,-1 14,-1 13,0 6,0 0,0-2,0-18,1-19,0-19,1-15</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42.830"/>
    </inkml:context>
    <inkml:brush xml:id="br0">
      <inkml:brushProperty name="width" value="0.05" units="cm"/>
      <inkml:brushProperty name="height" value="0.05" units="cm"/>
      <inkml:brushProperty name="ignorePressure" value="1"/>
    </inkml:brush>
  </inkml:definitions>
  <inkml:trace contextRef="#ctx0" brushRef="#br0">1 60,'0'0,"0"0,0 0,0 0,10 4,12 2,15-1,17-3,16-3,14-5,10-4,7-3,1-2,-17 3,-22 2,-22 4,-19 2</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43.452"/>
    </inkml:context>
    <inkml:brush xml:id="br0">
      <inkml:brushProperty name="width" value="0.05" units="cm"/>
      <inkml:brushProperty name="height" value="0.05" units="cm"/>
      <inkml:brushProperty name="ignorePressure" value="1"/>
    </inkml:brush>
  </inkml:definitions>
  <inkml:trace contextRef="#ctx0" brushRef="#br0">55 95,'27'-5,"-1"-1,0-1,17-9,27-7,-36 13,1 2,0 1,0 1,1 2,15 2,-47 1,0 1,-1 1,1-1,0 1,0-1,0 1,-1 0,1 1,0-1,-1 1,1-1,-1 1,2 1,-4-1,1-1,-1 0,0 0,-1 1,1-1,0 0,0 1,-1-1,1 1,0-1,-1 1,0-1,1 1,-1-1,0 1,0 0,0-1,0 1,0-1,0 1,0 0,0-1,-1 1,1-1,-1 1,1-1,-1 1,1-1,-1 1,0-1,0 0,0 1,0-1,-7 13,-1-1,-1 1,0-2,-1 0,0 0,-2 1,-32 27,-2-2,18-14,5-6,13-10,1 0,0 1,0 0,1 1,-2 2,11-12,-1 1,1-1,-1 1,1-1,0 1,-1-1,1 1,0-1,0 1,-1 0,1-1,0 1,0 0,0-1,0 1,0-1,0 1,0 0,0-1,0 1,0 0,0-1,0 1,0-1,0 1,1 0,-1-1,0 1,1-1,-1 1,0-1,1 1,-1-1,0 1,1-1,-1 1,1-1,-1 1,1-1,-1 0,1 1,-1-1,1 0,-1 1,1-1,0 0,-1 0,1 1,-1-1,1 0,0 0,40 8,-33-7,-2 0,24 4,-1 0,29 11,-51-14,0 0,0 1,-1 0,1 0,-1 1,1 0,-1 0,0 0,-1 1,1 0,-1 0,0 0,0 0,-1 1,1 1,-4-6,0 1,0 0,0-1,-1 1,1 0,-1 0,1-1,-1 1,1 0,-1 0,0 0,0-1,0 1,0 0,0 0,-1 0,1 0,0-1,-1 1,1 0,-1 0,0-1,0 1,1 0,-1-1,0 1,0-1,-1 1,1-1,0 0,0 1,-1-1,1 0,-1 0,1 0,-6 4,-1 0,0 0,1-1,-1 0,-1-1,-7 3,-17 4,-1-2,0-1,0-1,0-2,-10-1,-19-2,0-2,-28-6,71 5</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44.061"/>
    </inkml:context>
    <inkml:brush xml:id="br0">
      <inkml:brushProperty name="width" value="0.05" units="cm"/>
      <inkml:brushProperty name="height" value="0.05" units="cm"/>
      <inkml:brushProperty name="ignorePressure" value="1"/>
    </inkml:brush>
  </inkml:definitions>
  <inkml:trace contextRef="#ctx0" brushRef="#br0">1 0,'0'0,"0"0,7 5,9 5,8 8,7 7,4 7,1 7,-1 3,-2 1,-4-2,-3 1,-6-6,-7-9,-5-10,-4-7</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44.396"/>
    </inkml:context>
    <inkml:brush xml:id="br0">
      <inkml:brushProperty name="width" value="0.05" units="cm"/>
      <inkml:brushProperty name="height" value="0.05" units="cm"/>
      <inkml:brushProperty name="ignorePressure" value="1"/>
    </inkml:brush>
  </inkml:definitions>
  <inkml:trace contextRef="#ctx0" brushRef="#br0">297 0,'0'0,"-5"3,-7 3,-9 8,-8 8,-7 10,-7 8,-3 5,5-5,10-10,11-9,8-9</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52.785"/>
    </inkml:context>
    <inkml:brush xml:id="br0">
      <inkml:brushProperty name="width" value="0.05" units="cm"/>
      <inkml:brushProperty name="height" value="0.05" units="cm"/>
      <inkml:brushProperty name="ignorePressure" value="1"/>
    </inkml:brush>
  </inkml:definitions>
  <inkml:trace contextRef="#ctx0" brushRef="#br0">108 300,'-7'-13,"1"1,1-2,0 1,0 0,1-1,1-1,2 10,0 0,1-1,0 1,0 0,0-1,0 1,1 0,0 0,0-1,1 1,0 0,-1 0,1 0,1 0,-1 1,1-1,2-3,3-1,0-1,1 1,0 1,1-1,0 1,0 1,0 0,1 1,0 0,11-5,-14 7,1 1,0 0,0 0,-1 1,2 0,-1 0,0 1,0 0,0 1,0 0,1 1,-1-1,0 2,0-1,2 2,-7-2,0 1,0 0,0 0,0 0,0 0,0 0,-1 1,1 0,-1 0,0 0,0 0,0 0,0 1,0 0,1 2,0 1,-1-1,0 1,-1 0,1 1,-1-1,0 0,-1 0,0 1,0 0,0 15,-1-1,-2 1,0-1,-1 0,-5 20,-4 7,-1 0,-3 0,-16 31,19-52,-1-1,-1 0,-1-1,-1-1,-2-1,-17 19,26-33,0-1,-1-1,0 0,0 0,0-1,-1 0,0-1,-7 2,15-6,0-1,-1 0,1 0,0 0,-1 0,1-1,-1 1,0-1,1 0,-1-1,1 1,-3-1,4 0,1 0,-1 0,0 0,1-1,-1 1,1-1,-1 1,1-1,0 0,0 0,0 0,0 0,0 0,0 0,0-1,1 1,-1-1,1 1,0-1,-1-1,0 1,1-1,0 1,0 0,0-1,0 1,1-1,-1 1,1-1,0 1,0-1,0 1,1-1,-1 1,1-1,0 1,0-1,0 1,0 0,0-1,1 1,0 0,-1 0,1 0,0 0,1 1,-1-1,0 0,1 1,1-1,1-2,0 1,1 0,0 0,0 1,0 0,0 0,0 0,1 1,-1 0,1 0,0 1,0-1,-1 1,7 1,1 0,0 1,0 1,0 0,-1 1,1 0,-1 1,0 1,0 0,1 1,29 16,41 28,-40-23,13 4,-18-13,-30-15</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53.127"/>
    </inkml:context>
    <inkml:brush xml:id="br0">
      <inkml:brushProperty name="width" value="0.05" units="cm"/>
      <inkml:brushProperty name="height" value="0.05" units="cm"/>
      <inkml:brushProperty name="ignorePressure" value="1"/>
    </inkml:brush>
  </inkml:definitions>
  <inkml:trace contextRef="#ctx0" brushRef="#br0">1 1,'0'0,"0"0,5 8,6 8,6 10,5 7,5 2,3 0,3-2,1-6,-1-7,-6-7,-8-5,-6-4,-7-4</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53.463"/>
    </inkml:context>
    <inkml:brush xml:id="br0">
      <inkml:brushProperty name="width" value="0.05" units="cm"/>
      <inkml:brushProperty name="height" value="0.05" units="cm"/>
      <inkml:brushProperty name="ignorePressure" value="1"/>
    </inkml:brush>
  </inkml:definitions>
  <inkml:trace contextRef="#ctx0" brushRef="#br0">261 0,'0'0,"0"0,-9 7,-11 9,-8 9,-7 9,-2 4,1 2,2-2,8-8,8-9,7-8,5-6</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53.848"/>
    </inkml:context>
    <inkml:brush xml:id="br0">
      <inkml:brushProperty name="width" value="0.05" units="cm"/>
      <inkml:brushProperty name="height" value="0.05" units="cm"/>
      <inkml:brushProperty name="ignorePressure" value="1"/>
    </inkml:brush>
  </inkml:definitions>
  <inkml:trace contextRef="#ctx0" brushRef="#br0">35 314,'19'-47,"3"0,17-27,-31 60,1 0,1 1,0 0,0 1,1 0,1 0,0 1,1 1,0 0,3-1,-13 9,-1 1,1-1,0 1,0-1,0 1,0 0,0 0,0 0,0 1,0-1,0 1,0 0,0 0,1 0,-1 0,0 0,0 1,0-1,0 1,0 0,3 1,-3 0,1 0,-1 0,0 1,0-1,0 1,0 0,0 0,0 0,-1 0,0 1,1-1,-1 1,0-1,-1 1,1 0,0 3,5 16,-1 0,0 0,-2 1,-1-1,-1 1,-2-1,0 12,-3 19,-2 1,-10 37,8-53,-3 0,-1-1,-2 0,-6 8,11-26,-1-2,-1 1,-1-2,-1 1,0-2,-1 1,-1-2,-14 14,22-25,1 1,0-1,-1-1,0 1,1-1,-2 0,1 0,0 0,0-1,-1 0,1-1,-1 1,0-1,-1 0,5-1,0 0,0-1,-1 1,1-1,0 1,0-1,-1 0,1 0,0 0,0-1,0 1,0-1,0 1,1-1,-1 0,0 0,1 0,0-1,-1 1,1-1,0 1,0-1,0 0,1 1,-1-1,1 0,-1 0,1 0,0-2,-2-1,1 0,1 0,-1 0,1 0,0 0,0 0,1 0,0-1,0 1,0 0,1 0,0-1,0 1,0 0,1 0,0 0,0 1,1-1,0 0,0 1,0-1,0 1,1 0,1-1,0 0,1 0,-1 1,1 0,0 0,1 1,-1 0,1 0,0 0,0 1,0 0,0 0,1 1,-1 0,1 0,-1 0,1 1,3 0,8 1,0 1,0 0,-1 2,1 0,-1 1,0 0,0 2,0 0,4 3,37 18,55 34,-98-51,2 0,-8-4</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54.181"/>
    </inkml:context>
    <inkml:brush xml:id="br0">
      <inkml:brushProperty name="width" value="0.05" units="cm"/>
      <inkml:brushProperty name="height" value="0.05" units="cm"/>
      <inkml:brushProperty name="ignorePressure" value="1"/>
    </inkml:brush>
  </inkml:definitions>
  <inkml:trace contextRef="#ctx0" brushRef="#br0">1 1,'0'0,"6"3,12 5,11 5,10 7,4 3,1 3,-1 1,-4-3,-4-4,-8-4,-9-7,-7-3,-6-4</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54.518"/>
    </inkml:context>
    <inkml:brush xml:id="br0">
      <inkml:brushProperty name="width" value="0.05" units="cm"/>
      <inkml:brushProperty name="height" value="0.05" units="cm"/>
      <inkml:brushProperty name="ignorePressure" value="1"/>
    </inkml:brush>
  </inkml:definitions>
  <inkml:trace contextRef="#ctx0" brushRef="#br0">309 1,'0'0,"-5"5,-10 9,-10 17,-10 18,-11 15,-8 8,5-9,11-13,12-17,10-14</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2:58.963"/>
    </inkml:context>
    <inkml:brush xml:id="br0">
      <inkml:brushProperty name="width" value="0.05" units="cm"/>
      <inkml:brushProperty name="height" value="0.05" units="cm"/>
      <inkml:brushProperty name="ignorePressure" value="1"/>
    </inkml:brush>
  </inkml:definitions>
  <inkml:trace contextRef="#ctx0" brushRef="#br0">2 92,'0'0,"0"0,0 0,0 0,0 0,0 0,0-1,-1 1,1 0,0 0,0 0,0-1,0 1,0 0,0 0,0 0,0-1,0 1,0 0,0 0,0 0,0-1,0 1,0 0,0 0,0 0,0-1,0 1,0 0,0 0,0 0,0-1,0 1,1 0,-1 0,0 0,0 0,0-1,0 1,0 0,1 0,10-8,22-6,-29 12,38-14,0 2,35-6,-60 16,1 2,-1-1,0 2,1 0,-1 1,1 1,-1 1,11 2,-24-3,-1-1,0 1,0 0,0 0,0 0,0 1,0-1,0 1,0 0,-1-1,1 1,-1 0,1 1,-1-1,0 0,0 1,0-1,2 3,-3-2,0-1,0 1,-1 0,1-1,-1 1,1 0,-1-1,0 1,0 0,0 0,0-1,-1 1,1 0,-1-1,0 1,1 0,-1-1,0 1,-1-1,1 1,0-1,-1 1,-7 11,0-2,0 1,-1-1,-1-1,-9 9,-63 50,52-46,-7 5,22-18,1 0,1 1,0 1,0 0,-7 11,21-24,0 0,-1 1,1-1,-1 1,1-1,0 1,-1 0,1-1,0 1,0-1,0 1,-1-1,1 1,0 0,0-1,0 1,0-1,0 1,0 0,0-1,0 1,0 0,0-1,1 1,-1-1,0 1,0-1,0 1,1 0,0 0,0-1,0 1,0 0,-1 0,1-1,0 1,0-1,0 1,0-1,0 1,1-1,-1 0,0 0,0 1,8 0,0 0,0 0,0 0,1-1,-3 0,39 1,-1 2,1 3,43 10,-74-13,0 2,0-1,0 2,-1 0,0 1,0 0,0 1,-1 1,0 0,-1 0,0 1,-1 1,5 6,-13-14,-1 0,1-1,-1 1,0 0,-1 1,1-1,0 0,-1 1,0-1,0 1,0-1,0 1,0-1,-1 1,1-1,-1 1,0 0,0-1,-1 1,0 0,0 0,0 0,-1 0,0 0,1 0,-1-1,-1 1,1 0,0-1,-1 0,0 0,0 0,0 0,0 0,0 0,-3 0,-30 21,-2-2,0-1,-1-3,-33 11,32-12,-200 79,219-88</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02.397"/>
    </inkml:context>
    <inkml:brush xml:id="br0">
      <inkml:brushProperty name="width" value="0.05" units="cm"/>
      <inkml:brushProperty name="height" value="0.05" units="cm"/>
      <inkml:brushProperty name="ignorePressure" value="1"/>
    </inkml:brush>
  </inkml:definitions>
  <inkml:trace contextRef="#ctx0" brushRef="#br0">4 1,'-1'3,"0"1,0-1,0 0,8-1,6-2,6 0,6 0,8 1,8-1,8-2,5 0,2 1,-9 0,-11 1,-13 0,-10 0</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04.418"/>
    </inkml:context>
    <inkml:brush xml:id="br0">
      <inkml:brushProperty name="width" value="0.05" units="cm"/>
      <inkml:brushProperty name="height" value="0.05" units="cm"/>
      <inkml:brushProperty name="ignorePressure" value="1"/>
    </inkml:brush>
  </inkml:definitions>
  <inkml:trace contextRef="#ctx0" brushRef="#br0">0 9,'0'0,"0"0,5 0,5 2,0 0,1-4,-1 0,-2-2,-4 2,-1 0</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05.009"/>
    </inkml:context>
    <inkml:brush xml:id="br0">
      <inkml:brushProperty name="width" value="0.05" units="cm"/>
      <inkml:brushProperty name="height" value="0.05" units="cm"/>
      <inkml:brushProperty name="ignorePressure" value="1"/>
    </inkml:brush>
  </inkml:definitions>
  <inkml:trace contextRef="#ctx0" brushRef="#br0">1 77,'30'-13,"1"2,0 1,1 1,0 2,0 1,1 2,0 1,0 1,8 2,61 2,-34 1,0-4,0-2,34-8,-96 9,-6 2</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05.980"/>
    </inkml:context>
    <inkml:brush xml:id="br0">
      <inkml:brushProperty name="width" value="0.05" units="cm"/>
      <inkml:brushProperty name="height" value="0.05" units="cm"/>
      <inkml:brushProperty name="ignorePressure" value="1"/>
    </inkml:brush>
  </inkml:definitions>
  <inkml:trace contextRef="#ctx0" brushRef="#br0">247 0,'1'1,"1"-1,-1 1,1 0,-1-1,1 1,-1 0,0 0,1 0,-1 0,0 0,0 1,0-1,0 0,0 0,0 1,0-1,0 1,0-1,-1 1,1 0,0 2,0 0,0 0,-1-1,1 1,-1 0,0 0,0 0,0 0,-1 0,-1 10,-1-1,-1 1,0-1,-4 9,-35 77,-36 54,26-51,28-56,9-15,0 0,-2 11,18-41,-1 0,1 0,-1 0,1 0,0 1,0-1,0 0,-1 0,1 0,0 0,0 1,0-1,1 0,-1 0,0 0,0 0,1 0,-1 1,1-1,-1 0,1-1,0 1,-1 0,1-1,-1 1,1-1,0 1,0-1,-1 0,1 1,0-1,0 0,-1 1,1-1,0 0,0 0,0 1,0-1,6 0,0 0,0-1,0 1,0-1,6-2,-2 1,138-27,54-9,-154 32,-1 1,1 3,9 2,-40 1,-9 0</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06.329"/>
    </inkml:context>
    <inkml:brush xml:id="br0">
      <inkml:brushProperty name="width" value="0.05" units="cm"/>
      <inkml:brushProperty name="height" value="0.05" units="cm"/>
      <inkml:brushProperty name="ignorePressure" value="1"/>
    </inkml:brush>
  </inkml:definitions>
  <inkml:trace contextRef="#ctx0" brushRef="#br0">66 1,'10'130,"-6"1,-7 35,-29 257,27-368,-8 72,-12 43,23-163</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07.430"/>
    </inkml:context>
    <inkml:brush xml:id="br0">
      <inkml:brushProperty name="width" value="0.05" units="cm"/>
      <inkml:brushProperty name="height" value="0.05" units="cm"/>
      <inkml:brushProperty name="ignorePressure" value="1"/>
    </inkml:brush>
  </inkml:definitions>
  <inkml:trace contextRef="#ctx0" brushRef="#br0">374 183,'-3'-12,"0"0,-1 0,0 1,-1 0,0 0,0 0,-1 0,-1 1,0 0,0 0,-1 1,-1-1,5 6,-1-1,1 1,-1 1,0-1,-1 1,1-1,0 1,-1 1,0-1,1 1,-4 0,5 1,0 0,-1 0,1 1,0 0,-1 0,1 0,0 0,-1 1,1 0,0 0,0 0,-1 0,1 1,0-1,0 1,1 0,-2 1,-4 3,0 0,1 1,0 0,0 1,0 0,1 0,0 1,0 0,1 0,1 0,-5 10,-1 4,1 1,0 1,2 0,-1 12,2-8,2 1,1 0,2 0,1 0,1 1,2 11,0-19,2 1,0-1,1 0,2 0,0-1,1 1,2-2,4 9,-9-20,1-1,0 0,0 0,1-1,0 0,1 0,5 4,-10-9,1 0,0 0,0-1,-1 0,2 1,-1-2,0 1,0 0,0-1,1 0,-1 0,1 0,-1 0,1-1,-1 1,1-1,0 0,-1-1,1 0,4-1,1-1,-2 0,1 0,0-1,-1 0,1-1,-1 0,0 0,-1-1,1 0,-1 0,5-7,-2 1</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08.146"/>
    </inkml:context>
    <inkml:brush xml:id="br0">
      <inkml:brushProperty name="width" value="0.05" units="cm"/>
      <inkml:brushProperty name="height" value="0.05" units="cm"/>
      <inkml:brushProperty name="ignorePressure" value="1"/>
    </inkml:brush>
  </inkml:definitions>
  <inkml:trace contextRef="#ctx0" brushRef="#br0">1 78,'8'170,"-9"96,-1-150,-1 10,5-157,2 0,0 0,4-4,26-106,-12 63,3 1,4 1,3 1,24-39,-53 110,20-33,-22 35,1-1,0 1,0 0,0 0,0 0,0 0,1 0,-1 1,0-1,1 0,2 0,-4 2,-1-1,1 1,0 0,0 0,0 0,-1 0,1 0,0 0,0 0,0 0,0 0,-1 0,1 0,0 1,0-1,-1 0,1 0,0 1,0-1,-1 1,1-1,0 0,-1 1,1 0,-1-1,1 1,0-1,-1 1,1 0,-1-1,0 1,1 0,10 28,-5-2,-1 0,-1 1,-2 0,0 17,-8 118,4-117,-9 107,12-140,4-14,6-21,-9 18,31-65,9-20,4 3,15-19,-56 98,-1 0,1 0,1 1,0 0,0 0,0 0,2-1,-7 6,1 0,-1 0,0 1,0-1,0 0,1 1,-1-1,0 1,0 0,1 0,-1-1,0 1,1 0,-1 0,0 0,1 0,-1 0,0 0,2 1,-2 0,1 0,0 0,-1 0,1 0,-1 0,1 0,-1 0,1 1,-1-1,0 1,0-1,0 1,0-1,0 1,0 0,0 0,0-1,-1 1,7 15,-1 0,-1 0,-1 1,0-1,-2 1,1 3,1 45,-2 1,-1-48,-1 85,-10 89,8-177</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08.950"/>
    </inkml:context>
    <inkml:brush xml:id="br0">
      <inkml:brushProperty name="width" value="0.05" units="cm"/>
      <inkml:brushProperty name="height" value="0.05" units="cm"/>
      <inkml:brushProperty name="ignorePressure" value="1"/>
    </inkml:brush>
  </inkml:definitions>
  <inkml:trace contextRef="#ctx0" brushRef="#br0">107 0,'9'3,"-1"0,1 0,0 1,-1 0,1 0,-1 1,-1 0,6 3,-11-6,0 1,1-1,-1 0,0 0,0 1,0-1,0 1,-1 0,1 0,-1-1,0 1,0 0,0 0,0 0,0 0,0 0,-1 1,0-1,1 0,-1 0,0 0,-1 0,1 0,0 1,-1-1,0 2,-4 7,1 0,-1 0,-1-1,0 1,0-1,-1-1,-1 1,-5 5,-17 17,-29 25,39-39,20-19,0 0,-1 0,1 0,0 0,0 0,0 1,0-1,0 0,-1 0,1 0,0 0,0 0,0 0,0 1,0-1,0 0,-1 0,1 0,0 0,0 0,0 1,0-1,0 0,0 0,0 0,0 1,0-1,0 0,0 0,0 0,0 0,0 1,0-1,0 0,0 0,0 0,0 0,0 1,0-1,1 0,-1 0,0 0,0 0,0 0,0 1,11 0,25-5,-24 2,11-1,-1 1,1 1,0 1,0 1,0 1,2 1,-20-2,1 0,-1 1,1 0,-1 0,0 0,0 1,0-1,0 1,0 0,-1 1,1-1,0 2,-2-1,0-1,0 1,-1 0,1 0,-1 0,0 0,0 0,0 1,-1-1,0 0,1 1,-1-1,-1 1,1 0,-1-1,0 5,0-3,0 0,0 1,-1-1,0 1,0-1,-1 0,0 0,0 0,0 0,-1 0,1 0,-1-1,-1 1,1-1,-1 0,-1 1,-1 1,-1-1,0 0,0 0,0 0,-1-1,0 0,0-1,0 0,-1 0,-5 2,-3-1,0 0,-1-1,1-1,-1-1,0 0,1-1,-1-1,0-1,0 0,1-2,-10-1,16 0</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17.864"/>
    </inkml:context>
    <inkml:brush xml:id="br0">
      <inkml:brushProperty name="width" value="0.05" units="cm"/>
      <inkml:brushProperty name="height" value="0.05" units="cm"/>
      <inkml:brushProperty name="ignorePressure" value="1"/>
    </inkml:brush>
  </inkml:definitions>
  <inkml:trace contextRef="#ctx0" brushRef="#br0">1 314,'76'374,"-52"-239,-6-39,10 57,34 103,-60-252,1 9,1-1,0 1,1-1,0-1,1 1,0-1,1 1,2 1,-8-13,-1 1,1 0,-1-1,1 1,0 0,-1-1,1 1,0 0,-1-1,1 1,0-1,0 1,0-1,-1 0,1 1,0-1,0 0,0 0,0 0,1 1,-2-2,1 1,0 0,-1 0,1 0,-1-1,1 1,-1-1,1 1,-1 0,1-1,-1 1,1-1,-1 1,1-1,-1 1,1-1,-1 1,0-1,0 1,1-1,-1 0,2-5,0 0,0 0,-1 0,0 0,0-4,10-133,-6-53,-2 68,0 10,9-240,20 2,-29 335,-3 14,0 0,1 0,0 0,1 0,0 0,0 1,0-1,1 0,-1 1,4-4,-6 9,0 1,0 0,0 0,0 0,0 0,0 0,0 0,1 0,-1-1,0 1,0 0,0 0,0 0,0 0,0 0,1 0,-1 0,0 0,0 0,0 0,0 0,0 0,0 0,1 0,-1 0,0 0,0 0,0 0,0 0,0 0,1 0,-1 0,0 0,0 0,0 0,0 0,0 0,1 0,-1 0,0 1,0-1,0 0,0 0,0 0,0 0,0 0,5 10,0 9,-4-10,0-2</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18.330"/>
    </inkml:context>
    <inkml:brush xml:id="br0">
      <inkml:brushProperty name="width" value="0.05" units="cm"/>
      <inkml:brushProperty name="height" value="0.05" units="cm"/>
      <inkml:brushProperty name="ignorePressure" value="1"/>
    </inkml:brush>
  </inkml:definitions>
  <inkml:trace contextRef="#ctx0" brushRef="#br0">0 10,'0'0,"0"0,10 2,11 1,13 2,10 0,6-1,2-1,1-1,-2-4,-2-2,-3-3,-10 0,-10 1,-10 1,-7 2</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18.683"/>
    </inkml:context>
    <inkml:brush xml:id="br0">
      <inkml:brushProperty name="width" value="0.05" units="cm"/>
      <inkml:brushProperty name="height" value="0.05" units="cm"/>
      <inkml:brushProperty name="ignorePressure" value="1"/>
    </inkml:brush>
  </inkml:definitions>
  <inkml:trace contextRef="#ctx0" brushRef="#br0">0 89,'0'0,"5"0,11-2,14-1,12-2,11-2,7-4,6-5,-8 0,-13 3,-16 3,-11 4</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19.583"/>
    </inkml:context>
    <inkml:brush xml:id="br0">
      <inkml:brushProperty name="width" value="0.05" units="cm"/>
      <inkml:brushProperty name="height" value="0.05" units="cm"/>
      <inkml:brushProperty name="ignorePressure" value="1"/>
    </inkml:brush>
  </inkml:definitions>
  <inkml:trace contextRef="#ctx0" brushRef="#br0">0 0,'0'0,"0"0,2 12,1 17,2 21,1 21,0 16,0 10,-1 8,1 1,-1-4,1-8,-1-19,-1-23,-2-20,0-16</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19.961"/>
    </inkml:context>
    <inkml:brush xml:id="br0">
      <inkml:brushProperty name="width" value="0.05" units="cm"/>
      <inkml:brushProperty name="height" value="0.05" units="cm"/>
      <inkml:brushProperty name="ignorePressure" value="1"/>
    </inkml:brush>
  </inkml:definitions>
  <inkml:trace contextRef="#ctx0" brushRef="#br0">0 206,'0'0,"0"0,9-1,15-1,15-3,16-3,14-6,13-4,9-5,7-2,4 0,-2 2,-7 3,-6 4,-20 4,-19 4,-20 4,-13 2</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20.596"/>
    </inkml:context>
    <inkml:brush xml:id="br0">
      <inkml:brushProperty name="width" value="0.05" units="cm"/>
      <inkml:brushProperty name="height" value="0.05" units="cm"/>
      <inkml:brushProperty name="ignorePressure" value="1"/>
    </inkml:brush>
  </inkml:definitions>
  <inkml:trace contextRef="#ctx0" brushRef="#br0">136 72,'18'1,"-1"-1,1-1,0 0,-1-2,1 0,-1-1,13-4,12-2,9-2,65-12,-99 21,1 1,0 1,0 1,0 0,6 2,-22-2,0 0,1 0,-1 0,0 1,1-1,-1 1,0 0,0 0,0 0,0 0,1 0,-1 0,0 0,-1 0,1 1,0-1,0 1,-1 0,1-1,-1 1,1 0,-1 0,1 0,-2 1,1 0,0 0,-1 0,1 0,-1-1,0 1,0 0,0 0,0 0,-1 0,1 0,-1 0,1-1,-1 1,0 0,-1 0,-4 11,-1 0,-1 0,0-1,0-1,-2 1,-3 3,-22 22,-17 12,15-14,-9 14,44-49,1 0,0 0,0 1,0-1,0 1,0-1,0 1,0-1,0 1,0-1,1 1,-1 0,1 0,-1-1,1 1,0 0,0 0,0-1,0 1,0 0,0 0,0 0,1 0,0 0,1 0,-1 1,0-1,1 0,0 0,-1 0,1 0,0-1,0 1,0 0,0-1,0 0,3 2,23 15,-3-3,0 1,-1 2,-1 0,2 5,-20-19,0 1,0 1,0-1,-1 1,0 0,0 0,0 0,-1 0,0 1,0 0,-1-1,0 1,0 0,0 0,-1 0,0 0,0 0,-1 1,0 1,0-6,-1 0,1 0,-1 0,1 0,-1 0,0 0,0 0,-1 0,1 0,0 0,-1-1,0 1,0-1,0 1,0-1,0 0,0 0,-2 2,-1-1,0 0,1 0,-1-1,0 0,0 0,0 0,-1 0,1-1,0 0,-3 0,-11 1,-1-1,1-1,0-1,-1-1,-12-2,-20-7,1-1,0-3,1-2,1-2,0-2,2-2,-14-11,41 22</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21.415"/>
    </inkml:context>
    <inkml:brush xml:id="br0">
      <inkml:brushProperty name="width" value="0.05" units="cm"/>
      <inkml:brushProperty name="height" value="0.05" units="cm"/>
      <inkml:brushProperty name="ignorePressure" value="1"/>
    </inkml:brush>
  </inkml:definitions>
  <inkml:trace contextRef="#ctx0" brushRef="#br0">0 0,'0'0,"0"0,0 0,7 1,6 3,5 7,5 8,4 10,8 9,5 9,3 8,2 6,-1 0,-5-3,-8-12,-9-14,-9-12,-6-9</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21.767"/>
    </inkml:context>
    <inkml:brush xml:id="br0">
      <inkml:brushProperty name="width" value="0.05" units="cm"/>
      <inkml:brushProperty name="height" value="0.05" units="cm"/>
      <inkml:brushProperty name="ignorePressure" value="1"/>
    </inkml:brush>
  </inkml:definitions>
  <inkml:trace contextRef="#ctx0" brushRef="#br0">337 0,'0'0,"0"0,-6 14,-9 15,-10 12,-10 12,-6 9,-3 4,0-1,4-6,7-8,8-14,9-13,7-10,5-8</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22.362"/>
    </inkml:context>
    <inkml:brush xml:id="br0">
      <inkml:brushProperty name="width" value="0.05" units="cm"/>
      <inkml:brushProperty name="height" value="0.05" units="cm"/>
      <inkml:brushProperty name="ignorePressure" value="1"/>
    </inkml:brush>
  </inkml:definitions>
  <inkml:trace contextRef="#ctx0" brushRef="#br0">19 1,'-6'446,"-3"52,7-468,1-20,1-12,3-30,1 0,2 0,1 1,1 0,2 0,1 1,2 1,1-1,1 2,1 0,18-23,-23 37,0 0,1 0,1 1,0 1,1 0,0 1,0 0,1 2,1-1,7-2,-17 9,1 0,-1 0,1 1,0 0,0 0,0 1,0-1,0 2,0-1,0 1,1 0,-1 0,0 1,0 0,0 0,0 1,0 0,0 0,0 1,-1-1,1 1,-1 1,0-1,0 1,0 1,0-1,0 2,-1-2,0 0,-1 1,0 0,0 0,0 0,-1 1,0-1,0 1,0 0,-1 0,1 0,-2 0,1 0,0 0,-1 0,-1 1,1-1,-1 0,0 1,0-1,0 1,-1-1,0 0,-2 6,-1 1,-1 1,0-1,-1 0,0 0,-1-1,0 0,-1 0,-1-1,0 0,-9 9,-11 7,-1-1,-2-2,-1-1,0-1,-2-2,0-1,-1-2,-1-1,0-2,-3-2,18-5,10-5</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22.711"/>
    </inkml:context>
    <inkml:brush xml:id="br0">
      <inkml:brushProperty name="width" value="0.05" units="cm"/>
      <inkml:brushProperty name="height" value="0.05" units="cm"/>
      <inkml:brushProperty name="ignorePressure" value="1"/>
    </inkml:brush>
  </inkml:definitions>
  <inkml:trace contextRef="#ctx0" brushRef="#br0">1 0,'0'0,"0"0,4 5,6 6,5 7,6 8,6 8,5 8,4 7,3 5,1 0,-1-4,-4-5,-7-11,-9-11,-8-10,-5-6</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23.066"/>
    </inkml:context>
    <inkml:brush xml:id="br0">
      <inkml:brushProperty name="width" value="0.05" units="cm"/>
      <inkml:brushProperty name="height" value="0.05" units="cm"/>
      <inkml:brushProperty name="ignorePressure" value="1"/>
    </inkml:brush>
  </inkml:definitions>
  <inkml:trace contextRef="#ctx0" brushRef="#br0">1 225,'0'0,"0"0,7-7,9-10,9-13,9-15,-1 0,-6 8,-8 11,-7 8</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31.894"/>
    </inkml:context>
    <inkml:brush xml:id="br0">
      <inkml:brushProperty name="width" value="0.05" units="cm"/>
      <inkml:brushProperty name="height" value="0.05" units="cm"/>
      <inkml:brushProperty name="ignorePressure" value="1"/>
    </inkml:brush>
  </inkml:definitions>
  <inkml:trace contextRef="#ctx0" brushRef="#br0">236 49,'14'-18,"13"-13,-49 64,12-22,-96 119,83-97,1 0,1 2,-2 8,-26 66,54-129,-5 18</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3:32.950"/>
    </inkml:context>
    <inkml:brush xml:id="br0">
      <inkml:brushProperty name="width" value="0.05" units="cm"/>
      <inkml:brushProperty name="height" value="0.05" units="cm"/>
      <inkml:brushProperty name="ignorePressure" value="1"/>
    </inkml:brush>
  </inkml:definitions>
  <inkml:trace contextRef="#ctx0" brushRef="#br0">24 10,'-1'-10,"-3"14,-4 17,2 23,3-1,1 1,3-1,4 38,-1-17,3 73,23 385,-27-509,0-31,-3 17,11-72,3 1,10-23,-13 58,2 0,1 1,2 0,1 1,9-9,-23 38,1 0,0 0,0 1,1 0,0 0,0 0,0 0,0 1,5-3,-8 6,0 0,0 0,0 0,1 0,-1 0,0 1,0-1,0 1,1-1,-1 1,0 0,0 0,1 0,-1 0,0 1,0-1,1 0,-1 1,0 0,0-1,0 1,0 0,0 0,0 0,0 1,0-1,0 0,-1 1,1-1,1 2,4 5,0 0,-1 0,0 1,0-1,-1 1,0 1,0-1,-1 1,1 5,7 22,6 34,-18-68,11 45,-3 0,-1 0,-2 20,-5-57</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02.744"/>
    </inkml:context>
    <inkml:brush xml:id="br0">
      <inkml:brushProperty name="width" value="0.05" units="cm"/>
      <inkml:brushProperty name="height" value="0.05" units="cm"/>
      <inkml:brushProperty name="ignorePressure" value="1"/>
    </inkml:brush>
  </inkml:definitions>
  <inkml:trace contextRef="#ctx0" brushRef="#br0">6 0,'-3'9,"0"4,3-13,0 0,0 1,1-1,-1 1,0-1,0 0,0 1,0-1,1 0,-1 1,0-1,0 0,1 1,-1-1,0 0,1 0,-1 1,0-1,1 0,-1 0,0 0,1 0,-1 1,0-1,1 0,-1 0,1 0,-1 0,0 0,1 0,-1 0,1 0,78 8,49-3,-6-1,-101-3,-8 1,0-1,0-1,1 0,-1-1,8-2,-19 2</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03.077"/>
    </inkml:context>
    <inkml:brush xml:id="br0">
      <inkml:brushProperty name="width" value="0.05" units="cm"/>
      <inkml:brushProperty name="height" value="0.05" units="cm"/>
      <inkml:brushProperty name="ignorePressure" value="1"/>
    </inkml:brush>
  </inkml:definitions>
  <inkml:trace contextRef="#ctx0" brushRef="#br0">1 106,'0'0,"0"0,10-2,14-3,16-3,12-3,12-3,7-2,6 1,2 1,-13 5,-18 3,-16 2,-15 2</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03.967"/>
    </inkml:context>
    <inkml:brush xml:id="br0">
      <inkml:brushProperty name="width" value="0.05" units="cm"/>
      <inkml:brushProperty name="height" value="0.05" units="cm"/>
      <inkml:brushProperty name="ignorePressure" value="1"/>
    </inkml:brush>
  </inkml:definitions>
  <inkml:trace contextRef="#ctx0" brushRef="#br0">8 1,'0'0,"1"6,2 16,2 20,2 22,-1 22,-2 15,-3 8,-3-1,-3-9,-2-14,0-22,0-21,3-18,1-13</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04.364"/>
    </inkml:context>
    <inkml:brush xml:id="br0">
      <inkml:brushProperty name="width" value="0.05" units="cm"/>
      <inkml:brushProperty name="height" value="0.05" units="cm"/>
      <inkml:brushProperty name="ignorePressure" value="1"/>
    </inkml:brush>
  </inkml:definitions>
  <inkml:trace contextRef="#ctx0" brushRef="#br0">24 0,'-1'3,"-3"2,1 0,0 0,0 1,1-1,-1 1,1 0,0 1,2-5,0-1,0 1,0-1,0 0,0 1,0-1,0 1,0-1,1 1,-1-1,0 0,1 1,0-1,-1 0,1 1,0-1,-1 0,1 0,0 1,0-1,0 0,0 0,0 0,0 0,1 0,-1-1,0 1,0 0,1 0,-1-1,0 1,1-1,-1 1,15 5,0-1,0 0,0-1,0-1,17 1,89 3,-102-7,105 1,0-6,-1-6,-1-4,22-11,-119 21</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05.065"/>
    </inkml:context>
    <inkml:brush xml:id="br0">
      <inkml:brushProperty name="width" value="0.05" units="cm"/>
      <inkml:brushProperty name="height" value="0.05" units="cm"/>
      <inkml:brushProperty name="ignorePressure" value="1"/>
    </inkml:brush>
  </inkml:definitions>
  <inkml:trace contextRef="#ctx0" brushRef="#br0">184 8,'36'-4,"0"1,18 2,-44 2,0-1,0 1,0 1,0-1,-1 2,1 0,0 0,-1 0,0 1,0 1,2 1,-8-5,-1 1,0 0,1 0,-1 0,0 0,0 0,0 0,0 0,-1 1,1-1,-1 1,1 0,-1-1,0 1,0 0,0 0,0 1,0 1,-1 0,0-1,1 1,-2 0,1 0,-1-1,1 1,-1 0,-1-1,0 3,-4 10,-2-1,0 1,-1-1,0-1,-4 4,-36 47,-3-2,-45 42,72-80,23-23,-19 22,21-24,0-1,0 0,0 1,-1-1,1 1,0-1,0 0,0 1,0-1,0 1,0-1,0 1,0-1,0 1,0-1,0 0,0 1,0-1,0 1,0-1,0 1,0-1,1 1,-1-1,1 1,-1-1,1 0,0 1,-1-1,1 0,-1 0,1 1,0-1,-1 0,1 0,0 0,-1 0,1 0,0 0,-1 0,1 0,-1 0,1 0,0 0,27-4,-1 0,1-2,17-6,31-8,-45 14,0 1,0 1,0 2,28 1,-49 2,0 0,0 0,0 1,0 1,-1-1,1 2,-1-1,2 2,-6-2,0-1,0 2,-1-1,1 0,-1 1,0 0,0 0,0 0,0 1,0-1,-1 1,0 0,0 0,1 3,-2-4,0 1,-1-1,1 1,-1 0,0 0,0 0,-1 0,1 0,-1 0,0 0,0 0,-1 0,0 0,0 2,-1 1,-1 0,1-1,-2 1,1-1,-1 0,0 0,0 0,-5 4,-4 4,0 0,-1-1,-1 0,-1-2,0 1,-16 8,6-6,0-1,-2-1,1-2,-1 0,-1-2,1-1,-2-2,-8 1,12-3,-1-2,0 0,0-2,0-1,0-2,0 0,0-2,1 0,-8-4,12 0</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05.434"/>
    </inkml:context>
    <inkml:brush xml:id="br0">
      <inkml:brushProperty name="width" value="0.05" units="cm"/>
      <inkml:brushProperty name="height" value="0.05" units="cm"/>
      <inkml:brushProperty name="ignorePressure" value="1"/>
    </inkml:brush>
  </inkml:definitions>
  <inkml:trace contextRef="#ctx0" brushRef="#br0">0 1,'0'0,"0"0,0 0,9 4,9 8,8 9,8 11,4 8,1 6,-1 2,-4-1,-4-3,-7-7,-6-8,-6-11,-6-7,-2-5</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06.694"/>
    </inkml:context>
    <inkml:brush xml:id="br0">
      <inkml:brushProperty name="width" value="0.05" units="cm"/>
      <inkml:brushProperty name="height" value="0.05" units="cm"/>
      <inkml:brushProperty name="ignorePressure" value="1"/>
    </inkml:brush>
  </inkml:definitions>
  <inkml:trace contextRef="#ctx0" brushRef="#br0">337 0,'3'1,"4"3,-11 3,2-5,-105 141,-21 12,27-33,100-122,1 1,0-1,-1 0,1 0,0 1,0-1,-1 0,1 1,0-1,0 0,-1 1,1-1,0 1,0-1,0 0,0 1,0-1,0 1,-1-1,1 0,0 1,0-1,0 1,0-1,1 0,-1 1,0-1,0 1,0-1,12 2,-8-3</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07.777"/>
    </inkml:context>
    <inkml:brush xml:id="br0">
      <inkml:brushProperty name="width" value="0.05" units="cm"/>
      <inkml:brushProperty name="height" value="0.05" units="cm"/>
      <inkml:brushProperty name="ignorePressure" value="1"/>
    </inkml:brush>
  </inkml:definitions>
  <inkml:trace contextRef="#ctx0" brushRef="#br0">13 1,'1'1,"1"0,-1 0,1 0,-1 0,0 1,1-1,-1 1,0-1,0 1,0-1,0 1,0 0,0-1,-1 1,1 0,-1 0,1-1,-1 1,1 0,-1 1,5 47,-4-37,2 68,-2-1,-8 39,-23 160,26-243,3-28</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08.116"/>
    </inkml:context>
    <inkml:brush xml:id="br0">
      <inkml:brushProperty name="width" value="0.05" units="cm"/>
      <inkml:brushProperty name="height" value="0.05" units="cm"/>
      <inkml:brushProperty name="ignorePressure" value="1"/>
    </inkml:brush>
  </inkml:definitions>
  <inkml:trace contextRef="#ctx0" brushRef="#br0">0 0,'0'0,"1"6,0 13,0 17,0 18,1 13,-2 5,0-2,-1-6,0-15,1-16,-1-13,1-10</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08.520"/>
    </inkml:context>
    <inkml:brush xml:id="br0">
      <inkml:brushProperty name="width" value="0.05" units="cm"/>
      <inkml:brushProperty name="height" value="0.05" units="cm"/>
      <inkml:brushProperty name="ignorePressure" value="1"/>
    </inkml:brush>
  </inkml:definitions>
  <inkml:trace contextRef="#ctx0" brushRef="#br0">0 137,'102'0,"0"-4,-1-5,0-4,72-20,-155 29,4-1,0 0,6-4,-23 8,-1-1,1 0,-1 0,0 0,0-1,0 1,0-1,0 0,0 0,-1-1,1 1,-1-1,1 0,-4 3,0 1,1-1,-1 1,1-1,-1 0,0 1,1-1,-1 0,0 0,0 1,0-1,0 0,0 0,1 1,-1-1,0 0,-1 0,0-2</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09.043"/>
    </inkml:context>
    <inkml:brush xml:id="br0">
      <inkml:brushProperty name="width" value="0.05" units="cm"/>
      <inkml:brushProperty name="height" value="0.05" units="cm"/>
      <inkml:brushProperty name="ignorePressure" value="1"/>
    </inkml:brush>
  </inkml:definitions>
  <inkml:trace contextRef="#ctx0" brushRef="#br0">0 88,'10'15,"-2"-1,0 1,-1 0,0 1,-1-1,3 17,5 24,1 21,-9-43,-1-10,-1-6,-1 1,-1-1,0 9,-8-86,7 30,0 0,2 0,1 1,2 0,0 0,6-11,-7 24,0 0,2 0,-1 1,2 0,0 0,1 1,0 0,1 1,0-1,1 2,0 0,6-4,-11 10,0 1,0 0,1 0,-1 1,1 0,-1 0,1 0,0 1,0 0,1 0,-1 1,0 0,0 0,1 1,-1 0,1 0,-1 1,0-1,1 3,-5-1</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09.545"/>
    </inkml:context>
    <inkml:brush xml:id="br0">
      <inkml:brushProperty name="width" value="0.05" units="cm"/>
      <inkml:brushProperty name="height" value="0.05" units="cm"/>
      <inkml:brushProperty name="ignorePressure" value="1"/>
    </inkml:brush>
  </inkml:definitions>
  <inkml:trace contextRef="#ctx0" brushRef="#br0">1 120,'38'-23,"2"1,1 2,0 2,8 0,-44 15,1 1,0-1,-1 1,1 0,0 0,0 1,0 0,1 0,-1 0,0 1,0 0,0 0,0 0,2 1,-7 0,0-1,0 1,0 0,0-1,0 1,0 0,0 0,0 0,0 0,0 0,0 0,-1 0,1 0,0 0,-1 0,1 0,-1 0,1 0,-1 1,1-1,-1 0,0 0,0 1,0-1,1 0,-1 0,-1 1,1-1,0 0,0 0,0 1,-1-1,1 0,0 0,-1 1,0 0,-2 7,-1 1,1-1,-2 1,-1 0,6-9,-14 23,-1-1,-1 0,-1-1,0-1,-3 0,-100 94,119-114,0 0,-1 0,1 1,-1-1,1 0,0 1,-1-1,1 1,0 0,0-1,0 1,0 0,0 0,0 0,1-2,0 1,0-1,1 0,-1 0,0 1,0-1,0 0,0 0,0 1,0-1,0 0,1 0,-1 0,0 1,0-1,0 0,0 0,1 0,-1 0,0 1,0-1,0 0,1 0,-1 0,0 0,0 0,1 0,-1 0,0 0,0 0,1 0,17 1,55-12,-1-4,29-10,-79 19,-9 3</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09.884"/>
    </inkml:context>
    <inkml:brush xml:id="br0">
      <inkml:brushProperty name="width" value="0.05" units="cm"/>
      <inkml:brushProperty name="height" value="0.05" units="cm"/>
      <inkml:brushProperty name="ignorePressure" value="1"/>
    </inkml:brush>
  </inkml:definitions>
  <inkml:trace contextRef="#ctx0" brushRef="#br0">1 0,'0'0,"0"0,8 4,9 7,9 5,5 6,4 5,-1 4,-2 2,-4 2,-5-1,-7-6,-6-7,-4-8,-4-6</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0.228"/>
    </inkml:context>
    <inkml:brush xml:id="br0">
      <inkml:brushProperty name="width" value="0.05" units="cm"/>
      <inkml:brushProperty name="height" value="0.05" units="cm"/>
      <inkml:brushProperty name="ignorePressure" value="1"/>
    </inkml:brush>
  </inkml:definitions>
  <inkml:trace contextRef="#ctx0" brushRef="#br0">331 1,'0'0,"0"0,-9 10,-9 11,-11 12,-10 12,-6 7,-4 4,2-1,8-10,11-12,10-12,8-9</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0.631"/>
    </inkml:context>
    <inkml:brush xml:id="br0">
      <inkml:brushProperty name="width" value="0.05" units="cm"/>
      <inkml:brushProperty name="height" value="0.05" units="cm"/>
      <inkml:brushProperty name="ignorePressure" value="1"/>
    </inkml:brush>
  </inkml:definitions>
  <inkml:trace contextRef="#ctx0" brushRef="#br0">14 0,'5'85,"-5"0,-4 15,0-11,-7 340,12-413,-1-16,0 0,1 0,-1 0,0 1,0-1,0 0,0 0,0 0,0 0,0 0,0 0,0 0,0 0,0 0,0 0,0 0,0 0,0 0,0 0,1 0,-1 0,0 1,0-1,0 0,0 0,0 0,0 0,0 0,0 0,0 0,0 0,1 0,-1 0,0 0,0 0,0-1,0 1,0 0,0 0,0 0,0 0,0 0,0 0,0 0,1 0,-1 0,0 0,0 0,0 0,0 0,0 0,0 0,0 0,0 0,0-1,0 1,0 0,0 0,0 0,0 0,0 0,0 0,0 0,0 0,0 0,0-1,11-26,-6 12,5-9,2 0,0 1,1 0,15-18,-20 30,0 0,1 1,0 0,1 1,0 0,0 1,1 0,0 0,1 1,6-2,-16 7,1 1,-1 0,1 0,0 0,-1 0,1 1,0-1,0 1,0 0,0-1,-1 1,1 0,0 1,0-1,0 1,0-1,-1 1,1 0,0 0,-1 0,2 0,-1 1,0 1,0-1,0 1,-1-1,1 1,-1 0,1 0,-1 0,0 0,0 1,0-1,-1 0,1 1,0 0,3 12,-1 1,0-1,-1 1,-1 0,-1-1,0 10,0 2,-2 0,-3 23,1-35</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2.195"/>
    </inkml:context>
    <inkml:brush xml:id="br0">
      <inkml:brushProperty name="width" value="0.05" units="cm"/>
      <inkml:brushProperty name="height" value="0.05" units="cm"/>
      <inkml:brushProperty name="ignorePressure" value="1"/>
    </inkml:brush>
  </inkml:definitions>
  <inkml:trace contextRef="#ctx0" brushRef="#br0">0 1,'0'0,"0"0,7 2,9 2,9 1,5 1,4 0,4-1,2-1,4-2,2-2,-7-1,-11 0,-9-1,-8 1</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2.536"/>
    </inkml:context>
    <inkml:brush xml:id="br0">
      <inkml:brushProperty name="width" value="0.05" units="cm"/>
      <inkml:brushProperty name="height" value="0.05" units="cm"/>
      <inkml:brushProperty name="ignorePressure" value="1"/>
    </inkml:brush>
  </inkml:definitions>
  <inkml:trace contextRef="#ctx0" brushRef="#br0">0 32,'0'0,"0"0,8 0,8-1,12-1,12-2,11-1,7 0,6 0,-7 1,-14 1,-13 1,-13 1</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2.894"/>
    </inkml:context>
    <inkml:brush xml:id="br0">
      <inkml:brushProperty name="width" value="0.05" units="cm"/>
      <inkml:brushProperty name="height" value="0.05" units="cm"/>
      <inkml:brushProperty name="ignorePressure" value="1"/>
    </inkml:brush>
  </inkml:definitions>
  <inkml:trace contextRef="#ctx0" brushRef="#br0">1 0,'0'0,"0"0,3 13,2 15,2 16,0 14,-1 11,-1 7,-1-10,-2-15,-1-17,-1-14</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3.278"/>
    </inkml:context>
    <inkml:brush xml:id="br0">
      <inkml:brushProperty name="width" value="0.05" units="cm"/>
      <inkml:brushProperty name="height" value="0.05" units="cm"/>
      <inkml:brushProperty name="ignorePressure" value="1"/>
    </inkml:brush>
  </inkml:definitions>
  <inkml:trace contextRef="#ctx0" brushRef="#br0">0 124,'0'0,"0"0,8-1,14-2,14-4,13-2,8-4,8-2,6 0,3 0,-1 0,-3 3,-14 3,-17 4,-14 2,-12 1</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3.847"/>
    </inkml:context>
    <inkml:brush xml:id="br0">
      <inkml:brushProperty name="width" value="0.05" units="cm"/>
      <inkml:brushProperty name="height" value="0.05" units="cm"/>
      <inkml:brushProperty name="ignorePressure" value="1"/>
    </inkml:brush>
  </inkml:definitions>
  <inkml:trace contextRef="#ctx0" brushRef="#br0">0 66,'23'-12,"0"1,1 1,0 1,6-1,-18 7,1 0,-1 0,1 1,-1 1,1 0,0 1,0 0,-1 1,7 1,-18-2,1 0,-1 0,1 1,-1-1,1 0,-1 1,0-1,1 1,-1-1,1 1,-1 0,0 0,1-1,-1 1,0 0,0 0,0 0,0 0,0 1,0-1,0 0,0 0,0 1,-1-1,1 0,0 1,-1-1,1 1,-1-1,1 0,-1 1,0-1,0 1,0 0,0-1,0 1,0-1,0 1,0-1,-1 1,1-1,0 1,-1-1,-2 9,-1-1,0 0,-1 0,0 0,0 0,-2 1,2-2,-4 5,-15 27,23-38,0 0,0 0,0 0,0 0,1-1,-1 1,1 0,-1 0,1 1,0-1,0 0,0 0,0 0,0 0,0 0,1 0,-1 0,1 1,0-1,0-1,0 0,0 0,0 0,0 1,0-1,1 0,-1 0,0 0,1-1,-1 1,0 0,1 0,-1-1,1 1,0-1,-1 1,1-1,-1 0,2 0,37 2,-28-2,-3 0,2 0,0 0,0 1,0 0,0 1,3 1,-12-3,-1 0,1 1,-1-1,1 1,-1-1,1 1,-1-1,0 1,1 0,-1 0,0 0,0-1,0 1,1 1,-1-1,0 0,0 0,0 0,0 0,-1 1,1-1,0 0,-1 1,1-1,0 1,-1-1,0 1,1-1,-1 1,0-1,0 1,0-1,0 1,0-1,0 1,0-1,0 1,-1-1,1 1,-1 0,-1 4,-1 0,0 0,0-1,0 1,-1-1,0 0,0 0,0 0,-1 0,1-1,-1 0,-4 3,-7 5,-1-1,0-1,-10 5,-2-2,0-1,-1-1,0-1,-26 4,38-11</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4.196"/>
    </inkml:context>
    <inkml:brush xml:id="br0">
      <inkml:brushProperty name="width" value="0.05" units="cm"/>
      <inkml:brushProperty name="height" value="0.05" units="cm"/>
      <inkml:brushProperty name="ignorePressure" value="1"/>
    </inkml:brush>
  </inkml:definitions>
  <inkml:trace contextRef="#ctx0" brushRef="#br0">0 1,'0'0,"0"0,9 3,9 5,12 5,7 7,5 8,1 7,-3 5,-7-5,-10-8,-8-8,-7-8</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4.535"/>
    </inkml:context>
    <inkml:brush xml:id="br0">
      <inkml:brushProperty name="width" value="0.05" units="cm"/>
      <inkml:brushProperty name="height" value="0.05" units="cm"/>
      <inkml:brushProperty name="ignorePressure" value="1"/>
    </inkml:brush>
  </inkml:definitions>
  <inkml:trace contextRef="#ctx0" brushRef="#br0">360 1,'0'0,"0"0,-9 7,-14 11,-13 10,-7 11,-5 9,-2 6,0 1,9-8,12-12,9-12,10-10</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4.882"/>
    </inkml:context>
    <inkml:brush xml:id="br0">
      <inkml:brushProperty name="width" value="0.05" units="cm"/>
      <inkml:brushProperty name="height" value="0.05" units="cm"/>
      <inkml:brushProperty name="ignorePressure" value="1"/>
    </inkml:brush>
  </inkml:definitions>
  <inkml:trace contextRef="#ctx0" brushRef="#br0">19 1,'0'0,"0"0,0 0,0 0,0 9,0 10,0 10,-1 10,0 9,-1 8,-1 4,-1-1,1-11,1-13,0-13,1-10</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5.232"/>
    </inkml:context>
    <inkml:brush xml:id="br0">
      <inkml:brushProperty name="width" value="0.05" units="cm"/>
      <inkml:brushProperty name="height" value="0.05" units="cm"/>
      <inkml:brushProperty name="ignorePressure" value="1"/>
    </inkml:brush>
  </inkml:definitions>
  <inkml:trace contextRef="#ctx0" brushRef="#br0">1 1,'0'0,"0"0,0 0,0 0</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5.578"/>
    </inkml:context>
    <inkml:brush xml:id="br0">
      <inkml:brushProperty name="width" value="0.05" units="cm"/>
      <inkml:brushProperty name="height" value="0.05" units="cm"/>
      <inkml:brushProperty name="ignorePressure" value="1"/>
    </inkml:brush>
  </inkml:definitions>
  <inkml:trace contextRef="#ctx0" brushRef="#br0">1 201,'0'0,"0"0,0 0,8-5,12-6,12-5,12-4,13-3,11 0,9-1,4 2,1 2,-13 5,-19 4,-17 4,-15 4</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5.924"/>
    </inkml:context>
    <inkml:brush xml:id="br0">
      <inkml:brushProperty name="width" value="0.05" units="cm"/>
      <inkml:brushProperty name="height" value="0.05" units="cm"/>
      <inkml:brushProperty name="ignorePressure" value="1"/>
    </inkml:brush>
  </inkml:definitions>
  <inkml:trace contextRef="#ctx0" brushRef="#br0">45 0,'-1'0,"0"0,0 0,0 1,0-1,0 0,0 1,0-1,0 0,0 1,0-1,0 1,0-1,0 1,0 0,1-1,-1 1,0 0,0 0,1-1,-1 1,0 0,1 0,-1 0,1 0,-1 0,1 0,-1 0,1 0,0 0,-1 0,1 1,-6 37,5-35,-10 252,9-153,2-57,0-43</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6.263"/>
    </inkml:context>
    <inkml:brush xml:id="br0">
      <inkml:brushProperty name="width" value="0.05" units="cm"/>
      <inkml:brushProperty name="height" value="0.05" units="cm"/>
      <inkml:brushProperty name="ignorePressure" value="1"/>
    </inkml:brush>
  </inkml:definitions>
  <inkml:trace contextRef="#ctx0" brushRef="#br0">0 1,'0'0,"0"0,6 3,6 4,6 3,4 5,0 4,-1 3,-2 5,-2 4,-4 1,-4 0,-2-5,-3-8,-2-7,-2-5</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6.606"/>
    </inkml:context>
    <inkml:brush xml:id="br0">
      <inkml:brushProperty name="width" value="0.05" units="cm"/>
      <inkml:brushProperty name="height" value="0.05" units="cm"/>
      <inkml:brushProperty name="ignorePressure" value="1"/>
    </inkml:brush>
  </inkml:definitions>
  <inkml:trace contextRef="#ctx0" brushRef="#br0">220 1,'0'0,"0"0,0 0,-6 4,-5 4,-4 5,-4 6,-3 5,-2 7,-1 5,0 3,1 1,4-7,5-9,6-9,4-6</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6.982"/>
    </inkml:context>
    <inkml:brush xml:id="br0">
      <inkml:brushProperty name="width" value="0.05" units="cm"/>
      <inkml:brushProperty name="height" value="0.05" units="cm"/>
      <inkml:brushProperty name="ignorePressure" value="1"/>
    </inkml:brush>
  </inkml:definitions>
  <inkml:trace contextRef="#ctx0" brushRef="#br0">16 79,'21'-14,"-4"2,1 1,0 0,1 1,-1 1,4 0,-21 9,0-1,-1 1,1 0,0-1,0 1,-1 0,1 0,0 0,0 0,0-1,0 1,-1 0,1 1,0-1,0 0,0 0,0 0,-1 0,1 1,0-1,0 0,0 0,-1 1,1-1,0 1,-1 0,1 0,-1-1,1 1,-1 0,0 0,0 0,0 0,1 0,-1 0,0 0,0-1,0 1,0 0,-1 0,1 0,0 0,0 0,0 0,-1 0,-2 9,-1 0,-1 0,0-1,0 1,1-3,-53 92,30-54,1 1,-2 13,27-57,0 0,0 0,0-1,0 1,1 0,-1 0,1 0,0 0,-1 0,1 1,0-1,0 0,0 0,0 0,1 0,-1 0,1 0,0 1,0-2,0 1,0-1,0 0,1 0,-1 0,0 0,1 0,-1 0,1 0,-1 0,1 0,0-1,-1 1,1-1,0 1,-1-1,1 0,0 0,-1 1,1-1,0 0,0-1,32 2,22-3,-19 0,20 3,-46-1,0 1,0 1,-1 0,1 0,-1 1,0 1,5 2,-12-5,0 0,0 1,0-1,0 1,0 0,-1-1,1 1,-1 1,1-1,-1 0,0 1,0-1,0 1,0-1,0 1,-1 0,1 0,-1 0,0 0,1 0,-2 0,1 0,0 1,-1-1,1 0,-1 0,0 1,0-1,0 3,-1 0,-1 0,1-1,-1 1,0 0,0 0,-1-1,0 1,0-1,0 0,-1 0,1 0,-1 0,0-1,-1 1,-1 0,-3 3,0 0,-1-1,0 0,-1-1,-9 5,7-6</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7.434"/>
    </inkml:context>
    <inkml:brush xml:id="br0">
      <inkml:brushProperty name="width" value="0.05" units="cm"/>
      <inkml:brushProperty name="height" value="0.05" units="cm"/>
      <inkml:brushProperty name="ignorePressure" value="1"/>
    </inkml:brush>
  </inkml:definitions>
  <inkml:trace contextRef="#ctx0" brushRef="#br0">10 69,'19'-12,"0"0,1 1,2 0,-12 7,-1 0,1 1,0 0,0 0,1 1,-1 0,6 1,-14 1,0-1,0 1,0 0,0 1,0-1,0 0,0 0,0 1,0-1,-1 1,1 0,0 0,0-1,-1 1,2 1,-2-1,0 0,0 0,-1 0,1-1,0 1,-1 0,1 0,-1 0,1 0,-1 0,0 0,1 0,-1 0,0 0,0 0,1 1,-1-1,0 0,0 0,-1 0,1 4,-1 0,-1 0,1 0,-1 0,0 0,0-1,0 1,-1-1,1 1,-3 2,-72 91,48-64,2 1,-22 37,48-71,0 1,0 0,-1 0,2 0,-1 0,0 0,0 0,0 0,1 0,-1 0,1 0,0 0,0 0,-1 0,1 0,1 0,-1 1,0-1,0 0,1 0,0 0,0-1,0 0,1 0,-1 0,0 0,1 0,-1 0,1 0,-1 0,1-1,-1 1,1 0,0-1,-1 0,1 1,0-1,-1 0,1 0,0 0,-1 0,1 0,0 0,-1 0,1 0,1-1,20-2,1-1,-1-2,0 0,12-5,-20 5</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7.763"/>
    </inkml:context>
    <inkml:brush xml:id="br0">
      <inkml:brushProperty name="width" value="0.05" units="cm"/>
      <inkml:brushProperty name="height" value="0.05" units="cm"/>
      <inkml:brushProperty name="ignorePressure" value="1"/>
    </inkml:brush>
  </inkml:definitions>
  <inkml:trace contextRef="#ctx0" brushRef="#br0">0 1,'0'0,"0"0,9 8,11 10,8 10,6 7,3 7,-2 2,-6-6,-9-9,-7-10,-7-9</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18.115"/>
    </inkml:context>
    <inkml:brush xml:id="br0">
      <inkml:brushProperty name="width" value="0.05" units="cm"/>
      <inkml:brushProperty name="height" value="0.05" units="cm"/>
      <inkml:brushProperty name="ignorePressure" value="1"/>
    </inkml:brush>
  </inkml:definitions>
  <inkml:trace contextRef="#ctx0" brushRef="#br0">223 1,'0'0,"0"0,-9 10,-11 13,-9 12,-7 9,-4 5,6-4,7-11,10-11,6-9</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25.115"/>
    </inkml:context>
    <inkml:brush xml:id="br0">
      <inkml:brushProperty name="width" value="0.05" units="cm"/>
      <inkml:brushProperty name="height" value="0.05" units="cm"/>
      <inkml:brushProperty name="ignorePressure" value="1"/>
    </inkml:brush>
  </inkml:definitions>
  <inkml:trace contextRef="#ctx0" brushRef="#br0">1 110,'6'-31,"2"33,24-1,-1-1,0-1,1-1,15-5,-3 2,236-39,-200 29,-71 14,1-2,0 2,-1-1,1 2,0-1,1 1,4 1,-13-1,-1 1,1-1,-1 0,0 1,1-1,-1 1,1-1,-1 1,0 0,1 0,-1 0,0 0,0-1,0 2,0-1,0 0,0 0,1 1,-1 0,0 0,-1 0,1 0,-1 0,1 0,-1 0,0 0,0 0,0 0,0 0,0 0,0 0,0 0,-1 0,1 0,-1 0,0 2,-13 37,-2 0,-2 0,-8 9,0 4,-75 153,-171 378,270-580</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25.467"/>
    </inkml:context>
    <inkml:brush xml:id="br0">
      <inkml:brushProperty name="width" value="0.05" units="cm"/>
      <inkml:brushProperty name="height" value="0.05" units="cm"/>
      <inkml:brushProperty name="ignorePressure" value="1"/>
    </inkml:brush>
  </inkml:definitions>
  <inkml:trace contextRef="#ctx0" brushRef="#br0">0 125,'0'0,"0"0,7-1,9-2,8-4,13-3,11-3,10-3,6-5,-8 1,-13 4,-14 5,-12 4</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26.767"/>
    </inkml:context>
    <inkml:brush xml:id="br0">
      <inkml:brushProperty name="width" value="0.05" units="cm"/>
      <inkml:brushProperty name="height" value="0.05" units="cm"/>
      <inkml:brushProperty name="ignorePressure" value="1"/>
    </inkml:brush>
  </inkml:definitions>
  <inkml:trace contextRef="#ctx0" brushRef="#br0">4 24,'-1'-1,"1"1,0 0,0-1,-1 1,1 0,0-1,0 1,-1 0,1-1,0 1,0 0,0-1,0 1,0-1,0 1,0 0,0-1,0 1,0-1,0 1,0 0,0-1,0 1,0-1,0 1,0 0,0-1,0 1,1 0,-1-1,0 1,0 0,0-1,1 1,14-7,23 3,15 7,38 6,-58-4,-1-1,1-2,0-1,0-2,-1-1,9-3,-32 3,-4 0</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27.108"/>
    </inkml:context>
    <inkml:brush xml:id="br0">
      <inkml:brushProperty name="width" value="0.05" units="cm"/>
      <inkml:brushProperty name="height" value="0.05" units="cm"/>
      <inkml:brushProperty name="ignorePressure" value="1"/>
    </inkml:brush>
  </inkml:definitions>
  <inkml:trace contextRef="#ctx0" brushRef="#br0">1 112,'0'0,"7"-1,13-4,13-5,12-3,4-1,3-1,-1 4,-2 2,-5 1,-4-1,-9 2,-10 2,-8 2,-7 1</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29.464"/>
    </inkml:context>
    <inkml:brush xml:id="br0">
      <inkml:brushProperty name="width" value="0.05" units="cm"/>
      <inkml:brushProperty name="height" value="0.05" units="cm"/>
      <inkml:brushProperty name="ignorePressure" value="1"/>
    </inkml:brush>
  </inkml:definitions>
  <inkml:trace contextRef="#ctx0" brushRef="#br0">16 367,'3'-10,"-1"-1,2 1,0-1,0 1,1 0,0 1,0-1,1 1,1 0,4-5,14-15,2 0,8-4,-33 31,23-22,1 2,1 1,1 0,23-11,-41 26,0 1,0 0,0 0,1 1,-1 0,1 1,0 1,0 0,0 0,1 1,-1 0,0 1,0 0,1 1,-1 0,4 2,-9-1,0 0,0 0,0 1,0 0,-1 0,0 0,1 1,-1 0,-1 0,1 0,0 0,-1 1,0 0,0 0,0 0,-1 0,0 1,0 0,0-1,-1 1,0 0,0 0,1 3,1 9,0 0,-2 0,0 0,0 0,-2 0,0 1,-3 10,-2 11,-2-1,-2 0,-1-1,-2 0,-16 33,-2-6,-3 0,-34 48,43-75,-2-2,-2 0,-22 21,41-47,-1 0,0-1,-1 0,1 0,-2-1,1-1,-1 0,0-1,-1 0,1-1,-1 0,0-1,-1 0,-1-1,11-2,0-1,0 1,1-1,-1 0,0 0,0 0,0 0,0-1,0 0,1 0,-1 0,0 0,0 0,1-1,-1 0,1 1,0-1,-1-1,1 1,0 0,0-1,0 1,1-1,-1 0,0 0,1 0,0-1,0 1,0 0,0-1,1 1,-1-1,1 0,0 0,-1-4,0 0,1 0,0 0,0 0,1 0,0 0,1-1,0 1,0 0,1 0,0 0,0 1,0-1,1 0,1 1,0-2,1 1,0-1,1 0,0 1,1 0,-1 0,2 1,-1 0,1 0,0 1,0 0,1 0,-1 1,2 0,-1 1,0 0,1 0,-1 1,1 0,0 1,0 0,1 0,-1 1,0 1,0-1,0 2,1-1,-1 2,0-1,0 1,0 1,0 0,2 1,11 6,0 1,0 0,-1 2,-1 1,0 0,-1 1,16 17,-6-3,-2 1,-1 1,-1 2,9 17,-29-40,-6-10</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29.826"/>
    </inkml:context>
    <inkml:brush xml:id="br0">
      <inkml:brushProperty name="width" value="0.05" units="cm"/>
      <inkml:brushProperty name="height" value="0.05" units="cm"/>
      <inkml:brushProperty name="ignorePressure" value="1"/>
    </inkml:brush>
  </inkml:definitions>
  <inkml:trace contextRef="#ctx0" brushRef="#br0">43 0,'0'0,"0"7,-1 16,-1 22,0 24,-2 21,-1 14,-1 3,0-3,1-8,-1-13,3-14,0-16,3-17,1-14,0-11,0-8,0-3</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31.010"/>
    </inkml:context>
    <inkml:brush xml:id="br0">
      <inkml:brushProperty name="width" value="0.05" units="cm"/>
      <inkml:brushProperty name="height" value="0.05" units="cm"/>
      <inkml:brushProperty name="ignorePressure" value="1"/>
    </inkml:brush>
  </inkml:definitions>
  <inkml:trace contextRef="#ctx0" brushRef="#br0">36 2,'0'-1,"0"1,0 0,1 0,-1 0,0 0,0 0,0 0,0 0,1-1,-1 1,0 0,0 0,0 0,0 0,1 0,-1 0,0 0,0 0,0 0,1 0,-1 0,0 0,0 0,0 0,0 0,1 0,-1 0,0 1,0-1,0 0,0 0,1 0,-1 0,0 0,0 0,0 0,0 1,0-1,1 0,-1 0,0 0,0 0,0 0,0 1,0-1,0 0,0 0,0 0,0 0,0 1,0-1,0 0,0 0,0 0,0 1,0-1,3 21,-4 39,0-46,-20 335,2-45,18-284,0-14,0 0,1 0,0 0,0 0,0 0,1 0,0 0,1 2,-1-6</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31.367"/>
    </inkml:context>
    <inkml:brush xml:id="br0">
      <inkml:brushProperty name="width" value="0.05" units="cm"/>
      <inkml:brushProperty name="height" value="0.05" units="cm"/>
      <inkml:brushProperty name="ignorePressure" value="1"/>
    </inkml:brush>
  </inkml:definitions>
  <inkml:trace contextRef="#ctx0" brushRef="#br0">66 1,'0'0,"0"0,1 14,-1 17,-1 18,-2 19,-1 16,-1 10,-3 8,0 1,-1-5,0-11,1-15,3-20,1-18,2-16,1-10</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31.714"/>
    </inkml:context>
    <inkml:brush xml:id="br0">
      <inkml:brushProperty name="width" value="0.05" units="cm"/>
      <inkml:brushProperty name="height" value="0.05" units="cm"/>
      <inkml:brushProperty name="ignorePressure" value="1"/>
    </inkml:brush>
  </inkml:definitions>
  <inkml:trace contextRef="#ctx0" brushRef="#br0">0 80,'618'-52,"-346"27,-258 23</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37.431"/>
    </inkml:context>
    <inkml:brush xml:id="br0">
      <inkml:brushProperty name="width" value="0.05" units="cm"/>
      <inkml:brushProperty name="height" value="0.05" units="cm"/>
      <inkml:brushProperty name="ignorePressure" value="1"/>
    </inkml:brush>
  </inkml:definitions>
  <inkml:trace contextRef="#ctx0" brushRef="#br0">285 239,'3'-11,"0"1,-1-1,0 0,-1 0,0 0,-1 1,0-1,0 0,-1 0,-1 0,0 0,-3-7,4 13,-1 0,0 0,0 0,0 0,-1 0,1 1,-1-1,0 1,-1 0,1 0,-1 0,1 1,-1-1,0 1,-1 0,1 0,0 0,-1 0,0 1,1 0,-1 0,0 0,0 1,0-1,-1 1,1 0,-1 1,2-1,1 1,-1 0,1 1,-1-1,1 1,0-1,-1 1,1 0,0 0,-1 0,1 1,0-1,0 1,-2 1,0 1,-1 0,1 1,0 0,0 0,1 0,-1 0,0 3,-7 10,1 1,2 0,0 1,-2 7,3-6,1 1,1 0,1 0,1 0,1 0,1 1,1 0,1-1,2 21,-1-29,1 0,1 0,0 0,1-1,0 0,1 0,0 0,2 0,-1-1,1 0,1 0,0-1,1 0,0 0,0-1,8 6,-14-13,0 0,1-1,-1 1,1-1,-1 0,1 0,0 0,0-1,0 1,0-1,0 0,0 0,0-1,1 1,-1-1,0 0,0 0,0 0,3 0,-2-2,0 1,0-1,0 0,0 0,-1 0,1-1,-1 1,1-1,-1 0,0-1,0 1,0-1,-1 0,1 0,0-1,5-6,-1 0,0 0,-1-1,1-3,-3 5</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38.114"/>
    </inkml:context>
    <inkml:brush xml:id="br0">
      <inkml:brushProperty name="width" value="0.05" units="cm"/>
      <inkml:brushProperty name="height" value="0.05" units="cm"/>
      <inkml:brushProperty name="ignorePressure" value="1"/>
    </inkml:brush>
  </inkml:definitions>
  <inkml:trace contextRef="#ctx0" brushRef="#br0">2 11,'-2'153,"11"53,-5-133,-1-45,0-21,0-20,8-65,16-88,-20 133,2 1,1 1,1-1,2 0,-10 25,1 0,0 0,0 1,0-1,1 1,2-3,-6 8,0 0,0 0,-1 0,1 1,0-1,0 0,0 0,0 1,0-1,0 1,0-1,0 1,0-1,0 1,0 0,0-1,0 1,0 0,0 0,0 0,0 0,0 0,1 0,-1 0,0 0,0 0,0 1,0-1,0 0,0 1,0-1,0 0,0 1,0 0,0-1,0 1,0 0,0-1,-1 1,1 0,0 0,0 0,-1-1,1 1,0 0,-1 0,1 1,4 6,-1 0,0 0,-1 0,0 1,0-1,0 1,-1 0,0 1,8 75,-8-68,7 106,-5-111,2-18,5-29,-9 27,6-17,-1-3,2 1,1 1,1 0,1 0,1 1,3-3,-14 26,-1 0,0 0,1 0,-1 0,1 0,0 1,0-1,-1 0,1 1,0 0,1-1,-1 1,0 0,0 0,0 0,1 0,-1 1,0-1,1 0,1 1,-2 0,0 0,0 1,0 0,0-1,0 1,0 0,-1 0,1 0,0 0,0 0,-1 0,1 1,-1-1,1 0,-1 1,1-1,-1 1,0 0,0-1,0 1,0 0,0 0,0 0,0 0,-1 0,9 19,-1 1,-1 0,-2 1,0 0,0 7,10 118,-14-141,1 9,-1 0,-1 0,0 0,-1 1,-1-1,-1 2,1-11</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38.781"/>
    </inkml:context>
    <inkml:brush xml:id="br0">
      <inkml:brushProperty name="width" value="0.05" units="cm"/>
      <inkml:brushProperty name="height" value="0.05" units="cm"/>
      <inkml:brushProperty name="ignorePressure" value="1"/>
    </inkml:brush>
  </inkml:definitions>
  <inkml:trace contextRef="#ctx0" brushRef="#br0">1 72,'10'-9,"1"1,1 0,0 1,0 0,0 1,1 1,10-4,-16 6,1 1,0 0,0 0,0 0,1 1,-1 1,0-1,0 1,1 1,-1-1,0 1,0 1,4 1,-10-3,-1 0,1 1,0 0,0 0,-1-1,1 1,-1 0,1 0,-1 0,1 1,-1-1,1 0,-1 0,0 1,0-1,0 1,0-1,0 1,0 0,0-1,0 3,0-2,-1 0,0 1,1-1,-1 1,0-1,-1 1,1-1,0 1,-1-1,1 1,-1-1,0 0,0 1,-1 0,-3 8,-2-1,1 0,-1 0,-1 0,1-1,-2 0,-20 19,21-20</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39.228"/>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39.560"/>
    </inkml:context>
    <inkml:brush xml:id="br0">
      <inkml:brushProperty name="width" value="0.05" units="cm"/>
      <inkml:brushProperty name="height" value="0.05" units="cm"/>
      <inkml:brushProperty name="ignorePressure" value="1"/>
    </inkml:brush>
  </inkml:definitions>
  <inkml:trace contextRef="#ctx0" brushRef="#br0">294 1,'-189'556,"159"-442,4 2,6 0,-6 111,24-169,2 0,2-1,9 47,-7-75,2 0,1-1,1 1,2-2,1 1,1-1,1-1,6 8,-12-23,0 0,2-1,-1 0,1 0,0-1,1 0,10 7,-17-14,0 1,0-1,1 0,-1 0,1 0,0-1,-1 1,1-1,0 0,0 0,0 0,0 0,0-1,0 0,0 0,0 0,0 0,0 0,0-1,0 0,0 0,0 0,0 0,0-1,-1 1,1-1,0 0,5-6,-3 1</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40.310"/>
    </inkml:context>
    <inkml:brush xml:id="br0">
      <inkml:brushProperty name="width" value="0.05" units="cm"/>
      <inkml:brushProperty name="height" value="0.05" units="cm"/>
      <inkml:brushProperty name="ignorePressure" value="1"/>
    </inkml:brush>
  </inkml:definitions>
  <inkml:trace contextRef="#ctx0" brushRef="#br0">285 1,'4'13,"-1"0,-1 0,0 0,-1 1,0-1,-1 0,-1 4,1-12,-1 0,1 0,-1 0,-1-1,1 1,-1-1,1 1,-1-1,-1 1,1-1,-1 0,1 0,-1 0,0 0,0-1,-1 1,1-1,-1 0,0 0,0 0,-2 1,-4 1,0-1,0 0,0 0,-1-1,1 0,-1-1,0 0,0-1,0 0,-1-1,-5 0,1 0,-1-2,0 0,1-1,-1 0,-4-3,16 4</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41.365"/>
    </inkml:context>
    <inkml:brush xml:id="br0">
      <inkml:brushProperty name="width" value="0.05" units="cm"/>
      <inkml:brushProperty name="height" value="0.05" units="cm"/>
      <inkml:brushProperty name="ignorePressure" value="1"/>
    </inkml:brush>
  </inkml:definitions>
  <inkml:trace contextRef="#ctx0" brushRef="#br0">36 446,'10'-23,"53"-126,-52 118,-1-1,-2 0,4-26,-11 46,1-1,-2 0,0 1,0-4,0 13,0 0,-1 1,1-1,0 1,-1-1,1 1,-1-1,0 1,0-1,0 1,0 0,0 0,-1-1,1 1,-1 0,1 0,-1 0,0 0,0 0,1 1,-1-1,-1 1,0-1,2 1,0 1,-1 0,1-1,0 1,-1 0,1 0,0 0,-1 0,1 0,0 1,-1-1,1 0,0 1,-1-1,1 1,0-1,0 1,-1-1,1 1,0 0,0 0,0-1,0 1,0 0,0 0,0 0,0 0,0 1,-22 34,12-13,0 2,2-1,1 1,1 1,1-1,1 1,1 0,1 1,2-1,1 0,1 1,1-1,1 0,1 0,2 3,-3-20,-1-1,1 0,1 0,-1 0,1 0,1 0,-1-1,1 0,1 0,-1 0,1-1,3 3,-6-7,0 0,0 0,0 0,0 0,0 0,0-1,0 1,1-1,-1 0,1 0,-1 0,1-1,-1 1,1-1,0 0,-1 0,1 0,-1 0,1-1,-1 1,1-1,-1 0,1 0,-1 0,1-1,-1 1,0-1,0 0,0 0,3-1,2-4,1 0,-1-1,0 0,-1 0,0 0,0-1,-1 0,0 0,0-1,-1 0,0 1,-1-2,1-2,3-12,0-1,-2 0,-1-1,1-24,-3 27,-1-1,-1 1,-1 0,-2-1,0 1,-6-24,18 117,-3-40,44 180,-39-168,2 0,2-2,21 38,-32-69</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41.712"/>
    </inkml:context>
    <inkml:brush xml:id="br0">
      <inkml:brushProperty name="width" value="0.05" units="cm"/>
      <inkml:brushProperty name="height" value="0.05" units="cm"/>
      <inkml:brushProperty name="ignorePressure" value="1"/>
    </inkml:brush>
  </inkml:definitions>
  <inkml:trace contextRef="#ctx0" brushRef="#br0">0 467,'0'0,"0"0,0 0,0-6,3-8,5-10,7-10,6-10,5-5,2-1,0 0,0 3,0 3,0 6,-5 9,-7 9,-5 8,-6 6</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42.142"/>
    </inkml:context>
    <inkml:brush xml:id="br0">
      <inkml:brushProperty name="width" value="0.05" units="cm"/>
      <inkml:brushProperty name="height" value="0.05" units="cm"/>
      <inkml:brushProperty name="ignorePressure" value="1"/>
    </inkml:brush>
  </inkml:definitions>
  <inkml:trace contextRef="#ctx0" brushRef="#br0">249 112,'-1'-15,"-2"0,0 0,0-1,2 13,0 0,0 0,0-1,-1 1,1 0,-1 0,1 0,-1 0,0 1,0-1,0 0,-1 1,1-1,-1 1,1 0,-2-1,3 3,0-1,-1 1,1 0,0-1,-1 1,1 0,-1 0,1 0,0 0,-1 0,1 0,-1 0,1 0,0 0,-1 1,1-1,-1 1,1-1,0 1,0-1,-1 1,1 0,0 0,0 0,-1 0,-26 27,9-3,2 0,1 1,1 1,1 1,2 0,0 0,2 1,2 1,0-1,-1 19,8-42,0 0,0 0,0 1,1-1,0 0,1 0,-1 1,1-1,0 0,1 0,0 1,-2-7,0 1,0 0,0 0,1-1,-1 1,0-1,1 1,-1 0,1-1,-1 1,1-1,-1 1,1-1,-1 1,1-1,0 1,-1-1,1 0,-1 1,1-1,0 0,-1 0,1 1,0-1,0 0,-1 0,1 0,0 0,-1 0,1 0,0 0,0 0,-1 0,1 0,0 0,-1 0,1-1,0 1,-1 0,1-1,0 1,-1 0,1-1,0 1,-1-1,1 1,-1 0,1-1,3-3,0 1,0-1,-1 0,1 0,-1 0,1-1,7-13,0-1,-1 0,-1 0,-1-1,2-9,10-38,-3 0,-4 14,-10 126,-1 54,8 22,-9-135</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42.478"/>
    </inkml:context>
    <inkml:brush xml:id="br0">
      <inkml:brushProperty name="width" value="0.05" units="cm"/>
      <inkml:brushProperty name="height" value="0.05" units="cm"/>
      <inkml:brushProperty name="ignorePressure" value="1"/>
    </inkml:brush>
  </inkml:definitions>
  <inkml:trace contextRef="#ctx0" brushRef="#br0">162 0,'-15'14,"0"1,1 1,0 0,2 1,0 0,1 1,0 0,2 1,0 0,1 1,1 0,1 0,0 0,2 1,1-1,0 1,1 1,2-13,0 0,0 1,1-1,0 0,1 0,0 0,0 1,1-2,0 1,1 0,0-1,2 4,-4-8,0-1,0 0,1 0,-1-1,0 1,1 0,0-1,0 0,-1 1,1-1,1 0,-1-1,0 1,0 0,1-1,-1 0,1 0,-1 0,1 0,-1 0,1-1,0 1,-1-1,1 0,0-1,-1 1,1 0,-1-1,1 0,0 0,-1 0,3-1,4-3,0 0,0 0,-1-1,1 0,-1-1,-1 0,1-1,-1 1,-1-2,1 1,4-8,-3 2</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42.812"/>
    </inkml:context>
    <inkml:brush xml:id="br0">
      <inkml:brushProperty name="width" value="0.05" units="cm"/>
      <inkml:brushProperty name="height" value="0.05" units="cm"/>
      <inkml:brushProperty name="ignorePressure" value="1"/>
    </inkml:brush>
  </inkml:definitions>
  <inkml:trace contextRef="#ctx0" brushRef="#br0">41 73,'4'-20,"-2"13,0-1,0 1,0 0,1 0,0 0,1-2,-4 30,-61 812,59-807</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43.152"/>
    </inkml:context>
    <inkml:brush xml:id="br0">
      <inkml:brushProperty name="width" value="0.05" units="cm"/>
      <inkml:brushProperty name="height" value="0.05" units="cm"/>
      <inkml:brushProperty name="ignorePressure" value="1"/>
    </inkml:brush>
  </inkml:definitions>
  <inkml:trace contextRef="#ctx0" brushRef="#br0">0 37,'0'0,"5"1,8-2,8-3,7-4,0-1,-5 2,-7 2,-6 1</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43.496"/>
    </inkml:context>
    <inkml:brush xml:id="br0">
      <inkml:brushProperty name="width" value="0.05" units="cm"/>
      <inkml:brushProperty name="height" value="0.05" units="cm"/>
      <inkml:brushProperty name="ignorePressure" value="1"/>
    </inkml:brush>
  </inkml:definitions>
  <inkml:trace contextRef="#ctx0" brushRef="#br0">64 0,'-5'35,"2"-1,1 1,2 0,3 20,20 139,-21-182,36 213,4 30,-31-163,0 71,-11-135,-1 0,-1-1,-1 1,-2 0,-1-1,-1 0,-1 1,4-15,-2 0,1 0,-1-1,-1 1,-1-1,1-1,-2 1,1-1,-2-1,1 0,-2 0,1-1,-1 0,-10 6,1-5</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44.274"/>
    </inkml:context>
    <inkml:brush xml:id="br0">
      <inkml:brushProperty name="width" value="0.05" units="cm"/>
      <inkml:brushProperty name="height" value="0.05" units="cm"/>
      <inkml:brushProperty name="ignorePressure" value="1"/>
    </inkml:brush>
  </inkml:definitions>
  <inkml:trace contextRef="#ctx0" brushRef="#br0">17 1,'-6'5,"-5"8,11-13,0 1,0-1,0 1,0-1,0 1,1-1,-1 1,0-1,0 1,0-1,1 1,-1-1,0 1,0-1,1 0,-1 1,0-1,1 1,-1-1,0 0,1 1,-1-1,1 0,-1 0,1 1,-1-1,0 0,1 0,-1 0,1 1,-1-1,1 0,10 4,0 0,0 0,0-2,0 1,1-1,-1-1,1 0,-1 0,9-2,20-1,-1-2,4-3,49-10,-79 14</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44.630"/>
    </inkml:context>
    <inkml:brush xml:id="br0">
      <inkml:brushProperty name="width" value="0.05" units="cm"/>
      <inkml:brushProperty name="height" value="0.05" units="cm"/>
      <inkml:brushProperty name="ignorePressure" value="1"/>
    </inkml:brush>
  </inkml:definitions>
  <inkml:trace contextRef="#ctx0" brushRef="#br0">0 1,'0'0,"0"0,6 1,7 3,9 0,6 0,4 0,3 0,1-2,-6 0,-8-1,-8-1,-6 0</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58.726"/>
    </inkml:context>
    <inkml:brush xml:id="br0">
      <inkml:brushProperty name="width" value="0.05" units="cm"/>
      <inkml:brushProperty name="height" value="0.05" units="cm"/>
      <inkml:brushProperty name="ignorePressure" value="1"/>
    </inkml:brush>
  </inkml:definitions>
  <inkml:trace contextRef="#ctx0" brushRef="#br0">161 1,'-16'28,"2"0,0 1,2 1,-3 15,-28 122,42-164,-16 77,-5 62,18-104,2-1,2 1,1-1,6 37,-5-65,-1 0,1 0,1 0,0 0,0-1,1 1,0-1,0 0,1 0,0 0,2 1,-4-6,-1 0,1 0,0-1,0 1,0-1,1 1,-1-1,1 0,-1 0,1-1,0 1,-1-1,1 0,0 0,0 0,0 0,0-1,0 0,0 0,0 0,0 0,0 0,0-1,0 0,0 1,2-2,5-2,-1-1,0 1,-1-2,1 1,-1-1,0 0,0-1,-1 0,0-1,0 0,-1 0,0 0,0-1,-1 0,2-4,4-7,-1 0,-1-1,0 0,-2-1,-1 1,5-21,-10 32,0-1,-1 0,0 0,0 0,-1 1,-1-1,0 0,0-1,0 9,1 0,-1 1,1-1,-1 0,0 1,0-1,0 1,0-1,-1 1,1 0,0 0,-1-1,0 1,0 0,1 0,-1 0,0 1,-1-1,1 0,0 1,0 0,-1-1,1 1,-1 0,1 0,-1 0,1 0,-1 1,1-1,-1 1,0 0,0-1,1 1,-3 1,-4 0,1 0,0 1,-1 0,1 0,0 1,1 0,-1 1,0 0,1 0,0 0,0 1,0 0,-2 3,-16 14,1 1,-15 19,32-35,-54 66,54-64</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4:59.780"/>
    </inkml:context>
    <inkml:brush xml:id="br0">
      <inkml:brushProperty name="width" value="0.05" units="cm"/>
      <inkml:brushProperty name="height" value="0.05" units="cm"/>
      <inkml:brushProperty name="ignorePressure" value="1"/>
    </inkml:brush>
  </inkml:definitions>
  <inkml:trace contextRef="#ctx0" brushRef="#br0">323 14,'-31'-4,"0"0,0 1,0 1,0 2,0 1,-25 4,52-4,0 0,0 0,0 0,0 1,0-1,1 1,-1 0,1 1,-1-1,1 0,0 1,0 0,0 0,0 0,0 0,1 0,-1 0,1 1,0-1,0 1,0 0,1-1,-1 1,1 0,0 0,0 0,0 0,0 3,-1 14,0-1,2 1,0-1,2 1,1 6,-1-8,-1-1,0-4,0 0,1 0,0 0,1 0,0-1,1 1,2 2,-5-15,-1 0,1-1,-1 1,1 0,-1-1,1 1,-1 0,1-1,0 1,-1-1,1 1,0-1,-1 1,1-1,0 1,0-1,0 0,-1 0,1 1,0-1,0 0,0 0,0 0,-1 0,1 0,0 0,0 0,0 0,0 0,0 0,-1 0,1-1,0 1,0 0,31-16,-18 8,5 0,0 0,0 1,1 1,-1 1,1 1,1 0,-1 2,5 0,-17 1,1 1,0 1,0 0,-1 0,1 0,-1 1,1 1,-1-1,0 1,0 1,0-1,0 2,0-1,-1 1,0 0,0 0,0 1,-1 0,0 0,3 3,-1 3,0 0,0 0,-1 0,-1 1,0 0,-1 0,0 1,-1 0,-1 0,0 0,-1 0,0 0,-1 0,0 1,-2-1,0 0,0 0,-2 3,1-2,-1-1,0 0,-2 1,1-1,-2-1,0 1,-1-1,0 0,0 0,-2-1,0 0,0-1,-1 0,0 0,-1-1,0 0,-7 4,-2-2,0-1,-1-1,0-1,-1 0,0-2,0-1,0 0,-1-2,0-1,0 0,0-2,0 0,0-2,0-1,-5-1,14 0</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5:00.609"/>
    </inkml:context>
    <inkml:brush xml:id="br0">
      <inkml:brushProperty name="width" value="0.05" units="cm"/>
      <inkml:brushProperty name="height" value="0.05" units="cm"/>
      <inkml:brushProperty name="ignorePressure" value="1"/>
    </inkml:brush>
  </inkml:definitions>
  <inkml:trace contextRef="#ctx0" brushRef="#br0">26 39,'-2'5,"-1"4,0 0,0 0,1 1,-1 4,3-13,0 1,0 0,0-1,0 1,0 0,0-1,1 1,-1-1,0 1,1 0,-1-1,1 1,0 0,-1-2,1 1,-1-1,1 1,-1 0,1-1,0 1,-1-1,1 1,0-1,-1 1,1-1,0 0,0 1,0-1,-1 0,1 0,0 1,0-1,0 0,-1 0,1 0,0 0,0 0,0 0,0 0,0-1,0 1,0 0,0 0,0 0,0 0,0-1,0 1,0 0,0-1,0 1,0-1,0 1,0-1,-1 1,1-1,0 0,0 1,0-1,-1 0,1 0,0 0,-1 0,1 1,-1-1,1 0,0-2,-1 1,1 0,0 0,-1-1,0 1,1-1,-1 1,0 0,0-1,0 1,-1-1,1-2,-1 0,0 0,-1 0,1 0,-1 0,0 0,0 0,0 0,-3-4,3 7,-1-1,1 0,-1 1,1-1,-1 1,0 0,0-1,0 2,0-1,0 0,-2 0,1 1</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5:01.301"/>
    </inkml:context>
    <inkml:brush xml:id="br0">
      <inkml:brushProperty name="width" value="0.05" units="cm"/>
      <inkml:brushProperty name="height" value="0.05" units="cm"/>
      <inkml:brushProperty name="ignorePressure" value="1"/>
    </inkml:brush>
  </inkml:definitions>
  <inkml:trace contextRef="#ctx0" brushRef="#br0">254 224,'11'-13,"0"0,-2 0,0-1,0 0,0-3,-7 13,1-1,-1 0,0-1,0 1,-1 0,0 0,0-1,0 1,0-1,-1 1,0-1,0 1,0-1,-1 1,0-1,0 1,0-1,0 4,0-1,0 0,-1 1,1 0,0-1,-1 1,0 0,0 0,1 0,-1 0,0 0,-1 0,1 0,0 1,0-1,-1 1,1-1,-1 1,1 0,-1 0,1 0,-1 1,0-1,0 1,1-1,-1 1,0 0,0 0,1 0,-1 0,0 0,0 1,1 0,-1-1,-1 1,-5 2,0 0,0 0,0 1,1 0,-1 0,1 1,0 0,0 1,-6 5,-2 5,1 0,0 1,1 1,1 0,0 1,2 1,0 0,1 0,1 1,1 0,0 5,6-20,0 1,1-1,0 1,0-1,1 1,0 0,0 3,0-8,0-1,0 1,0-1,1 0,-1 1,0-1,1 0,-1 1,1-1,0 0,-1 0,1 1,0-1,0 0,-1 0,1 0,0 0,0 0,0 0,0 0,0 0,1-1,-1 1,0 0,0-1,1 1,-1-1,0 1,1-1,-1 1,0-1,1 0,-1 0,0 0,1 0,-1 0,1 0,-1 0,7-1,0 0,0-1,0 0,0-1,0 0,0 0,-1 0,0-1,5-3,16-11,19-15,-39 27,40-34,23-24,-39 34,-14 18,-18 11,0 1,0 0,1 0,-1 0,0 0,0 0,0 0,1 0,-1 0,0 0,0 0,0 0,1 0,-1 0,0 0,0 0,0 0,1 0,-1 0,0 0,0 1,0-1,0 0,1 0,-1 0,0 0,0 0,0 0,0 1,1-1,-1 0,0 0,0 0,0 0,0 1,0-1,0 0,0 0,0 0,0 0,0 1,0-1,1 0,-1 0,0 1,-1 4,1 0,-1 0,1 0,-1 0,-1 0,0 3,-173 687,172-679</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5:01.780"/>
    </inkml:context>
    <inkml:brush xml:id="br0">
      <inkml:brushProperty name="width" value="0.05" units="cm"/>
      <inkml:brushProperty name="height" value="0.05" units="cm"/>
      <inkml:brushProperty name="ignorePressure" value="1"/>
    </inkml:brush>
  </inkml:definitions>
  <inkml:trace contextRef="#ctx0" brushRef="#br0">146 46,'64'-20,"-51"15,0 0,1 1,-1 1,1 0,0 1,10-1,-23 3,1 0,-1 0,1 0,-1 0,0 0,1 1,-1-1,0 0,1 1,-1-1,0 1,1-1,-1 1,0 0,0-1,0 1,0 0,0 0,0 0,0 0,0 0,0 0,0 0,0 0,0 0,-1 1,1-1,-1 0,1 0,-1 1,1-1,-1 0,0 1,1-1,-1 1,0-1,0 0,0 1,0-1,0 1,-1 8,0 0,-1 0,0 0,0-1,-2 5,3-12,-45 134,-30 56,18-51,27-63,-93 259,122-331</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5:02.110"/>
    </inkml:context>
    <inkml:brush xml:id="br0">
      <inkml:brushProperty name="width" value="0.05" units="cm"/>
      <inkml:brushProperty name="height" value="0.05" units="cm"/>
      <inkml:brushProperty name="ignorePressure" value="1"/>
    </inkml:brush>
  </inkml:definitions>
  <inkml:trace contextRef="#ctx0" brushRef="#br0">0 150,'0'0,"0"0,8-4,9-4,9-4,9-4,9-4,9-6,-4 3,-11 4,-11 6,-11 5</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5:02.651"/>
    </inkml:context>
    <inkml:brush xml:id="br0">
      <inkml:brushProperty name="width" value="0.05" units="cm"/>
      <inkml:brushProperty name="height" value="0.05" units="cm"/>
      <inkml:brushProperty name="ignorePressure" value="1"/>
    </inkml:brush>
  </inkml:definitions>
  <inkml:trace contextRef="#ctx0" brushRef="#br0">240 128,'1'-4,"0"-1,-1 0,1 1,-1-1,1 0,-1 0,-1 1,1-1,-1 0,0 0,0 1,0-1,-1 1,1-1,-1 1,0-1,0 1,-1 0,-2-3,3 4,0 0,0 1,-1-1,1 1,-1 0,1-1,-1 1,0 0,0 1,0-1,0 0,0 1,0 0,-1 0,1 0,0 0,-1 0,1 1,0-1,-1 1,1 0,-1 0,1 0,-1 1,1-1,0 1,-1 0,1 0,-3 1,0 1,0 0,1 0,-1 1,1 0,0-1,0 2,0-1,0 1,1 0,0 0,0 0,0 0,1 1,-1-1,1 1,1 0,-2 4,-5 12,1 1,1 0,1 0,0 11,1-8,2 1,0 0,2 1,1-1,3 13,-2-29,0 1,1-1,1 0,-1 1,2-2,0 1,0 0,1-1,0 1,1-1,0-1,1 1,0-1,1 1,-4-6,0-1,0 0,0 0,0 0,0-1,1 1,-1-1,1 0,0-1,-1 1,1-1,0 0,0 0,0 0,0 0,0-1,0 0,0 0,0-1,0 1,0-1,0 0,0 0,0-1,0 0,-1 0,1 0,5-3</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5:03.299"/>
    </inkml:context>
    <inkml:brush xml:id="br0">
      <inkml:brushProperty name="width" value="0.05" units="cm"/>
      <inkml:brushProperty name="height" value="0.05" units="cm"/>
      <inkml:brushProperty name="ignorePressure" value="1"/>
    </inkml:brush>
  </inkml:definitions>
  <inkml:trace contextRef="#ctx0" brushRef="#br0">0 469,'15'-64,"2"1,4 0,2 1,3 1,11-16,-36 75,4-7,-1 0,1 0,1 0,-1 1,2-1,-1 1,3-1,-9 9,1-1,-1 1,1-1,-1 1,1-1,-1 1,1-1,0 1,-1 0,1-1,0 1,-1 0,1-1,0 1,0 0,-1 0,1 0,0 0,-1 0,1 0,0 0,0 0,-1 0,1 0,0 0,0 0,-1 1,1-1,0 0,-1 0,1 1,0-1,-1 0,1 1,0-1,-1 1,1-1,-1 1,1-1,-1 1,1 0,-1-1,0 1,1-1,-1 1,1 0,-1-1,0 1,0 0,1 0,1 5,0 0,0 0,0 0,-1 1,0 2,5 42,-3 0,-2 0,-5 30,2 15,2-90,3-5,4-14,10-32,-15 37,1 0,50-125,-45 114,2 0,0 1,1 0,1 1,9-11,-20 27,0 0,0-1,0 1,1 0,-1-1,0 1,1 0,-1 0,1 0,-1 0,1 1,-1-1,1 0,0 1,-1-1,1 1,0-1,-1 1,2 0,-2 0,0 0,0 0,0 1,0-1,0 1,0-1,0 1,0-1,0 1,0 0,0-1,0 1,0 0,-1 0,1-1,0 1,0 0,-1 0,1 0,-1 0,1 0,-1 0,4 7,-1 0,-1 0,0 1,0-1,0 0,-1 1,0 1,2 64,-2 0,-4 0,-4-1,-2 1,-9 26,14-82</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5:04.162"/>
    </inkml:context>
    <inkml:brush xml:id="br0">
      <inkml:brushProperty name="width" value="0.05" units="cm"/>
      <inkml:brushProperty name="height" value="0.05" units="cm"/>
      <inkml:brushProperty name="ignorePressure" value="1"/>
    </inkml:brush>
  </inkml:definitions>
  <inkml:trace contextRef="#ctx0" brushRef="#br0">1 45,'24'-2,"0"-1,-1-2,20-6,36-6,-75 17,57-6,-57 6,0 0,0 0,0 1,0-1,-1 1,1 0,0 0,0 0,-1 0,1 1,-1-1,1 1,-1 0,1 1,-3-2,0 1,0-1,0 0,0 1,0-1,0 1,0-1,0 1,-1 0,1-1,-1 1,1-1,-1 1,0 0,0 0,0-1,0 1,0 0,0-1,0 1,0 0,-1 0,1-1,-1 1,1 0,-1-1,1 1,-1-1,0 1,0-1,-1 2,-3 5,0 1,-1-1,0 0,-6 5,1-2,-1 0,-11 8,-19 16,70-36,-12-1,0 1,1 1,-1 1,0 0,2 1,-9-1,0 1,0 0,0 1,0 0,0 0,0 1,-1 0,0 0,5 4,-12-7,1-1,-1 1,1 0,-1 0,0 0,0 0,1 1,-1-1,0 0,0 0,0 1,0-1,0 1,-1-1,1 1,0-1,-1 1,1-1,-1 1,1-1,-1 1,0 0,0-1,0 1,0 0,0-1,0 1,0 0,0-1,-1 1,1 0,0-1,-1 1,0-1,1 1,-1-1,0 1,0-1,0 1,0-1,-4 5,1-1,-1 0,0-1,0 1,-1-1,0 0,1 0,-1-1,-3 2,-20 8,0-1,-1-2,0 0,-16 1,-125 20,155-29</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5:06.240"/>
    </inkml:context>
    <inkml:brush xml:id="br0">
      <inkml:brushProperty name="width" value="0.05" units="cm"/>
      <inkml:brushProperty name="height" value="0.05" units="cm"/>
      <inkml:brushProperty name="ignorePressure" value="1"/>
    </inkml:brush>
  </inkml:definitions>
  <inkml:trace contextRef="#ctx0" brushRef="#br0">368 1,'-13'11,"1"2,0-1,1 1,1 1,-3 4,-43 77,19-23,4 0,3 3,3 0,-12 59,15-30,5 1,4 0,3 35,8-68,5 50,0-96,2 1,1-2,1 1,1 0,1-1,3 6,-8-25,1 0,0-1,0 1,0 0,0-1,1 0,0 0,0 0,1 0,4 3,-7-6,0 0,1-1,0 1,-1-1,1 1,0-1,0 0,0 0,0 0,0-1,0 1,0-1,0 0,0 1,0-1,0-1,0 1,0 0,0-1,0 1,0-1,2-1,0 0,0 0,1 0,-1 0,0-1,0 0,-1 0,1-1,-1 1,1-1,-1 0,0 0,3-4,-3 2</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5:06.860"/>
    </inkml:context>
    <inkml:brush xml:id="br0">
      <inkml:brushProperty name="width" value="0.05" units="cm"/>
      <inkml:brushProperty name="height" value="0.05" units="cm"/>
      <inkml:brushProperty name="ignorePressure" value="1"/>
    </inkml:brush>
  </inkml:definitions>
  <inkml:trace contextRef="#ctx0" brushRef="#br0">13 446,'4'-29,"1"0,0 0,3 1,0 0,2 0,0 1,8-11,-9 20,1 1,0 0,2 1,0 0,1 1,0 0,1 1,1 0,0 1,1 1,3-2,-13 10,0 1,1-1,-1 1,1 0,-1 1,1 0,0 0,0 0,0 1,0 0,6-1,-10 3,1-1,0 0,-1 1,1-1,-1 1,1 0,-1 1,1-1,-1 0,0 1,0 0,1 0,-1 0,0 0,-1 0,1 0,0 1,-1 0,1-1,-1 1,0 0,0 0,2 3,2 6,0 1,-1 0,-1 0,0 0,0 1,-1-1,-1 1,0 0,-1 0,-1 11,-1 17,-1 0,-3-1,-2 2,-1 1,-2 0,-1 0,-3-1,-11 22,13-39,0 1,-2-2,-1 0,-2 0,0-2,-1 0,-11 10,19-23,0-1,-1-1,0 1,0-2,-1 1,0-1,-8 3,15-8,0-1,1 1,-1-1,0 0,0 0,0 0,0-1,0 1,0-1,-2-1,4 1,0-1,0 1,0-1,0 0,0 0,0 0,0-1,1 1,-1-1,1 1,-1-1,1 0,-1 0,1 0,0 0,0 0,-1-3,1 3,0 0,0-1,0 0,1 1,0-1,-1 0,1 0,0 0,0 0,1 1,-1-1,1-1,-1 1,1 0,0 0,0 0,0 0,0 0,1 0,-1 0,1 0,0 0,0 0,0 0,0 1,1-1,-1 0,1 1,-1-1,1 0,0 1,0 0,2-2,2-3,0 2,1-1,0 1,0 0,0 0,0 1,1-1,0 2,-1-1,2 1,5-1,-1 1,1 0,0 1,0 1,0 1,0 0,0 0,0 1,0 1,0 0,-1 1,1 1,-1 0,4 2,1 2,0 0,-1 2,1 0,-2 0,0 2,0 0,-1 1,0 1,1 2,-13-13</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5:07.463"/>
    </inkml:context>
    <inkml:brush xml:id="br0">
      <inkml:brushProperty name="width" value="0.05" units="cm"/>
      <inkml:brushProperty name="height" value="0.05" units="cm"/>
      <inkml:brushProperty name="ignorePressure" value="1"/>
    </inkml:brush>
  </inkml:definitions>
  <inkml:trace contextRef="#ctx0" brushRef="#br0">239 554,'-6'-10,"0"0,-1 1,0-1,0 1,-1 1,0 0,-2-2,6 7,0-1,0 1,0 0,0 0,-1 0,1 1,-1 0,0 0,1 0,-1 0,0 1,0-1,0 1,0 1,0-1,-1 1,1-1,1 2,0 0,0 1,0-1,1 1,-1-1,0 1,1 0,-1 1,1-1,0 0,0 1,0 0,0 0,0 0,1 0,-1 0,1 0,0 1,0-1,0 1,0 0,0-1,0 4,-3 6,0 1,1 0,1 0,0 1,1-1,0 1,2-5,0-1,0 1,0 0,1-1,1 1,0 0,3 8,-5-16,1 0,0 0,-1 0,1-1,0 1,0 0,0-1,0 1,1-1,-1 1,0-1,1 1,-1-1,1 0,-1 0,1 0,0 0,0 0,0 0,0-1,0 0,0 1,0-1,0 0,0 0,0-1,0 1,-1 0,1-1,0 1,0-1,0 1,0-1,0 0,0 0,-1 0,1 0,0 0,-1 0,2-2,7-5,0 0,-1-1,0 0,0 0,-1-1,-1 0,2-2,13-25,9-18,-27 48,34-70,-4-1,1-11,50-163,-72 211,-25 126,-9 65,7 0,7 1,8 71,0-202</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5:07.942"/>
    </inkml:context>
    <inkml:brush xml:id="br0">
      <inkml:brushProperty name="width" value="0.05" units="cm"/>
      <inkml:brushProperty name="height" value="0.05" units="cm"/>
      <inkml:brushProperty name="ignorePressure" value="1"/>
    </inkml:brush>
  </inkml:definitions>
  <inkml:trace contextRef="#ctx0" brushRef="#br0">7 671,'-3'-31,"0"0,2 1,1-1,2 0,1 1,4-17,4-6,2 0,2 1,7-11,-11 34,1-1,1 2,1 0,2 0,9-10,-22 34,0-1,1 1,0 0,-1 1,2-1,-1 1,2-2,-5 4,0 1,0-1,0 1,0-1,0 1,0-1,0 1,0 0,0-1,0 1,0 0,0 0,1 0,-1 0,0 0,0 0,0 0,0 0,0 0,0 1,1-1,-1 0,0 1,0-1,0 1,0-1,0 1,0-1,-1 1,1 0,0 0,0-1,0 1,-1 0,1 0,0 1,2 2,0 1,-1 0,0-1,0 1,0 1,0-1,-1 0,0 0,0 0,0 1,-1-1,0 1,0 4,-1 4,0 1,-1 0,-1 0,-2 6,3-12,-1 0,0 0,0-1,-1 1,0-1,0 0,-1 0,0-1,-1 1,0-1,0 0,0-1,-1 1,0-1,0-1,-1 1,1-1,-1 0,0-1,0 0,-1 0,0-1,1 0,-6 0,4-1</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5:08.272"/>
    </inkml:context>
    <inkml:brush xml:id="br0">
      <inkml:brushProperty name="width" value="0.05" units="cm"/>
      <inkml:brushProperty name="height" value="0.05" units="cm"/>
      <inkml:brushProperty name="ignorePressure" value="1"/>
    </inkml:brush>
  </inkml:definitions>
  <inkml:trace contextRef="#ctx0" brushRef="#br0">19 41,'0'0,"0"0,0 0,0 0,0 0,-4-6,0-3,0 0,1 1,1 3,1 2</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5:08.617"/>
    </inkml:context>
    <inkml:brush xml:id="br0">
      <inkml:brushProperty name="width" value="0.05" units="cm"/>
      <inkml:brushProperty name="height" value="0.05" units="cm"/>
      <inkml:brushProperty name="ignorePressure" value="1"/>
    </inkml:brush>
  </inkml:definitions>
  <inkml:trace contextRef="#ctx0" brushRef="#br0">1 0,'0'0,"0"0,0 0,0 0,0 0</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4-08T05:45:08.959"/>
    </inkml:context>
    <inkml:brush xml:id="br0">
      <inkml:brushProperty name="width" value="0.05" units="cm"/>
      <inkml:brushProperty name="height" value="0.05" units="cm"/>
      <inkml:brushProperty name="ignorePressure" value="1"/>
    </inkml:brush>
  </inkml:definitions>
  <inkml:trace contextRef="#ctx0" brushRef="#br0">0 0,'5'1,"-1"1,1 0,-1 0,0 0,0 0,0 1,0-1,0 1,-1 0,1 0,-1 1,0-1,0 1,0 0,0-1,1 4,6 9,-1 0,0 1,2 10,7 18,-3 1,-1 1,-3 0,1 19,-2 4,-3 1,-3 50,-5-87,-1 1,-1-1,-2-1,-2 1,-10 32,10-46,0 0,-1-1,-1 0,-1 0,-1-1,0 0,-1-1,-1 0,-1-1,-4 3,1-4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6/2/2021</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6/2/2021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6/2/2021</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6/2/2021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6/2/2021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6/2/2021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6/2/2021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6/2/2021</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6/2/2021</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6/2/2021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6/2/2021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6/2/2021</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17" Type="http://schemas.openxmlformats.org/officeDocument/2006/relationships/customXml" Target="../ink/ink62.xml"/><Relationship Id="rId299" Type="http://schemas.openxmlformats.org/officeDocument/2006/relationships/image" Target="../media/image147.png"/><Relationship Id="rId303" Type="http://schemas.openxmlformats.org/officeDocument/2006/relationships/image" Target="../media/image149.png"/><Relationship Id="rId21" Type="http://schemas.openxmlformats.org/officeDocument/2006/relationships/image" Target="../media/image12.png"/><Relationship Id="rId42" Type="http://schemas.openxmlformats.org/officeDocument/2006/relationships/image" Target="../media/image22.png"/><Relationship Id="rId63" Type="http://schemas.openxmlformats.org/officeDocument/2006/relationships/image" Target="../media/image32.png"/><Relationship Id="rId84" Type="http://schemas.openxmlformats.org/officeDocument/2006/relationships/image" Target="../media/image42.png"/><Relationship Id="rId138" Type="http://schemas.openxmlformats.org/officeDocument/2006/relationships/image" Target="../media/image68.png"/><Relationship Id="rId159" Type="http://schemas.openxmlformats.org/officeDocument/2006/relationships/image" Target="../media/image78.png"/><Relationship Id="rId170" Type="http://schemas.openxmlformats.org/officeDocument/2006/relationships/customXml" Target="../ink/ink89.xml"/><Relationship Id="rId191" Type="http://schemas.openxmlformats.org/officeDocument/2006/relationships/customXml" Target="../ink/ink100.xml"/><Relationship Id="rId205" Type="http://schemas.openxmlformats.org/officeDocument/2006/relationships/image" Target="../media/image100.png"/><Relationship Id="rId226" Type="http://schemas.openxmlformats.org/officeDocument/2006/relationships/customXml" Target="../ink/ink118.xml"/><Relationship Id="rId247" Type="http://schemas.openxmlformats.org/officeDocument/2006/relationships/image" Target="../media/image121.png"/><Relationship Id="rId107" Type="http://schemas.openxmlformats.org/officeDocument/2006/relationships/customXml" Target="../ink/ink57.xml"/><Relationship Id="rId268" Type="http://schemas.openxmlformats.org/officeDocument/2006/relationships/customXml" Target="../ink/ink139.xml"/><Relationship Id="rId289" Type="http://schemas.openxmlformats.org/officeDocument/2006/relationships/image" Target="../media/image142.png"/><Relationship Id="rId11" Type="http://schemas.openxmlformats.org/officeDocument/2006/relationships/customXml" Target="../ink/ink6.xml"/><Relationship Id="rId32" Type="http://schemas.openxmlformats.org/officeDocument/2006/relationships/customXml" Target="../ink/ink17.xml"/><Relationship Id="rId53" Type="http://schemas.openxmlformats.org/officeDocument/2006/relationships/customXml" Target="../ink/ink28.xml"/><Relationship Id="rId74" Type="http://schemas.openxmlformats.org/officeDocument/2006/relationships/customXml" Target="../ink/ink39.xml"/><Relationship Id="rId128" Type="http://schemas.openxmlformats.org/officeDocument/2006/relationships/image" Target="../media/image63.png"/><Relationship Id="rId149" Type="http://schemas.openxmlformats.org/officeDocument/2006/relationships/customXml" Target="../ink/ink78.xml"/><Relationship Id="rId5" Type="http://schemas.openxmlformats.org/officeDocument/2006/relationships/image" Target="../media/image5.png"/><Relationship Id="rId95" Type="http://schemas.openxmlformats.org/officeDocument/2006/relationships/image" Target="../media/image47.png"/><Relationship Id="rId160" Type="http://schemas.openxmlformats.org/officeDocument/2006/relationships/customXml" Target="../ink/ink84.xml"/><Relationship Id="rId181" Type="http://schemas.openxmlformats.org/officeDocument/2006/relationships/customXml" Target="../ink/ink95.xml"/><Relationship Id="rId216" Type="http://schemas.openxmlformats.org/officeDocument/2006/relationships/customXml" Target="../ink/ink113.xml"/><Relationship Id="rId237" Type="http://schemas.openxmlformats.org/officeDocument/2006/relationships/image" Target="../media/image116.png"/><Relationship Id="rId258" Type="http://schemas.openxmlformats.org/officeDocument/2006/relationships/customXml" Target="../ink/ink134.xml"/><Relationship Id="rId279" Type="http://schemas.openxmlformats.org/officeDocument/2006/relationships/image" Target="../media/image137.png"/><Relationship Id="rId22" Type="http://schemas.openxmlformats.org/officeDocument/2006/relationships/customXml" Target="../ink/ink12.xml"/><Relationship Id="rId43" Type="http://schemas.openxmlformats.org/officeDocument/2006/relationships/customXml" Target="../ink/ink23.xml"/><Relationship Id="rId64" Type="http://schemas.openxmlformats.org/officeDocument/2006/relationships/customXml" Target="../ink/ink34.xml"/><Relationship Id="rId118" Type="http://schemas.openxmlformats.org/officeDocument/2006/relationships/image" Target="../media/image58.png"/><Relationship Id="rId139" Type="http://schemas.openxmlformats.org/officeDocument/2006/relationships/customXml" Target="../ink/ink73.xml"/><Relationship Id="rId290" Type="http://schemas.openxmlformats.org/officeDocument/2006/relationships/customXml" Target="../ink/ink150.xml"/><Relationship Id="rId85" Type="http://schemas.openxmlformats.org/officeDocument/2006/relationships/customXml" Target="../ink/ink45.xml"/><Relationship Id="rId150" Type="http://schemas.openxmlformats.org/officeDocument/2006/relationships/image" Target="../media/image74.png"/><Relationship Id="rId171" Type="http://schemas.openxmlformats.org/officeDocument/2006/relationships/image" Target="../media/image84.png"/><Relationship Id="rId192" Type="http://schemas.openxmlformats.org/officeDocument/2006/relationships/image" Target="../media/image94.png"/><Relationship Id="rId206" Type="http://schemas.openxmlformats.org/officeDocument/2006/relationships/customXml" Target="../ink/ink108.xml"/><Relationship Id="rId227" Type="http://schemas.openxmlformats.org/officeDocument/2006/relationships/image" Target="../media/image111.png"/><Relationship Id="rId248" Type="http://schemas.openxmlformats.org/officeDocument/2006/relationships/customXml" Target="../ink/ink129.xml"/><Relationship Id="rId269" Type="http://schemas.openxmlformats.org/officeDocument/2006/relationships/image" Target="../media/image132.png"/><Relationship Id="rId12" Type="http://schemas.openxmlformats.org/officeDocument/2006/relationships/image" Target="../media/image8.png"/><Relationship Id="rId33" Type="http://schemas.openxmlformats.org/officeDocument/2006/relationships/customXml" Target="../ink/ink18.xml"/><Relationship Id="rId108" Type="http://schemas.openxmlformats.org/officeDocument/2006/relationships/image" Target="../media/image53.png"/><Relationship Id="rId129" Type="http://schemas.openxmlformats.org/officeDocument/2006/relationships/customXml" Target="../ink/ink68.xml"/><Relationship Id="rId280" Type="http://schemas.openxmlformats.org/officeDocument/2006/relationships/customXml" Target="../ink/ink145.xml"/><Relationship Id="rId54" Type="http://schemas.openxmlformats.org/officeDocument/2006/relationships/image" Target="../media/image28.png"/><Relationship Id="rId75" Type="http://schemas.openxmlformats.org/officeDocument/2006/relationships/image" Target="../media/image38.png"/><Relationship Id="rId96" Type="http://schemas.openxmlformats.org/officeDocument/2006/relationships/customXml" Target="../ink/ink51.xml"/><Relationship Id="rId140" Type="http://schemas.openxmlformats.org/officeDocument/2006/relationships/image" Target="../media/image69.png"/><Relationship Id="rId161" Type="http://schemas.openxmlformats.org/officeDocument/2006/relationships/image" Target="../media/image79.png"/><Relationship Id="rId182" Type="http://schemas.openxmlformats.org/officeDocument/2006/relationships/image" Target="../media/image89.png"/><Relationship Id="rId217" Type="http://schemas.openxmlformats.org/officeDocument/2006/relationships/image" Target="../media/image106.png"/><Relationship Id="rId6" Type="http://schemas.openxmlformats.org/officeDocument/2006/relationships/customXml" Target="../ink/ink3.xml"/><Relationship Id="rId238" Type="http://schemas.openxmlformats.org/officeDocument/2006/relationships/customXml" Target="../ink/ink124.xml"/><Relationship Id="rId259" Type="http://schemas.openxmlformats.org/officeDocument/2006/relationships/image" Target="../media/image127.png"/><Relationship Id="rId23" Type="http://schemas.openxmlformats.org/officeDocument/2006/relationships/image" Target="../media/image13.png"/><Relationship Id="rId119" Type="http://schemas.openxmlformats.org/officeDocument/2006/relationships/customXml" Target="../ink/ink63.xml"/><Relationship Id="rId270" Type="http://schemas.openxmlformats.org/officeDocument/2006/relationships/customXml" Target="../ink/ink140.xml"/><Relationship Id="rId291" Type="http://schemas.openxmlformats.org/officeDocument/2006/relationships/image" Target="../media/image143.png"/><Relationship Id="rId44" Type="http://schemas.openxmlformats.org/officeDocument/2006/relationships/image" Target="../media/image23.png"/><Relationship Id="rId65" Type="http://schemas.openxmlformats.org/officeDocument/2006/relationships/image" Target="../media/image33.png"/><Relationship Id="rId86" Type="http://schemas.openxmlformats.org/officeDocument/2006/relationships/image" Target="../media/image43.png"/><Relationship Id="rId130" Type="http://schemas.openxmlformats.org/officeDocument/2006/relationships/image" Target="../media/image64.png"/><Relationship Id="rId151" Type="http://schemas.openxmlformats.org/officeDocument/2006/relationships/customXml" Target="../ink/ink79.xml"/><Relationship Id="rId172" Type="http://schemas.openxmlformats.org/officeDocument/2006/relationships/customXml" Target="../ink/ink90.xml"/><Relationship Id="rId193" Type="http://schemas.openxmlformats.org/officeDocument/2006/relationships/customXml" Target="../ink/ink101.xml"/><Relationship Id="rId207" Type="http://schemas.openxmlformats.org/officeDocument/2006/relationships/image" Target="../media/image101.png"/><Relationship Id="rId228" Type="http://schemas.openxmlformats.org/officeDocument/2006/relationships/customXml" Target="../ink/ink119.xml"/><Relationship Id="rId249" Type="http://schemas.openxmlformats.org/officeDocument/2006/relationships/image" Target="../media/image122.png"/><Relationship Id="rId13" Type="http://schemas.openxmlformats.org/officeDocument/2006/relationships/customXml" Target="../ink/ink7.xml"/><Relationship Id="rId109" Type="http://schemas.openxmlformats.org/officeDocument/2006/relationships/customXml" Target="../ink/ink58.xml"/><Relationship Id="rId260" Type="http://schemas.openxmlformats.org/officeDocument/2006/relationships/customXml" Target="../ink/ink135.xml"/><Relationship Id="rId281" Type="http://schemas.openxmlformats.org/officeDocument/2006/relationships/image" Target="../media/image138.png"/><Relationship Id="rId34" Type="http://schemas.openxmlformats.org/officeDocument/2006/relationships/image" Target="../media/image18.png"/><Relationship Id="rId55" Type="http://schemas.openxmlformats.org/officeDocument/2006/relationships/customXml" Target="../ink/ink29.xml"/><Relationship Id="rId76" Type="http://schemas.openxmlformats.org/officeDocument/2006/relationships/customXml" Target="../ink/ink40.xml"/><Relationship Id="rId97" Type="http://schemas.openxmlformats.org/officeDocument/2006/relationships/image" Target="../media/image48.png"/><Relationship Id="rId120" Type="http://schemas.openxmlformats.org/officeDocument/2006/relationships/image" Target="../media/image59.png"/><Relationship Id="rId141" Type="http://schemas.openxmlformats.org/officeDocument/2006/relationships/customXml" Target="../ink/ink74.xml"/><Relationship Id="rId7" Type="http://schemas.openxmlformats.org/officeDocument/2006/relationships/image" Target="../media/image6.png"/><Relationship Id="rId162" Type="http://schemas.openxmlformats.org/officeDocument/2006/relationships/customXml" Target="../ink/ink85.xml"/><Relationship Id="rId183" Type="http://schemas.openxmlformats.org/officeDocument/2006/relationships/customXml" Target="../ink/ink96.xml"/><Relationship Id="rId218" Type="http://schemas.openxmlformats.org/officeDocument/2006/relationships/customXml" Target="../ink/ink114.xml"/><Relationship Id="rId239" Type="http://schemas.openxmlformats.org/officeDocument/2006/relationships/image" Target="../media/image117.png"/><Relationship Id="rId2" Type="http://schemas.openxmlformats.org/officeDocument/2006/relationships/customXml" Target="../ink/ink1.xml"/><Relationship Id="rId29" Type="http://schemas.openxmlformats.org/officeDocument/2006/relationships/image" Target="../media/image16.png"/><Relationship Id="rId250" Type="http://schemas.openxmlformats.org/officeDocument/2006/relationships/customXml" Target="../ink/ink130.xml"/><Relationship Id="rId255" Type="http://schemas.openxmlformats.org/officeDocument/2006/relationships/image" Target="../media/image125.png"/><Relationship Id="rId271" Type="http://schemas.openxmlformats.org/officeDocument/2006/relationships/image" Target="../media/image133.png"/><Relationship Id="rId276" Type="http://schemas.openxmlformats.org/officeDocument/2006/relationships/customXml" Target="../ink/ink143.xml"/><Relationship Id="rId292" Type="http://schemas.openxmlformats.org/officeDocument/2006/relationships/customXml" Target="../ink/ink151.xml"/><Relationship Id="rId297" Type="http://schemas.openxmlformats.org/officeDocument/2006/relationships/image" Target="../media/image146.png"/><Relationship Id="rId24" Type="http://schemas.openxmlformats.org/officeDocument/2006/relationships/customXml" Target="../ink/ink13.xml"/><Relationship Id="rId40" Type="http://schemas.openxmlformats.org/officeDocument/2006/relationships/image" Target="../media/image21.png"/><Relationship Id="rId45" Type="http://schemas.openxmlformats.org/officeDocument/2006/relationships/customXml" Target="../ink/ink24.xml"/><Relationship Id="rId66" Type="http://schemas.openxmlformats.org/officeDocument/2006/relationships/customXml" Target="../ink/ink35.xml"/><Relationship Id="rId87" Type="http://schemas.openxmlformats.org/officeDocument/2006/relationships/customXml" Target="../ink/ink46.xml"/><Relationship Id="rId110" Type="http://schemas.openxmlformats.org/officeDocument/2006/relationships/image" Target="../media/image54.png"/><Relationship Id="rId115" Type="http://schemas.openxmlformats.org/officeDocument/2006/relationships/customXml" Target="../ink/ink61.xml"/><Relationship Id="rId131" Type="http://schemas.openxmlformats.org/officeDocument/2006/relationships/customXml" Target="../ink/ink69.xml"/><Relationship Id="rId136" Type="http://schemas.openxmlformats.org/officeDocument/2006/relationships/image" Target="../media/image67.png"/><Relationship Id="rId157" Type="http://schemas.openxmlformats.org/officeDocument/2006/relationships/image" Target="../media/image77.png"/><Relationship Id="rId178" Type="http://schemas.openxmlformats.org/officeDocument/2006/relationships/image" Target="../media/image87.png"/><Relationship Id="rId301" Type="http://schemas.openxmlformats.org/officeDocument/2006/relationships/image" Target="../media/image148.png"/><Relationship Id="rId61" Type="http://schemas.openxmlformats.org/officeDocument/2006/relationships/image" Target="../media/image31.png"/><Relationship Id="rId82" Type="http://schemas.openxmlformats.org/officeDocument/2006/relationships/image" Target="../media/image41.png"/><Relationship Id="rId152" Type="http://schemas.openxmlformats.org/officeDocument/2006/relationships/image" Target="../media/image75.png"/><Relationship Id="rId173" Type="http://schemas.openxmlformats.org/officeDocument/2006/relationships/customXml" Target="../ink/ink91.xml"/><Relationship Id="rId194" Type="http://schemas.openxmlformats.org/officeDocument/2006/relationships/image" Target="../media/image95.png"/><Relationship Id="rId199" Type="http://schemas.openxmlformats.org/officeDocument/2006/relationships/image" Target="../media/image97.png"/><Relationship Id="rId203" Type="http://schemas.openxmlformats.org/officeDocument/2006/relationships/image" Target="../media/image99.png"/><Relationship Id="rId208" Type="http://schemas.openxmlformats.org/officeDocument/2006/relationships/customXml" Target="../ink/ink109.xml"/><Relationship Id="rId229" Type="http://schemas.openxmlformats.org/officeDocument/2006/relationships/image" Target="../media/image112.png"/><Relationship Id="rId19" Type="http://schemas.openxmlformats.org/officeDocument/2006/relationships/customXml" Target="../ink/ink10.xml"/><Relationship Id="rId224" Type="http://schemas.openxmlformats.org/officeDocument/2006/relationships/customXml" Target="../ink/ink117.xml"/><Relationship Id="rId240" Type="http://schemas.openxmlformats.org/officeDocument/2006/relationships/customXml" Target="../ink/ink125.xml"/><Relationship Id="rId245" Type="http://schemas.openxmlformats.org/officeDocument/2006/relationships/image" Target="../media/image120.png"/><Relationship Id="rId261" Type="http://schemas.openxmlformats.org/officeDocument/2006/relationships/image" Target="../media/image128.png"/><Relationship Id="rId266" Type="http://schemas.openxmlformats.org/officeDocument/2006/relationships/customXml" Target="../ink/ink138.xml"/><Relationship Id="rId287" Type="http://schemas.openxmlformats.org/officeDocument/2006/relationships/image" Target="../media/image141.png"/><Relationship Id="rId14" Type="http://schemas.openxmlformats.org/officeDocument/2006/relationships/image" Target="../media/image9.png"/><Relationship Id="rId30" Type="http://schemas.openxmlformats.org/officeDocument/2006/relationships/customXml" Target="../ink/ink16.xml"/><Relationship Id="rId35" Type="http://schemas.openxmlformats.org/officeDocument/2006/relationships/customXml" Target="../ink/ink19.xml"/><Relationship Id="rId56" Type="http://schemas.openxmlformats.org/officeDocument/2006/relationships/image" Target="../media/image29.png"/><Relationship Id="rId77" Type="http://schemas.openxmlformats.org/officeDocument/2006/relationships/image" Target="../media/image39.png"/><Relationship Id="rId100" Type="http://schemas.openxmlformats.org/officeDocument/2006/relationships/customXml" Target="../ink/ink53.xml"/><Relationship Id="rId105" Type="http://schemas.openxmlformats.org/officeDocument/2006/relationships/customXml" Target="../ink/ink56.xml"/><Relationship Id="rId126" Type="http://schemas.openxmlformats.org/officeDocument/2006/relationships/image" Target="../media/image62.png"/><Relationship Id="rId147" Type="http://schemas.openxmlformats.org/officeDocument/2006/relationships/customXml" Target="../ink/ink77.xml"/><Relationship Id="rId168" Type="http://schemas.openxmlformats.org/officeDocument/2006/relationships/customXml" Target="../ink/ink88.xml"/><Relationship Id="rId282" Type="http://schemas.openxmlformats.org/officeDocument/2006/relationships/customXml" Target="../ink/ink146.xml"/><Relationship Id="rId8" Type="http://schemas.openxmlformats.org/officeDocument/2006/relationships/customXml" Target="../ink/ink4.xml"/><Relationship Id="rId51" Type="http://schemas.openxmlformats.org/officeDocument/2006/relationships/customXml" Target="../ink/ink27.xml"/><Relationship Id="rId72" Type="http://schemas.openxmlformats.org/officeDocument/2006/relationships/customXml" Target="../ink/ink38.xml"/><Relationship Id="rId93" Type="http://schemas.openxmlformats.org/officeDocument/2006/relationships/customXml" Target="../ink/ink49.xml"/><Relationship Id="rId98" Type="http://schemas.openxmlformats.org/officeDocument/2006/relationships/customXml" Target="../ink/ink52.xml"/><Relationship Id="rId121" Type="http://schemas.openxmlformats.org/officeDocument/2006/relationships/customXml" Target="../ink/ink64.xml"/><Relationship Id="rId142" Type="http://schemas.openxmlformats.org/officeDocument/2006/relationships/image" Target="../media/image70.png"/><Relationship Id="rId163" Type="http://schemas.openxmlformats.org/officeDocument/2006/relationships/image" Target="../media/image80.png"/><Relationship Id="rId184" Type="http://schemas.openxmlformats.org/officeDocument/2006/relationships/image" Target="../media/image90.png"/><Relationship Id="rId189" Type="http://schemas.openxmlformats.org/officeDocument/2006/relationships/customXml" Target="../ink/ink99.xml"/><Relationship Id="rId219" Type="http://schemas.openxmlformats.org/officeDocument/2006/relationships/image" Target="../media/image107.png"/><Relationship Id="rId3" Type="http://schemas.openxmlformats.org/officeDocument/2006/relationships/image" Target="../media/image4.png"/><Relationship Id="rId214" Type="http://schemas.openxmlformats.org/officeDocument/2006/relationships/customXml" Target="../ink/ink112.xml"/><Relationship Id="rId230" Type="http://schemas.openxmlformats.org/officeDocument/2006/relationships/customXml" Target="../ink/ink120.xml"/><Relationship Id="rId235" Type="http://schemas.openxmlformats.org/officeDocument/2006/relationships/image" Target="../media/image115.png"/><Relationship Id="rId251" Type="http://schemas.openxmlformats.org/officeDocument/2006/relationships/image" Target="../media/image123.png"/><Relationship Id="rId256" Type="http://schemas.openxmlformats.org/officeDocument/2006/relationships/customXml" Target="../ink/ink133.xml"/><Relationship Id="rId277" Type="http://schemas.openxmlformats.org/officeDocument/2006/relationships/image" Target="../media/image136.png"/><Relationship Id="rId298" Type="http://schemas.openxmlformats.org/officeDocument/2006/relationships/customXml" Target="../ink/ink154.xml"/><Relationship Id="rId25" Type="http://schemas.openxmlformats.org/officeDocument/2006/relationships/image" Target="../media/image14.png"/><Relationship Id="rId46" Type="http://schemas.openxmlformats.org/officeDocument/2006/relationships/image" Target="../media/image24.png"/><Relationship Id="rId67" Type="http://schemas.openxmlformats.org/officeDocument/2006/relationships/image" Target="../media/image34.png"/><Relationship Id="rId116" Type="http://schemas.openxmlformats.org/officeDocument/2006/relationships/image" Target="../media/image57.png"/><Relationship Id="rId137" Type="http://schemas.openxmlformats.org/officeDocument/2006/relationships/customXml" Target="../ink/ink72.xml"/><Relationship Id="rId158" Type="http://schemas.openxmlformats.org/officeDocument/2006/relationships/customXml" Target="../ink/ink83.xml"/><Relationship Id="rId272" Type="http://schemas.openxmlformats.org/officeDocument/2006/relationships/customXml" Target="../ink/ink141.xml"/><Relationship Id="rId293" Type="http://schemas.openxmlformats.org/officeDocument/2006/relationships/image" Target="../media/image144.png"/><Relationship Id="rId302" Type="http://schemas.openxmlformats.org/officeDocument/2006/relationships/customXml" Target="../ink/ink156.xml"/><Relationship Id="rId20" Type="http://schemas.openxmlformats.org/officeDocument/2006/relationships/customXml" Target="../ink/ink11.xml"/><Relationship Id="rId41" Type="http://schemas.openxmlformats.org/officeDocument/2006/relationships/customXml" Target="../ink/ink22.xml"/><Relationship Id="rId62" Type="http://schemas.openxmlformats.org/officeDocument/2006/relationships/customXml" Target="../ink/ink33.xml"/><Relationship Id="rId83" Type="http://schemas.openxmlformats.org/officeDocument/2006/relationships/customXml" Target="../ink/ink44.xml"/><Relationship Id="rId88" Type="http://schemas.openxmlformats.org/officeDocument/2006/relationships/image" Target="../media/image44.png"/><Relationship Id="rId111" Type="http://schemas.openxmlformats.org/officeDocument/2006/relationships/customXml" Target="../ink/ink59.xml"/><Relationship Id="rId132" Type="http://schemas.openxmlformats.org/officeDocument/2006/relationships/image" Target="../media/image65.png"/><Relationship Id="rId153" Type="http://schemas.openxmlformats.org/officeDocument/2006/relationships/customXml" Target="../ink/ink80.xml"/><Relationship Id="rId174" Type="http://schemas.openxmlformats.org/officeDocument/2006/relationships/image" Target="../media/image85.png"/><Relationship Id="rId179" Type="http://schemas.openxmlformats.org/officeDocument/2006/relationships/customXml" Target="../ink/ink94.xml"/><Relationship Id="rId195" Type="http://schemas.openxmlformats.org/officeDocument/2006/relationships/customXml" Target="../ink/ink102.xml"/><Relationship Id="rId209" Type="http://schemas.openxmlformats.org/officeDocument/2006/relationships/image" Target="../media/image102.png"/><Relationship Id="rId190" Type="http://schemas.openxmlformats.org/officeDocument/2006/relationships/image" Target="../media/image93.png"/><Relationship Id="rId204" Type="http://schemas.openxmlformats.org/officeDocument/2006/relationships/customXml" Target="../ink/ink107.xml"/><Relationship Id="rId220" Type="http://schemas.openxmlformats.org/officeDocument/2006/relationships/customXml" Target="../ink/ink115.xml"/><Relationship Id="rId225" Type="http://schemas.openxmlformats.org/officeDocument/2006/relationships/image" Target="../media/image110.png"/><Relationship Id="rId241" Type="http://schemas.openxmlformats.org/officeDocument/2006/relationships/image" Target="../media/image118.png"/><Relationship Id="rId246" Type="http://schemas.openxmlformats.org/officeDocument/2006/relationships/customXml" Target="../ink/ink128.xml"/><Relationship Id="rId267" Type="http://schemas.openxmlformats.org/officeDocument/2006/relationships/image" Target="../media/image131.png"/><Relationship Id="rId288" Type="http://schemas.openxmlformats.org/officeDocument/2006/relationships/customXml" Target="../ink/ink149.xml"/><Relationship Id="rId15" Type="http://schemas.openxmlformats.org/officeDocument/2006/relationships/customXml" Target="../ink/ink8.xml"/><Relationship Id="rId36" Type="http://schemas.openxmlformats.org/officeDocument/2006/relationships/image" Target="../media/image19.png"/><Relationship Id="rId57" Type="http://schemas.openxmlformats.org/officeDocument/2006/relationships/customXml" Target="../ink/ink30.xml"/><Relationship Id="rId106" Type="http://schemas.openxmlformats.org/officeDocument/2006/relationships/image" Target="../media/image52.png"/><Relationship Id="rId127" Type="http://schemas.openxmlformats.org/officeDocument/2006/relationships/customXml" Target="../ink/ink67.xml"/><Relationship Id="rId262" Type="http://schemas.openxmlformats.org/officeDocument/2006/relationships/customXml" Target="../ink/ink136.xml"/><Relationship Id="rId283" Type="http://schemas.openxmlformats.org/officeDocument/2006/relationships/image" Target="../media/image139.png"/><Relationship Id="rId10" Type="http://schemas.openxmlformats.org/officeDocument/2006/relationships/image" Target="../media/image7.png"/><Relationship Id="rId31" Type="http://schemas.openxmlformats.org/officeDocument/2006/relationships/image" Target="../media/image17.png"/><Relationship Id="rId52" Type="http://schemas.openxmlformats.org/officeDocument/2006/relationships/image" Target="../media/image27.png"/><Relationship Id="rId73" Type="http://schemas.openxmlformats.org/officeDocument/2006/relationships/image" Target="../media/image37.png"/><Relationship Id="rId78" Type="http://schemas.openxmlformats.org/officeDocument/2006/relationships/customXml" Target="../ink/ink41.xml"/><Relationship Id="rId94" Type="http://schemas.openxmlformats.org/officeDocument/2006/relationships/customXml" Target="../ink/ink50.xml"/><Relationship Id="rId99" Type="http://schemas.openxmlformats.org/officeDocument/2006/relationships/image" Target="../media/image49.png"/><Relationship Id="rId101" Type="http://schemas.openxmlformats.org/officeDocument/2006/relationships/customXml" Target="../ink/ink54.xml"/><Relationship Id="rId122" Type="http://schemas.openxmlformats.org/officeDocument/2006/relationships/image" Target="../media/image60.png"/><Relationship Id="rId143" Type="http://schemas.openxmlformats.org/officeDocument/2006/relationships/customXml" Target="../ink/ink75.xml"/><Relationship Id="rId148" Type="http://schemas.openxmlformats.org/officeDocument/2006/relationships/image" Target="../media/image73.png"/><Relationship Id="rId164" Type="http://schemas.openxmlformats.org/officeDocument/2006/relationships/customXml" Target="../ink/ink86.xml"/><Relationship Id="rId169" Type="http://schemas.openxmlformats.org/officeDocument/2006/relationships/image" Target="../media/image83.png"/><Relationship Id="rId185" Type="http://schemas.openxmlformats.org/officeDocument/2006/relationships/customXml" Target="../ink/ink97.xml"/><Relationship Id="rId4" Type="http://schemas.openxmlformats.org/officeDocument/2006/relationships/customXml" Target="../ink/ink2.xml"/><Relationship Id="rId9" Type="http://schemas.openxmlformats.org/officeDocument/2006/relationships/customXml" Target="../ink/ink5.xml"/><Relationship Id="rId180" Type="http://schemas.openxmlformats.org/officeDocument/2006/relationships/image" Target="../media/image88.png"/><Relationship Id="rId210" Type="http://schemas.openxmlformats.org/officeDocument/2006/relationships/customXml" Target="../ink/ink110.xml"/><Relationship Id="rId215" Type="http://schemas.openxmlformats.org/officeDocument/2006/relationships/image" Target="../media/image105.png"/><Relationship Id="rId236" Type="http://schemas.openxmlformats.org/officeDocument/2006/relationships/customXml" Target="../ink/ink123.xml"/><Relationship Id="rId257" Type="http://schemas.openxmlformats.org/officeDocument/2006/relationships/image" Target="../media/image126.png"/><Relationship Id="rId278" Type="http://schemas.openxmlformats.org/officeDocument/2006/relationships/customXml" Target="../ink/ink144.xml"/><Relationship Id="rId26" Type="http://schemas.openxmlformats.org/officeDocument/2006/relationships/customXml" Target="../ink/ink14.xml"/><Relationship Id="rId231" Type="http://schemas.openxmlformats.org/officeDocument/2006/relationships/image" Target="../media/image113.png"/><Relationship Id="rId252" Type="http://schemas.openxmlformats.org/officeDocument/2006/relationships/customXml" Target="../ink/ink131.xml"/><Relationship Id="rId273" Type="http://schemas.openxmlformats.org/officeDocument/2006/relationships/image" Target="../media/image134.png"/><Relationship Id="rId294" Type="http://schemas.openxmlformats.org/officeDocument/2006/relationships/customXml" Target="../ink/ink152.xml"/><Relationship Id="rId47" Type="http://schemas.openxmlformats.org/officeDocument/2006/relationships/customXml" Target="../ink/ink25.xml"/><Relationship Id="rId68" Type="http://schemas.openxmlformats.org/officeDocument/2006/relationships/customXml" Target="../ink/ink36.xml"/><Relationship Id="rId89" Type="http://schemas.openxmlformats.org/officeDocument/2006/relationships/customXml" Target="../ink/ink47.xml"/><Relationship Id="rId112" Type="http://schemas.openxmlformats.org/officeDocument/2006/relationships/image" Target="../media/image55.png"/><Relationship Id="rId133" Type="http://schemas.openxmlformats.org/officeDocument/2006/relationships/customXml" Target="../ink/ink70.xml"/><Relationship Id="rId154" Type="http://schemas.openxmlformats.org/officeDocument/2006/relationships/customXml" Target="../ink/ink81.xml"/><Relationship Id="rId175" Type="http://schemas.openxmlformats.org/officeDocument/2006/relationships/customXml" Target="../ink/ink92.xml"/><Relationship Id="rId196" Type="http://schemas.openxmlformats.org/officeDocument/2006/relationships/customXml" Target="../ink/ink103.xml"/><Relationship Id="rId200" Type="http://schemas.openxmlformats.org/officeDocument/2006/relationships/customXml" Target="../ink/ink105.xml"/><Relationship Id="rId16" Type="http://schemas.openxmlformats.org/officeDocument/2006/relationships/image" Target="../media/image10.png"/><Relationship Id="rId221" Type="http://schemas.openxmlformats.org/officeDocument/2006/relationships/image" Target="../media/image108.png"/><Relationship Id="rId242" Type="http://schemas.openxmlformats.org/officeDocument/2006/relationships/customXml" Target="../ink/ink126.xml"/><Relationship Id="rId263" Type="http://schemas.openxmlformats.org/officeDocument/2006/relationships/image" Target="../media/image129.png"/><Relationship Id="rId284" Type="http://schemas.openxmlformats.org/officeDocument/2006/relationships/customXml" Target="../ink/ink147.xml"/><Relationship Id="rId37" Type="http://schemas.openxmlformats.org/officeDocument/2006/relationships/customXml" Target="../ink/ink20.xml"/><Relationship Id="rId58" Type="http://schemas.openxmlformats.org/officeDocument/2006/relationships/customXml" Target="../ink/ink31.xml"/><Relationship Id="rId79" Type="http://schemas.openxmlformats.org/officeDocument/2006/relationships/customXml" Target="../ink/ink42.xml"/><Relationship Id="rId102" Type="http://schemas.openxmlformats.org/officeDocument/2006/relationships/image" Target="../media/image50.png"/><Relationship Id="rId123" Type="http://schemas.openxmlformats.org/officeDocument/2006/relationships/customXml" Target="../ink/ink65.xml"/><Relationship Id="rId144" Type="http://schemas.openxmlformats.org/officeDocument/2006/relationships/image" Target="../media/image71.png"/><Relationship Id="rId90" Type="http://schemas.openxmlformats.org/officeDocument/2006/relationships/image" Target="../media/image45.png"/><Relationship Id="rId165" Type="http://schemas.openxmlformats.org/officeDocument/2006/relationships/image" Target="../media/image81.png"/><Relationship Id="rId186" Type="http://schemas.openxmlformats.org/officeDocument/2006/relationships/image" Target="../media/image91.png"/><Relationship Id="rId211" Type="http://schemas.openxmlformats.org/officeDocument/2006/relationships/image" Target="../media/image103.png"/><Relationship Id="rId232" Type="http://schemas.openxmlformats.org/officeDocument/2006/relationships/customXml" Target="../ink/ink121.xml"/><Relationship Id="rId253" Type="http://schemas.openxmlformats.org/officeDocument/2006/relationships/image" Target="../media/image124.png"/><Relationship Id="rId274" Type="http://schemas.openxmlformats.org/officeDocument/2006/relationships/customXml" Target="../ink/ink142.xml"/><Relationship Id="rId295" Type="http://schemas.openxmlformats.org/officeDocument/2006/relationships/image" Target="../media/image145.png"/><Relationship Id="rId27" Type="http://schemas.openxmlformats.org/officeDocument/2006/relationships/image" Target="../media/image15.png"/><Relationship Id="rId48" Type="http://schemas.openxmlformats.org/officeDocument/2006/relationships/image" Target="../media/image25.png"/><Relationship Id="rId69" Type="http://schemas.openxmlformats.org/officeDocument/2006/relationships/image" Target="../media/image35.png"/><Relationship Id="rId113" Type="http://schemas.openxmlformats.org/officeDocument/2006/relationships/customXml" Target="../ink/ink60.xml"/><Relationship Id="rId134" Type="http://schemas.openxmlformats.org/officeDocument/2006/relationships/image" Target="../media/image66.png"/><Relationship Id="rId80" Type="http://schemas.openxmlformats.org/officeDocument/2006/relationships/image" Target="../media/image40.png"/><Relationship Id="rId155" Type="http://schemas.openxmlformats.org/officeDocument/2006/relationships/image" Target="../media/image76.png"/><Relationship Id="rId176" Type="http://schemas.openxmlformats.org/officeDocument/2006/relationships/image" Target="../media/image86.png"/><Relationship Id="rId197" Type="http://schemas.openxmlformats.org/officeDocument/2006/relationships/image" Target="../media/image96.png"/><Relationship Id="rId201" Type="http://schemas.openxmlformats.org/officeDocument/2006/relationships/image" Target="../media/image98.png"/><Relationship Id="rId222" Type="http://schemas.openxmlformats.org/officeDocument/2006/relationships/customXml" Target="../ink/ink116.xml"/><Relationship Id="rId243" Type="http://schemas.openxmlformats.org/officeDocument/2006/relationships/image" Target="../media/image119.png"/><Relationship Id="rId264" Type="http://schemas.openxmlformats.org/officeDocument/2006/relationships/customXml" Target="../ink/ink137.xml"/><Relationship Id="rId285" Type="http://schemas.openxmlformats.org/officeDocument/2006/relationships/image" Target="../media/image140.png"/><Relationship Id="rId17" Type="http://schemas.openxmlformats.org/officeDocument/2006/relationships/customXml" Target="../ink/ink9.xml"/><Relationship Id="rId38" Type="http://schemas.openxmlformats.org/officeDocument/2006/relationships/image" Target="../media/image20.png"/><Relationship Id="rId59" Type="http://schemas.openxmlformats.org/officeDocument/2006/relationships/image" Target="../media/image30.png"/><Relationship Id="rId103" Type="http://schemas.openxmlformats.org/officeDocument/2006/relationships/customXml" Target="../ink/ink55.xml"/><Relationship Id="rId124" Type="http://schemas.openxmlformats.org/officeDocument/2006/relationships/image" Target="../media/image61.png"/><Relationship Id="rId70" Type="http://schemas.openxmlformats.org/officeDocument/2006/relationships/customXml" Target="../ink/ink37.xml"/><Relationship Id="rId91" Type="http://schemas.openxmlformats.org/officeDocument/2006/relationships/customXml" Target="../ink/ink48.xml"/><Relationship Id="rId145" Type="http://schemas.openxmlformats.org/officeDocument/2006/relationships/customXml" Target="../ink/ink76.xml"/><Relationship Id="rId166" Type="http://schemas.openxmlformats.org/officeDocument/2006/relationships/customXml" Target="../ink/ink87.xml"/><Relationship Id="rId187" Type="http://schemas.openxmlformats.org/officeDocument/2006/relationships/customXml" Target="../ink/ink98.xml"/><Relationship Id="rId1" Type="http://schemas.openxmlformats.org/officeDocument/2006/relationships/slideLayout" Target="../slideLayouts/slideLayout5.xml"/><Relationship Id="rId212" Type="http://schemas.openxmlformats.org/officeDocument/2006/relationships/customXml" Target="../ink/ink111.xml"/><Relationship Id="rId233" Type="http://schemas.openxmlformats.org/officeDocument/2006/relationships/image" Target="../media/image114.png"/><Relationship Id="rId254" Type="http://schemas.openxmlformats.org/officeDocument/2006/relationships/customXml" Target="../ink/ink132.xml"/><Relationship Id="rId28" Type="http://schemas.openxmlformats.org/officeDocument/2006/relationships/customXml" Target="../ink/ink15.xml"/><Relationship Id="rId49" Type="http://schemas.openxmlformats.org/officeDocument/2006/relationships/customXml" Target="../ink/ink26.xml"/><Relationship Id="rId114" Type="http://schemas.openxmlformats.org/officeDocument/2006/relationships/image" Target="../media/image56.png"/><Relationship Id="rId275" Type="http://schemas.openxmlformats.org/officeDocument/2006/relationships/image" Target="../media/image135.png"/><Relationship Id="rId296" Type="http://schemas.openxmlformats.org/officeDocument/2006/relationships/customXml" Target="../ink/ink153.xml"/><Relationship Id="rId300" Type="http://schemas.openxmlformats.org/officeDocument/2006/relationships/customXml" Target="../ink/ink155.xml"/><Relationship Id="rId60" Type="http://schemas.openxmlformats.org/officeDocument/2006/relationships/customXml" Target="../ink/ink32.xml"/><Relationship Id="rId81" Type="http://schemas.openxmlformats.org/officeDocument/2006/relationships/customXml" Target="../ink/ink43.xml"/><Relationship Id="rId135" Type="http://schemas.openxmlformats.org/officeDocument/2006/relationships/customXml" Target="../ink/ink71.xml"/><Relationship Id="rId156" Type="http://schemas.openxmlformats.org/officeDocument/2006/relationships/customXml" Target="../ink/ink82.xml"/><Relationship Id="rId177" Type="http://schemas.openxmlformats.org/officeDocument/2006/relationships/customXml" Target="../ink/ink93.xml"/><Relationship Id="rId198" Type="http://schemas.openxmlformats.org/officeDocument/2006/relationships/customXml" Target="../ink/ink104.xml"/><Relationship Id="rId202" Type="http://schemas.openxmlformats.org/officeDocument/2006/relationships/customXml" Target="../ink/ink106.xml"/><Relationship Id="rId223" Type="http://schemas.openxmlformats.org/officeDocument/2006/relationships/image" Target="../media/image109.png"/><Relationship Id="rId244" Type="http://schemas.openxmlformats.org/officeDocument/2006/relationships/customXml" Target="../ink/ink127.xml"/><Relationship Id="rId18" Type="http://schemas.openxmlformats.org/officeDocument/2006/relationships/image" Target="../media/image11.png"/><Relationship Id="rId39" Type="http://schemas.openxmlformats.org/officeDocument/2006/relationships/customXml" Target="../ink/ink21.xml"/><Relationship Id="rId265" Type="http://schemas.openxmlformats.org/officeDocument/2006/relationships/image" Target="../media/image130.png"/><Relationship Id="rId286" Type="http://schemas.openxmlformats.org/officeDocument/2006/relationships/customXml" Target="../ink/ink148.xml"/><Relationship Id="rId50" Type="http://schemas.openxmlformats.org/officeDocument/2006/relationships/image" Target="../media/image26.png"/><Relationship Id="rId104" Type="http://schemas.openxmlformats.org/officeDocument/2006/relationships/image" Target="../media/image51.png"/><Relationship Id="rId125" Type="http://schemas.openxmlformats.org/officeDocument/2006/relationships/customXml" Target="../ink/ink66.xml"/><Relationship Id="rId146" Type="http://schemas.openxmlformats.org/officeDocument/2006/relationships/image" Target="../media/image72.png"/><Relationship Id="rId167" Type="http://schemas.openxmlformats.org/officeDocument/2006/relationships/image" Target="../media/image82.png"/><Relationship Id="rId188" Type="http://schemas.openxmlformats.org/officeDocument/2006/relationships/image" Target="../media/image92.png"/><Relationship Id="rId71" Type="http://schemas.openxmlformats.org/officeDocument/2006/relationships/image" Target="../media/image36.png"/><Relationship Id="rId92" Type="http://schemas.openxmlformats.org/officeDocument/2006/relationships/image" Target="../media/image46.png"/><Relationship Id="rId213" Type="http://schemas.openxmlformats.org/officeDocument/2006/relationships/image" Target="../media/image104.png"/><Relationship Id="rId234" Type="http://schemas.openxmlformats.org/officeDocument/2006/relationships/customXml" Target="../ink/ink122.xml"/></Relationships>
</file>

<file path=ppt/slides/_rels/slide7.xml.rels><?xml version="1.0" encoding="UTF-8" standalone="yes"?>
<Relationships xmlns="http://schemas.openxmlformats.org/package/2006/relationships"><Relationship Id="rId117" Type="http://schemas.openxmlformats.org/officeDocument/2006/relationships/image" Target="../media/image205.png"/><Relationship Id="rId299" Type="http://schemas.openxmlformats.org/officeDocument/2006/relationships/customXml" Target="../ink/ink307.xml"/><Relationship Id="rId21" Type="http://schemas.openxmlformats.org/officeDocument/2006/relationships/image" Target="../media/image159.png"/><Relationship Id="rId63" Type="http://schemas.openxmlformats.org/officeDocument/2006/relationships/customXml" Target="../ink/ink188.xml"/><Relationship Id="rId159" Type="http://schemas.openxmlformats.org/officeDocument/2006/relationships/image" Target="../media/image226.png"/><Relationship Id="rId324" Type="http://schemas.openxmlformats.org/officeDocument/2006/relationships/customXml" Target="../ink/ink320.xml"/><Relationship Id="rId366" Type="http://schemas.openxmlformats.org/officeDocument/2006/relationships/customXml" Target="../ink/ink341.xml"/><Relationship Id="rId170" Type="http://schemas.openxmlformats.org/officeDocument/2006/relationships/customXml" Target="../ink/ink242.xml"/><Relationship Id="rId226" Type="http://schemas.openxmlformats.org/officeDocument/2006/relationships/image" Target="../media/image259.png"/><Relationship Id="rId433" Type="http://schemas.openxmlformats.org/officeDocument/2006/relationships/image" Target="../media/image362.png"/><Relationship Id="rId268" Type="http://schemas.openxmlformats.org/officeDocument/2006/relationships/image" Target="../media/image280.png"/><Relationship Id="rId475" Type="http://schemas.openxmlformats.org/officeDocument/2006/relationships/image" Target="../media/image383.png"/><Relationship Id="rId32" Type="http://schemas.openxmlformats.org/officeDocument/2006/relationships/customXml" Target="../ink/ink172.xml"/><Relationship Id="rId74" Type="http://schemas.openxmlformats.org/officeDocument/2006/relationships/image" Target="../media/image184.png"/><Relationship Id="rId128" Type="http://schemas.openxmlformats.org/officeDocument/2006/relationships/customXml" Target="../ink/ink221.xml"/><Relationship Id="rId335" Type="http://schemas.openxmlformats.org/officeDocument/2006/relationships/image" Target="../media/image313.png"/><Relationship Id="rId377" Type="http://schemas.openxmlformats.org/officeDocument/2006/relationships/image" Target="../media/image334.png"/><Relationship Id="rId5" Type="http://schemas.openxmlformats.org/officeDocument/2006/relationships/image" Target="../media/image151.png"/><Relationship Id="rId181" Type="http://schemas.openxmlformats.org/officeDocument/2006/relationships/image" Target="../media/image237.png"/><Relationship Id="rId237" Type="http://schemas.openxmlformats.org/officeDocument/2006/relationships/customXml" Target="../ink/ink276.xml"/><Relationship Id="rId402" Type="http://schemas.openxmlformats.org/officeDocument/2006/relationships/customXml" Target="../ink/ink359.xml"/><Relationship Id="rId279" Type="http://schemas.openxmlformats.org/officeDocument/2006/relationships/customXml" Target="../ink/ink297.xml"/><Relationship Id="rId444" Type="http://schemas.openxmlformats.org/officeDocument/2006/relationships/customXml" Target="../ink/ink380.xml"/><Relationship Id="rId486" Type="http://schemas.openxmlformats.org/officeDocument/2006/relationships/customXml" Target="../ink/ink401.xml"/><Relationship Id="rId43" Type="http://schemas.openxmlformats.org/officeDocument/2006/relationships/image" Target="../media/image169.png"/><Relationship Id="rId139" Type="http://schemas.openxmlformats.org/officeDocument/2006/relationships/image" Target="../media/image216.png"/><Relationship Id="rId290" Type="http://schemas.openxmlformats.org/officeDocument/2006/relationships/image" Target="../media/image291.png"/><Relationship Id="rId304" Type="http://schemas.openxmlformats.org/officeDocument/2006/relationships/customXml" Target="../ink/ink310.xml"/><Relationship Id="rId346" Type="http://schemas.openxmlformats.org/officeDocument/2006/relationships/customXml" Target="../ink/ink331.xml"/><Relationship Id="rId388" Type="http://schemas.openxmlformats.org/officeDocument/2006/relationships/customXml" Target="../ink/ink352.xml"/><Relationship Id="rId85" Type="http://schemas.openxmlformats.org/officeDocument/2006/relationships/image" Target="../media/image189.png"/><Relationship Id="rId150" Type="http://schemas.openxmlformats.org/officeDocument/2006/relationships/customXml" Target="../ink/ink232.xml"/><Relationship Id="rId192" Type="http://schemas.openxmlformats.org/officeDocument/2006/relationships/customXml" Target="../ink/ink253.xml"/><Relationship Id="rId206" Type="http://schemas.openxmlformats.org/officeDocument/2006/relationships/customXml" Target="../ink/ink260.xml"/><Relationship Id="rId413" Type="http://schemas.openxmlformats.org/officeDocument/2006/relationships/image" Target="../media/image352.png"/><Relationship Id="rId248" Type="http://schemas.openxmlformats.org/officeDocument/2006/relationships/image" Target="../media/image270.png"/><Relationship Id="rId455" Type="http://schemas.openxmlformats.org/officeDocument/2006/relationships/image" Target="../media/image373.png"/><Relationship Id="rId497" Type="http://schemas.openxmlformats.org/officeDocument/2006/relationships/image" Target="../media/image394.png"/><Relationship Id="rId12" Type="http://schemas.openxmlformats.org/officeDocument/2006/relationships/customXml" Target="../ink/ink162.xml"/><Relationship Id="rId108" Type="http://schemas.openxmlformats.org/officeDocument/2006/relationships/customXml" Target="../ink/ink211.xml"/><Relationship Id="rId315" Type="http://schemas.openxmlformats.org/officeDocument/2006/relationships/image" Target="../media/image303.png"/><Relationship Id="rId357" Type="http://schemas.openxmlformats.org/officeDocument/2006/relationships/image" Target="../media/image324.png"/><Relationship Id="rId54" Type="http://schemas.openxmlformats.org/officeDocument/2006/relationships/customXml" Target="../ink/ink183.xml"/><Relationship Id="rId96" Type="http://schemas.openxmlformats.org/officeDocument/2006/relationships/customXml" Target="../ink/ink205.xml"/><Relationship Id="rId161" Type="http://schemas.openxmlformats.org/officeDocument/2006/relationships/image" Target="../media/image227.png"/><Relationship Id="rId217" Type="http://schemas.openxmlformats.org/officeDocument/2006/relationships/image" Target="../media/image255.png"/><Relationship Id="rId399" Type="http://schemas.openxmlformats.org/officeDocument/2006/relationships/image" Target="../media/image345.png"/><Relationship Id="rId259" Type="http://schemas.openxmlformats.org/officeDocument/2006/relationships/customXml" Target="../ink/ink287.xml"/><Relationship Id="rId424" Type="http://schemas.openxmlformats.org/officeDocument/2006/relationships/customXml" Target="../ink/ink370.xml"/><Relationship Id="rId466" Type="http://schemas.openxmlformats.org/officeDocument/2006/relationships/customXml" Target="../ink/ink391.xml"/><Relationship Id="rId23" Type="http://schemas.openxmlformats.org/officeDocument/2006/relationships/image" Target="../media/image160.png"/><Relationship Id="rId119" Type="http://schemas.openxmlformats.org/officeDocument/2006/relationships/image" Target="../media/image206.png"/><Relationship Id="rId270" Type="http://schemas.openxmlformats.org/officeDocument/2006/relationships/image" Target="../media/image281.png"/><Relationship Id="rId326" Type="http://schemas.openxmlformats.org/officeDocument/2006/relationships/customXml" Target="../ink/ink321.xml"/><Relationship Id="rId65" Type="http://schemas.openxmlformats.org/officeDocument/2006/relationships/customXml" Target="../ink/ink189.xml"/><Relationship Id="rId130" Type="http://schemas.openxmlformats.org/officeDocument/2006/relationships/customXml" Target="../ink/ink222.xml"/><Relationship Id="rId368" Type="http://schemas.openxmlformats.org/officeDocument/2006/relationships/customXml" Target="../ink/ink342.xml"/><Relationship Id="rId172" Type="http://schemas.openxmlformats.org/officeDocument/2006/relationships/customXml" Target="../ink/ink243.xml"/><Relationship Id="rId228" Type="http://schemas.openxmlformats.org/officeDocument/2006/relationships/image" Target="../media/image260.png"/><Relationship Id="rId435" Type="http://schemas.openxmlformats.org/officeDocument/2006/relationships/image" Target="../media/image363.png"/><Relationship Id="rId477" Type="http://schemas.openxmlformats.org/officeDocument/2006/relationships/image" Target="../media/image384.png"/><Relationship Id="rId281" Type="http://schemas.openxmlformats.org/officeDocument/2006/relationships/customXml" Target="../ink/ink298.xml"/><Relationship Id="rId337" Type="http://schemas.openxmlformats.org/officeDocument/2006/relationships/image" Target="../media/image314.png"/><Relationship Id="rId34" Type="http://schemas.openxmlformats.org/officeDocument/2006/relationships/customXml" Target="../ink/ink173.xml"/><Relationship Id="rId76" Type="http://schemas.openxmlformats.org/officeDocument/2006/relationships/image" Target="../media/image185.png"/><Relationship Id="rId141" Type="http://schemas.openxmlformats.org/officeDocument/2006/relationships/image" Target="../media/image217.png"/><Relationship Id="rId379" Type="http://schemas.openxmlformats.org/officeDocument/2006/relationships/image" Target="../media/image335.png"/><Relationship Id="rId7" Type="http://schemas.openxmlformats.org/officeDocument/2006/relationships/image" Target="../media/image152.png"/><Relationship Id="rId183" Type="http://schemas.openxmlformats.org/officeDocument/2006/relationships/image" Target="../media/image238.png"/><Relationship Id="rId239" Type="http://schemas.openxmlformats.org/officeDocument/2006/relationships/customXml" Target="../ink/ink277.xml"/><Relationship Id="rId390" Type="http://schemas.openxmlformats.org/officeDocument/2006/relationships/customXml" Target="../ink/ink353.xml"/><Relationship Id="rId404" Type="http://schemas.openxmlformats.org/officeDocument/2006/relationships/customXml" Target="../ink/ink360.xml"/><Relationship Id="rId446" Type="http://schemas.openxmlformats.org/officeDocument/2006/relationships/customXml" Target="../ink/ink381.xml"/><Relationship Id="rId250" Type="http://schemas.openxmlformats.org/officeDocument/2006/relationships/image" Target="../media/image271.png"/><Relationship Id="rId271" Type="http://schemas.openxmlformats.org/officeDocument/2006/relationships/customXml" Target="../ink/ink293.xml"/><Relationship Id="rId292" Type="http://schemas.openxmlformats.org/officeDocument/2006/relationships/image" Target="../media/image292.png"/><Relationship Id="rId306" Type="http://schemas.openxmlformats.org/officeDocument/2006/relationships/customXml" Target="../ink/ink311.xml"/><Relationship Id="rId488" Type="http://schemas.openxmlformats.org/officeDocument/2006/relationships/customXml" Target="../ink/ink402.xml"/><Relationship Id="rId24" Type="http://schemas.openxmlformats.org/officeDocument/2006/relationships/customXml" Target="../ink/ink168.xml"/><Relationship Id="rId45" Type="http://schemas.openxmlformats.org/officeDocument/2006/relationships/image" Target="../media/image170.png"/><Relationship Id="rId66" Type="http://schemas.openxmlformats.org/officeDocument/2006/relationships/image" Target="../media/image180.png"/><Relationship Id="rId87" Type="http://schemas.openxmlformats.org/officeDocument/2006/relationships/image" Target="../media/image190.png"/><Relationship Id="rId110" Type="http://schemas.openxmlformats.org/officeDocument/2006/relationships/customXml" Target="../ink/ink212.xml"/><Relationship Id="rId131" Type="http://schemas.openxmlformats.org/officeDocument/2006/relationships/image" Target="../media/image212.png"/><Relationship Id="rId327" Type="http://schemas.openxmlformats.org/officeDocument/2006/relationships/image" Target="../media/image309.png"/><Relationship Id="rId348" Type="http://schemas.openxmlformats.org/officeDocument/2006/relationships/customXml" Target="../ink/ink332.xml"/><Relationship Id="rId369" Type="http://schemas.openxmlformats.org/officeDocument/2006/relationships/image" Target="../media/image330.png"/><Relationship Id="rId152" Type="http://schemas.openxmlformats.org/officeDocument/2006/relationships/customXml" Target="../ink/ink233.xml"/><Relationship Id="rId173" Type="http://schemas.openxmlformats.org/officeDocument/2006/relationships/image" Target="../media/image233.png"/><Relationship Id="rId194" Type="http://schemas.openxmlformats.org/officeDocument/2006/relationships/customXml" Target="../ink/ink254.xml"/><Relationship Id="rId208" Type="http://schemas.openxmlformats.org/officeDocument/2006/relationships/customXml" Target="../ink/ink261.xml"/><Relationship Id="rId229" Type="http://schemas.openxmlformats.org/officeDocument/2006/relationships/customXml" Target="../ink/ink272.xml"/><Relationship Id="rId380" Type="http://schemas.openxmlformats.org/officeDocument/2006/relationships/customXml" Target="../ink/ink348.xml"/><Relationship Id="rId415" Type="http://schemas.openxmlformats.org/officeDocument/2006/relationships/image" Target="../media/image353.png"/><Relationship Id="rId436" Type="http://schemas.openxmlformats.org/officeDocument/2006/relationships/customXml" Target="../ink/ink376.xml"/><Relationship Id="rId457" Type="http://schemas.openxmlformats.org/officeDocument/2006/relationships/image" Target="../media/image374.png"/><Relationship Id="rId240" Type="http://schemas.openxmlformats.org/officeDocument/2006/relationships/image" Target="../media/image266.png"/><Relationship Id="rId261" Type="http://schemas.openxmlformats.org/officeDocument/2006/relationships/customXml" Target="../ink/ink288.xml"/><Relationship Id="rId478" Type="http://schemas.openxmlformats.org/officeDocument/2006/relationships/customXml" Target="../ink/ink397.xml"/><Relationship Id="rId14" Type="http://schemas.openxmlformats.org/officeDocument/2006/relationships/customXml" Target="../ink/ink163.xml"/><Relationship Id="rId35" Type="http://schemas.openxmlformats.org/officeDocument/2006/relationships/image" Target="../media/image165.png"/><Relationship Id="rId56" Type="http://schemas.openxmlformats.org/officeDocument/2006/relationships/customXml" Target="../ink/ink184.xml"/><Relationship Id="rId77" Type="http://schemas.openxmlformats.org/officeDocument/2006/relationships/customXml" Target="../ink/ink195.xml"/><Relationship Id="rId100" Type="http://schemas.openxmlformats.org/officeDocument/2006/relationships/customXml" Target="../ink/ink207.xml"/><Relationship Id="rId282" Type="http://schemas.openxmlformats.org/officeDocument/2006/relationships/image" Target="../media/image287.png"/><Relationship Id="rId317" Type="http://schemas.openxmlformats.org/officeDocument/2006/relationships/image" Target="../media/image304.png"/><Relationship Id="rId338" Type="http://schemas.openxmlformats.org/officeDocument/2006/relationships/customXml" Target="../ink/ink327.xml"/><Relationship Id="rId359" Type="http://schemas.openxmlformats.org/officeDocument/2006/relationships/image" Target="../media/image325.png"/><Relationship Id="rId8" Type="http://schemas.openxmlformats.org/officeDocument/2006/relationships/customXml" Target="../ink/ink160.xml"/><Relationship Id="rId98" Type="http://schemas.openxmlformats.org/officeDocument/2006/relationships/customXml" Target="../ink/ink206.xml"/><Relationship Id="rId121" Type="http://schemas.openxmlformats.org/officeDocument/2006/relationships/image" Target="../media/image207.png"/><Relationship Id="rId142" Type="http://schemas.openxmlformats.org/officeDocument/2006/relationships/customXml" Target="../ink/ink228.xml"/><Relationship Id="rId163" Type="http://schemas.openxmlformats.org/officeDocument/2006/relationships/image" Target="../media/image228.png"/><Relationship Id="rId184" Type="http://schemas.openxmlformats.org/officeDocument/2006/relationships/customXml" Target="../ink/ink249.xml"/><Relationship Id="rId219" Type="http://schemas.openxmlformats.org/officeDocument/2006/relationships/image" Target="../media/image256.png"/><Relationship Id="rId370" Type="http://schemas.openxmlformats.org/officeDocument/2006/relationships/customXml" Target="../ink/ink343.xml"/><Relationship Id="rId391" Type="http://schemas.openxmlformats.org/officeDocument/2006/relationships/image" Target="../media/image341.png"/><Relationship Id="rId405" Type="http://schemas.openxmlformats.org/officeDocument/2006/relationships/image" Target="../media/image348.png"/><Relationship Id="rId426" Type="http://schemas.openxmlformats.org/officeDocument/2006/relationships/customXml" Target="../ink/ink371.xml"/><Relationship Id="rId447" Type="http://schemas.openxmlformats.org/officeDocument/2006/relationships/image" Target="../media/image369.png"/><Relationship Id="rId230" Type="http://schemas.openxmlformats.org/officeDocument/2006/relationships/image" Target="../media/image261.png"/><Relationship Id="rId251" Type="http://schemas.openxmlformats.org/officeDocument/2006/relationships/customXml" Target="../ink/ink283.xml"/><Relationship Id="rId468" Type="http://schemas.openxmlformats.org/officeDocument/2006/relationships/customXml" Target="../ink/ink392.xml"/><Relationship Id="rId489" Type="http://schemas.openxmlformats.org/officeDocument/2006/relationships/image" Target="../media/image390.png"/><Relationship Id="rId25" Type="http://schemas.openxmlformats.org/officeDocument/2006/relationships/image" Target="../media/image161.png"/><Relationship Id="rId46" Type="http://schemas.openxmlformats.org/officeDocument/2006/relationships/customXml" Target="../ink/ink179.xml"/><Relationship Id="rId67" Type="http://schemas.openxmlformats.org/officeDocument/2006/relationships/customXml" Target="../ink/ink190.xml"/><Relationship Id="rId272" Type="http://schemas.openxmlformats.org/officeDocument/2006/relationships/image" Target="../media/image282.png"/><Relationship Id="rId293" Type="http://schemas.openxmlformats.org/officeDocument/2006/relationships/customXml" Target="../ink/ink304.xml"/><Relationship Id="rId307" Type="http://schemas.openxmlformats.org/officeDocument/2006/relationships/image" Target="../media/image299.png"/><Relationship Id="rId328" Type="http://schemas.openxmlformats.org/officeDocument/2006/relationships/customXml" Target="../ink/ink322.xml"/><Relationship Id="rId349" Type="http://schemas.openxmlformats.org/officeDocument/2006/relationships/image" Target="../media/image320.png"/><Relationship Id="rId88" Type="http://schemas.openxmlformats.org/officeDocument/2006/relationships/customXml" Target="../ink/ink201.xml"/><Relationship Id="rId111" Type="http://schemas.openxmlformats.org/officeDocument/2006/relationships/image" Target="../media/image202.png"/><Relationship Id="rId132" Type="http://schemas.openxmlformats.org/officeDocument/2006/relationships/customXml" Target="../ink/ink223.xml"/><Relationship Id="rId153" Type="http://schemas.openxmlformats.org/officeDocument/2006/relationships/image" Target="../media/image223.png"/><Relationship Id="rId174" Type="http://schemas.openxmlformats.org/officeDocument/2006/relationships/customXml" Target="../ink/ink244.xml"/><Relationship Id="rId195" Type="http://schemas.openxmlformats.org/officeDocument/2006/relationships/image" Target="../media/image244.png"/><Relationship Id="rId209" Type="http://schemas.openxmlformats.org/officeDocument/2006/relationships/image" Target="../media/image251.png"/><Relationship Id="rId360" Type="http://schemas.openxmlformats.org/officeDocument/2006/relationships/customXml" Target="../ink/ink338.xml"/><Relationship Id="rId381" Type="http://schemas.openxmlformats.org/officeDocument/2006/relationships/image" Target="../media/image336.png"/><Relationship Id="rId416" Type="http://schemas.openxmlformats.org/officeDocument/2006/relationships/customXml" Target="../ink/ink366.xml"/><Relationship Id="rId220" Type="http://schemas.openxmlformats.org/officeDocument/2006/relationships/customXml" Target="../ink/ink267.xml"/><Relationship Id="rId241" Type="http://schemas.openxmlformats.org/officeDocument/2006/relationships/customXml" Target="../ink/ink278.xml"/><Relationship Id="rId437" Type="http://schemas.openxmlformats.org/officeDocument/2006/relationships/image" Target="../media/image364.png"/><Relationship Id="rId458" Type="http://schemas.openxmlformats.org/officeDocument/2006/relationships/customXml" Target="../ink/ink387.xml"/><Relationship Id="rId479" Type="http://schemas.openxmlformats.org/officeDocument/2006/relationships/image" Target="../media/image385.png"/><Relationship Id="rId15" Type="http://schemas.openxmlformats.org/officeDocument/2006/relationships/image" Target="../media/image156.png"/><Relationship Id="rId36" Type="http://schemas.openxmlformats.org/officeDocument/2006/relationships/customXml" Target="../ink/ink174.xml"/><Relationship Id="rId57" Type="http://schemas.openxmlformats.org/officeDocument/2006/relationships/image" Target="../media/image176.png"/><Relationship Id="rId262" Type="http://schemas.openxmlformats.org/officeDocument/2006/relationships/image" Target="../media/image277.png"/><Relationship Id="rId283" Type="http://schemas.openxmlformats.org/officeDocument/2006/relationships/customXml" Target="../ink/ink299.xml"/><Relationship Id="rId318" Type="http://schemas.openxmlformats.org/officeDocument/2006/relationships/customXml" Target="../ink/ink317.xml"/><Relationship Id="rId339" Type="http://schemas.openxmlformats.org/officeDocument/2006/relationships/image" Target="../media/image315.png"/><Relationship Id="rId490" Type="http://schemas.openxmlformats.org/officeDocument/2006/relationships/customXml" Target="../ink/ink403.xml"/><Relationship Id="rId78" Type="http://schemas.openxmlformats.org/officeDocument/2006/relationships/customXml" Target="../ink/ink196.xml"/><Relationship Id="rId99" Type="http://schemas.openxmlformats.org/officeDocument/2006/relationships/image" Target="../media/image196.png"/><Relationship Id="rId101" Type="http://schemas.openxmlformats.org/officeDocument/2006/relationships/image" Target="../media/image197.png"/><Relationship Id="rId122" Type="http://schemas.openxmlformats.org/officeDocument/2006/relationships/customXml" Target="../ink/ink218.xml"/><Relationship Id="rId143" Type="http://schemas.openxmlformats.org/officeDocument/2006/relationships/image" Target="../media/image218.png"/><Relationship Id="rId164" Type="http://schemas.openxmlformats.org/officeDocument/2006/relationships/customXml" Target="../ink/ink239.xml"/><Relationship Id="rId185" Type="http://schemas.openxmlformats.org/officeDocument/2006/relationships/image" Target="../media/image239.png"/><Relationship Id="rId350" Type="http://schemas.openxmlformats.org/officeDocument/2006/relationships/customXml" Target="../ink/ink333.xml"/><Relationship Id="rId371" Type="http://schemas.openxmlformats.org/officeDocument/2006/relationships/image" Target="../media/image331.png"/><Relationship Id="rId406" Type="http://schemas.openxmlformats.org/officeDocument/2006/relationships/customXml" Target="../ink/ink361.xml"/><Relationship Id="rId9" Type="http://schemas.openxmlformats.org/officeDocument/2006/relationships/image" Target="../media/image153.png"/><Relationship Id="rId210" Type="http://schemas.openxmlformats.org/officeDocument/2006/relationships/customXml" Target="../ink/ink262.xml"/><Relationship Id="rId392" Type="http://schemas.openxmlformats.org/officeDocument/2006/relationships/customXml" Target="../ink/ink354.xml"/><Relationship Id="rId427" Type="http://schemas.openxmlformats.org/officeDocument/2006/relationships/image" Target="../media/image359.png"/><Relationship Id="rId448" Type="http://schemas.openxmlformats.org/officeDocument/2006/relationships/customXml" Target="../ink/ink382.xml"/><Relationship Id="rId469" Type="http://schemas.openxmlformats.org/officeDocument/2006/relationships/image" Target="../media/image380.png"/><Relationship Id="rId26" Type="http://schemas.openxmlformats.org/officeDocument/2006/relationships/customXml" Target="../ink/ink169.xml"/><Relationship Id="rId231" Type="http://schemas.openxmlformats.org/officeDocument/2006/relationships/customXml" Target="../ink/ink273.xml"/><Relationship Id="rId252" Type="http://schemas.openxmlformats.org/officeDocument/2006/relationships/image" Target="../media/image272.png"/><Relationship Id="rId273" Type="http://schemas.openxmlformats.org/officeDocument/2006/relationships/customXml" Target="../ink/ink294.xml"/><Relationship Id="rId294" Type="http://schemas.openxmlformats.org/officeDocument/2006/relationships/image" Target="../media/image293.png"/><Relationship Id="rId308" Type="http://schemas.openxmlformats.org/officeDocument/2006/relationships/customXml" Target="../ink/ink312.xml"/><Relationship Id="rId329" Type="http://schemas.openxmlformats.org/officeDocument/2006/relationships/image" Target="../media/image310.png"/><Relationship Id="rId480" Type="http://schemas.openxmlformats.org/officeDocument/2006/relationships/customXml" Target="../ink/ink398.xml"/><Relationship Id="rId47" Type="http://schemas.openxmlformats.org/officeDocument/2006/relationships/image" Target="../media/image171.png"/><Relationship Id="rId68" Type="http://schemas.openxmlformats.org/officeDocument/2006/relationships/image" Target="../media/image181.png"/><Relationship Id="rId89" Type="http://schemas.openxmlformats.org/officeDocument/2006/relationships/image" Target="../media/image191.png"/><Relationship Id="rId112" Type="http://schemas.openxmlformats.org/officeDocument/2006/relationships/customXml" Target="../ink/ink213.xml"/><Relationship Id="rId133" Type="http://schemas.openxmlformats.org/officeDocument/2006/relationships/image" Target="../media/image213.png"/><Relationship Id="rId154" Type="http://schemas.openxmlformats.org/officeDocument/2006/relationships/customXml" Target="../ink/ink234.xml"/><Relationship Id="rId175" Type="http://schemas.openxmlformats.org/officeDocument/2006/relationships/image" Target="../media/image234.png"/><Relationship Id="rId340" Type="http://schemas.openxmlformats.org/officeDocument/2006/relationships/customXml" Target="../ink/ink328.xml"/><Relationship Id="rId361" Type="http://schemas.openxmlformats.org/officeDocument/2006/relationships/image" Target="../media/image326.png"/><Relationship Id="rId196" Type="http://schemas.openxmlformats.org/officeDocument/2006/relationships/customXml" Target="../ink/ink255.xml"/><Relationship Id="rId200" Type="http://schemas.openxmlformats.org/officeDocument/2006/relationships/customXml" Target="../ink/ink257.xml"/><Relationship Id="rId382" Type="http://schemas.openxmlformats.org/officeDocument/2006/relationships/customXml" Target="../ink/ink349.xml"/><Relationship Id="rId417" Type="http://schemas.openxmlformats.org/officeDocument/2006/relationships/image" Target="../media/image354.png"/><Relationship Id="rId438" Type="http://schemas.openxmlformats.org/officeDocument/2006/relationships/customXml" Target="../ink/ink377.xml"/><Relationship Id="rId459" Type="http://schemas.openxmlformats.org/officeDocument/2006/relationships/image" Target="../media/image375.png"/><Relationship Id="rId16" Type="http://schemas.openxmlformats.org/officeDocument/2006/relationships/customXml" Target="../ink/ink164.xml"/><Relationship Id="rId221" Type="http://schemas.openxmlformats.org/officeDocument/2006/relationships/image" Target="../media/image257.png"/><Relationship Id="rId242" Type="http://schemas.openxmlformats.org/officeDocument/2006/relationships/image" Target="../media/image267.png"/><Relationship Id="rId263" Type="http://schemas.openxmlformats.org/officeDocument/2006/relationships/customXml" Target="../ink/ink289.xml"/><Relationship Id="rId284" Type="http://schemas.openxmlformats.org/officeDocument/2006/relationships/image" Target="../media/image288.png"/><Relationship Id="rId319" Type="http://schemas.openxmlformats.org/officeDocument/2006/relationships/image" Target="../media/image305.png"/><Relationship Id="rId470" Type="http://schemas.openxmlformats.org/officeDocument/2006/relationships/customXml" Target="../ink/ink393.xml"/><Relationship Id="rId491" Type="http://schemas.openxmlformats.org/officeDocument/2006/relationships/image" Target="../media/image391.png"/><Relationship Id="rId37" Type="http://schemas.openxmlformats.org/officeDocument/2006/relationships/image" Target="../media/image166.png"/><Relationship Id="rId58" Type="http://schemas.openxmlformats.org/officeDocument/2006/relationships/customXml" Target="../ink/ink185.xml"/><Relationship Id="rId79" Type="http://schemas.openxmlformats.org/officeDocument/2006/relationships/image" Target="../media/image186.png"/><Relationship Id="rId102" Type="http://schemas.openxmlformats.org/officeDocument/2006/relationships/customXml" Target="../ink/ink208.xml"/><Relationship Id="rId123" Type="http://schemas.openxmlformats.org/officeDocument/2006/relationships/image" Target="../media/image208.png"/><Relationship Id="rId144" Type="http://schemas.openxmlformats.org/officeDocument/2006/relationships/customXml" Target="../ink/ink229.xml"/><Relationship Id="rId330" Type="http://schemas.openxmlformats.org/officeDocument/2006/relationships/customXml" Target="../ink/ink323.xml"/><Relationship Id="rId90" Type="http://schemas.openxmlformats.org/officeDocument/2006/relationships/customXml" Target="../ink/ink202.xml"/><Relationship Id="rId165" Type="http://schemas.openxmlformats.org/officeDocument/2006/relationships/image" Target="../media/image229.png"/><Relationship Id="rId186" Type="http://schemas.openxmlformats.org/officeDocument/2006/relationships/customXml" Target="../ink/ink250.xml"/><Relationship Id="rId351" Type="http://schemas.openxmlformats.org/officeDocument/2006/relationships/image" Target="../media/image321.png"/><Relationship Id="rId372" Type="http://schemas.openxmlformats.org/officeDocument/2006/relationships/customXml" Target="../ink/ink344.xml"/><Relationship Id="rId393" Type="http://schemas.openxmlformats.org/officeDocument/2006/relationships/image" Target="../media/image342.png"/><Relationship Id="rId407" Type="http://schemas.openxmlformats.org/officeDocument/2006/relationships/image" Target="../media/image349.png"/><Relationship Id="rId428" Type="http://schemas.openxmlformats.org/officeDocument/2006/relationships/customXml" Target="../ink/ink372.xml"/><Relationship Id="rId449" Type="http://schemas.openxmlformats.org/officeDocument/2006/relationships/image" Target="../media/image370.png"/><Relationship Id="rId211" Type="http://schemas.openxmlformats.org/officeDocument/2006/relationships/image" Target="../media/image252.png"/><Relationship Id="rId232" Type="http://schemas.openxmlformats.org/officeDocument/2006/relationships/image" Target="../media/image262.png"/><Relationship Id="rId253" Type="http://schemas.openxmlformats.org/officeDocument/2006/relationships/customXml" Target="../ink/ink284.xml"/><Relationship Id="rId274" Type="http://schemas.openxmlformats.org/officeDocument/2006/relationships/image" Target="../media/image283.png"/><Relationship Id="rId295" Type="http://schemas.openxmlformats.org/officeDocument/2006/relationships/customXml" Target="../ink/ink305.xml"/><Relationship Id="rId309" Type="http://schemas.openxmlformats.org/officeDocument/2006/relationships/image" Target="../media/image300.png"/><Relationship Id="rId460" Type="http://schemas.openxmlformats.org/officeDocument/2006/relationships/customXml" Target="../ink/ink388.xml"/><Relationship Id="rId481" Type="http://schemas.openxmlformats.org/officeDocument/2006/relationships/image" Target="../media/image386.png"/><Relationship Id="rId27" Type="http://schemas.openxmlformats.org/officeDocument/2006/relationships/image" Target="../media/image162.png"/><Relationship Id="rId48" Type="http://schemas.openxmlformats.org/officeDocument/2006/relationships/customXml" Target="../ink/ink180.xml"/><Relationship Id="rId69" Type="http://schemas.openxmlformats.org/officeDocument/2006/relationships/customXml" Target="../ink/ink191.xml"/><Relationship Id="rId113" Type="http://schemas.openxmlformats.org/officeDocument/2006/relationships/image" Target="../media/image203.png"/><Relationship Id="rId134" Type="http://schemas.openxmlformats.org/officeDocument/2006/relationships/customXml" Target="../ink/ink224.xml"/><Relationship Id="rId320" Type="http://schemas.openxmlformats.org/officeDocument/2006/relationships/customXml" Target="../ink/ink318.xml"/><Relationship Id="rId80" Type="http://schemas.openxmlformats.org/officeDocument/2006/relationships/customXml" Target="../ink/ink197.xml"/><Relationship Id="rId155" Type="http://schemas.openxmlformats.org/officeDocument/2006/relationships/image" Target="../media/image224.png"/><Relationship Id="rId176" Type="http://schemas.openxmlformats.org/officeDocument/2006/relationships/customXml" Target="../ink/ink245.xml"/><Relationship Id="rId197" Type="http://schemas.openxmlformats.org/officeDocument/2006/relationships/image" Target="../media/image245.png"/><Relationship Id="rId341" Type="http://schemas.openxmlformats.org/officeDocument/2006/relationships/image" Target="../media/image316.png"/><Relationship Id="rId362" Type="http://schemas.openxmlformats.org/officeDocument/2006/relationships/customXml" Target="../ink/ink339.xml"/><Relationship Id="rId383" Type="http://schemas.openxmlformats.org/officeDocument/2006/relationships/image" Target="../media/image337.png"/><Relationship Id="rId418" Type="http://schemas.openxmlformats.org/officeDocument/2006/relationships/customXml" Target="../ink/ink367.xml"/><Relationship Id="rId439" Type="http://schemas.openxmlformats.org/officeDocument/2006/relationships/image" Target="../media/image365.png"/><Relationship Id="rId201" Type="http://schemas.openxmlformats.org/officeDocument/2006/relationships/image" Target="../media/image247.png"/><Relationship Id="rId222" Type="http://schemas.openxmlformats.org/officeDocument/2006/relationships/customXml" Target="../ink/ink268.xml"/><Relationship Id="rId243" Type="http://schemas.openxmlformats.org/officeDocument/2006/relationships/customXml" Target="../ink/ink279.xml"/><Relationship Id="rId264" Type="http://schemas.openxmlformats.org/officeDocument/2006/relationships/image" Target="../media/image278.png"/><Relationship Id="rId285" Type="http://schemas.openxmlformats.org/officeDocument/2006/relationships/customXml" Target="../ink/ink300.xml"/><Relationship Id="rId450" Type="http://schemas.openxmlformats.org/officeDocument/2006/relationships/customXml" Target="../ink/ink383.xml"/><Relationship Id="rId471" Type="http://schemas.openxmlformats.org/officeDocument/2006/relationships/image" Target="../media/image381.png"/><Relationship Id="rId17" Type="http://schemas.openxmlformats.org/officeDocument/2006/relationships/image" Target="../media/image157.png"/><Relationship Id="rId38" Type="http://schemas.openxmlformats.org/officeDocument/2006/relationships/customXml" Target="../ink/ink175.xml"/><Relationship Id="rId59" Type="http://schemas.openxmlformats.org/officeDocument/2006/relationships/image" Target="../media/image177.png"/><Relationship Id="rId103" Type="http://schemas.openxmlformats.org/officeDocument/2006/relationships/image" Target="../media/image198.png"/><Relationship Id="rId124" Type="http://schemas.openxmlformats.org/officeDocument/2006/relationships/customXml" Target="../ink/ink219.xml"/><Relationship Id="rId310" Type="http://schemas.openxmlformats.org/officeDocument/2006/relationships/customXml" Target="../ink/ink313.xml"/><Relationship Id="rId492" Type="http://schemas.openxmlformats.org/officeDocument/2006/relationships/customXml" Target="../ink/ink404.xml"/><Relationship Id="rId70" Type="http://schemas.openxmlformats.org/officeDocument/2006/relationships/image" Target="../media/image182.png"/><Relationship Id="rId91" Type="http://schemas.openxmlformats.org/officeDocument/2006/relationships/image" Target="../media/image192.png"/><Relationship Id="rId145" Type="http://schemas.openxmlformats.org/officeDocument/2006/relationships/image" Target="../media/image219.png"/><Relationship Id="rId166" Type="http://schemas.openxmlformats.org/officeDocument/2006/relationships/customXml" Target="../ink/ink240.xml"/><Relationship Id="rId187" Type="http://schemas.openxmlformats.org/officeDocument/2006/relationships/image" Target="../media/image240.png"/><Relationship Id="rId331" Type="http://schemas.openxmlformats.org/officeDocument/2006/relationships/image" Target="../media/image311.png"/><Relationship Id="rId352" Type="http://schemas.openxmlformats.org/officeDocument/2006/relationships/customXml" Target="../ink/ink334.xml"/><Relationship Id="rId373" Type="http://schemas.openxmlformats.org/officeDocument/2006/relationships/image" Target="../media/image332.png"/><Relationship Id="rId394" Type="http://schemas.openxmlformats.org/officeDocument/2006/relationships/customXml" Target="../ink/ink355.xml"/><Relationship Id="rId408" Type="http://schemas.openxmlformats.org/officeDocument/2006/relationships/customXml" Target="../ink/ink362.xml"/><Relationship Id="rId429" Type="http://schemas.openxmlformats.org/officeDocument/2006/relationships/image" Target="../media/image360.png"/><Relationship Id="rId1" Type="http://schemas.openxmlformats.org/officeDocument/2006/relationships/slideLayout" Target="../slideLayouts/slideLayout5.xml"/><Relationship Id="rId212" Type="http://schemas.openxmlformats.org/officeDocument/2006/relationships/customXml" Target="../ink/ink263.xml"/><Relationship Id="rId233" Type="http://schemas.openxmlformats.org/officeDocument/2006/relationships/customXml" Target="../ink/ink274.xml"/><Relationship Id="rId254" Type="http://schemas.openxmlformats.org/officeDocument/2006/relationships/image" Target="../media/image273.png"/><Relationship Id="rId440" Type="http://schemas.openxmlformats.org/officeDocument/2006/relationships/customXml" Target="../ink/ink378.xml"/><Relationship Id="rId28" Type="http://schemas.openxmlformats.org/officeDocument/2006/relationships/customXml" Target="../ink/ink170.xml"/><Relationship Id="rId49" Type="http://schemas.openxmlformats.org/officeDocument/2006/relationships/image" Target="../media/image172.png"/><Relationship Id="rId114" Type="http://schemas.openxmlformats.org/officeDocument/2006/relationships/customXml" Target="../ink/ink214.xml"/><Relationship Id="rId275" Type="http://schemas.openxmlformats.org/officeDocument/2006/relationships/customXml" Target="../ink/ink295.xml"/><Relationship Id="rId296" Type="http://schemas.openxmlformats.org/officeDocument/2006/relationships/image" Target="../media/image294.png"/><Relationship Id="rId300" Type="http://schemas.openxmlformats.org/officeDocument/2006/relationships/image" Target="../media/image296.png"/><Relationship Id="rId461" Type="http://schemas.openxmlformats.org/officeDocument/2006/relationships/image" Target="../media/image376.png"/><Relationship Id="rId482" Type="http://schemas.openxmlformats.org/officeDocument/2006/relationships/customXml" Target="../ink/ink399.xml"/><Relationship Id="rId60" Type="http://schemas.openxmlformats.org/officeDocument/2006/relationships/customXml" Target="../ink/ink186.xml"/><Relationship Id="rId81" Type="http://schemas.openxmlformats.org/officeDocument/2006/relationships/image" Target="../media/image187.png"/><Relationship Id="rId135" Type="http://schemas.openxmlformats.org/officeDocument/2006/relationships/image" Target="../media/image214.png"/><Relationship Id="rId156" Type="http://schemas.openxmlformats.org/officeDocument/2006/relationships/customXml" Target="../ink/ink235.xml"/><Relationship Id="rId177" Type="http://schemas.openxmlformats.org/officeDocument/2006/relationships/image" Target="../media/image235.png"/><Relationship Id="rId198" Type="http://schemas.openxmlformats.org/officeDocument/2006/relationships/customXml" Target="../ink/ink256.xml"/><Relationship Id="rId321" Type="http://schemas.openxmlformats.org/officeDocument/2006/relationships/image" Target="../media/image306.png"/><Relationship Id="rId342" Type="http://schemas.openxmlformats.org/officeDocument/2006/relationships/customXml" Target="../ink/ink329.xml"/><Relationship Id="rId363" Type="http://schemas.openxmlformats.org/officeDocument/2006/relationships/image" Target="../media/image327.png"/><Relationship Id="rId384" Type="http://schemas.openxmlformats.org/officeDocument/2006/relationships/customXml" Target="../ink/ink350.xml"/><Relationship Id="rId419" Type="http://schemas.openxmlformats.org/officeDocument/2006/relationships/image" Target="../media/image355.png"/><Relationship Id="rId202" Type="http://schemas.openxmlformats.org/officeDocument/2006/relationships/customXml" Target="../ink/ink258.xml"/><Relationship Id="rId223" Type="http://schemas.openxmlformats.org/officeDocument/2006/relationships/image" Target="../media/image258.png"/><Relationship Id="rId244" Type="http://schemas.openxmlformats.org/officeDocument/2006/relationships/image" Target="../media/image268.png"/><Relationship Id="rId430" Type="http://schemas.openxmlformats.org/officeDocument/2006/relationships/customXml" Target="../ink/ink373.xml"/><Relationship Id="rId18" Type="http://schemas.openxmlformats.org/officeDocument/2006/relationships/customXml" Target="../ink/ink165.xml"/><Relationship Id="rId39" Type="http://schemas.openxmlformats.org/officeDocument/2006/relationships/image" Target="../media/image167.png"/><Relationship Id="rId265" Type="http://schemas.openxmlformats.org/officeDocument/2006/relationships/customXml" Target="../ink/ink290.xml"/><Relationship Id="rId286" Type="http://schemas.openxmlformats.org/officeDocument/2006/relationships/image" Target="../media/image289.png"/><Relationship Id="rId451" Type="http://schemas.openxmlformats.org/officeDocument/2006/relationships/image" Target="../media/image371.png"/><Relationship Id="rId472" Type="http://schemas.openxmlformats.org/officeDocument/2006/relationships/customXml" Target="../ink/ink394.xml"/><Relationship Id="rId493" Type="http://schemas.openxmlformats.org/officeDocument/2006/relationships/image" Target="../media/image392.png"/><Relationship Id="rId50" Type="http://schemas.openxmlformats.org/officeDocument/2006/relationships/customXml" Target="../ink/ink181.xml"/><Relationship Id="rId104" Type="http://schemas.openxmlformats.org/officeDocument/2006/relationships/customXml" Target="../ink/ink209.xml"/><Relationship Id="rId125" Type="http://schemas.openxmlformats.org/officeDocument/2006/relationships/image" Target="../media/image209.png"/><Relationship Id="rId146" Type="http://schemas.openxmlformats.org/officeDocument/2006/relationships/customXml" Target="../ink/ink230.xml"/><Relationship Id="rId167" Type="http://schemas.openxmlformats.org/officeDocument/2006/relationships/image" Target="../media/image230.png"/><Relationship Id="rId188" Type="http://schemas.openxmlformats.org/officeDocument/2006/relationships/customXml" Target="../ink/ink251.xml"/><Relationship Id="rId311" Type="http://schemas.openxmlformats.org/officeDocument/2006/relationships/image" Target="../media/image301.png"/><Relationship Id="rId332" Type="http://schemas.openxmlformats.org/officeDocument/2006/relationships/customXml" Target="../ink/ink324.xml"/><Relationship Id="rId353" Type="http://schemas.openxmlformats.org/officeDocument/2006/relationships/image" Target="../media/image322.png"/><Relationship Id="rId374" Type="http://schemas.openxmlformats.org/officeDocument/2006/relationships/customXml" Target="../ink/ink345.xml"/><Relationship Id="rId395" Type="http://schemas.openxmlformats.org/officeDocument/2006/relationships/image" Target="../media/image343.png"/><Relationship Id="rId409" Type="http://schemas.openxmlformats.org/officeDocument/2006/relationships/image" Target="../media/image350.png"/><Relationship Id="rId71" Type="http://schemas.openxmlformats.org/officeDocument/2006/relationships/customXml" Target="../ink/ink192.xml"/><Relationship Id="rId92" Type="http://schemas.openxmlformats.org/officeDocument/2006/relationships/customXml" Target="../ink/ink203.xml"/><Relationship Id="rId213" Type="http://schemas.openxmlformats.org/officeDocument/2006/relationships/image" Target="../media/image253.png"/><Relationship Id="rId234" Type="http://schemas.openxmlformats.org/officeDocument/2006/relationships/image" Target="../media/image263.png"/><Relationship Id="rId420" Type="http://schemas.openxmlformats.org/officeDocument/2006/relationships/customXml" Target="../ink/ink368.xml"/><Relationship Id="rId2" Type="http://schemas.openxmlformats.org/officeDocument/2006/relationships/customXml" Target="../ink/ink157.xml"/><Relationship Id="rId29" Type="http://schemas.openxmlformats.org/officeDocument/2006/relationships/image" Target="../media/image163.png"/><Relationship Id="rId255" Type="http://schemas.openxmlformats.org/officeDocument/2006/relationships/customXml" Target="../ink/ink285.xml"/><Relationship Id="rId276" Type="http://schemas.openxmlformats.org/officeDocument/2006/relationships/image" Target="../media/image284.png"/><Relationship Id="rId297" Type="http://schemas.openxmlformats.org/officeDocument/2006/relationships/customXml" Target="../ink/ink306.xml"/><Relationship Id="rId441" Type="http://schemas.openxmlformats.org/officeDocument/2006/relationships/image" Target="../media/image366.png"/><Relationship Id="rId462" Type="http://schemas.openxmlformats.org/officeDocument/2006/relationships/customXml" Target="../ink/ink389.xml"/><Relationship Id="rId483" Type="http://schemas.openxmlformats.org/officeDocument/2006/relationships/image" Target="../media/image387.png"/><Relationship Id="rId40" Type="http://schemas.openxmlformats.org/officeDocument/2006/relationships/customXml" Target="../ink/ink176.xml"/><Relationship Id="rId115" Type="http://schemas.openxmlformats.org/officeDocument/2006/relationships/image" Target="../media/image204.png"/><Relationship Id="rId136" Type="http://schemas.openxmlformats.org/officeDocument/2006/relationships/customXml" Target="../ink/ink225.xml"/><Relationship Id="rId157" Type="http://schemas.openxmlformats.org/officeDocument/2006/relationships/image" Target="../media/image225.png"/><Relationship Id="rId178" Type="http://schemas.openxmlformats.org/officeDocument/2006/relationships/customXml" Target="../ink/ink246.xml"/><Relationship Id="rId301" Type="http://schemas.openxmlformats.org/officeDocument/2006/relationships/customXml" Target="../ink/ink308.xml"/><Relationship Id="rId322" Type="http://schemas.openxmlformats.org/officeDocument/2006/relationships/customXml" Target="../ink/ink319.xml"/><Relationship Id="rId343" Type="http://schemas.openxmlformats.org/officeDocument/2006/relationships/image" Target="../media/image317.png"/><Relationship Id="rId364" Type="http://schemas.openxmlformats.org/officeDocument/2006/relationships/customXml" Target="../ink/ink340.xml"/><Relationship Id="rId61" Type="http://schemas.openxmlformats.org/officeDocument/2006/relationships/image" Target="../media/image178.png"/><Relationship Id="rId82" Type="http://schemas.openxmlformats.org/officeDocument/2006/relationships/customXml" Target="../ink/ink198.xml"/><Relationship Id="rId199" Type="http://schemas.openxmlformats.org/officeDocument/2006/relationships/image" Target="../media/image246.png"/><Relationship Id="rId203" Type="http://schemas.openxmlformats.org/officeDocument/2006/relationships/image" Target="../media/image248.png"/><Relationship Id="rId385" Type="http://schemas.openxmlformats.org/officeDocument/2006/relationships/image" Target="../media/image338.png"/><Relationship Id="rId19" Type="http://schemas.openxmlformats.org/officeDocument/2006/relationships/image" Target="../media/image158.png"/><Relationship Id="rId224" Type="http://schemas.openxmlformats.org/officeDocument/2006/relationships/customXml" Target="../ink/ink269.xml"/><Relationship Id="rId245" Type="http://schemas.openxmlformats.org/officeDocument/2006/relationships/customXml" Target="../ink/ink280.xml"/><Relationship Id="rId266" Type="http://schemas.openxmlformats.org/officeDocument/2006/relationships/image" Target="../media/image279.png"/><Relationship Id="rId287" Type="http://schemas.openxmlformats.org/officeDocument/2006/relationships/customXml" Target="../ink/ink301.xml"/><Relationship Id="rId410" Type="http://schemas.openxmlformats.org/officeDocument/2006/relationships/customXml" Target="../ink/ink363.xml"/><Relationship Id="rId431" Type="http://schemas.openxmlformats.org/officeDocument/2006/relationships/image" Target="../media/image361.png"/><Relationship Id="rId452" Type="http://schemas.openxmlformats.org/officeDocument/2006/relationships/customXml" Target="../ink/ink384.xml"/><Relationship Id="rId473" Type="http://schemas.openxmlformats.org/officeDocument/2006/relationships/image" Target="../media/image382.png"/><Relationship Id="rId494" Type="http://schemas.openxmlformats.org/officeDocument/2006/relationships/customXml" Target="../ink/ink405.xml"/><Relationship Id="rId30" Type="http://schemas.openxmlformats.org/officeDocument/2006/relationships/customXml" Target="../ink/ink171.xml"/><Relationship Id="rId105" Type="http://schemas.openxmlformats.org/officeDocument/2006/relationships/image" Target="../media/image199.png"/><Relationship Id="rId126" Type="http://schemas.openxmlformats.org/officeDocument/2006/relationships/customXml" Target="../ink/ink220.xml"/><Relationship Id="rId147" Type="http://schemas.openxmlformats.org/officeDocument/2006/relationships/image" Target="../media/image220.png"/><Relationship Id="rId168" Type="http://schemas.openxmlformats.org/officeDocument/2006/relationships/customXml" Target="../ink/ink241.xml"/><Relationship Id="rId312" Type="http://schemas.openxmlformats.org/officeDocument/2006/relationships/customXml" Target="../ink/ink314.xml"/><Relationship Id="rId333" Type="http://schemas.openxmlformats.org/officeDocument/2006/relationships/image" Target="../media/image312.png"/><Relationship Id="rId354" Type="http://schemas.openxmlformats.org/officeDocument/2006/relationships/customXml" Target="../ink/ink335.xml"/><Relationship Id="rId51" Type="http://schemas.openxmlformats.org/officeDocument/2006/relationships/image" Target="../media/image173.png"/><Relationship Id="rId72" Type="http://schemas.openxmlformats.org/officeDocument/2006/relationships/image" Target="../media/image183.png"/><Relationship Id="rId93" Type="http://schemas.openxmlformats.org/officeDocument/2006/relationships/image" Target="../media/image193.png"/><Relationship Id="rId189" Type="http://schemas.openxmlformats.org/officeDocument/2006/relationships/image" Target="../media/image241.png"/><Relationship Id="rId375" Type="http://schemas.openxmlformats.org/officeDocument/2006/relationships/image" Target="../media/image333.png"/><Relationship Id="rId396" Type="http://schemas.openxmlformats.org/officeDocument/2006/relationships/customXml" Target="../ink/ink356.xml"/><Relationship Id="rId3" Type="http://schemas.openxmlformats.org/officeDocument/2006/relationships/image" Target="../media/image150.png"/><Relationship Id="rId214" Type="http://schemas.openxmlformats.org/officeDocument/2006/relationships/customXml" Target="../ink/ink264.xml"/><Relationship Id="rId235" Type="http://schemas.openxmlformats.org/officeDocument/2006/relationships/customXml" Target="../ink/ink275.xml"/><Relationship Id="rId256" Type="http://schemas.openxmlformats.org/officeDocument/2006/relationships/image" Target="../media/image274.png"/><Relationship Id="rId277" Type="http://schemas.openxmlformats.org/officeDocument/2006/relationships/customXml" Target="../ink/ink296.xml"/><Relationship Id="rId298" Type="http://schemas.openxmlformats.org/officeDocument/2006/relationships/image" Target="../media/image295.png"/><Relationship Id="rId400" Type="http://schemas.openxmlformats.org/officeDocument/2006/relationships/customXml" Target="../ink/ink358.xml"/><Relationship Id="rId421" Type="http://schemas.openxmlformats.org/officeDocument/2006/relationships/image" Target="../media/image356.png"/><Relationship Id="rId442" Type="http://schemas.openxmlformats.org/officeDocument/2006/relationships/customXml" Target="../ink/ink379.xml"/><Relationship Id="rId463" Type="http://schemas.openxmlformats.org/officeDocument/2006/relationships/image" Target="../media/image377.png"/><Relationship Id="rId484" Type="http://schemas.openxmlformats.org/officeDocument/2006/relationships/customXml" Target="../ink/ink400.xml"/><Relationship Id="rId116" Type="http://schemas.openxmlformats.org/officeDocument/2006/relationships/customXml" Target="../ink/ink215.xml"/><Relationship Id="rId137" Type="http://schemas.openxmlformats.org/officeDocument/2006/relationships/image" Target="../media/image215.png"/><Relationship Id="rId158" Type="http://schemas.openxmlformats.org/officeDocument/2006/relationships/customXml" Target="../ink/ink236.xml"/><Relationship Id="rId302" Type="http://schemas.openxmlformats.org/officeDocument/2006/relationships/customXml" Target="../ink/ink309.xml"/><Relationship Id="rId323" Type="http://schemas.openxmlformats.org/officeDocument/2006/relationships/image" Target="../media/image307.png"/><Relationship Id="rId344" Type="http://schemas.openxmlformats.org/officeDocument/2006/relationships/customXml" Target="../ink/ink330.xml"/><Relationship Id="rId20" Type="http://schemas.openxmlformats.org/officeDocument/2006/relationships/customXml" Target="../ink/ink166.xml"/><Relationship Id="rId41" Type="http://schemas.openxmlformats.org/officeDocument/2006/relationships/image" Target="../media/image168.png"/><Relationship Id="rId62" Type="http://schemas.openxmlformats.org/officeDocument/2006/relationships/customXml" Target="../ink/ink187.xml"/><Relationship Id="rId83" Type="http://schemas.openxmlformats.org/officeDocument/2006/relationships/image" Target="../media/image188.png"/><Relationship Id="rId179" Type="http://schemas.openxmlformats.org/officeDocument/2006/relationships/image" Target="../media/image236.png"/><Relationship Id="rId365" Type="http://schemas.openxmlformats.org/officeDocument/2006/relationships/image" Target="../media/image328.png"/><Relationship Id="rId386" Type="http://schemas.openxmlformats.org/officeDocument/2006/relationships/customXml" Target="../ink/ink351.xml"/><Relationship Id="rId190" Type="http://schemas.openxmlformats.org/officeDocument/2006/relationships/customXml" Target="../ink/ink252.xml"/><Relationship Id="rId204" Type="http://schemas.openxmlformats.org/officeDocument/2006/relationships/customXml" Target="../ink/ink259.xml"/><Relationship Id="rId225" Type="http://schemas.openxmlformats.org/officeDocument/2006/relationships/customXml" Target="../ink/ink270.xml"/><Relationship Id="rId246" Type="http://schemas.openxmlformats.org/officeDocument/2006/relationships/image" Target="../media/image269.png"/><Relationship Id="rId267" Type="http://schemas.openxmlformats.org/officeDocument/2006/relationships/customXml" Target="../ink/ink291.xml"/><Relationship Id="rId288" Type="http://schemas.openxmlformats.org/officeDocument/2006/relationships/image" Target="../media/image290.png"/><Relationship Id="rId411" Type="http://schemas.openxmlformats.org/officeDocument/2006/relationships/image" Target="../media/image351.png"/><Relationship Id="rId432" Type="http://schemas.openxmlformats.org/officeDocument/2006/relationships/customXml" Target="../ink/ink374.xml"/><Relationship Id="rId453" Type="http://schemas.openxmlformats.org/officeDocument/2006/relationships/image" Target="../media/image372.png"/><Relationship Id="rId474" Type="http://schemas.openxmlformats.org/officeDocument/2006/relationships/customXml" Target="../ink/ink395.xml"/><Relationship Id="rId106" Type="http://schemas.openxmlformats.org/officeDocument/2006/relationships/customXml" Target="../ink/ink210.xml"/><Relationship Id="rId127" Type="http://schemas.openxmlformats.org/officeDocument/2006/relationships/image" Target="../media/image210.png"/><Relationship Id="rId313" Type="http://schemas.openxmlformats.org/officeDocument/2006/relationships/image" Target="../media/image302.png"/><Relationship Id="rId495" Type="http://schemas.openxmlformats.org/officeDocument/2006/relationships/image" Target="../media/image393.png"/><Relationship Id="rId10" Type="http://schemas.openxmlformats.org/officeDocument/2006/relationships/customXml" Target="../ink/ink161.xml"/><Relationship Id="rId31" Type="http://schemas.openxmlformats.org/officeDocument/2006/relationships/image" Target="../media/image6.png"/><Relationship Id="rId52" Type="http://schemas.openxmlformats.org/officeDocument/2006/relationships/customXml" Target="../ink/ink182.xml"/><Relationship Id="rId73" Type="http://schemas.openxmlformats.org/officeDocument/2006/relationships/customXml" Target="../ink/ink193.xml"/><Relationship Id="rId94" Type="http://schemas.openxmlformats.org/officeDocument/2006/relationships/customXml" Target="../ink/ink204.xml"/><Relationship Id="rId148" Type="http://schemas.openxmlformats.org/officeDocument/2006/relationships/customXml" Target="../ink/ink231.xml"/><Relationship Id="rId169" Type="http://schemas.openxmlformats.org/officeDocument/2006/relationships/image" Target="../media/image231.png"/><Relationship Id="rId334" Type="http://schemas.openxmlformats.org/officeDocument/2006/relationships/customXml" Target="../ink/ink325.xml"/><Relationship Id="rId355" Type="http://schemas.openxmlformats.org/officeDocument/2006/relationships/image" Target="../media/image323.png"/><Relationship Id="rId376" Type="http://schemas.openxmlformats.org/officeDocument/2006/relationships/customXml" Target="../ink/ink346.xml"/><Relationship Id="rId397" Type="http://schemas.openxmlformats.org/officeDocument/2006/relationships/image" Target="../media/image344.png"/><Relationship Id="rId4" Type="http://schemas.openxmlformats.org/officeDocument/2006/relationships/customXml" Target="../ink/ink158.xml"/><Relationship Id="rId180" Type="http://schemas.openxmlformats.org/officeDocument/2006/relationships/customXml" Target="../ink/ink247.xml"/><Relationship Id="rId215" Type="http://schemas.openxmlformats.org/officeDocument/2006/relationships/image" Target="../media/image254.png"/><Relationship Id="rId236" Type="http://schemas.openxmlformats.org/officeDocument/2006/relationships/image" Target="../media/image264.png"/><Relationship Id="rId257" Type="http://schemas.openxmlformats.org/officeDocument/2006/relationships/customXml" Target="../ink/ink286.xml"/><Relationship Id="rId278" Type="http://schemas.openxmlformats.org/officeDocument/2006/relationships/image" Target="../media/image285.png"/><Relationship Id="rId401" Type="http://schemas.openxmlformats.org/officeDocument/2006/relationships/image" Target="../media/image346.png"/><Relationship Id="rId422" Type="http://schemas.openxmlformats.org/officeDocument/2006/relationships/customXml" Target="../ink/ink369.xml"/><Relationship Id="rId443" Type="http://schemas.openxmlformats.org/officeDocument/2006/relationships/image" Target="../media/image367.png"/><Relationship Id="rId464" Type="http://schemas.openxmlformats.org/officeDocument/2006/relationships/customXml" Target="../ink/ink390.xml"/><Relationship Id="rId303" Type="http://schemas.openxmlformats.org/officeDocument/2006/relationships/image" Target="../media/image297.png"/><Relationship Id="rId485" Type="http://schemas.openxmlformats.org/officeDocument/2006/relationships/image" Target="../media/image388.png"/><Relationship Id="rId42" Type="http://schemas.openxmlformats.org/officeDocument/2006/relationships/customXml" Target="../ink/ink177.xml"/><Relationship Id="rId84" Type="http://schemas.openxmlformats.org/officeDocument/2006/relationships/customXml" Target="../ink/ink199.xml"/><Relationship Id="rId138" Type="http://schemas.openxmlformats.org/officeDocument/2006/relationships/customXml" Target="../ink/ink226.xml"/><Relationship Id="rId345" Type="http://schemas.openxmlformats.org/officeDocument/2006/relationships/image" Target="../media/image318.png"/><Relationship Id="rId387" Type="http://schemas.openxmlformats.org/officeDocument/2006/relationships/image" Target="../media/image339.png"/><Relationship Id="rId191" Type="http://schemas.openxmlformats.org/officeDocument/2006/relationships/image" Target="../media/image242.png"/><Relationship Id="rId205" Type="http://schemas.openxmlformats.org/officeDocument/2006/relationships/image" Target="../media/image249.png"/><Relationship Id="rId247" Type="http://schemas.openxmlformats.org/officeDocument/2006/relationships/customXml" Target="../ink/ink281.xml"/><Relationship Id="rId412" Type="http://schemas.openxmlformats.org/officeDocument/2006/relationships/customXml" Target="../ink/ink364.xml"/><Relationship Id="rId107" Type="http://schemas.openxmlformats.org/officeDocument/2006/relationships/image" Target="../media/image200.png"/><Relationship Id="rId289" Type="http://schemas.openxmlformats.org/officeDocument/2006/relationships/customXml" Target="../ink/ink302.xml"/><Relationship Id="rId454" Type="http://schemas.openxmlformats.org/officeDocument/2006/relationships/customXml" Target="../ink/ink385.xml"/><Relationship Id="rId496" Type="http://schemas.openxmlformats.org/officeDocument/2006/relationships/customXml" Target="../ink/ink406.xml"/><Relationship Id="rId11" Type="http://schemas.openxmlformats.org/officeDocument/2006/relationships/image" Target="../media/image154.png"/><Relationship Id="rId53" Type="http://schemas.openxmlformats.org/officeDocument/2006/relationships/image" Target="../media/image174.png"/><Relationship Id="rId149" Type="http://schemas.openxmlformats.org/officeDocument/2006/relationships/image" Target="../media/image221.png"/><Relationship Id="rId314" Type="http://schemas.openxmlformats.org/officeDocument/2006/relationships/customXml" Target="../ink/ink315.xml"/><Relationship Id="rId356" Type="http://schemas.openxmlformats.org/officeDocument/2006/relationships/customXml" Target="../ink/ink336.xml"/><Relationship Id="rId398" Type="http://schemas.openxmlformats.org/officeDocument/2006/relationships/customXml" Target="../ink/ink357.xml"/><Relationship Id="rId95" Type="http://schemas.openxmlformats.org/officeDocument/2006/relationships/image" Target="../media/image194.png"/><Relationship Id="rId160" Type="http://schemas.openxmlformats.org/officeDocument/2006/relationships/customXml" Target="../ink/ink237.xml"/><Relationship Id="rId216" Type="http://schemas.openxmlformats.org/officeDocument/2006/relationships/customXml" Target="../ink/ink265.xml"/><Relationship Id="rId423" Type="http://schemas.openxmlformats.org/officeDocument/2006/relationships/image" Target="../media/image357.png"/><Relationship Id="rId258" Type="http://schemas.openxmlformats.org/officeDocument/2006/relationships/image" Target="../media/image275.png"/><Relationship Id="rId465" Type="http://schemas.openxmlformats.org/officeDocument/2006/relationships/image" Target="../media/image378.png"/><Relationship Id="rId22" Type="http://schemas.openxmlformats.org/officeDocument/2006/relationships/customXml" Target="../ink/ink167.xml"/><Relationship Id="rId64" Type="http://schemas.openxmlformats.org/officeDocument/2006/relationships/image" Target="../media/image179.png"/><Relationship Id="rId118" Type="http://schemas.openxmlformats.org/officeDocument/2006/relationships/customXml" Target="../ink/ink216.xml"/><Relationship Id="rId325" Type="http://schemas.openxmlformats.org/officeDocument/2006/relationships/image" Target="../media/image308.png"/><Relationship Id="rId367" Type="http://schemas.openxmlformats.org/officeDocument/2006/relationships/image" Target="../media/image329.png"/><Relationship Id="rId171" Type="http://schemas.openxmlformats.org/officeDocument/2006/relationships/image" Target="../media/image232.png"/><Relationship Id="rId227" Type="http://schemas.openxmlformats.org/officeDocument/2006/relationships/customXml" Target="../ink/ink271.xml"/><Relationship Id="rId269" Type="http://schemas.openxmlformats.org/officeDocument/2006/relationships/customXml" Target="../ink/ink292.xml"/><Relationship Id="rId434" Type="http://schemas.openxmlformats.org/officeDocument/2006/relationships/customXml" Target="../ink/ink375.xml"/><Relationship Id="rId476" Type="http://schemas.openxmlformats.org/officeDocument/2006/relationships/customXml" Target="../ink/ink396.xml"/><Relationship Id="rId33" Type="http://schemas.openxmlformats.org/officeDocument/2006/relationships/image" Target="../media/image164.png"/><Relationship Id="rId129" Type="http://schemas.openxmlformats.org/officeDocument/2006/relationships/image" Target="../media/image211.png"/><Relationship Id="rId280" Type="http://schemas.openxmlformats.org/officeDocument/2006/relationships/image" Target="../media/image286.png"/><Relationship Id="rId336" Type="http://schemas.openxmlformats.org/officeDocument/2006/relationships/customXml" Target="../ink/ink326.xml"/><Relationship Id="rId75" Type="http://schemas.openxmlformats.org/officeDocument/2006/relationships/customXml" Target="../ink/ink194.xml"/><Relationship Id="rId140" Type="http://schemas.openxmlformats.org/officeDocument/2006/relationships/customXml" Target="../ink/ink227.xml"/><Relationship Id="rId182" Type="http://schemas.openxmlformats.org/officeDocument/2006/relationships/customXml" Target="../ink/ink248.xml"/><Relationship Id="rId378" Type="http://schemas.openxmlformats.org/officeDocument/2006/relationships/customXml" Target="../ink/ink347.xml"/><Relationship Id="rId403" Type="http://schemas.openxmlformats.org/officeDocument/2006/relationships/image" Target="../media/image347.png"/><Relationship Id="rId6" Type="http://schemas.openxmlformats.org/officeDocument/2006/relationships/customXml" Target="../ink/ink159.xml"/><Relationship Id="rId238" Type="http://schemas.openxmlformats.org/officeDocument/2006/relationships/image" Target="../media/image265.png"/><Relationship Id="rId445" Type="http://schemas.openxmlformats.org/officeDocument/2006/relationships/image" Target="../media/image368.png"/><Relationship Id="rId487" Type="http://schemas.openxmlformats.org/officeDocument/2006/relationships/image" Target="../media/image389.png"/><Relationship Id="rId291" Type="http://schemas.openxmlformats.org/officeDocument/2006/relationships/customXml" Target="../ink/ink303.xml"/><Relationship Id="rId305" Type="http://schemas.openxmlformats.org/officeDocument/2006/relationships/image" Target="../media/image298.png"/><Relationship Id="rId347" Type="http://schemas.openxmlformats.org/officeDocument/2006/relationships/image" Target="../media/image319.png"/><Relationship Id="rId44" Type="http://schemas.openxmlformats.org/officeDocument/2006/relationships/customXml" Target="../ink/ink178.xml"/><Relationship Id="rId86" Type="http://schemas.openxmlformats.org/officeDocument/2006/relationships/customXml" Target="../ink/ink200.xml"/><Relationship Id="rId151" Type="http://schemas.openxmlformats.org/officeDocument/2006/relationships/image" Target="../media/image222.png"/><Relationship Id="rId389" Type="http://schemas.openxmlformats.org/officeDocument/2006/relationships/image" Target="../media/image340.png"/><Relationship Id="rId193" Type="http://schemas.openxmlformats.org/officeDocument/2006/relationships/image" Target="../media/image243.png"/><Relationship Id="rId207" Type="http://schemas.openxmlformats.org/officeDocument/2006/relationships/image" Target="../media/image250.png"/><Relationship Id="rId249" Type="http://schemas.openxmlformats.org/officeDocument/2006/relationships/customXml" Target="../ink/ink282.xml"/><Relationship Id="rId414" Type="http://schemas.openxmlformats.org/officeDocument/2006/relationships/customXml" Target="../ink/ink365.xml"/><Relationship Id="rId456" Type="http://schemas.openxmlformats.org/officeDocument/2006/relationships/customXml" Target="../ink/ink386.xml"/><Relationship Id="rId13" Type="http://schemas.openxmlformats.org/officeDocument/2006/relationships/image" Target="../media/image155.png"/><Relationship Id="rId109" Type="http://schemas.openxmlformats.org/officeDocument/2006/relationships/image" Target="../media/image201.png"/><Relationship Id="rId260" Type="http://schemas.openxmlformats.org/officeDocument/2006/relationships/image" Target="../media/image276.png"/><Relationship Id="rId316" Type="http://schemas.openxmlformats.org/officeDocument/2006/relationships/customXml" Target="../ink/ink316.xml"/><Relationship Id="rId55" Type="http://schemas.openxmlformats.org/officeDocument/2006/relationships/image" Target="../media/image175.png"/><Relationship Id="rId97" Type="http://schemas.openxmlformats.org/officeDocument/2006/relationships/image" Target="../media/image195.png"/><Relationship Id="rId120" Type="http://schemas.openxmlformats.org/officeDocument/2006/relationships/customXml" Target="../ink/ink217.xml"/><Relationship Id="rId358" Type="http://schemas.openxmlformats.org/officeDocument/2006/relationships/customXml" Target="../ink/ink337.xml"/><Relationship Id="rId162" Type="http://schemas.openxmlformats.org/officeDocument/2006/relationships/customXml" Target="../ink/ink238.xml"/><Relationship Id="rId218" Type="http://schemas.openxmlformats.org/officeDocument/2006/relationships/customXml" Target="../ink/ink266.xml"/><Relationship Id="rId425" Type="http://schemas.openxmlformats.org/officeDocument/2006/relationships/image" Target="../media/image358.png"/><Relationship Id="rId467" Type="http://schemas.openxmlformats.org/officeDocument/2006/relationships/image" Target="../media/image379.png"/></Relationships>
</file>

<file path=ppt/slides/_rels/slide8.xml.rels><?xml version="1.0" encoding="UTF-8" standalone="yes"?>
<Relationships xmlns="http://schemas.openxmlformats.org/package/2006/relationships"><Relationship Id="rId117" Type="http://schemas.openxmlformats.org/officeDocument/2006/relationships/customXml" Target="../ink/ink465.xml"/><Relationship Id="rId299" Type="http://schemas.openxmlformats.org/officeDocument/2006/relationships/image" Target="../media/image540.png"/><Relationship Id="rId303" Type="http://schemas.openxmlformats.org/officeDocument/2006/relationships/image" Target="../media/image542.png"/><Relationship Id="rId21" Type="http://schemas.openxmlformats.org/officeDocument/2006/relationships/image" Target="../media/image404.png"/><Relationship Id="rId42" Type="http://schemas.openxmlformats.org/officeDocument/2006/relationships/customXml" Target="../ink/ink427.xml"/><Relationship Id="rId63" Type="http://schemas.openxmlformats.org/officeDocument/2006/relationships/image" Target="../media/image424.png"/><Relationship Id="rId84" Type="http://schemas.openxmlformats.org/officeDocument/2006/relationships/image" Target="../media/image434.png"/><Relationship Id="rId138" Type="http://schemas.openxmlformats.org/officeDocument/2006/relationships/image" Target="../media/image461.png"/><Relationship Id="rId159" Type="http://schemas.openxmlformats.org/officeDocument/2006/relationships/customXml" Target="../ink/ink486.xml"/><Relationship Id="rId170" Type="http://schemas.openxmlformats.org/officeDocument/2006/relationships/image" Target="../media/image477.png"/><Relationship Id="rId191" Type="http://schemas.openxmlformats.org/officeDocument/2006/relationships/customXml" Target="../ink/ink502.xml"/><Relationship Id="rId205" Type="http://schemas.openxmlformats.org/officeDocument/2006/relationships/customXml" Target="../ink/ink509.xml"/><Relationship Id="rId226" Type="http://schemas.openxmlformats.org/officeDocument/2006/relationships/image" Target="../media/image505.png"/><Relationship Id="rId247" Type="http://schemas.openxmlformats.org/officeDocument/2006/relationships/customXml" Target="../ink/ink530.xml"/><Relationship Id="rId107" Type="http://schemas.openxmlformats.org/officeDocument/2006/relationships/customXml" Target="../ink/ink460.xml"/><Relationship Id="rId268" Type="http://schemas.openxmlformats.org/officeDocument/2006/relationships/customXml" Target="../ink/ink541.xml"/><Relationship Id="rId289" Type="http://schemas.openxmlformats.org/officeDocument/2006/relationships/image" Target="../media/image535.png"/><Relationship Id="rId11" Type="http://schemas.openxmlformats.org/officeDocument/2006/relationships/image" Target="../media/image399.png"/><Relationship Id="rId32" Type="http://schemas.openxmlformats.org/officeDocument/2006/relationships/customXml" Target="../ink/ink422.xml"/><Relationship Id="rId53" Type="http://schemas.openxmlformats.org/officeDocument/2006/relationships/image" Target="../media/image419.png"/><Relationship Id="rId74" Type="http://schemas.openxmlformats.org/officeDocument/2006/relationships/customXml" Target="../ink/ink443.xml"/><Relationship Id="rId128" Type="http://schemas.openxmlformats.org/officeDocument/2006/relationships/image" Target="../media/image456.png"/><Relationship Id="rId149" Type="http://schemas.openxmlformats.org/officeDocument/2006/relationships/customXml" Target="../ink/ink481.xml"/><Relationship Id="rId314" Type="http://schemas.openxmlformats.org/officeDocument/2006/relationships/customXml" Target="../ink/ink565.xml"/><Relationship Id="rId5" Type="http://schemas.openxmlformats.org/officeDocument/2006/relationships/image" Target="../media/image396.png"/><Relationship Id="rId95" Type="http://schemas.openxmlformats.org/officeDocument/2006/relationships/customXml" Target="../ink/ink454.xml"/><Relationship Id="rId160" Type="http://schemas.openxmlformats.org/officeDocument/2006/relationships/image" Target="../media/image472.png"/><Relationship Id="rId181" Type="http://schemas.openxmlformats.org/officeDocument/2006/relationships/customXml" Target="../ink/ink497.xml"/><Relationship Id="rId216" Type="http://schemas.openxmlformats.org/officeDocument/2006/relationships/image" Target="../media/image500.png"/><Relationship Id="rId237" Type="http://schemas.openxmlformats.org/officeDocument/2006/relationships/customXml" Target="../ink/ink525.xml"/><Relationship Id="rId258" Type="http://schemas.openxmlformats.org/officeDocument/2006/relationships/image" Target="../media/image521.png"/><Relationship Id="rId279" Type="http://schemas.openxmlformats.org/officeDocument/2006/relationships/customXml" Target="../ink/ink547.xml"/><Relationship Id="rId22" Type="http://schemas.openxmlformats.org/officeDocument/2006/relationships/customXml" Target="../ink/ink417.xml"/><Relationship Id="rId43" Type="http://schemas.openxmlformats.org/officeDocument/2006/relationships/image" Target="../media/image415.png"/><Relationship Id="rId64" Type="http://schemas.openxmlformats.org/officeDocument/2006/relationships/customXml" Target="../ink/ink438.xml"/><Relationship Id="rId118" Type="http://schemas.openxmlformats.org/officeDocument/2006/relationships/image" Target="../media/image451.png"/><Relationship Id="rId139" Type="http://schemas.openxmlformats.org/officeDocument/2006/relationships/customXml" Target="../ink/ink476.xml"/><Relationship Id="rId290" Type="http://schemas.openxmlformats.org/officeDocument/2006/relationships/customXml" Target="../ink/ink553.xml"/><Relationship Id="rId304" Type="http://schemas.openxmlformats.org/officeDocument/2006/relationships/customXml" Target="../ink/ink560.xml"/><Relationship Id="rId85" Type="http://schemas.openxmlformats.org/officeDocument/2006/relationships/customXml" Target="../ink/ink449.xml"/><Relationship Id="rId150" Type="http://schemas.openxmlformats.org/officeDocument/2006/relationships/image" Target="../media/image467.png"/><Relationship Id="rId171" Type="http://schemas.openxmlformats.org/officeDocument/2006/relationships/customXml" Target="../ink/ink492.xml"/><Relationship Id="rId192" Type="http://schemas.openxmlformats.org/officeDocument/2006/relationships/image" Target="../media/image488.png"/><Relationship Id="rId206" Type="http://schemas.openxmlformats.org/officeDocument/2006/relationships/image" Target="../media/image495.png"/><Relationship Id="rId227" Type="http://schemas.openxmlformats.org/officeDocument/2006/relationships/customXml" Target="../ink/ink520.xml"/><Relationship Id="rId248" Type="http://schemas.openxmlformats.org/officeDocument/2006/relationships/image" Target="../media/image516.png"/><Relationship Id="rId269" Type="http://schemas.openxmlformats.org/officeDocument/2006/relationships/image" Target="../media/image526.png"/><Relationship Id="rId12" Type="http://schemas.openxmlformats.org/officeDocument/2006/relationships/customXml" Target="../ink/ink412.xml"/><Relationship Id="rId33" Type="http://schemas.openxmlformats.org/officeDocument/2006/relationships/image" Target="../media/image410.png"/><Relationship Id="rId108" Type="http://schemas.openxmlformats.org/officeDocument/2006/relationships/image" Target="../media/image446.png"/><Relationship Id="rId129" Type="http://schemas.openxmlformats.org/officeDocument/2006/relationships/customXml" Target="../ink/ink471.xml"/><Relationship Id="rId280" Type="http://schemas.openxmlformats.org/officeDocument/2006/relationships/image" Target="../media/image531.png"/><Relationship Id="rId315" Type="http://schemas.openxmlformats.org/officeDocument/2006/relationships/image" Target="../media/image548.png"/><Relationship Id="rId54" Type="http://schemas.openxmlformats.org/officeDocument/2006/relationships/customXml" Target="../ink/ink433.xml"/><Relationship Id="rId75" Type="http://schemas.openxmlformats.org/officeDocument/2006/relationships/customXml" Target="../ink/ink444.xml"/><Relationship Id="rId96" Type="http://schemas.openxmlformats.org/officeDocument/2006/relationships/image" Target="../media/image440.png"/><Relationship Id="rId140" Type="http://schemas.openxmlformats.org/officeDocument/2006/relationships/image" Target="../media/image462.png"/><Relationship Id="rId161" Type="http://schemas.openxmlformats.org/officeDocument/2006/relationships/customXml" Target="../ink/ink487.xml"/><Relationship Id="rId182" Type="http://schemas.openxmlformats.org/officeDocument/2006/relationships/image" Target="../media/image483.png"/><Relationship Id="rId217" Type="http://schemas.openxmlformats.org/officeDocument/2006/relationships/customXml" Target="../ink/ink515.xml"/><Relationship Id="rId6" Type="http://schemas.openxmlformats.org/officeDocument/2006/relationships/customXml" Target="../ink/ink409.xml"/><Relationship Id="rId238" Type="http://schemas.openxmlformats.org/officeDocument/2006/relationships/image" Target="../media/image511.png"/><Relationship Id="rId259" Type="http://schemas.openxmlformats.org/officeDocument/2006/relationships/customXml" Target="../ink/ink536.xml"/><Relationship Id="rId23" Type="http://schemas.openxmlformats.org/officeDocument/2006/relationships/image" Target="../media/image405.png"/><Relationship Id="rId119" Type="http://schemas.openxmlformats.org/officeDocument/2006/relationships/customXml" Target="../ink/ink466.xml"/><Relationship Id="rId270" Type="http://schemas.openxmlformats.org/officeDocument/2006/relationships/customXml" Target="../ink/ink542.xml"/><Relationship Id="rId291" Type="http://schemas.openxmlformats.org/officeDocument/2006/relationships/image" Target="../media/image536.png"/><Relationship Id="rId305" Type="http://schemas.openxmlformats.org/officeDocument/2006/relationships/image" Target="../media/image543.png"/><Relationship Id="rId44" Type="http://schemas.openxmlformats.org/officeDocument/2006/relationships/customXml" Target="../ink/ink428.xml"/><Relationship Id="rId65" Type="http://schemas.openxmlformats.org/officeDocument/2006/relationships/image" Target="../media/image425.png"/><Relationship Id="rId86" Type="http://schemas.openxmlformats.org/officeDocument/2006/relationships/image" Target="../media/image435.png"/><Relationship Id="rId130" Type="http://schemas.openxmlformats.org/officeDocument/2006/relationships/image" Target="../media/image457.png"/><Relationship Id="rId151" Type="http://schemas.openxmlformats.org/officeDocument/2006/relationships/customXml" Target="../ink/ink482.xml"/><Relationship Id="rId172" Type="http://schemas.openxmlformats.org/officeDocument/2006/relationships/image" Target="../media/image478.png"/><Relationship Id="rId193" Type="http://schemas.openxmlformats.org/officeDocument/2006/relationships/customXml" Target="../ink/ink503.xml"/><Relationship Id="rId207" Type="http://schemas.openxmlformats.org/officeDocument/2006/relationships/customXml" Target="../ink/ink510.xml"/><Relationship Id="rId228" Type="http://schemas.openxmlformats.org/officeDocument/2006/relationships/image" Target="../media/image506.png"/><Relationship Id="rId249" Type="http://schemas.openxmlformats.org/officeDocument/2006/relationships/customXml" Target="../ink/ink531.xml"/><Relationship Id="rId13" Type="http://schemas.openxmlformats.org/officeDocument/2006/relationships/image" Target="../media/image400.png"/><Relationship Id="rId109" Type="http://schemas.openxmlformats.org/officeDocument/2006/relationships/customXml" Target="../ink/ink461.xml"/><Relationship Id="rId260" Type="http://schemas.openxmlformats.org/officeDocument/2006/relationships/image" Target="../media/image522.png"/><Relationship Id="rId281" Type="http://schemas.openxmlformats.org/officeDocument/2006/relationships/customXml" Target="../ink/ink548.xml"/><Relationship Id="rId316" Type="http://schemas.openxmlformats.org/officeDocument/2006/relationships/customXml" Target="../ink/ink566.xml"/><Relationship Id="rId34" Type="http://schemas.openxmlformats.org/officeDocument/2006/relationships/customXml" Target="../ink/ink423.xml"/><Relationship Id="rId55" Type="http://schemas.openxmlformats.org/officeDocument/2006/relationships/image" Target="../media/image420.png"/><Relationship Id="rId76" Type="http://schemas.openxmlformats.org/officeDocument/2006/relationships/image" Target="../media/image430.png"/><Relationship Id="rId97" Type="http://schemas.openxmlformats.org/officeDocument/2006/relationships/customXml" Target="../ink/ink455.xml"/><Relationship Id="rId120" Type="http://schemas.openxmlformats.org/officeDocument/2006/relationships/image" Target="../media/image452.png"/><Relationship Id="rId141" Type="http://schemas.openxmlformats.org/officeDocument/2006/relationships/customXml" Target="../ink/ink477.xml"/><Relationship Id="rId7" Type="http://schemas.openxmlformats.org/officeDocument/2006/relationships/image" Target="../media/image397.png"/><Relationship Id="rId162" Type="http://schemas.openxmlformats.org/officeDocument/2006/relationships/image" Target="../media/image473.png"/><Relationship Id="rId183" Type="http://schemas.openxmlformats.org/officeDocument/2006/relationships/customXml" Target="../ink/ink498.xml"/><Relationship Id="rId218" Type="http://schemas.openxmlformats.org/officeDocument/2006/relationships/image" Target="../media/image501.png"/><Relationship Id="rId239" Type="http://schemas.openxmlformats.org/officeDocument/2006/relationships/customXml" Target="../ink/ink526.xml"/><Relationship Id="rId250" Type="http://schemas.openxmlformats.org/officeDocument/2006/relationships/image" Target="../media/image517.png"/><Relationship Id="rId271" Type="http://schemas.openxmlformats.org/officeDocument/2006/relationships/customXml" Target="../ink/ink543.xml"/><Relationship Id="rId292" Type="http://schemas.openxmlformats.org/officeDocument/2006/relationships/customXml" Target="../ink/ink554.xml"/><Relationship Id="rId306" Type="http://schemas.openxmlformats.org/officeDocument/2006/relationships/customXml" Target="../ink/ink561.xml"/><Relationship Id="rId24" Type="http://schemas.openxmlformats.org/officeDocument/2006/relationships/customXml" Target="../ink/ink418.xml"/><Relationship Id="rId45" Type="http://schemas.openxmlformats.org/officeDocument/2006/relationships/image" Target="../media/image416.png"/><Relationship Id="rId66" Type="http://schemas.openxmlformats.org/officeDocument/2006/relationships/customXml" Target="../ink/ink439.xml"/><Relationship Id="rId87" Type="http://schemas.openxmlformats.org/officeDocument/2006/relationships/customXml" Target="../ink/ink450.xml"/><Relationship Id="rId110" Type="http://schemas.openxmlformats.org/officeDocument/2006/relationships/image" Target="../media/image447.png"/><Relationship Id="rId131" Type="http://schemas.openxmlformats.org/officeDocument/2006/relationships/customXml" Target="../ink/ink472.xml"/><Relationship Id="rId152" Type="http://schemas.openxmlformats.org/officeDocument/2006/relationships/image" Target="../media/image468.png"/><Relationship Id="rId173" Type="http://schemas.openxmlformats.org/officeDocument/2006/relationships/customXml" Target="../ink/ink493.xml"/><Relationship Id="rId194" Type="http://schemas.openxmlformats.org/officeDocument/2006/relationships/image" Target="../media/image489.png"/><Relationship Id="rId208" Type="http://schemas.openxmlformats.org/officeDocument/2006/relationships/image" Target="../media/image496.png"/><Relationship Id="rId229" Type="http://schemas.openxmlformats.org/officeDocument/2006/relationships/customXml" Target="../ink/ink521.xml"/><Relationship Id="rId19" Type="http://schemas.openxmlformats.org/officeDocument/2006/relationships/image" Target="../media/image403.png"/><Relationship Id="rId224" Type="http://schemas.openxmlformats.org/officeDocument/2006/relationships/image" Target="../media/image504.png"/><Relationship Id="rId240" Type="http://schemas.openxmlformats.org/officeDocument/2006/relationships/image" Target="../media/image512.png"/><Relationship Id="rId245" Type="http://schemas.openxmlformats.org/officeDocument/2006/relationships/customXml" Target="../ink/ink529.xml"/><Relationship Id="rId261" Type="http://schemas.openxmlformats.org/officeDocument/2006/relationships/customXml" Target="../ink/ink537.xml"/><Relationship Id="rId266" Type="http://schemas.openxmlformats.org/officeDocument/2006/relationships/customXml" Target="../ink/ink540.xml"/><Relationship Id="rId287" Type="http://schemas.openxmlformats.org/officeDocument/2006/relationships/image" Target="../media/image534.png"/><Relationship Id="rId14" Type="http://schemas.openxmlformats.org/officeDocument/2006/relationships/customXml" Target="../ink/ink413.xml"/><Relationship Id="rId30" Type="http://schemas.openxmlformats.org/officeDocument/2006/relationships/customXml" Target="../ink/ink421.xml"/><Relationship Id="rId35" Type="http://schemas.openxmlformats.org/officeDocument/2006/relationships/image" Target="../media/image411.png"/><Relationship Id="rId56" Type="http://schemas.openxmlformats.org/officeDocument/2006/relationships/customXml" Target="../ink/ink434.xml"/><Relationship Id="rId77" Type="http://schemas.openxmlformats.org/officeDocument/2006/relationships/customXml" Target="../ink/ink445.xml"/><Relationship Id="rId100" Type="http://schemas.openxmlformats.org/officeDocument/2006/relationships/image" Target="../media/image442.png"/><Relationship Id="rId105" Type="http://schemas.openxmlformats.org/officeDocument/2006/relationships/customXml" Target="../ink/ink459.xml"/><Relationship Id="rId126" Type="http://schemas.openxmlformats.org/officeDocument/2006/relationships/image" Target="../media/image455.png"/><Relationship Id="rId147" Type="http://schemas.openxmlformats.org/officeDocument/2006/relationships/customXml" Target="../ink/ink480.xml"/><Relationship Id="rId168" Type="http://schemas.openxmlformats.org/officeDocument/2006/relationships/image" Target="../media/image476.png"/><Relationship Id="rId282" Type="http://schemas.openxmlformats.org/officeDocument/2006/relationships/image" Target="../media/image532.png"/><Relationship Id="rId312" Type="http://schemas.openxmlformats.org/officeDocument/2006/relationships/customXml" Target="../ink/ink564.xml"/><Relationship Id="rId317" Type="http://schemas.openxmlformats.org/officeDocument/2006/relationships/image" Target="../media/image549.png"/><Relationship Id="rId8" Type="http://schemas.openxmlformats.org/officeDocument/2006/relationships/customXml" Target="../ink/ink410.xml"/><Relationship Id="rId51" Type="http://schemas.openxmlformats.org/officeDocument/2006/relationships/image" Target="../media/image6.png"/><Relationship Id="rId72" Type="http://schemas.openxmlformats.org/officeDocument/2006/relationships/customXml" Target="../ink/ink442.xml"/><Relationship Id="rId93" Type="http://schemas.openxmlformats.org/officeDocument/2006/relationships/customXml" Target="../ink/ink453.xml"/><Relationship Id="rId98" Type="http://schemas.openxmlformats.org/officeDocument/2006/relationships/image" Target="../media/image441.png"/><Relationship Id="rId121" Type="http://schemas.openxmlformats.org/officeDocument/2006/relationships/customXml" Target="../ink/ink467.xml"/><Relationship Id="rId142" Type="http://schemas.openxmlformats.org/officeDocument/2006/relationships/image" Target="../media/image463.png"/><Relationship Id="rId163" Type="http://schemas.openxmlformats.org/officeDocument/2006/relationships/customXml" Target="../ink/ink488.xml"/><Relationship Id="rId184" Type="http://schemas.openxmlformats.org/officeDocument/2006/relationships/image" Target="../media/image484.png"/><Relationship Id="rId189" Type="http://schemas.openxmlformats.org/officeDocument/2006/relationships/customXml" Target="../ink/ink501.xml"/><Relationship Id="rId219" Type="http://schemas.openxmlformats.org/officeDocument/2006/relationships/customXml" Target="../ink/ink516.xml"/><Relationship Id="rId3" Type="http://schemas.openxmlformats.org/officeDocument/2006/relationships/image" Target="../media/image395.png"/><Relationship Id="rId214" Type="http://schemas.openxmlformats.org/officeDocument/2006/relationships/image" Target="../media/image499.png"/><Relationship Id="rId230" Type="http://schemas.openxmlformats.org/officeDocument/2006/relationships/image" Target="../media/image507.png"/><Relationship Id="rId235" Type="http://schemas.openxmlformats.org/officeDocument/2006/relationships/customXml" Target="../ink/ink524.xml"/><Relationship Id="rId251" Type="http://schemas.openxmlformats.org/officeDocument/2006/relationships/customXml" Target="../ink/ink532.xml"/><Relationship Id="rId256" Type="http://schemas.openxmlformats.org/officeDocument/2006/relationships/image" Target="../media/image520.png"/><Relationship Id="rId277" Type="http://schemas.openxmlformats.org/officeDocument/2006/relationships/customXml" Target="../ink/ink546.xml"/><Relationship Id="rId298" Type="http://schemas.openxmlformats.org/officeDocument/2006/relationships/customXml" Target="../ink/ink557.xml"/><Relationship Id="rId25" Type="http://schemas.openxmlformats.org/officeDocument/2006/relationships/image" Target="../media/image406.png"/><Relationship Id="rId46" Type="http://schemas.openxmlformats.org/officeDocument/2006/relationships/customXml" Target="../ink/ink429.xml"/><Relationship Id="rId67" Type="http://schemas.openxmlformats.org/officeDocument/2006/relationships/image" Target="../media/image426.png"/><Relationship Id="rId116" Type="http://schemas.openxmlformats.org/officeDocument/2006/relationships/image" Target="../media/image450.png"/><Relationship Id="rId137" Type="http://schemas.openxmlformats.org/officeDocument/2006/relationships/customXml" Target="../ink/ink475.xml"/><Relationship Id="rId158" Type="http://schemas.openxmlformats.org/officeDocument/2006/relationships/image" Target="../media/image471.png"/><Relationship Id="rId272" Type="http://schemas.openxmlformats.org/officeDocument/2006/relationships/image" Target="../media/image527.png"/><Relationship Id="rId293" Type="http://schemas.openxmlformats.org/officeDocument/2006/relationships/image" Target="../media/image537.png"/><Relationship Id="rId302" Type="http://schemas.openxmlformats.org/officeDocument/2006/relationships/customXml" Target="../ink/ink559.xml"/><Relationship Id="rId307" Type="http://schemas.openxmlformats.org/officeDocument/2006/relationships/image" Target="../media/image544.png"/><Relationship Id="rId323" Type="http://schemas.openxmlformats.org/officeDocument/2006/relationships/image" Target="../media/image552.png"/><Relationship Id="rId20" Type="http://schemas.openxmlformats.org/officeDocument/2006/relationships/customXml" Target="../ink/ink416.xml"/><Relationship Id="rId41" Type="http://schemas.openxmlformats.org/officeDocument/2006/relationships/image" Target="../media/image414.png"/><Relationship Id="rId62" Type="http://schemas.openxmlformats.org/officeDocument/2006/relationships/customXml" Target="../ink/ink437.xml"/><Relationship Id="rId83" Type="http://schemas.openxmlformats.org/officeDocument/2006/relationships/customXml" Target="../ink/ink448.xml"/><Relationship Id="rId88" Type="http://schemas.openxmlformats.org/officeDocument/2006/relationships/image" Target="../media/image436.png"/><Relationship Id="rId111" Type="http://schemas.openxmlformats.org/officeDocument/2006/relationships/customXml" Target="../ink/ink462.xml"/><Relationship Id="rId132" Type="http://schemas.openxmlformats.org/officeDocument/2006/relationships/image" Target="../media/image458.png"/><Relationship Id="rId153" Type="http://schemas.openxmlformats.org/officeDocument/2006/relationships/customXml" Target="../ink/ink483.xml"/><Relationship Id="rId174" Type="http://schemas.openxmlformats.org/officeDocument/2006/relationships/image" Target="../media/image479.png"/><Relationship Id="rId179" Type="http://schemas.openxmlformats.org/officeDocument/2006/relationships/customXml" Target="../ink/ink496.xml"/><Relationship Id="rId195" Type="http://schemas.openxmlformats.org/officeDocument/2006/relationships/customXml" Target="../ink/ink504.xml"/><Relationship Id="rId209" Type="http://schemas.openxmlformats.org/officeDocument/2006/relationships/customXml" Target="../ink/ink511.xml"/><Relationship Id="rId190" Type="http://schemas.openxmlformats.org/officeDocument/2006/relationships/image" Target="../media/image487.png"/><Relationship Id="rId204" Type="http://schemas.openxmlformats.org/officeDocument/2006/relationships/image" Target="../media/image494.png"/><Relationship Id="rId220" Type="http://schemas.openxmlformats.org/officeDocument/2006/relationships/image" Target="../media/image502.png"/><Relationship Id="rId225" Type="http://schemas.openxmlformats.org/officeDocument/2006/relationships/customXml" Target="../ink/ink519.xml"/><Relationship Id="rId241" Type="http://schemas.openxmlformats.org/officeDocument/2006/relationships/customXml" Target="../ink/ink527.xml"/><Relationship Id="rId246" Type="http://schemas.openxmlformats.org/officeDocument/2006/relationships/image" Target="../media/image515.png"/><Relationship Id="rId267" Type="http://schemas.openxmlformats.org/officeDocument/2006/relationships/image" Target="../media/image525.png"/><Relationship Id="rId288" Type="http://schemas.openxmlformats.org/officeDocument/2006/relationships/customXml" Target="../ink/ink552.xml"/><Relationship Id="rId15" Type="http://schemas.openxmlformats.org/officeDocument/2006/relationships/image" Target="../media/image401.png"/><Relationship Id="rId36" Type="http://schemas.openxmlformats.org/officeDocument/2006/relationships/customXml" Target="../ink/ink424.xml"/><Relationship Id="rId57" Type="http://schemas.openxmlformats.org/officeDocument/2006/relationships/image" Target="../media/image421.png"/><Relationship Id="rId106" Type="http://schemas.openxmlformats.org/officeDocument/2006/relationships/image" Target="../media/image445.png"/><Relationship Id="rId127" Type="http://schemas.openxmlformats.org/officeDocument/2006/relationships/customXml" Target="../ink/ink470.xml"/><Relationship Id="rId262" Type="http://schemas.openxmlformats.org/officeDocument/2006/relationships/customXml" Target="../ink/ink538.xml"/><Relationship Id="rId283" Type="http://schemas.openxmlformats.org/officeDocument/2006/relationships/customXml" Target="../ink/ink549.xml"/><Relationship Id="rId313" Type="http://schemas.openxmlformats.org/officeDocument/2006/relationships/image" Target="../media/image547.png"/><Relationship Id="rId318" Type="http://schemas.openxmlformats.org/officeDocument/2006/relationships/customXml" Target="../ink/ink567.xml"/><Relationship Id="rId10" Type="http://schemas.openxmlformats.org/officeDocument/2006/relationships/customXml" Target="../ink/ink411.xml"/><Relationship Id="rId31" Type="http://schemas.openxmlformats.org/officeDocument/2006/relationships/image" Target="../media/image409.png"/><Relationship Id="rId52" Type="http://schemas.openxmlformats.org/officeDocument/2006/relationships/customXml" Target="../ink/ink432.xml"/><Relationship Id="rId73" Type="http://schemas.openxmlformats.org/officeDocument/2006/relationships/image" Target="../media/image429.png"/><Relationship Id="rId78" Type="http://schemas.openxmlformats.org/officeDocument/2006/relationships/image" Target="../media/image431.png"/><Relationship Id="rId94" Type="http://schemas.openxmlformats.org/officeDocument/2006/relationships/image" Target="../media/image439.png"/><Relationship Id="rId99" Type="http://schemas.openxmlformats.org/officeDocument/2006/relationships/customXml" Target="../ink/ink456.xml"/><Relationship Id="rId101" Type="http://schemas.openxmlformats.org/officeDocument/2006/relationships/customXml" Target="../ink/ink457.xml"/><Relationship Id="rId122" Type="http://schemas.openxmlformats.org/officeDocument/2006/relationships/image" Target="../media/image453.png"/><Relationship Id="rId143" Type="http://schemas.openxmlformats.org/officeDocument/2006/relationships/customXml" Target="../ink/ink478.xml"/><Relationship Id="rId148" Type="http://schemas.openxmlformats.org/officeDocument/2006/relationships/image" Target="../media/image466.png"/><Relationship Id="rId164" Type="http://schemas.openxmlformats.org/officeDocument/2006/relationships/image" Target="../media/image474.png"/><Relationship Id="rId169" Type="http://schemas.openxmlformats.org/officeDocument/2006/relationships/customXml" Target="../ink/ink491.xml"/><Relationship Id="rId185" Type="http://schemas.openxmlformats.org/officeDocument/2006/relationships/customXml" Target="../ink/ink499.xml"/><Relationship Id="rId4" Type="http://schemas.openxmlformats.org/officeDocument/2006/relationships/customXml" Target="../ink/ink408.xml"/><Relationship Id="rId9" Type="http://schemas.openxmlformats.org/officeDocument/2006/relationships/image" Target="../media/image398.png"/><Relationship Id="rId180" Type="http://schemas.openxmlformats.org/officeDocument/2006/relationships/image" Target="../media/image482.png"/><Relationship Id="rId210" Type="http://schemas.openxmlformats.org/officeDocument/2006/relationships/image" Target="../media/image497.png"/><Relationship Id="rId215" Type="http://schemas.openxmlformats.org/officeDocument/2006/relationships/customXml" Target="../ink/ink514.xml"/><Relationship Id="rId236" Type="http://schemas.openxmlformats.org/officeDocument/2006/relationships/image" Target="../media/image510.png"/><Relationship Id="rId257" Type="http://schemas.openxmlformats.org/officeDocument/2006/relationships/customXml" Target="../ink/ink535.xml"/><Relationship Id="rId278" Type="http://schemas.openxmlformats.org/officeDocument/2006/relationships/image" Target="../media/image530.png"/><Relationship Id="rId26" Type="http://schemas.openxmlformats.org/officeDocument/2006/relationships/customXml" Target="../ink/ink419.xml"/><Relationship Id="rId231" Type="http://schemas.openxmlformats.org/officeDocument/2006/relationships/customXml" Target="../ink/ink522.xml"/><Relationship Id="rId252" Type="http://schemas.openxmlformats.org/officeDocument/2006/relationships/image" Target="../media/image518.png"/><Relationship Id="rId273" Type="http://schemas.openxmlformats.org/officeDocument/2006/relationships/customXml" Target="../ink/ink544.xml"/><Relationship Id="rId294" Type="http://schemas.openxmlformats.org/officeDocument/2006/relationships/customXml" Target="../ink/ink555.xml"/><Relationship Id="rId308" Type="http://schemas.openxmlformats.org/officeDocument/2006/relationships/customXml" Target="../ink/ink562.xml"/><Relationship Id="rId47" Type="http://schemas.openxmlformats.org/officeDocument/2006/relationships/image" Target="../media/image417.png"/><Relationship Id="rId68" Type="http://schemas.openxmlformats.org/officeDocument/2006/relationships/customXml" Target="../ink/ink440.xml"/><Relationship Id="rId89" Type="http://schemas.openxmlformats.org/officeDocument/2006/relationships/customXml" Target="../ink/ink451.xml"/><Relationship Id="rId112" Type="http://schemas.openxmlformats.org/officeDocument/2006/relationships/image" Target="../media/image448.png"/><Relationship Id="rId133" Type="http://schemas.openxmlformats.org/officeDocument/2006/relationships/customXml" Target="../ink/ink473.xml"/><Relationship Id="rId154" Type="http://schemas.openxmlformats.org/officeDocument/2006/relationships/image" Target="../media/image469.png"/><Relationship Id="rId175" Type="http://schemas.openxmlformats.org/officeDocument/2006/relationships/customXml" Target="../ink/ink494.xml"/><Relationship Id="rId196" Type="http://schemas.openxmlformats.org/officeDocument/2006/relationships/image" Target="../media/image490.png"/><Relationship Id="rId200" Type="http://schemas.openxmlformats.org/officeDocument/2006/relationships/image" Target="../media/image492.png"/><Relationship Id="rId16" Type="http://schemas.openxmlformats.org/officeDocument/2006/relationships/customXml" Target="../ink/ink414.xml"/><Relationship Id="rId221" Type="http://schemas.openxmlformats.org/officeDocument/2006/relationships/customXml" Target="../ink/ink517.xml"/><Relationship Id="rId242" Type="http://schemas.openxmlformats.org/officeDocument/2006/relationships/image" Target="../media/image513.png"/><Relationship Id="rId263" Type="http://schemas.openxmlformats.org/officeDocument/2006/relationships/image" Target="../media/image523.png"/><Relationship Id="rId284" Type="http://schemas.openxmlformats.org/officeDocument/2006/relationships/image" Target="../media/image533.png"/><Relationship Id="rId319" Type="http://schemas.openxmlformats.org/officeDocument/2006/relationships/image" Target="../media/image550.png"/><Relationship Id="rId37" Type="http://schemas.openxmlformats.org/officeDocument/2006/relationships/image" Target="../media/image412.png"/><Relationship Id="rId58" Type="http://schemas.openxmlformats.org/officeDocument/2006/relationships/customXml" Target="../ink/ink435.xml"/><Relationship Id="rId79" Type="http://schemas.openxmlformats.org/officeDocument/2006/relationships/customXml" Target="../ink/ink446.xml"/><Relationship Id="rId102" Type="http://schemas.openxmlformats.org/officeDocument/2006/relationships/image" Target="../media/image443.png"/><Relationship Id="rId123" Type="http://schemas.openxmlformats.org/officeDocument/2006/relationships/customXml" Target="../ink/ink468.xml"/><Relationship Id="rId144" Type="http://schemas.openxmlformats.org/officeDocument/2006/relationships/image" Target="../media/image464.png"/><Relationship Id="rId90" Type="http://schemas.openxmlformats.org/officeDocument/2006/relationships/image" Target="../media/image437.png"/><Relationship Id="rId165" Type="http://schemas.openxmlformats.org/officeDocument/2006/relationships/customXml" Target="../ink/ink489.xml"/><Relationship Id="rId186" Type="http://schemas.openxmlformats.org/officeDocument/2006/relationships/image" Target="../media/image485.png"/><Relationship Id="rId211" Type="http://schemas.openxmlformats.org/officeDocument/2006/relationships/customXml" Target="../ink/ink512.xml"/><Relationship Id="rId232" Type="http://schemas.openxmlformats.org/officeDocument/2006/relationships/image" Target="../media/image508.png"/><Relationship Id="rId253" Type="http://schemas.openxmlformats.org/officeDocument/2006/relationships/customXml" Target="../ink/ink533.xml"/><Relationship Id="rId274" Type="http://schemas.openxmlformats.org/officeDocument/2006/relationships/image" Target="../media/image528.png"/><Relationship Id="rId295" Type="http://schemas.openxmlformats.org/officeDocument/2006/relationships/image" Target="../media/image538.png"/><Relationship Id="rId309" Type="http://schemas.openxmlformats.org/officeDocument/2006/relationships/image" Target="../media/image545.png"/><Relationship Id="rId27" Type="http://schemas.openxmlformats.org/officeDocument/2006/relationships/image" Target="../media/image407.png"/><Relationship Id="rId48" Type="http://schemas.openxmlformats.org/officeDocument/2006/relationships/customXml" Target="../ink/ink430.xml"/><Relationship Id="rId69" Type="http://schemas.openxmlformats.org/officeDocument/2006/relationships/image" Target="../media/image427.png"/><Relationship Id="rId113" Type="http://schemas.openxmlformats.org/officeDocument/2006/relationships/customXml" Target="../ink/ink463.xml"/><Relationship Id="rId134" Type="http://schemas.openxmlformats.org/officeDocument/2006/relationships/image" Target="../media/image459.png"/><Relationship Id="rId320" Type="http://schemas.openxmlformats.org/officeDocument/2006/relationships/customXml" Target="../ink/ink568.xml"/><Relationship Id="rId80" Type="http://schemas.openxmlformats.org/officeDocument/2006/relationships/image" Target="../media/image432.png"/><Relationship Id="rId155" Type="http://schemas.openxmlformats.org/officeDocument/2006/relationships/customXml" Target="../ink/ink484.xml"/><Relationship Id="rId176" Type="http://schemas.openxmlformats.org/officeDocument/2006/relationships/image" Target="../media/image480.png"/><Relationship Id="rId197" Type="http://schemas.openxmlformats.org/officeDocument/2006/relationships/customXml" Target="../ink/ink505.xml"/><Relationship Id="rId201" Type="http://schemas.openxmlformats.org/officeDocument/2006/relationships/customXml" Target="../ink/ink507.xml"/><Relationship Id="rId222" Type="http://schemas.openxmlformats.org/officeDocument/2006/relationships/image" Target="../media/image503.png"/><Relationship Id="rId243" Type="http://schemas.openxmlformats.org/officeDocument/2006/relationships/customXml" Target="../ink/ink528.xml"/><Relationship Id="rId264" Type="http://schemas.openxmlformats.org/officeDocument/2006/relationships/customXml" Target="../ink/ink539.xml"/><Relationship Id="rId285" Type="http://schemas.openxmlformats.org/officeDocument/2006/relationships/customXml" Target="../ink/ink550.xml"/><Relationship Id="rId17" Type="http://schemas.openxmlformats.org/officeDocument/2006/relationships/image" Target="../media/image402.png"/><Relationship Id="rId38" Type="http://schemas.openxmlformats.org/officeDocument/2006/relationships/customXml" Target="../ink/ink425.xml"/><Relationship Id="rId59" Type="http://schemas.openxmlformats.org/officeDocument/2006/relationships/image" Target="../media/image422.png"/><Relationship Id="rId103" Type="http://schemas.openxmlformats.org/officeDocument/2006/relationships/customXml" Target="../ink/ink458.xml"/><Relationship Id="rId124" Type="http://schemas.openxmlformats.org/officeDocument/2006/relationships/image" Target="../media/image454.png"/><Relationship Id="rId310" Type="http://schemas.openxmlformats.org/officeDocument/2006/relationships/customXml" Target="../ink/ink563.xml"/><Relationship Id="rId70" Type="http://schemas.openxmlformats.org/officeDocument/2006/relationships/customXml" Target="../ink/ink441.xml"/><Relationship Id="rId91" Type="http://schemas.openxmlformats.org/officeDocument/2006/relationships/customXml" Target="../ink/ink452.xml"/><Relationship Id="rId145" Type="http://schemas.openxmlformats.org/officeDocument/2006/relationships/customXml" Target="../ink/ink479.xml"/><Relationship Id="rId166" Type="http://schemas.openxmlformats.org/officeDocument/2006/relationships/image" Target="../media/image475.png"/><Relationship Id="rId187" Type="http://schemas.openxmlformats.org/officeDocument/2006/relationships/customXml" Target="../ink/ink500.xml"/><Relationship Id="rId1" Type="http://schemas.openxmlformats.org/officeDocument/2006/relationships/slideLayout" Target="../slideLayouts/slideLayout5.xml"/><Relationship Id="rId212" Type="http://schemas.openxmlformats.org/officeDocument/2006/relationships/image" Target="../media/image498.png"/><Relationship Id="rId233" Type="http://schemas.openxmlformats.org/officeDocument/2006/relationships/customXml" Target="../ink/ink523.xml"/><Relationship Id="rId254" Type="http://schemas.openxmlformats.org/officeDocument/2006/relationships/image" Target="../media/image519.png"/><Relationship Id="rId28" Type="http://schemas.openxmlformats.org/officeDocument/2006/relationships/customXml" Target="../ink/ink420.xml"/><Relationship Id="rId49" Type="http://schemas.openxmlformats.org/officeDocument/2006/relationships/image" Target="../media/image418.png"/><Relationship Id="rId114" Type="http://schemas.openxmlformats.org/officeDocument/2006/relationships/image" Target="../media/image449.png"/><Relationship Id="rId275" Type="http://schemas.openxmlformats.org/officeDocument/2006/relationships/customXml" Target="../ink/ink545.xml"/><Relationship Id="rId296" Type="http://schemas.openxmlformats.org/officeDocument/2006/relationships/customXml" Target="../ink/ink556.xml"/><Relationship Id="rId300" Type="http://schemas.openxmlformats.org/officeDocument/2006/relationships/customXml" Target="../ink/ink558.xml"/><Relationship Id="rId60" Type="http://schemas.openxmlformats.org/officeDocument/2006/relationships/customXml" Target="../ink/ink436.xml"/><Relationship Id="rId81" Type="http://schemas.openxmlformats.org/officeDocument/2006/relationships/customXml" Target="../ink/ink447.xml"/><Relationship Id="rId135" Type="http://schemas.openxmlformats.org/officeDocument/2006/relationships/customXml" Target="../ink/ink474.xml"/><Relationship Id="rId156" Type="http://schemas.openxmlformats.org/officeDocument/2006/relationships/image" Target="../media/image470.png"/><Relationship Id="rId177" Type="http://schemas.openxmlformats.org/officeDocument/2006/relationships/customXml" Target="../ink/ink495.xml"/><Relationship Id="rId198" Type="http://schemas.openxmlformats.org/officeDocument/2006/relationships/image" Target="../media/image491.png"/><Relationship Id="rId321" Type="http://schemas.openxmlformats.org/officeDocument/2006/relationships/image" Target="../media/image551.png"/><Relationship Id="rId202" Type="http://schemas.openxmlformats.org/officeDocument/2006/relationships/image" Target="../media/image493.png"/><Relationship Id="rId223" Type="http://schemas.openxmlformats.org/officeDocument/2006/relationships/customXml" Target="../ink/ink518.xml"/><Relationship Id="rId244" Type="http://schemas.openxmlformats.org/officeDocument/2006/relationships/image" Target="../media/image514.png"/><Relationship Id="rId18" Type="http://schemas.openxmlformats.org/officeDocument/2006/relationships/customXml" Target="../ink/ink415.xml"/><Relationship Id="rId39" Type="http://schemas.openxmlformats.org/officeDocument/2006/relationships/image" Target="../media/image413.png"/><Relationship Id="rId265" Type="http://schemas.openxmlformats.org/officeDocument/2006/relationships/image" Target="../media/image524.png"/><Relationship Id="rId286" Type="http://schemas.openxmlformats.org/officeDocument/2006/relationships/customXml" Target="../ink/ink551.xml"/><Relationship Id="rId50" Type="http://schemas.openxmlformats.org/officeDocument/2006/relationships/customXml" Target="../ink/ink431.xml"/><Relationship Id="rId104" Type="http://schemas.openxmlformats.org/officeDocument/2006/relationships/image" Target="../media/image444.png"/><Relationship Id="rId125" Type="http://schemas.openxmlformats.org/officeDocument/2006/relationships/customXml" Target="../ink/ink469.xml"/><Relationship Id="rId146" Type="http://schemas.openxmlformats.org/officeDocument/2006/relationships/image" Target="../media/image465.png"/><Relationship Id="rId167" Type="http://schemas.openxmlformats.org/officeDocument/2006/relationships/customXml" Target="../ink/ink490.xml"/><Relationship Id="rId188" Type="http://schemas.openxmlformats.org/officeDocument/2006/relationships/image" Target="../media/image486.png"/><Relationship Id="rId311" Type="http://schemas.openxmlformats.org/officeDocument/2006/relationships/image" Target="../media/image546.png"/><Relationship Id="rId71" Type="http://schemas.openxmlformats.org/officeDocument/2006/relationships/image" Target="../media/image428.png"/><Relationship Id="rId92" Type="http://schemas.openxmlformats.org/officeDocument/2006/relationships/image" Target="../media/image438.png"/><Relationship Id="rId213" Type="http://schemas.openxmlformats.org/officeDocument/2006/relationships/customXml" Target="../ink/ink513.xml"/><Relationship Id="rId234" Type="http://schemas.openxmlformats.org/officeDocument/2006/relationships/image" Target="../media/image509.png"/><Relationship Id="rId2" Type="http://schemas.openxmlformats.org/officeDocument/2006/relationships/customXml" Target="../ink/ink407.xml"/><Relationship Id="rId29" Type="http://schemas.openxmlformats.org/officeDocument/2006/relationships/image" Target="../media/image408.png"/><Relationship Id="rId255" Type="http://schemas.openxmlformats.org/officeDocument/2006/relationships/customXml" Target="../ink/ink534.xml"/><Relationship Id="rId276" Type="http://schemas.openxmlformats.org/officeDocument/2006/relationships/image" Target="../media/image529.png"/><Relationship Id="rId297" Type="http://schemas.openxmlformats.org/officeDocument/2006/relationships/image" Target="../media/image539.png"/><Relationship Id="rId40" Type="http://schemas.openxmlformats.org/officeDocument/2006/relationships/customXml" Target="../ink/ink426.xml"/><Relationship Id="rId115" Type="http://schemas.openxmlformats.org/officeDocument/2006/relationships/customXml" Target="../ink/ink464.xml"/><Relationship Id="rId136" Type="http://schemas.openxmlformats.org/officeDocument/2006/relationships/image" Target="../media/image460.png"/><Relationship Id="rId157" Type="http://schemas.openxmlformats.org/officeDocument/2006/relationships/customXml" Target="../ink/ink485.xml"/><Relationship Id="rId178" Type="http://schemas.openxmlformats.org/officeDocument/2006/relationships/image" Target="../media/image481.png"/><Relationship Id="rId301" Type="http://schemas.openxmlformats.org/officeDocument/2006/relationships/image" Target="../media/image541.png"/><Relationship Id="rId322" Type="http://schemas.openxmlformats.org/officeDocument/2006/relationships/customXml" Target="../ink/ink569.xml"/><Relationship Id="rId61" Type="http://schemas.openxmlformats.org/officeDocument/2006/relationships/image" Target="../media/image423.png"/><Relationship Id="rId82" Type="http://schemas.openxmlformats.org/officeDocument/2006/relationships/image" Target="../media/image433.png"/><Relationship Id="rId199" Type="http://schemas.openxmlformats.org/officeDocument/2006/relationships/customXml" Target="../ink/ink506.xml"/><Relationship Id="rId203" Type="http://schemas.openxmlformats.org/officeDocument/2006/relationships/customXml" Target="../ink/ink508.xml"/></Relationships>
</file>

<file path=ppt/slides/_rels/slide9.xml.rels><?xml version="1.0" encoding="UTF-8" standalone="yes"?>
<Relationships xmlns="http://schemas.openxmlformats.org/package/2006/relationships"><Relationship Id="rId2" Type="http://schemas.openxmlformats.org/officeDocument/2006/relationships/image" Target="../media/image55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554.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55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557.png"/><Relationship Id="rId2" Type="http://schemas.openxmlformats.org/officeDocument/2006/relationships/image" Target="../media/image556.png"/><Relationship Id="rId1" Type="http://schemas.openxmlformats.org/officeDocument/2006/relationships/slideLayout" Target="../slideLayouts/slideLayout5.xml"/><Relationship Id="rId5" Type="http://schemas.openxmlformats.org/officeDocument/2006/relationships/image" Target="../media/image559.png"/><Relationship Id="rId4" Type="http://schemas.openxmlformats.org/officeDocument/2006/relationships/image" Target="../media/image558.png"/></Relationships>
</file>

<file path=ppt/slides/_rels/slide13.xml.rels><?xml version="1.0" encoding="UTF-8" standalone="yes"?>
<Relationships xmlns="http://schemas.openxmlformats.org/package/2006/relationships"><Relationship Id="rId3" Type="http://schemas.openxmlformats.org/officeDocument/2006/relationships/image" Target="../media/image561.png"/><Relationship Id="rId2" Type="http://schemas.openxmlformats.org/officeDocument/2006/relationships/image" Target="../media/image560.png"/><Relationship Id="rId1" Type="http://schemas.openxmlformats.org/officeDocument/2006/relationships/slideLayout" Target="../slideLayouts/slideLayout5.xml"/><Relationship Id="rId6" Type="http://schemas.openxmlformats.org/officeDocument/2006/relationships/image" Target="../media/image564.gif"/><Relationship Id="rId5" Type="http://schemas.openxmlformats.org/officeDocument/2006/relationships/image" Target="../media/image563.png"/><Relationship Id="rId4" Type="http://schemas.openxmlformats.org/officeDocument/2006/relationships/image" Target="../media/image562.png"/></Relationships>
</file>

<file path=ppt/slides/_rels/slide14.xml.rels><?xml version="1.0" encoding="UTF-8" standalone="yes"?>
<Relationships xmlns="http://schemas.openxmlformats.org/package/2006/relationships"><Relationship Id="rId3" Type="http://schemas.openxmlformats.org/officeDocument/2006/relationships/image" Target="../media/image565.jpeg"/><Relationship Id="rId2" Type="http://schemas.openxmlformats.org/officeDocument/2006/relationships/image" Target="../media/image56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567.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568.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566.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569.png"/><Relationship Id="rId2" Type="http://schemas.openxmlformats.org/officeDocument/2006/relationships/image" Target="../media/image567.gif"/><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571.png"/><Relationship Id="rId2" Type="http://schemas.openxmlformats.org/officeDocument/2006/relationships/image" Target="../media/image57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573.png"/><Relationship Id="rId2" Type="http://schemas.openxmlformats.org/officeDocument/2006/relationships/image" Target="../media/image572.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6" Type="http://schemas.openxmlformats.org/officeDocument/2006/relationships/customXml" Target="../ink/ink581.xml"/><Relationship Id="rId117" Type="http://schemas.openxmlformats.org/officeDocument/2006/relationships/image" Target="../media/image629.png"/><Relationship Id="rId21" Type="http://schemas.openxmlformats.org/officeDocument/2006/relationships/image" Target="../media/image582.png"/><Relationship Id="rId42" Type="http://schemas.openxmlformats.org/officeDocument/2006/relationships/customXml" Target="../ink/ink589.xml"/><Relationship Id="rId47" Type="http://schemas.openxmlformats.org/officeDocument/2006/relationships/image" Target="../media/image595.png"/><Relationship Id="rId63" Type="http://schemas.openxmlformats.org/officeDocument/2006/relationships/image" Target="../media/image603.png"/><Relationship Id="rId68" Type="http://schemas.openxmlformats.org/officeDocument/2006/relationships/customXml" Target="../ink/ink602.xml"/><Relationship Id="rId84" Type="http://schemas.openxmlformats.org/officeDocument/2006/relationships/customXml" Target="../ink/ink610.xml"/><Relationship Id="rId89" Type="http://schemas.openxmlformats.org/officeDocument/2006/relationships/customXml" Target="../ink/ink613.xml"/><Relationship Id="rId112" Type="http://schemas.openxmlformats.org/officeDocument/2006/relationships/image" Target="../media/image627.png"/><Relationship Id="rId133" Type="http://schemas.openxmlformats.org/officeDocument/2006/relationships/image" Target="../media/image637.png"/><Relationship Id="rId138" Type="http://schemas.openxmlformats.org/officeDocument/2006/relationships/customXml" Target="../ink/ink638.xml"/><Relationship Id="rId154" Type="http://schemas.openxmlformats.org/officeDocument/2006/relationships/image" Target="../media/image647.png"/><Relationship Id="rId159" Type="http://schemas.openxmlformats.org/officeDocument/2006/relationships/customXml" Target="../ink/ink649.xml"/><Relationship Id="rId175" Type="http://schemas.openxmlformats.org/officeDocument/2006/relationships/image" Target="../media/image657.png"/><Relationship Id="rId170" Type="http://schemas.openxmlformats.org/officeDocument/2006/relationships/image" Target="../media/image655.png"/><Relationship Id="rId16" Type="http://schemas.openxmlformats.org/officeDocument/2006/relationships/customXml" Target="../ink/ink576.xml"/><Relationship Id="rId107" Type="http://schemas.openxmlformats.org/officeDocument/2006/relationships/customXml" Target="../ink/ink622.xml"/><Relationship Id="rId11" Type="http://schemas.openxmlformats.org/officeDocument/2006/relationships/image" Target="../media/image577.png"/><Relationship Id="rId32" Type="http://schemas.openxmlformats.org/officeDocument/2006/relationships/customXml" Target="../ink/ink584.xml"/><Relationship Id="rId37" Type="http://schemas.openxmlformats.org/officeDocument/2006/relationships/image" Target="../media/image590.png"/><Relationship Id="rId53" Type="http://schemas.openxmlformats.org/officeDocument/2006/relationships/image" Target="../media/image598.png"/><Relationship Id="rId58" Type="http://schemas.openxmlformats.org/officeDocument/2006/relationships/customXml" Target="../ink/ink597.xml"/><Relationship Id="rId74" Type="http://schemas.openxmlformats.org/officeDocument/2006/relationships/customXml" Target="../ink/ink605.xml"/><Relationship Id="rId79" Type="http://schemas.openxmlformats.org/officeDocument/2006/relationships/image" Target="../media/image611.png"/><Relationship Id="rId102" Type="http://schemas.openxmlformats.org/officeDocument/2006/relationships/image" Target="../media/image622.png"/><Relationship Id="rId123" Type="http://schemas.openxmlformats.org/officeDocument/2006/relationships/image" Target="../media/image632.png"/><Relationship Id="rId128" Type="http://schemas.openxmlformats.org/officeDocument/2006/relationships/customXml" Target="../ink/ink633.xml"/><Relationship Id="rId144" Type="http://schemas.openxmlformats.org/officeDocument/2006/relationships/customXml" Target="../ink/ink641.xml"/><Relationship Id="rId149" Type="http://schemas.openxmlformats.org/officeDocument/2006/relationships/customXml" Target="../ink/ink644.xml"/><Relationship Id="rId5" Type="http://schemas.openxmlformats.org/officeDocument/2006/relationships/image" Target="../media/image574.png"/><Relationship Id="rId90" Type="http://schemas.openxmlformats.org/officeDocument/2006/relationships/image" Target="../media/image616.png"/><Relationship Id="rId95" Type="http://schemas.openxmlformats.org/officeDocument/2006/relationships/customXml" Target="../ink/ink616.xml"/><Relationship Id="rId160" Type="http://schemas.openxmlformats.org/officeDocument/2006/relationships/image" Target="../media/image650.png"/><Relationship Id="rId165" Type="http://schemas.openxmlformats.org/officeDocument/2006/relationships/customXml" Target="../ink/ink652.xml"/><Relationship Id="rId181" Type="http://schemas.openxmlformats.org/officeDocument/2006/relationships/image" Target="../media/image660.png"/><Relationship Id="rId22" Type="http://schemas.openxmlformats.org/officeDocument/2006/relationships/customXml" Target="../ink/ink579.xml"/><Relationship Id="rId27" Type="http://schemas.openxmlformats.org/officeDocument/2006/relationships/image" Target="../media/image585.png"/><Relationship Id="rId43" Type="http://schemas.openxmlformats.org/officeDocument/2006/relationships/image" Target="../media/image593.png"/><Relationship Id="rId48" Type="http://schemas.openxmlformats.org/officeDocument/2006/relationships/customXml" Target="../ink/ink592.xml"/><Relationship Id="rId64" Type="http://schemas.openxmlformats.org/officeDocument/2006/relationships/customXml" Target="../ink/ink600.xml"/><Relationship Id="rId69" Type="http://schemas.openxmlformats.org/officeDocument/2006/relationships/image" Target="../media/image606.png"/><Relationship Id="rId113" Type="http://schemas.openxmlformats.org/officeDocument/2006/relationships/customXml" Target="../ink/ink625.xml"/><Relationship Id="rId118" Type="http://schemas.openxmlformats.org/officeDocument/2006/relationships/customXml" Target="../ink/ink628.xml"/><Relationship Id="rId134" Type="http://schemas.openxmlformats.org/officeDocument/2006/relationships/customXml" Target="../ink/ink636.xml"/><Relationship Id="rId139" Type="http://schemas.openxmlformats.org/officeDocument/2006/relationships/image" Target="../media/image640.png"/><Relationship Id="rId80" Type="http://schemas.openxmlformats.org/officeDocument/2006/relationships/customXml" Target="../ink/ink608.xml"/><Relationship Id="rId85" Type="http://schemas.openxmlformats.org/officeDocument/2006/relationships/image" Target="../media/image614.png"/><Relationship Id="rId150" Type="http://schemas.openxmlformats.org/officeDocument/2006/relationships/image" Target="../media/image645.png"/><Relationship Id="rId155" Type="http://schemas.openxmlformats.org/officeDocument/2006/relationships/customXml" Target="../ink/ink647.xml"/><Relationship Id="rId171" Type="http://schemas.openxmlformats.org/officeDocument/2006/relationships/customXml" Target="../ink/ink655.xml"/><Relationship Id="rId176" Type="http://schemas.openxmlformats.org/officeDocument/2006/relationships/customXml" Target="../ink/ink658.xml"/><Relationship Id="rId12" Type="http://schemas.openxmlformats.org/officeDocument/2006/relationships/customXml" Target="../ink/ink574.xml"/><Relationship Id="rId17" Type="http://schemas.openxmlformats.org/officeDocument/2006/relationships/image" Target="../media/image580.png"/><Relationship Id="rId33" Type="http://schemas.openxmlformats.org/officeDocument/2006/relationships/image" Target="../media/image588.png"/><Relationship Id="rId38" Type="http://schemas.openxmlformats.org/officeDocument/2006/relationships/customXml" Target="../ink/ink587.xml"/><Relationship Id="rId59" Type="http://schemas.openxmlformats.org/officeDocument/2006/relationships/image" Target="../media/image601.png"/><Relationship Id="rId103" Type="http://schemas.openxmlformats.org/officeDocument/2006/relationships/customXml" Target="../ink/ink620.xml"/><Relationship Id="rId108" Type="http://schemas.openxmlformats.org/officeDocument/2006/relationships/image" Target="../media/image625.png"/><Relationship Id="rId124" Type="http://schemas.openxmlformats.org/officeDocument/2006/relationships/customXml" Target="../ink/ink631.xml"/><Relationship Id="rId129" Type="http://schemas.openxmlformats.org/officeDocument/2006/relationships/image" Target="../media/image635.png"/><Relationship Id="rId54" Type="http://schemas.openxmlformats.org/officeDocument/2006/relationships/customXml" Target="../ink/ink595.xml"/><Relationship Id="rId70" Type="http://schemas.openxmlformats.org/officeDocument/2006/relationships/customXml" Target="../ink/ink603.xml"/><Relationship Id="rId75" Type="http://schemas.openxmlformats.org/officeDocument/2006/relationships/image" Target="../media/image609.png"/><Relationship Id="rId91" Type="http://schemas.openxmlformats.org/officeDocument/2006/relationships/customXml" Target="../ink/ink614.xml"/><Relationship Id="rId96" Type="http://schemas.openxmlformats.org/officeDocument/2006/relationships/image" Target="../media/image619.png"/><Relationship Id="rId140" Type="http://schemas.openxmlformats.org/officeDocument/2006/relationships/customXml" Target="../ink/ink639.xml"/><Relationship Id="rId145" Type="http://schemas.openxmlformats.org/officeDocument/2006/relationships/customXml" Target="../ink/ink642.xml"/><Relationship Id="rId161" Type="http://schemas.openxmlformats.org/officeDocument/2006/relationships/customXml" Target="../ink/ink650.xml"/><Relationship Id="rId166" Type="http://schemas.openxmlformats.org/officeDocument/2006/relationships/image" Target="../media/image653.png"/><Relationship Id="rId182" Type="http://schemas.openxmlformats.org/officeDocument/2006/relationships/customXml" Target="../ink/ink661.xml"/><Relationship Id="rId1" Type="http://schemas.openxmlformats.org/officeDocument/2006/relationships/slideLayout" Target="../slideLayouts/slideLayout5.xml"/><Relationship Id="rId6" Type="http://schemas.openxmlformats.org/officeDocument/2006/relationships/customXml" Target="../ink/ink571.xml"/><Relationship Id="rId23" Type="http://schemas.openxmlformats.org/officeDocument/2006/relationships/image" Target="../media/image583.png"/><Relationship Id="rId28" Type="http://schemas.openxmlformats.org/officeDocument/2006/relationships/customXml" Target="../ink/ink582.xml"/><Relationship Id="rId49" Type="http://schemas.openxmlformats.org/officeDocument/2006/relationships/image" Target="../media/image596.png"/><Relationship Id="rId114" Type="http://schemas.openxmlformats.org/officeDocument/2006/relationships/customXml" Target="../ink/ink626.xml"/><Relationship Id="rId119" Type="http://schemas.openxmlformats.org/officeDocument/2006/relationships/image" Target="../media/image630.png"/><Relationship Id="rId44" Type="http://schemas.openxmlformats.org/officeDocument/2006/relationships/customXml" Target="../ink/ink590.xml"/><Relationship Id="rId60" Type="http://schemas.openxmlformats.org/officeDocument/2006/relationships/customXml" Target="../ink/ink598.xml"/><Relationship Id="rId65" Type="http://schemas.openxmlformats.org/officeDocument/2006/relationships/image" Target="../media/image604.png"/><Relationship Id="rId81" Type="http://schemas.openxmlformats.org/officeDocument/2006/relationships/image" Target="../media/image612.png"/><Relationship Id="rId86" Type="http://schemas.openxmlformats.org/officeDocument/2006/relationships/customXml" Target="../ink/ink611.xml"/><Relationship Id="rId130" Type="http://schemas.openxmlformats.org/officeDocument/2006/relationships/customXml" Target="../ink/ink634.xml"/><Relationship Id="rId135" Type="http://schemas.openxmlformats.org/officeDocument/2006/relationships/image" Target="../media/image638.png"/><Relationship Id="rId151" Type="http://schemas.openxmlformats.org/officeDocument/2006/relationships/customXml" Target="../ink/ink645.xml"/><Relationship Id="rId156" Type="http://schemas.openxmlformats.org/officeDocument/2006/relationships/image" Target="../media/image648.png"/><Relationship Id="rId177" Type="http://schemas.openxmlformats.org/officeDocument/2006/relationships/image" Target="../media/image658.png"/><Relationship Id="rId4" Type="http://schemas.openxmlformats.org/officeDocument/2006/relationships/customXml" Target="../ink/ink570.xml"/><Relationship Id="rId9" Type="http://schemas.openxmlformats.org/officeDocument/2006/relationships/image" Target="../media/image576.png"/><Relationship Id="rId172" Type="http://schemas.openxmlformats.org/officeDocument/2006/relationships/image" Target="../media/image656.png"/><Relationship Id="rId180" Type="http://schemas.openxmlformats.org/officeDocument/2006/relationships/customXml" Target="../ink/ink660.xml"/><Relationship Id="rId13" Type="http://schemas.openxmlformats.org/officeDocument/2006/relationships/image" Target="../media/image578.png"/><Relationship Id="rId18" Type="http://schemas.openxmlformats.org/officeDocument/2006/relationships/customXml" Target="../ink/ink577.xml"/><Relationship Id="rId39" Type="http://schemas.openxmlformats.org/officeDocument/2006/relationships/image" Target="../media/image591.png"/><Relationship Id="rId109" Type="http://schemas.openxmlformats.org/officeDocument/2006/relationships/customXml" Target="../ink/ink623.xml"/><Relationship Id="rId34" Type="http://schemas.openxmlformats.org/officeDocument/2006/relationships/customXml" Target="../ink/ink585.xml"/><Relationship Id="rId50" Type="http://schemas.openxmlformats.org/officeDocument/2006/relationships/customXml" Target="../ink/ink593.xml"/><Relationship Id="rId55" Type="http://schemas.openxmlformats.org/officeDocument/2006/relationships/image" Target="../media/image599.png"/><Relationship Id="rId76" Type="http://schemas.openxmlformats.org/officeDocument/2006/relationships/customXml" Target="../ink/ink606.xml"/><Relationship Id="rId97" Type="http://schemas.openxmlformats.org/officeDocument/2006/relationships/customXml" Target="../ink/ink617.xml"/><Relationship Id="rId104" Type="http://schemas.openxmlformats.org/officeDocument/2006/relationships/image" Target="../media/image623.png"/><Relationship Id="rId120" Type="http://schemas.openxmlformats.org/officeDocument/2006/relationships/customXml" Target="../ink/ink629.xml"/><Relationship Id="rId125" Type="http://schemas.openxmlformats.org/officeDocument/2006/relationships/image" Target="../media/image633.png"/><Relationship Id="rId141" Type="http://schemas.openxmlformats.org/officeDocument/2006/relationships/image" Target="../media/image641.png"/><Relationship Id="rId146" Type="http://schemas.openxmlformats.org/officeDocument/2006/relationships/image" Target="../media/image643.png"/><Relationship Id="rId167" Type="http://schemas.openxmlformats.org/officeDocument/2006/relationships/customXml" Target="../ink/ink653.xml"/><Relationship Id="rId7" Type="http://schemas.openxmlformats.org/officeDocument/2006/relationships/image" Target="../media/image575.png"/><Relationship Id="rId71" Type="http://schemas.openxmlformats.org/officeDocument/2006/relationships/image" Target="../media/image607.png"/><Relationship Id="rId92" Type="http://schemas.openxmlformats.org/officeDocument/2006/relationships/image" Target="../media/image617.png"/><Relationship Id="rId162" Type="http://schemas.openxmlformats.org/officeDocument/2006/relationships/image" Target="../media/image651.png"/><Relationship Id="rId183" Type="http://schemas.openxmlformats.org/officeDocument/2006/relationships/image" Target="../media/image661.png"/><Relationship Id="rId2" Type="http://schemas.openxmlformats.org/officeDocument/2006/relationships/image" Target="../media/image567.gif"/><Relationship Id="rId29" Type="http://schemas.openxmlformats.org/officeDocument/2006/relationships/image" Target="../media/image586.png"/><Relationship Id="rId24" Type="http://schemas.openxmlformats.org/officeDocument/2006/relationships/customXml" Target="../ink/ink580.xml"/><Relationship Id="rId40" Type="http://schemas.openxmlformats.org/officeDocument/2006/relationships/customXml" Target="../ink/ink588.xml"/><Relationship Id="rId45" Type="http://schemas.openxmlformats.org/officeDocument/2006/relationships/image" Target="../media/image594.png"/><Relationship Id="rId66" Type="http://schemas.openxmlformats.org/officeDocument/2006/relationships/customXml" Target="../ink/ink601.xml"/><Relationship Id="rId87" Type="http://schemas.openxmlformats.org/officeDocument/2006/relationships/customXml" Target="../ink/ink612.xml"/><Relationship Id="rId110" Type="http://schemas.openxmlformats.org/officeDocument/2006/relationships/image" Target="../media/image626.png"/><Relationship Id="rId115" Type="http://schemas.openxmlformats.org/officeDocument/2006/relationships/image" Target="../media/image628.png"/><Relationship Id="rId131" Type="http://schemas.openxmlformats.org/officeDocument/2006/relationships/image" Target="../media/image636.png"/><Relationship Id="rId136" Type="http://schemas.openxmlformats.org/officeDocument/2006/relationships/customXml" Target="../ink/ink637.xml"/><Relationship Id="rId157" Type="http://schemas.openxmlformats.org/officeDocument/2006/relationships/customXml" Target="../ink/ink648.xml"/><Relationship Id="rId178" Type="http://schemas.openxmlformats.org/officeDocument/2006/relationships/customXml" Target="../ink/ink659.xml"/><Relationship Id="rId61" Type="http://schemas.openxmlformats.org/officeDocument/2006/relationships/image" Target="../media/image602.png"/><Relationship Id="rId82" Type="http://schemas.openxmlformats.org/officeDocument/2006/relationships/customXml" Target="../ink/ink609.xml"/><Relationship Id="rId152" Type="http://schemas.openxmlformats.org/officeDocument/2006/relationships/image" Target="../media/image646.png"/><Relationship Id="rId173" Type="http://schemas.openxmlformats.org/officeDocument/2006/relationships/customXml" Target="../ink/ink656.xml"/><Relationship Id="rId19" Type="http://schemas.openxmlformats.org/officeDocument/2006/relationships/image" Target="../media/image581.png"/><Relationship Id="rId14" Type="http://schemas.openxmlformats.org/officeDocument/2006/relationships/customXml" Target="../ink/ink575.xml"/><Relationship Id="rId30" Type="http://schemas.openxmlformats.org/officeDocument/2006/relationships/customXml" Target="../ink/ink583.xml"/><Relationship Id="rId35" Type="http://schemas.openxmlformats.org/officeDocument/2006/relationships/image" Target="../media/image589.png"/><Relationship Id="rId56" Type="http://schemas.openxmlformats.org/officeDocument/2006/relationships/customXml" Target="../ink/ink596.xml"/><Relationship Id="rId77" Type="http://schemas.openxmlformats.org/officeDocument/2006/relationships/image" Target="../media/image610.png"/><Relationship Id="rId100" Type="http://schemas.openxmlformats.org/officeDocument/2006/relationships/image" Target="../media/image621.png"/><Relationship Id="rId105" Type="http://schemas.openxmlformats.org/officeDocument/2006/relationships/customXml" Target="../ink/ink621.xml"/><Relationship Id="rId126" Type="http://schemas.openxmlformats.org/officeDocument/2006/relationships/customXml" Target="../ink/ink632.xml"/><Relationship Id="rId147" Type="http://schemas.openxmlformats.org/officeDocument/2006/relationships/customXml" Target="../ink/ink643.xml"/><Relationship Id="rId168" Type="http://schemas.openxmlformats.org/officeDocument/2006/relationships/image" Target="../media/image654.png"/><Relationship Id="rId8" Type="http://schemas.openxmlformats.org/officeDocument/2006/relationships/customXml" Target="../ink/ink572.xml"/><Relationship Id="rId51" Type="http://schemas.openxmlformats.org/officeDocument/2006/relationships/image" Target="../media/image597.png"/><Relationship Id="rId72" Type="http://schemas.openxmlformats.org/officeDocument/2006/relationships/customXml" Target="../ink/ink604.xml"/><Relationship Id="rId93" Type="http://schemas.openxmlformats.org/officeDocument/2006/relationships/customXml" Target="../ink/ink615.xml"/><Relationship Id="rId98" Type="http://schemas.openxmlformats.org/officeDocument/2006/relationships/image" Target="../media/image620.png"/><Relationship Id="rId121" Type="http://schemas.openxmlformats.org/officeDocument/2006/relationships/image" Target="../media/image631.png"/><Relationship Id="rId142" Type="http://schemas.openxmlformats.org/officeDocument/2006/relationships/customXml" Target="../ink/ink640.xml"/><Relationship Id="rId163" Type="http://schemas.openxmlformats.org/officeDocument/2006/relationships/customXml" Target="../ink/ink651.xml"/><Relationship Id="rId184" Type="http://schemas.openxmlformats.org/officeDocument/2006/relationships/customXml" Target="../ink/ink662.xml"/><Relationship Id="rId3" Type="http://schemas.openxmlformats.org/officeDocument/2006/relationships/image" Target="../media/image569.png"/><Relationship Id="rId25" Type="http://schemas.openxmlformats.org/officeDocument/2006/relationships/image" Target="../media/image584.png"/><Relationship Id="rId46" Type="http://schemas.openxmlformats.org/officeDocument/2006/relationships/customXml" Target="../ink/ink591.xml"/><Relationship Id="rId67" Type="http://schemas.openxmlformats.org/officeDocument/2006/relationships/image" Target="../media/image605.png"/><Relationship Id="rId116" Type="http://schemas.openxmlformats.org/officeDocument/2006/relationships/customXml" Target="../ink/ink627.xml"/><Relationship Id="rId137" Type="http://schemas.openxmlformats.org/officeDocument/2006/relationships/image" Target="../media/image639.png"/><Relationship Id="rId158" Type="http://schemas.openxmlformats.org/officeDocument/2006/relationships/image" Target="../media/image649.png"/><Relationship Id="rId20" Type="http://schemas.openxmlformats.org/officeDocument/2006/relationships/customXml" Target="../ink/ink578.xml"/><Relationship Id="rId41" Type="http://schemas.openxmlformats.org/officeDocument/2006/relationships/image" Target="../media/image592.png"/><Relationship Id="rId62" Type="http://schemas.openxmlformats.org/officeDocument/2006/relationships/customXml" Target="../ink/ink599.xml"/><Relationship Id="rId83" Type="http://schemas.openxmlformats.org/officeDocument/2006/relationships/image" Target="../media/image613.png"/><Relationship Id="rId88" Type="http://schemas.openxmlformats.org/officeDocument/2006/relationships/image" Target="../media/image615.png"/><Relationship Id="rId111" Type="http://schemas.openxmlformats.org/officeDocument/2006/relationships/customXml" Target="../ink/ink624.xml"/><Relationship Id="rId132" Type="http://schemas.openxmlformats.org/officeDocument/2006/relationships/customXml" Target="../ink/ink635.xml"/><Relationship Id="rId153" Type="http://schemas.openxmlformats.org/officeDocument/2006/relationships/customXml" Target="../ink/ink646.xml"/><Relationship Id="rId174" Type="http://schemas.openxmlformats.org/officeDocument/2006/relationships/customXml" Target="../ink/ink657.xml"/><Relationship Id="rId179" Type="http://schemas.openxmlformats.org/officeDocument/2006/relationships/image" Target="../media/image659.png"/><Relationship Id="rId15" Type="http://schemas.openxmlformats.org/officeDocument/2006/relationships/image" Target="../media/image579.png"/><Relationship Id="rId36" Type="http://schemas.openxmlformats.org/officeDocument/2006/relationships/customXml" Target="../ink/ink586.xml"/><Relationship Id="rId57" Type="http://schemas.openxmlformats.org/officeDocument/2006/relationships/image" Target="../media/image600.png"/><Relationship Id="rId106" Type="http://schemas.openxmlformats.org/officeDocument/2006/relationships/image" Target="../media/image624.png"/><Relationship Id="rId127" Type="http://schemas.openxmlformats.org/officeDocument/2006/relationships/image" Target="../media/image634.png"/><Relationship Id="rId10" Type="http://schemas.openxmlformats.org/officeDocument/2006/relationships/customXml" Target="../ink/ink573.xml"/><Relationship Id="rId31" Type="http://schemas.openxmlformats.org/officeDocument/2006/relationships/image" Target="../media/image587.png"/><Relationship Id="rId52" Type="http://schemas.openxmlformats.org/officeDocument/2006/relationships/customXml" Target="../ink/ink594.xml"/><Relationship Id="rId73" Type="http://schemas.openxmlformats.org/officeDocument/2006/relationships/image" Target="../media/image608.png"/><Relationship Id="rId78" Type="http://schemas.openxmlformats.org/officeDocument/2006/relationships/customXml" Target="../ink/ink607.xml"/><Relationship Id="rId94" Type="http://schemas.openxmlformats.org/officeDocument/2006/relationships/image" Target="../media/image618.png"/><Relationship Id="rId99" Type="http://schemas.openxmlformats.org/officeDocument/2006/relationships/customXml" Target="../ink/ink618.xml"/><Relationship Id="rId101" Type="http://schemas.openxmlformats.org/officeDocument/2006/relationships/customXml" Target="../ink/ink619.xml"/><Relationship Id="rId122" Type="http://schemas.openxmlformats.org/officeDocument/2006/relationships/customXml" Target="../ink/ink630.xml"/><Relationship Id="rId143" Type="http://schemas.openxmlformats.org/officeDocument/2006/relationships/image" Target="../media/image642.png"/><Relationship Id="rId148" Type="http://schemas.openxmlformats.org/officeDocument/2006/relationships/image" Target="../media/image644.png"/><Relationship Id="rId164" Type="http://schemas.openxmlformats.org/officeDocument/2006/relationships/image" Target="../media/image652.png"/><Relationship Id="rId169" Type="http://schemas.openxmlformats.org/officeDocument/2006/relationships/customXml" Target="../ink/ink654.xml"/><Relationship Id="rId185" Type="http://schemas.openxmlformats.org/officeDocument/2006/relationships/image" Target="../media/image662.png"/></Relationships>
</file>

<file path=ppt/slides/_rels/slide22.xml.rels><?xml version="1.0" encoding="UTF-8" standalone="yes"?>
<Relationships xmlns="http://schemas.openxmlformats.org/package/2006/relationships"><Relationship Id="rId117" Type="http://schemas.openxmlformats.org/officeDocument/2006/relationships/customXml" Target="../ink/ink721.xml"/><Relationship Id="rId21" Type="http://schemas.openxmlformats.org/officeDocument/2006/relationships/customXml" Target="../ink/ink672.xml"/><Relationship Id="rId42" Type="http://schemas.openxmlformats.org/officeDocument/2006/relationships/customXml" Target="../ink/ink683.xml"/><Relationship Id="rId63" Type="http://schemas.openxmlformats.org/officeDocument/2006/relationships/image" Target="../media/image690.png"/><Relationship Id="rId84" Type="http://schemas.openxmlformats.org/officeDocument/2006/relationships/customXml" Target="../ink/ink704.xml"/><Relationship Id="rId138" Type="http://schemas.openxmlformats.org/officeDocument/2006/relationships/customXml" Target="../ink/ink732.xml"/><Relationship Id="rId159" Type="http://schemas.openxmlformats.org/officeDocument/2006/relationships/image" Target="../media/image737.png"/><Relationship Id="rId170" Type="http://schemas.openxmlformats.org/officeDocument/2006/relationships/customXml" Target="../ink/ink748.xml"/><Relationship Id="rId191" Type="http://schemas.openxmlformats.org/officeDocument/2006/relationships/image" Target="../media/image753.png"/><Relationship Id="rId205" Type="http://schemas.openxmlformats.org/officeDocument/2006/relationships/image" Target="../media/image760.png"/><Relationship Id="rId226" Type="http://schemas.openxmlformats.org/officeDocument/2006/relationships/customXml" Target="../ink/ink776.xml"/><Relationship Id="rId247" Type="http://schemas.openxmlformats.org/officeDocument/2006/relationships/customXml" Target="../ink/ink787.xml"/><Relationship Id="rId107" Type="http://schemas.openxmlformats.org/officeDocument/2006/relationships/customXml" Target="../ink/ink716.xml"/><Relationship Id="rId268" Type="http://schemas.openxmlformats.org/officeDocument/2006/relationships/customXml" Target="../ink/ink798.xml"/><Relationship Id="rId11" Type="http://schemas.openxmlformats.org/officeDocument/2006/relationships/image" Target="../media/image665.png"/><Relationship Id="rId32" Type="http://schemas.openxmlformats.org/officeDocument/2006/relationships/image" Target="../media/image675.png"/><Relationship Id="rId53" Type="http://schemas.openxmlformats.org/officeDocument/2006/relationships/image" Target="../media/image685.png"/><Relationship Id="rId74" Type="http://schemas.openxmlformats.org/officeDocument/2006/relationships/customXml" Target="../ink/ink699.xml"/><Relationship Id="rId128" Type="http://schemas.openxmlformats.org/officeDocument/2006/relationships/image" Target="../media/image722.png"/><Relationship Id="rId149" Type="http://schemas.openxmlformats.org/officeDocument/2006/relationships/image" Target="../media/image732.png"/><Relationship Id="rId5" Type="http://schemas.openxmlformats.org/officeDocument/2006/relationships/image" Target="../media/image599.png"/><Relationship Id="rId95" Type="http://schemas.openxmlformats.org/officeDocument/2006/relationships/customXml" Target="../ink/ink710.xml"/><Relationship Id="rId160" Type="http://schemas.openxmlformats.org/officeDocument/2006/relationships/customXml" Target="../ink/ink743.xml"/><Relationship Id="rId181" Type="http://schemas.openxmlformats.org/officeDocument/2006/relationships/image" Target="../media/image748.png"/><Relationship Id="rId216" Type="http://schemas.openxmlformats.org/officeDocument/2006/relationships/customXml" Target="../ink/ink771.xml"/><Relationship Id="rId237" Type="http://schemas.openxmlformats.org/officeDocument/2006/relationships/image" Target="../media/image775.png"/><Relationship Id="rId258" Type="http://schemas.openxmlformats.org/officeDocument/2006/relationships/image" Target="../media/image785.png"/><Relationship Id="rId22" Type="http://schemas.openxmlformats.org/officeDocument/2006/relationships/image" Target="../media/image670.png"/><Relationship Id="rId43" Type="http://schemas.openxmlformats.org/officeDocument/2006/relationships/image" Target="../media/image680.png"/><Relationship Id="rId64" Type="http://schemas.openxmlformats.org/officeDocument/2006/relationships/customXml" Target="../ink/ink694.xml"/><Relationship Id="rId118" Type="http://schemas.openxmlformats.org/officeDocument/2006/relationships/image" Target="../media/image717.png"/><Relationship Id="rId139" Type="http://schemas.openxmlformats.org/officeDocument/2006/relationships/image" Target="../media/image727.png"/><Relationship Id="rId85" Type="http://schemas.openxmlformats.org/officeDocument/2006/relationships/image" Target="../media/image701.png"/><Relationship Id="rId150" Type="http://schemas.openxmlformats.org/officeDocument/2006/relationships/customXml" Target="../ink/ink738.xml"/><Relationship Id="rId171" Type="http://schemas.openxmlformats.org/officeDocument/2006/relationships/image" Target="../media/image743.png"/><Relationship Id="rId192" Type="http://schemas.openxmlformats.org/officeDocument/2006/relationships/customXml" Target="../ink/ink759.xml"/><Relationship Id="rId206" Type="http://schemas.openxmlformats.org/officeDocument/2006/relationships/customXml" Target="../ink/ink766.xml"/><Relationship Id="rId227" Type="http://schemas.openxmlformats.org/officeDocument/2006/relationships/image" Target="../media/image770.png"/><Relationship Id="rId248" Type="http://schemas.openxmlformats.org/officeDocument/2006/relationships/image" Target="../media/image780.png"/><Relationship Id="rId269" Type="http://schemas.openxmlformats.org/officeDocument/2006/relationships/image" Target="../media/image790.png"/><Relationship Id="rId12" Type="http://schemas.openxmlformats.org/officeDocument/2006/relationships/customXml" Target="../ink/ink667.xml"/><Relationship Id="rId33" Type="http://schemas.openxmlformats.org/officeDocument/2006/relationships/customXml" Target="../ink/ink678.xml"/><Relationship Id="rId108" Type="http://schemas.openxmlformats.org/officeDocument/2006/relationships/image" Target="../media/image712.png"/><Relationship Id="rId129" Type="http://schemas.openxmlformats.org/officeDocument/2006/relationships/customXml" Target="../ink/ink727.xml"/><Relationship Id="rId54" Type="http://schemas.openxmlformats.org/officeDocument/2006/relationships/customXml" Target="../ink/ink689.xml"/><Relationship Id="rId75" Type="http://schemas.openxmlformats.org/officeDocument/2006/relationships/image" Target="../media/image696.png"/><Relationship Id="rId96" Type="http://schemas.openxmlformats.org/officeDocument/2006/relationships/image" Target="../media/image706.png"/><Relationship Id="rId140" Type="http://schemas.openxmlformats.org/officeDocument/2006/relationships/customXml" Target="../ink/ink733.xml"/><Relationship Id="rId161" Type="http://schemas.openxmlformats.org/officeDocument/2006/relationships/image" Target="../media/image738.png"/><Relationship Id="rId182" Type="http://schemas.openxmlformats.org/officeDocument/2006/relationships/customXml" Target="../ink/ink754.xml"/><Relationship Id="rId217" Type="http://schemas.openxmlformats.org/officeDocument/2006/relationships/image" Target="../media/image765.png"/><Relationship Id="rId6" Type="http://schemas.openxmlformats.org/officeDocument/2006/relationships/customXml" Target="../ink/ink664.xml"/><Relationship Id="rId238" Type="http://schemas.openxmlformats.org/officeDocument/2006/relationships/customXml" Target="../ink/ink782.xml"/><Relationship Id="rId259" Type="http://schemas.openxmlformats.org/officeDocument/2006/relationships/customXml" Target="../ink/ink793.xml"/><Relationship Id="rId23" Type="http://schemas.openxmlformats.org/officeDocument/2006/relationships/customXml" Target="../ink/ink673.xml"/><Relationship Id="rId28" Type="http://schemas.openxmlformats.org/officeDocument/2006/relationships/image" Target="../media/image673.png"/><Relationship Id="rId49" Type="http://schemas.openxmlformats.org/officeDocument/2006/relationships/image" Target="../media/image683.png"/><Relationship Id="rId114" Type="http://schemas.openxmlformats.org/officeDocument/2006/relationships/image" Target="../media/image715.png"/><Relationship Id="rId119" Type="http://schemas.openxmlformats.org/officeDocument/2006/relationships/customXml" Target="../ink/ink722.xml"/><Relationship Id="rId44" Type="http://schemas.openxmlformats.org/officeDocument/2006/relationships/customXml" Target="../ink/ink684.xml"/><Relationship Id="rId60" Type="http://schemas.openxmlformats.org/officeDocument/2006/relationships/customXml" Target="../ink/ink692.xml"/><Relationship Id="rId65" Type="http://schemas.openxmlformats.org/officeDocument/2006/relationships/image" Target="../media/image691.png"/><Relationship Id="rId81" Type="http://schemas.openxmlformats.org/officeDocument/2006/relationships/image" Target="../media/image699.png"/><Relationship Id="rId86" Type="http://schemas.openxmlformats.org/officeDocument/2006/relationships/customXml" Target="../ink/ink705.xml"/><Relationship Id="rId130" Type="http://schemas.openxmlformats.org/officeDocument/2006/relationships/image" Target="../media/image723.png"/><Relationship Id="rId135" Type="http://schemas.openxmlformats.org/officeDocument/2006/relationships/customXml" Target="../ink/ink730.xml"/><Relationship Id="rId151" Type="http://schemas.openxmlformats.org/officeDocument/2006/relationships/image" Target="../media/image733.png"/><Relationship Id="rId156" Type="http://schemas.openxmlformats.org/officeDocument/2006/relationships/customXml" Target="../ink/ink741.xml"/><Relationship Id="rId177" Type="http://schemas.openxmlformats.org/officeDocument/2006/relationships/image" Target="../media/image746.png"/><Relationship Id="rId198" Type="http://schemas.openxmlformats.org/officeDocument/2006/relationships/customXml" Target="../ink/ink762.xml"/><Relationship Id="rId172" Type="http://schemas.openxmlformats.org/officeDocument/2006/relationships/customXml" Target="../ink/ink749.xml"/><Relationship Id="rId193" Type="http://schemas.openxmlformats.org/officeDocument/2006/relationships/image" Target="../media/image754.png"/><Relationship Id="rId202" Type="http://schemas.openxmlformats.org/officeDocument/2006/relationships/customXml" Target="../ink/ink764.xml"/><Relationship Id="rId207" Type="http://schemas.openxmlformats.org/officeDocument/2006/relationships/image" Target="../media/image761.png"/><Relationship Id="rId223" Type="http://schemas.openxmlformats.org/officeDocument/2006/relationships/image" Target="../media/image768.png"/><Relationship Id="rId228" Type="http://schemas.openxmlformats.org/officeDocument/2006/relationships/customXml" Target="../ink/ink777.xml"/><Relationship Id="rId244" Type="http://schemas.openxmlformats.org/officeDocument/2006/relationships/customXml" Target="../ink/ink785.xml"/><Relationship Id="rId249" Type="http://schemas.openxmlformats.org/officeDocument/2006/relationships/customXml" Target="../ink/ink788.xml"/><Relationship Id="rId13" Type="http://schemas.openxmlformats.org/officeDocument/2006/relationships/image" Target="../media/image666.png"/><Relationship Id="rId18" Type="http://schemas.openxmlformats.org/officeDocument/2006/relationships/image" Target="../media/image668.png"/><Relationship Id="rId39" Type="http://schemas.openxmlformats.org/officeDocument/2006/relationships/customXml" Target="../ink/ink681.xml"/><Relationship Id="rId109" Type="http://schemas.openxmlformats.org/officeDocument/2006/relationships/customXml" Target="../ink/ink717.xml"/><Relationship Id="rId260" Type="http://schemas.openxmlformats.org/officeDocument/2006/relationships/image" Target="../media/image786.png"/><Relationship Id="rId265" Type="http://schemas.openxmlformats.org/officeDocument/2006/relationships/customXml" Target="../ink/ink796.xml"/><Relationship Id="rId34" Type="http://schemas.openxmlformats.org/officeDocument/2006/relationships/image" Target="../media/image676.png"/><Relationship Id="rId50" Type="http://schemas.openxmlformats.org/officeDocument/2006/relationships/customXml" Target="../ink/ink687.xml"/><Relationship Id="rId55" Type="http://schemas.openxmlformats.org/officeDocument/2006/relationships/image" Target="../media/image686.png"/><Relationship Id="rId76" Type="http://schemas.openxmlformats.org/officeDocument/2006/relationships/customXml" Target="../ink/ink700.xml"/><Relationship Id="rId97" Type="http://schemas.openxmlformats.org/officeDocument/2006/relationships/customXml" Target="../ink/ink711.xml"/><Relationship Id="rId104" Type="http://schemas.openxmlformats.org/officeDocument/2006/relationships/image" Target="../media/image710.png"/><Relationship Id="rId120" Type="http://schemas.openxmlformats.org/officeDocument/2006/relationships/image" Target="../media/image718.png"/><Relationship Id="rId125" Type="http://schemas.openxmlformats.org/officeDocument/2006/relationships/customXml" Target="../ink/ink725.xml"/><Relationship Id="rId141" Type="http://schemas.openxmlformats.org/officeDocument/2006/relationships/image" Target="../media/image728.png"/><Relationship Id="rId146" Type="http://schemas.openxmlformats.org/officeDocument/2006/relationships/customXml" Target="../ink/ink736.xml"/><Relationship Id="rId167" Type="http://schemas.openxmlformats.org/officeDocument/2006/relationships/image" Target="../media/image741.png"/><Relationship Id="rId188" Type="http://schemas.openxmlformats.org/officeDocument/2006/relationships/customXml" Target="../ink/ink757.xml"/><Relationship Id="rId7" Type="http://schemas.openxmlformats.org/officeDocument/2006/relationships/image" Target="../media/image663.png"/><Relationship Id="rId71" Type="http://schemas.openxmlformats.org/officeDocument/2006/relationships/image" Target="../media/image694.png"/><Relationship Id="rId92" Type="http://schemas.openxmlformats.org/officeDocument/2006/relationships/customXml" Target="../ink/ink708.xml"/><Relationship Id="rId162" Type="http://schemas.openxmlformats.org/officeDocument/2006/relationships/customXml" Target="../ink/ink744.xml"/><Relationship Id="rId183" Type="http://schemas.openxmlformats.org/officeDocument/2006/relationships/image" Target="../media/image749.png"/><Relationship Id="rId213" Type="http://schemas.openxmlformats.org/officeDocument/2006/relationships/image" Target="../media/image763.png"/><Relationship Id="rId218" Type="http://schemas.openxmlformats.org/officeDocument/2006/relationships/customXml" Target="../ink/ink772.xml"/><Relationship Id="rId234" Type="http://schemas.openxmlformats.org/officeDocument/2006/relationships/customXml" Target="../ink/ink780.xml"/><Relationship Id="rId239" Type="http://schemas.openxmlformats.org/officeDocument/2006/relationships/image" Target="../media/image776.png"/><Relationship Id="rId2" Type="http://schemas.openxmlformats.org/officeDocument/2006/relationships/image" Target="../media/image570.png"/><Relationship Id="rId29" Type="http://schemas.openxmlformats.org/officeDocument/2006/relationships/customXml" Target="../ink/ink676.xml"/><Relationship Id="rId250" Type="http://schemas.openxmlformats.org/officeDocument/2006/relationships/image" Target="../media/image781.png"/><Relationship Id="rId255" Type="http://schemas.openxmlformats.org/officeDocument/2006/relationships/customXml" Target="../ink/ink791.xml"/><Relationship Id="rId24" Type="http://schemas.openxmlformats.org/officeDocument/2006/relationships/image" Target="../media/image671.png"/><Relationship Id="rId40" Type="http://schemas.openxmlformats.org/officeDocument/2006/relationships/customXml" Target="../ink/ink682.xml"/><Relationship Id="rId45" Type="http://schemas.openxmlformats.org/officeDocument/2006/relationships/image" Target="../media/image681.png"/><Relationship Id="rId66" Type="http://schemas.openxmlformats.org/officeDocument/2006/relationships/customXml" Target="../ink/ink695.xml"/><Relationship Id="rId87" Type="http://schemas.openxmlformats.org/officeDocument/2006/relationships/image" Target="../media/image702.png"/><Relationship Id="rId110" Type="http://schemas.openxmlformats.org/officeDocument/2006/relationships/image" Target="../media/image713.png"/><Relationship Id="rId115" Type="http://schemas.openxmlformats.org/officeDocument/2006/relationships/customXml" Target="../ink/ink720.xml"/><Relationship Id="rId131" Type="http://schemas.openxmlformats.org/officeDocument/2006/relationships/customXml" Target="../ink/ink728.xml"/><Relationship Id="rId136" Type="http://schemas.openxmlformats.org/officeDocument/2006/relationships/customXml" Target="../ink/ink731.xml"/><Relationship Id="rId157" Type="http://schemas.openxmlformats.org/officeDocument/2006/relationships/image" Target="../media/image736.png"/><Relationship Id="rId178" Type="http://schemas.openxmlformats.org/officeDocument/2006/relationships/customXml" Target="../ink/ink752.xml"/><Relationship Id="rId61" Type="http://schemas.openxmlformats.org/officeDocument/2006/relationships/image" Target="../media/image689.png"/><Relationship Id="rId82" Type="http://schemas.openxmlformats.org/officeDocument/2006/relationships/customXml" Target="../ink/ink703.xml"/><Relationship Id="rId152" Type="http://schemas.openxmlformats.org/officeDocument/2006/relationships/customXml" Target="../ink/ink739.xml"/><Relationship Id="rId173" Type="http://schemas.openxmlformats.org/officeDocument/2006/relationships/image" Target="../media/image744.png"/><Relationship Id="rId194" Type="http://schemas.openxmlformats.org/officeDocument/2006/relationships/customXml" Target="../ink/ink760.xml"/><Relationship Id="rId199" Type="http://schemas.openxmlformats.org/officeDocument/2006/relationships/image" Target="../media/image757.png"/><Relationship Id="rId203" Type="http://schemas.openxmlformats.org/officeDocument/2006/relationships/image" Target="../media/image759.png"/><Relationship Id="rId208" Type="http://schemas.openxmlformats.org/officeDocument/2006/relationships/customXml" Target="../ink/ink767.xml"/><Relationship Id="rId229" Type="http://schemas.openxmlformats.org/officeDocument/2006/relationships/image" Target="../media/image771.png"/><Relationship Id="rId19" Type="http://schemas.openxmlformats.org/officeDocument/2006/relationships/customXml" Target="../ink/ink671.xml"/><Relationship Id="rId224" Type="http://schemas.openxmlformats.org/officeDocument/2006/relationships/customXml" Target="../ink/ink775.xml"/><Relationship Id="rId240" Type="http://schemas.openxmlformats.org/officeDocument/2006/relationships/customXml" Target="../ink/ink783.xml"/><Relationship Id="rId245" Type="http://schemas.openxmlformats.org/officeDocument/2006/relationships/customXml" Target="../ink/ink786.xml"/><Relationship Id="rId261" Type="http://schemas.openxmlformats.org/officeDocument/2006/relationships/customXml" Target="../ink/ink794.xml"/><Relationship Id="rId266" Type="http://schemas.openxmlformats.org/officeDocument/2006/relationships/customXml" Target="../ink/ink797.xml"/><Relationship Id="rId14" Type="http://schemas.openxmlformats.org/officeDocument/2006/relationships/customXml" Target="../ink/ink668.xml"/><Relationship Id="rId30" Type="http://schemas.openxmlformats.org/officeDocument/2006/relationships/image" Target="../media/image674.png"/><Relationship Id="rId35" Type="http://schemas.openxmlformats.org/officeDocument/2006/relationships/customXml" Target="../ink/ink679.xml"/><Relationship Id="rId56" Type="http://schemas.openxmlformats.org/officeDocument/2006/relationships/customXml" Target="../ink/ink690.xml"/><Relationship Id="rId77" Type="http://schemas.openxmlformats.org/officeDocument/2006/relationships/image" Target="../media/image697.png"/><Relationship Id="rId100" Type="http://schemas.openxmlformats.org/officeDocument/2006/relationships/image" Target="../media/image708.png"/><Relationship Id="rId105" Type="http://schemas.openxmlformats.org/officeDocument/2006/relationships/customXml" Target="../ink/ink715.xml"/><Relationship Id="rId126" Type="http://schemas.openxmlformats.org/officeDocument/2006/relationships/image" Target="../media/image721.png"/><Relationship Id="rId147" Type="http://schemas.openxmlformats.org/officeDocument/2006/relationships/image" Target="../media/image731.png"/><Relationship Id="rId168" Type="http://schemas.openxmlformats.org/officeDocument/2006/relationships/customXml" Target="../ink/ink747.xml"/><Relationship Id="rId8" Type="http://schemas.openxmlformats.org/officeDocument/2006/relationships/customXml" Target="../ink/ink665.xml"/><Relationship Id="rId51" Type="http://schemas.openxmlformats.org/officeDocument/2006/relationships/image" Target="../media/image684.png"/><Relationship Id="rId72" Type="http://schemas.openxmlformats.org/officeDocument/2006/relationships/customXml" Target="../ink/ink698.xml"/><Relationship Id="rId93" Type="http://schemas.openxmlformats.org/officeDocument/2006/relationships/customXml" Target="../ink/ink709.xml"/><Relationship Id="rId98" Type="http://schemas.openxmlformats.org/officeDocument/2006/relationships/image" Target="../media/image707.png"/><Relationship Id="rId121" Type="http://schemas.openxmlformats.org/officeDocument/2006/relationships/customXml" Target="../ink/ink723.xml"/><Relationship Id="rId142" Type="http://schemas.openxmlformats.org/officeDocument/2006/relationships/customXml" Target="../ink/ink734.xml"/><Relationship Id="rId163" Type="http://schemas.openxmlformats.org/officeDocument/2006/relationships/image" Target="../media/image739.png"/><Relationship Id="rId184" Type="http://schemas.openxmlformats.org/officeDocument/2006/relationships/customXml" Target="../ink/ink755.xml"/><Relationship Id="rId189" Type="http://schemas.openxmlformats.org/officeDocument/2006/relationships/image" Target="../media/image752.png"/><Relationship Id="rId219" Type="http://schemas.openxmlformats.org/officeDocument/2006/relationships/image" Target="../media/image766.png"/><Relationship Id="rId3" Type="http://schemas.openxmlformats.org/officeDocument/2006/relationships/image" Target="../media/image571.png"/><Relationship Id="rId214" Type="http://schemas.openxmlformats.org/officeDocument/2006/relationships/customXml" Target="../ink/ink770.xml"/><Relationship Id="rId230" Type="http://schemas.openxmlformats.org/officeDocument/2006/relationships/customXml" Target="../ink/ink778.xml"/><Relationship Id="rId235" Type="http://schemas.openxmlformats.org/officeDocument/2006/relationships/image" Target="../media/image774.png"/><Relationship Id="rId251" Type="http://schemas.openxmlformats.org/officeDocument/2006/relationships/customXml" Target="../ink/ink789.xml"/><Relationship Id="rId256" Type="http://schemas.openxmlformats.org/officeDocument/2006/relationships/image" Target="../media/image784.png"/><Relationship Id="rId25" Type="http://schemas.openxmlformats.org/officeDocument/2006/relationships/customXml" Target="../ink/ink674.xml"/><Relationship Id="rId46" Type="http://schemas.openxmlformats.org/officeDocument/2006/relationships/customXml" Target="../ink/ink685.xml"/><Relationship Id="rId67" Type="http://schemas.openxmlformats.org/officeDocument/2006/relationships/image" Target="../media/image692.png"/><Relationship Id="rId116" Type="http://schemas.openxmlformats.org/officeDocument/2006/relationships/image" Target="../media/image716.png"/><Relationship Id="rId137" Type="http://schemas.openxmlformats.org/officeDocument/2006/relationships/image" Target="../media/image726.png"/><Relationship Id="rId158" Type="http://schemas.openxmlformats.org/officeDocument/2006/relationships/customXml" Target="../ink/ink742.xml"/><Relationship Id="rId20" Type="http://schemas.openxmlformats.org/officeDocument/2006/relationships/image" Target="../media/image669.png"/><Relationship Id="rId41" Type="http://schemas.openxmlformats.org/officeDocument/2006/relationships/image" Target="../media/image679.png"/><Relationship Id="rId62" Type="http://schemas.openxmlformats.org/officeDocument/2006/relationships/customXml" Target="../ink/ink693.xml"/><Relationship Id="rId83" Type="http://schemas.openxmlformats.org/officeDocument/2006/relationships/image" Target="../media/image700.png"/><Relationship Id="rId88" Type="http://schemas.openxmlformats.org/officeDocument/2006/relationships/customXml" Target="../ink/ink706.xml"/><Relationship Id="rId111" Type="http://schemas.openxmlformats.org/officeDocument/2006/relationships/customXml" Target="../ink/ink718.xml"/><Relationship Id="rId132" Type="http://schemas.openxmlformats.org/officeDocument/2006/relationships/image" Target="../media/image724.png"/><Relationship Id="rId153" Type="http://schemas.openxmlformats.org/officeDocument/2006/relationships/image" Target="../media/image734.png"/><Relationship Id="rId174" Type="http://schemas.openxmlformats.org/officeDocument/2006/relationships/customXml" Target="../ink/ink750.xml"/><Relationship Id="rId179" Type="http://schemas.openxmlformats.org/officeDocument/2006/relationships/image" Target="../media/image747.png"/><Relationship Id="rId195" Type="http://schemas.openxmlformats.org/officeDocument/2006/relationships/image" Target="../media/image755.png"/><Relationship Id="rId209" Type="http://schemas.openxmlformats.org/officeDocument/2006/relationships/image" Target="../media/image598.png"/><Relationship Id="rId190" Type="http://schemas.openxmlformats.org/officeDocument/2006/relationships/customXml" Target="../ink/ink758.xml"/><Relationship Id="rId204" Type="http://schemas.openxmlformats.org/officeDocument/2006/relationships/customXml" Target="../ink/ink765.xml"/><Relationship Id="rId220" Type="http://schemas.openxmlformats.org/officeDocument/2006/relationships/customXml" Target="../ink/ink773.xml"/><Relationship Id="rId225" Type="http://schemas.openxmlformats.org/officeDocument/2006/relationships/image" Target="../media/image769.png"/><Relationship Id="rId241" Type="http://schemas.openxmlformats.org/officeDocument/2006/relationships/image" Target="../media/image777.png"/><Relationship Id="rId246" Type="http://schemas.openxmlformats.org/officeDocument/2006/relationships/image" Target="../media/image779.png"/><Relationship Id="rId267" Type="http://schemas.openxmlformats.org/officeDocument/2006/relationships/image" Target="../media/image789.png"/><Relationship Id="rId15" Type="http://schemas.openxmlformats.org/officeDocument/2006/relationships/customXml" Target="../ink/ink669.xml"/><Relationship Id="rId36" Type="http://schemas.openxmlformats.org/officeDocument/2006/relationships/image" Target="../media/image677.png"/><Relationship Id="rId57" Type="http://schemas.openxmlformats.org/officeDocument/2006/relationships/image" Target="../media/image687.png"/><Relationship Id="rId106" Type="http://schemas.openxmlformats.org/officeDocument/2006/relationships/image" Target="../media/image711.png"/><Relationship Id="rId127" Type="http://schemas.openxmlformats.org/officeDocument/2006/relationships/customXml" Target="../ink/ink726.xml"/><Relationship Id="rId262" Type="http://schemas.openxmlformats.org/officeDocument/2006/relationships/image" Target="../media/image787.png"/><Relationship Id="rId10" Type="http://schemas.openxmlformats.org/officeDocument/2006/relationships/customXml" Target="../ink/ink666.xml"/><Relationship Id="rId31" Type="http://schemas.openxmlformats.org/officeDocument/2006/relationships/customXml" Target="../ink/ink677.xml"/><Relationship Id="rId52" Type="http://schemas.openxmlformats.org/officeDocument/2006/relationships/customXml" Target="../ink/ink688.xml"/><Relationship Id="rId73" Type="http://schemas.openxmlformats.org/officeDocument/2006/relationships/image" Target="../media/image695.png"/><Relationship Id="rId78" Type="http://schemas.openxmlformats.org/officeDocument/2006/relationships/customXml" Target="../ink/ink701.xml"/><Relationship Id="rId94" Type="http://schemas.openxmlformats.org/officeDocument/2006/relationships/image" Target="../media/image705.png"/><Relationship Id="rId99" Type="http://schemas.openxmlformats.org/officeDocument/2006/relationships/customXml" Target="../ink/ink712.xml"/><Relationship Id="rId101" Type="http://schemas.openxmlformats.org/officeDocument/2006/relationships/customXml" Target="../ink/ink713.xml"/><Relationship Id="rId122" Type="http://schemas.openxmlformats.org/officeDocument/2006/relationships/image" Target="../media/image719.png"/><Relationship Id="rId143" Type="http://schemas.openxmlformats.org/officeDocument/2006/relationships/image" Target="../media/image729.png"/><Relationship Id="rId148" Type="http://schemas.openxmlformats.org/officeDocument/2006/relationships/customXml" Target="../ink/ink737.xml"/><Relationship Id="rId164" Type="http://schemas.openxmlformats.org/officeDocument/2006/relationships/customXml" Target="../ink/ink745.xml"/><Relationship Id="rId169" Type="http://schemas.openxmlformats.org/officeDocument/2006/relationships/image" Target="../media/image742.png"/><Relationship Id="rId185" Type="http://schemas.openxmlformats.org/officeDocument/2006/relationships/image" Target="../media/image750.png"/><Relationship Id="rId4" Type="http://schemas.openxmlformats.org/officeDocument/2006/relationships/customXml" Target="../ink/ink663.xml"/><Relationship Id="rId9" Type="http://schemas.openxmlformats.org/officeDocument/2006/relationships/image" Target="../media/image664.png"/><Relationship Id="rId180" Type="http://schemas.openxmlformats.org/officeDocument/2006/relationships/customXml" Target="../ink/ink753.xml"/><Relationship Id="rId210" Type="http://schemas.openxmlformats.org/officeDocument/2006/relationships/customXml" Target="../ink/ink768.xml"/><Relationship Id="rId215" Type="http://schemas.openxmlformats.org/officeDocument/2006/relationships/image" Target="../media/image764.png"/><Relationship Id="rId236" Type="http://schemas.openxmlformats.org/officeDocument/2006/relationships/customXml" Target="../ink/ink781.xml"/><Relationship Id="rId257" Type="http://schemas.openxmlformats.org/officeDocument/2006/relationships/customXml" Target="../ink/ink792.xml"/><Relationship Id="rId26" Type="http://schemas.openxmlformats.org/officeDocument/2006/relationships/image" Target="../media/image672.png"/><Relationship Id="rId231" Type="http://schemas.openxmlformats.org/officeDocument/2006/relationships/image" Target="../media/image772.png"/><Relationship Id="rId252" Type="http://schemas.openxmlformats.org/officeDocument/2006/relationships/image" Target="../media/image782.png"/><Relationship Id="rId47" Type="http://schemas.openxmlformats.org/officeDocument/2006/relationships/image" Target="../media/image682.png"/><Relationship Id="rId68" Type="http://schemas.openxmlformats.org/officeDocument/2006/relationships/customXml" Target="../ink/ink696.xml"/><Relationship Id="rId89" Type="http://schemas.openxmlformats.org/officeDocument/2006/relationships/image" Target="../media/image703.png"/><Relationship Id="rId112" Type="http://schemas.openxmlformats.org/officeDocument/2006/relationships/image" Target="../media/image714.png"/><Relationship Id="rId133" Type="http://schemas.openxmlformats.org/officeDocument/2006/relationships/customXml" Target="../ink/ink729.xml"/><Relationship Id="rId154" Type="http://schemas.openxmlformats.org/officeDocument/2006/relationships/customXml" Target="../ink/ink740.xml"/><Relationship Id="rId175" Type="http://schemas.openxmlformats.org/officeDocument/2006/relationships/image" Target="../media/image745.png"/><Relationship Id="rId196" Type="http://schemas.openxmlformats.org/officeDocument/2006/relationships/customXml" Target="../ink/ink761.xml"/><Relationship Id="rId200" Type="http://schemas.openxmlformats.org/officeDocument/2006/relationships/customXml" Target="../ink/ink763.xml"/><Relationship Id="rId16" Type="http://schemas.openxmlformats.org/officeDocument/2006/relationships/image" Target="../media/image667.png"/><Relationship Id="rId221" Type="http://schemas.openxmlformats.org/officeDocument/2006/relationships/image" Target="../media/image767.png"/><Relationship Id="rId242" Type="http://schemas.openxmlformats.org/officeDocument/2006/relationships/customXml" Target="../ink/ink784.xml"/><Relationship Id="rId263" Type="http://schemas.openxmlformats.org/officeDocument/2006/relationships/customXml" Target="../ink/ink795.xml"/><Relationship Id="rId37" Type="http://schemas.openxmlformats.org/officeDocument/2006/relationships/customXml" Target="../ink/ink680.xml"/><Relationship Id="rId58" Type="http://schemas.openxmlformats.org/officeDocument/2006/relationships/customXml" Target="../ink/ink691.xml"/><Relationship Id="rId79" Type="http://schemas.openxmlformats.org/officeDocument/2006/relationships/image" Target="../media/image698.png"/><Relationship Id="rId102" Type="http://schemas.openxmlformats.org/officeDocument/2006/relationships/image" Target="../media/image709.png"/><Relationship Id="rId123" Type="http://schemas.openxmlformats.org/officeDocument/2006/relationships/customXml" Target="../ink/ink724.xml"/><Relationship Id="rId144" Type="http://schemas.openxmlformats.org/officeDocument/2006/relationships/customXml" Target="../ink/ink735.xml"/><Relationship Id="rId90" Type="http://schemas.openxmlformats.org/officeDocument/2006/relationships/customXml" Target="../ink/ink707.xml"/><Relationship Id="rId165" Type="http://schemas.openxmlformats.org/officeDocument/2006/relationships/image" Target="../media/image740.png"/><Relationship Id="rId186" Type="http://schemas.openxmlformats.org/officeDocument/2006/relationships/customXml" Target="../ink/ink756.xml"/><Relationship Id="rId211" Type="http://schemas.openxmlformats.org/officeDocument/2006/relationships/image" Target="../media/image762.png"/><Relationship Id="rId232" Type="http://schemas.openxmlformats.org/officeDocument/2006/relationships/customXml" Target="../ink/ink779.xml"/><Relationship Id="rId253" Type="http://schemas.openxmlformats.org/officeDocument/2006/relationships/customXml" Target="../ink/ink790.xml"/><Relationship Id="rId27" Type="http://schemas.openxmlformats.org/officeDocument/2006/relationships/customXml" Target="../ink/ink675.xml"/><Relationship Id="rId48" Type="http://schemas.openxmlformats.org/officeDocument/2006/relationships/customXml" Target="../ink/ink686.xml"/><Relationship Id="rId69" Type="http://schemas.openxmlformats.org/officeDocument/2006/relationships/image" Target="../media/image693.png"/><Relationship Id="rId113" Type="http://schemas.openxmlformats.org/officeDocument/2006/relationships/customXml" Target="../ink/ink719.xml"/><Relationship Id="rId134" Type="http://schemas.openxmlformats.org/officeDocument/2006/relationships/image" Target="../media/image725.png"/><Relationship Id="rId80" Type="http://schemas.openxmlformats.org/officeDocument/2006/relationships/customXml" Target="../ink/ink702.xml"/><Relationship Id="rId155" Type="http://schemas.openxmlformats.org/officeDocument/2006/relationships/image" Target="../media/image735.png"/><Relationship Id="rId176" Type="http://schemas.openxmlformats.org/officeDocument/2006/relationships/customXml" Target="../ink/ink751.xml"/><Relationship Id="rId197" Type="http://schemas.openxmlformats.org/officeDocument/2006/relationships/image" Target="../media/image756.png"/><Relationship Id="rId201" Type="http://schemas.openxmlformats.org/officeDocument/2006/relationships/image" Target="../media/image758.png"/><Relationship Id="rId222" Type="http://schemas.openxmlformats.org/officeDocument/2006/relationships/customXml" Target="../ink/ink774.xml"/><Relationship Id="rId243" Type="http://schemas.openxmlformats.org/officeDocument/2006/relationships/image" Target="../media/image778.png"/><Relationship Id="rId264" Type="http://schemas.openxmlformats.org/officeDocument/2006/relationships/image" Target="../media/image788.png"/><Relationship Id="rId17" Type="http://schemas.openxmlformats.org/officeDocument/2006/relationships/customXml" Target="../ink/ink670.xml"/><Relationship Id="rId38" Type="http://schemas.openxmlformats.org/officeDocument/2006/relationships/image" Target="../media/image678.png"/><Relationship Id="rId59" Type="http://schemas.openxmlformats.org/officeDocument/2006/relationships/image" Target="../media/image688.png"/><Relationship Id="rId103" Type="http://schemas.openxmlformats.org/officeDocument/2006/relationships/customXml" Target="../ink/ink714.xml"/><Relationship Id="rId124" Type="http://schemas.openxmlformats.org/officeDocument/2006/relationships/image" Target="../media/image720.png"/><Relationship Id="rId70" Type="http://schemas.openxmlformats.org/officeDocument/2006/relationships/customXml" Target="../ink/ink697.xml"/><Relationship Id="rId91" Type="http://schemas.openxmlformats.org/officeDocument/2006/relationships/image" Target="../media/image704.png"/><Relationship Id="rId145" Type="http://schemas.openxmlformats.org/officeDocument/2006/relationships/image" Target="../media/image730.png"/><Relationship Id="rId166" Type="http://schemas.openxmlformats.org/officeDocument/2006/relationships/customXml" Target="../ink/ink746.xml"/><Relationship Id="rId187" Type="http://schemas.openxmlformats.org/officeDocument/2006/relationships/image" Target="../media/image751.png"/><Relationship Id="rId1" Type="http://schemas.openxmlformats.org/officeDocument/2006/relationships/slideLayout" Target="../slideLayouts/slideLayout5.xml"/><Relationship Id="rId212" Type="http://schemas.openxmlformats.org/officeDocument/2006/relationships/customXml" Target="../ink/ink769.xml"/><Relationship Id="rId233" Type="http://schemas.openxmlformats.org/officeDocument/2006/relationships/image" Target="../media/image773.png"/><Relationship Id="rId254" Type="http://schemas.openxmlformats.org/officeDocument/2006/relationships/image" Target="../media/image783.png"/></Relationships>
</file>

<file path=ppt/slides/_rels/slide23.xml.rels><?xml version="1.0" encoding="UTF-8" standalone="yes"?>
<Relationships xmlns="http://schemas.openxmlformats.org/package/2006/relationships"><Relationship Id="rId117" Type="http://schemas.openxmlformats.org/officeDocument/2006/relationships/image" Target="../media/image847.png"/><Relationship Id="rId21" Type="http://schemas.openxmlformats.org/officeDocument/2006/relationships/image" Target="../media/image799.png"/><Relationship Id="rId42" Type="http://schemas.openxmlformats.org/officeDocument/2006/relationships/customXml" Target="../ink/ink818.xml"/><Relationship Id="rId63" Type="http://schemas.openxmlformats.org/officeDocument/2006/relationships/image" Target="../media/image820.png"/><Relationship Id="rId84" Type="http://schemas.openxmlformats.org/officeDocument/2006/relationships/customXml" Target="../ink/ink839.xml"/><Relationship Id="rId138" Type="http://schemas.openxmlformats.org/officeDocument/2006/relationships/customXml" Target="../ink/ink866.xml"/><Relationship Id="rId159" Type="http://schemas.openxmlformats.org/officeDocument/2006/relationships/image" Target="../media/image867.png"/><Relationship Id="rId170" Type="http://schemas.openxmlformats.org/officeDocument/2006/relationships/customXml" Target="../ink/ink882.xml"/><Relationship Id="rId191" Type="http://schemas.openxmlformats.org/officeDocument/2006/relationships/customXml" Target="../ink/ink893.xml"/><Relationship Id="rId205" Type="http://schemas.openxmlformats.org/officeDocument/2006/relationships/customXml" Target="../ink/ink900.xml"/><Relationship Id="rId226" Type="http://schemas.openxmlformats.org/officeDocument/2006/relationships/image" Target="../media/image900.png"/><Relationship Id="rId107" Type="http://schemas.openxmlformats.org/officeDocument/2006/relationships/image" Target="../media/image842.png"/><Relationship Id="rId11" Type="http://schemas.openxmlformats.org/officeDocument/2006/relationships/image" Target="../media/image794.png"/><Relationship Id="rId32" Type="http://schemas.openxmlformats.org/officeDocument/2006/relationships/customXml" Target="../ink/ink813.xml"/><Relationship Id="rId53" Type="http://schemas.openxmlformats.org/officeDocument/2006/relationships/image" Target="../media/image815.png"/><Relationship Id="rId74" Type="http://schemas.openxmlformats.org/officeDocument/2006/relationships/customXml" Target="../ink/ink834.xml"/><Relationship Id="rId128" Type="http://schemas.openxmlformats.org/officeDocument/2006/relationships/customXml" Target="../ink/ink861.xml"/><Relationship Id="rId149" Type="http://schemas.openxmlformats.org/officeDocument/2006/relationships/image" Target="../media/image862.png"/><Relationship Id="rId5" Type="http://schemas.openxmlformats.org/officeDocument/2006/relationships/image" Target="../media/image791.png"/><Relationship Id="rId95" Type="http://schemas.openxmlformats.org/officeDocument/2006/relationships/image" Target="../media/image836.png"/><Relationship Id="rId160" Type="http://schemas.openxmlformats.org/officeDocument/2006/relationships/customXml" Target="../ink/ink877.xml"/><Relationship Id="rId181" Type="http://schemas.openxmlformats.org/officeDocument/2006/relationships/image" Target="../media/image878.png"/><Relationship Id="rId216" Type="http://schemas.openxmlformats.org/officeDocument/2006/relationships/image" Target="../media/image895.png"/><Relationship Id="rId237" Type="http://schemas.openxmlformats.org/officeDocument/2006/relationships/customXml" Target="../ink/ink916.xml"/><Relationship Id="rId22" Type="http://schemas.openxmlformats.org/officeDocument/2006/relationships/customXml" Target="../ink/ink808.xml"/><Relationship Id="rId43" Type="http://schemas.openxmlformats.org/officeDocument/2006/relationships/image" Target="../media/image810.png"/><Relationship Id="rId64" Type="http://schemas.openxmlformats.org/officeDocument/2006/relationships/customXml" Target="../ink/ink829.xml"/><Relationship Id="rId118" Type="http://schemas.openxmlformats.org/officeDocument/2006/relationships/customXml" Target="../ink/ink856.xml"/><Relationship Id="rId139" Type="http://schemas.openxmlformats.org/officeDocument/2006/relationships/image" Target="../media/image858.png"/><Relationship Id="rId85" Type="http://schemas.openxmlformats.org/officeDocument/2006/relationships/image" Target="../media/image831.png"/><Relationship Id="rId150" Type="http://schemas.openxmlformats.org/officeDocument/2006/relationships/customXml" Target="../ink/ink872.xml"/><Relationship Id="rId171" Type="http://schemas.openxmlformats.org/officeDocument/2006/relationships/image" Target="../media/image873.png"/><Relationship Id="rId192" Type="http://schemas.openxmlformats.org/officeDocument/2006/relationships/image" Target="../media/image883.png"/><Relationship Id="rId206" Type="http://schemas.openxmlformats.org/officeDocument/2006/relationships/image" Target="../media/image890.png"/><Relationship Id="rId227" Type="http://schemas.openxmlformats.org/officeDocument/2006/relationships/customXml" Target="../ink/ink911.xml"/><Relationship Id="rId201" Type="http://schemas.openxmlformats.org/officeDocument/2006/relationships/customXml" Target="../ink/ink898.xml"/><Relationship Id="rId222" Type="http://schemas.openxmlformats.org/officeDocument/2006/relationships/image" Target="../media/image898.png"/><Relationship Id="rId12" Type="http://schemas.openxmlformats.org/officeDocument/2006/relationships/customXml" Target="../ink/ink803.xml"/><Relationship Id="rId17" Type="http://schemas.openxmlformats.org/officeDocument/2006/relationships/image" Target="../media/image797.png"/><Relationship Id="rId33" Type="http://schemas.openxmlformats.org/officeDocument/2006/relationships/image" Target="../media/image805.png"/><Relationship Id="rId38" Type="http://schemas.openxmlformats.org/officeDocument/2006/relationships/customXml" Target="../ink/ink816.xml"/><Relationship Id="rId59" Type="http://schemas.openxmlformats.org/officeDocument/2006/relationships/image" Target="../media/image818.png"/><Relationship Id="rId103" Type="http://schemas.openxmlformats.org/officeDocument/2006/relationships/image" Target="../media/image840.png"/><Relationship Id="rId108" Type="http://schemas.openxmlformats.org/officeDocument/2006/relationships/customXml" Target="../ink/ink851.xml"/><Relationship Id="rId124" Type="http://schemas.openxmlformats.org/officeDocument/2006/relationships/customXml" Target="../ink/ink859.xml"/><Relationship Id="rId129" Type="http://schemas.openxmlformats.org/officeDocument/2006/relationships/image" Target="../media/image853.png"/><Relationship Id="rId54" Type="http://schemas.openxmlformats.org/officeDocument/2006/relationships/customXml" Target="../ink/ink824.xml"/><Relationship Id="rId70" Type="http://schemas.openxmlformats.org/officeDocument/2006/relationships/customXml" Target="../ink/ink832.xml"/><Relationship Id="rId75" Type="http://schemas.openxmlformats.org/officeDocument/2006/relationships/image" Target="../media/image826.png"/><Relationship Id="rId91" Type="http://schemas.openxmlformats.org/officeDocument/2006/relationships/image" Target="../media/image834.png"/><Relationship Id="rId96" Type="http://schemas.openxmlformats.org/officeDocument/2006/relationships/customXml" Target="../ink/ink845.xml"/><Relationship Id="rId140" Type="http://schemas.openxmlformats.org/officeDocument/2006/relationships/customXml" Target="../ink/ink867.xml"/><Relationship Id="rId145" Type="http://schemas.openxmlformats.org/officeDocument/2006/relationships/image" Target="../media/image861.png"/><Relationship Id="rId161" Type="http://schemas.openxmlformats.org/officeDocument/2006/relationships/image" Target="../media/image868.png"/><Relationship Id="rId166" Type="http://schemas.openxmlformats.org/officeDocument/2006/relationships/customXml" Target="../ink/ink880.xml"/><Relationship Id="rId182" Type="http://schemas.openxmlformats.org/officeDocument/2006/relationships/customXml" Target="../ink/ink888.xml"/><Relationship Id="rId187" Type="http://schemas.openxmlformats.org/officeDocument/2006/relationships/image" Target="../media/image881.png"/><Relationship Id="rId217" Type="http://schemas.openxmlformats.org/officeDocument/2006/relationships/customXml" Target="../ink/ink906.xml"/><Relationship Id="rId1" Type="http://schemas.openxmlformats.org/officeDocument/2006/relationships/slideLayout" Target="../slideLayouts/slideLayout5.xml"/><Relationship Id="rId6" Type="http://schemas.openxmlformats.org/officeDocument/2006/relationships/customXml" Target="../ink/ink800.xml"/><Relationship Id="rId212" Type="http://schemas.openxmlformats.org/officeDocument/2006/relationships/image" Target="../media/image893.png"/><Relationship Id="rId233" Type="http://schemas.openxmlformats.org/officeDocument/2006/relationships/customXml" Target="../ink/ink914.xml"/><Relationship Id="rId238" Type="http://schemas.openxmlformats.org/officeDocument/2006/relationships/image" Target="../media/image906.png"/><Relationship Id="rId23" Type="http://schemas.openxmlformats.org/officeDocument/2006/relationships/image" Target="../media/image800.png"/><Relationship Id="rId28" Type="http://schemas.openxmlformats.org/officeDocument/2006/relationships/customXml" Target="../ink/ink811.xml"/><Relationship Id="rId49" Type="http://schemas.openxmlformats.org/officeDocument/2006/relationships/image" Target="../media/image813.png"/><Relationship Id="rId114" Type="http://schemas.openxmlformats.org/officeDocument/2006/relationships/customXml" Target="../ink/ink854.xml"/><Relationship Id="rId119" Type="http://schemas.openxmlformats.org/officeDocument/2006/relationships/image" Target="../media/image848.png"/><Relationship Id="rId44" Type="http://schemas.openxmlformats.org/officeDocument/2006/relationships/customXml" Target="../ink/ink819.xml"/><Relationship Id="rId60" Type="http://schemas.openxmlformats.org/officeDocument/2006/relationships/customXml" Target="../ink/ink827.xml"/><Relationship Id="rId65" Type="http://schemas.openxmlformats.org/officeDocument/2006/relationships/image" Target="../media/image821.png"/><Relationship Id="rId81" Type="http://schemas.openxmlformats.org/officeDocument/2006/relationships/image" Target="../media/image829.png"/><Relationship Id="rId86" Type="http://schemas.openxmlformats.org/officeDocument/2006/relationships/customXml" Target="../ink/ink840.xml"/><Relationship Id="rId130" Type="http://schemas.openxmlformats.org/officeDocument/2006/relationships/customXml" Target="../ink/ink862.xml"/><Relationship Id="rId135" Type="http://schemas.openxmlformats.org/officeDocument/2006/relationships/image" Target="../media/image856.png"/><Relationship Id="rId151" Type="http://schemas.openxmlformats.org/officeDocument/2006/relationships/image" Target="../media/image863.png"/><Relationship Id="rId156" Type="http://schemas.openxmlformats.org/officeDocument/2006/relationships/customXml" Target="../ink/ink875.xml"/><Relationship Id="rId177" Type="http://schemas.openxmlformats.org/officeDocument/2006/relationships/image" Target="../media/image876.png"/><Relationship Id="rId198" Type="http://schemas.openxmlformats.org/officeDocument/2006/relationships/image" Target="../media/image886.png"/><Relationship Id="rId172" Type="http://schemas.openxmlformats.org/officeDocument/2006/relationships/customXml" Target="../ink/ink883.xml"/><Relationship Id="rId193" Type="http://schemas.openxmlformats.org/officeDocument/2006/relationships/customXml" Target="../ink/ink894.xml"/><Relationship Id="rId202" Type="http://schemas.openxmlformats.org/officeDocument/2006/relationships/image" Target="../media/image888.png"/><Relationship Id="rId207" Type="http://schemas.openxmlformats.org/officeDocument/2006/relationships/customXml" Target="../ink/ink901.xml"/><Relationship Id="rId223" Type="http://schemas.openxmlformats.org/officeDocument/2006/relationships/customXml" Target="../ink/ink909.xml"/><Relationship Id="rId228" Type="http://schemas.openxmlformats.org/officeDocument/2006/relationships/image" Target="../media/image901.png"/><Relationship Id="rId13" Type="http://schemas.openxmlformats.org/officeDocument/2006/relationships/image" Target="../media/image795.png"/><Relationship Id="rId18" Type="http://schemas.openxmlformats.org/officeDocument/2006/relationships/customXml" Target="../ink/ink806.xml"/><Relationship Id="rId39" Type="http://schemas.openxmlformats.org/officeDocument/2006/relationships/image" Target="../media/image808.png"/><Relationship Id="rId109" Type="http://schemas.openxmlformats.org/officeDocument/2006/relationships/image" Target="../media/image843.png"/><Relationship Id="rId34" Type="http://schemas.openxmlformats.org/officeDocument/2006/relationships/customXml" Target="../ink/ink814.xml"/><Relationship Id="rId50" Type="http://schemas.openxmlformats.org/officeDocument/2006/relationships/customXml" Target="../ink/ink822.xml"/><Relationship Id="rId55" Type="http://schemas.openxmlformats.org/officeDocument/2006/relationships/image" Target="../media/image816.png"/><Relationship Id="rId76" Type="http://schemas.openxmlformats.org/officeDocument/2006/relationships/customXml" Target="../ink/ink835.xml"/><Relationship Id="rId97" Type="http://schemas.openxmlformats.org/officeDocument/2006/relationships/image" Target="../media/image837.png"/><Relationship Id="rId104" Type="http://schemas.openxmlformats.org/officeDocument/2006/relationships/customXml" Target="../ink/ink849.xml"/><Relationship Id="rId120" Type="http://schemas.openxmlformats.org/officeDocument/2006/relationships/customXml" Target="../ink/ink857.xml"/><Relationship Id="rId125" Type="http://schemas.openxmlformats.org/officeDocument/2006/relationships/image" Target="../media/image851.png"/><Relationship Id="rId141" Type="http://schemas.openxmlformats.org/officeDocument/2006/relationships/image" Target="../media/image859.png"/><Relationship Id="rId146" Type="http://schemas.openxmlformats.org/officeDocument/2006/relationships/customXml" Target="../ink/ink870.xml"/><Relationship Id="rId167" Type="http://schemas.openxmlformats.org/officeDocument/2006/relationships/image" Target="../media/image871.png"/><Relationship Id="rId188" Type="http://schemas.openxmlformats.org/officeDocument/2006/relationships/customXml" Target="../ink/ink891.xml"/><Relationship Id="rId7" Type="http://schemas.openxmlformats.org/officeDocument/2006/relationships/image" Target="../media/image792.png"/><Relationship Id="rId71" Type="http://schemas.openxmlformats.org/officeDocument/2006/relationships/image" Target="../media/image824.png"/><Relationship Id="rId92" Type="http://schemas.openxmlformats.org/officeDocument/2006/relationships/customXml" Target="../ink/ink843.xml"/><Relationship Id="rId162" Type="http://schemas.openxmlformats.org/officeDocument/2006/relationships/customXml" Target="../ink/ink878.xml"/><Relationship Id="rId183" Type="http://schemas.openxmlformats.org/officeDocument/2006/relationships/image" Target="../media/image879.png"/><Relationship Id="rId213" Type="http://schemas.openxmlformats.org/officeDocument/2006/relationships/customXml" Target="../ink/ink904.xml"/><Relationship Id="rId218" Type="http://schemas.openxmlformats.org/officeDocument/2006/relationships/image" Target="../media/image896.png"/><Relationship Id="rId234" Type="http://schemas.openxmlformats.org/officeDocument/2006/relationships/image" Target="../media/image904.png"/><Relationship Id="rId239" Type="http://schemas.openxmlformats.org/officeDocument/2006/relationships/customXml" Target="../ink/ink917.xml"/><Relationship Id="rId2" Type="http://schemas.openxmlformats.org/officeDocument/2006/relationships/image" Target="../media/image572.png"/><Relationship Id="rId29" Type="http://schemas.openxmlformats.org/officeDocument/2006/relationships/image" Target="../media/image803.png"/><Relationship Id="rId24" Type="http://schemas.openxmlformats.org/officeDocument/2006/relationships/customXml" Target="../ink/ink809.xml"/><Relationship Id="rId40" Type="http://schemas.openxmlformats.org/officeDocument/2006/relationships/customXml" Target="../ink/ink817.xml"/><Relationship Id="rId45" Type="http://schemas.openxmlformats.org/officeDocument/2006/relationships/image" Target="../media/image811.png"/><Relationship Id="rId66" Type="http://schemas.openxmlformats.org/officeDocument/2006/relationships/customXml" Target="../ink/ink830.xml"/><Relationship Id="rId87" Type="http://schemas.openxmlformats.org/officeDocument/2006/relationships/image" Target="../media/image832.png"/><Relationship Id="rId110" Type="http://schemas.openxmlformats.org/officeDocument/2006/relationships/customXml" Target="../ink/ink852.xml"/><Relationship Id="rId115" Type="http://schemas.openxmlformats.org/officeDocument/2006/relationships/image" Target="../media/image846.png"/><Relationship Id="rId131" Type="http://schemas.openxmlformats.org/officeDocument/2006/relationships/image" Target="../media/image854.png"/><Relationship Id="rId136" Type="http://schemas.openxmlformats.org/officeDocument/2006/relationships/customXml" Target="../ink/ink865.xml"/><Relationship Id="rId157" Type="http://schemas.openxmlformats.org/officeDocument/2006/relationships/image" Target="../media/image866.png"/><Relationship Id="rId178" Type="http://schemas.openxmlformats.org/officeDocument/2006/relationships/customXml" Target="../ink/ink886.xml"/><Relationship Id="rId61" Type="http://schemas.openxmlformats.org/officeDocument/2006/relationships/image" Target="../media/image819.png"/><Relationship Id="rId82" Type="http://schemas.openxmlformats.org/officeDocument/2006/relationships/customXml" Target="../ink/ink838.xml"/><Relationship Id="rId152" Type="http://schemas.openxmlformats.org/officeDocument/2006/relationships/customXml" Target="../ink/ink873.xml"/><Relationship Id="rId173" Type="http://schemas.openxmlformats.org/officeDocument/2006/relationships/image" Target="../media/image874.png"/><Relationship Id="rId194" Type="http://schemas.openxmlformats.org/officeDocument/2006/relationships/image" Target="../media/image884.png"/><Relationship Id="rId199" Type="http://schemas.openxmlformats.org/officeDocument/2006/relationships/customXml" Target="../ink/ink897.xml"/><Relationship Id="rId203" Type="http://schemas.openxmlformats.org/officeDocument/2006/relationships/customXml" Target="../ink/ink899.xml"/><Relationship Id="rId208" Type="http://schemas.openxmlformats.org/officeDocument/2006/relationships/image" Target="../media/image891.png"/><Relationship Id="rId229" Type="http://schemas.openxmlformats.org/officeDocument/2006/relationships/customXml" Target="../ink/ink912.xml"/><Relationship Id="rId19" Type="http://schemas.openxmlformats.org/officeDocument/2006/relationships/image" Target="../media/image798.png"/><Relationship Id="rId224" Type="http://schemas.openxmlformats.org/officeDocument/2006/relationships/image" Target="../media/image899.png"/><Relationship Id="rId240" Type="http://schemas.openxmlformats.org/officeDocument/2006/relationships/customXml" Target="../ink/ink918.xml"/><Relationship Id="rId14" Type="http://schemas.openxmlformats.org/officeDocument/2006/relationships/customXml" Target="../ink/ink804.xml"/><Relationship Id="rId30" Type="http://schemas.openxmlformats.org/officeDocument/2006/relationships/customXml" Target="../ink/ink812.xml"/><Relationship Id="rId35" Type="http://schemas.openxmlformats.org/officeDocument/2006/relationships/image" Target="../media/image806.png"/><Relationship Id="rId56" Type="http://schemas.openxmlformats.org/officeDocument/2006/relationships/customXml" Target="../ink/ink825.xml"/><Relationship Id="rId77" Type="http://schemas.openxmlformats.org/officeDocument/2006/relationships/image" Target="../media/image827.png"/><Relationship Id="rId100" Type="http://schemas.openxmlformats.org/officeDocument/2006/relationships/customXml" Target="../ink/ink847.xml"/><Relationship Id="rId105" Type="http://schemas.openxmlformats.org/officeDocument/2006/relationships/image" Target="../media/image841.png"/><Relationship Id="rId126" Type="http://schemas.openxmlformats.org/officeDocument/2006/relationships/customXml" Target="../ink/ink860.xml"/><Relationship Id="rId147" Type="http://schemas.openxmlformats.org/officeDocument/2006/relationships/image" Target="../media/image599.png"/><Relationship Id="rId168" Type="http://schemas.openxmlformats.org/officeDocument/2006/relationships/customXml" Target="../ink/ink881.xml"/><Relationship Id="rId8" Type="http://schemas.openxmlformats.org/officeDocument/2006/relationships/customXml" Target="../ink/ink801.xml"/><Relationship Id="rId51" Type="http://schemas.openxmlformats.org/officeDocument/2006/relationships/image" Target="../media/image814.png"/><Relationship Id="rId72" Type="http://schemas.openxmlformats.org/officeDocument/2006/relationships/customXml" Target="../ink/ink833.xml"/><Relationship Id="rId93" Type="http://schemas.openxmlformats.org/officeDocument/2006/relationships/image" Target="../media/image835.png"/><Relationship Id="rId98" Type="http://schemas.openxmlformats.org/officeDocument/2006/relationships/customXml" Target="../ink/ink846.xml"/><Relationship Id="rId121" Type="http://schemas.openxmlformats.org/officeDocument/2006/relationships/image" Target="../media/image849.png"/><Relationship Id="rId142" Type="http://schemas.openxmlformats.org/officeDocument/2006/relationships/customXml" Target="../ink/ink868.xml"/><Relationship Id="rId163" Type="http://schemas.openxmlformats.org/officeDocument/2006/relationships/image" Target="../media/image869.png"/><Relationship Id="rId184" Type="http://schemas.openxmlformats.org/officeDocument/2006/relationships/customXml" Target="../ink/ink889.xml"/><Relationship Id="rId189" Type="http://schemas.openxmlformats.org/officeDocument/2006/relationships/customXml" Target="../ink/ink892.xml"/><Relationship Id="rId219" Type="http://schemas.openxmlformats.org/officeDocument/2006/relationships/customXml" Target="../ink/ink907.xml"/><Relationship Id="rId3" Type="http://schemas.openxmlformats.org/officeDocument/2006/relationships/image" Target="../media/image573.png"/><Relationship Id="rId214" Type="http://schemas.openxmlformats.org/officeDocument/2006/relationships/image" Target="../media/image894.png"/><Relationship Id="rId230" Type="http://schemas.openxmlformats.org/officeDocument/2006/relationships/image" Target="../media/image902.png"/><Relationship Id="rId235" Type="http://schemas.openxmlformats.org/officeDocument/2006/relationships/customXml" Target="../ink/ink915.xml"/><Relationship Id="rId25" Type="http://schemas.openxmlformats.org/officeDocument/2006/relationships/image" Target="../media/image801.png"/><Relationship Id="rId46" Type="http://schemas.openxmlformats.org/officeDocument/2006/relationships/customXml" Target="../ink/ink820.xml"/><Relationship Id="rId67" Type="http://schemas.openxmlformats.org/officeDocument/2006/relationships/image" Target="../media/image822.png"/><Relationship Id="rId116" Type="http://schemas.openxmlformats.org/officeDocument/2006/relationships/customXml" Target="../ink/ink855.xml"/><Relationship Id="rId137" Type="http://schemas.openxmlformats.org/officeDocument/2006/relationships/image" Target="../media/image857.png"/><Relationship Id="rId158" Type="http://schemas.openxmlformats.org/officeDocument/2006/relationships/customXml" Target="../ink/ink876.xml"/><Relationship Id="rId20" Type="http://schemas.openxmlformats.org/officeDocument/2006/relationships/customXml" Target="../ink/ink807.xml"/><Relationship Id="rId41" Type="http://schemas.openxmlformats.org/officeDocument/2006/relationships/image" Target="../media/image809.png"/><Relationship Id="rId62" Type="http://schemas.openxmlformats.org/officeDocument/2006/relationships/customXml" Target="../ink/ink828.xml"/><Relationship Id="rId83" Type="http://schemas.openxmlformats.org/officeDocument/2006/relationships/image" Target="../media/image830.png"/><Relationship Id="rId88" Type="http://schemas.openxmlformats.org/officeDocument/2006/relationships/customXml" Target="../ink/ink841.xml"/><Relationship Id="rId111" Type="http://schemas.openxmlformats.org/officeDocument/2006/relationships/image" Target="../media/image844.png"/><Relationship Id="rId132" Type="http://schemas.openxmlformats.org/officeDocument/2006/relationships/customXml" Target="../ink/ink863.xml"/><Relationship Id="rId153" Type="http://schemas.openxmlformats.org/officeDocument/2006/relationships/image" Target="../media/image864.png"/><Relationship Id="rId174" Type="http://schemas.openxmlformats.org/officeDocument/2006/relationships/customXml" Target="../ink/ink884.xml"/><Relationship Id="rId179" Type="http://schemas.openxmlformats.org/officeDocument/2006/relationships/image" Target="../media/image877.png"/><Relationship Id="rId195" Type="http://schemas.openxmlformats.org/officeDocument/2006/relationships/customXml" Target="../ink/ink895.xml"/><Relationship Id="rId209" Type="http://schemas.openxmlformats.org/officeDocument/2006/relationships/customXml" Target="../ink/ink902.xml"/><Relationship Id="rId190" Type="http://schemas.openxmlformats.org/officeDocument/2006/relationships/image" Target="../media/image882.png"/><Relationship Id="rId204" Type="http://schemas.openxmlformats.org/officeDocument/2006/relationships/image" Target="../media/image889.png"/><Relationship Id="rId220" Type="http://schemas.openxmlformats.org/officeDocument/2006/relationships/image" Target="../media/image897.png"/><Relationship Id="rId225" Type="http://schemas.openxmlformats.org/officeDocument/2006/relationships/customXml" Target="../ink/ink910.xml"/><Relationship Id="rId241" Type="http://schemas.openxmlformats.org/officeDocument/2006/relationships/image" Target="../media/image907.png"/><Relationship Id="rId15" Type="http://schemas.openxmlformats.org/officeDocument/2006/relationships/image" Target="../media/image796.png"/><Relationship Id="rId36" Type="http://schemas.openxmlformats.org/officeDocument/2006/relationships/customXml" Target="../ink/ink815.xml"/><Relationship Id="rId57" Type="http://schemas.openxmlformats.org/officeDocument/2006/relationships/image" Target="../media/image817.png"/><Relationship Id="rId106" Type="http://schemas.openxmlformats.org/officeDocument/2006/relationships/customXml" Target="../ink/ink850.xml"/><Relationship Id="rId127" Type="http://schemas.openxmlformats.org/officeDocument/2006/relationships/image" Target="../media/image852.png"/><Relationship Id="rId10" Type="http://schemas.openxmlformats.org/officeDocument/2006/relationships/customXml" Target="../ink/ink802.xml"/><Relationship Id="rId31" Type="http://schemas.openxmlformats.org/officeDocument/2006/relationships/image" Target="../media/image804.png"/><Relationship Id="rId52" Type="http://schemas.openxmlformats.org/officeDocument/2006/relationships/customXml" Target="../ink/ink823.xml"/><Relationship Id="rId73" Type="http://schemas.openxmlformats.org/officeDocument/2006/relationships/image" Target="../media/image825.png"/><Relationship Id="rId78" Type="http://schemas.openxmlformats.org/officeDocument/2006/relationships/customXml" Target="../ink/ink836.xml"/><Relationship Id="rId94" Type="http://schemas.openxmlformats.org/officeDocument/2006/relationships/customXml" Target="../ink/ink844.xml"/><Relationship Id="rId99" Type="http://schemas.openxmlformats.org/officeDocument/2006/relationships/image" Target="../media/image838.png"/><Relationship Id="rId101" Type="http://schemas.openxmlformats.org/officeDocument/2006/relationships/image" Target="../media/image839.png"/><Relationship Id="rId122" Type="http://schemas.openxmlformats.org/officeDocument/2006/relationships/customXml" Target="../ink/ink858.xml"/><Relationship Id="rId143" Type="http://schemas.openxmlformats.org/officeDocument/2006/relationships/image" Target="../media/image860.png"/><Relationship Id="rId148" Type="http://schemas.openxmlformats.org/officeDocument/2006/relationships/customXml" Target="../ink/ink871.xml"/><Relationship Id="rId164" Type="http://schemas.openxmlformats.org/officeDocument/2006/relationships/customXml" Target="../ink/ink879.xml"/><Relationship Id="rId169" Type="http://schemas.openxmlformats.org/officeDocument/2006/relationships/image" Target="../media/image872.png"/><Relationship Id="rId185" Type="http://schemas.openxmlformats.org/officeDocument/2006/relationships/image" Target="../media/image880.png"/><Relationship Id="rId4" Type="http://schemas.openxmlformats.org/officeDocument/2006/relationships/customXml" Target="../ink/ink799.xml"/><Relationship Id="rId9" Type="http://schemas.openxmlformats.org/officeDocument/2006/relationships/image" Target="../media/image793.png"/><Relationship Id="rId180" Type="http://schemas.openxmlformats.org/officeDocument/2006/relationships/customXml" Target="../ink/ink887.xml"/><Relationship Id="rId210" Type="http://schemas.openxmlformats.org/officeDocument/2006/relationships/image" Target="../media/image892.png"/><Relationship Id="rId215" Type="http://schemas.openxmlformats.org/officeDocument/2006/relationships/customXml" Target="../ink/ink905.xml"/><Relationship Id="rId236" Type="http://schemas.openxmlformats.org/officeDocument/2006/relationships/image" Target="../media/image905.png"/><Relationship Id="rId26" Type="http://schemas.openxmlformats.org/officeDocument/2006/relationships/customXml" Target="../ink/ink810.xml"/><Relationship Id="rId231" Type="http://schemas.openxmlformats.org/officeDocument/2006/relationships/customXml" Target="../ink/ink913.xml"/><Relationship Id="rId47" Type="http://schemas.openxmlformats.org/officeDocument/2006/relationships/image" Target="../media/image812.png"/><Relationship Id="rId68" Type="http://schemas.openxmlformats.org/officeDocument/2006/relationships/customXml" Target="../ink/ink831.xml"/><Relationship Id="rId89" Type="http://schemas.openxmlformats.org/officeDocument/2006/relationships/image" Target="../media/image833.png"/><Relationship Id="rId112" Type="http://schemas.openxmlformats.org/officeDocument/2006/relationships/customXml" Target="../ink/ink853.xml"/><Relationship Id="rId133" Type="http://schemas.openxmlformats.org/officeDocument/2006/relationships/image" Target="../media/image855.png"/><Relationship Id="rId154" Type="http://schemas.openxmlformats.org/officeDocument/2006/relationships/customXml" Target="../ink/ink874.xml"/><Relationship Id="rId175" Type="http://schemas.openxmlformats.org/officeDocument/2006/relationships/image" Target="../media/image875.png"/><Relationship Id="rId196" Type="http://schemas.openxmlformats.org/officeDocument/2006/relationships/image" Target="../media/image885.png"/><Relationship Id="rId200" Type="http://schemas.openxmlformats.org/officeDocument/2006/relationships/image" Target="../media/image887.png"/><Relationship Id="rId16" Type="http://schemas.openxmlformats.org/officeDocument/2006/relationships/customXml" Target="../ink/ink805.xml"/><Relationship Id="rId221" Type="http://schemas.openxmlformats.org/officeDocument/2006/relationships/customXml" Target="../ink/ink908.xml"/><Relationship Id="rId37" Type="http://schemas.openxmlformats.org/officeDocument/2006/relationships/image" Target="../media/image807.png"/><Relationship Id="rId58" Type="http://schemas.openxmlformats.org/officeDocument/2006/relationships/customXml" Target="../ink/ink826.xml"/><Relationship Id="rId79" Type="http://schemas.openxmlformats.org/officeDocument/2006/relationships/image" Target="../media/image828.png"/><Relationship Id="rId102" Type="http://schemas.openxmlformats.org/officeDocument/2006/relationships/customXml" Target="../ink/ink848.xml"/><Relationship Id="rId123" Type="http://schemas.openxmlformats.org/officeDocument/2006/relationships/image" Target="../media/image850.png"/><Relationship Id="rId144" Type="http://schemas.openxmlformats.org/officeDocument/2006/relationships/customXml" Target="../ink/ink869.xml"/><Relationship Id="rId90" Type="http://schemas.openxmlformats.org/officeDocument/2006/relationships/customXml" Target="../ink/ink842.xml"/><Relationship Id="rId165" Type="http://schemas.openxmlformats.org/officeDocument/2006/relationships/image" Target="../media/image870.png"/><Relationship Id="rId186" Type="http://schemas.openxmlformats.org/officeDocument/2006/relationships/customXml" Target="../ink/ink890.xml"/><Relationship Id="rId211" Type="http://schemas.openxmlformats.org/officeDocument/2006/relationships/customXml" Target="../ink/ink903.xml"/><Relationship Id="rId232" Type="http://schemas.openxmlformats.org/officeDocument/2006/relationships/image" Target="../media/image903.png"/><Relationship Id="rId27" Type="http://schemas.openxmlformats.org/officeDocument/2006/relationships/image" Target="../media/image802.png"/><Relationship Id="rId48" Type="http://schemas.openxmlformats.org/officeDocument/2006/relationships/customXml" Target="../ink/ink821.xml"/><Relationship Id="rId69" Type="http://schemas.openxmlformats.org/officeDocument/2006/relationships/image" Target="../media/image823.png"/><Relationship Id="rId113" Type="http://schemas.openxmlformats.org/officeDocument/2006/relationships/image" Target="../media/image845.png"/><Relationship Id="rId134" Type="http://schemas.openxmlformats.org/officeDocument/2006/relationships/customXml" Target="../ink/ink864.xml"/><Relationship Id="rId80" Type="http://schemas.openxmlformats.org/officeDocument/2006/relationships/customXml" Target="../ink/ink837.xml"/><Relationship Id="rId155" Type="http://schemas.openxmlformats.org/officeDocument/2006/relationships/image" Target="../media/image865.png"/><Relationship Id="rId176" Type="http://schemas.openxmlformats.org/officeDocument/2006/relationships/customXml" Target="../ink/ink885.xml"/><Relationship Id="rId197" Type="http://schemas.openxmlformats.org/officeDocument/2006/relationships/customXml" Target="../ink/ink896.xml"/></Relationships>
</file>

<file path=ppt/slides/_rels/slide24.xml.rels><?xml version="1.0" encoding="UTF-8" standalone="yes"?>
<Relationships xmlns="http://schemas.openxmlformats.org/package/2006/relationships"><Relationship Id="rId2" Type="http://schemas.openxmlformats.org/officeDocument/2006/relationships/image" Target="../media/image574.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574.jpe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574.jpeg"/><Relationship Id="rId2" Type="http://schemas.openxmlformats.org/officeDocument/2006/relationships/image" Target="../media/image5770.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908.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908.png"/><Relationship Id="rId2" Type="http://schemas.openxmlformats.org/officeDocument/2006/relationships/image" Target="../media/image579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E103C-8084-48CF-AB2A-9C343C5A3108}"/>
              </a:ext>
            </a:extLst>
          </p:cNvPr>
          <p:cNvSpPr>
            <a:spLocks noGrp="1"/>
          </p:cNvSpPr>
          <p:nvPr>
            <p:ph type="ctrTitle"/>
          </p:nvPr>
        </p:nvSpPr>
        <p:spPr>
          <a:xfrm>
            <a:off x="1915385" y="2379887"/>
            <a:ext cx="8361229" cy="2098226"/>
          </a:xfrm>
        </p:spPr>
        <p:txBody>
          <a:bodyPr anchor="ctr"/>
          <a:lstStyle/>
          <a:p>
            <a:r>
              <a:rPr lang="en-AU" dirty="0"/>
              <a:t>Volume</a:t>
            </a:r>
          </a:p>
        </p:txBody>
      </p:sp>
    </p:spTree>
    <p:extLst>
      <p:ext uri="{BB962C8B-B14F-4D97-AF65-F5344CB8AC3E}">
        <p14:creationId xmlns:p14="http://schemas.microsoft.com/office/powerpoint/2010/main" val="2129241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C62AD-708E-4DC7-B703-DF1CA26C4C2D}"/>
              </a:ext>
            </a:extLst>
          </p:cNvPr>
          <p:cNvSpPr>
            <a:spLocks noGrp="1"/>
          </p:cNvSpPr>
          <p:nvPr>
            <p:ph type="title"/>
          </p:nvPr>
        </p:nvSpPr>
        <p:spPr/>
        <p:txBody>
          <a:bodyPr/>
          <a:lstStyle/>
          <a:p>
            <a:r>
              <a:rPr lang="en-AU"/>
              <a:t>Do It Now:</a:t>
            </a:r>
            <a:endParaRPr lang="en-AU" dirty="0"/>
          </a:p>
        </p:txBody>
      </p:sp>
      <p:sp>
        <p:nvSpPr>
          <p:cNvPr id="3" name="Content Placeholder 2">
            <a:extLst>
              <a:ext uri="{FF2B5EF4-FFF2-40B4-BE49-F238E27FC236}">
                <a16:creationId xmlns:a16="http://schemas.microsoft.com/office/drawing/2014/main" id="{75E188C1-D2EC-45EB-8540-D9341D679D94}"/>
              </a:ext>
            </a:extLst>
          </p:cNvPr>
          <p:cNvSpPr>
            <a:spLocks noGrp="1"/>
          </p:cNvSpPr>
          <p:nvPr>
            <p:ph idx="1"/>
          </p:nvPr>
        </p:nvSpPr>
        <p:spPr>
          <a:xfrm>
            <a:off x="1371600" y="1577515"/>
            <a:ext cx="9601200" cy="4969868"/>
          </a:xfrm>
        </p:spPr>
        <p:txBody>
          <a:bodyPr/>
          <a:lstStyle/>
          <a:p>
            <a:r>
              <a:rPr lang="en-AU" dirty="0"/>
              <a:t>The Merger Sponge is created by removing the middle faces from the front, side and top of a cube. Each remaining cube then has the same operation performed on it.</a:t>
            </a:r>
          </a:p>
          <a:p>
            <a:endParaRPr lang="en-AU" dirty="0"/>
          </a:p>
          <a:p>
            <a:endParaRPr lang="en-AU" dirty="0"/>
          </a:p>
          <a:p>
            <a:endParaRPr lang="en-AU" dirty="0"/>
          </a:p>
          <a:p>
            <a:endParaRPr lang="en-AU" dirty="0"/>
          </a:p>
          <a:p>
            <a:endParaRPr lang="en-AU" dirty="0"/>
          </a:p>
          <a:p>
            <a:endParaRPr lang="en-AU" dirty="0"/>
          </a:p>
          <a:p>
            <a:r>
              <a:rPr lang="en-AU" dirty="0"/>
              <a:t>Research the Merger Sponge for ~5 to 10 minutes and write a short summation about what happens to the surface area and the volume with repeated iterations. What is the volume after 2 iterations? What is the surface area after 2 iterations?</a:t>
            </a:r>
          </a:p>
        </p:txBody>
      </p:sp>
      <p:pic>
        <p:nvPicPr>
          <p:cNvPr id="1026" name="Picture 2">
            <a:extLst>
              <a:ext uri="{FF2B5EF4-FFF2-40B4-BE49-F238E27FC236}">
                <a16:creationId xmlns:a16="http://schemas.microsoft.com/office/drawing/2014/main" id="{A7CF2D07-FB43-44A5-AB13-C43AF2B6D1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343150"/>
            <a:ext cx="7620000"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6531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76BB0-4FCA-4C54-AF33-721EC9ABAB01}"/>
              </a:ext>
            </a:extLst>
          </p:cNvPr>
          <p:cNvSpPr>
            <a:spLocks noGrp="1"/>
          </p:cNvSpPr>
          <p:nvPr>
            <p:ph type="title"/>
          </p:nvPr>
        </p:nvSpPr>
        <p:spPr/>
        <p:txBody>
          <a:bodyPr/>
          <a:lstStyle/>
          <a:p>
            <a:r>
              <a:rPr lang="en-AU" dirty="0"/>
              <a:t>Volume</a:t>
            </a:r>
          </a:p>
        </p:txBody>
      </p:sp>
      <p:sp>
        <p:nvSpPr>
          <p:cNvPr id="3" name="Text Placeholder 2">
            <a:extLst>
              <a:ext uri="{FF2B5EF4-FFF2-40B4-BE49-F238E27FC236}">
                <a16:creationId xmlns:a16="http://schemas.microsoft.com/office/drawing/2014/main" id="{285FE524-8D7A-49FE-840B-761B0AB5E72A}"/>
              </a:ext>
            </a:extLst>
          </p:cNvPr>
          <p:cNvSpPr>
            <a:spLocks noGrp="1"/>
          </p:cNvSpPr>
          <p:nvPr>
            <p:ph type="body" idx="1"/>
          </p:nvPr>
        </p:nvSpPr>
        <p:spPr>
          <a:xfrm>
            <a:off x="1371600" y="1343807"/>
            <a:ext cx="4443984" cy="608317"/>
          </a:xfrm>
        </p:spPr>
        <p:txBody>
          <a:bodyPr/>
          <a:lstStyle/>
          <a:p>
            <a:r>
              <a:rPr lang="en-AU" dirty="0"/>
              <a:t>Learning Intentions</a:t>
            </a:r>
          </a:p>
        </p:txBody>
      </p:sp>
      <p:sp>
        <p:nvSpPr>
          <p:cNvPr id="4" name="Content Placeholder 3">
            <a:extLst>
              <a:ext uri="{FF2B5EF4-FFF2-40B4-BE49-F238E27FC236}">
                <a16:creationId xmlns:a16="http://schemas.microsoft.com/office/drawing/2014/main" id="{8FE1316E-AED3-47D1-A742-B4E6FB6C5FA4}"/>
              </a:ext>
            </a:extLst>
          </p:cNvPr>
          <p:cNvSpPr>
            <a:spLocks noGrp="1"/>
          </p:cNvSpPr>
          <p:nvPr>
            <p:ph sz="half" idx="2"/>
          </p:nvPr>
        </p:nvSpPr>
        <p:spPr>
          <a:xfrm>
            <a:off x="1027611" y="2190509"/>
            <a:ext cx="5068389" cy="4471547"/>
          </a:xfrm>
        </p:spPr>
        <p:txBody>
          <a:bodyPr>
            <a:normAutofit/>
          </a:bodyPr>
          <a:lstStyle/>
          <a:p>
            <a:r>
              <a:rPr lang="en-AU" dirty="0"/>
              <a:t>By the end of this lesson, students will be able to:</a:t>
            </a:r>
          </a:p>
          <a:p>
            <a:pPr lvl="1"/>
            <a:r>
              <a:rPr lang="en-AU" dirty="0"/>
              <a:t>Determine the volume for a range of 3-dimensional solids such as cubes, rectangular prisms, triangular prisms, cylinders, spheres, cones, pyramids and other composite solids.</a:t>
            </a:r>
          </a:p>
          <a:p>
            <a:pPr lvl="1"/>
            <a:r>
              <a:rPr lang="en-AU" dirty="0"/>
              <a:t>Convert 3-dimensional units appropriately.</a:t>
            </a:r>
          </a:p>
          <a:p>
            <a:pPr lvl="1"/>
            <a:r>
              <a:rPr lang="en-AU" dirty="0"/>
              <a:t>Apply formulas when formula’s are known and breakdown solids into their component parts when required.</a:t>
            </a:r>
          </a:p>
        </p:txBody>
      </p:sp>
      <p:sp>
        <p:nvSpPr>
          <p:cNvPr id="5" name="Text Placeholder 4">
            <a:extLst>
              <a:ext uri="{FF2B5EF4-FFF2-40B4-BE49-F238E27FC236}">
                <a16:creationId xmlns:a16="http://schemas.microsoft.com/office/drawing/2014/main" id="{0B94B754-4CD5-4DEA-9A0A-89C8AFB9B187}"/>
              </a:ext>
            </a:extLst>
          </p:cNvPr>
          <p:cNvSpPr>
            <a:spLocks noGrp="1"/>
          </p:cNvSpPr>
          <p:nvPr>
            <p:ph type="body" sz="quarter" idx="3"/>
          </p:nvPr>
        </p:nvSpPr>
        <p:spPr>
          <a:xfrm>
            <a:off x="6594682" y="1159765"/>
            <a:ext cx="4443984" cy="823912"/>
          </a:xfrm>
        </p:spPr>
        <p:txBody>
          <a:bodyPr/>
          <a:lstStyle/>
          <a:p>
            <a:r>
              <a:rPr lang="en-AU" dirty="0"/>
              <a:t>Success Criteria</a:t>
            </a:r>
          </a:p>
        </p:txBody>
      </p:sp>
      <p:sp>
        <p:nvSpPr>
          <p:cNvPr id="6" name="Content Placeholder 5">
            <a:extLst>
              <a:ext uri="{FF2B5EF4-FFF2-40B4-BE49-F238E27FC236}">
                <a16:creationId xmlns:a16="http://schemas.microsoft.com/office/drawing/2014/main" id="{6CB79241-AB12-4FE2-84FF-24C35264DEC8}"/>
              </a:ext>
            </a:extLst>
          </p:cNvPr>
          <p:cNvSpPr>
            <a:spLocks noGrp="1"/>
          </p:cNvSpPr>
          <p:nvPr>
            <p:ph sz="quarter" idx="4"/>
          </p:nvPr>
        </p:nvSpPr>
        <p:spPr>
          <a:xfrm>
            <a:off x="6594682" y="2124108"/>
            <a:ext cx="4443984" cy="4537948"/>
          </a:xfrm>
        </p:spPr>
        <p:txBody>
          <a:bodyPr>
            <a:normAutofit/>
          </a:bodyPr>
          <a:lstStyle/>
          <a:p>
            <a:r>
              <a:rPr lang="en-AU" dirty="0"/>
              <a:t>I will know that I have been successful if I can:</a:t>
            </a:r>
          </a:p>
          <a:p>
            <a:pPr lvl="1"/>
            <a:r>
              <a:rPr lang="en-AU" dirty="0"/>
              <a:t>Use cubic units at all times</a:t>
            </a:r>
          </a:p>
          <a:p>
            <a:pPr lvl="1"/>
            <a:r>
              <a:rPr lang="en-AU" dirty="0"/>
              <a:t>Define volume in their own words</a:t>
            </a:r>
          </a:p>
          <a:p>
            <a:pPr lvl="1"/>
            <a:r>
              <a:rPr lang="en-AU" dirty="0"/>
              <a:t>Use formula to determine volume</a:t>
            </a:r>
          </a:p>
          <a:p>
            <a:pPr lvl="1"/>
            <a:r>
              <a:rPr lang="en-AU" dirty="0"/>
              <a:t>Break solids into component parts.</a:t>
            </a:r>
          </a:p>
          <a:p>
            <a:pPr lvl="1"/>
            <a:r>
              <a:rPr lang="en-AU" dirty="0"/>
              <a:t>State what a prism is and how a prism’s volume is determined.</a:t>
            </a:r>
          </a:p>
          <a:p>
            <a:pPr lvl="1"/>
            <a:endParaRPr lang="en-AU" dirty="0"/>
          </a:p>
        </p:txBody>
      </p:sp>
    </p:spTree>
    <p:extLst>
      <p:ext uri="{BB962C8B-B14F-4D97-AF65-F5344CB8AC3E}">
        <p14:creationId xmlns:p14="http://schemas.microsoft.com/office/powerpoint/2010/main" val="195043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8E425-B4B6-4CFE-BB15-9EF166E23E18}"/>
              </a:ext>
            </a:extLst>
          </p:cNvPr>
          <p:cNvSpPr>
            <a:spLocks noGrp="1"/>
          </p:cNvSpPr>
          <p:nvPr>
            <p:ph type="title"/>
          </p:nvPr>
        </p:nvSpPr>
        <p:spPr/>
        <p:txBody>
          <a:bodyPr/>
          <a:lstStyle/>
          <a:p>
            <a:r>
              <a:rPr lang="en-AU" dirty="0"/>
              <a:t>How is volume measured?</a:t>
            </a:r>
          </a:p>
        </p:txBody>
      </p:sp>
      <p:sp>
        <p:nvSpPr>
          <p:cNvPr id="3" name="Text Placeholder 2">
            <a:extLst>
              <a:ext uri="{FF2B5EF4-FFF2-40B4-BE49-F238E27FC236}">
                <a16:creationId xmlns:a16="http://schemas.microsoft.com/office/drawing/2014/main" id="{ED151FD5-1155-4B92-9292-9EA36E28F5C0}"/>
              </a:ext>
            </a:extLst>
          </p:cNvPr>
          <p:cNvSpPr>
            <a:spLocks noGrp="1"/>
          </p:cNvSpPr>
          <p:nvPr>
            <p:ph type="body" idx="1"/>
          </p:nvPr>
        </p:nvSpPr>
        <p:spPr>
          <a:xfrm>
            <a:off x="1371600" y="1502585"/>
            <a:ext cx="9597398" cy="823912"/>
          </a:xfrm>
        </p:spPr>
        <p:txBody>
          <a:bodyPr anchor="t"/>
          <a:lstStyle/>
          <a:p>
            <a:r>
              <a:rPr lang="en-AU" dirty="0"/>
              <a:t>Volume is measured in cubic units. A cubic centimetre is a cube that is 1cm x 1cm x 1cm.</a:t>
            </a:r>
          </a:p>
        </p:txBody>
      </p:sp>
      <p:pic>
        <p:nvPicPr>
          <p:cNvPr id="3074" name="Picture 2" descr="Measuring Volume in Cubic Units - YouTube">
            <a:extLst>
              <a:ext uri="{FF2B5EF4-FFF2-40B4-BE49-F238E27FC236}">
                <a16:creationId xmlns:a16="http://schemas.microsoft.com/office/drawing/2014/main" id="{F2B03DD2-C65B-485E-9FB9-AA9BDF9BCF5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792"/>
          <a:stretch/>
        </p:blipFill>
        <p:spPr bwMode="auto">
          <a:xfrm>
            <a:off x="2275372" y="2436073"/>
            <a:ext cx="7789850" cy="3908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8129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8E425-B4B6-4CFE-BB15-9EF166E23E18}"/>
              </a:ext>
            </a:extLst>
          </p:cNvPr>
          <p:cNvSpPr>
            <a:spLocks noGrp="1"/>
          </p:cNvSpPr>
          <p:nvPr>
            <p:ph type="title"/>
          </p:nvPr>
        </p:nvSpPr>
        <p:spPr/>
        <p:txBody>
          <a:bodyPr/>
          <a:lstStyle/>
          <a:p>
            <a:r>
              <a:rPr lang="en-AU" dirty="0"/>
              <a:t>Converting metric measurements of volume</a:t>
            </a:r>
          </a:p>
        </p:txBody>
      </p:sp>
      <p:sp>
        <p:nvSpPr>
          <p:cNvPr id="3" name="Text Placeholder 2">
            <a:extLst>
              <a:ext uri="{FF2B5EF4-FFF2-40B4-BE49-F238E27FC236}">
                <a16:creationId xmlns:a16="http://schemas.microsoft.com/office/drawing/2014/main" id="{ED151FD5-1155-4B92-9292-9EA36E28F5C0}"/>
              </a:ext>
            </a:extLst>
          </p:cNvPr>
          <p:cNvSpPr>
            <a:spLocks noGrp="1"/>
          </p:cNvSpPr>
          <p:nvPr>
            <p:ph type="body" idx="1"/>
          </p:nvPr>
        </p:nvSpPr>
        <p:spPr>
          <a:xfrm>
            <a:off x="1371599" y="1891931"/>
            <a:ext cx="9597398" cy="823912"/>
          </a:xfrm>
        </p:spPr>
        <p:txBody>
          <a:bodyPr anchor="t"/>
          <a:lstStyle/>
          <a:p>
            <a:r>
              <a:rPr lang="en-AU" dirty="0"/>
              <a:t>The best way to convert units in any problem is to convert them before you get started.</a:t>
            </a:r>
          </a:p>
        </p:txBody>
      </p:sp>
      <p:sp>
        <p:nvSpPr>
          <p:cNvPr id="4" name="Content Placeholder 3">
            <a:extLst>
              <a:ext uri="{FF2B5EF4-FFF2-40B4-BE49-F238E27FC236}">
                <a16:creationId xmlns:a16="http://schemas.microsoft.com/office/drawing/2014/main" id="{87019D03-DC98-41C1-A1EC-904557773432}"/>
              </a:ext>
            </a:extLst>
          </p:cNvPr>
          <p:cNvSpPr>
            <a:spLocks noGrp="1"/>
          </p:cNvSpPr>
          <p:nvPr>
            <p:ph sz="half" idx="2"/>
          </p:nvPr>
        </p:nvSpPr>
        <p:spPr>
          <a:xfrm>
            <a:off x="1371599" y="2903744"/>
            <a:ext cx="9597397" cy="2963656"/>
          </a:xfrm>
        </p:spPr>
        <p:txBody>
          <a:bodyPr/>
          <a:lstStyle/>
          <a:p>
            <a:r>
              <a:rPr lang="en-AU" dirty="0"/>
              <a:t>If you cannot convert your linear units before you get started, then you can convert from mm</a:t>
            </a:r>
            <a:r>
              <a:rPr lang="en-AU" baseline="30000" dirty="0"/>
              <a:t>3</a:t>
            </a:r>
            <a:r>
              <a:rPr lang="en-AU" dirty="0"/>
              <a:t> to cm</a:t>
            </a:r>
            <a:r>
              <a:rPr lang="en-AU" baseline="30000" dirty="0"/>
              <a:t>3 </a:t>
            </a:r>
            <a:r>
              <a:rPr lang="en-AU" dirty="0"/>
              <a:t>to m</a:t>
            </a:r>
            <a:r>
              <a:rPr lang="en-AU" baseline="30000" dirty="0"/>
              <a:t>3</a:t>
            </a:r>
            <a:r>
              <a:rPr lang="en-AU" dirty="0"/>
              <a:t> or to km</a:t>
            </a:r>
            <a:r>
              <a:rPr lang="en-AU" baseline="30000" dirty="0"/>
              <a:t>3 </a:t>
            </a:r>
            <a:r>
              <a:rPr lang="en-AU" dirty="0"/>
              <a:t>using some simple conversions.</a:t>
            </a:r>
          </a:p>
        </p:txBody>
      </p:sp>
      <p:pic>
        <p:nvPicPr>
          <p:cNvPr id="4098" name="Picture 2" descr="Converting Metric Units | Passy's World of Mathematics">
            <a:extLst>
              <a:ext uri="{FF2B5EF4-FFF2-40B4-BE49-F238E27FC236}">
                <a16:creationId xmlns:a16="http://schemas.microsoft.com/office/drawing/2014/main" id="{A4D96E06-B7F1-4913-904B-462633AAEAB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762"/>
          <a:stretch/>
        </p:blipFill>
        <p:spPr bwMode="auto">
          <a:xfrm>
            <a:off x="3550922" y="3699790"/>
            <a:ext cx="5238750" cy="2898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1626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BBA57-AFCB-4A06-9271-53E909FE6312}"/>
              </a:ext>
            </a:extLst>
          </p:cNvPr>
          <p:cNvSpPr>
            <a:spLocks noGrp="1"/>
          </p:cNvSpPr>
          <p:nvPr>
            <p:ph type="title"/>
          </p:nvPr>
        </p:nvSpPr>
        <p:spPr>
          <a:xfrm>
            <a:off x="722446" y="41799"/>
            <a:ext cx="9601200" cy="1485900"/>
          </a:xfrm>
        </p:spPr>
        <p:txBody>
          <a:bodyPr/>
          <a:lstStyle/>
          <a:p>
            <a:r>
              <a:rPr lang="en-AU" dirty="0"/>
              <a:t>Converting Units Examples</a:t>
            </a:r>
          </a:p>
        </p:txBody>
      </p:sp>
      <p:sp>
        <p:nvSpPr>
          <p:cNvPr id="3" name="Text Placeholder 2">
            <a:extLst>
              <a:ext uri="{FF2B5EF4-FFF2-40B4-BE49-F238E27FC236}">
                <a16:creationId xmlns:a16="http://schemas.microsoft.com/office/drawing/2014/main" id="{473C6701-7621-49B9-9671-703271C99D8C}"/>
              </a:ext>
            </a:extLst>
          </p:cNvPr>
          <p:cNvSpPr>
            <a:spLocks noGrp="1"/>
          </p:cNvSpPr>
          <p:nvPr>
            <p:ph type="body" idx="1"/>
          </p:nvPr>
        </p:nvSpPr>
        <p:spPr>
          <a:xfrm>
            <a:off x="1141254" y="1000093"/>
            <a:ext cx="4443984" cy="823912"/>
          </a:xfrm>
        </p:spPr>
        <p:txBody>
          <a:bodyPr/>
          <a:lstStyle/>
          <a:p>
            <a:r>
              <a:rPr lang="en-AU" dirty="0"/>
              <a:t>Convert 3450mm to cm</a:t>
            </a:r>
          </a:p>
        </p:txBody>
      </p:sp>
      <p:sp>
        <p:nvSpPr>
          <p:cNvPr id="5" name="Text Placeholder 4">
            <a:extLst>
              <a:ext uri="{FF2B5EF4-FFF2-40B4-BE49-F238E27FC236}">
                <a16:creationId xmlns:a16="http://schemas.microsoft.com/office/drawing/2014/main" id="{3318B54F-7434-4F89-8BC5-EB4A9EAD97A5}"/>
              </a:ext>
            </a:extLst>
          </p:cNvPr>
          <p:cNvSpPr>
            <a:spLocks noGrp="1"/>
          </p:cNvSpPr>
          <p:nvPr>
            <p:ph type="body" sz="quarter" idx="3"/>
          </p:nvPr>
        </p:nvSpPr>
        <p:spPr>
          <a:xfrm>
            <a:off x="6525014" y="1000093"/>
            <a:ext cx="4443984" cy="823912"/>
          </a:xfrm>
        </p:spPr>
        <p:txBody>
          <a:bodyPr/>
          <a:lstStyle/>
          <a:p>
            <a:r>
              <a:rPr lang="en-AU" dirty="0"/>
              <a:t>Convert 4.05km to m</a:t>
            </a:r>
          </a:p>
        </p:txBody>
      </p:sp>
      <p:grpSp>
        <p:nvGrpSpPr>
          <p:cNvPr id="18" name="Group 17">
            <a:extLst>
              <a:ext uri="{FF2B5EF4-FFF2-40B4-BE49-F238E27FC236}">
                <a16:creationId xmlns:a16="http://schemas.microsoft.com/office/drawing/2014/main" id="{9148CB45-A86A-4571-85DC-600DD5F4295D}"/>
              </a:ext>
            </a:extLst>
          </p:cNvPr>
          <p:cNvGrpSpPr/>
          <p:nvPr/>
        </p:nvGrpSpPr>
        <p:grpSpPr>
          <a:xfrm>
            <a:off x="1039897" y="2188149"/>
            <a:ext cx="1390680" cy="687960"/>
            <a:chOff x="1039897" y="2188149"/>
            <a:chExt cx="1390680" cy="687960"/>
          </a:xfrm>
        </p:grpSpPr>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5F7A5F8C-1257-4095-901E-3B3BC8B4CAF0}"/>
                    </a:ext>
                  </a:extLst>
                </p14:cNvPr>
                <p14:cNvContentPartPr/>
                <p14:nvPr/>
              </p14:nvContentPartPr>
              <p14:xfrm>
                <a:off x="1200817" y="2386509"/>
                <a:ext cx="34560" cy="447480"/>
              </p14:xfrm>
            </p:contentPart>
          </mc:Choice>
          <mc:Fallback xmlns="">
            <p:pic>
              <p:nvPicPr>
                <p:cNvPr id="7" name="Ink 6">
                  <a:extLst>
                    <a:ext uri="{FF2B5EF4-FFF2-40B4-BE49-F238E27FC236}">
                      <a16:creationId xmlns:a16="http://schemas.microsoft.com/office/drawing/2014/main" id="{5F7A5F8C-1257-4095-901E-3B3BC8B4CAF0}"/>
                    </a:ext>
                  </a:extLst>
                </p:cNvPr>
                <p:cNvPicPr/>
                <p:nvPr/>
              </p:nvPicPr>
              <p:blipFill>
                <a:blip r:embed="rId3"/>
                <a:stretch>
                  <a:fillRect/>
                </a:stretch>
              </p:blipFill>
              <p:spPr>
                <a:xfrm>
                  <a:off x="1182817" y="2368509"/>
                  <a:ext cx="70200" cy="483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B2BBF455-18C5-48EA-8160-5EB4D39BF300}"/>
                    </a:ext>
                  </a:extLst>
                </p14:cNvPr>
                <p14:cNvContentPartPr/>
                <p14:nvPr/>
              </p14:nvContentPartPr>
              <p14:xfrm>
                <a:off x="1039897" y="2341509"/>
                <a:ext cx="330480" cy="71280"/>
              </p14:xfrm>
            </p:contentPart>
          </mc:Choice>
          <mc:Fallback xmlns="">
            <p:pic>
              <p:nvPicPr>
                <p:cNvPr id="8" name="Ink 7">
                  <a:extLst>
                    <a:ext uri="{FF2B5EF4-FFF2-40B4-BE49-F238E27FC236}">
                      <a16:creationId xmlns:a16="http://schemas.microsoft.com/office/drawing/2014/main" id="{B2BBF455-18C5-48EA-8160-5EB4D39BF300}"/>
                    </a:ext>
                  </a:extLst>
                </p:cNvPr>
                <p:cNvPicPr/>
                <p:nvPr/>
              </p:nvPicPr>
              <p:blipFill>
                <a:blip r:embed="rId5"/>
                <a:stretch>
                  <a:fillRect/>
                </a:stretch>
              </p:blipFill>
              <p:spPr>
                <a:xfrm>
                  <a:off x="1021897" y="2323869"/>
                  <a:ext cx="3661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82030A1F-30E4-483B-B276-15C943466ACB}"/>
                    </a:ext>
                  </a:extLst>
                </p14:cNvPr>
                <p14:cNvContentPartPr/>
                <p14:nvPr/>
              </p14:nvContentPartPr>
              <p14:xfrm>
                <a:off x="1543177" y="2806629"/>
                <a:ext cx="360" cy="360"/>
              </p14:xfrm>
            </p:contentPart>
          </mc:Choice>
          <mc:Fallback xmlns="">
            <p:pic>
              <p:nvPicPr>
                <p:cNvPr id="10" name="Ink 9">
                  <a:extLst>
                    <a:ext uri="{FF2B5EF4-FFF2-40B4-BE49-F238E27FC236}">
                      <a16:creationId xmlns:a16="http://schemas.microsoft.com/office/drawing/2014/main" id="{82030A1F-30E4-483B-B276-15C943466ACB}"/>
                    </a:ext>
                  </a:extLst>
                </p:cNvPr>
                <p:cNvPicPr/>
                <p:nvPr/>
              </p:nvPicPr>
              <p:blipFill>
                <a:blip r:embed="rId7"/>
                <a:stretch>
                  <a:fillRect/>
                </a:stretch>
              </p:blipFill>
              <p:spPr>
                <a:xfrm>
                  <a:off x="1525537" y="278862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88E3B9D8-4318-440C-ABDA-325D41DC4202}"/>
                    </a:ext>
                  </a:extLst>
                </p14:cNvPr>
                <p14:cNvContentPartPr/>
                <p14:nvPr/>
              </p14:nvContentPartPr>
              <p14:xfrm>
                <a:off x="1346617" y="2358789"/>
                <a:ext cx="360" cy="360"/>
              </p14:xfrm>
            </p:contentPart>
          </mc:Choice>
          <mc:Fallback xmlns="">
            <p:pic>
              <p:nvPicPr>
                <p:cNvPr id="11" name="Ink 10">
                  <a:extLst>
                    <a:ext uri="{FF2B5EF4-FFF2-40B4-BE49-F238E27FC236}">
                      <a16:creationId xmlns:a16="http://schemas.microsoft.com/office/drawing/2014/main" id="{88E3B9D8-4318-440C-ABDA-325D41DC4202}"/>
                    </a:ext>
                  </a:extLst>
                </p:cNvPr>
                <p:cNvPicPr/>
                <p:nvPr/>
              </p:nvPicPr>
              <p:blipFill>
                <a:blip r:embed="rId7"/>
                <a:stretch>
                  <a:fillRect/>
                </a:stretch>
              </p:blipFill>
              <p:spPr>
                <a:xfrm>
                  <a:off x="1328977" y="234114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2C69FDF1-2CE6-482C-A78D-9E98F216C019}"/>
                    </a:ext>
                  </a:extLst>
                </p14:cNvPr>
                <p14:cNvContentPartPr/>
                <p14:nvPr/>
              </p14:nvContentPartPr>
              <p14:xfrm>
                <a:off x="1434457" y="2545269"/>
                <a:ext cx="165600" cy="296640"/>
              </p14:xfrm>
            </p:contentPart>
          </mc:Choice>
          <mc:Fallback xmlns="">
            <p:pic>
              <p:nvPicPr>
                <p:cNvPr id="12" name="Ink 11">
                  <a:extLst>
                    <a:ext uri="{FF2B5EF4-FFF2-40B4-BE49-F238E27FC236}">
                      <a16:creationId xmlns:a16="http://schemas.microsoft.com/office/drawing/2014/main" id="{2C69FDF1-2CE6-482C-A78D-9E98F216C019}"/>
                    </a:ext>
                  </a:extLst>
                </p:cNvPr>
                <p:cNvPicPr/>
                <p:nvPr/>
              </p:nvPicPr>
              <p:blipFill>
                <a:blip r:embed="rId10"/>
                <a:stretch>
                  <a:fillRect/>
                </a:stretch>
              </p:blipFill>
              <p:spPr>
                <a:xfrm>
                  <a:off x="1416457" y="2527269"/>
                  <a:ext cx="201240" cy="332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FD991CAB-FE31-4E1A-9C2E-B6D951657588}"/>
                    </a:ext>
                  </a:extLst>
                </p14:cNvPr>
                <p14:cNvContentPartPr/>
                <p14:nvPr/>
              </p14:nvContentPartPr>
              <p14:xfrm>
                <a:off x="1357777" y="2363109"/>
                <a:ext cx="49320" cy="387000"/>
              </p14:xfrm>
            </p:contentPart>
          </mc:Choice>
          <mc:Fallback xmlns="">
            <p:pic>
              <p:nvPicPr>
                <p:cNvPr id="13" name="Ink 12">
                  <a:extLst>
                    <a:ext uri="{FF2B5EF4-FFF2-40B4-BE49-F238E27FC236}">
                      <a16:creationId xmlns:a16="http://schemas.microsoft.com/office/drawing/2014/main" id="{FD991CAB-FE31-4E1A-9C2E-B6D951657588}"/>
                    </a:ext>
                  </a:extLst>
                </p:cNvPr>
                <p:cNvPicPr/>
                <p:nvPr/>
              </p:nvPicPr>
              <p:blipFill>
                <a:blip r:embed="rId12"/>
                <a:stretch>
                  <a:fillRect/>
                </a:stretch>
              </p:blipFill>
              <p:spPr>
                <a:xfrm>
                  <a:off x="1339777" y="2345469"/>
                  <a:ext cx="84960" cy="4226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id="{AD9B5ECB-7857-460C-B6D5-D33B763E5548}"/>
                    </a:ext>
                  </a:extLst>
                </p14:cNvPr>
                <p14:cNvContentPartPr/>
                <p14:nvPr/>
              </p14:nvContentPartPr>
              <p14:xfrm>
                <a:off x="1720657" y="2530509"/>
                <a:ext cx="26640" cy="301680"/>
              </p14:xfrm>
            </p:contentPart>
          </mc:Choice>
          <mc:Fallback xmlns="">
            <p:pic>
              <p:nvPicPr>
                <p:cNvPr id="14" name="Ink 13">
                  <a:extLst>
                    <a:ext uri="{FF2B5EF4-FFF2-40B4-BE49-F238E27FC236}">
                      <a16:creationId xmlns:a16="http://schemas.microsoft.com/office/drawing/2014/main" id="{AD9B5ECB-7857-460C-B6D5-D33B763E5548}"/>
                    </a:ext>
                  </a:extLst>
                </p:cNvPr>
                <p:cNvPicPr/>
                <p:nvPr/>
              </p:nvPicPr>
              <p:blipFill>
                <a:blip r:embed="rId14"/>
                <a:stretch>
                  <a:fillRect/>
                </a:stretch>
              </p:blipFill>
              <p:spPr>
                <a:xfrm>
                  <a:off x="1702657" y="2512509"/>
                  <a:ext cx="6228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5" name="Ink 14">
                  <a:extLst>
                    <a:ext uri="{FF2B5EF4-FFF2-40B4-BE49-F238E27FC236}">
                      <a16:creationId xmlns:a16="http://schemas.microsoft.com/office/drawing/2014/main" id="{A0F23547-CA74-4287-9F0C-480391017ECF}"/>
                    </a:ext>
                  </a:extLst>
                </p14:cNvPr>
                <p14:cNvContentPartPr/>
                <p14:nvPr/>
              </p14:nvContentPartPr>
              <p14:xfrm>
                <a:off x="1823617" y="2532669"/>
                <a:ext cx="190440" cy="343440"/>
              </p14:xfrm>
            </p:contentPart>
          </mc:Choice>
          <mc:Fallback xmlns="">
            <p:pic>
              <p:nvPicPr>
                <p:cNvPr id="15" name="Ink 14">
                  <a:extLst>
                    <a:ext uri="{FF2B5EF4-FFF2-40B4-BE49-F238E27FC236}">
                      <a16:creationId xmlns:a16="http://schemas.microsoft.com/office/drawing/2014/main" id="{A0F23547-CA74-4287-9F0C-480391017ECF}"/>
                    </a:ext>
                  </a:extLst>
                </p:cNvPr>
                <p:cNvPicPr/>
                <p:nvPr/>
              </p:nvPicPr>
              <p:blipFill>
                <a:blip r:embed="rId16"/>
                <a:stretch>
                  <a:fillRect/>
                </a:stretch>
              </p:blipFill>
              <p:spPr>
                <a:xfrm>
                  <a:off x="1805617" y="2514669"/>
                  <a:ext cx="226080" cy="3790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B8C58DEF-4C92-46F3-801E-0BF4AE08D440}"/>
                    </a:ext>
                  </a:extLst>
                </p14:cNvPr>
                <p14:cNvContentPartPr/>
                <p14:nvPr/>
              </p14:nvContentPartPr>
              <p14:xfrm>
                <a:off x="2075257" y="2188149"/>
                <a:ext cx="355320" cy="682560"/>
              </p14:xfrm>
            </p:contentPart>
          </mc:Choice>
          <mc:Fallback xmlns="">
            <p:pic>
              <p:nvPicPr>
                <p:cNvPr id="16" name="Ink 15">
                  <a:extLst>
                    <a:ext uri="{FF2B5EF4-FFF2-40B4-BE49-F238E27FC236}">
                      <a16:creationId xmlns:a16="http://schemas.microsoft.com/office/drawing/2014/main" id="{B8C58DEF-4C92-46F3-801E-0BF4AE08D440}"/>
                    </a:ext>
                  </a:extLst>
                </p:cNvPr>
                <p:cNvPicPr/>
                <p:nvPr/>
              </p:nvPicPr>
              <p:blipFill>
                <a:blip r:embed="rId18"/>
                <a:stretch>
                  <a:fillRect/>
                </a:stretch>
              </p:blipFill>
              <p:spPr>
                <a:xfrm>
                  <a:off x="2057257" y="2170509"/>
                  <a:ext cx="390960" cy="718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7" name="Ink 16">
                  <a:extLst>
                    <a:ext uri="{FF2B5EF4-FFF2-40B4-BE49-F238E27FC236}">
                      <a16:creationId xmlns:a16="http://schemas.microsoft.com/office/drawing/2014/main" id="{EA713A0E-7B0E-4163-8AA3-F5D2516B00FC}"/>
                    </a:ext>
                  </a:extLst>
                </p14:cNvPr>
                <p14:cNvContentPartPr/>
                <p14:nvPr/>
              </p14:nvContentPartPr>
              <p14:xfrm>
                <a:off x="1761697" y="2352669"/>
                <a:ext cx="360" cy="360"/>
              </p14:xfrm>
            </p:contentPart>
          </mc:Choice>
          <mc:Fallback xmlns="">
            <p:pic>
              <p:nvPicPr>
                <p:cNvPr id="17" name="Ink 16">
                  <a:extLst>
                    <a:ext uri="{FF2B5EF4-FFF2-40B4-BE49-F238E27FC236}">
                      <a16:creationId xmlns:a16="http://schemas.microsoft.com/office/drawing/2014/main" id="{EA713A0E-7B0E-4163-8AA3-F5D2516B00FC}"/>
                    </a:ext>
                  </a:extLst>
                </p:cNvPr>
                <p:cNvPicPr/>
                <p:nvPr/>
              </p:nvPicPr>
              <p:blipFill>
                <a:blip r:embed="rId7"/>
                <a:stretch>
                  <a:fillRect/>
                </a:stretch>
              </p:blipFill>
              <p:spPr>
                <a:xfrm>
                  <a:off x="1744057" y="2335029"/>
                  <a:ext cx="36000" cy="36000"/>
                </a:xfrm>
                <a:prstGeom prst="rect">
                  <a:avLst/>
                </a:prstGeom>
              </p:spPr>
            </p:pic>
          </mc:Fallback>
        </mc:AlternateContent>
      </p:grpSp>
      <p:grpSp>
        <p:nvGrpSpPr>
          <p:cNvPr id="61" name="Group 60">
            <a:extLst>
              <a:ext uri="{FF2B5EF4-FFF2-40B4-BE49-F238E27FC236}">
                <a16:creationId xmlns:a16="http://schemas.microsoft.com/office/drawing/2014/main" id="{3F1350AC-FDB7-48AF-9627-783877E1A808}"/>
              </a:ext>
            </a:extLst>
          </p:cNvPr>
          <p:cNvGrpSpPr/>
          <p:nvPr/>
        </p:nvGrpSpPr>
        <p:grpSpPr>
          <a:xfrm>
            <a:off x="1611217" y="3188949"/>
            <a:ext cx="636840" cy="526680"/>
            <a:chOff x="1611217" y="3188949"/>
            <a:chExt cx="636840" cy="526680"/>
          </a:xfrm>
        </p:grpSpPr>
        <mc:AlternateContent xmlns:mc="http://schemas.openxmlformats.org/markup-compatibility/2006" xmlns:p14="http://schemas.microsoft.com/office/powerpoint/2010/main">
          <mc:Choice Requires="p14">
            <p:contentPart p14:bwMode="auto" r:id="rId20">
              <p14:nvContentPartPr>
                <p14:cNvPr id="53" name="Ink 52">
                  <a:extLst>
                    <a:ext uri="{FF2B5EF4-FFF2-40B4-BE49-F238E27FC236}">
                      <a16:creationId xmlns:a16="http://schemas.microsoft.com/office/drawing/2014/main" id="{D6734D12-0525-42CD-A4A6-35A8EB543C1D}"/>
                    </a:ext>
                  </a:extLst>
                </p14:cNvPr>
                <p14:cNvContentPartPr/>
                <p14:nvPr/>
              </p14:nvContentPartPr>
              <p14:xfrm>
                <a:off x="1611217" y="3188949"/>
                <a:ext cx="256320" cy="526680"/>
              </p14:xfrm>
            </p:contentPart>
          </mc:Choice>
          <mc:Fallback xmlns="">
            <p:pic>
              <p:nvPicPr>
                <p:cNvPr id="53" name="Ink 52">
                  <a:extLst>
                    <a:ext uri="{FF2B5EF4-FFF2-40B4-BE49-F238E27FC236}">
                      <a16:creationId xmlns:a16="http://schemas.microsoft.com/office/drawing/2014/main" id="{D6734D12-0525-42CD-A4A6-35A8EB543C1D}"/>
                    </a:ext>
                  </a:extLst>
                </p:cNvPr>
                <p:cNvPicPr/>
                <p:nvPr/>
              </p:nvPicPr>
              <p:blipFill>
                <a:blip r:embed="rId21"/>
                <a:stretch>
                  <a:fillRect/>
                </a:stretch>
              </p:blipFill>
              <p:spPr>
                <a:xfrm>
                  <a:off x="1593577" y="3171309"/>
                  <a:ext cx="291960" cy="5623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4" name="Ink 53">
                  <a:extLst>
                    <a:ext uri="{FF2B5EF4-FFF2-40B4-BE49-F238E27FC236}">
                      <a16:creationId xmlns:a16="http://schemas.microsoft.com/office/drawing/2014/main" id="{6668C281-C0D5-4D3A-8AB8-FB0D2F79DBFA}"/>
                    </a:ext>
                  </a:extLst>
                </p14:cNvPr>
                <p14:cNvContentPartPr/>
                <p14:nvPr/>
              </p14:nvContentPartPr>
              <p14:xfrm>
                <a:off x="1941337" y="3268509"/>
                <a:ext cx="156960" cy="122040"/>
              </p14:xfrm>
            </p:contentPart>
          </mc:Choice>
          <mc:Fallback xmlns="">
            <p:pic>
              <p:nvPicPr>
                <p:cNvPr id="54" name="Ink 53">
                  <a:extLst>
                    <a:ext uri="{FF2B5EF4-FFF2-40B4-BE49-F238E27FC236}">
                      <a16:creationId xmlns:a16="http://schemas.microsoft.com/office/drawing/2014/main" id="{6668C281-C0D5-4D3A-8AB8-FB0D2F79DBFA}"/>
                    </a:ext>
                  </a:extLst>
                </p:cNvPr>
                <p:cNvPicPr/>
                <p:nvPr/>
              </p:nvPicPr>
              <p:blipFill>
                <a:blip r:embed="rId23"/>
                <a:stretch>
                  <a:fillRect/>
                </a:stretch>
              </p:blipFill>
              <p:spPr>
                <a:xfrm>
                  <a:off x="1923697" y="3250509"/>
                  <a:ext cx="19260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6" name="Ink 55">
                  <a:extLst>
                    <a:ext uri="{FF2B5EF4-FFF2-40B4-BE49-F238E27FC236}">
                      <a16:creationId xmlns:a16="http://schemas.microsoft.com/office/drawing/2014/main" id="{B03C0A09-5B7D-47C2-8F30-0CF9B5F9300F}"/>
                    </a:ext>
                  </a:extLst>
                </p14:cNvPr>
                <p14:cNvContentPartPr/>
                <p14:nvPr/>
              </p14:nvContentPartPr>
              <p14:xfrm>
                <a:off x="1975537" y="3251589"/>
                <a:ext cx="272520" cy="415800"/>
              </p14:xfrm>
            </p:contentPart>
          </mc:Choice>
          <mc:Fallback xmlns="">
            <p:pic>
              <p:nvPicPr>
                <p:cNvPr id="56" name="Ink 55">
                  <a:extLst>
                    <a:ext uri="{FF2B5EF4-FFF2-40B4-BE49-F238E27FC236}">
                      <a16:creationId xmlns:a16="http://schemas.microsoft.com/office/drawing/2014/main" id="{B03C0A09-5B7D-47C2-8F30-0CF9B5F9300F}"/>
                    </a:ext>
                  </a:extLst>
                </p:cNvPr>
                <p:cNvPicPr/>
                <p:nvPr/>
              </p:nvPicPr>
              <p:blipFill>
                <a:blip r:embed="rId25"/>
                <a:stretch>
                  <a:fillRect/>
                </a:stretch>
              </p:blipFill>
              <p:spPr>
                <a:xfrm>
                  <a:off x="1957897" y="3233949"/>
                  <a:ext cx="308160" cy="451440"/>
                </a:xfrm>
                <a:prstGeom prst="rect">
                  <a:avLst/>
                </a:prstGeom>
              </p:spPr>
            </p:pic>
          </mc:Fallback>
        </mc:AlternateContent>
      </p:grpSp>
      <p:grpSp>
        <p:nvGrpSpPr>
          <p:cNvPr id="71" name="Group 70">
            <a:extLst>
              <a:ext uri="{FF2B5EF4-FFF2-40B4-BE49-F238E27FC236}">
                <a16:creationId xmlns:a16="http://schemas.microsoft.com/office/drawing/2014/main" id="{9A18EBAA-1BB7-46E7-8B76-C57CAB5FB583}"/>
              </a:ext>
            </a:extLst>
          </p:cNvPr>
          <p:cNvGrpSpPr/>
          <p:nvPr/>
        </p:nvGrpSpPr>
        <p:grpSpPr>
          <a:xfrm>
            <a:off x="2537857" y="2115429"/>
            <a:ext cx="3520440" cy="1735920"/>
            <a:chOff x="2537857" y="2115429"/>
            <a:chExt cx="3520440" cy="1735920"/>
          </a:xfrm>
        </p:grpSpPr>
        <mc:AlternateContent xmlns:mc="http://schemas.openxmlformats.org/markup-compatibility/2006" xmlns:p14="http://schemas.microsoft.com/office/powerpoint/2010/main">
          <mc:Choice Requires="p14">
            <p:contentPart p14:bwMode="auto" r:id="rId26">
              <p14:nvContentPartPr>
                <p14:cNvPr id="19" name="Ink 18">
                  <a:extLst>
                    <a:ext uri="{FF2B5EF4-FFF2-40B4-BE49-F238E27FC236}">
                      <a16:creationId xmlns:a16="http://schemas.microsoft.com/office/drawing/2014/main" id="{7AFC4A87-AA6C-48BD-AC12-2AECE875BD2B}"/>
                    </a:ext>
                  </a:extLst>
                </p14:cNvPr>
                <p14:cNvContentPartPr/>
                <p14:nvPr/>
              </p14:nvContentPartPr>
              <p14:xfrm>
                <a:off x="2572777" y="2643189"/>
                <a:ext cx="3960" cy="12600"/>
              </p14:xfrm>
            </p:contentPart>
          </mc:Choice>
          <mc:Fallback xmlns="">
            <p:pic>
              <p:nvPicPr>
                <p:cNvPr id="19" name="Ink 18">
                  <a:extLst>
                    <a:ext uri="{FF2B5EF4-FFF2-40B4-BE49-F238E27FC236}">
                      <a16:creationId xmlns:a16="http://schemas.microsoft.com/office/drawing/2014/main" id="{7AFC4A87-AA6C-48BD-AC12-2AECE875BD2B}"/>
                    </a:ext>
                  </a:extLst>
                </p:cNvPr>
                <p:cNvPicPr/>
                <p:nvPr/>
              </p:nvPicPr>
              <p:blipFill>
                <a:blip r:embed="rId27"/>
                <a:stretch>
                  <a:fillRect/>
                </a:stretch>
              </p:blipFill>
              <p:spPr>
                <a:xfrm>
                  <a:off x="2555137" y="2625189"/>
                  <a:ext cx="3960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0" name="Ink 19">
                  <a:extLst>
                    <a:ext uri="{FF2B5EF4-FFF2-40B4-BE49-F238E27FC236}">
                      <a16:creationId xmlns:a16="http://schemas.microsoft.com/office/drawing/2014/main" id="{7C1F69D7-9AB2-4981-870E-E3F4904ED9AC}"/>
                    </a:ext>
                  </a:extLst>
                </p14:cNvPr>
                <p14:cNvContentPartPr/>
                <p14:nvPr/>
              </p14:nvContentPartPr>
              <p14:xfrm>
                <a:off x="2588977" y="2605029"/>
                <a:ext cx="9720" cy="80280"/>
              </p14:xfrm>
            </p:contentPart>
          </mc:Choice>
          <mc:Fallback xmlns="">
            <p:pic>
              <p:nvPicPr>
                <p:cNvPr id="20" name="Ink 19">
                  <a:extLst>
                    <a:ext uri="{FF2B5EF4-FFF2-40B4-BE49-F238E27FC236}">
                      <a16:creationId xmlns:a16="http://schemas.microsoft.com/office/drawing/2014/main" id="{7C1F69D7-9AB2-4981-870E-E3F4904ED9AC}"/>
                    </a:ext>
                  </a:extLst>
                </p:cNvPr>
                <p:cNvPicPr/>
                <p:nvPr/>
              </p:nvPicPr>
              <p:blipFill>
                <a:blip r:embed="rId29"/>
                <a:stretch>
                  <a:fillRect/>
                </a:stretch>
              </p:blipFill>
              <p:spPr>
                <a:xfrm>
                  <a:off x="2571337" y="2587389"/>
                  <a:ext cx="4536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3A80BBBB-5B72-4109-86BC-D7684CB4BEB8}"/>
                    </a:ext>
                  </a:extLst>
                </p14:cNvPr>
                <p14:cNvContentPartPr/>
                <p14:nvPr/>
              </p14:nvContentPartPr>
              <p14:xfrm>
                <a:off x="2537857" y="2436189"/>
                <a:ext cx="27720" cy="6120"/>
              </p14:xfrm>
            </p:contentPart>
          </mc:Choice>
          <mc:Fallback xmlns="">
            <p:pic>
              <p:nvPicPr>
                <p:cNvPr id="21" name="Ink 20">
                  <a:extLst>
                    <a:ext uri="{FF2B5EF4-FFF2-40B4-BE49-F238E27FC236}">
                      <a16:creationId xmlns:a16="http://schemas.microsoft.com/office/drawing/2014/main" id="{3A80BBBB-5B72-4109-86BC-D7684CB4BEB8}"/>
                    </a:ext>
                  </a:extLst>
                </p:cNvPr>
                <p:cNvPicPr/>
                <p:nvPr/>
              </p:nvPicPr>
              <p:blipFill>
                <a:blip r:embed="rId31"/>
                <a:stretch>
                  <a:fillRect/>
                </a:stretch>
              </p:blipFill>
              <p:spPr>
                <a:xfrm>
                  <a:off x="2520217" y="2418189"/>
                  <a:ext cx="6336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0" name="Ink 29">
                  <a:extLst>
                    <a:ext uri="{FF2B5EF4-FFF2-40B4-BE49-F238E27FC236}">
                      <a16:creationId xmlns:a16="http://schemas.microsoft.com/office/drawing/2014/main" id="{949D4132-4766-494B-A6B6-31C36D26F925}"/>
                    </a:ext>
                  </a:extLst>
                </p14:cNvPr>
                <p14:cNvContentPartPr/>
                <p14:nvPr/>
              </p14:nvContentPartPr>
              <p14:xfrm>
                <a:off x="4244977" y="2542749"/>
                <a:ext cx="360" cy="360"/>
              </p14:xfrm>
            </p:contentPart>
          </mc:Choice>
          <mc:Fallback xmlns="">
            <p:pic>
              <p:nvPicPr>
                <p:cNvPr id="30" name="Ink 29">
                  <a:extLst>
                    <a:ext uri="{FF2B5EF4-FFF2-40B4-BE49-F238E27FC236}">
                      <a16:creationId xmlns:a16="http://schemas.microsoft.com/office/drawing/2014/main" id="{949D4132-4766-494B-A6B6-31C36D26F925}"/>
                    </a:ext>
                  </a:extLst>
                </p:cNvPr>
                <p:cNvPicPr/>
                <p:nvPr/>
              </p:nvPicPr>
              <p:blipFill>
                <a:blip r:embed="rId7"/>
                <a:stretch>
                  <a:fillRect/>
                </a:stretch>
              </p:blipFill>
              <p:spPr>
                <a:xfrm>
                  <a:off x="4226977" y="252474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1" name="Ink 30">
                  <a:extLst>
                    <a:ext uri="{FF2B5EF4-FFF2-40B4-BE49-F238E27FC236}">
                      <a16:creationId xmlns:a16="http://schemas.microsoft.com/office/drawing/2014/main" id="{366BB091-AD19-4EB1-81F9-D68E581D4DCC}"/>
                    </a:ext>
                  </a:extLst>
                </p14:cNvPr>
                <p14:cNvContentPartPr/>
                <p14:nvPr/>
              </p14:nvContentPartPr>
              <p14:xfrm>
                <a:off x="3994417" y="2353389"/>
                <a:ext cx="231480" cy="453960"/>
              </p14:xfrm>
            </p:contentPart>
          </mc:Choice>
          <mc:Fallback xmlns="">
            <p:pic>
              <p:nvPicPr>
                <p:cNvPr id="31" name="Ink 30">
                  <a:extLst>
                    <a:ext uri="{FF2B5EF4-FFF2-40B4-BE49-F238E27FC236}">
                      <a16:creationId xmlns:a16="http://schemas.microsoft.com/office/drawing/2014/main" id="{366BB091-AD19-4EB1-81F9-D68E581D4DCC}"/>
                    </a:ext>
                  </a:extLst>
                </p:cNvPr>
                <p:cNvPicPr/>
                <p:nvPr/>
              </p:nvPicPr>
              <p:blipFill>
                <a:blip r:embed="rId34"/>
                <a:stretch>
                  <a:fillRect/>
                </a:stretch>
              </p:blipFill>
              <p:spPr>
                <a:xfrm>
                  <a:off x="3976417" y="2335389"/>
                  <a:ext cx="267120" cy="489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2" name="Ink 31">
                  <a:extLst>
                    <a:ext uri="{FF2B5EF4-FFF2-40B4-BE49-F238E27FC236}">
                      <a16:creationId xmlns:a16="http://schemas.microsoft.com/office/drawing/2014/main" id="{3E84328B-B8C6-4E39-8ACF-A2487D33A43A}"/>
                    </a:ext>
                  </a:extLst>
                </p14:cNvPr>
                <p14:cNvContentPartPr/>
                <p14:nvPr/>
              </p14:nvContentPartPr>
              <p14:xfrm>
                <a:off x="4237057" y="2355189"/>
                <a:ext cx="227520" cy="388800"/>
              </p14:xfrm>
            </p:contentPart>
          </mc:Choice>
          <mc:Fallback xmlns="">
            <p:pic>
              <p:nvPicPr>
                <p:cNvPr id="32" name="Ink 31">
                  <a:extLst>
                    <a:ext uri="{FF2B5EF4-FFF2-40B4-BE49-F238E27FC236}">
                      <a16:creationId xmlns:a16="http://schemas.microsoft.com/office/drawing/2014/main" id="{3E84328B-B8C6-4E39-8ACF-A2487D33A43A}"/>
                    </a:ext>
                  </a:extLst>
                </p:cNvPr>
                <p:cNvPicPr/>
                <p:nvPr/>
              </p:nvPicPr>
              <p:blipFill>
                <a:blip r:embed="rId36"/>
                <a:stretch>
                  <a:fillRect/>
                </a:stretch>
              </p:blipFill>
              <p:spPr>
                <a:xfrm>
                  <a:off x="4219057" y="2337189"/>
                  <a:ext cx="263160" cy="4244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3" name="Ink 32">
                  <a:extLst>
                    <a:ext uri="{FF2B5EF4-FFF2-40B4-BE49-F238E27FC236}">
                      <a16:creationId xmlns:a16="http://schemas.microsoft.com/office/drawing/2014/main" id="{4F43AB0E-87B1-45BE-A799-36EB35DF18D2}"/>
                    </a:ext>
                  </a:extLst>
                </p14:cNvPr>
                <p14:cNvContentPartPr/>
                <p14:nvPr/>
              </p14:nvContentPartPr>
              <p14:xfrm>
                <a:off x="4442977" y="2331429"/>
                <a:ext cx="169920" cy="472680"/>
              </p14:xfrm>
            </p:contentPart>
          </mc:Choice>
          <mc:Fallback xmlns="">
            <p:pic>
              <p:nvPicPr>
                <p:cNvPr id="33" name="Ink 32">
                  <a:extLst>
                    <a:ext uri="{FF2B5EF4-FFF2-40B4-BE49-F238E27FC236}">
                      <a16:creationId xmlns:a16="http://schemas.microsoft.com/office/drawing/2014/main" id="{4F43AB0E-87B1-45BE-A799-36EB35DF18D2}"/>
                    </a:ext>
                  </a:extLst>
                </p:cNvPr>
                <p:cNvPicPr/>
                <p:nvPr/>
              </p:nvPicPr>
              <p:blipFill>
                <a:blip r:embed="rId38"/>
                <a:stretch>
                  <a:fillRect/>
                </a:stretch>
              </p:blipFill>
              <p:spPr>
                <a:xfrm>
                  <a:off x="4425337" y="2313429"/>
                  <a:ext cx="205560" cy="5083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0" name="Ink 39">
                  <a:extLst>
                    <a:ext uri="{FF2B5EF4-FFF2-40B4-BE49-F238E27FC236}">
                      <a16:creationId xmlns:a16="http://schemas.microsoft.com/office/drawing/2014/main" id="{9D7D6172-4453-4DC5-B4F1-A02F6FDBB673}"/>
                    </a:ext>
                  </a:extLst>
                </p14:cNvPr>
                <p14:cNvContentPartPr/>
                <p14:nvPr/>
              </p14:nvContentPartPr>
              <p14:xfrm>
                <a:off x="2924857" y="2358429"/>
                <a:ext cx="164160" cy="479520"/>
              </p14:xfrm>
            </p:contentPart>
          </mc:Choice>
          <mc:Fallback xmlns="">
            <p:pic>
              <p:nvPicPr>
                <p:cNvPr id="40" name="Ink 39">
                  <a:extLst>
                    <a:ext uri="{FF2B5EF4-FFF2-40B4-BE49-F238E27FC236}">
                      <a16:creationId xmlns:a16="http://schemas.microsoft.com/office/drawing/2014/main" id="{9D7D6172-4453-4DC5-B4F1-A02F6FDBB673}"/>
                    </a:ext>
                  </a:extLst>
                </p:cNvPr>
                <p:cNvPicPr/>
                <p:nvPr/>
              </p:nvPicPr>
              <p:blipFill>
                <a:blip r:embed="rId40"/>
                <a:stretch>
                  <a:fillRect/>
                </a:stretch>
              </p:blipFill>
              <p:spPr>
                <a:xfrm>
                  <a:off x="2906857" y="2340789"/>
                  <a:ext cx="199800" cy="5151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1" name="Ink 40">
                  <a:extLst>
                    <a:ext uri="{FF2B5EF4-FFF2-40B4-BE49-F238E27FC236}">
                      <a16:creationId xmlns:a16="http://schemas.microsoft.com/office/drawing/2014/main" id="{CD672EA3-B820-4012-BCD8-8C4FB9AE3E0E}"/>
                    </a:ext>
                  </a:extLst>
                </p14:cNvPr>
                <p14:cNvContentPartPr/>
                <p14:nvPr/>
              </p14:nvContentPartPr>
              <p14:xfrm>
                <a:off x="3201337" y="2355189"/>
                <a:ext cx="331560" cy="386640"/>
              </p14:xfrm>
            </p:contentPart>
          </mc:Choice>
          <mc:Fallback xmlns="">
            <p:pic>
              <p:nvPicPr>
                <p:cNvPr id="41" name="Ink 40">
                  <a:extLst>
                    <a:ext uri="{FF2B5EF4-FFF2-40B4-BE49-F238E27FC236}">
                      <a16:creationId xmlns:a16="http://schemas.microsoft.com/office/drawing/2014/main" id="{CD672EA3-B820-4012-BCD8-8C4FB9AE3E0E}"/>
                    </a:ext>
                  </a:extLst>
                </p:cNvPr>
                <p:cNvPicPr/>
                <p:nvPr/>
              </p:nvPicPr>
              <p:blipFill>
                <a:blip r:embed="rId42"/>
                <a:stretch>
                  <a:fillRect/>
                </a:stretch>
              </p:blipFill>
              <p:spPr>
                <a:xfrm>
                  <a:off x="3183697" y="2337189"/>
                  <a:ext cx="36720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57" name="Ink 56">
                  <a:extLst>
                    <a:ext uri="{FF2B5EF4-FFF2-40B4-BE49-F238E27FC236}">
                      <a16:creationId xmlns:a16="http://schemas.microsoft.com/office/drawing/2014/main" id="{8B2BAEF9-E133-4595-8FF2-0155A70A09BD}"/>
                    </a:ext>
                  </a:extLst>
                </p14:cNvPr>
                <p14:cNvContentPartPr/>
                <p14:nvPr/>
              </p14:nvContentPartPr>
              <p14:xfrm>
                <a:off x="2842417" y="3224949"/>
                <a:ext cx="244440" cy="427320"/>
              </p14:xfrm>
            </p:contentPart>
          </mc:Choice>
          <mc:Fallback xmlns="">
            <p:pic>
              <p:nvPicPr>
                <p:cNvPr id="57" name="Ink 56">
                  <a:extLst>
                    <a:ext uri="{FF2B5EF4-FFF2-40B4-BE49-F238E27FC236}">
                      <a16:creationId xmlns:a16="http://schemas.microsoft.com/office/drawing/2014/main" id="{8B2BAEF9-E133-4595-8FF2-0155A70A09BD}"/>
                    </a:ext>
                  </a:extLst>
                </p:cNvPr>
                <p:cNvPicPr/>
                <p:nvPr/>
              </p:nvPicPr>
              <p:blipFill>
                <a:blip r:embed="rId44"/>
                <a:stretch>
                  <a:fillRect/>
                </a:stretch>
              </p:blipFill>
              <p:spPr>
                <a:xfrm>
                  <a:off x="2824777" y="3206949"/>
                  <a:ext cx="280080" cy="4629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58" name="Ink 57">
                  <a:extLst>
                    <a:ext uri="{FF2B5EF4-FFF2-40B4-BE49-F238E27FC236}">
                      <a16:creationId xmlns:a16="http://schemas.microsoft.com/office/drawing/2014/main" id="{8056F783-39A1-4622-A490-475095C46A4E}"/>
                    </a:ext>
                  </a:extLst>
                </p14:cNvPr>
                <p14:cNvContentPartPr/>
                <p14:nvPr/>
              </p14:nvContentPartPr>
              <p14:xfrm>
                <a:off x="2646577" y="3244749"/>
                <a:ext cx="159840" cy="344520"/>
              </p14:xfrm>
            </p:contentPart>
          </mc:Choice>
          <mc:Fallback xmlns="">
            <p:pic>
              <p:nvPicPr>
                <p:cNvPr id="58" name="Ink 57">
                  <a:extLst>
                    <a:ext uri="{FF2B5EF4-FFF2-40B4-BE49-F238E27FC236}">
                      <a16:creationId xmlns:a16="http://schemas.microsoft.com/office/drawing/2014/main" id="{8056F783-39A1-4622-A490-475095C46A4E}"/>
                    </a:ext>
                  </a:extLst>
                </p:cNvPr>
                <p:cNvPicPr/>
                <p:nvPr/>
              </p:nvPicPr>
              <p:blipFill>
                <a:blip r:embed="rId46"/>
                <a:stretch>
                  <a:fillRect/>
                </a:stretch>
              </p:blipFill>
              <p:spPr>
                <a:xfrm>
                  <a:off x="2628937" y="3227109"/>
                  <a:ext cx="195480" cy="3801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9" name="Ink 58">
                  <a:extLst>
                    <a:ext uri="{FF2B5EF4-FFF2-40B4-BE49-F238E27FC236}">
                      <a16:creationId xmlns:a16="http://schemas.microsoft.com/office/drawing/2014/main" id="{C5F1EFAF-387A-42B3-A98D-452178FDA5CE}"/>
                    </a:ext>
                  </a:extLst>
                </p14:cNvPr>
                <p14:cNvContentPartPr/>
                <p14:nvPr/>
              </p14:nvContentPartPr>
              <p14:xfrm>
                <a:off x="3263977" y="3225669"/>
                <a:ext cx="221400" cy="502920"/>
              </p14:xfrm>
            </p:contentPart>
          </mc:Choice>
          <mc:Fallback xmlns="">
            <p:pic>
              <p:nvPicPr>
                <p:cNvPr id="59" name="Ink 58">
                  <a:extLst>
                    <a:ext uri="{FF2B5EF4-FFF2-40B4-BE49-F238E27FC236}">
                      <a16:creationId xmlns:a16="http://schemas.microsoft.com/office/drawing/2014/main" id="{C5F1EFAF-387A-42B3-A98D-452178FDA5CE}"/>
                    </a:ext>
                  </a:extLst>
                </p:cNvPr>
                <p:cNvPicPr/>
                <p:nvPr/>
              </p:nvPicPr>
              <p:blipFill>
                <a:blip r:embed="rId48"/>
                <a:stretch>
                  <a:fillRect/>
                </a:stretch>
              </p:blipFill>
              <p:spPr>
                <a:xfrm>
                  <a:off x="3245977" y="3207669"/>
                  <a:ext cx="257040" cy="5385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2" name="Ink 61">
                  <a:extLst>
                    <a:ext uri="{FF2B5EF4-FFF2-40B4-BE49-F238E27FC236}">
                      <a16:creationId xmlns:a16="http://schemas.microsoft.com/office/drawing/2014/main" id="{388CFF0F-C757-47DB-A34E-95F79C629A77}"/>
                    </a:ext>
                  </a:extLst>
                </p14:cNvPr>
                <p14:cNvContentPartPr/>
                <p14:nvPr/>
              </p14:nvContentPartPr>
              <p14:xfrm>
                <a:off x="3729817" y="3232869"/>
                <a:ext cx="475200" cy="407880"/>
              </p14:xfrm>
            </p:contentPart>
          </mc:Choice>
          <mc:Fallback xmlns="">
            <p:pic>
              <p:nvPicPr>
                <p:cNvPr id="62" name="Ink 61">
                  <a:extLst>
                    <a:ext uri="{FF2B5EF4-FFF2-40B4-BE49-F238E27FC236}">
                      <a16:creationId xmlns:a16="http://schemas.microsoft.com/office/drawing/2014/main" id="{388CFF0F-C757-47DB-A34E-95F79C629A77}"/>
                    </a:ext>
                  </a:extLst>
                </p:cNvPr>
                <p:cNvPicPr/>
                <p:nvPr/>
              </p:nvPicPr>
              <p:blipFill>
                <a:blip r:embed="rId50"/>
                <a:stretch>
                  <a:fillRect/>
                </a:stretch>
              </p:blipFill>
              <p:spPr>
                <a:xfrm>
                  <a:off x="3712177" y="3215229"/>
                  <a:ext cx="510840" cy="4435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3" name="Ink 62">
                  <a:extLst>
                    <a:ext uri="{FF2B5EF4-FFF2-40B4-BE49-F238E27FC236}">
                      <a16:creationId xmlns:a16="http://schemas.microsoft.com/office/drawing/2014/main" id="{11693D50-F81D-4E74-9BF4-A7A407C74AFC}"/>
                    </a:ext>
                  </a:extLst>
                </p14:cNvPr>
                <p14:cNvContentPartPr/>
                <p14:nvPr/>
              </p14:nvContentPartPr>
              <p14:xfrm>
                <a:off x="4176217" y="3228189"/>
                <a:ext cx="109440" cy="363600"/>
              </p14:xfrm>
            </p:contentPart>
          </mc:Choice>
          <mc:Fallback xmlns="">
            <p:pic>
              <p:nvPicPr>
                <p:cNvPr id="63" name="Ink 62">
                  <a:extLst>
                    <a:ext uri="{FF2B5EF4-FFF2-40B4-BE49-F238E27FC236}">
                      <a16:creationId xmlns:a16="http://schemas.microsoft.com/office/drawing/2014/main" id="{11693D50-F81D-4E74-9BF4-A7A407C74AFC}"/>
                    </a:ext>
                  </a:extLst>
                </p:cNvPr>
                <p:cNvPicPr/>
                <p:nvPr/>
              </p:nvPicPr>
              <p:blipFill>
                <a:blip r:embed="rId52"/>
                <a:stretch>
                  <a:fillRect/>
                </a:stretch>
              </p:blipFill>
              <p:spPr>
                <a:xfrm>
                  <a:off x="4158217" y="3210549"/>
                  <a:ext cx="145080" cy="3992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64" name="Ink 63">
                  <a:extLst>
                    <a:ext uri="{FF2B5EF4-FFF2-40B4-BE49-F238E27FC236}">
                      <a16:creationId xmlns:a16="http://schemas.microsoft.com/office/drawing/2014/main" id="{51CB75F0-0E51-40C9-A986-F8FE7A7BE465}"/>
                    </a:ext>
                  </a:extLst>
                </p14:cNvPr>
                <p14:cNvContentPartPr/>
                <p14:nvPr/>
              </p14:nvContentPartPr>
              <p14:xfrm>
                <a:off x="4343257" y="2917509"/>
                <a:ext cx="205560" cy="632520"/>
              </p14:xfrm>
            </p:contentPart>
          </mc:Choice>
          <mc:Fallback xmlns="">
            <p:pic>
              <p:nvPicPr>
                <p:cNvPr id="64" name="Ink 63">
                  <a:extLst>
                    <a:ext uri="{FF2B5EF4-FFF2-40B4-BE49-F238E27FC236}">
                      <a16:creationId xmlns:a16="http://schemas.microsoft.com/office/drawing/2014/main" id="{51CB75F0-0E51-40C9-A986-F8FE7A7BE465}"/>
                    </a:ext>
                  </a:extLst>
                </p:cNvPr>
                <p:cNvPicPr/>
                <p:nvPr/>
              </p:nvPicPr>
              <p:blipFill>
                <a:blip r:embed="rId54"/>
                <a:stretch>
                  <a:fillRect/>
                </a:stretch>
              </p:blipFill>
              <p:spPr>
                <a:xfrm>
                  <a:off x="4325617" y="2899509"/>
                  <a:ext cx="241200" cy="6681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3" name="Ink 42">
                  <a:extLst>
                    <a:ext uri="{FF2B5EF4-FFF2-40B4-BE49-F238E27FC236}">
                      <a16:creationId xmlns:a16="http://schemas.microsoft.com/office/drawing/2014/main" id="{D0E911A3-35CC-4F20-A484-7A3B51AF05D8}"/>
                    </a:ext>
                  </a:extLst>
                </p14:cNvPr>
                <p14:cNvContentPartPr/>
                <p14:nvPr/>
              </p14:nvContentPartPr>
              <p14:xfrm>
                <a:off x="4947697" y="2115429"/>
                <a:ext cx="16920" cy="745920"/>
              </p14:xfrm>
            </p:contentPart>
          </mc:Choice>
          <mc:Fallback xmlns="">
            <p:pic>
              <p:nvPicPr>
                <p:cNvPr id="43" name="Ink 42">
                  <a:extLst>
                    <a:ext uri="{FF2B5EF4-FFF2-40B4-BE49-F238E27FC236}">
                      <a16:creationId xmlns:a16="http://schemas.microsoft.com/office/drawing/2014/main" id="{D0E911A3-35CC-4F20-A484-7A3B51AF05D8}"/>
                    </a:ext>
                  </a:extLst>
                </p:cNvPr>
                <p:cNvPicPr/>
                <p:nvPr/>
              </p:nvPicPr>
              <p:blipFill>
                <a:blip r:embed="rId56"/>
                <a:stretch>
                  <a:fillRect/>
                </a:stretch>
              </p:blipFill>
              <p:spPr>
                <a:xfrm>
                  <a:off x="4929697" y="2097789"/>
                  <a:ext cx="52560" cy="7815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4" name="Ink 43">
                  <a:extLst>
                    <a:ext uri="{FF2B5EF4-FFF2-40B4-BE49-F238E27FC236}">
                      <a16:creationId xmlns:a16="http://schemas.microsoft.com/office/drawing/2014/main" id="{3356FAA0-D444-467C-91F4-2388977B289C}"/>
                    </a:ext>
                  </a:extLst>
                </p14:cNvPr>
                <p14:cNvContentPartPr/>
                <p14:nvPr/>
              </p14:nvContentPartPr>
              <p14:xfrm>
                <a:off x="5278177" y="2453109"/>
                <a:ext cx="360" cy="360"/>
              </p14:xfrm>
            </p:contentPart>
          </mc:Choice>
          <mc:Fallback xmlns="">
            <p:pic>
              <p:nvPicPr>
                <p:cNvPr id="44" name="Ink 43">
                  <a:extLst>
                    <a:ext uri="{FF2B5EF4-FFF2-40B4-BE49-F238E27FC236}">
                      <a16:creationId xmlns:a16="http://schemas.microsoft.com/office/drawing/2014/main" id="{3356FAA0-D444-467C-91F4-2388977B289C}"/>
                    </a:ext>
                  </a:extLst>
                </p:cNvPr>
                <p:cNvPicPr/>
                <p:nvPr/>
              </p:nvPicPr>
              <p:blipFill>
                <a:blip r:embed="rId7"/>
                <a:stretch>
                  <a:fillRect/>
                </a:stretch>
              </p:blipFill>
              <p:spPr>
                <a:xfrm>
                  <a:off x="5260177" y="243546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5" name="Ink 44">
                  <a:extLst>
                    <a:ext uri="{FF2B5EF4-FFF2-40B4-BE49-F238E27FC236}">
                      <a16:creationId xmlns:a16="http://schemas.microsoft.com/office/drawing/2014/main" id="{95A03717-3708-418D-81ED-689CBCB4A5E0}"/>
                    </a:ext>
                  </a:extLst>
                </p14:cNvPr>
                <p14:cNvContentPartPr/>
                <p14:nvPr/>
              </p14:nvContentPartPr>
              <p14:xfrm>
                <a:off x="5118697" y="2372829"/>
                <a:ext cx="124920" cy="24120"/>
              </p14:xfrm>
            </p:contentPart>
          </mc:Choice>
          <mc:Fallback xmlns="">
            <p:pic>
              <p:nvPicPr>
                <p:cNvPr id="45" name="Ink 44">
                  <a:extLst>
                    <a:ext uri="{FF2B5EF4-FFF2-40B4-BE49-F238E27FC236}">
                      <a16:creationId xmlns:a16="http://schemas.microsoft.com/office/drawing/2014/main" id="{95A03717-3708-418D-81ED-689CBCB4A5E0}"/>
                    </a:ext>
                  </a:extLst>
                </p:cNvPr>
                <p:cNvPicPr/>
                <p:nvPr/>
              </p:nvPicPr>
              <p:blipFill>
                <a:blip r:embed="rId59"/>
                <a:stretch>
                  <a:fillRect/>
                </a:stretch>
              </p:blipFill>
              <p:spPr>
                <a:xfrm>
                  <a:off x="5100697" y="2354829"/>
                  <a:ext cx="16056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6" name="Ink 45">
                  <a:extLst>
                    <a:ext uri="{FF2B5EF4-FFF2-40B4-BE49-F238E27FC236}">
                      <a16:creationId xmlns:a16="http://schemas.microsoft.com/office/drawing/2014/main" id="{8BC07AA3-74BE-4ABE-A60D-E09CA1AF9B31}"/>
                    </a:ext>
                  </a:extLst>
                </p14:cNvPr>
                <p14:cNvContentPartPr/>
                <p14:nvPr/>
              </p14:nvContentPartPr>
              <p14:xfrm>
                <a:off x="5080897" y="2400549"/>
                <a:ext cx="197640" cy="424080"/>
              </p14:xfrm>
            </p:contentPart>
          </mc:Choice>
          <mc:Fallback xmlns="">
            <p:pic>
              <p:nvPicPr>
                <p:cNvPr id="46" name="Ink 45">
                  <a:extLst>
                    <a:ext uri="{FF2B5EF4-FFF2-40B4-BE49-F238E27FC236}">
                      <a16:creationId xmlns:a16="http://schemas.microsoft.com/office/drawing/2014/main" id="{8BC07AA3-74BE-4ABE-A60D-E09CA1AF9B31}"/>
                    </a:ext>
                  </a:extLst>
                </p:cNvPr>
                <p:cNvPicPr/>
                <p:nvPr/>
              </p:nvPicPr>
              <p:blipFill>
                <a:blip r:embed="rId61"/>
                <a:stretch>
                  <a:fillRect/>
                </a:stretch>
              </p:blipFill>
              <p:spPr>
                <a:xfrm>
                  <a:off x="5063257" y="2382549"/>
                  <a:ext cx="233280" cy="4597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7" name="Ink 46">
                  <a:extLst>
                    <a:ext uri="{FF2B5EF4-FFF2-40B4-BE49-F238E27FC236}">
                      <a16:creationId xmlns:a16="http://schemas.microsoft.com/office/drawing/2014/main" id="{FC594565-5624-442B-88EF-BE2222C6837E}"/>
                    </a:ext>
                  </a:extLst>
                </p14:cNvPr>
                <p14:cNvContentPartPr/>
                <p14:nvPr/>
              </p14:nvContentPartPr>
              <p14:xfrm>
                <a:off x="5045977" y="2376069"/>
                <a:ext cx="155160" cy="249480"/>
              </p14:xfrm>
            </p:contentPart>
          </mc:Choice>
          <mc:Fallback xmlns="">
            <p:pic>
              <p:nvPicPr>
                <p:cNvPr id="47" name="Ink 46">
                  <a:extLst>
                    <a:ext uri="{FF2B5EF4-FFF2-40B4-BE49-F238E27FC236}">
                      <a16:creationId xmlns:a16="http://schemas.microsoft.com/office/drawing/2014/main" id="{FC594565-5624-442B-88EF-BE2222C6837E}"/>
                    </a:ext>
                  </a:extLst>
                </p:cNvPr>
                <p:cNvPicPr/>
                <p:nvPr/>
              </p:nvPicPr>
              <p:blipFill>
                <a:blip r:embed="rId63"/>
                <a:stretch>
                  <a:fillRect/>
                </a:stretch>
              </p:blipFill>
              <p:spPr>
                <a:xfrm>
                  <a:off x="5028337" y="2358429"/>
                  <a:ext cx="19080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8" name="Ink 47">
                  <a:extLst>
                    <a:ext uri="{FF2B5EF4-FFF2-40B4-BE49-F238E27FC236}">
                      <a16:creationId xmlns:a16="http://schemas.microsoft.com/office/drawing/2014/main" id="{41E12405-14D2-419F-AECD-33F800EEAE8F}"/>
                    </a:ext>
                  </a:extLst>
                </p14:cNvPr>
                <p14:cNvContentPartPr/>
                <p14:nvPr/>
              </p14:nvContentPartPr>
              <p14:xfrm>
                <a:off x="5291137" y="2373549"/>
                <a:ext cx="235440" cy="354600"/>
              </p14:xfrm>
            </p:contentPart>
          </mc:Choice>
          <mc:Fallback xmlns="">
            <p:pic>
              <p:nvPicPr>
                <p:cNvPr id="48" name="Ink 47">
                  <a:extLst>
                    <a:ext uri="{FF2B5EF4-FFF2-40B4-BE49-F238E27FC236}">
                      <a16:creationId xmlns:a16="http://schemas.microsoft.com/office/drawing/2014/main" id="{41E12405-14D2-419F-AECD-33F800EEAE8F}"/>
                    </a:ext>
                  </a:extLst>
                </p:cNvPr>
                <p:cNvPicPr/>
                <p:nvPr/>
              </p:nvPicPr>
              <p:blipFill>
                <a:blip r:embed="rId65"/>
                <a:stretch>
                  <a:fillRect/>
                </a:stretch>
              </p:blipFill>
              <p:spPr>
                <a:xfrm>
                  <a:off x="5273497" y="2355549"/>
                  <a:ext cx="271080" cy="3902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0" name="Ink 49">
                  <a:extLst>
                    <a:ext uri="{FF2B5EF4-FFF2-40B4-BE49-F238E27FC236}">
                      <a16:creationId xmlns:a16="http://schemas.microsoft.com/office/drawing/2014/main" id="{BB1F947C-AEDD-4278-B5C3-24D7D3AB64A6}"/>
                    </a:ext>
                  </a:extLst>
                </p14:cNvPr>
                <p14:cNvContentPartPr/>
                <p14:nvPr/>
              </p14:nvContentPartPr>
              <p14:xfrm>
                <a:off x="5324977" y="2413509"/>
                <a:ext cx="345600" cy="852840"/>
              </p14:xfrm>
            </p:contentPart>
          </mc:Choice>
          <mc:Fallback xmlns="">
            <p:pic>
              <p:nvPicPr>
                <p:cNvPr id="50" name="Ink 49">
                  <a:extLst>
                    <a:ext uri="{FF2B5EF4-FFF2-40B4-BE49-F238E27FC236}">
                      <a16:creationId xmlns:a16="http://schemas.microsoft.com/office/drawing/2014/main" id="{BB1F947C-AEDD-4278-B5C3-24D7D3AB64A6}"/>
                    </a:ext>
                  </a:extLst>
                </p:cNvPr>
                <p:cNvPicPr/>
                <p:nvPr/>
              </p:nvPicPr>
              <p:blipFill>
                <a:blip r:embed="rId67"/>
                <a:stretch>
                  <a:fillRect/>
                </a:stretch>
              </p:blipFill>
              <p:spPr>
                <a:xfrm>
                  <a:off x="5306977" y="2395509"/>
                  <a:ext cx="381240" cy="8884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1" name="Ink 50">
                  <a:extLst>
                    <a:ext uri="{FF2B5EF4-FFF2-40B4-BE49-F238E27FC236}">
                      <a16:creationId xmlns:a16="http://schemas.microsoft.com/office/drawing/2014/main" id="{19C703DC-53EC-4C2A-82C0-7CD028FDCCA2}"/>
                    </a:ext>
                  </a:extLst>
                </p14:cNvPr>
                <p14:cNvContentPartPr/>
                <p14:nvPr/>
              </p14:nvContentPartPr>
              <p14:xfrm>
                <a:off x="5704777" y="2382549"/>
                <a:ext cx="353520" cy="422280"/>
              </p14:xfrm>
            </p:contentPart>
          </mc:Choice>
          <mc:Fallback xmlns="">
            <p:pic>
              <p:nvPicPr>
                <p:cNvPr id="51" name="Ink 50">
                  <a:extLst>
                    <a:ext uri="{FF2B5EF4-FFF2-40B4-BE49-F238E27FC236}">
                      <a16:creationId xmlns:a16="http://schemas.microsoft.com/office/drawing/2014/main" id="{19C703DC-53EC-4C2A-82C0-7CD028FDCCA2}"/>
                    </a:ext>
                  </a:extLst>
                </p:cNvPr>
                <p:cNvPicPr/>
                <p:nvPr/>
              </p:nvPicPr>
              <p:blipFill>
                <a:blip r:embed="rId69"/>
                <a:stretch>
                  <a:fillRect/>
                </a:stretch>
              </p:blipFill>
              <p:spPr>
                <a:xfrm>
                  <a:off x="5686777" y="2364549"/>
                  <a:ext cx="389160" cy="4579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65" name="Ink 64">
                  <a:extLst>
                    <a:ext uri="{FF2B5EF4-FFF2-40B4-BE49-F238E27FC236}">
                      <a16:creationId xmlns:a16="http://schemas.microsoft.com/office/drawing/2014/main" id="{52A2E9AC-7174-4838-B251-3ABB80CC7678}"/>
                    </a:ext>
                  </a:extLst>
                </p14:cNvPr>
                <p14:cNvContentPartPr/>
                <p14:nvPr/>
              </p14:nvContentPartPr>
              <p14:xfrm>
                <a:off x="4914937" y="2975829"/>
                <a:ext cx="90720" cy="875520"/>
              </p14:xfrm>
            </p:contentPart>
          </mc:Choice>
          <mc:Fallback xmlns="">
            <p:pic>
              <p:nvPicPr>
                <p:cNvPr id="65" name="Ink 64">
                  <a:extLst>
                    <a:ext uri="{FF2B5EF4-FFF2-40B4-BE49-F238E27FC236}">
                      <a16:creationId xmlns:a16="http://schemas.microsoft.com/office/drawing/2014/main" id="{52A2E9AC-7174-4838-B251-3ABB80CC7678}"/>
                    </a:ext>
                  </a:extLst>
                </p:cNvPr>
                <p:cNvPicPr/>
                <p:nvPr/>
              </p:nvPicPr>
              <p:blipFill>
                <a:blip r:embed="rId71"/>
                <a:stretch>
                  <a:fillRect/>
                </a:stretch>
              </p:blipFill>
              <p:spPr>
                <a:xfrm>
                  <a:off x="4897297" y="2958189"/>
                  <a:ext cx="126360" cy="9111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66" name="Ink 65">
                  <a:extLst>
                    <a:ext uri="{FF2B5EF4-FFF2-40B4-BE49-F238E27FC236}">
                      <a16:creationId xmlns:a16="http://schemas.microsoft.com/office/drawing/2014/main" id="{E59BE482-8785-4A6C-BA78-A636E45AED72}"/>
                    </a:ext>
                  </a:extLst>
                </p14:cNvPr>
                <p14:cNvContentPartPr/>
                <p14:nvPr/>
              </p14:nvContentPartPr>
              <p14:xfrm>
                <a:off x="4823857" y="3386949"/>
                <a:ext cx="243000" cy="138600"/>
              </p14:xfrm>
            </p:contentPart>
          </mc:Choice>
          <mc:Fallback xmlns="">
            <p:pic>
              <p:nvPicPr>
                <p:cNvPr id="66" name="Ink 65">
                  <a:extLst>
                    <a:ext uri="{FF2B5EF4-FFF2-40B4-BE49-F238E27FC236}">
                      <a16:creationId xmlns:a16="http://schemas.microsoft.com/office/drawing/2014/main" id="{E59BE482-8785-4A6C-BA78-A636E45AED72}"/>
                    </a:ext>
                  </a:extLst>
                </p:cNvPr>
                <p:cNvPicPr/>
                <p:nvPr/>
              </p:nvPicPr>
              <p:blipFill>
                <a:blip r:embed="rId73"/>
                <a:stretch>
                  <a:fillRect/>
                </a:stretch>
              </p:blipFill>
              <p:spPr>
                <a:xfrm>
                  <a:off x="4806217" y="3369309"/>
                  <a:ext cx="27864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7" name="Ink 66">
                  <a:extLst>
                    <a:ext uri="{FF2B5EF4-FFF2-40B4-BE49-F238E27FC236}">
                      <a16:creationId xmlns:a16="http://schemas.microsoft.com/office/drawing/2014/main" id="{B5952F51-FBD3-4967-A1C9-60DE999FDEA3}"/>
                    </a:ext>
                  </a:extLst>
                </p14:cNvPr>
                <p14:cNvContentPartPr/>
                <p14:nvPr/>
              </p14:nvContentPartPr>
              <p14:xfrm>
                <a:off x="5045257" y="3250149"/>
                <a:ext cx="412560" cy="360360"/>
              </p14:xfrm>
            </p:contentPart>
          </mc:Choice>
          <mc:Fallback xmlns="">
            <p:pic>
              <p:nvPicPr>
                <p:cNvPr id="67" name="Ink 66">
                  <a:extLst>
                    <a:ext uri="{FF2B5EF4-FFF2-40B4-BE49-F238E27FC236}">
                      <a16:creationId xmlns:a16="http://schemas.microsoft.com/office/drawing/2014/main" id="{B5952F51-FBD3-4967-A1C9-60DE999FDEA3}"/>
                    </a:ext>
                  </a:extLst>
                </p:cNvPr>
                <p:cNvPicPr/>
                <p:nvPr/>
              </p:nvPicPr>
              <p:blipFill>
                <a:blip r:embed="rId75"/>
                <a:stretch>
                  <a:fillRect/>
                </a:stretch>
              </p:blipFill>
              <p:spPr>
                <a:xfrm>
                  <a:off x="5027257" y="3232509"/>
                  <a:ext cx="448200" cy="396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8" name="Ink 67">
                  <a:extLst>
                    <a:ext uri="{FF2B5EF4-FFF2-40B4-BE49-F238E27FC236}">
                      <a16:creationId xmlns:a16="http://schemas.microsoft.com/office/drawing/2014/main" id="{03B8B015-0BB0-4558-A759-5C9C7012A2C6}"/>
                    </a:ext>
                  </a:extLst>
                </p14:cNvPr>
                <p14:cNvContentPartPr/>
                <p14:nvPr/>
              </p14:nvContentPartPr>
              <p14:xfrm>
                <a:off x="5517577" y="3253389"/>
                <a:ext cx="357840" cy="280800"/>
              </p14:xfrm>
            </p:contentPart>
          </mc:Choice>
          <mc:Fallback xmlns="">
            <p:pic>
              <p:nvPicPr>
                <p:cNvPr id="68" name="Ink 67">
                  <a:extLst>
                    <a:ext uri="{FF2B5EF4-FFF2-40B4-BE49-F238E27FC236}">
                      <a16:creationId xmlns:a16="http://schemas.microsoft.com/office/drawing/2014/main" id="{03B8B015-0BB0-4558-A759-5C9C7012A2C6}"/>
                    </a:ext>
                  </a:extLst>
                </p:cNvPr>
                <p:cNvPicPr/>
                <p:nvPr/>
              </p:nvPicPr>
              <p:blipFill>
                <a:blip r:embed="rId77"/>
                <a:stretch>
                  <a:fillRect/>
                </a:stretch>
              </p:blipFill>
              <p:spPr>
                <a:xfrm>
                  <a:off x="5499937" y="3235749"/>
                  <a:ext cx="39348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9" name="Ink 68">
                  <a:extLst>
                    <a:ext uri="{FF2B5EF4-FFF2-40B4-BE49-F238E27FC236}">
                      <a16:creationId xmlns:a16="http://schemas.microsoft.com/office/drawing/2014/main" id="{DA3D8149-DCF7-4EDA-88DD-000C0F292574}"/>
                    </a:ext>
                  </a:extLst>
                </p14:cNvPr>
                <p14:cNvContentPartPr/>
                <p14:nvPr/>
              </p14:nvContentPartPr>
              <p14:xfrm>
                <a:off x="5992777" y="3529509"/>
                <a:ext cx="360" cy="360"/>
              </p14:xfrm>
            </p:contentPart>
          </mc:Choice>
          <mc:Fallback xmlns="">
            <p:pic>
              <p:nvPicPr>
                <p:cNvPr id="69" name="Ink 68">
                  <a:extLst>
                    <a:ext uri="{FF2B5EF4-FFF2-40B4-BE49-F238E27FC236}">
                      <a16:creationId xmlns:a16="http://schemas.microsoft.com/office/drawing/2014/main" id="{DA3D8149-DCF7-4EDA-88DD-000C0F292574}"/>
                    </a:ext>
                  </a:extLst>
                </p:cNvPr>
                <p:cNvPicPr/>
                <p:nvPr/>
              </p:nvPicPr>
              <p:blipFill>
                <a:blip r:embed="rId7"/>
                <a:stretch>
                  <a:fillRect/>
                </a:stretch>
              </p:blipFill>
              <p:spPr>
                <a:xfrm>
                  <a:off x="5975137" y="3511509"/>
                  <a:ext cx="36000" cy="36000"/>
                </a:xfrm>
                <a:prstGeom prst="rect">
                  <a:avLst/>
                </a:prstGeom>
              </p:spPr>
            </p:pic>
          </mc:Fallback>
        </mc:AlternateContent>
      </p:grpSp>
      <p:grpSp>
        <p:nvGrpSpPr>
          <p:cNvPr id="82" name="Group 81">
            <a:extLst>
              <a:ext uri="{FF2B5EF4-FFF2-40B4-BE49-F238E27FC236}">
                <a16:creationId xmlns:a16="http://schemas.microsoft.com/office/drawing/2014/main" id="{F90DC35F-E345-4A84-AA76-0A1B400A86B1}"/>
              </a:ext>
            </a:extLst>
          </p:cNvPr>
          <p:cNvGrpSpPr/>
          <p:nvPr/>
        </p:nvGrpSpPr>
        <p:grpSpPr>
          <a:xfrm>
            <a:off x="1760257" y="4105869"/>
            <a:ext cx="925560" cy="436320"/>
            <a:chOff x="1760257" y="4105869"/>
            <a:chExt cx="925560" cy="436320"/>
          </a:xfrm>
        </p:grpSpPr>
        <mc:AlternateContent xmlns:mc="http://schemas.openxmlformats.org/markup-compatibility/2006" xmlns:p14="http://schemas.microsoft.com/office/powerpoint/2010/main">
          <mc:Choice Requires="p14">
            <p:contentPart p14:bwMode="auto" r:id="rId79">
              <p14:nvContentPartPr>
                <p14:cNvPr id="72" name="Ink 71">
                  <a:extLst>
                    <a:ext uri="{FF2B5EF4-FFF2-40B4-BE49-F238E27FC236}">
                      <a16:creationId xmlns:a16="http://schemas.microsoft.com/office/drawing/2014/main" id="{A5F9618C-C6E0-4FD1-99E2-0F7E6E50B9F3}"/>
                    </a:ext>
                  </a:extLst>
                </p14:cNvPr>
                <p14:cNvContentPartPr/>
                <p14:nvPr/>
              </p14:nvContentPartPr>
              <p14:xfrm>
                <a:off x="1760257" y="4154829"/>
                <a:ext cx="22680" cy="362160"/>
              </p14:xfrm>
            </p:contentPart>
          </mc:Choice>
          <mc:Fallback xmlns="">
            <p:pic>
              <p:nvPicPr>
                <p:cNvPr id="72" name="Ink 71">
                  <a:extLst>
                    <a:ext uri="{FF2B5EF4-FFF2-40B4-BE49-F238E27FC236}">
                      <a16:creationId xmlns:a16="http://schemas.microsoft.com/office/drawing/2014/main" id="{A5F9618C-C6E0-4FD1-99E2-0F7E6E50B9F3}"/>
                    </a:ext>
                  </a:extLst>
                </p:cNvPr>
                <p:cNvPicPr/>
                <p:nvPr/>
              </p:nvPicPr>
              <p:blipFill>
                <a:blip r:embed="rId80"/>
                <a:stretch>
                  <a:fillRect/>
                </a:stretch>
              </p:blipFill>
              <p:spPr>
                <a:xfrm>
                  <a:off x="1742257" y="4136829"/>
                  <a:ext cx="58320" cy="3978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73" name="Ink 72">
                  <a:extLst>
                    <a:ext uri="{FF2B5EF4-FFF2-40B4-BE49-F238E27FC236}">
                      <a16:creationId xmlns:a16="http://schemas.microsoft.com/office/drawing/2014/main" id="{2A88C1E1-C0B2-49A1-9C79-90AAE9FEFAFD}"/>
                    </a:ext>
                  </a:extLst>
                </p14:cNvPr>
                <p14:cNvContentPartPr/>
                <p14:nvPr/>
              </p14:nvContentPartPr>
              <p14:xfrm>
                <a:off x="1915417" y="4105869"/>
                <a:ext cx="193320" cy="419040"/>
              </p14:xfrm>
            </p:contentPart>
          </mc:Choice>
          <mc:Fallback xmlns="">
            <p:pic>
              <p:nvPicPr>
                <p:cNvPr id="73" name="Ink 72">
                  <a:extLst>
                    <a:ext uri="{FF2B5EF4-FFF2-40B4-BE49-F238E27FC236}">
                      <a16:creationId xmlns:a16="http://schemas.microsoft.com/office/drawing/2014/main" id="{2A88C1E1-C0B2-49A1-9C79-90AAE9FEFAFD}"/>
                    </a:ext>
                  </a:extLst>
                </p:cNvPr>
                <p:cNvPicPr/>
                <p:nvPr/>
              </p:nvPicPr>
              <p:blipFill>
                <a:blip r:embed="rId82"/>
                <a:stretch>
                  <a:fillRect/>
                </a:stretch>
              </p:blipFill>
              <p:spPr>
                <a:xfrm>
                  <a:off x="1897417" y="4087869"/>
                  <a:ext cx="228960" cy="4546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74" name="Ink 73">
                  <a:extLst>
                    <a:ext uri="{FF2B5EF4-FFF2-40B4-BE49-F238E27FC236}">
                      <a16:creationId xmlns:a16="http://schemas.microsoft.com/office/drawing/2014/main" id="{F64F794C-5BDE-4825-8668-800974B61B0B}"/>
                    </a:ext>
                  </a:extLst>
                </p14:cNvPr>
                <p14:cNvContentPartPr/>
                <p14:nvPr/>
              </p14:nvContentPartPr>
              <p14:xfrm>
                <a:off x="2173897" y="4246269"/>
                <a:ext cx="236520" cy="295920"/>
              </p14:xfrm>
            </p:contentPart>
          </mc:Choice>
          <mc:Fallback xmlns="">
            <p:pic>
              <p:nvPicPr>
                <p:cNvPr id="74" name="Ink 73">
                  <a:extLst>
                    <a:ext uri="{FF2B5EF4-FFF2-40B4-BE49-F238E27FC236}">
                      <a16:creationId xmlns:a16="http://schemas.microsoft.com/office/drawing/2014/main" id="{F64F794C-5BDE-4825-8668-800974B61B0B}"/>
                    </a:ext>
                  </a:extLst>
                </p:cNvPr>
                <p:cNvPicPr/>
                <p:nvPr/>
              </p:nvPicPr>
              <p:blipFill>
                <a:blip r:embed="rId84"/>
                <a:stretch>
                  <a:fillRect/>
                </a:stretch>
              </p:blipFill>
              <p:spPr>
                <a:xfrm>
                  <a:off x="2155897" y="4228629"/>
                  <a:ext cx="27216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75" name="Ink 74">
                  <a:extLst>
                    <a:ext uri="{FF2B5EF4-FFF2-40B4-BE49-F238E27FC236}">
                      <a16:creationId xmlns:a16="http://schemas.microsoft.com/office/drawing/2014/main" id="{2AC9691D-68F1-429C-BFB0-C3F2C1352BD7}"/>
                    </a:ext>
                  </a:extLst>
                </p14:cNvPr>
                <p14:cNvContentPartPr/>
                <p14:nvPr/>
              </p14:nvContentPartPr>
              <p14:xfrm>
                <a:off x="2476657" y="4322589"/>
                <a:ext cx="13320" cy="162720"/>
              </p14:xfrm>
            </p:contentPart>
          </mc:Choice>
          <mc:Fallback xmlns="">
            <p:pic>
              <p:nvPicPr>
                <p:cNvPr id="75" name="Ink 74">
                  <a:extLst>
                    <a:ext uri="{FF2B5EF4-FFF2-40B4-BE49-F238E27FC236}">
                      <a16:creationId xmlns:a16="http://schemas.microsoft.com/office/drawing/2014/main" id="{2AC9691D-68F1-429C-BFB0-C3F2C1352BD7}"/>
                    </a:ext>
                  </a:extLst>
                </p:cNvPr>
                <p:cNvPicPr/>
                <p:nvPr/>
              </p:nvPicPr>
              <p:blipFill>
                <a:blip r:embed="rId86"/>
                <a:stretch>
                  <a:fillRect/>
                </a:stretch>
              </p:blipFill>
              <p:spPr>
                <a:xfrm>
                  <a:off x="2458657" y="4304949"/>
                  <a:ext cx="4896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76" name="Ink 75">
                  <a:extLst>
                    <a:ext uri="{FF2B5EF4-FFF2-40B4-BE49-F238E27FC236}">
                      <a16:creationId xmlns:a16="http://schemas.microsoft.com/office/drawing/2014/main" id="{2314D85A-DCB8-439A-8730-9D8F68155D30}"/>
                    </a:ext>
                  </a:extLst>
                </p14:cNvPr>
                <p14:cNvContentPartPr/>
                <p14:nvPr/>
              </p14:nvContentPartPr>
              <p14:xfrm>
                <a:off x="2579617" y="4276869"/>
                <a:ext cx="106200" cy="257040"/>
              </p14:xfrm>
            </p:contentPart>
          </mc:Choice>
          <mc:Fallback xmlns="">
            <p:pic>
              <p:nvPicPr>
                <p:cNvPr id="76" name="Ink 75">
                  <a:extLst>
                    <a:ext uri="{FF2B5EF4-FFF2-40B4-BE49-F238E27FC236}">
                      <a16:creationId xmlns:a16="http://schemas.microsoft.com/office/drawing/2014/main" id="{2314D85A-DCB8-439A-8730-9D8F68155D30}"/>
                    </a:ext>
                  </a:extLst>
                </p:cNvPr>
                <p:cNvPicPr/>
                <p:nvPr/>
              </p:nvPicPr>
              <p:blipFill>
                <a:blip r:embed="rId88"/>
                <a:stretch>
                  <a:fillRect/>
                </a:stretch>
              </p:blipFill>
              <p:spPr>
                <a:xfrm>
                  <a:off x="2561977" y="4259229"/>
                  <a:ext cx="14184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77" name="Ink 76">
                  <a:extLst>
                    <a:ext uri="{FF2B5EF4-FFF2-40B4-BE49-F238E27FC236}">
                      <a16:creationId xmlns:a16="http://schemas.microsoft.com/office/drawing/2014/main" id="{3A70E860-53C7-4BF2-8B40-8C5DA3C902FF}"/>
                    </a:ext>
                  </a:extLst>
                </p14:cNvPr>
                <p14:cNvContentPartPr/>
                <p14:nvPr/>
              </p14:nvContentPartPr>
              <p14:xfrm>
                <a:off x="2522017" y="4245909"/>
                <a:ext cx="77760" cy="82440"/>
              </p14:xfrm>
            </p:contentPart>
          </mc:Choice>
          <mc:Fallback xmlns="">
            <p:pic>
              <p:nvPicPr>
                <p:cNvPr id="77" name="Ink 76">
                  <a:extLst>
                    <a:ext uri="{FF2B5EF4-FFF2-40B4-BE49-F238E27FC236}">
                      <a16:creationId xmlns:a16="http://schemas.microsoft.com/office/drawing/2014/main" id="{3A70E860-53C7-4BF2-8B40-8C5DA3C902FF}"/>
                    </a:ext>
                  </a:extLst>
                </p:cNvPr>
                <p:cNvPicPr/>
                <p:nvPr/>
              </p:nvPicPr>
              <p:blipFill>
                <a:blip r:embed="rId90"/>
                <a:stretch>
                  <a:fillRect/>
                </a:stretch>
              </p:blipFill>
              <p:spPr>
                <a:xfrm>
                  <a:off x="2504377" y="4228269"/>
                  <a:ext cx="113400" cy="118080"/>
                </a:xfrm>
                <a:prstGeom prst="rect">
                  <a:avLst/>
                </a:prstGeom>
              </p:spPr>
            </p:pic>
          </mc:Fallback>
        </mc:AlternateContent>
      </p:grpSp>
      <p:grpSp>
        <p:nvGrpSpPr>
          <p:cNvPr id="81" name="Group 80">
            <a:extLst>
              <a:ext uri="{FF2B5EF4-FFF2-40B4-BE49-F238E27FC236}">
                <a16:creationId xmlns:a16="http://schemas.microsoft.com/office/drawing/2014/main" id="{1D45C841-DFC6-42A7-B919-9A1309A4B668}"/>
              </a:ext>
            </a:extLst>
          </p:cNvPr>
          <p:cNvGrpSpPr/>
          <p:nvPr/>
        </p:nvGrpSpPr>
        <p:grpSpPr>
          <a:xfrm>
            <a:off x="2919817" y="4307829"/>
            <a:ext cx="235800" cy="81360"/>
            <a:chOff x="2919817" y="4307829"/>
            <a:chExt cx="235800" cy="81360"/>
          </a:xfrm>
        </p:grpSpPr>
        <mc:AlternateContent xmlns:mc="http://schemas.openxmlformats.org/markup-compatibility/2006" xmlns:p14="http://schemas.microsoft.com/office/powerpoint/2010/main">
          <mc:Choice Requires="p14">
            <p:contentPart p14:bwMode="auto" r:id="rId91">
              <p14:nvContentPartPr>
                <p14:cNvPr id="78" name="Ink 77">
                  <a:extLst>
                    <a:ext uri="{FF2B5EF4-FFF2-40B4-BE49-F238E27FC236}">
                      <a16:creationId xmlns:a16="http://schemas.microsoft.com/office/drawing/2014/main" id="{0572E6B7-2F9D-44BA-9869-70F91E65A8FA}"/>
                    </a:ext>
                  </a:extLst>
                </p14:cNvPr>
                <p14:cNvContentPartPr/>
                <p14:nvPr/>
              </p14:nvContentPartPr>
              <p14:xfrm>
                <a:off x="2920897" y="4307829"/>
                <a:ext cx="217800" cy="21960"/>
              </p14:xfrm>
            </p:contentPart>
          </mc:Choice>
          <mc:Fallback xmlns="">
            <p:pic>
              <p:nvPicPr>
                <p:cNvPr id="78" name="Ink 77">
                  <a:extLst>
                    <a:ext uri="{FF2B5EF4-FFF2-40B4-BE49-F238E27FC236}">
                      <a16:creationId xmlns:a16="http://schemas.microsoft.com/office/drawing/2014/main" id="{0572E6B7-2F9D-44BA-9869-70F91E65A8FA}"/>
                    </a:ext>
                  </a:extLst>
                </p:cNvPr>
                <p:cNvPicPr/>
                <p:nvPr/>
              </p:nvPicPr>
              <p:blipFill>
                <a:blip r:embed="rId92"/>
                <a:stretch>
                  <a:fillRect/>
                </a:stretch>
              </p:blipFill>
              <p:spPr>
                <a:xfrm>
                  <a:off x="2902897" y="4289829"/>
                  <a:ext cx="25344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79" name="Ink 78">
                  <a:extLst>
                    <a:ext uri="{FF2B5EF4-FFF2-40B4-BE49-F238E27FC236}">
                      <a16:creationId xmlns:a16="http://schemas.microsoft.com/office/drawing/2014/main" id="{F74D4A15-9FC8-4371-BDF7-85C314699B52}"/>
                    </a:ext>
                  </a:extLst>
                </p14:cNvPr>
                <p14:cNvContentPartPr/>
                <p14:nvPr/>
              </p14:nvContentPartPr>
              <p14:xfrm>
                <a:off x="3121057" y="4369029"/>
                <a:ext cx="360" cy="360"/>
              </p14:xfrm>
            </p:contentPart>
          </mc:Choice>
          <mc:Fallback xmlns="">
            <p:pic>
              <p:nvPicPr>
                <p:cNvPr id="79" name="Ink 78">
                  <a:extLst>
                    <a:ext uri="{FF2B5EF4-FFF2-40B4-BE49-F238E27FC236}">
                      <a16:creationId xmlns:a16="http://schemas.microsoft.com/office/drawing/2014/main" id="{F74D4A15-9FC8-4371-BDF7-85C314699B52}"/>
                    </a:ext>
                  </a:extLst>
                </p:cNvPr>
                <p:cNvPicPr/>
                <p:nvPr/>
              </p:nvPicPr>
              <p:blipFill>
                <a:blip r:embed="rId7"/>
                <a:stretch>
                  <a:fillRect/>
                </a:stretch>
              </p:blipFill>
              <p:spPr>
                <a:xfrm>
                  <a:off x="3103417" y="435102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80" name="Ink 79">
                  <a:extLst>
                    <a:ext uri="{FF2B5EF4-FFF2-40B4-BE49-F238E27FC236}">
                      <a16:creationId xmlns:a16="http://schemas.microsoft.com/office/drawing/2014/main" id="{9BE7A035-E78C-49D8-B8AB-46A66F3B0031}"/>
                    </a:ext>
                  </a:extLst>
                </p14:cNvPr>
                <p14:cNvContentPartPr/>
                <p14:nvPr/>
              </p14:nvContentPartPr>
              <p14:xfrm>
                <a:off x="2919817" y="4370469"/>
                <a:ext cx="235800" cy="18720"/>
              </p14:xfrm>
            </p:contentPart>
          </mc:Choice>
          <mc:Fallback xmlns="">
            <p:pic>
              <p:nvPicPr>
                <p:cNvPr id="80" name="Ink 79">
                  <a:extLst>
                    <a:ext uri="{FF2B5EF4-FFF2-40B4-BE49-F238E27FC236}">
                      <a16:creationId xmlns:a16="http://schemas.microsoft.com/office/drawing/2014/main" id="{9BE7A035-E78C-49D8-B8AB-46A66F3B0031}"/>
                    </a:ext>
                  </a:extLst>
                </p:cNvPr>
                <p:cNvPicPr/>
                <p:nvPr/>
              </p:nvPicPr>
              <p:blipFill>
                <a:blip r:embed="rId95"/>
                <a:stretch>
                  <a:fillRect/>
                </a:stretch>
              </p:blipFill>
              <p:spPr>
                <a:xfrm>
                  <a:off x="2901817" y="4352829"/>
                  <a:ext cx="271440" cy="54360"/>
                </a:xfrm>
                <a:prstGeom prst="rect">
                  <a:avLst/>
                </a:prstGeom>
              </p:spPr>
            </p:pic>
          </mc:Fallback>
        </mc:AlternateContent>
      </p:grpSp>
      <p:grpSp>
        <p:nvGrpSpPr>
          <p:cNvPr id="88" name="Group 87">
            <a:extLst>
              <a:ext uri="{FF2B5EF4-FFF2-40B4-BE49-F238E27FC236}">
                <a16:creationId xmlns:a16="http://schemas.microsoft.com/office/drawing/2014/main" id="{E01D027A-6C8E-4129-A0AD-916052B93B8C}"/>
              </a:ext>
            </a:extLst>
          </p:cNvPr>
          <p:cNvGrpSpPr/>
          <p:nvPr/>
        </p:nvGrpSpPr>
        <p:grpSpPr>
          <a:xfrm>
            <a:off x="3454905" y="4123509"/>
            <a:ext cx="563760" cy="420656"/>
            <a:chOff x="3539017" y="4122789"/>
            <a:chExt cx="563760" cy="420656"/>
          </a:xfrm>
        </p:grpSpPr>
        <mc:AlternateContent xmlns:mc="http://schemas.openxmlformats.org/markup-compatibility/2006" xmlns:p14="http://schemas.microsoft.com/office/powerpoint/2010/main">
          <mc:Choice Requires="p14">
            <p:contentPart p14:bwMode="auto" r:id="rId96">
              <p14:nvContentPartPr>
                <p14:cNvPr id="83" name="Ink 82">
                  <a:extLst>
                    <a:ext uri="{FF2B5EF4-FFF2-40B4-BE49-F238E27FC236}">
                      <a16:creationId xmlns:a16="http://schemas.microsoft.com/office/drawing/2014/main" id="{8B7198D2-5E2C-4335-98E9-88A1071F8535}"/>
                    </a:ext>
                  </a:extLst>
                </p14:cNvPr>
                <p14:cNvContentPartPr/>
                <p14:nvPr/>
              </p14:nvContentPartPr>
              <p14:xfrm>
                <a:off x="3539017" y="4122789"/>
                <a:ext cx="28440" cy="412560"/>
              </p14:xfrm>
            </p:contentPart>
          </mc:Choice>
          <mc:Fallback xmlns="">
            <p:pic>
              <p:nvPicPr>
                <p:cNvPr id="83" name="Ink 82">
                  <a:extLst>
                    <a:ext uri="{FF2B5EF4-FFF2-40B4-BE49-F238E27FC236}">
                      <a16:creationId xmlns:a16="http://schemas.microsoft.com/office/drawing/2014/main" id="{8B7198D2-5E2C-4335-98E9-88A1071F8535}"/>
                    </a:ext>
                  </a:extLst>
                </p:cNvPr>
                <p:cNvPicPr/>
                <p:nvPr/>
              </p:nvPicPr>
              <p:blipFill>
                <a:blip r:embed="rId97"/>
                <a:stretch>
                  <a:fillRect/>
                </a:stretch>
              </p:blipFill>
              <p:spPr>
                <a:xfrm>
                  <a:off x="3521017" y="4104789"/>
                  <a:ext cx="64080" cy="4482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84" name="Ink 83">
                  <a:extLst>
                    <a:ext uri="{FF2B5EF4-FFF2-40B4-BE49-F238E27FC236}">
                      <a16:creationId xmlns:a16="http://schemas.microsoft.com/office/drawing/2014/main" id="{7237E948-D3CE-479C-8E6B-236B8EE018E6}"/>
                    </a:ext>
                  </a:extLst>
                </p14:cNvPr>
                <p14:cNvContentPartPr/>
                <p14:nvPr/>
              </p14:nvContentPartPr>
              <p14:xfrm>
                <a:off x="3656377" y="4232949"/>
                <a:ext cx="141840" cy="293760"/>
              </p14:xfrm>
            </p:contentPart>
          </mc:Choice>
          <mc:Fallback xmlns="">
            <p:pic>
              <p:nvPicPr>
                <p:cNvPr id="84" name="Ink 83">
                  <a:extLst>
                    <a:ext uri="{FF2B5EF4-FFF2-40B4-BE49-F238E27FC236}">
                      <a16:creationId xmlns:a16="http://schemas.microsoft.com/office/drawing/2014/main" id="{7237E948-D3CE-479C-8E6B-236B8EE018E6}"/>
                    </a:ext>
                  </a:extLst>
                </p:cNvPr>
                <p:cNvPicPr/>
                <p:nvPr/>
              </p:nvPicPr>
              <p:blipFill>
                <a:blip r:embed="rId99"/>
                <a:stretch>
                  <a:fillRect/>
                </a:stretch>
              </p:blipFill>
              <p:spPr>
                <a:xfrm>
                  <a:off x="3638737" y="4214949"/>
                  <a:ext cx="177480" cy="3294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85" name="Ink 84">
                  <a:extLst>
                    <a:ext uri="{FF2B5EF4-FFF2-40B4-BE49-F238E27FC236}">
                      <a16:creationId xmlns:a16="http://schemas.microsoft.com/office/drawing/2014/main" id="{5B04C233-588B-4069-A545-4490A86B57F4}"/>
                    </a:ext>
                  </a:extLst>
                </p14:cNvPr>
                <p14:cNvContentPartPr/>
                <p14:nvPr/>
              </p14:nvContentPartPr>
              <p14:xfrm>
                <a:off x="3811537" y="4207389"/>
                <a:ext cx="360" cy="360"/>
              </p14:xfrm>
            </p:contentPart>
          </mc:Choice>
          <mc:Fallback xmlns="">
            <p:pic>
              <p:nvPicPr>
                <p:cNvPr id="85" name="Ink 84">
                  <a:extLst>
                    <a:ext uri="{FF2B5EF4-FFF2-40B4-BE49-F238E27FC236}">
                      <a16:creationId xmlns:a16="http://schemas.microsoft.com/office/drawing/2014/main" id="{5B04C233-588B-4069-A545-4490A86B57F4}"/>
                    </a:ext>
                  </a:extLst>
                </p:cNvPr>
                <p:cNvPicPr/>
                <p:nvPr/>
              </p:nvPicPr>
              <p:blipFill>
                <a:blip r:embed="rId7"/>
                <a:stretch>
                  <a:fillRect/>
                </a:stretch>
              </p:blipFill>
              <p:spPr>
                <a:xfrm>
                  <a:off x="3793897" y="418938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86" name="Ink 85">
                  <a:extLst>
                    <a:ext uri="{FF2B5EF4-FFF2-40B4-BE49-F238E27FC236}">
                      <a16:creationId xmlns:a16="http://schemas.microsoft.com/office/drawing/2014/main" id="{0AEAA68A-65FF-4D1A-8E6B-EA835B19936D}"/>
                    </a:ext>
                  </a:extLst>
                </p14:cNvPr>
                <p14:cNvContentPartPr/>
                <p14:nvPr/>
              </p14:nvContentPartPr>
              <p14:xfrm>
                <a:off x="3852217" y="4219445"/>
                <a:ext cx="139680" cy="324000"/>
              </p14:xfrm>
            </p:contentPart>
          </mc:Choice>
          <mc:Fallback xmlns="">
            <p:pic>
              <p:nvPicPr>
                <p:cNvPr id="86" name="Ink 85">
                  <a:extLst>
                    <a:ext uri="{FF2B5EF4-FFF2-40B4-BE49-F238E27FC236}">
                      <a16:creationId xmlns:a16="http://schemas.microsoft.com/office/drawing/2014/main" id="{0AEAA68A-65FF-4D1A-8E6B-EA835B19936D}"/>
                    </a:ext>
                  </a:extLst>
                </p:cNvPr>
                <p:cNvPicPr/>
                <p:nvPr/>
              </p:nvPicPr>
              <p:blipFill>
                <a:blip r:embed="rId102"/>
                <a:stretch>
                  <a:fillRect/>
                </a:stretch>
              </p:blipFill>
              <p:spPr>
                <a:xfrm>
                  <a:off x="3834217" y="4201805"/>
                  <a:ext cx="175320"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87" name="Ink 86">
                  <a:extLst>
                    <a:ext uri="{FF2B5EF4-FFF2-40B4-BE49-F238E27FC236}">
                      <a16:creationId xmlns:a16="http://schemas.microsoft.com/office/drawing/2014/main" id="{BE216EAA-F8C5-4DE4-972F-9D0C4DA0BB4F}"/>
                    </a:ext>
                  </a:extLst>
                </p14:cNvPr>
                <p14:cNvContentPartPr/>
                <p14:nvPr/>
              </p14:nvContentPartPr>
              <p14:xfrm>
                <a:off x="3939337" y="4191005"/>
                <a:ext cx="163440" cy="297720"/>
              </p14:xfrm>
            </p:contentPart>
          </mc:Choice>
          <mc:Fallback xmlns="">
            <p:pic>
              <p:nvPicPr>
                <p:cNvPr id="87" name="Ink 86">
                  <a:extLst>
                    <a:ext uri="{FF2B5EF4-FFF2-40B4-BE49-F238E27FC236}">
                      <a16:creationId xmlns:a16="http://schemas.microsoft.com/office/drawing/2014/main" id="{BE216EAA-F8C5-4DE4-972F-9D0C4DA0BB4F}"/>
                    </a:ext>
                  </a:extLst>
                </p:cNvPr>
                <p:cNvPicPr/>
                <p:nvPr/>
              </p:nvPicPr>
              <p:blipFill>
                <a:blip r:embed="rId104"/>
                <a:stretch>
                  <a:fillRect/>
                </a:stretch>
              </p:blipFill>
              <p:spPr>
                <a:xfrm>
                  <a:off x="3921697" y="4173005"/>
                  <a:ext cx="199080" cy="333360"/>
                </a:xfrm>
                <a:prstGeom prst="rect">
                  <a:avLst/>
                </a:prstGeom>
              </p:spPr>
            </p:pic>
          </mc:Fallback>
        </mc:AlternateContent>
      </p:grpSp>
      <p:grpSp>
        <p:nvGrpSpPr>
          <p:cNvPr id="109" name="Group 108">
            <a:extLst>
              <a:ext uri="{FF2B5EF4-FFF2-40B4-BE49-F238E27FC236}">
                <a16:creationId xmlns:a16="http://schemas.microsoft.com/office/drawing/2014/main" id="{DFBCCA42-2786-4C61-834A-04B1584B5317}"/>
              </a:ext>
            </a:extLst>
          </p:cNvPr>
          <p:cNvGrpSpPr/>
          <p:nvPr/>
        </p:nvGrpSpPr>
        <p:grpSpPr>
          <a:xfrm>
            <a:off x="1430497" y="4810749"/>
            <a:ext cx="3416760" cy="1112760"/>
            <a:chOff x="1430497" y="4810749"/>
            <a:chExt cx="3416760" cy="1112760"/>
          </a:xfrm>
        </p:grpSpPr>
        <mc:AlternateContent xmlns:mc="http://schemas.openxmlformats.org/markup-compatibility/2006" xmlns:p14="http://schemas.microsoft.com/office/powerpoint/2010/main">
          <mc:Choice Requires="p14">
            <p:contentPart p14:bwMode="auto" r:id="rId105">
              <p14:nvContentPartPr>
                <p14:cNvPr id="89" name="Ink 88">
                  <a:extLst>
                    <a:ext uri="{FF2B5EF4-FFF2-40B4-BE49-F238E27FC236}">
                      <a16:creationId xmlns:a16="http://schemas.microsoft.com/office/drawing/2014/main" id="{1EBE36D9-E836-4BE2-9848-778CD8A6A436}"/>
                    </a:ext>
                  </a:extLst>
                </p14:cNvPr>
                <p14:cNvContentPartPr/>
                <p14:nvPr/>
              </p14:nvContentPartPr>
              <p14:xfrm>
                <a:off x="1430497" y="4810749"/>
                <a:ext cx="270360" cy="552960"/>
              </p14:xfrm>
            </p:contentPart>
          </mc:Choice>
          <mc:Fallback xmlns="">
            <p:pic>
              <p:nvPicPr>
                <p:cNvPr id="89" name="Ink 88">
                  <a:extLst>
                    <a:ext uri="{FF2B5EF4-FFF2-40B4-BE49-F238E27FC236}">
                      <a16:creationId xmlns:a16="http://schemas.microsoft.com/office/drawing/2014/main" id="{1EBE36D9-E836-4BE2-9848-778CD8A6A436}"/>
                    </a:ext>
                  </a:extLst>
                </p:cNvPr>
                <p:cNvPicPr/>
                <p:nvPr/>
              </p:nvPicPr>
              <p:blipFill>
                <a:blip r:embed="rId106"/>
                <a:stretch>
                  <a:fillRect/>
                </a:stretch>
              </p:blipFill>
              <p:spPr>
                <a:xfrm>
                  <a:off x="1412497" y="4793109"/>
                  <a:ext cx="306000" cy="5886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90" name="Ink 89">
                  <a:extLst>
                    <a:ext uri="{FF2B5EF4-FFF2-40B4-BE49-F238E27FC236}">
                      <a16:creationId xmlns:a16="http://schemas.microsoft.com/office/drawing/2014/main" id="{DA6E5DF9-100C-4E5B-82CB-54F8741A1F5C}"/>
                    </a:ext>
                  </a:extLst>
                </p14:cNvPr>
                <p14:cNvContentPartPr/>
                <p14:nvPr/>
              </p14:nvContentPartPr>
              <p14:xfrm>
                <a:off x="1724977" y="4867989"/>
                <a:ext cx="252360" cy="313560"/>
              </p14:xfrm>
            </p:contentPart>
          </mc:Choice>
          <mc:Fallback xmlns="">
            <p:pic>
              <p:nvPicPr>
                <p:cNvPr id="90" name="Ink 89">
                  <a:extLst>
                    <a:ext uri="{FF2B5EF4-FFF2-40B4-BE49-F238E27FC236}">
                      <a16:creationId xmlns:a16="http://schemas.microsoft.com/office/drawing/2014/main" id="{DA6E5DF9-100C-4E5B-82CB-54F8741A1F5C}"/>
                    </a:ext>
                  </a:extLst>
                </p:cNvPr>
                <p:cNvPicPr/>
                <p:nvPr/>
              </p:nvPicPr>
              <p:blipFill>
                <a:blip r:embed="rId108"/>
                <a:stretch>
                  <a:fillRect/>
                </a:stretch>
              </p:blipFill>
              <p:spPr>
                <a:xfrm>
                  <a:off x="1706977" y="4849989"/>
                  <a:ext cx="28800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91" name="Ink 90">
                  <a:extLst>
                    <a:ext uri="{FF2B5EF4-FFF2-40B4-BE49-F238E27FC236}">
                      <a16:creationId xmlns:a16="http://schemas.microsoft.com/office/drawing/2014/main" id="{ED6C4263-BBC7-4B90-AD73-D0B83265E339}"/>
                    </a:ext>
                  </a:extLst>
                </p14:cNvPr>
                <p14:cNvContentPartPr/>
                <p14:nvPr/>
              </p14:nvContentPartPr>
              <p14:xfrm>
                <a:off x="1872577" y="4852869"/>
                <a:ext cx="15840" cy="496800"/>
              </p14:xfrm>
            </p:contentPart>
          </mc:Choice>
          <mc:Fallback xmlns="">
            <p:pic>
              <p:nvPicPr>
                <p:cNvPr id="91" name="Ink 90">
                  <a:extLst>
                    <a:ext uri="{FF2B5EF4-FFF2-40B4-BE49-F238E27FC236}">
                      <a16:creationId xmlns:a16="http://schemas.microsoft.com/office/drawing/2014/main" id="{ED6C4263-BBC7-4B90-AD73-D0B83265E339}"/>
                    </a:ext>
                  </a:extLst>
                </p:cNvPr>
                <p:cNvPicPr/>
                <p:nvPr/>
              </p:nvPicPr>
              <p:blipFill>
                <a:blip r:embed="rId110"/>
                <a:stretch>
                  <a:fillRect/>
                </a:stretch>
              </p:blipFill>
              <p:spPr>
                <a:xfrm>
                  <a:off x="1854577" y="4835229"/>
                  <a:ext cx="51480" cy="5324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92" name="Ink 91">
                  <a:extLst>
                    <a:ext uri="{FF2B5EF4-FFF2-40B4-BE49-F238E27FC236}">
                      <a16:creationId xmlns:a16="http://schemas.microsoft.com/office/drawing/2014/main" id="{E96E1202-FB95-423E-A9F9-B7506A222447}"/>
                    </a:ext>
                  </a:extLst>
                </p14:cNvPr>
                <p14:cNvContentPartPr/>
                <p14:nvPr/>
              </p14:nvContentPartPr>
              <p14:xfrm>
                <a:off x="2014777" y="4856109"/>
                <a:ext cx="223560" cy="512640"/>
              </p14:xfrm>
            </p:contentPart>
          </mc:Choice>
          <mc:Fallback xmlns="">
            <p:pic>
              <p:nvPicPr>
                <p:cNvPr id="92" name="Ink 91">
                  <a:extLst>
                    <a:ext uri="{FF2B5EF4-FFF2-40B4-BE49-F238E27FC236}">
                      <a16:creationId xmlns:a16="http://schemas.microsoft.com/office/drawing/2014/main" id="{E96E1202-FB95-423E-A9F9-B7506A222447}"/>
                    </a:ext>
                  </a:extLst>
                </p:cNvPr>
                <p:cNvPicPr/>
                <p:nvPr/>
              </p:nvPicPr>
              <p:blipFill>
                <a:blip r:embed="rId112"/>
                <a:stretch>
                  <a:fillRect/>
                </a:stretch>
              </p:blipFill>
              <p:spPr>
                <a:xfrm>
                  <a:off x="1996777" y="4838469"/>
                  <a:ext cx="259200" cy="54828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93" name="Ink 92">
                  <a:extLst>
                    <a:ext uri="{FF2B5EF4-FFF2-40B4-BE49-F238E27FC236}">
                      <a16:creationId xmlns:a16="http://schemas.microsoft.com/office/drawing/2014/main" id="{3207CFD3-4A90-43D3-A2C7-89E76ADF85C9}"/>
                    </a:ext>
                  </a:extLst>
                </p14:cNvPr>
                <p14:cNvContentPartPr/>
                <p14:nvPr/>
              </p14:nvContentPartPr>
              <p14:xfrm>
                <a:off x="2341657" y="4925589"/>
                <a:ext cx="192960" cy="469440"/>
              </p14:xfrm>
            </p:contentPart>
          </mc:Choice>
          <mc:Fallback xmlns="">
            <p:pic>
              <p:nvPicPr>
                <p:cNvPr id="93" name="Ink 92">
                  <a:extLst>
                    <a:ext uri="{FF2B5EF4-FFF2-40B4-BE49-F238E27FC236}">
                      <a16:creationId xmlns:a16="http://schemas.microsoft.com/office/drawing/2014/main" id="{3207CFD3-4A90-43D3-A2C7-89E76ADF85C9}"/>
                    </a:ext>
                  </a:extLst>
                </p:cNvPr>
                <p:cNvPicPr/>
                <p:nvPr/>
              </p:nvPicPr>
              <p:blipFill>
                <a:blip r:embed="rId114"/>
                <a:stretch>
                  <a:fillRect/>
                </a:stretch>
              </p:blipFill>
              <p:spPr>
                <a:xfrm>
                  <a:off x="2324017" y="4907949"/>
                  <a:ext cx="228600" cy="50508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94" name="Ink 93">
                  <a:extLst>
                    <a:ext uri="{FF2B5EF4-FFF2-40B4-BE49-F238E27FC236}">
                      <a16:creationId xmlns:a16="http://schemas.microsoft.com/office/drawing/2014/main" id="{E0F2D0CD-2EA7-4EC6-9E6F-F262F5A0E39E}"/>
                    </a:ext>
                  </a:extLst>
                </p14:cNvPr>
                <p14:cNvContentPartPr/>
                <p14:nvPr/>
              </p14:nvContentPartPr>
              <p14:xfrm>
                <a:off x="2599417" y="5065989"/>
                <a:ext cx="255240" cy="380880"/>
              </p14:xfrm>
            </p:contentPart>
          </mc:Choice>
          <mc:Fallback xmlns="">
            <p:pic>
              <p:nvPicPr>
                <p:cNvPr id="94" name="Ink 93">
                  <a:extLst>
                    <a:ext uri="{FF2B5EF4-FFF2-40B4-BE49-F238E27FC236}">
                      <a16:creationId xmlns:a16="http://schemas.microsoft.com/office/drawing/2014/main" id="{E0F2D0CD-2EA7-4EC6-9E6F-F262F5A0E39E}"/>
                    </a:ext>
                  </a:extLst>
                </p:cNvPr>
                <p:cNvPicPr/>
                <p:nvPr/>
              </p:nvPicPr>
              <p:blipFill>
                <a:blip r:embed="rId116"/>
                <a:stretch>
                  <a:fillRect/>
                </a:stretch>
              </p:blipFill>
              <p:spPr>
                <a:xfrm>
                  <a:off x="2581777" y="5048349"/>
                  <a:ext cx="290880" cy="41652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96" name="Ink 95">
                  <a:extLst>
                    <a:ext uri="{FF2B5EF4-FFF2-40B4-BE49-F238E27FC236}">
                      <a16:creationId xmlns:a16="http://schemas.microsoft.com/office/drawing/2014/main" id="{5931F35A-BBED-43CC-BA61-A3BD49F1DFF8}"/>
                    </a:ext>
                  </a:extLst>
                </p14:cNvPr>
                <p14:cNvContentPartPr/>
                <p14:nvPr/>
              </p14:nvContentPartPr>
              <p14:xfrm>
                <a:off x="2938537" y="5042589"/>
                <a:ext cx="256680" cy="309960"/>
              </p14:xfrm>
            </p:contentPart>
          </mc:Choice>
          <mc:Fallback xmlns="">
            <p:pic>
              <p:nvPicPr>
                <p:cNvPr id="96" name="Ink 95">
                  <a:extLst>
                    <a:ext uri="{FF2B5EF4-FFF2-40B4-BE49-F238E27FC236}">
                      <a16:creationId xmlns:a16="http://schemas.microsoft.com/office/drawing/2014/main" id="{5931F35A-BBED-43CC-BA61-A3BD49F1DFF8}"/>
                    </a:ext>
                  </a:extLst>
                </p:cNvPr>
                <p:cNvPicPr/>
                <p:nvPr/>
              </p:nvPicPr>
              <p:blipFill>
                <a:blip r:embed="rId118"/>
                <a:stretch>
                  <a:fillRect/>
                </a:stretch>
              </p:blipFill>
              <p:spPr>
                <a:xfrm>
                  <a:off x="2920537" y="5024949"/>
                  <a:ext cx="29232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98" name="Ink 97">
                  <a:extLst>
                    <a:ext uri="{FF2B5EF4-FFF2-40B4-BE49-F238E27FC236}">
                      <a16:creationId xmlns:a16="http://schemas.microsoft.com/office/drawing/2014/main" id="{E6CCEF8C-C964-4A62-8550-22495134B1FD}"/>
                    </a:ext>
                  </a:extLst>
                </p14:cNvPr>
                <p14:cNvContentPartPr/>
                <p14:nvPr/>
              </p14:nvContentPartPr>
              <p14:xfrm>
                <a:off x="3419497" y="5039349"/>
                <a:ext cx="187560" cy="35640"/>
              </p14:xfrm>
            </p:contentPart>
          </mc:Choice>
          <mc:Fallback xmlns="">
            <p:pic>
              <p:nvPicPr>
                <p:cNvPr id="98" name="Ink 97">
                  <a:extLst>
                    <a:ext uri="{FF2B5EF4-FFF2-40B4-BE49-F238E27FC236}">
                      <a16:creationId xmlns:a16="http://schemas.microsoft.com/office/drawing/2014/main" id="{E6CCEF8C-C964-4A62-8550-22495134B1FD}"/>
                    </a:ext>
                  </a:extLst>
                </p:cNvPr>
                <p:cNvPicPr/>
                <p:nvPr/>
              </p:nvPicPr>
              <p:blipFill>
                <a:blip r:embed="rId120"/>
                <a:stretch>
                  <a:fillRect/>
                </a:stretch>
              </p:blipFill>
              <p:spPr>
                <a:xfrm>
                  <a:off x="3401857" y="5021349"/>
                  <a:ext cx="2232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99" name="Ink 98">
                  <a:extLst>
                    <a:ext uri="{FF2B5EF4-FFF2-40B4-BE49-F238E27FC236}">
                      <a16:creationId xmlns:a16="http://schemas.microsoft.com/office/drawing/2014/main" id="{E69AF259-7367-48C7-AC24-980E1C96ABA6}"/>
                    </a:ext>
                  </a:extLst>
                </p14:cNvPr>
                <p14:cNvContentPartPr/>
                <p14:nvPr/>
              </p14:nvContentPartPr>
              <p14:xfrm>
                <a:off x="3418057" y="5163909"/>
                <a:ext cx="157320" cy="15120"/>
              </p14:xfrm>
            </p:contentPart>
          </mc:Choice>
          <mc:Fallback xmlns="">
            <p:pic>
              <p:nvPicPr>
                <p:cNvPr id="99" name="Ink 98">
                  <a:extLst>
                    <a:ext uri="{FF2B5EF4-FFF2-40B4-BE49-F238E27FC236}">
                      <a16:creationId xmlns:a16="http://schemas.microsoft.com/office/drawing/2014/main" id="{E69AF259-7367-48C7-AC24-980E1C96ABA6}"/>
                    </a:ext>
                  </a:extLst>
                </p:cNvPr>
                <p:cNvPicPr/>
                <p:nvPr/>
              </p:nvPicPr>
              <p:blipFill>
                <a:blip r:embed="rId122"/>
                <a:stretch>
                  <a:fillRect/>
                </a:stretch>
              </p:blipFill>
              <p:spPr>
                <a:xfrm>
                  <a:off x="3400417" y="5145909"/>
                  <a:ext cx="1929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00" name="Ink 99">
                  <a:extLst>
                    <a:ext uri="{FF2B5EF4-FFF2-40B4-BE49-F238E27FC236}">
                      <a16:creationId xmlns:a16="http://schemas.microsoft.com/office/drawing/2014/main" id="{BF133E3E-6811-4473-9965-645F7988B7DA}"/>
                    </a:ext>
                  </a:extLst>
                </p14:cNvPr>
                <p14:cNvContentPartPr/>
                <p14:nvPr/>
              </p14:nvContentPartPr>
              <p14:xfrm>
                <a:off x="3793537" y="4916229"/>
                <a:ext cx="254880" cy="447120"/>
              </p14:xfrm>
            </p:contentPart>
          </mc:Choice>
          <mc:Fallback xmlns="">
            <p:pic>
              <p:nvPicPr>
                <p:cNvPr id="100" name="Ink 99">
                  <a:extLst>
                    <a:ext uri="{FF2B5EF4-FFF2-40B4-BE49-F238E27FC236}">
                      <a16:creationId xmlns:a16="http://schemas.microsoft.com/office/drawing/2014/main" id="{BF133E3E-6811-4473-9965-645F7988B7DA}"/>
                    </a:ext>
                  </a:extLst>
                </p:cNvPr>
                <p:cNvPicPr/>
                <p:nvPr/>
              </p:nvPicPr>
              <p:blipFill>
                <a:blip r:embed="rId124"/>
                <a:stretch>
                  <a:fillRect/>
                </a:stretch>
              </p:blipFill>
              <p:spPr>
                <a:xfrm>
                  <a:off x="3775537" y="4898589"/>
                  <a:ext cx="290520" cy="4827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01" name="Ink 100">
                  <a:extLst>
                    <a:ext uri="{FF2B5EF4-FFF2-40B4-BE49-F238E27FC236}">
                      <a16:creationId xmlns:a16="http://schemas.microsoft.com/office/drawing/2014/main" id="{98EA2C71-2032-470F-86A8-93CAA315B596}"/>
                    </a:ext>
                  </a:extLst>
                </p14:cNvPr>
                <p14:cNvContentPartPr/>
                <p14:nvPr/>
              </p14:nvContentPartPr>
              <p14:xfrm>
                <a:off x="4058137" y="4940349"/>
                <a:ext cx="223200" cy="249120"/>
              </p14:xfrm>
            </p:contentPart>
          </mc:Choice>
          <mc:Fallback xmlns="">
            <p:pic>
              <p:nvPicPr>
                <p:cNvPr id="101" name="Ink 100">
                  <a:extLst>
                    <a:ext uri="{FF2B5EF4-FFF2-40B4-BE49-F238E27FC236}">
                      <a16:creationId xmlns:a16="http://schemas.microsoft.com/office/drawing/2014/main" id="{98EA2C71-2032-470F-86A8-93CAA315B596}"/>
                    </a:ext>
                  </a:extLst>
                </p:cNvPr>
                <p:cNvPicPr/>
                <p:nvPr/>
              </p:nvPicPr>
              <p:blipFill>
                <a:blip r:embed="rId126"/>
                <a:stretch>
                  <a:fillRect/>
                </a:stretch>
              </p:blipFill>
              <p:spPr>
                <a:xfrm>
                  <a:off x="4040137" y="4922709"/>
                  <a:ext cx="25884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02" name="Ink 101">
                  <a:extLst>
                    <a:ext uri="{FF2B5EF4-FFF2-40B4-BE49-F238E27FC236}">
                      <a16:creationId xmlns:a16="http://schemas.microsoft.com/office/drawing/2014/main" id="{4711229C-F004-4C67-B635-52395972A889}"/>
                    </a:ext>
                  </a:extLst>
                </p14:cNvPr>
                <p14:cNvContentPartPr/>
                <p14:nvPr/>
              </p14:nvContentPartPr>
              <p14:xfrm>
                <a:off x="4206817" y="4912629"/>
                <a:ext cx="35640" cy="415080"/>
              </p14:xfrm>
            </p:contentPart>
          </mc:Choice>
          <mc:Fallback xmlns="">
            <p:pic>
              <p:nvPicPr>
                <p:cNvPr id="102" name="Ink 101">
                  <a:extLst>
                    <a:ext uri="{FF2B5EF4-FFF2-40B4-BE49-F238E27FC236}">
                      <a16:creationId xmlns:a16="http://schemas.microsoft.com/office/drawing/2014/main" id="{4711229C-F004-4C67-B635-52395972A889}"/>
                    </a:ext>
                  </a:extLst>
                </p:cNvPr>
                <p:cNvPicPr/>
                <p:nvPr/>
              </p:nvPicPr>
              <p:blipFill>
                <a:blip r:embed="rId128"/>
                <a:stretch>
                  <a:fillRect/>
                </a:stretch>
              </p:blipFill>
              <p:spPr>
                <a:xfrm>
                  <a:off x="4188817" y="4894629"/>
                  <a:ext cx="71280" cy="45072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04" name="Ink 103">
                  <a:extLst>
                    <a:ext uri="{FF2B5EF4-FFF2-40B4-BE49-F238E27FC236}">
                      <a16:creationId xmlns:a16="http://schemas.microsoft.com/office/drawing/2014/main" id="{1958DE9C-BA4A-4C76-B5D1-FB4500F1C1A1}"/>
                    </a:ext>
                  </a:extLst>
                </p14:cNvPr>
                <p14:cNvContentPartPr/>
                <p14:nvPr/>
              </p14:nvContentPartPr>
              <p14:xfrm>
                <a:off x="4374577" y="4915869"/>
                <a:ext cx="252000" cy="429480"/>
              </p14:xfrm>
            </p:contentPart>
          </mc:Choice>
          <mc:Fallback xmlns="">
            <p:pic>
              <p:nvPicPr>
                <p:cNvPr id="104" name="Ink 103">
                  <a:extLst>
                    <a:ext uri="{FF2B5EF4-FFF2-40B4-BE49-F238E27FC236}">
                      <a16:creationId xmlns:a16="http://schemas.microsoft.com/office/drawing/2014/main" id="{1958DE9C-BA4A-4C76-B5D1-FB4500F1C1A1}"/>
                    </a:ext>
                  </a:extLst>
                </p:cNvPr>
                <p:cNvPicPr/>
                <p:nvPr/>
              </p:nvPicPr>
              <p:blipFill>
                <a:blip r:embed="rId130"/>
                <a:stretch>
                  <a:fillRect/>
                </a:stretch>
              </p:blipFill>
              <p:spPr>
                <a:xfrm>
                  <a:off x="4356937" y="4898229"/>
                  <a:ext cx="287640" cy="46512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05" name="Ink 104">
                  <a:extLst>
                    <a:ext uri="{FF2B5EF4-FFF2-40B4-BE49-F238E27FC236}">
                      <a16:creationId xmlns:a16="http://schemas.microsoft.com/office/drawing/2014/main" id="{9121A7E7-0568-445D-A869-B39C4D8178F5}"/>
                    </a:ext>
                  </a:extLst>
                </p14:cNvPr>
                <p14:cNvContentPartPr/>
                <p14:nvPr/>
              </p14:nvContentPartPr>
              <p14:xfrm>
                <a:off x="4622257" y="5001189"/>
                <a:ext cx="225000" cy="307080"/>
              </p14:xfrm>
            </p:contentPart>
          </mc:Choice>
          <mc:Fallback xmlns="">
            <p:pic>
              <p:nvPicPr>
                <p:cNvPr id="105" name="Ink 104">
                  <a:extLst>
                    <a:ext uri="{FF2B5EF4-FFF2-40B4-BE49-F238E27FC236}">
                      <a16:creationId xmlns:a16="http://schemas.microsoft.com/office/drawing/2014/main" id="{9121A7E7-0568-445D-A869-B39C4D8178F5}"/>
                    </a:ext>
                  </a:extLst>
                </p:cNvPr>
                <p:cNvPicPr/>
                <p:nvPr/>
              </p:nvPicPr>
              <p:blipFill>
                <a:blip r:embed="rId132"/>
                <a:stretch>
                  <a:fillRect/>
                </a:stretch>
              </p:blipFill>
              <p:spPr>
                <a:xfrm>
                  <a:off x="4604257" y="4983189"/>
                  <a:ext cx="260640" cy="34272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06" name="Ink 105">
                  <a:extLst>
                    <a:ext uri="{FF2B5EF4-FFF2-40B4-BE49-F238E27FC236}">
                      <a16:creationId xmlns:a16="http://schemas.microsoft.com/office/drawing/2014/main" id="{9604510E-8CF3-4900-B523-91E50A62C4C6}"/>
                    </a:ext>
                  </a:extLst>
                </p14:cNvPr>
                <p14:cNvContentPartPr/>
                <p14:nvPr/>
              </p14:nvContentPartPr>
              <p14:xfrm>
                <a:off x="3831337" y="5480349"/>
                <a:ext cx="944640" cy="62280"/>
              </p14:xfrm>
            </p:contentPart>
          </mc:Choice>
          <mc:Fallback xmlns="">
            <p:pic>
              <p:nvPicPr>
                <p:cNvPr id="106" name="Ink 105">
                  <a:extLst>
                    <a:ext uri="{FF2B5EF4-FFF2-40B4-BE49-F238E27FC236}">
                      <a16:creationId xmlns:a16="http://schemas.microsoft.com/office/drawing/2014/main" id="{9604510E-8CF3-4900-B523-91E50A62C4C6}"/>
                    </a:ext>
                  </a:extLst>
                </p:cNvPr>
                <p:cNvPicPr/>
                <p:nvPr/>
              </p:nvPicPr>
              <p:blipFill>
                <a:blip r:embed="rId134"/>
                <a:stretch>
                  <a:fillRect/>
                </a:stretch>
              </p:blipFill>
              <p:spPr>
                <a:xfrm>
                  <a:off x="3813697" y="5462349"/>
                  <a:ext cx="98028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07" name="Ink 106">
                  <a:extLst>
                    <a:ext uri="{FF2B5EF4-FFF2-40B4-BE49-F238E27FC236}">
                      <a16:creationId xmlns:a16="http://schemas.microsoft.com/office/drawing/2014/main" id="{9C224B6A-F1A9-4C77-AB72-EB2C68D085C4}"/>
                    </a:ext>
                  </a:extLst>
                </p14:cNvPr>
                <p14:cNvContentPartPr/>
                <p14:nvPr/>
              </p14:nvContentPartPr>
              <p14:xfrm>
                <a:off x="4210057" y="5582229"/>
                <a:ext cx="39600" cy="337320"/>
              </p14:xfrm>
            </p:contentPart>
          </mc:Choice>
          <mc:Fallback xmlns="">
            <p:pic>
              <p:nvPicPr>
                <p:cNvPr id="107" name="Ink 106">
                  <a:extLst>
                    <a:ext uri="{FF2B5EF4-FFF2-40B4-BE49-F238E27FC236}">
                      <a16:creationId xmlns:a16="http://schemas.microsoft.com/office/drawing/2014/main" id="{9C224B6A-F1A9-4C77-AB72-EB2C68D085C4}"/>
                    </a:ext>
                  </a:extLst>
                </p:cNvPr>
                <p:cNvPicPr/>
                <p:nvPr/>
              </p:nvPicPr>
              <p:blipFill>
                <a:blip r:embed="rId136"/>
                <a:stretch>
                  <a:fillRect/>
                </a:stretch>
              </p:blipFill>
              <p:spPr>
                <a:xfrm>
                  <a:off x="4192417" y="5564229"/>
                  <a:ext cx="75240" cy="37296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08" name="Ink 107">
                  <a:extLst>
                    <a:ext uri="{FF2B5EF4-FFF2-40B4-BE49-F238E27FC236}">
                      <a16:creationId xmlns:a16="http://schemas.microsoft.com/office/drawing/2014/main" id="{6CEB3943-E9D1-4C26-A3BA-FA6E111813AA}"/>
                    </a:ext>
                  </a:extLst>
                </p14:cNvPr>
                <p14:cNvContentPartPr/>
                <p14:nvPr/>
              </p14:nvContentPartPr>
              <p14:xfrm>
                <a:off x="4363057" y="5588709"/>
                <a:ext cx="140760" cy="334800"/>
              </p14:xfrm>
            </p:contentPart>
          </mc:Choice>
          <mc:Fallback xmlns="">
            <p:pic>
              <p:nvPicPr>
                <p:cNvPr id="108" name="Ink 107">
                  <a:extLst>
                    <a:ext uri="{FF2B5EF4-FFF2-40B4-BE49-F238E27FC236}">
                      <a16:creationId xmlns:a16="http://schemas.microsoft.com/office/drawing/2014/main" id="{6CEB3943-E9D1-4C26-A3BA-FA6E111813AA}"/>
                    </a:ext>
                  </a:extLst>
                </p:cNvPr>
                <p:cNvPicPr/>
                <p:nvPr/>
              </p:nvPicPr>
              <p:blipFill>
                <a:blip r:embed="rId138"/>
                <a:stretch>
                  <a:fillRect/>
                </a:stretch>
              </p:blipFill>
              <p:spPr>
                <a:xfrm>
                  <a:off x="4345057" y="5570709"/>
                  <a:ext cx="176400" cy="370440"/>
                </a:xfrm>
                <a:prstGeom prst="rect">
                  <a:avLst/>
                </a:prstGeom>
              </p:spPr>
            </p:pic>
          </mc:Fallback>
        </mc:AlternateContent>
      </p:grpSp>
      <p:grpSp>
        <p:nvGrpSpPr>
          <p:cNvPr id="113" name="Group 112">
            <a:extLst>
              <a:ext uri="{FF2B5EF4-FFF2-40B4-BE49-F238E27FC236}">
                <a16:creationId xmlns:a16="http://schemas.microsoft.com/office/drawing/2014/main" id="{C1A47D15-0610-45BC-A750-87C093537A7F}"/>
              </a:ext>
            </a:extLst>
          </p:cNvPr>
          <p:cNvGrpSpPr/>
          <p:nvPr/>
        </p:nvGrpSpPr>
        <p:grpSpPr>
          <a:xfrm>
            <a:off x="5071177" y="5037189"/>
            <a:ext cx="585720" cy="384840"/>
            <a:chOff x="5071177" y="5037189"/>
            <a:chExt cx="585720" cy="384840"/>
          </a:xfrm>
        </p:grpSpPr>
        <mc:AlternateContent xmlns:mc="http://schemas.openxmlformats.org/markup-compatibility/2006" xmlns:p14="http://schemas.microsoft.com/office/powerpoint/2010/main">
          <mc:Choice Requires="p14">
            <p:contentPart p14:bwMode="auto" r:id="rId139">
              <p14:nvContentPartPr>
                <p14:cNvPr id="110" name="Ink 109">
                  <a:extLst>
                    <a:ext uri="{FF2B5EF4-FFF2-40B4-BE49-F238E27FC236}">
                      <a16:creationId xmlns:a16="http://schemas.microsoft.com/office/drawing/2014/main" id="{48C9688F-B415-4F33-9905-61D052360348}"/>
                    </a:ext>
                  </a:extLst>
                </p14:cNvPr>
                <p14:cNvContentPartPr/>
                <p14:nvPr/>
              </p14:nvContentPartPr>
              <p14:xfrm>
                <a:off x="5283217" y="5268309"/>
                <a:ext cx="25560" cy="42840"/>
              </p14:xfrm>
            </p:contentPart>
          </mc:Choice>
          <mc:Fallback xmlns="">
            <p:pic>
              <p:nvPicPr>
                <p:cNvPr id="110" name="Ink 109">
                  <a:extLst>
                    <a:ext uri="{FF2B5EF4-FFF2-40B4-BE49-F238E27FC236}">
                      <a16:creationId xmlns:a16="http://schemas.microsoft.com/office/drawing/2014/main" id="{48C9688F-B415-4F33-9905-61D052360348}"/>
                    </a:ext>
                  </a:extLst>
                </p:cNvPr>
                <p:cNvPicPr/>
                <p:nvPr/>
              </p:nvPicPr>
              <p:blipFill>
                <a:blip r:embed="rId140"/>
                <a:stretch>
                  <a:fillRect/>
                </a:stretch>
              </p:blipFill>
              <p:spPr>
                <a:xfrm>
                  <a:off x="5265217" y="5250669"/>
                  <a:ext cx="612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11" name="Ink 110">
                  <a:extLst>
                    <a:ext uri="{FF2B5EF4-FFF2-40B4-BE49-F238E27FC236}">
                      <a16:creationId xmlns:a16="http://schemas.microsoft.com/office/drawing/2014/main" id="{3163A46F-9DD8-4A70-938C-E8AF202F5AF7}"/>
                    </a:ext>
                  </a:extLst>
                </p14:cNvPr>
                <p14:cNvContentPartPr/>
                <p14:nvPr/>
              </p14:nvContentPartPr>
              <p14:xfrm>
                <a:off x="5071177" y="5071389"/>
                <a:ext cx="222120" cy="350640"/>
              </p14:xfrm>
            </p:contentPart>
          </mc:Choice>
          <mc:Fallback xmlns="">
            <p:pic>
              <p:nvPicPr>
                <p:cNvPr id="111" name="Ink 110">
                  <a:extLst>
                    <a:ext uri="{FF2B5EF4-FFF2-40B4-BE49-F238E27FC236}">
                      <a16:creationId xmlns:a16="http://schemas.microsoft.com/office/drawing/2014/main" id="{3163A46F-9DD8-4A70-938C-E8AF202F5AF7}"/>
                    </a:ext>
                  </a:extLst>
                </p:cNvPr>
                <p:cNvPicPr/>
                <p:nvPr/>
              </p:nvPicPr>
              <p:blipFill>
                <a:blip r:embed="rId142"/>
                <a:stretch>
                  <a:fillRect/>
                </a:stretch>
              </p:blipFill>
              <p:spPr>
                <a:xfrm>
                  <a:off x="5053177" y="5053749"/>
                  <a:ext cx="257760" cy="38628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12" name="Ink 111">
                  <a:extLst>
                    <a:ext uri="{FF2B5EF4-FFF2-40B4-BE49-F238E27FC236}">
                      <a16:creationId xmlns:a16="http://schemas.microsoft.com/office/drawing/2014/main" id="{BF11E4F4-D6EC-452D-8E8B-C998245A6915}"/>
                    </a:ext>
                  </a:extLst>
                </p14:cNvPr>
                <p14:cNvContentPartPr/>
                <p14:nvPr/>
              </p14:nvContentPartPr>
              <p14:xfrm>
                <a:off x="5320657" y="5037189"/>
                <a:ext cx="336240" cy="359640"/>
              </p14:xfrm>
            </p:contentPart>
          </mc:Choice>
          <mc:Fallback xmlns="">
            <p:pic>
              <p:nvPicPr>
                <p:cNvPr id="112" name="Ink 111">
                  <a:extLst>
                    <a:ext uri="{FF2B5EF4-FFF2-40B4-BE49-F238E27FC236}">
                      <a16:creationId xmlns:a16="http://schemas.microsoft.com/office/drawing/2014/main" id="{BF11E4F4-D6EC-452D-8E8B-C998245A6915}"/>
                    </a:ext>
                  </a:extLst>
                </p:cNvPr>
                <p:cNvPicPr/>
                <p:nvPr/>
              </p:nvPicPr>
              <p:blipFill>
                <a:blip r:embed="rId144"/>
                <a:stretch>
                  <a:fillRect/>
                </a:stretch>
              </p:blipFill>
              <p:spPr>
                <a:xfrm>
                  <a:off x="5302657" y="5019189"/>
                  <a:ext cx="371880" cy="395280"/>
                </a:xfrm>
                <a:prstGeom prst="rect">
                  <a:avLst/>
                </a:prstGeom>
              </p:spPr>
            </p:pic>
          </mc:Fallback>
        </mc:AlternateContent>
      </p:grpSp>
      <p:grpSp>
        <p:nvGrpSpPr>
          <p:cNvPr id="127" name="Group 126">
            <a:extLst>
              <a:ext uri="{FF2B5EF4-FFF2-40B4-BE49-F238E27FC236}">
                <a16:creationId xmlns:a16="http://schemas.microsoft.com/office/drawing/2014/main" id="{C79EA4FB-87E4-43C5-A16A-1614B7E5F260}"/>
              </a:ext>
            </a:extLst>
          </p:cNvPr>
          <p:cNvGrpSpPr/>
          <p:nvPr/>
        </p:nvGrpSpPr>
        <p:grpSpPr>
          <a:xfrm>
            <a:off x="3521377" y="6128349"/>
            <a:ext cx="1942200" cy="550440"/>
            <a:chOff x="3521377" y="6128349"/>
            <a:chExt cx="1942200" cy="550440"/>
          </a:xfrm>
        </p:grpSpPr>
        <mc:AlternateContent xmlns:mc="http://schemas.openxmlformats.org/markup-compatibility/2006" xmlns:p14="http://schemas.microsoft.com/office/powerpoint/2010/main">
          <mc:Choice Requires="p14">
            <p:contentPart p14:bwMode="auto" r:id="rId145">
              <p14:nvContentPartPr>
                <p14:cNvPr id="114" name="Ink 113">
                  <a:extLst>
                    <a:ext uri="{FF2B5EF4-FFF2-40B4-BE49-F238E27FC236}">
                      <a16:creationId xmlns:a16="http://schemas.microsoft.com/office/drawing/2014/main" id="{B8F488C4-3A4D-4BB5-AD37-75A203277684}"/>
                    </a:ext>
                  </a:extLst>
                </p14:cNvPr>
                <p14:cNvContentPartPr/>
                <p14:nvPr/>
              </p14:nvContentPartPr>
              <p14:xfrm>
                <a:off x="3588697" y="6392949"/>
                <a:ext cx="133200" cy="16560"/>
              </p14:xfrm>
            </p:contentPart>
          </mc:Choice>
          <mc:Fallback xmlns="">
            <p:pic>
              <p:nvPicPr>
                <p:cNvPr id="114" name="Ink 113">
                  <a:extLst>
                    <a:ext uri="{FF2B5EF4-FFF2-40B4-BE49-F238E27FC236}">
                      <a16:creationId xmlns:a16="http://schemas.microsoft.com/office/drawing/2014/main" id="{B8F488C4-3A4D-4BB5-AD37-75A203277684}"/>
                    </a:ext>
                  </a:extLst>
                </p:cNvPr>
                <p:cNvPicPr/>
                <p:nvPr/>
              </p:nvPicPr>
              <p:blipFill>
                <a:blip r:embed="rId146"/>
                <a:stretch>
                  <a:fillRect/>
                </a:stretch>
              </p:blipFill>
              <p:spPr>
                <a:xfrm>
                  <a:off x="3570697" y="6375309"/>
                  <a:ext cx="16884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15" name="Ink 114">
                  <a:extLst>
                    <a:ext uri="{FF2B5EF4-FFF2-40B4-BE49-F238E27FC236}">
                      <a16:creationId xmlns:a16="http://schemas.microsoft.com/office/drawing/2014/main" id="{DB0BAE42-CEFF-45FF-8BB4-645DC94C401F}"/>
                    </a:ext>
                  </a:extLst>
                </p14:cNvPr>
                <p14:cNvContentPartPr/>
                <p14:nvPr/>
              </p14:nvContentPartPr>
              <p14:xfrm>
                <a:off x="3521377" y="6189909"/>
                <a:ext cx="209520" cy="42840"/>
              </p14:xfrm>
            </p:contentPart>
          </mc:Choice>
          <mc:Fallback xmlns="">
            <p:pic>
              <p:nvPicPr>
                <p:cNvPr id="115" name="Ink 114">
                  <a:extLst>
                    <a:ext uri="{FF2B5EF4-FFF2-40B4-BE49-F238E27FC236}">
                      <a16:creationId xmlns:a16="http://schemas.microsoft.com/office/drawing/2014/main" id="{DB0BAE42-CEFF-45FF-8BB4-645DC94C401F}"/>
                    </a:ext>
                  </a:extLst>
                </p:cNvPr>
                <p:cNvPicPr/>
                <p:nvPr/>
              </p:nvPicPr>
              <p:blipFill>
                <a:blip r:embed="rId148"/>
                <a:stretch>
                  <a:fillRect/>
                </a:stretch>
              </p:blipFill>
              <p:spPr>
                <a:xfrm>
                  <a:off x="3503377" y="6171909"/>
                  <a:ext cx="24516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16" name="Ink 115">
                  <a:extLst>
                    <a:ext uri="{FF2B5EF4-FFF2-40B4-BE49-F238E27FC236}">
                      <a16:creationId xmlns:a16="http://schemas.microsoft.com/office/drawing/2014/main" id="{0F6980A6-7EE8-4F5A-8CEE-304753056E6E}"/>
                    </a:ext>
                  </a:extLst>
                </p14:cNvPr>
                <p14:cNvContentPartPr/>
                <p14:nvPr/>
              </p14:nvContentPartPr>
              <p14:xfrm>
                <a:off x="3939697" y="6135189"/>
                <a:ext cx="254880" cy="481320"/>
              </p14:xfrm>
            </p:contentPart>
          </mc:Choice>
          <mc:Fallback xmlns="">
            <p:pic>
              <p:nvPicPr>
                <p:cNvPr id="116" name="Ink 115">
                  <a:extLst>
                    <a:ext uri="{FF2B5EF4-FFF2-40B4-BE49-F238E27FC236}">
                      <a16:creationId xmlns:a16="http://schemas.microsoft.com/office/drawing/2014/main" id="{0F6980A6-7EE8-4F5A-8CEE-304753056E6E}"/>
                    </a:ext>
                  </a:extLst>
                </p:cNvPr>
                <p:cNvPicPr/>
                <p:nvPr/>
              </p:nvPicPr>
              <p:blipFill>
                <a:blip r:embed="rId150"/>
                <a:stretch>
                  <a:fillRect/>
                </a:stretch>
              </p:blipFill>
              <p:spPr>
                <a:xfrm>
                  <a:off x="3921697" y="6117549"/>
                  <a:ext cx="290520" cy="51696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18" name="Ink 117">
                  <a:extLst>
                    <a:ext uri="{FF2B5EF4-FFF2-40B4-BE49-F238E27FC236}">
                      <a16:creationId xmlns:a16="http://schemas.microsoft.com/office/drawing/2014/main" id="{03B78CEC-A12C-4034-BC6D-D6F762AC4E58}"/>
                    </a:ext>
                  </a:extLst>
                </p14:cNvPr>
                <p14:cNvContentPartPr/>
                <p14:nvPr/>
              </p14:nvContentPartPr>
              <p14:xfrm>
                <a:off x="4485457" y="6382869"/>
                <a:ext cx="19800" cy="4320"/>
              </p14:xfrm>
            </p:contentPart>
          </mc:Choice>
          <mc:Fallback xmlns="">
            <p:pic>
              <p:nvPicPr>
                <p:cNvPr id="118" name="Ink 117">
                  <a:extLst>
                    <a:ext uri="{FF2B5EF4-FFF2-40B4-BE49-F238E27FC236}">
                      <a16:creationId xmlns:a16="http://schemas.microsoft.com/office/drawing/2014/main" id="{03B78CEC-A12C-4034-BC6D-D6F762AC4E58}"/>
                    </a:ext>
                  </a:extLst>
                </p:cNvPr>
                <p:cNvPicPr/>
                <p:nvPr/>
              </p:nvPicPr>
              <p:blipFill>
                <a:blip r:embed="rId152"/>
                <a:stretch>
                  <a:fillRect/>
                </a:stretch>
              </p:blipFill>
              <p:spPr>
                <a:xfrm>
                  <a:off x="4467817" y="6364869"/>
                  <a:ext cx="554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19" name="Ink 118">
                  <a:extLst>
                    <a:ext uri="{FF2B5EF4-FFF2-40B4-BE49-F238E27FC236}">
                      <a16:creationId xmlns:a16="http://schemas.microsoft.com/office/drawing/2014/main" id="{428110FD-FC41-47B1-8337-173029449CE2}"/>
                    </a:ext>
                  </a:extLst>
                </p14:cNvPr>
                <p14:cNvContentPartPr/>
                <p14:nvPr/>
              </p14:nvContentPartPr>
              <p14:xfrm>
                <a:off x="4333177" y="6219069"/>
                <a:ext cx="360" cy="360"/>
              </p14:xfrm>
            </p:contentPart>
          </mc:Choice>
          <mc:Fallback xmlns="">
            <p:pic>
              <p:nvPicPr>
                <p:cNvPr id="119" name="Ink 118">
                  <a:extLst>
                    <a:ext uri="{FF2B5EF4-FFF2-40B4-BE49-F238E27FC236}">
                      <a16:creationId xmlns:a16="http://schemas.microsoft.com/office/drawing/2014/main" id="{428110FD-FC41-47B1-8337-173029449CE2}"/>
                    </a:ext>
                  </a:extLst>
                </p:cNvPr>
                <p:cNvPicPr/>
                <p:nvPr/>
              </p:nvPicPr>
              <p:blipFill>
                <a:blip r:embed="rId7"/>
                <a:stretch>
                  <a:fillRect/>
                </a:stretch>
              </p:blipFill>
              <p:spPr>
                <a:xfrm>
                  <a:off x="4315537" y="620106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20" name="Ink 119">
                  <a:extLst>
                    <a:ext uri="{FF2B5EF4-FFF2-40B4-BE49-F238E27FC236}">
                      <a16:creationId xmlns:a16="http://schemas.microsoft.com/office/drawing/2014/main" id="{39A2E0B5-F6D0-487F-AF05-EF0808C3FAE4}"/>
                    </a:ext>
                  </a:extLst>
                </p14:cNvPr>
                <p14:cNvContentPartPr/>
                <p14:nvPr/>
              </p14:nvContentPartPr>
              <p14:xfrm>
                <a:off x="4399057" y="6394749"/>
                <a:ext cx="184680" cy="31680"/>
              </p14:xfrm>
            </p:contentPart>
          </mc:Choice>
          <mc:Fallback xmlns="">
            <p:pic>
              <p:nvPicPr>
                <p:cNvPr id="120" name="Ink 119">
                  <a:extLst>
                    <a:ext uri="{FF2B5EF4-FFF2-40B4-BE49-F238E27FC236}">
                      <a16:creationId xmlns:a16="http://schemas.microsoft.com/office/drawing/2014/main" id="{39A2E0B5-F6D0-487F-AF05-EF0808C3FAE4}"/>
                    </a:ext>
                  </a:extLst>
                </p:cNvPr>
                <p:cNvPicPr/>
                <p:nvPr/>
              </p:nvPicPr>
              <p:blipFill>
                <a:blip r:embed="rId155"/>
                <a:stretch>
                  <a:fillRect/>
                </a:stretch>
              </p:blipFill>
              <p:spPr>
                <a:xfrm>
                  <a:off x="4381057" y="6376749"/>
                  <a:ext cx="22032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21" name="Ink 120">
                  <a:extLst>
                    <a:ext uri="{FF2B5EF4-FFF2-40B4-BE49-F238E27FC236}">
                      <a16:creationId xmlns:a16="http://schemas.microsoft.com/office/drawing/2014/main" id="{FB193556-449D-4324-B06B-09BE7C8AE526}"/>
                    </a:ext>
                  </a:extLst>
                </p14:cNvPr>
                <p14:cNvContentPartPr/>
                <p14:nvPr/>
              </p14:nvContentPartPr>
              <p14:xfrm>
                <a:off x="4301137" y="6201789"/>
                <a:ext cx="268920" cy="202320"/>
              </p14:xfrm>
            </p:contentPart>
          </mc:Choice>
          <mc:Fallback xmlns="">
            <p:pic>
              <p:nvPicPr>
                <p:cNvPr id="121" name="Ink 120">
                  <a:extLst>
                    <a:ext uri="{FF2B5EF4-FFF2-40B4-BE49-F238E27FC236}">
                      <a16:creationId xmlns:a16="http://schemas.microsoft.com/office/drawing/2014/main" id="{FB193556-449D-4324-B06B-09BE7C8AE526}"/>
                    </a:ext>
                  </a:extLst>
                </p:cNvPr>
                <p:cNvPicPr/>
                <p:nvPr/>
              </p:nvPicPr>
              <p:blipFill>
                <a:blip r:embed="rId157"/>
                <a:stretch>
                  <a:fillRect/>
                </a:stretch>
              </p:blipFill>
              <p:spPr>
                <a:xfrm>
                  <a:off x="4283497" y="6184149"/>
                  <a:ext cx="30456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22" name="Ink 121">
                  <a:extLst>
                    <a:ext uri="{FF2B5EF4-FFF2-40B4-BE49-F238E27FC236}">
                      <a16:creationId xmlns:a16="http://schemas.microsoft.com/office/drawing/2014/main" id="{0EDE4A51-4ECC-497D-9BD2-6A22D5E6F44E}"/>
                    </a:ext>
                  </a:extLst>
                </p14:cNvPr>
                <p14:cNvContentPartPr/>
                <p14:nvPr/>
              </p14:nvContentPartPr>
              <p14:xfrm>
                <a:off x="4480417" y="6151389"/>
                <a:ext cx="50040" cy="460080"/>
              </p14:xfrm>
            </p:contentPart>
          </mc:Choice>
          <mc:Fallback xmlns="">
            <p:pic>
              <p:nvPicPr>
                <p:cNvPr id="122" name="Ink 121">
                  <a:extLst>
                    <a:ext uri="{FF2B5EF4-FFF2-40B4-BE49-F238E27FC236}">
                      <a16:creationId xmlns:a16="http://schemas.microsoft.com/office/drawing/2014/main" id="{0EDE4A51-4ECC-497D-9BD2-6A22D5E6F44E}"/>
                    </a:ext>
                  </a:extLst>
                </p:cNvPr>
                <p:cNvPicPr/>
                <p:nvPr/>
              </p:nvPicPr>
              <p:blipFill>
                <a:blip r:embed="rId159"/>
                <a:stretch>
                  <a:fillRect/>
                </a:stretch>
              </p:blipFill>
              <p:spPr>
                <a:xfrm>
                  <a:off x="4462777" y="6133749"/>
                  <a:ext cx="85680" cy="4957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23" name="Ink 122">
                  <a:extLst>
                    <a:ext uri="{FF2B5EF4-FFF2-40B4-BE49-F238E27FC236}">
                      <a16:creationId xmlns:a16="http://schemas.microsoft.com/office/drawing/2014/main" id="{0AE82A59-B616-4AB1-9A1B-2E9686EDBE0B}"/>
                    </a:ext>
                  </a:extLst>
                </p14:cNvPr>
                <p14:cNvContentPartPr/>
                <p14:nvPr/>
              </p14:nvContentPartPr>
              <p14:xfrm>
                <a:off x="4616857" y="6354429"/>
                <a:ext cx="243360" cy="286200"/>
              </p14:xfrm>
            </p:contentPart>
          </mc:Choice>
          <mc:Fallback xmlns="">
            <p:pic>
              <p:nvPicPr>
                <p:cNvPr id="123" name="Ink 122">
                  <a:extLst>
                    <a:ext uri="{FF2B5EF4-FFF2-40B4-BE49-F238E27FC236}">
                      <a16:creationId xmlns:a16="http://schemas.microsoft.com/office/drawing/2014/main" id="{0AE82A59-B616-4AB1-9A1B-2E9686EDBE0B}"/>
                    </a:ext>
                  </a:extLst>
                </p:cNvPr>
                <p:cNvPicPr/>
                <p:nvPr/>
              </p:nvPicPr>
              <p:blipFill>
                <a:blip r:embed="rId161"/>
                <a:stretch>
                  <a:fillRect/>
                </a:stretch>
              </p:blipFill>
              <p:spPr>
                <a:xfrm>
                  <a:off x="4598857" y="6336789"/>
                  <a:ext cx="27900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24" name="Ink 123">
                  <a:extLst>
                    <a:ext uri="{FF2B5EF4-FFF2-40B4-BE49-F238E27FC236}">
                      <a16:creationId xmlns:a16="http://schemas.microsoft.com/office/drawing/2014/main" id="{BE3D2A4E-776D-44FB-AE11-9574760C865E}"/>
                    </a:ext>
                  </a:extLst>
                </p14:cNvPr>
                <p14:cNvContentPartPr/>
                <p14:nvPr/>
              </p14:nvContentPartPr>
              <p14:xfrm>
                <a:off x="4610377" y="6128349"/>
                <a:ext cx="257040" cy="220320"/>
              </p14:xfrm>
            </p:contentPart>
          </mc:Choice>
          <mc:Fallback xmlns="">
            <p:pic>
              <p:nvPicPr>
                <p:cNvPr id="124" name="Ink 123">
                  <a:extLst>
                    <a:ext uri="{FF2B5EF4-FFF2-40B4-BE49-F238E27FC236}">
                      <a16:creationId xmlns:a16="http://schemas.microsoft.com/office/drawing/2014/main" id="{BE3D2A4E-776D-44FB-AE11-9574760C865E}"/>
                    </a:ext>
                  </a:extLst>
                </p:cNvPr>
                <p:cNvPicPr/>
                <p:nvPr/>
              </p:nvPicPr>
              <p:blipFill>
                <a:blip r:embed="rId163"/>
                <a:stretch>
                  <a:fillRect/>
                </a:stretch>
              </p:blipFill>
              <p:spPr>
                <a:xfrm>
                  <a:off x="4592737" y="6110709"/>
                  <a:ext cx="29268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25" name="Ink 124">
                  <a:extLst>
                    <a:ext uri="{FF2B5EF4-FFF2-40B4-BE49-F238E27FC236}">
                      <a16:creationId xmlns:a16="http://schemas.microsoft.com/office/drawing/2014/main" id="{25288811-9B18-4C4F-BAEA-A6C4D996983B}"/>
                    </a:ext>
                  </a:extLst>
                </p14:cNvPr>
                <p14:cNvContentPartPr/>
                <p14:nvPr/>
              </p14:nvContentPartPr>
              <p14:xfrm>
                <a:off x="4938697" y="6363069"/>
                <a:ext cx="168120" cy="294480"/>
              </p14:xfrm>
            </p:contentPart>
          </mc:Choice>
          <mc:Fallback xmlns="">
            <p:pic>
              <p:nvPicPr>
                <p:cNvPr id="125" name="Ink 124">
                  <a:extLst>
                    <a:ext uri="{FF2B5EF4-FFF2-40B4-BE49-F238E27FC236}">
                      <a16:creationId xmlns:a16="http://schemas.microsoft.com/office/drawing/2014/main" id="{25288811-9B18-4C4F-BAEA-A6C4D996983B}"/>
                    </a:ext>
                  </a:extLst>
                </p:cNvPr>
                <p:cNvPicPr/>
                <p:nvPr/>
              </p:nvPicPr>
              <p:blipFill>
                <a:blip r:embed="rId165"/>
                <a:stretch>
                  <a:fillRect/>
                </a:stretch>
              </p:blipFill>
              <p:spPr>
                <a:xfrm>
                  <a:off x="4921057" y="6345429"/>
                  <a:ext cx="203760"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26" name="Ink 125">
                  <a:extLst>
                    <a:ext uri="{FF2B5EF4-FFF2-40B4-BE49-F238E27FC236}">
                      <a16:creationId xmlns:a16="http://schemas.microsoft.com/office/drawing/2014/main" id="{754A6BA8-DD4E-433E-B3E5-8BE21F78BFCD}"/>
                    </a:ext>
                  </a:extLst>
                </p14:cNvPr>
                <p14:cNvContentPartPr/>
                <p14:nvPr/>
              </p14:nvContentPartPr>
              <p14:xfrm>
                <a:off x="5160457" y="6333909"/>
                <a:ext cx="303120" cy="344880"/>
              </p14:xfrm>
            </p:contentPart>
          </mc:Choice>
          <mc:Fallback xmlns="">
            <p:pic>
              <p:nvPicPr>
                <p:cNvPr id="126" name="Ink 125">
                  <a:extLst>
                    <a:ext uri="{FF2B5EF4-FFF2-40B4-BE49-F238E27FC236}">
                      <a16:creationId xmlns:a16="http://schemas.microsoft.com/office/drawing/2014/main" id="{754A6BA8-DD4E-433E-B3E5-8BE21F78BFCD}"/>
                    </a:ext>
                  </a:extLst>
                </p:cNvPr>
                <p:cNvPicPr/>
                <p:nvPr/>
              </p:nvPicPr>
              <p:blipFill>
                <a:blip r:embed="rId167"/>
                <a:stretch>
                  <a:fillRect/>
                </a:stretch>
              </p:blipFill>
              <p:spPr>
                <a:xfrm>
                  <a:off x="5142817" y="6316269"/>
                  <a:ext cx="338760" cy="380520"/>
                </a:xfrm>
                <a:prstGeom prst="rect">
                  <a:avLst/>
                </a:prstGeom>
              </p:spPr>
            </p:pic>
          </mc:Fallback>
        </mc:AlternateContent>
      </p:grpSp>
      <p:grpSp>
        <p:nvGrpSpPr>
          <p:cNvPr id="167" name="Group 166">
            <a:extLst>
              <a:ext uri="{FF2B5EF4-FFF2-40B4-BE49-F238E27FC236}">
                <a16:creationId xmlns:a16="http://schemas.microsoft.com/office/drawing/2014/main" id="{5744E7FF-5ADA-4062-B17C-3101DA9AF5D9}"/>
              </a:ext>
            </a:extLst>
          </p:cNvPr>
          <p:cNvGrpSpPr/>
          <p:nvPr/>
        </p:nvGrpSpPr>
        <p:grpSpPr>
          <a:xfrm>
            <a:off x="7152337" y="2101749"/>
            <a:ext cx="4772880" cy="1649520"/>
            <a:chOff x="7152337" y="2101749"/>
            <a:chExt cx="4772880" cy="1649520"/>
          </a:xfrm>
        </p:grpSpPr>
        <mc:AlternateContent xmlns:mc="http://schemas.openxmlformats.org/markup-compatibility/2006" xmlns:p14="http://schemas.microsoft.com/office/powerpoint/2010/main">
          <mc:Choice Requires="p14">
            <p:contentPart p14:bwMode="auto" r:id="rId168">
              <p14:nvContentPartPr>
                <p14:cNvPr id="128" name="Ink 127">
                  <a:extLst>
                    <a:ext uri="{FF2B5EF4-FFF2-40B4-BE49-F238E27FC236}">
                      <a16:creationId xmlns:a16="http://schemas.microsoft.com/office/drawing/2014/main" id="{C57A582A-E27E-4CDC-88D2-09D8363FE6D2}"/>
                    </a:ext>
                  </a:extLst>
                </p14:cNvPr>
                <p14:cNvContentPartPr/>
                <p14:nvPr/>
              </p14:nvContentPartPr>
              <p14:xfrm>
                <a:off x="7333777" y="2286069"/>
                <a:ext cx="59760" cy="621360"/>
              </p14:xfrm>
            </p:contentPart>
          </mc:Choice>
          <mc:Fallback xmlns="">
            <p:pic>
              <p:nvPicPr>
                <p:cNvPr id="128" name="Ink 127">
                  <a:extLst>
                    <a:ext uri="{FF2B5EF4-FFF2-40B4-BE49-F238E27FC236}">
                      <a16:creationId xmlns:a16="http://schemas.microsoft.com/office/drawing/2014/main" id="{C57A582A-E27E-4CDC-88D2-09D8363FE6D2}"/>
                    </a:ext>
                  </a:extLst>
                </p:cNvPr>
                <p:cNvPicPr/>
                <p:nvPr/>
              </p:nvPicPr>
              <p:blipFill>
                <a:blip r:embed="rId169"/>
                <a:stretch>
                  <a:fillRect/>
                </a:stretch>
              </p:blipFill>
              <p:spPr>
                <a:xfrm>
                  <a:off x="7315777" y="2268069"/>
                  <a:ext cx="95400" cy="6570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29" name="Ink 128">
                  <a:extLst>
                    <a:ext uri="{FF2B5EF4-FFF2-40B4-BE49-F238E27FC236}">
                      <a16:creationId xmlns:a16="http://schemas.microsoft.com/office/drawing/2014/main" id="{8DCBE798-BAEA-4AEA-9E60-C977A1A5FD7C}"/>
                    </a:ext>
                  </a:extLst>
                </p14:cNvPr>
                <p14:cNvContentPartPr/>
                <p14:nvPr/>
              </p14:nvContentPartPr>
              <p14:xfrm>
                <a:off x="7152337" y="2101749"/>
                <a:ext cx="669600" cy="842040"/>
              </p14:xfrm>
            </p:contentPart>
          </mc:Choice>
          <mc:Fallback xmlns="">
            <p:pic>
              <p:nvPicPr>
                <p:cNvPr id="129" name="Ink 128">
                  <a:extLst>
                    <a:ext uri="{FF2B5EF4-FFF2-40B4-BE49-F238E27FC236}">
                      <a16:creationId xmlns:a16="http://schemas.microsoft.com/office/drawing/2014/main" id="{8DCBE798-BAEA-4AEA-9E60-C977A1A5FD7C}"/>
                    </a:ext>
                  </a:extLst>
                </p:cNvPr>
                <p:cNvPicPr/>
                <p:nvPr/>
              </p:nvPicPr>
              <p:blipFill>
                <a:blip r:embed="rId171"/>
                <a:stretch>
                  <a:fillRect/>
                </a:stretch>
              </p:blipFill>
              <p:spPr>
                <a:xfrm>
                  <a:off x="7134697" y="2083749"/>
                  <a:ext cx="705240" cy="8776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30" name="Ink 129">
                  <a:extLst>
                    <a:ext uri="{FF2B5EF4-FFF2-40B4-BE49-F238E27FC236}">
                      <a16:creationId xmlns:a16="http://schemas.microsoft.com/office/drawing/2014/main" id="{915F87A9-D8DF-4D66-B9FD-22279648E5A1}"/>
                    </a:ext>
                  </a:extLst>
                </p14:cNvPr>
                <p14:cNvContentPartPr/>
                <p14:nvPr/>
              </p14:nvContentPartPr>
              <p14:xfrm>
                <a:off x="8005897" y="2736429"/>
                <a:ext cx="360" cy="360"/>
              </p14:xfrm>
            </p:contentPart>
          </mc:Choice>
          <mc:Fallback xmlns="">
            <p:pic>
              <p:nvPicPr>
                <p:cNvPr id="130" name="Ink 129">
                  <a:extLst>
                    <a:ext uri="{FF2B5EF4-FFF2-40B4-BE49-F238E27FC236}">
                      <a16:creationId xmlns:a16="http://schemas.microsoft.com/office/drawing/2014/main" id="{915F87A9-D8DF-4D66-B9FD-22279648E5A1}"/>
                    </a:ext>
                  </a:extLst>
                </p:cNvPr>
                <p:cNvPicPr/>
                <p:nvPr/>
              </p:nvPicPr>
              <p:blipFill>
                <a:blip r:embed="rId7"/>
                <a:stretch>
                  <a:fillRect/>
                </a:stretch>
              </p:blipFill>
              <p:spPr>
                <a:xfrm>
                  <a:off x="7987897" y="271842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31" name="Ink 130">
                  <a:extLst>
                    <a:ext uri="{FF2B5EF4-FFF2-40B4-BE49-F238E27FC236}">
                      <a16:creationId xmlns:a16="http://schemas.microsoft.com/office/drawing/2014/main" id="{764C8592-46B5-4B66-82E6-31E95070C40D}"/>
                    </a:ext>
                  </a:extLst>
                </p14:cNvPr>
                <p14:cNvContentPartPr/>
                <p14:nvPr/>
              </p14:nvContentPartPr>
              <p14:xfrm>
                <a:off x="7964497" y="2619789"/>
                <a:ext cx="5400" cy="262440"/>
              </p14:xfrm>
            </p:contentPart>
          </mc:Choice>
          <mc:Fallback xmlns="">
            <p:pic>
              <p:nvPicPr>
                <p:cNvPr id="131" name="Ink 130">
                  <a:extLst>
                    <a:ext uri="{FF2B5EF4-FFF2-40B4-BE49-F238E27FC236}">
                      <a16:creationId xmlns:a16="http://schemas.microsoft.com/office/drawing/2014/main" id="{764C8592-46B5-4B66-82E6-31E95070C40D}"/>
                    </a:ext>
                  </a:extLst>
                </p:cNvPr>
                <p:cNvPicPr/>
                <p:nvPr/>
              </p:nvPicPr>
              <p:blipFill>
                <a:blip r:embed="rId174"/>
                <a:stretch>
                  <a:fillRect/>
                </a:stretch>
              </p:blipFill>
              <p:spPr>
                <a:xfrm>
                  <a:off x="7946497" y="2602149"/>
                  <a:ext cx="4104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32" name="Ink 131">
                  <a:extLst>
                    <a:ext uri="{FF2B5EF4-FFF2-40B4-BE49-F238E27FC236}">
                      <a16:creationId xmlns:a16="http://schemas.microsoft.com/office/drawing/2014/main" id="{D1E6BE83-2FC0-4760-8497-F5228F6907D7}"/>
                    </a:ext>
                  </a:extLst>
                </p14:cNvPr>
                <p14:cNvContentPartPr/>
                <p14:nvPr/>
              </p14:nvContentPartPr>
              <p14:xfrm>
                <a:off x="8067817" y="2436549"/>
                <a:ext cx="210960" cy="452160"/>
              </p14:xfrm>
            </p:contentPart>
          </mc:Choice>
          <mc:Fallback xmlns="">
            <p:pic>
              <p:nvPicPr>
                <p:cNvPr id="132" name="Ink 131">
                  <a:extLst>
                    <a:ext uri="{FF2B5EF4-FFF2-40B4-BE49-F238E27FC236}">
                      <a16:creationId xmlns:a16="http://schemas.microsoft.com/office/drawing/2014/main" id="{D1E6BE83-2FC0-4760-8497-F5228F6907D7}"/>
                    </a:ext>
                  </a:extLst>
                </p:cNvPr>
                <p:cNvPicPr/>
                <p:nvPr/>
              </p:nvPicPr>
              <p:blipFill>
                <a:blip r:embed="rId176"/>
                <a:stretch>
                  <a:fillRect/>
                </a:stretch>
              </p:blipFill>
              <p:spPr>
                <a:xfrm>
                  <a:off x="8049817" y="2418909"/>
                  <a:ext cx="246600" cy="4878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33" name="Ink 132">
                  <a:extLst>
                    <a:ext uri="{FF2B5EF4-FFF2-40B4-BE49-F238E27FC236}">
                      <a16:creationId xmlns:a16="http://schemas.microsoft.com/office/drawing/2014/main" id="{7D145EA5-BA41-4C2B-A915-8ECE82ED4C2A}"/>
                    </a:ext>
                  </a:extLst>
                </p14:cNvPr>
                <p14:cNvContentPartPr/>
                <p14:nvPr/>
              </p14:nvContentPartPr>
              <p14:xfrm>
                <a:off x="8353657" y="2163309"/>
                <a:ext cx="243000" cy="663480"/>
              </p14:xfrm>
            </p:contentPart>
          </mc:Choice>
          <mc:Fallback xmlns="">
            <p:pic>
              <p:nvPicPr>
                <p:cNvPr id="133" name="Ink 132">
                  <a:extLst>
                    <a:ext uri="{FF2B5EF4-FFF2-40B4-BE49-F238E27FC236}">
                      <a16:creationId xmlns:a16="http://schemas.microsoft.com/office/drawing/2014/main" id="{7D145EA5-BA41-4C2B-A915-8ECE82ED4C2A}"/>
                    </a:ext>
                  </a:extLst>
                </p:cNvPr>
                <p:cNvPicPr/>
                <p:nvPr/>
              </p:nvPicPr>
              <p:blipFill>
                <a:blip r:embed="rId178"/>
                <a:stretch>
                  <a:fillRect/>
                </a:stretch>
              </p:blipFill>
              <p:spPr>
                <a:xfrm>
                  <a:off x="8336017" y="2145669"/>
                  <a:ext cx="278640" cy="69912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34" name="Ink 133">
                  <a:extLst>
                    <a:ext uri="{FF2B5EF4-FFF2-40B4-BE49-F238E27FC236}">
                      <a16:creationId xmlns:a16="http://schemas.microsoft.com/office/drawing/2014/main" id="{F592D2BE-0B8E-4E26-B19A-D3470FB83855}"/>
                    </a:ext>
                  </a:extLst>
                </p14:cNvPr>
                <p14:cNvContentPartPr/>
                <p14:nvPr/>
              </p14:nvContentPartPr>
              <p14:xfrm>
                <a:off x="8425297" y="2584509"/>
                <a:ext cx="196920" cy="328680"/>
              </p14:xfrm>
            </p:contentPart>
          </mc:Choice>
          <mc:Fallback xmlns="">
            <p:pic>
              <p:nvPicPr>
                <p:cNvPr id="134" name="Ink 133">
                  <a:extLst>
                    <a:ext uri="{FF2B5EF4-FFF2-40B4-BE49-F238E27FC236}">
                      <a16:creationId xmlns:a16="http://schemas.microsoft.com/office/drawing/2014/main" id="{F592D2BE-0B8E-4E26-B19A-D3470FB83855}"/>
                    </a:ext>
                  </a:extLst>
                </p:cNvPr>
                <p:cNvPicPr/>
                <p:nvPr/>
              </p:nvPicPr>
              <p:blipFill>
                <a:blip r:embed="rId180"/>
                <a:stretch>
                  <a:fillRect/>
                </a:stretch>
              </p:blipFill>
              <p:spPr>
                <a:xfrm>
                  <a:off x="8407297" y="2566869"/>
                  <a:ext cx="232560" cy="36432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36" name="Ink 135">
                  <a:extLst>
                    <a:ext uri="{FF2B5EF4-FFF2-40B4-BE49-F238E27FC236}">
                      <a16:creationId xmlns:a16="http://schemas.microsoft.com/office/drawing/2014/main" id="{93A179BE-9305-4309-9B80-DA92ABA13344}"/>
                    </a:ext>
                  </a:extLst>
                </p14:cNvPr>
                <p14:cNvContentPartPr/>
                <p14:nvPr/>
              </p14:nvContentPartPr>
              <p14:xfrm>
                <a:off x="8791777" y="2374269"/>
                <a:ext cx="59760" cy="124920"/>
              </p14:xfrm>
            </p:contentPart>
          </mc:Choice>
          <mc:Fallback xmlns="">
            <p:pic>
              <p:nvPicPr>
                <p:cNvPr id="136" name="Ink 135">
                  <a:extLst>
                    <a:ext uri="{FF2B5EF4-FFF2-40B4-BE49-F238E27FC236}">
                      <a16:creationId xmlns:a16="http://schemas.microsoft.com/office/drawing/2014/main" id="{93A179BE-9305-4309-9B80-DA92ABA13344}"/>
                    </a:ext>
                  </a:extLst>
                </p:cNvPr>
                <p:cNvPicPr/>
                <p:nvPr/>
              </p:nvPicPr>
              <p:blipFill>
                <a:blip r:embed="rId182"/>
                <a:stretch>
                  <a:fillRect/>
                </a:stretch>
              </p:blipFill>
              <p:spPr>
                <a:xfrm>
                  <a:off x="8774137" y="2356269"/>
                  <a:ext cx="9540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38" name="Ink 137">
                  <a:extLst>
                    <a:ext uri="{FF2B5EF4-FFF2-40B4-BE49-F238E27FC236}">
                      <a16:creationId xmlns:a16="http://schemas.microsoft.com/office/drawing/2014/main" id="{14D1F0C1-3CF6-4179-BA8E-D0E42DB0918E}"/>
                    </a:ext>
                  </a:extLst>
                </p14:cNvPr>
                <p14:cNvContentPartPr/>
                <p14:nvPr/>
              </p14:nvContentPartPr>
              <p14:xfrm>
                <a:off x="8819497" y="2654709"/>
                <a:ext cx="41040" cy="100800"/>
              </p14:xfrm>
            </p:contentPart>
          </mc:Choice>
          <mc:Fallback xmlns="">
            <p:pic>
              <p:nvPicPr>
                <p:cNvPr id="138" name="Ink 137">
                  <a:extLst>
                    <a:ext uri="{FF2B5EF4-FFF2-40B4-BE49-F238E27FC236}">
                      <a16:creationId xmlns:a16="http://schemas.microsoft.com/office/drawing/2014/main" id="{14D1F0C1-3CF6-4179-BA8E-D0E42DB0918E}"/>
                    </a:ext>
                  </a:extLst>
                </p:cNvPr>
                <p:cNvPicPr/>
                <p:nvPr/>
              </p:nvPicPr>
              <p:blipFill>
                <a:blip r:embed="rId184"/>
                <a:stretch>
                  <a:fillRect/>
                </a:stretch>
              </p:blipFill>
              <p:spPr>
                <a:xfrm>
                  <a:off x="8801857" y="2636709"/>
                  <a:ext cx="7668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39" name="Ink 138">
                  <a:extLst>
                    <a:ext uri="{FF2B5EF4-FFF2-40B4-BE49-F238E27FC236}">
                      <a16:creationId xmlns:a16="http://schemas.microsoft.com/office/drawing/2014/main" id="{CF7A6A09-393A-44C2-92DD-24E8DC4EA69A}"/>
                    </a:ext>
                  </a:extLst>
                </p14:cNvPr>
                <p14:cNvContentPartPr/>
                <p14:nvPr/>
              </p14:nvContentPartPr>
              <p14:xfrm>
                <a:off x="9088057" y="2386149"/>
                <a:ext cx="270360" cy="451800"/>
              </p14:xfrm>
            </p:contentPart>
          </mc:Choice>
          <mc:Fallback xmlns="">
            <p:pic>
              <p:nvPicPr>
                <p:cNvPr id="139" name="Ink 138">
                  <a:extLst>
                    <a:ext uri="{FF2B5EF4-FFF2-40B4-BE49-F238E27FC236}">
                      <a16:creationId xmlns:a16="http://schemas.microsoft.com/office/drawing/2014/main" id="{CF7A6A09-393A-44C2-92DD-24E8DC4EA69A}"/>
                    </a:ext>
                  </a:extLst>
                </p:cNvPr>
                <p:cNvPicPr/>
                <p:nvPr/>
              </p:nvPicPr>
              <p:blipFill>
                <a:blip r:embed="rId186"/>
                <a:stretch>
                  <a:fillRect/>
                </a:stretch>
              </p:blipFill>
              <p:spPr>
                <a:xfrm>
                  <a:off x="9070417" y="2368509"/>
                  <a:ext cx="306000" cy="48744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40" name="Ink 139">
                  <a:extLst>
                    <a:ext uri="{FF2B5EF4-FFF2-40B4-BE49-F238E27FC236}">
                      <a16:creationId xmlns:a16="http://schemas.microsoft.com/office/drawing/2014/main" id="{14F2048C-2CA2-463D-8136-7FD00FF955D8}"/>
                    </a:ext>
                  </a:extLst>
                </p14:cNvPr>
                <p14:cNvContentPartPr/>
                <p14:nvPr/>
              </p14:nvContentPartPr>
              <p14:xfrm>
                <a:off x="9669817" y="2491629"/>
                <a:ext cx="223920" cy="313560"/>
              </p14:xfrm>
            </p:contentPart>
          </mc:Choice>
          <mc:Fallback xmlns="">
            <p:pic>
              <p:nvPicPr>
                <p:cNvPr id="140" name="Ink 139">
                  <a:extLst>
                    <a:ext uri="{FF2B5EF4-FFF2-40B4-BE49-F238E27FC236}">
                      <a16:creationId xmlns:a16="http://schemas.microsoft.com/office/drawing/2014/main" id="{14F2048C-2CA2-463D-8136-7FD00FF955D8}"/>
                    </a:ext>
                  </a:extLst>
                </p:cNvPr>
                <p:cNvPicPr/>
                <p:nvPr/>
              </p:nvPicPr>
              <p:blipFill>
                <a:blip r:embed="rId188"/>
                <a:stretch>
                  <a:fillRect/>
                </a:stretch>
              </p:blipFill>
              <p:spPr>
                <a:xfrm>
                  <a:off x="9652177" y="2473989"/>
                  <a:ext cx="25956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41" name="Ink 140">
                  <a:extLst>
                    <a:ext uri="{FF2B5EF4-FFF2-40B4-BE49-F238E27FC236}">
                      <a16:creationId xmlns:a16="http://schemas.microsoft.com/office/drawing/2014/main" id="{8F613E97-A519-48D7-AC69-58B9AEC67F59}"/>
                    </a:ext>
                  </a:extLst>
                </p14:cNvPr>
                <p14:cNvContentPartPr/>
                <p14:nvPr/>
              </p14:nvContentPartPr>
              <p14:xfrm>
                <a:off x="9930817" y="2400909"/>
                <a:ext cx="197640" cy="366840"/>
              </p14:xfrm>
            </p:contentPart>
          </mc:Choice>
          <mc:Fallback xmlns="">
            <p:pic>
              <p:nvPicPr>
                <p:cNvPr id="141" name="Ink 140">
                  <a:extLst>
                    <a:ext uri="{FF2B5EF4-FFF2-40B4-BE49-F238E27FC236}">
                      <a16:creationId xmlns:a16="http://schemas.microsoft.com/office/drawing/2014/main" id="{8F613E97-A519-48D7-AC69-58B9AEC67F59}"/>
                    </a:ext>
                  </a:extLst>
                </p:cNvPr>
                <p:cNvPicPr/>
                <p:nvPr/>
              </p:nvPicPr>
              <p:blipFill>
                <a:blip r:embed="rId190"/>
                <a:stretch>
                  <a:fillRect/>
                </a:stretch>
              </p:blipFill>
              <p:spPr>
                <a:xfrm>
                  <a:off x="9913177" y="2383269"/>
                  <a:ext cx="233280" cy="40248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42" name="Ink 141">
                  <a:extLst>
                    <a:ext uri="{FF2B5EF4-FFF2-40B4-BE49-F238E27FC236}">
                      <a16:creationId xmlns:a16="http://schemas.microsoft.com/office/drawing/2014/main" id="{2BAE70E1-FA54-4694-BD9F-C284592D9FEB}"/>
                    </a:ext>
                  </a:extLst>
                </p14:cNvPr>
                <p14:cNvContentPartPr/>
                <p14:nvPr/>
              </p14:nvContentPartPr>
              <p14:xfrm>
                <a:off x="10101457" y="2411709"/>
                <a:ext cx="114480" cy="403560"/>
              </p14:xfrm>
            </p:contentPart>
          </mc:Choice>
          <mc:Fallback xmlns="">
            <p:pic>
              <p:nvPicPr>
                <p:cNvPr id="142" name="Ink 141">
                  <a:extLst>
                    <a:ext uri="{FF2B5EF4-FFF2-40B4-BE49-F238E27FC236}">
                      <a16:creationId xmlns:a16="http://schemas.microsoft.com/office/drawing/2014/main" id="{2BAE70E1-FA54-4694-BD9F-C284592D9FEB}"/>
                    </a:ext>
                  </a:extLst>
                </p:cNvPr>
                <p:cNvPicPr/>
                <p:nvPr/>
              </p:nvPicPr>
              <p:blipFill>
                <a:blip r:embed="rId192"/>
                <a:stretch>
                  <a:fillRect/>
                </a:stretch>
              </p:blipFill>
              <p:spPr>
                <a:xfrm>
                  <a:off x="10083817" y="2393709"/>
                  <a:ext cx="150120" cy="43920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43" name="Ink 142">
                  <a:extLst>
                    <a:ext uri="{FF2B5EF4-FFF2-40B4-BE49-F238E27FC236}">
                      <a16:creationId xmlns:a16="http://schemas.microsoft.com/office/drawing/2014/main" id="{F859F6DB-2C36-40E0-920B-49918EB89BCD}"/>
                    </a:ext>
                  </a:extLst>
                </p14:cNvPr>
                <p14:cNvContentPartPr/>
                <p14:nvPr/>
              </p14:nvContentPartPr>
              <p14:xfrm>
                <a:off x="10495297" y="2481189"/>
                <a:ext cx="113760" cy="122040"/>
              </p14:xfrm>
            </p:contentPart>
          </mc:Choice>
          <mc:Fallback xmlns="">
            <p:pic>
              <p:nvPicPr>
                <p:cNvPr id="143" name="Ink 142">
                  <a:extLst>
                    <a:ext uri="{FF2B5EF4-FFF2-40B4-BE49-F238E27FC236}">
                      <a16:creationId xmlns:a16="http://schemas.microsoft.com/office/drawing/2014/main" id="{F859F6DB-2C36-40E0-920B-49918EB89BCD}"/>
                    </a:ext>
                  </a:extLst>
                </p:cNvPr>
                <p:cNvPicPr/>
                <p:nvPr/>
              </p:nvPicPr>
              <p:blipFill>
                <a:blip r:embed="rId194"/>
                <a:stretch>
                  <a:fillRect/>
                </a:stretch>
              </p:blipFill>
              <p:spPr>
                <a:xfrm>
                  <a:off x="10477297" y="2463549"/>
                  <a:ext cx="14940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44" name="Ink 143">
                  <a:extLst>
                    <a:ext uri="{FF2B5EF4-FFF2-40B4-BE49-F238E27FC236}">
                      <a16:creationId xmlns:a16="http://schemas.microsoft.com/office/drawing/2014/main" id="{7D41CBAE-2870-409A-9143-232FD4FF762F}"/>
                    </a:ext>
                  </a:extLst>
                </p14:cNvPr>
                <p14:cNvContentPartPr/>
                <p14:nvPr/>
              </p14:nvContentPartPr>
              <p14:xfrm>
                <a:off x="10500337" y="2734629"/>
                <a:ext cx="360" cy="360"/>
              </p14:xfrm>
            </p:contentPart>
          </mc:Choice>
          <mc:Fallback xmlns="">
            <p:pic>
              <p:nvPicPr>
                <p:cNvPr id="144" name="Ink 143">
                  <a:extLst>
                    <a:ext uri="{FF2B5EF4-FFF2-40B4-BE49-F238E27FC236}">
                      <a16:creationId xmlns:a16="http://schemas.microsoft.com/office/drawing/2014/main" id="{7D41CBAE-2870-409A-9143-232FD4FF762F}"/>
                    </a:ext>
                  </a:extLst>
                </p:cNvPr>
                <p:cNvPicPr/>
                <p:nvPr/>
              </p:nvPicPr>
              <p:blipFill>
                <a:blip r:embed="rId7"/>
                <a:stretch>
                  <a:fillRect/>
                </a:stretch>
              </p:blipFill>
              <p:spPr>
                <a:xfrm>
                  <a:off x="10482697" y="271698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45" name="Ink 144">
                  <a:extLst>
                    <a:ext uri="{FF2B5EF4-FFF2-40B4-BE49-F238E27FC236}">
                      <a16:creationId xmlns:a16="http://schemas.microsoft.com/office/drawing/2014/main" id="{BDA81606-5DC7-4638-A43D-EEA78F559952}"/>
                    </a:ext>
                  </a:extLst>
                </p14:cNvPr>
                <p14:cNvContentPartPr/>
                <p14:nvPr/>
              </p14:nvContentPartPr>
              <p14:xfrm>
                <a:off x="10685377" y="2479749"/>
                <a:ext cx="297360" cy="392400"/>
              </p14:xfrm>
            </p:contentPart>
          </mc:Choice>
          <mc:Fallback xmlns="">
            <p:pic>
              <p:nvPicPr>
                <p:cNvPr id="145" name="Ink 144">
                  <a:extLst>
                    <a:ext uri="{FF2B5EF4-FFF2-40B4-BE49-F238E27FC236}">
                      <a16:creationId xmlns:a16="http://schemas.microsoft.com/office/drawing/2014/main" id="{BDA81606-5DC7-4638-A43D-EEA78F559952}"/>
                    </a:ext>
                  </a:extLst>
                </p:cNvPr>
                <p:cNvPicPr/>
                <p:nvPr/>
              </p:nvPicPr>
              <p:blipFill>
                <a:blip r:embed="rId197"/>
                <a:stretch>
                  <a:fillRect/>
                </a:stretch>
              </p:blipFill>
              <p:spPr>
                <a:xfrm>
                  <a:off x="10667737" y="2461749"/>
                  <a:ext cx="333000" cy="4280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46" name="Ink 145">
                  <a:extLst>
                    <a:ext uri="{FF2B5EF4-FFF2-40B4-BE49-F238E27FC236}">
                      <a16:creationId xmlns:a16="http://schemas.microsoft.com/office/drawing/2014/main" id="{EE4E52A5-71BB-4D75-8C46-E12854E7FAFF}"/>
                    </a:ext>
                  </a:extLst>
                </p14:cNvPr>
                <p14:cNvContentPartPr/>
                <p14:nvPr/>
              </p14:nvContentPartPr>
              <p14:xfrm>
                <a:off x="11000737" y="2524029"/>
                <a:ext cx="142200" cy="353520"/>
              </p14:xfrm>
            </p:contentPart>
          </mc:Choice>
          <mc:Fallback xmlns="">
            <p:pic>
              <p:nvPicPr>
                <p:cNvPr id="146" name="Ink 145">
                  <a:extLst>
                    <a:ext uri="{FF2B5EF4-FFF2-40B4-BE49-F238E27FC236}">
                      <a16:creationId xmlns:a16="http://schemas.microsoft.com/office/drawing/2014/main" id="{EE4E52A5-71BB-4D75-8C46-E12854E7FAFF}"/>
                    </a:ext>
                  </a:extLst>
                </p:cNvPr>
                <p:cNvPicPr/>
                <p:nvPr/>
              </p:nvPicPr>
              <p:blipFill>
                <a:blip r:embed="rId199"/>
                <a:stretch>
                  <a:fillRect/>
                </a:stretch>
              </p:blipFill>
              <p:spPr>
                <a:xfrm>
                  <a:off x="10982737" y="2506029"/>
                  <a:ext cx="17784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47" name="Ink 146">
                  <a:extLst>
                    <a:ext uri="{FF2B5EF4-FFF2-40B4-BE49-F238E27FC236}">
                      <a16:creationId xmlns:a16="http://schemas.microsoft.com/office/drawing/2014/main" id="{02AE9590-E83D-47F4-920D-24FACCEE4E12}"/>
                    </a:ext>
                  </a:extLst>
                </p14:cNvPr>
                <p14:cNvContentPartPr/>
                <p14:nvPr/>
              </p14:nvContentPartPr>
              <p14:xfrm>
                <a:off x="11184697" y="2273829"/>
                <a:ext cx="740520" cy="603360"/>
              </p14:xfrm>
            </p:contentPart>
          </mc:Choice>
          <mc:Fallback xmlns="">
            <p:pic>
              <p:nvPicPr>
                <p:cNvPr id="147" name="Ink 146">
                  <a:extLst>
                    <a:ext uri="{FF2B5EF4-FFF2-40B4-BE49-F238E27FC236}">
                      <a16:creationId xmlns:a16="http://schemas.microsoft.com/office/drawing/2014/main" id="{02AE9590-E83D-47F4-920D-24FACCEE4E12}"/>
                    </a:ext>
                  </a:extLst>
                </p:cNvPr>
                <p:cNvPicPr/>
                <p:nvPr/>
              </p:nvPicPr>
              <p:blipFill>
                <a:blip r:embed="rId201"/>
                <a:stretch>
                  <a:fillRect/>
                </a:stretch>
              </p:blipFill>
              <p:spPr>
                <a:xfrm>
                  <a:off x="11167057" y="2255829"/>
                  <a:ext cx="776160" cy="6390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48" name="Ink 147">
                  <a:extLst>
                    <a:ext uri="{FF2B5EF4-FFF2-40B4-BE49-F238E27FC236}">
                      <a16:creationId xmlns:a16="http://schemas.microsoft.com/office/drawing/2014/main" id="{2F3F8C81-CB25-4A85-9B3D-14A4916BEC75}"/>
                    </a:ext>
                  </a:extLst>
                </p14:cNvPr>
                <p14:cNvContentPartPr/>
                <p14:nvPr/>
              </p14:nvContentPartPr>
              <p14:xfrm>
                <a:off x="10508257" y="2413149"/>
                <a:ext cx="201600" cy="417960"/>
              </p14:xfrm>
            </p:contentPart>
          </mc:Choice>
          <mc:Fallback xmlns="">
            <p:pic>
              <p:nvPicPr>
                <p:cNvPr id="148" name="Ink 147">
                  <a:extLst>
                    <a:ext uri="{FF2B5EF4-FFF2-40B4-BE49-F238E27FC236}">
                      <a16:creationId xmlns:a16="http://schemas.microsoft.com/office/drawing/2014/main" id="{2F3F8C81-CB25-4A85-9B3D-14A4916BEC75}"/>
                    </a:ext>
                  </a:extLst>
                </p:cNvPr>
                <p:cNvPicPr/>
                <p:nvPr/>
              </p:nvPicPr>
              <p:blipFill>
                <a:blip r:embed="rId203"/>
                <a:stretch>
                  <a:fillRect/>
                </a:stretch>
              </p:blipFill>
              <p:spPr>
                <a:xfrm>
                  <a:off x="10490257" y="2395509"/>
                  <a:ext cx="237240" cy="4536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52" name="Ink 151">
                  <a:extLst>
                    <a:ext uri="{FF2B5EF4-FFF2-40B4-BE49-F238E27FC236}">
                      <a16:creationId xmlns:a16="http://schemas.microsoft.com/office/drawing/2014/main" id="{68839770-2B4C-4F5E-A3DC-47E52D06005A}"/>
                    </a:ext>
                  </a:extLst>
                </p14:cNvPr>
                <p14:cNvContentPartPr/>
                <p14:nvPr/>
              </p14:nvContentPartPr>
              <p14:xfrm>
                <a:off x="7434937" y="3324309"/>
                <a:ext cx="5760" cy="19080"/>
              </p14:xfrm>
            </p:contentPart>
          </mc:Choice>
          <mc:Fallback xmlns="">
            <p:pic>
              <p:nvPicPr>
                <p:cNvPr id="152" name="Ink 151">
                  <a:extLst>
                    <a:ext uri="{FF2B5EF4-FFF2-40B4-BE49-F238E27FC236}">
                      <a16:creationId xmlns:a16="http://schemas.microsoft.com/office/drawing/2014/main" id="{68839770-2B4C-4F5E-A3DC-47E52D06005A}"/>
                    </a:ext>
                  </a:extLst>
                </p:cNvPr>
                <p:cNvPicPr/>
                <p:nvPr/>
              </p:nvPicPr>
              <p:blipFill>
                <a:blip r:embed="rId205"/>
                <a:stretch>
                  <a:fillRect/>
                </a:stretch>
              </p:blipFill>
              <p:spPr>
                <a:xfrm>
                  <a:off x="7417297" y="3306669"/>
                  <a:ext cx="4140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56" name="Ink 155">
                  <a:extLst>
                    <a:ext uri="{FF2B5EF4-FFF2-40B4-BE49-F238E27FC236}">
                      <a16:creationId xmlns:a16="http://schemas.microsoft.com/office/drawing/2014/main" id="{71405A95-5392-4E58-87A2-7D0173544050}"/>
                    </a:ext>
                  </a:extLst>
                </p14:cNvPr>
                <p14:cNvContentPartPr/>
                <p14:nvPr/>
              </p14:nvContentPartPr>
              <p14:xfrm>
                <a:off x="7181857" y="3229629"/>
                <a:ext cx="349200" cy="461880"/>
              </p14:xfrm>
            </p:contentPart>
          </mc:Choice>
          <mc:Fallback xmlns="">
            <p:pic>
              <p:nvPicPr>
                <p:cNvPr id="156" name="Ink 155">
                  <a:extLst>
                    <a:ext uri="{FF2B5EF4-FFF2-40B4-BE49-F238E27FC236}">
                      <a16:creationId xmlns:a16="http://schemas.microsoft.com/office/drawing/2014/main" id="{71405A95-5392-4E58-87A2-7D0173544050}"/>
                    </a:ext>
                  </a:extLst>
                </p:cNvPr>
                <p:cNvPicPr/>
                <p:nvPr/>
              </p:nvPicPr>
              <p:blipFill>
                <a:blip r:embed="rId207"/>
                <a:stretch>
                  <a:fillRect/>
                </a:stretch>
              </p:blipFill>
              <p:spPr>
                <a:xfrm>
                  <a:off x="7163857" y="3211989"/>
                  <a:ext cx="384840" cy="4975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57" name="Ink 156">
                  <a:extLst>
                    <a:ext uri="{FF2B5EF4-FFF2-40B4-BE49-F238E27FC236}">
                      <a16:creationId xmlns:a16="http://schemas.microsoft.com/office/drawing/2014/main" id="{617B7F92-F854-48FD-8403-F1FD2C6F7729}"/>
                    </a:ext>
                  </a:extLst>
                </p14:cNvPr>
                <p14:cNvContentPartPr/>
                <p14:nvPr/>
              </p14:nvContentPartPr>
              <p14:xfrm>
                <a:off x="7555537" y="3307389"/>
                <a:ext cx="227520" cy="349560"/>
              </p14:xfrm>
            </p:contentPart>
          </mc:Choice>
          <mc:Fallback xmlns="">
            <p:pic>
              <p:nvPicPr>
                <p:cNvPr id="157" name="Ink 156">
                  <a:extLst>
                    <a:ext uri="{FF2B5EF4-FFF2-40B4-BE49-F238E27FC236}">
                      <a16:creationId xmlns:a16="http://schemas.microsoft.com/office/drawing/2014/main" id="{617B7F92-F854-48FD-8403-F1FD2C6F7729}"/>
                    </a:ext>
                  </a:extLst>
                </p:cNvPr>
                <p:cNvPicPr/>
                <p:nvPr/>
              </p:nvPicPr>
              <p:blipFill>
                <a:blip r:embed="rId209"/>
                <a:stretch>
                  <a:fillRect/>
                </a:stretch>
              </p:blipFill>
              <p:spPr>
                <a:xfrm>
                  <a:off x="7537897" y="3289749"/>
                  <a:ext cx="263160" cy="3852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58" name="Ink 157">
                  <a:extLst>
                    <a:ext uri="{FF2B5EF4-FFF2-40B4-BE49-F238E27FC236}">
                      <a16:creationId xmlns:a16="http://schemas.microsoft.com/office/drawing/2014/main" id="{600EE2F2-5BCA-4A87-BBD7-A1AC573D5E62}"/>
                    </a:ext>
                  </a:extLst>
                </p14:cNvPr>
                <p14:cNvContentPartPr/>
                <p14:nvPr/>
              </p14:nvContentPartPr>
              <p14:xfrm>
                <a:off x="8118937" y="3303789"/>
                <a:ext cx="456480" cy="378360"/>
              </p14:xfrm>
            </p:contentPart>
          </mc:Choice>
          <mc:Fallback xmlns="">
            <p:pic>
              <p:nvPicPr>
                <p:cNvPr id="158" name="Ink 157">
                  <a:extLst>
                    <a:ext uri="{FF2B5EF4-FFF2-40B4-BE49-F238E27FC236}">
                      <a16:creationId xmlns:a16="http://schemas.microsoft.com/office/drawing/2014/main" id="{600EE2F2-5BCA-4A87-BBD7-A1AC573D5E62}"/>
                    </a:ext>
                  </a:extLst>
                </p:cNvPr>
                <p:cNvPicPr/>
                <p:nvPr/>
              </p:nvPicPr>
              <p:blipFill>
                <a:blip r:embed="rId211"/>
                <a:stretch>
                  <a:fillRect/>
                </a:stretch>
              </p:blipFill>
              <p:spPr>
                <a:xfrm>
                  <a:off x="8100937" y="3285789"/>
                  <a:ext cx="492120" cy="41400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59" name="Ink 158">
                  <a:extLst>
                    <a:ext uri="{FF2B5EF4-FFF2-40B4-BE49-F238E27FC236}">
                      <a16:creationId xmlns:a16="http://schemas.microsoft.com/office/drawing/2014/main" id="{DA5799E1-2968-4F2A-AB49-19011F61C435}"/>
                    </a:ext>
                  </a:extLst>
                </p14:cNvPr>
                <p14:cNvContentPartPr/>
                <p14:nvPr/>
              </p14:nvContentPartPr>
              <p14:xfrm>
                <a:off x="8581537" y="3263829"/>
                <a:ext cx="312120" cy="487440"/>
              </p14:xfrm>
            </p:contentPart>
          </mc:Choice>
          <mc:Fallback xmlns="">
            <p:pic>
              <p:nvPicPr>
                <p:cNvPr id="159" name="Ink 158">
                  <a:extLst>
                    <a:ext uri="{FF2B5EF4-FFF2-40B4-BE49-F238E27FC236}">
                      <a16:creationId xmlns:a16="http://schemas.microsoft.com/office/drawing/2014/main" id="{DA5799E1-2968-4F2A-AB49-19011F61C435}"/>
                    </a:ext>
                  </a:extLst>
                </p:cNvPr>
                <p:cNvPicPr/>
                <p:nvPr/>
              </p:nvPicPr>
              <p:blipFill>
                <a:blip r:embed="rId213"/>
                <a:stretch>
                  <a:fillRect/>
                </a:stretch>
              </p:blipFill>
              <p:spPr>
                <a:xfrm>
                  <a:off x="8563537" y="3246189"/>
                  <a:ext cx="347760" cy="5230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62" name="Ink 161">
                  <a:extLst>
                    <a:ext uri="{FF2B5EF4-FFF2-40B4-BE49-F238E27FC236}">
                      <a16:creationId xmlns:a16="http://schemas.microsoft.com/office/drawing/2014/main" id="{3F56FAE2-B4B5-4596-A5BA-C0EEB8207A06}"/>
                    </a:ext>
                  </a:extLst>
                </p14:cNvPr>
                <p14:cNvContentPartPr/>
                <p14:nvPr/>
              </p14:nvContentPartPr>
              <p14:xfrm>
                <a:off x="9192817" y="3258069"/>
                <a:ext cx="663840" cy="482040"/>
              </p14:xfrm>
            </p:contentPart>
          </mc:Choice>
          <mc:Fallback xmlns="">
            <p:pic>
              <p:nvPicPr>
                <p:cNvPr id="162" name="Ink 161">
                  <a:extLst>
                    <a:ext uri="{FF2B5EF4-FFF2-40B4-BE49-F238E27FC236}">
                      <a16:creationId xmlns:a16="http://schemas.microsoft.com/office/drawing/2014/main" id="{3F56FAE2-B4B5-4596-A5BA-C0EEB8207A06}"/>
                    </a:ext>
                  </a:extLst>
                </p:cNvPr>
                <p:cNvPicPr/>
                <p:nvPr/>
              </p:nvPicPr>
              <p:blipFill>
                <a:blip r:embed="rId215"/>
                <a:stretch>
                  <a:fillRect/>
                </a:stretch>
              </p:blipFill>
              <p:spPr>
                <a:xfrm>
                  <a:off x="9174817" y="3240069"/>
                  <a:ext cx="699480" cy="5176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63" name="Ink 162">
                  <a:extLst>
                    <a:ext uri="{FF2B5EF4-FFF2-40B4-BE49-F238E27FC236}">
                      <a16:creationId xmlns:a16="http://schemas.microsoft.com/office/drawing/2014/main" id="{141E17E4-B2B4-4800-A5D3-1B459754E99D}"/>
                    </a:ext>
                  </a:extLst>
                </p14:cNvPr>
                <p14:cNvContentPartPr/>
                <p14:nvPr/>
              </p14:nvContentPartPr>
              <p14:xfrm>
                <a:off x="9891217" y="3020829"/>
                <a:ext cx="268560" cy="684000"/>
              </p14:xfrm>
            </p:contentPart>
          </mc:Choice>
          <mc:Fallback xmlns="">
            <p:pic>
              <p:nvPicPr>
                <p:cNvPr id="163" name="Ink 162">
                  <a:extLst>
                    <a:ext uri="{FF2B5EF4-FFF2-40B4-BE49-F238E27FC236}">
                      <a16:creationId xmlns:a16="http://schemas.microsoft.com/office/drawing/2014/main" id="{141E17E4-B2B4-4800-A5D3-1B459754E99D}"/>
                    </a:ext>
                  </a:extLst>
                </p:cNvPr>
                <p:cNvPicPr/>
                <p:nvPr/>
              </p:nvPicPr>
              <p:blipFill>
                <a:blip r:embed="rId217"/>
                <a:stretch>
                  <a:fillRect/>
                </a:stretch>
              </p:blipFill>
              <p:spPr>
                <a:xfrm>
                  <a:off x="9873217" y="3002829"/>
                  <a:ext cx="304200" cy="7196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64" name="Ink 163">
                  <a:extLst>
                    <a:ext uri="{FF2B5EF4-FFF2-40B4-BE49-F238E27FC236}">
                      <a16:creationId xmlns:a16="http://schemas.microsoft.com/office/drawing/2014/main" id="{56D59DAE-CF01-4312-9380-11ED91C204C3}"/>
                    </a:ext>
                  </a:extLst>
                </p14:cNvPr>
                <p14:cNvContentPartPr/>
                <p14:nvPr/>
              </p14:nvContentPartPr>
              <p14:xfrm>
                <a:off x="10409977" y="3223869"/>
                <a:ext cx="650160" cy="475200"/>
              </p14:xfrm>
            </p:contentPart>
          </mc:Choice>
          <mc:Fallback xmlns="">
            <p:pic>
              <p:nvPicPr>
                <p:cNvPr id="164" name="Ink 163">
                  <a:extLst>
                    <a:ext uri="{FF2B5EF4-FFF2-40B4-BE49-F238E27FC236}">
                      <a16:creationId xmlns:a16="http://schemas.microsoft.com/office/drawing/2014/main" id="{56D59DAE-CF01-4312-9380-11ED91C204C3}"/>
                    </a:ext>
                  </a:extLst>
                </p:cNvPr>
                <p:cNvPicPr/>
                <p:nvPr/>
              </p:nvPicPr>
              <p:blipFill>
                <a:blip r:embed="rId219"/>
                <a:stretch>
                  <a:fillRect/>
                </a:stretch>
              </p:blipFill>
              <p:spPr>
                <a:xfrm>
                  <a:off x="10392337" y="3206229"/>
                  <a:ext cx="685800" cy="51084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65" name="Ink 164">
                  <a:extLst>
                    <a:ext uri="{FF2B5EF4-FFF2-40B4-BE49-F238E27FC236}">
                      <a16:creationId xmlns:a16="http://schemas.microsoft.com/office/drawing/2014/main" id="{ABDEF6B7-3D34-4943-AD0F-81E6A75051CA}"/>
                    </a:ext>
                  </a:extLst>
                </p14:cNvPr>
                <p14:cNvContentPartPr/>
                <p14:nvPr/>
              </p14:nvContentPartPr>
              <p14:xfrm>
                <a:off x="11138617" y="3236469"/>
                <a:ext cx="252720" cy="440280"/>
              </p14:xfrm>
            </p:contentPart>
          </mc:Choice>
          <mc:Fallback xmlns="">
            <p:pic>
              <p:nvPicPr>
                <p:cNvPr id="165" name="Ink 164">
                  <a:extLst>
                    <a:ext uri="{FF2B5EF4-FFF2-40B4-BE49-F238E27FC236}">
                      <a16:creationId xmlns:a16="http://schemas.microsoft.com/office/drawing/2014/main" id="{ABDEF6B7-3D34-4943-AD0F-81E6A75051CA}"/>
                    </a:ext>
                  </a:extLst>
                </p:cNvPr>
                <p:cNvPicPr/>
                <p:nvPr/>
              </p:nvPicPr>
              <p:blipFill>
                <a:blip r:embed="rId221"/>
                <a:stretch>
                  <a:fillRect/>
                </a:stretch>
              </p:blipFill>
              <p:spPr>
                <a:xfrm>
                  <a:off x="11120617" y="3218829"/>
                  <a:ext cx="288360" cy="47592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66" name="Ink 165">
                  <a:extLst>
                    <a:ext uri="{FF2B5EF4-FFF2-40B4-BE49-F238E27FC236}">
                      <a16:creationId xmlns:a16="http://schemas.microsoft.com/office/drawing/2014/main" id="{8D216427-AC6E-4829-9063-EC79BA1A3B67}"/>
                    </a:ext>
                  </a:extLst>
                </p14:cNvPr>
                <p14:cNvContentPartPr/>
                <p14:nvPr/>
              </p14:nvContentPartPr>
              <p14:xfrm>
                <a:off x="11370457" y="3288669"/>
                <a:ext cx="173160" cy="394920"/>
              </p14:xfrm>
            </p:contentPart>
          </mc:Choice>
          <mc:Fallback xmlns="">
            <p:pic>
              <p:nvPicPr>
                <p:cNvPr id="166" name="Ink 165">
                  <a:extLst>
                    <a:ext uri="{FF2B5EF4-FFF2-40B4-BE49-F238E27FC236}">
                      <a16:creationId xmlns:a16="http://schemas.microsoft.com/office/drawing/2014/main" id="{8D216427-AC6E-4829-9063-EC79BA1A3B67}"/>
                    </a:ext>
                  </a:extLst>
                </p:cNvPr>
                <p:cNvPicPr/>
                <p:nvPr/>
              </p:nvPicPr>
              <p:blipFill>
                <a:blip r:embed="rId223"/>
                <a:stretch>
                  <a:fillRect/>
                </a:stretch>
              </p:blipFill>
              <p:spPr>
                <a:xfrm>
                  <a:off x="11352457" y="3271029"/>
                  <a:ext cx="208800" cy="430560"/>
                </a:xfrm>
                <a:prstGeom prst="rect">
                  <a:avLst/>
                </a:prstGeom>
              </p:spPr>
            </p:pic>
          </mc:Fallback>
        </mc:AlternateContent>
      </p:grpSp>
      <p:grpSp>
        <p:nvGrpSpPr>
          <p:cNvPr id="213" name="Group 212">
            <a:extLst>
              <a:ext uri="{FF2B5EF4-FFF2-40B4-BE49-F238E27FC236}">
                <a16:creationId xmlns:a16="http://schemas.microsoft.com/office/drawing/2014/main" id="{1229F13D-B06E-4170-8BD0-B90FB7F9C3D2}"/>
              </a:ext>
            </a:extLst>
          </p:cNvPr>
          <p:cNvGrpSpPr/>
          <p:nvPr/>
        </p:nvGrpSpPr>
        <p:grpSpPr>
          <a:xfrm>
            <a:off x="7420897" y="4003989"/>
            <a:ext cx="4534200" cy="1551600"/>
            <a:chOff x="7420897" y="4003989"/>
            <a:chExt cx="4534200" cy="1551600"/>
          </a:xfrm>
        </p:grpSpPr>
        <mc:AlternateContent xmlns:mc="http://schemas.openxmlformats.org/markup-compatibility/2006" xmlns:p14="http://schemas.microsoft.com/office/powerpoint/2010/main">
          <mc:Choice Requires="p14">
            <p:contentPart p14:bwMode="auto" r:id="rId224">
              <p14:nvContentPartPr>
                <p14:cNvPr id="168" name="Ink 167">
                  <a:extLst>
                    <a:ext uri="{FF2B5EF4-FFF2-40B4-BE49-F238E27FC236}">
                      <a16:creationId xmlns:a16="http://schemas.microsoft.com/office/drawing/2014/main" id="{70163E5B-EC19-4657-86D2-716E7CC762AF}"/>
                    </a:ext>
                  </a:extLst>
                </p14:cNvPr>
                <p14:cNvContentPartPr/>
                <p14:nvPr/>
              </p14:nvContentPartPr>
              <p14:xfrm>
                <a:off x="7634017" y="4043949"/>
                <a:ext cx="14040" cy="637560"/>
              </p14:xfrm>
            </p:contentPart>
          </mc:Choice>
          <mc:Fallback xmlns="">
            <p:pic>
              <p:nvPicPr>
                <p:cNvPr id="168" name="Ink 167">
                  <a:extLst>
                    <a:ext uri="{FF2B5EF4-FFF2-40B4-BE49-F238E27FC236}">
                      <a16:creationId xmlns:a16="http://schemas.microsoft.com/office/drawing/2014/main" id="{70163E5B-EC19-4657-86D2-716E7CC762AF}"/>
                    </a:ext>
                  </a:extLst>
                </p:cNvPr>
                <p:cNvPicPr/>
                <p:nvPr/>
              </p:nvPicPr>
              <p:blipFill>
                <a:blip r:embed="rId225"/>
                <a:stretch>
                  <a:fillRect/>
                </a:stretch>
              </p:blipFill>
              <p:spPr>
                <a:xfrm>
                  <a:off x="7616377" y="4025949"/>
                  <a:ext cx="49680" cy="67320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69" name="Ink 168">
                  <a:extLst>
                    <a:ext uri="{FF2B5EF4-FFF2-40B4-BE49-F238E27FC236}">
                      <a16:creationId xmlns:a16="http://schemas.microsoft.com/office/drawing/2014/main" id="{99AD63E4-5298-4A9F-BEA3-2C6FEF4BB06C}"/>
                    </a:ext>
                  </a:extLst>
                </p14:cNvPr>
                <p14:cNvContentPartPr/>
                <p14:nvPr/>
              </p14:nvContentPartPr>
              <p14:xfrm>
                <a:off x="7823737" y="4183269"/>
                <a:ext cx="365400" cy="453600"/>
              </p14:xfrm>
            </p:contentPart>
          </mc:Choice>
          <mc:Fallback xmlns="">
            <p:pic>
              <p:nvPicPr>
                <p:cNvPr id="169" name="Ink 168">
                  <a:extLst>
                    <a:ext uri="{FF2B5EF4-FFF2-40B4-BE49-F238E27FC236}">
                      <a16:creationId xmlns:a16="http://schemas.microsoft.com/office/drawing/2014/main" id="{99AD63E4-5298-4A9F-BEA3-2C6FEF4BB06C}"/>
                    </a:ext>
                  </a:extLst>
                </p:cNvPr>
                <p:cNvPicPr/>
                <p:nvPr/>
              </p:nvPicPr>
              <p:blipFill>
                <a:blip r:embed="rId227"/>
                <a:stretch>
                  <a:fillRect/>
                </a:stretch>
              </p:blipFill>
              <p:spPr>
                <a:xfrm>
                  <a:off x="7805737" y="4165269"/>
                  <a:ext cx="401040" cy="48924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70" name="Ink 169">
                  <a:extLst>
                    <a:ext uri="{FF2B5EF4-FFF2-40B4-BE49-F238E27FC236}">
                      <a16:creationId xmlns:a16="http://schemas.microsoft.com/office/drawing/2014/main" id="{1DB334DF-8A4C-446B-94A2-414FC266562C}"/>
                    </a:ext>
                  </a:extLst>
                </p14:cNvPr>
                <p14:cNvContentPartPr/>
                <p14:nvPr/>
              </p14:nvContentPartPr>
              <p14:xfrm>
                <a:off x="8159617" y="4177149"/>
                <a:ext cx="335160" cy="473400"/>
              </p14:xfrm>
            </p:contentPart>
          </mc:Choice>
          <mc:Fallback xmlns="">
            <p:pic>
              <p:nvPicPr>
                <p:cNvPr id="170" name="Ink 169">
                  <a:extLst>
                    <a:ext uri="{FF2B5EF4-FFF2-40B4-BE49-F238E27FC236}">
                      <a16:creationId xmlns:a16="http://schemas.microsoft.com/office/drawing/2014/main" id="{1DB334DF-8A4C-446B-94A2-414FC266562C}"/>
                    </a:ext>
                  </a:extLst>
                </p:cNvPr>
                <p:cNvPicPr/>
                <p:nvPr/>
              </p:nvPicPr>
              <p:blipFill>
                <a:blip r:embed="rId229"/>
                <a:stretch>
                  <a:fillRect/>
                </a:stretch>
              </p:blipFill>
              <p:spPr>
                <a:xfrm>
                  <a:off x="8141977" y="4159509"/>
                  <a:ext cx="370800" cy="5090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71" name="Ink 170">
                  <a:extLst>
                    <a:ext uri="{FF2B5EF4-FFF2-40B4-BE49-F238E27FC236}">
                      <a16:creationId xmlns:a16="http://schemas.microsoft.com/office/drawing/2014/main" id="{1641187A-5778-4A05-B974-FB9D3652D567}"/>
                    </a:ext>
                  </a:extLst>
                </p14:cNvPr>
                <p14:cNvContentPartPr/>
                <p14:nvPr/>
              </p14:nvContentPartPr>
              <p14:xfrm>
                <a:off x="7805377" y="4003989"/>
                <a:ext cx="23040" cy="282240"/>
              </p14:xfrm>
            </p:contentPart>
          </mc:Choice>
          <mc:Fallback xmlns="">
            <p:pic>
              <p:nvPicPr>
                <p:cNvPr id="171" name="Ink 170">
                  <a:extLst>
                    <a:ext uri="{FF2B5EF4-FFF2-40B4-BE49-F238E27FC236}">
                      <a16:creationId xmlns:a16="http://schemas.microsoft.com/office/drawing/2014/main" id="{1641187A-5778-4A05-B974-FB9D3652D567}"/>
                    </a:ext>
                  </a:extLst>
                </p:cNvPr>
                <p:cNvPicPr/>
                <p:nvPr/>
              </p:nvPicPr>
              <p:blipFill>
                <a:blip r:embed="rId231"/>
                <a:stretch>
                  <a:fillRect/>
                </a:stretch>
              </p:blipFill>
              <p:spPr>
                <a:xfrm>
                  <a:off x="7787737" y="3985989"/>
                  <a:ext cx="5868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72" name="Ink 171">
                  <a:extLst>
                    <a:ext uri="{FF2B5EF4-FFF2-40B4-BE49-F238E27FC236}">
                      <a16:creationId xmlns:a16="http://schemas.microsoft.com/office/drawing/2014/main" id="{924D3979-20B0-44FB-ADED-FB7311BA0D6D}"/>
                    </a:ext>
                  </a:extLst>
                </p14:cNvPr>
                <p14:cNvContentPartPr/>
                <p14:nvPr/>
              </p14:nvContentPartPr>
              <p14:xfrm>
                <a:off x="8712217" y="4376589"/>
                <a:ext cx="295560" cy="12600"/>
              </p14:xfrm>
            </p:contentPart>
          </mc:Choice>
          <mc:Fallback xmlns="">
            <p:pic>
              <p:nvPicPr>
                <p:cNvPr id="172" name="Ink 171">
                  <a:extLst>
                    <a:ext uri="{FF2B5EF4-FFF2-40B4-BE49-F238E27FC236}">
                      <a16:creationId xmlns:a16="http://schemas.microsoft.com/office/drawing/2014/main" id="{924D3979-20B0-44FB-ADED-FB7311BA0D6D}"/>
                    </a:ext>
                  </a:extLst>
                </p:cNvPr>
                <p:cNvPicPr/>
                <p:nvPr/>
              </p:nvPicPr>
              <p:blipFill>
                <a:blip r:embed="rId233"/>
                <a:stretch>
                  <a:fillRect/>
                </a:stretch>
              </p:blipFill>
              <p:spPr>
                <a:xfrm>
                  <a:off x="8694577" y="4358589"/>
                  <a:ext cx="33120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73" name="Ink 172">
                  <a:extLst>
                    <a:ext uri="{FF2B5EF4-FFF2-40B4-BE49-F238E27FC236}">
                      <a16:creationId xmlns:a16="http://schemas.microsoft.com/office/drawing/2014/main" id="{A51B23CA-F761-43A2-A7E9-5F1308722065}"/>
                    </a:ext>
                  </a:extLst>
                </p14:cNvPr>
                <p14:cNvContentPartPr/>
                <p14:nvPr/>
              </p14:nvContentPartPr>
              <p14:xfrm>
                <a:off x="8697817" y="4488189"/>
                <a:ext cx="226080" cy="30240"/>
              </p14:xfrm>
            </p:contentPart>
          </mc:Choice>
          <mc:Fallback xmlns="">
            <p:pic>
              <p:nvPicPr>
                <p:cNvPr id="173" name="Ink 172">
                  <a:extLst>
                    <a:ext uri="{FF2B5EF4-FFF2-40B4-BE49-F238E27FC236}">
                      <a16:creationId xmlns:a16="http://schemas.microsoft.com/office/drawing/2014/main" id="{A51B23CA-F761-43A2-A7E9-5F1308722065}"/>
                    </a:ext>
                  </a:extLst>
                </p:cNvPr>
                <p:cNvPicPr/>
                <p:nvPr/>
              </p:nvPicPr>
              <p:blipFill>
                <a:blip r:embed="rId235"/>
                <a:stretch>
                  <a:fillRect/>
                </a:stretch>
              </p:blipFill>
              <p:spPr>
                <a:xfrm>
                  <a:off x="8680177" y="4470549"/>
                  <a:ext cx="26172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74" name="Ink 173">
                  <a:extLst>
                    <a:ext uri="{FF2B5EF4-FFF2-40B4-BE49-F238E27FC236}">
                      <a16:creationId xmlns:a16="http://schemas.microsoft.com/office/drawing/2014/main" id="{E552C7CB-2C4E-4296-B6F4-BE007DA750E8}"/>
                    </a:ext>
                  </a:extLst>
                </p14:cNvPr>
                <p14:cNvContentPartPr/>
                <p14:nvPr/>
              </p14:nvContentPartPr>
              <p14:xfrm>
                <a:off x="9252217" y="4170669"/>
                <a:ext cx="20880" cy="471960"/>
              </p14:xfrm>
            </p:contentPart>
          </mc:Choice>
          <mc:Fallback xmlns="">
            <p:pic>
              <p:nvPicPr>
                <p:cNvPr id="174" name="Ink 173">
                  <a:extLst>
                    <a:ext uri="{FF2B5EF4-FFF2-40B4-BE49-F238E27FC236}">
                      <a16:creationId xmlns:a16="http://schemas.microsoft.com/office/drawing/2014/main" id="{E552C7CB-2C4E-4296-B6F4-BE007DA750E8}"/>
                    </a:ext>
                  </a:extLst>
                </p:cNvPr>
                <p:cNvPicPr/>
                <p:nvPr/>
              </p:nvPicPr>
              <p:blipFill>
                <a:blip r:embed="rId237"/>
                <a:stretch>
                  <a:fillRect/>
                </a:stretch>
              </p:blipFill>
              <p:spPr>
                <a:xfrm>
                  <a:off x="9234217" y="4153029"/>
                  <a:ext cx="56520" cy="5076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75" name="Ink 174">
                  <a:extLst>
                    <a:ext uri="{FF2B5EF4-FFF2-40B4-BE49-F238E27FC236}">
                      <a16:creationId xmlns:a16="http://schemas.microsoft.com/office/drawing/2014/main" id="{4F906DF2-F428-4D20-BB0A-651C40012242}"/>
                    </a:ext>
                  </a:extLst>
                </p14:cNvPr>
                <p14:cNvContentPartPr/>
                <p14:nvPr/>
              </p14:nvContentPartPr>
              <p14:xfrm>
                <a:off x="9404857" y="4193709"/>
                <a:ext cx="208080" cy="466560"/>
              </p14:xfrm>
            </p:contentPart>
          </mc:Choice>
          <mc:Fallback xmlns="">
            <p:pic>
              <p:nvPicPr>
                <p:cNvPr id="175" name="Ink 174">
                  <a:extLst>
                    <a:ext uri="{FF2B5EF4-FFF2-40B4-BE49-F238E27FC236}">
                      <a16:creationId xmlns:a16="http://schemas.microsoft.com/office/drawing/2014/main" id="{4F906DF2-F428-4D20-BB0A-651C40012242}"/>
                    </a:ext>
                  </a:extLst>
                </p:cNvPr>
                <p:cNvPicPr/>
                <p:nvPr/>
              </p:nvPicPr>
              <p:blipFill>
                <a:blip r:embed="rId239"/>
                <a:stretch>
                  <a:fillRect/>
                </a:stretch>
              </p:blipFill>
              <p:spPr>
                <a:xfrm>
                  <a:off x="9386857" y="4176069"/>
                  <a:ext cx="243720" cy="5022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76" name="Ink 175">
                  <a:extLst>
                    <a:ext uri="{FF2B5EF4-FFF2-40B4-BE49-F238E27FC236}">
                      <a16:creationId xmlns:a16="http://schemas.microsoft.com/office/drawing/2014/main" id="{A8971E20-2568-43B6-A8B6-3ED00AE961F0}"/>
                    </a:ext>
                  </a:extLst>
                </p14:cNvPr>
                <p14:cNvContentPartPr/>
                <p14:nvPr/>
              </p14:nvContentPartPr>
              <p14:xfrm>
                <a:off x="9699337" y="4176069"/>
                <a:ext cx="227160" cy="523080"/>
              </p14:xfrm>
            </p:contentPart>
          </mc:Choice>
          <mc:Fallback xmlns="">
            <p:pic>
              <p:nvPicPr>
                <p:cNvPr id="176" name="Ink 175">
                  <a:extLst>
                    <a:ext uri="{FF2B5EF4-FFF2-40B4-BE49-F238E27FC236}">
                      <a16:creationId xmlns:a16="http://schemas.microsoft.com/office/drawing/2014/main" id="{A8971E20-2568-43B6-A8B6-3ED00AE961F0}"/>
                    </a:ext>
                  </a:extLst>
                </p:cNvPr>
                <p:cNvPicPr/>
                <p:nvPr/>
              </p:nvPicPr>
              <p:blipFill>
                <a:blip r:embed="rId241"/>
                <a:stretch>
                  <a:fillRect/>
                </a:stretch>
              </p:blipFill>
              <p:spPr>
                <a:xfrm>
                  <a:off x="9681697" y="4158429"/>
                  <a:ext cx="262800" cy="55872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78" name="Ink 177">
                  <a:extLst>
                    <a:ext uri="{FF2B5EF4-FFF2-40B4-BE49-F238E27FC236}">
                      <a16:creationId xmlns:a16="http://schemas.microsoft.com/office/drawing/2014/main" id="{EDB94A29-FFFD-420B-A15E-2D3C06D3AA74}"/>
                    </a:ext>
                  </a:extLst>
                </p14:cNvPr>
                <p14:cNvContentPartPr/>
                <p14:nvPr/>
              </p14:nvContentPartPr>
              <p14:xfrm>
                <a:off x="9997417" y="4156989"/>
                <a:ext cx="233640" cy="523800"/>
              </p14:xfrm>
            </p:contentPart>
          </mc:Choice>
          <mc:Fallback xmlns="">
            <p:pic>
              <p:nvPicPr>
                <p:cNvPr id="178" name="Ink 177">
                  <a:extLst>
                    <a:ext uri="{FF2B5EF4-FFF2-40B4-BE49-F238E27FC236}">
                      <a16:creationId xmlns:a16="http://schemas.microsoft.com/office/drawing/2014/main" id="{EDB94A29-FFFD-420B-A15E-2D3C06D3AA74}"/>
                    </a:ext>
                  </a:extLst>
                </p:cNvPr>
                <p:cNvPicPr/>
                <p:nvPr/>
              </p:nvPicPr>
              <p:blipFill>
                <a:blip r:embed="rId243"/>
                <a:stretch>
                  <a:fillRect/>
                </a:stretch>
              </p:blipFill>
              <p:spPr>
                <a:xfrm>
                  <a:off x="9979417" y="4138989"/>
                  <a:ext cx="269280" cy="5594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79" name="Ink 178">
                  <a:extLst>
                    <a:ext uri="{FF2B5EF4-FFF2-40B4-BE49-F238E27FC236}">
                      <a16:creationId xmlns:a16="http://schemas.microsoft.com/office/drawing/2014/main" id="{7375365F-216B-4489-849D-306507F8E00D}"/>
                    </a:ext>
                  </a:extLst>
                </p14:cNvPr>
                <p14:cNvContentPartPr/>
                <p14:nvPr/>
              </p14:nvContentPartPr>
              <p14:xfrm>
                <a:off x="10239337" y="4290189"/>
                <a:ext cx="333000" cy="386280"/>
              </p14:xfrm>
            </p:contentPart>
          </mc:Choice>
          <mc:Fallback xmlns="">
            <p:pic>
              <p:nvPicPr>
                <p:cNvPr id="179" name="Ink 178">
                  <a:extLst>
                    <a:ext uri="{FF2B5EF4-FFF2-40B4-BE49-F238E27FC236}">
                      <a16:creationId xmlns:a16="http://schemas.microsoft.com/office/drawing/2014/main" id="{7375365F-216B-4489-849D-306507F8E00D}"/>
                    </a:ext>
                  </a:extLst>
                </p:cNvPr>
                <p:cNvPicPr/>
                <p:nvPr/>
              </p:nvPicPr>
              <p:blipFill>
                <a:blip r:embed="rId245"/>
                <a:stretch>
                  <a:fillRect/>
                </a:stretch>
              </p:blipFill>
              <p:spPr>
                <a:xfrm>
                  <a:off x="10221697" y="4272549"/>
                  <a:ext cx="368640" cy="42192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80" name="Ink 179">
                  <a:extLst>
                    <a:ext uri="{FF2B5EF4-FFF2-40B4-BE49-F238E27FC236}">
                      <a16:creationId xmlns:a16="http://schemas.microsoft.com/office/drawing/2014/main" id="{C06FAF25-647A-41F1-8794-7985908EF762}"/>
                    </a:ext>
                  </a:extLst>
                </p14:cNvPr>
                <p14:cNvContentPartPr/>
                <p14:nvPr/>
              </p14:nvContentPartPr>
              <p14:xfrm>
                <a:off x="7420897" y="4957989"/>
                <a:ext cx="314640" cy="294840"/>
              </p14:xfrm>
            </p:contentPart>
          </mc:Choice>
          <mc:Fallback xmlns="">
            <p:pic>
              <p:nvPicPr>
                <p:cNvPr id="180" name="Ink 179">
                  <a:extLst>
                    <a:ext uri="{FF2B5EF4-FFF2-40B4-BE49-F238E27FC236}">
                      <a16:creationId xmlns:a16="http://schemas.microsoft.com/office/drawing/2014/main" id="{C06FAF25-647A-41F1-8794-7985908EF762}"/>
                    </a:ext>
                  </a:extLst>
                </p:cNvPr>
                <p:cNvPicPr/>
                <p:nvPr/>
              </p:nvPicPr>
              <p:blipFill>
                <a:blip r:embed="rId247"/>
                <a:stretch>
                  <a:fillRect/>
                </a:stretch>
              </p:blipFill>
              <p:spPr>
                <a:xfrm>
                  <a:off x="7403257" y="4939989"/>
                  <a:ext cx="35028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81" name="Ink 180">
                  <a:extLst>
                    <a:ext uri="{FF2B5EF4-FFF2-40B4-BE49-F238E27FC236}">
                      <a16:creationId xmlns:a16="http://schemas.microsoft.com/office/drawing/2014/main" id="{6B15C970-19E5-4931-8162-E55882FE234F}"/>
                    </a:ext>
                  </a:extLst>
                </p14:cNvPr>
                <p14:cNvContentPartPr/>
                <p14:nvPr/>
              </p14:nvContentPartPr>
              <p14:xfrm>
                <a:off x="7636537" y="4907229"/>
                <a:ext cx="59040" cy="525600"/>
              </p14:xfrm>
            </p:contentPart>
          </mc:Choice>
          <mc:Fallback xmlns="">
            <p:pic>
              <p:nvPicPr>
                <p:cNvPr id="181" name="Ink 180">
                  <a:extLst>
                    <a:ext uri="{FF2B5EF4-FFF2-40B4-BE49-F238E27FC236}">
                      <a16:creationId xmlns:a16="http://schemas.microsoft.com/office/drawing/2014/main" id="{6B15C970-19E5-4931-8162-E55882FE234F}"/>
                    </a:ext>
                  </a:extLst>
                </p:cNvPr>
                <p:cNvPicPr/>
                <p:nvPr/>
              </p:nvPicPr>
              <p:blipFill>
                <a:blip r:embed="rId249"/>
                <a:stretch>
                  <a:fillRect/>
                </a:stretch>
              </p:blipFill>
              <p:spPr>
                <a:xfrm>
                  <a:off x="7618537" y="4889229"/>
                  <a:ext cx="94680" cy="5612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82" name="Ink 181">
                  <a:extLst>
                    <a:ext uri="{FF2B5EF4-FFF2-40B4-BE49-F238E27FC236}">
                      <a16:creationId xmlns:a16="http://schemas.microsoft.com/office/drawing/2014/main" id="{3B4B5FD8-339D-4DBA-8EDC-1D641CD7BFE1}"/>
                    </a:ext>
                  </a:extLst>
                </p14:cNvPr>
                <p14:cNvContentPartPr/>
                <p14:nvPr/>
              </p14:nvContentPartPr>
              <p14:xfrm>
                <a:off x="7928497" y="5097669"/>
                <a:ext cx="23760" cy="104400"/>
              </p14:xfrm>
            </p:contentPart>
          </mc:Choice>
          <mc:Fallback xmlns="">
            <p:pic>
              <p:nvPicPr>
                <p:cNvPr id="182" name="Ink 181">
                  <a:extLst>
                    <a:ext uri="{FF2B5EF4-FFF2-40B4-BE49-F238E27FC236}">
                      <a16:creationId xmlns:a16="http://schemas.microsoft.com/office/drawing/2014/main" id="{3B4B5FD8-339D-4DBA-8EDC-1D641CD7BFE1}"/>
                    </a:ext>
                  </a:extLst>
                </p:cNvPr>
                <p:cNvPicPr/>
                <p:nvPr/>
              </p:nvPicPr>
              <p:blipFill>
                <a:blip r:embed="rId251"/>
                <a:stretch>
                  <a:fillRect/>
                </a:stretch>
              </p:blipFill>
              <p:spPr>
                <a:xfrm>
                  <a:off x="7910497" y="5079669"/>
                  <a:ext cx="5940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85" name="Ink 184">
                  <a:extLst>
                    <a:ext uri="{FF2B5EF4-FFF2-40B4-BE49-F238E27FC236}">
                      <a16:creationId xmlns:a16="http://schemas.microsoft.com/office/drawing/2014/main" id="{DCD912C7-E10F-49E1-9CB9-113552ABFD8C}"/>
                    </a:ext>
                  </a:extLst>
                </p14:cNvPr>
                <p14:cNvContentPartPr/>
                <p14:nvPr/>
              </p14:nvContentPartPr>
              <p14:xfrm>
                <a:off x="8068537" y="4902189"/>
                <a:ext cx="275400" cy="512640"/>
              </p14:xfrm>
            </p:contentPart>
          </mc:Choice>
          <mc:Fallback xmlns="">
            <p:pic>
              <p:nvPicPr>
                <p:cNvPr id="185" name="Ink 184">
                  <a:extLst>
                    <a:ext uri="{FF2B5EF4-FFF2-40B4-BE49-F238E27FC236}">
                      <a16:creationId xmlns:a16="http://schemas.microsoft.com/office/drawing/2014/main" id="{DCD912C7-E10F-49E1-9CB9-113552ABFD8C}"/>
                    </a:ext>
                  </a:extLst>
                </p:cNvPr>
                <p:cNvPicPr/>
                <p:nvPr/>
              </p:nvPicPr>
              <p:blipFill>
                <a:blip r:embed="rId253"/>
                <a:stretch>
                  <a:fillRect/>
                </a:stretch>
              </p:blipFill>
              <p:spPr>
                <a:xfrm>
                  <a:off x="8050537" y="4884549"/>
                  <a:ext cx="311040" cy="54828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86" name="Ink 185">
                  <a:extLst>
                    <a:ext uri="{FF2B5EF4-FFF2-40B4-BE49-F238E27FC236}">
                      <a16:creationId xmlns:a16="http://schemas.microsoft.com/office/drawing/2014/main" id="{2A902A5A-5FDF-4D51-AAA4-520D88DB1DCF}"/>
                    </a:ext>
                  </a:extLst>
                </p14:cNvPr>
                <p14:cNvContentPartPr/>
                <p14:nvPr/>
              </p14:nvContentPartPr>
              <p14:xfrm>
                <a:off x="8361217" y="4861869"/>
                <a:ext cx="284040" cy="641160"/>
              </p14:xfrm>
            </p:contentPart>
          </mc:Choice>
          <mc:Fallback xmlns="">
            <p:pic>
              <p:nvPicPr>
                <p:cNvPr id="186" name="Ink 185">
                  <a:extLst>
                    <a:ext uri="{FF2B5EF4-FFF2-40B4-BE49-F238E27FC236}">
                      <a16:creationId xmlns:a16="http://schemas.microsoft.com/office/drawing/2014/main" id="{2A902A5A-5FDF-4D51-AAA4-520D88DB1DCF}"/>
                    </a:ext>
                  </a:extLst>
                </p:cNvPr>
                <p:cNvPicPr/>
                <p:nvPr/>
              </p:nvPicPr>
              <p:blipFill>
                <a:blip r:embed="rId255"/>
                <a:stretch>
                  <a:fillRect/>
                </a:stretch>
              </p:blipFill>
              <p:spPr>
                <a:xfrm>
                  <a:off x="8343577" y="4844229"/>
                  <a:ext cx="319680" cy="67680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88" name="Ink 187">
                  <a:extLst>
                    <a:ext uri="{FF2B5EF4-FFF2-40B4-BE49-F238E27FC236}">
                      <a16:creationId xmlns:a16="http://schemas.microsoft.com/office/drawing/2014/main" id="{AECCE455-076A-4916-8B0F-2039213FE69D}"/>
                    </a:ext>
                  </a:extLst>
                </p14:cNvPr>
                <p14:cNvContentPartPr/>
                <p14:nvPr/>
              </p14:nvContentPartPr>
              <p14:xfrm>
                <a:off x="8825257" y="5056989"/>
                <a:ext cx="293760" cy="50040"/>
              </p14:xfrm>
            </p:contentPart>
          </mc:Choice>
          <mc:Fallback xmlns="">
            <p:pic>
              <p:nvPicPr>
                <p:cNvPr id="188" name="Ink 187">
                  <a:extLst>
                    <a:ext uri="{FF2B5EF4-FFF2-40B4-BE49-F238E27FC236}">
                      <a16:creationId xmlns:a16="http://schemas.microsoft.com/office/drawing/2014/main" id="{AECCE455-076A-4916-8B0F-2039213FE69D}"/>
                    </a:ext>
                  </a:extLst>
                </p:cNvPr>
                <p:cNvPicPr/>
                <p:nvPr/>
              </p:nvPicPr>
              <p:blipFill>
                <a:blip r:embed="rId257"/>
                <a:stretch>
                  <a:fillRect/>
                </a:stretch>
              </p:blipFill>
              <p:spPr>
                <a:xfrm>
                  <a:off x="8807617" y="5039349"/>
                  <a:ext cx="32940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89" name="Ink 188">
                  <a:extLst>
                    <a:ext uri="{FF2B5EF4-FFF2-40B4-BE49-F238E27FC236}">
                      <a16:creationId xmlns:a16="http://schemas.microsoft.com/office/drawing/2014/main" id="{5A5B8511-F647-4B23-AE9A-1DEF9780BABE}"/>
                    </a:ext>
                  </a:extLst>
                </p14:cNvPr>
                <p14:cNvContentPartPr/>
                <p14:nvPr/>
              </p14:nvContentPartPr>
              <p14:xfrm>
                <a:off x="8921017" y="5188389"/>
                <a:ext cx="144720" cy="30240"/>
              </p14:xfrm>
            </p:contentPart>
          </mc:Choice>
          <mc:Fallback xmlns="">
            <p:pic>
              <p:nvPicPr>
                <p:cNvPr id="189" name="Ink 188">
                  <a:extLst>
                    <a:ext uri="{FF2B5EF4-FFF2-40B4-BE49-F238E27FC236}">
                      <a16:creationId xmlns:a16="http://schemas.microsoft.com/office/drawing/2014/main" id="{5A5B8511-F647-4B23-AE9A-1DEF9780BABE}"/>
                    </a:ext>
                  </a:extLst>
                </p:cNvPr>
                <p:cNvPicPr/>
                <p:nvPr/>
              </p:nvPicPr>
              <p:blipFill>
                <a:blip r:embed="rId259"/>
                <a:stretch>
                  <a:fillRect/>
                </a:stretch>
              </p:blipFill>
              <p:spPr>
                <a:xfrm>
                  <a:off x="8903017" y="5170749"/>
                  <a:ext cx="18036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91" name="Ink 190">
                  <a:extLst>
                    <a:ext uri="{FF2B5EF4-FFF2-40B4-BE49-F238E27FC236}">
                      <a16:creationId xmlns:a16="http://schemas.microsoft.com/office/drawing/2014/main" id="{38EB5E73-0034-4936-9FF9-B77BF55EA36A}"/>
                    </a:ext>
                  </a:extLst>
                </p14:cNvPr>
                <p14:cNvContentPartPr/>
                <p14:nvPr/>
              </p14:nvContentPartPr>
              <p14:xfrm>
                <a:off x="9304057" y="4981749"/>
                <a:ext cx="331920" cy="318600"/>
              </p14:xfrm>
            </p:contentPart>
          </mc:Choice>
          <mc:Fallback xmlns="">
            <p:pic>
              <p:nvPicPr>
                <p:cNvPr id="191" name="Ink 190">
                  <a:extLst>
                    <a:ext uri="{FF2B5EF4-FFF2-40B4-BE49-F238E27FC236}">
                      <a16:creationId xmlns:a16="http://schemas.microsoft.com/office/drawing/2014/main" id="{38EB5E73-0034-4936-9FF9-B77BF55EA36A}"/>
                    </a:ext>
                  </a:extLst>
                </p:cNvPr>
                <p:cNvPicPr/>
                <p:nvPr/>
              </p:nvPicPr>
              <p:blipFill>
                <a:blip r:embed="rId261"/>
                <a:stretch>
                  <a:fillRect/>
                </a:stretch>
              </p:blipFill>
              <p:spPr>
                <a:xfrm>
                  <a:off x="9286057" y="4963749"/>
                  <a:ext cx="367560" cy="35424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92" name="Ink 191">
                  <a:extLst>
                    <a:ext uri="{FF2B5EF4-FFF2-40B4-BE49-F238E27FC236}">
                      <a16:creationId xmlns:a16="http://schemas.microsoft.com/office/drawing/2014/main" id="{4A2C9405-2428-4BDD-BFB0-6A4C918EAFAC}"/>
                    </a:ext>
                  </a:extLst>
                </p14:cNvPr>
                <p14:cNvContentPartPr/>
                <p14:nvPr/>
              </p14:nvContentPartPr>
              <p14:xfrm>
                <a:off x="9529417" y="4993269"/>
                <a:ext cx="15120" cy="533880"/>
              </p14:xfrm>
            </p:contentPart>
          </mc:Choice>
          <mc:Fallback xmlns="">
            <p:pic>
              <p:nvPicPr>
                <p:cNvPr id="192" name="Ink 191">
                  <a:extLst>
                    <a:ext uri="{FF2B5EF4-FFF2-40B4-BE49-F238E27FC236}">
                      <a16:creationId xmlns:a16="http://schemas.microsoft.com/office/drawing/2014/main" id="{4A2C9405-2428-4BDD-BFB0-6A4C918EAFAC}"/>
                    </a:ext>
                  </a:extLst>
                </p:cNvPr>
                <p:cNvPicPr/>
                <p:nvPr/>
              </p:nvPicPr>
              <p:blipFill>
                <a:blip r:embed="rId263"/>
                <a:stretch>
                  <a:fillRect/>
                </a:stretch>
              </p:blipFill>
              <p:spPr>
                <a:xfrm>
                  <a:off x="9511417" y="4975269"/>
                  <a:ext cx="50760" cy="56952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93" name="Ink 192">
                  <a:extLst>
                    <a:ext uri="{FF2B5EF4-FFF2-40B4-BE49-F238E27FC236}">
                      <a16:creationId xmlns:a16="http://schemas.microsoft.com/office/drawing/2014/main" id="{C1471555-DC6A-4704-9549-47F30A3AB771}"/>
                    </a:ext>
                  </a:extLst>
                </p14:cNvPr>
                <p14:cNvContentPartPr/>
                <p14:nvPr/>
              </p14:nvContentPartPr>
              <p14:xfrm>
                <a:off x="9722017" y="5213589"/>
                <a:ext cx="12600" cy="79920"/>
              </p14:xfrm>
            </p:contentPart>
          </mc:Choice>
          <mc:Fallback xmlns="">
            <p:pic>
              <p:nvPicPr>
                <p:cNvPr id="193" name="Ink 192">
                  <a:extLst>
                    <a:ext uri="{FF2B5EF4-FFF2-40B4-BE49-F238E27FC236}">
                      <a16:creationId xmlns:a16="http://schemas.microsoft.com/office/drawing/2014/main" id="{C1471555-DC6A-4704-9549-47F30A3AB771}"/>
                    </a:ext>
                  </a:extLst>
                </p:cNvPr>
                <p:cNvPicPr/>
                <p:nvPr/>
              </p:nvPicPr>
              <p:blipFill>
                <a:blip r:embed="rId265"/>
                <a:stretch>
                  <a:fillRect/>
                </a:stretch>
              </p:blipFill>
              <p:spPr>
                <a:xfrm>
                  <a:off x="9704017" y="5195949"/>
                  <a:ext cx="4824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94" name="Ink 193">
                  <a:extLst>
                    <a:ext uri="{FF2B5EF4-FFF2-40B4-BE49-F238E27FC236}">
                      <a16:creationId xmlns:a16="http://schemas.microsoft.com/office/drawing/2014/main" id="{608C7C1C-AAD1-44D9-9BFD-E0A7E052F345}"/>
                    </a:ext>
                  </a:extLst>
                </p14:cNvPr>
                <p14:cNvContentPartPr/>
                <p14:nvPr/>
              </p14:nvContentPartPr>
              <p14:xfrm>
                <a:off x="9916057" y="5018469"/>
                <a:ext cx="211680" cy="537120"/>
              </p14:xfrm>
            </p:contentPart>
          </mc:Choice>
          <mc:Fallback xmlns="">
            <p:pic>
              <p:nvPicPr>
                <p:cNvPr id="194" name="Ink 193">
                  <a:extLst>
                    <a:ext uri="{FF2B5EF4-FFF2-40B4-BE49-F238E27FC236}">
                      <a16:creationId xmlns:a16="http://schemas.microsoft.com/office/drawing/2014/main" id="{608C7C1C-AAD1-44D9-9BFD-E0A7E052F345}"/>
                    </a:ext>
                  </a:extLst>
                </p:cNvPr>
                <p:cNvPicPr/>
                <p:nvPr/>
              </p:nvPicPr>
              <p:blipFill>
                <a:blip r:embed="rId267"/>
                <a:stretch>
                  <a:fillRect/>
                </a:stretch>
              </p:blipFill>
              <p:spPr>
                <a:xfrm>
                  <a:off x="9898057" y="5000469"/>
                  <a:ext cx="247320" cy="57276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95" name="Ink 194">
                  <a:extLst>
                    <a:ext uri="{FF2B5EF4-FFF2-40B4-BE49-F238E27FC236}">
                      <a16:creationId xmlns:a16="http://schemas.microsoft.com/office/drawing/2014/main" id="{1B183525-BDB9-40D8-ACE1-8143E9D32948}"/>
                    </a:ext>
                  </a:extLst>
                </p14:cNvPr>
                <p14:cNvContentPartPr/>
                <p14:nvPr/>
              </p14:nvContentPartPr>
              <p14:xfrm>
                <a:off x="10157257" y="5000109"/>
                <a:ext cx="273240" cy="473040"/>
              </p14:xfrm>
            </p:contentPart>
          </mc:Choice>
          <mc:Fallback xmlns="">
            <p:pic>
              <p:nvPicPr>
                <p:cNvPr id="195" name="Ink 194">
                  <a:extLst>
                    <a:ext uri="{FF2B5EF4-FFF2-40B4-BE49-F238E27FC236}">
                      <a16:creationId xmlns:a16="http://schemas.microsoft.com/office/drawing/2014/main" id="{1B183525-BDB9-40D8-ACE1-8143E9D32948}"/>
                    </a:ext>
                  </a:extLst>
                </p:cNvPr>
                <p:cNvPicPr/>
                <p:nvPr/>
              </p:nvPicPr>
              <p:blipFill>
                <a:blip r:embed="rId269"/>
                <a:stretch>
                  <a:fillRect/>
                </a:stretch>
              </p:blipFill>
              <p:spPr>
                <a:xfrm>
                  <a:off x="10139617" y="4982469"/>
                  <a:ext cx="308880" cy="50868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96" name="Ink 195">
                  <a:extLst>
                    <a:ext uri="{FF2B5EF4-FFF2-40B4-BE49-F238E27FC236}">
                      <a16:creationId xmlns:a16="http://schemas.microsoft.com/office/drawing/2014/main" id="{6E8302CC-C48A-4040-8A00-F19B852D9FC1}"/>
                    </a:ext>
                  </a:extLst>
                </p14:cNvPr>
                <p14:cNvContentPartPr/>
                <p14:nvPr/>
              </p14:nvContentPartPr>
              <p14:xfrm>
                <a:off x="10502137" y="5169309"/>
                <a:ext cx="171720" cy="148680"/>
              </p14:xfrm>
            </p:contentPart>
          </mc:Choice>
          <mc:Fallback xmlns="">
            <p:pic>
              <p:nvPicPr>
                <p:cNvPr id="196" name="Ink 195">
                  <a:extLst>
                    <a:ext uri="{FF2B5EF4-FFF2-40B4-BE49-F238E27FC236}">
                      <a16:creationId xmlns:a16="http://schemas.microsoft.com/office/drawing/2014/main" id="{6E8302CC-C48A-4040-8A00-F19B852D9FC1}"/>
                    </a:ext>
                  </a:extLst>
                </p:cNvPr>
                <p:cNvPicPr/>
                <p:nvPr/>
              </p:nvPicPr>
              <p:blipFill>
                <a:blip r:embed="rId271"/>
                <a:stretch>
                  <a:fillRect/>
                </a:stretch>
              </p:blipFill>
              <p:spPr>
                <a:xfrm>
                  <a:off x="10484497" y="5151309"/>
                  <a:ext cx="20736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97" name="Ink 196">
                  <a:extLst>
                    <a:ext uri="{FF2B5EF4-FFF2-40B4-BE49-F238E27FC236}">
                      <a16:creationId xmlns:a16="http://schemas.microsoft.com/office/drawing/2014/main" id="{AE64D348-F6C1-4E86-AB43-4AD373C8B9E1}"/>
                    </a:ext>
                  </a:extLst>
                </p14:cNvPr>
                <p14:cNvContentPartPr/>
                <p14:nvPr/>
              </p14:nvContentPartPr>
              <p14:xfrm>
                <a:off x="10504657" y="5159229"/>
                <a:ext cx="150120" cy="234000"/>
              </p14:xfrm>
            </p:contentPart>
          </mc:Choice>
          <mc:Fallback xmlns="">
            <p:pic>
              <p:nvPicPr>
                <p:cNvPr id="197" name="Ink 196">
                  <a:extLst>
                    <a:ext uri="{FF2B5EF4-FFF2-40B4-BE49-F238E27FC236}">
                      <a16:creationId xmlns:a16="http://schemas.microsoft.com/office/drawing/2014/main" id="{AE64D348-F6C1-4E86-AB43-4AD373C8B9E1}"/>
                    </a:ext>
                  </a:extLst>
                </p:cNvPr>
                <p:cNvPicPr/>
                <p:nvPr/>
              </p:nvPicPr>
              <p:blipFill>
                <a:blip r:embed="rId273"/>
                <a:stretch>
                  <a:fillRect/>
                </a:stretch>
              </p:blipFill>
              <p:spPr>
                <a:xfrm>
                  <a:off x="10486657" y="5141589"/>
                  <a:ext cx="18576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98" name="Ink 197">
                  <a:extLst>
                    <a:ext uri="{FF2B5EF4-FFF2-40B4-BE49-F238E27FC236}">
                      <a16:creationId xmlns:a16="http://schemas.microsoft.com/office/drawing/2014/main" id="{A4F993C0-C56F-4FA8-BD10-8843A4237F4A}"/>
                    </a:ext>
                  </a:extLst>
                </p14:cNvPr>
                <p14:cNvContentPartPr/>
                <p14:nvPr/>
              </p14:nvContentPartPr>
              <p14:xfrm>
                <a:off x="10846657" y="5055549"/>
                <a:ext cx="16920" cy="472320"/>
              </p14:xfrm>
            </p:contentPart>
          </mc:Choice>
          <mc:Fallback xmlns="">
            <p:pic>
              <p:nvPicPr>
                <p:cNvPr id="198" name="Ink 197">
                  <a:extLst>
                    <a:ext uri="{FF2B5EF4-FFF2-40B4-BE49-F238E27FC236}">
                      <a16:creationId xmlns:a16="http://schemas.microsoft.com/office/drawing/2014/main" id="{A4F993C0-C56F-4FA8-BD10-8843A4237F4A}"/>
                    </a:ext>
                  </a:extLst>
                </p:cNvPr>
                <p:cNvPicPr/>
                <p:nvPr/>
              </p:nvPicPr>
              <p:blipFill>
                <a:blip r:embed="rId275"/>
                <a:stretch>
                  <a:fillRect/>
                </a:stretch>
              </p:blipFill>
              <p:spPr>
                <a:xfrm>
                  <a:off x="10828657" y="5037909"/>
                  <a:ext cx="52560" cy="50796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99" name="Ink 198">
                  <a:extLst>
                    <a:ext uri="{FF2B5EF4-FFF2-40B4-BE49-F238E27FC236}">
                      <a16:creationId xmlns:a16="http://schemas.microsoft.com/office/drawing/2014/main" id="{6C3E4E4F-170D-4DA2-962D-C714D7BFBC05}"/>
                    </a:ext>
                  </a:extLst>
                </p14:cNvPr>
                <p14:cNvContentPartPr/>
                <p14:nvPr/>
              </p14:nvContentPartPr>
              <p14:xfrm>
                <a:off x="10968697" y="5168949"/>
                <a:ext cx="130680" cy="344160"/>
              </p14:xfrm>
            </p:contentPart>
          </mc:Choice>
          <mc:Fallback xmlns="">
            <p:pic>
              <p:nvPicPr>
                <p:cNvPr id="199" name="Ink 198">
                  <a:extLst>
                    <a:ext uri="{FF2B5EF4-FFF2-40B4-BE49-F238E27FC236}">
                      <a16:creationId xmlns:a16="http://schemas.microsoft.com/office/drawing/2014/main" id="{6C3E4E4F-170D-4DA2-962D-C714D7BFBC05}"/>
                    </a:ext>
                  </a:extLst>
                </p:cNvPr>
                <p:cNvPicPr/>
                <p:nvPr/>
              </p:nvPicPr>
              <p:blipFill>
                <a:blip r:embed="rId277"/>
                <a:stretch>
                  <a:fillRect/>
                </a:stretch>
              </p:blipFill>
              <p:spPr>
                <a:xfrm>
                  <a:off x="10951057" y="5150949"/>
                  <a:ext cx="166320" cy="37980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200" name="Ink 199">
                  <a:extLst>
                    <a:ext uri="{FF2B5EF4-FFF2-40B4-BE49-F238E27FC236}">
                      <a16:creationId xmlns:a16="http://schemas.microsoft.com/office/drawing/2014/main" id="{ECCA5AB6-F194-4E61-85B5-AA2EC856702B}"/>
                    </a:ext>
                  </a:extLst>
                </p14:cNvPr>
                <p14:cNvContentPartPr/>
                <p14:nvPr/>
              </p14:nvContentPartPr>
              <p14:xfrm>
                <a:off x="11157697" y="5122869"/>
                <a:ext cx="174960" cy="391680"/>
              </p14:xfrm>
            </p:contentPart>
          </mc:Choice>
          <mc:Fallback xmlns="">
            <p:pic>
              <p:nvPicPr>
                <p:cNvPr id="200" name="Ink 199">
                  <a:extLst>
                    <a:ext uri="{FF2B5EF4-FFF2-40B4-BE49-F238E27FC236}">
                      <a16:creationId xmlns:a16="http://schemas.microsoft.com/office/drawing/2014/main" id="{ECCA5AB6-F194-4E61-85B5-AA2EC856702B}"/>
                    </a:ext>
                  </a:extLst>
                </p:cNvPr>
                <p:cNvPicPr/>
                <p:nvPr/>
              </p:nvPicPr>
              <p:blipFill>
                <a:blip r:embed="rId279"/>
                <a:stretch>
                  <a:fillRect/>
                </a:stretch>
              </p:blipFill>
              <p:spPr>
                <a:xfrm>
                  <a:off x="11140057" y="5105229"/>
                  <a:ext cx="210600" cy="42732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201" name="Ink 200">
                  <a:extLst>
                    <a:ext uri="{FF2B5EF4-FFF2-40B4-BE49-F238E27FC236}">
                      <a16:creationId xmlns:a16="http://schemas.microsoft.com/office/drawing/2014/main" id="{A25A40B5-7832-4228-8EC7-1A8FE03F9C03}"/>
                    </a:ext>
                  </a:extLst>
                </p14:cNvPr>
                <p14:cNvContentPartPr/>
                <p14:nvPr/>
              </p14:nvContentPartPr>
              <p14:xfrm>
                <a:off x="11356057" y="5103789"/>
                <a:ext cx="192960" cy="385560"/>
              </p14:xfrm>
            </p:contentPart>
          </mc:Choice>
          <mc:Fallback xmlns="">
            <p:pic>
              <p:nvPicPr>
                <p:cNvPr id="201" name="Ink 200">
                  <a:extLst>
                    <a:ext uri="{FF2B5EF4-FFF2-40B4-BE49-F238E27FC236}">
                      <a16:creationId xmlns:a16="http://schemas.microsoft.com/office/drawing/2014/main" id="{A25A40B5-7832-4228-8EC7-1A8FE03F9C03}"/>
                    </a:ext>
                  </a:extLst>
                </p:cNvPr>
                <p:cNvPicPr/>
                <p:nvPr/>
              </p:nvPicPr>
              <p:blipFill>
                <a:blip r:embed="rId281"/>
                <a:stretch>
                  <a:fillRect/>
                </a:stretch>
              </p:blipFill>
              <p:spPr>
                <a:xfrm>
                  <a:off x="11338057" y="5086149"/>
                  <a:ext cx="228600" cy="42120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202" name="Ink 201">
                  <a:extLst>
                    <a:ext uri="{FF2B5EF4-FFF2-40B4-BE49-F238E27FC236}">
                      <a16:creationId xmlns:a16="http://schemas.microsoft.com/office/drawing/2014/main" id="{E2DCA8A7-5D7E-4054-AAE9-C6D57E8DF0BD}"/>
                    </a:ext>
                  </a:extLst>
                </p14:cNvPr>
                <p14:cNvContentPartPr/>
                <p14:nvPr/>
              </p14:nvContentPartPr>
              <p14:xfrm>
                <a:off x="11723617" y="5198109"/>
                <a:ext cx="231480" cy="287280"/>
              </p14:xfrm>
            </p:contentPart>
          </mc:Choice>
          <mc:Fallback xmlns="">
            <p:pic>
              <p:nvPicPr>
                <p:cNvPr id="202" name="Ink 201">
                  <a:extLst>
                    <a:ext uri="{FF2B5EF4-FFF2-40B4-BE49-F238E27FC236}">
                      <a16:creationId xmlns:a16="http://schemas.microsoft.com/office/drawing/2014/main" id="{E2DCA8A7-5D7E-4054-AAE9-C6D57E8DF0BD}"/>
                    </a:ext>
                  </a:extLst>
                </p:cNvPr>
                <p:cNvPicPr/>
                <p:nvPr/>
              </p:nvPicPr>
              <p:blipFill>
                <a:blip r:embed="rId283"/>
                <a:stretch>
                  <a:fillRect/>
                </a:stretch>
              </p:blipFill>
              <p:spPr>
                <a:xfrm>
                  <a:off x="11705617" y="5180469"/>
                  <a:ext cx="267120" cy="322920"/>
                </a:xfrm>
                <a:prstGeom prst="rect">
                  <a:avLst/>
                </a:prstGeom>
              </p:spPr>
            </p:pic>
          </mc:Fallback>
        </mc:AlternateContent>
      </p:grpSp>
      <p:grpSp>
        <p:nvGrpSpPr>
          <p:cNvPr id="212" name="Group 211">
            <a:extLst>
              <a:ext uri="{FF2B5EF4-FFF2-40B4-BE49-F238E27FC236}">
                <a16:creationId xmlns:a16="http://schemas.microsoft.com/office/drawing/2014/main" id="{C0E4C484-2A30-4B0D-81F8-1EE5DA979B50}"/>
              </a:ext>
            </a:extLst>
          </p:cNvPr>
          <p:cNvGrpSpPr/>
          <p:nvPr/>
        </p:nvGrpSpPr>
        <p:grpSpPr>
          <a:xfrm>
            <a:off x="8807617" y="5757189"/>
            <a:ext cx="1536840" cy="591840"/>
            <a:chOff x="8807617" y="5757189"/>
            <a:chExt cx="1536840" cy="591840"/>
          </a:xfrm>
        </p:grpSpPr>
        <mc:AlternateContent xmlns:mc="http://schemas.openxmlformats.org/markup-compatibility/2006" xmlns:p14="http://schemas.microsoft.com/office/powerpoint/2010/main">
          <mc:Choice Requires="p14">
            <p:contentPart p14:bwMode="auto" r:id="rId284">
              <p14:nvContentPartPr>
                <p14:cNvPr id="203" name="Ink 202">
                  <a:extLst>
                    <a:ext uri="{FF2B5EF4-FFF2-40B4-BE49-F238E27FC236}">
                      <a16:creationId xmlns:a16="http://schemas.microsoft.com/office/drawing/2014/main" id="{8F432C2D-6FD0-4B78-8920-A4BAA3069895}"/>
                    </a:ext>
                  </a:extLst>
                </p14:cNvPr>
                <p14:cNvContentPartPr/>
                <p14:nvPr/>
              </p14:nvContentPartPr>
              <p14:xfrm>
                <a:off x="8807617" y="5957709"/>
                <a:ext cx="292680" cy="70560"/>
              </p14:xfrm>
            </p:contentPart>
          </mc:Choice>
          <mc:Fallback xmlns="">
            <p:pic>
              <p:nvPicPr>
                <p:cNvPr id="203" name="Ink 202">
                  <a:extLst>
                    <a:ext uri="{FF2B5EF4-FFF2-40B4-BE49-F238E27FC236}">
                      <a16:creationId xmlns:a16="http://schemas.microsoft.com/office/drawing/2014/main" id="{8F432C2D-6FD0-4B78-8920-A4BAA3069895}"/>
                    </a:ext>
                  </a:extLst>
                </p:cNvPr>
                <p:cNvPicPr/>
                <p:nvPr/>
              </p:nvPicPr>
              <p:blipFill>
                <a:blip r:embed="rId285"/>
                <a:stretch>
                  <a:fillRect/>
                </a:stretch>
              </p:blipFill>
              <p:spPr>
                <a:xfrm>
                  <a:off x="8789977" y="5940069"/>
                  <a:ext cx="32832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204" name="Ink 203">
                  <a:extLst>
                    <a:ext uri="{FF2B5EF4-FFF2-40B4-BE49-F238E27FC236}">
                      <a16:creationId xmlns:a16="http://schemas.microsoft.com/office/drawing/2014/main" id="{0AD17F8A-1008-413B-8115-445BF77501B0}"/>
                    </a:ext>
                  </a:extLst>
                </p14:cNvPr>
                <p14:cNvContentPartPr/>
                <p14:nvPr/>
              </p14:nvContentPartPr>
              <p14:xfrm>
                <a:off x="8846857" y="6127269"/>
                <a:ext cx="251280" cy="15480"/>
              </p14:xfrm>
            </p:contentPart>
          </mc:Choice>
          <mc:Fallback xmlns="">
            <p:pic>
              <p:nvPicPr>
                <p:cNvPr id="204" name="Ink 203">
                  <a:extLst>
                    <a:ext uri="{FF2B5EF4-FFF2-40B4-BE49-F238E27FC236}">
                      <a16:creationId xmlns:a16="http://schemas.microsoft.com/office/drawing/2014/main" id="{0AD17F8A-1008-413B-8115-445BF77501B0}"/>
                    </a:ext>
                  </a:extLst>
                </p:cNvPr>
                <p:cNvPicPr/>
                <p:nvPr/>
              </p:nvPicPr>
              <p:blipFill>
                <a:blip r:embed="rId287"/>
                <a:stretch>
                  <a:fillRect/>
                </a:stretch>
              </p:blipFill>
              <p:spPr>
                <a:xfrm>
                  <a:off x="8829217" y="6109629"/>
                  <a:ext cx="28692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205" name="Ink 204">
                  <a:extLst>
                    <a:ext uri="{FF2B5EF4-FFF2-40B4-BE49-F238E27FC236}">
                      <a16:creationId xmlns:a16="http://schemas.microsoft.com/office/drawing/2014/main" id="{BF5F17D9-0E7B-43B1-8EFB-5C42D4798F02}"/>
                    </a:ext>
                  </a:extLst>
                </p14:cNvPr>
                <p14:cNvContentPartPr/>
                <p14:nvPr/>
              </p14:nvContentPartPr>
              <p14:xfrm>
                <a:off x="9282097" y="5757189"/>
                <a:ext cx="266400" cy="294480"/>
              </p14:xfrm>
            </p:contentPart>
          </mc:Choice>
          <mc:Fallback xmlns="">
            <p:pic>
              <p:nvPicPr>
                <p:cNvPr id="205" name="Ink 204">
                  <a:extLst>
                    <a:ext uri="{FF2B5EF4-FFF2-40B4-BE49-F238E27FC236}">
                      <a16:creationId xmlns:a16="http://schemas.microsoft.com/office/drawing/2014/main" id="{BF5F17D9-0E7B-43B1-8EFB-5C42D4798F02}"/>
                    </a:ext>
                  </a:extLst>
                </p:cNvPr>
                <p:cNvPicPr/>
                <p:nvPr/>
              </p:nvPicPr>
              <p:blipFill>
                <a:blip r:embed="rId289"/>
                <a:stretch>
                  <a:fillRect/>
                </a:stretch>
              </p:blipFill>
              <p:spPr>
                <a:xfrm>
                  <a:off x="9264457" y="5739189"/>
                  <a:ext cx="302040"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206" name="Ink 205">
                  <a:extLst>
                    <a:ext uri="{FF2B5EF4-FFF2-40B4-BE49-F238E27FC236}">
                      <a16:creationId xmlns:a16="http://schemas.microsoft.com/office/drawing/2014/main" id="{3C5F3CDA-2085-4578-A941-1E44B0F46047}"/>
                    </a:ext>
                  </a:extLst>
                </p14:cNvPr>
                <p14:cNvContentPartPr/>
                <p14:nvPr/>
              </p14:nvContentPartPr>
              <p14:xfrm>
                <a:off x="9476137" y="5806869"/>
                <a:ext cx="24120" cy="531360"/>
              </p14:xfrm>
            </p:contentPart>
          </mc:Choice>
          <mc:Fallback xmlns="">
            <p:pic>
              <p:nvPicPr>
                <p:cNvPr id="206" name="Ink 205">
                  <a:extLst>
                    <a:ext uri="{FF2B5EF4-FFF2-40B4-BE49-F238E27FC236}">
                      <a16:creationId xmlns:a16="http://schemas.microsoft.com/office/drawing/2014/main" id="{3C5F3CDA-2085-4578-A941-1E44B0F46047}"/>
                    </a:ext>
                  </a:extLst>
                </p:cNvPr>
                <p:cNvPicPr/>
                <p:nvPr/>
              </p:nvPicPr>
              <p:blipFill>
                <a:blip r:embed="rId291"/>
                <a:stretch>
                  <a:fillRect/>
                </a:stretch>
              </p:blipFill>
              <p:spPr>
                <a:xfrm>
                  <a:off x="9458497" y="5788869"/>
                  <a:ext cx="59760" cy="56700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207" name="Ink 206">
                  <a:extLst>
                    <a:ext uri="{FF2B5EF4-FFF2-40B4-BE49-F238E27FC236}">
                      <a16:creationId xmlns:a16="http://schemas.microsoft.com/office/drawing/2014/main" id="{A90DF21D-165A-4E10-89BC-F32438FC0BF8}"/>
                    </a:ext>
                  </a:extLst>
                </p14:cNvPr>
                <p14:cNvContentPartPr/>
                <p14:nvPr/>
              </p14:nvContentPartPr>
              <p14:xfrm>
                <a:off x="9606097" y="5891469"/>
                <a:ext cx="192240" cy="421560"/>
              </p14:xfrm>
            </p:contentPart>
          </mc:Choice>
          <mc:Fallback xmlns="">
            <p:pic>
              <p:nvPicPr>
                <p:cNvPr id="207" name="Ink 206">
                  <a:extLst>
                    <a:ext uri="{FF2B5EF4-FFF2-40B4-BE49-F238E27FC236}">
                      <a16:creationId xmlns:a16="http://schemas.microsoft.com/office/drawing/2014/main" id="{A90DF21D-165A-4E10-89BC-F32438FC0BF8}"/>
                    </a:ext>
                  </a:extLst>
                </p:cNvPr>
                <p:cNvPicPr/>
                <p:nvPr/>
              </p:nvPicPr>
              <p:blipFill>
                <a:blip r:embed="rId293"/>
                <a:stretch>
                  <a:fillRect/>
                </a:stretch>
              </p:blipFill>
              <p:spPr>
                <a:xfrm>
                  <a:off x="9588457" y="5873829"/>
                  <a:ext cx="227880" cy="45720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208" name="Ink 207">
                  <a:extLst>
                    <a:ext uri="{FF2B5EF4-FFF2-40B4-BE49-F238E27FC236}">
                      <a16:creationId xmlns:a16="http://schemas.microsoft.com/office/drawing/2014/main" id="{38483ABE-CCA9-4DF1-BA1E-A889A4206C0B}"/>
                    </a:ext>
                  </a:extLst>
                </p14:cNvPr>
                <p14:cNvContentPartPr/>
                <p14:nvPr/>
              </p14:nvContentPartPr>
              <p14:xfrm>
                <a:off x="9860977" y="5855469"/>
                <a:ext cx="116640" cy="82440"/>
              </p14:xfrm>
            </p:contentPart>
          </mc:Choice>
          <mc:Fallback xmlns="">
            <p:pic>
              <p:nvPicPr>
                <p:cNvPr id="208" name="Ink 207">
                  <a:extLst>
                    <a:ext uri="{FF2B5EF4-FFF2-40B4-BE49-F238E27FC236}">
                      <a16:creationId xmlns:a16="http://schemas.microsoft.com/office/drawing/2014/main" id="{38483ABE-CCA9-4DF1-BA1E-A889A4206C0B}"/>
                    </a:ext>
                  </a:extLst>
                </p:cNvPr>
                <p:cNvPicPr/>
                <p:nvPr/>
              </p:nvPicPr>
              <p:blipFill>
                <a:blip r:embed="rId295"/>
                <a:stretch>
                  <a:fillRect/>
                </a:stretch>
              </p:blipFill>
              <p:spPr>
                <a:xfrm>
                  <a:off x="9842977" y="5837469"/>
                  <a:ext cx="15228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209" name="Ink 208">
                  <a:extLst>
                    <a:ext uri="{FF2B5EF4-FFF2-40B4-BE49-F238E27FC236}">
                      <a16:creationId xmlns:a16="http://schemas.microsoft.com/office/drawing/2014/main" id="{5336D51A-8441-411D-BCDE-328CAD1279A3}"/>
                    </a:ext>
                  </a:extLst>
                </p14:cNvPr>
                <p14:cNvContentPartPr/>
                <p14:nvPr/>
              </p14:nvContentPartPr>
              <p14:xfrm>
                <a:off x="9827137" y="6046989"/>
                <a:ext cx="215280" cy="271440"/>
              </p14:xfrm>
            </p:contentPart>
          </mc:Choice>
          <mc:Fallback xmlns="">
            <p:pic>
              <p:nvPicPr>
                <p:cNvPr id="209" name="Ink 208">
                  <a:extLst>
                    <a:ext uri="{FF2B5EF4-FFF2-40B4-BE49-F238E27FC236}">
                      <a16:creationId xmlns:a16="http://schemas.microsoft.com/office/drawing/2014/main" id="{5336D51A-8441-411D-BCDE-328CAD1279A3}"/>
                    </a:ext>
                  </a:extLst>
                </p:cNvPr>
                <p:cNvPicPr/>
                <p:nvPr/>
              </p:nvPicPr>
              <p:blipFill>
                <a:blip r:embed="rId297"/>
                <a:stretch>
                  <a:fillRect/>
                </a:stretch>
              </p:blipFill>
              <p:spPr>
                <a:xfrm>
                  <a:off x="9809137" y="6029349"/>
                  <a:ext cx="25092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210" name="Ink 209">
                  <a:extLst>
                    <a:ext uri="{FF2B5EF4-FFF2-40B4-BE49-F238E27FC236}">
                      <a16:creationId xmlns:a16="http://schemas.microsoft.com/office/drawing/2014/main" id="{66C10DA3-34DD-43CB-98DF-56AA2265389A}"/>
                    </a:ext>
                  </a:extLst>
                </p14:cNvPr>
                <p14:cNvContentPartPr/>
                <p14:nvPr/>
              </p14:nvContentPartPr>
              <p14:xfrm>
                <a:off x="10116577" y="5940789"/>
                <a:ext cx="227880" cy="408240"/>
              </p14:xfrm>
            </p:contentPart>
          </mc:Choice>
          <mc:Fallback xmlns="">
            <p:pic>
              <p:nvPicPr>
                <p:cNvPr id="210" name="Ink 209">
                  <a:extLst>
                    <a:ext uri="{FF2B5EF4-FFF2-40B4-BE49-F238E27FC236}">
                      <a16:creationId xmlns:a16="http://schemas.microsoft.com/office/drawing/2014/main" id="{66C10DA3-34DD-43CB-98DF-56AA2265389A}"/>
                    </a:ext>
                  </a:extLst>
                </p:cNvPr>
                <p:cNvPicPr/>
                <p:nvPr/>
              </p:nvPicPr>
              <p:blipFill>
                <a:blip r:embed="rId299"/>
                <a:stretch>
                  <a:fillRect/>
                </a:stretch>
              </p:blipFill>
              <p:spPr>
                <a:xfrm>
                  <a:off x="10098577" y="5923149"/>
                  <a:ext cx="263520" cy="44388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11" name="Ink 210">
                  <a:extLst>
                    <a:ext uri="{FF2B5EF4-FFF2-40B4-BE49-F238E27FC236}">
                      <a16:creationId xmlns:a16="http://schemas.microsoft.com/office/drawing/2014/main" id="{013593E7-C5DD-4B72-957E-B941797E88EC}"/>
                    </a:ext>
                  </a:extLst>
                </p14:cNvPr>
                <p14:cNvContentPartPr/>
                <p14:nvPr/>
              </p14:nvContentPartPr>
              <p14:xfrm>
                <a:off x="9859177" y="5877789"/>
                <a:ext cx="58680" cy="230400"/>
              </p14:xfrm>
            </p:contentPart>
          </mc:Choice>
          <mc:Fallback xmlns="">
            <p:pic>
              <p:nvPicPr>
                <p:cNvPr id="211" name="Ink 210">
                  <a:extLst>
                    <a:ext uri="{FF2B5EF4-FFF2-40B4-BE49-F238E27FC236}">
                      <a16:creationId xmlns:a16="http://schemas.microsoft.com/office/drawing/2014/main" id="{013593E7-C5DD-4B72-957E-B941797E88EC}"/>
                    </a:ext>
                  </a:extLst>
                </p:cNvPr>
                <p:cNvPicPr/>
                <p:nvPr/>
              </p:nvPicPr>
              <p:blipFill>
                <a:blip r:embed="rId301"/>
                <a:stretch>
                  <a:fillRect/>
                </a:stretch>
              </p:blipFill>
              <p:spPr>
                <a:xfrm>
                  <a:off x="9841177" y="5860149"/>
                  <a:ext cx="94320" cy="266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2">
            <p14:nvContentPartPr>
              <p14:cNvPr id="214" name="Ink 213">
                <a:extLst>
                  <a:ext uri="{FF2B5EF4-FFF2-40B4-BE49-F238E27FC236}">
                    <a16:creationId xmlns:a16="http://schemas.microsoft.com/office/drawing/2014/main" id="{80A2E927-B2FE-42BD-B8F4-0EC1DA6C0BE4}"/>
                  </a:ext>
                </a:extLst>
              </p14:cNvPr>
              <p14:cNvContentPartPr/>
              <p14:nvPr/>
            </p14:nvContentPartPr>
            <p14:xfrm>
              <a:off x="10406377" y="6100989"/>
              <a:ext cx="233280" cy="295200"/>
            </p14:xfrm>
          </p:contentPart>
        </mc:Choice>
        <mc:Fallback xmlns="">
          <p:pic>
            <p:nvPicPr>
              <p:cNvPr id="214" name="Ink 213">
                <a:extLst>
                  <a:ext uri="{FF2B5EF4-FFF2-40B4-BE49-F238E27FC236}">
                    <a16:creationId xmlns:a16="http://schemas.microsoft.com/office/drawing/2014/main" id="{80A2E927-B2FE-42BD-B8F4-0EC1DA6C0BE4}"/>
                  </a:ext>
                </a:extLst>
              </p:cNvPr>
              <p:cNvPicPr/>
              <p:nvPr/>
            </p:nvPicPr>
            <p:blipFill>
              <a:blip r:embed="rId303"/>
              <a:stretch>
                <a:fillRect/>
              </a:stretch>
            </p:blipFill>
            <p:spPr>
              <a:xfrm>
                <a:off x="10388377" y="6082989"/>
                <a:ext cx="268920" cy="330840"/>
              </a:xfrm>
              <a:prstGeom prst="rect">
                <a:avLst/>
              </a:prstGeom>
            </p:spPr>
          </p:pic>
        </mc:Fallback>
      </mc:AlternateContent>
    </p:spTree>
    <p:extLst>
      <p:ext uri="{BB962C8B-B14F-4D97-AF65-F5344CB8AC3E}">
        <p14:creationId xmlns:p14="http://schemas.microsoft.com/office/powerpoint/2010/main" val="1729084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BBA57-AFCB-4A06-9271-53E909FE6312}"/>
              </a:ext>
            </a:extLst>
          </p:cNvPr>
          <p:cNvSpPr>
            <a:spLocks noGrp="1"/>
          </p:cNvSpPr>
          <p:nvPr>
            <p:ph type="title"/>
          </p:nvPr>
        </p:nvSpPr>
        <p:spPr>
          <a:xfrm>
            <a:off x="722446" y="41799"/>
            <a:ext cx="9601200" cy="1485900"/>
          </a:xfrm>
        </p:spPr>
        <p:txBody>
          <a:bodyPr/>
          <a:lstStyle/>
          <a:p>
            <a:r>
              <a:rPr lang="en-AU" dirty="0"/>
              <a:t>Converting Units Examples</a:t>
            </a:r>
          </a:p>
        </p:txBody>
      </p:sp>
      <p:sp>
        <p:nvSpPr>
          <p:cNvPr id="3" name="Text Placeholder 2">
            <a:extLst>
              <a:ext uri="{FF2B5EF4-FFF2-40B4-BE49-F238E27FC236}">
                <a16:creationId xmlns:a16="http://schemas.microsoft.com/office/drawing/2014/main" id="{473C6701-7621-49B9-9671-703271C99D8C}"/>
              </a:ext>
            </a:extLst>
          </p:cNvPr>
          <p:cNvSpPr>
            <a:spLocks noGrp="1"/>
          </p:cNvSpPr>
          <p:nvPr>
            <p:ph type="body" idx="1"/>
          </p:nvPr>
        </p:nvSpPr>
        <p:spPr>
          <a:xfrm>
            <a:off x="1141254" y="1000093"/>
            <a:ext cx="4443984" cy="823912"/>
          </a:xfrm>
        </p:spPr>
        <p:txBody>
          <a:bodyPr/>
          <a:lstStyle/>
          <a:p>
            <a:r>
              <a:rPr lang="en-AU" dirty="0"/>
              <a:t>Convert 2000cm</a:t>
            </a:r>
            <a:r>
              <a:rPr lang="en-AU" baseline="30000" dirty="0"/>
              <a:t>2</a:t>
            </a:r>
            <a:r>
              <a:rPr lang="en-AU" dirty="0"/>
              <a:t> to m</a:t>
            </a:r>
            <a:r>
              <a:rPr lang="en-AU" baseline="30000" dirty="0"/>
              <a:t>2</a:t>
            </a:r>
            <a:endParaRPr lang="en-AU" dirty="0"/>
          </a:p>
        </p:txBody>
      </p:sp>
      <p:sp>
        <p:nvSpPr>
          <p:cNvPr id="5" name="Text Placeholder 4">
            <a:extLst>
              <a:ext uri="{FF2B5EF4-FFF2-40B4-BE49-F238E27FC236}">
                <a16:creationId xmlns:a16="http://schemas.microsoft.com/office/drawing/2014/main" id="{3318B54F-7434-4F89-8BC5-EB4A9EAD97A5}"/>
              </a:ext>
            </a:extLst>
          </p:cNvPr>
          <p:cNvSpPr>
            <a:spLocks noGrp="1"/>
          </p:cNvSpPr>
          <p:nvPr>
            <p:ph type="body" sz="quarter" idx="3"/>
          </p:nvPr>
        </p:nvSpPr>
        <p:spPr>
          <a:xfrm>
            <a:off x="6525014" y="1000093"/>
            <a:ext cx="4443984" cy="823912"/>
          </a:xfrm>
        </p:spPr>
        <p:txBody>
          <a:bodyPr/>
          <a:lstStyle/>
          <a:p>
            <a:r>
              <a:rPr lang="en-AU" dirty="0"/>
              <a:t>Convert 5.6m</a:t>
            </a:r>
            <a:r>
              <a:rPr lang="en-AU" baseline="30000" dirty="0"/>
              <a:t>2</a:t>
            </a:r>
            <a:r>
              <a:rPr lang="en-AU" dirty="0"/>
              <a:t> to mm</a:t>
            </a:r>
            <a:r>
              <a:rPr lang="en-AU" baseline="30000" dirty="0"/>
              <a:t>2</a:t>
            </a:r>
            <a:endParaRPr lang="en-AU" dirty="0"/>
          </a:p>
        </p:txBody>
      </p:sp>
      <p:grpSp>
        <p:nvGrpSpPr>
          <p:cNvPr id="190" name="Group 189">
            <a:extLst>
              <a:ext uri="{FF2B5EF4-FFF2-40B4-BE49-F238E27FC236}">
                <a16:creationId xmlns:a16="http://schemas.microsoft.com/office/drawing/2014/main" id="{D1B6591A-C8AD-4173-A3B1-B0C59499AE5F}"/>
              </a:ext>
            </a:extLst>
          </p:cNvPr>
          <p:cNvGrpSpPr/>
          <p:nvPr/>
        </p:nvGrpSpPr>
        <p:grpSpPr>
          <a:xfrm>
            <a:off x="863080" y="1884647"/>
            <a:ext cx="4425120" cy="1176840"/>
            <a:chOff x="863080" y="1884647"/>
            <a:chExt cx="4425120" cy="1176840"/>
          </a:xfrm>
        </p:grpSpPr>
        <mc:AlternateContent xmlns:mc="http://schemas.openxmlformats.org/markup-compatibility/2006" xmlns:p14="http://schemas.microsoft.com/office/powerpoint/2010/main">
          <mc:Choice Requires="p14">
            <p:contentPart p14:bwMode="auto" r:id="rId2">
              <p14:nvContentPartPr>
                <p14:cNvPr id="22" name="Ink 21">
                  <a:extLst>
                    <a:ext uri="{FF2B5EF4-FFF2-40B4-BE49-F238E27FC236}">
                      <a16:creationId xmlns:a16="http://schemas.microsoft.com/office/drawing/2014/main" id="{6449E83B-9801-4E6A-9F1A-09F0A253A0E6}"/>
                    </a:ext>
                  </a:extLst>
                </p14:cNvPr>
                <p14:cNvContentPartPr/>
                <p14:nvPr/>
              </p14:nvContentPartPr>
              <p14:xfrm>
                <a:off x="1080160" y="2019647"/>
                <a:ext cx="50400" cy="501840"/>
              </p14:xfrm>
            </p:contentPart>
          </mc:Choice>
          <mc:Fallback xmlns="">
            <p:pic>
              <p:nvPicPr>
                <p:cNvPr id="22" name="Ink 21">
                  <a:extLst>
                    <a:ext uri="{FF2B5EF4-FFF2-40B4-BE49-F238E27FC236}">
                      <a16:creationId xmlns:a16="http://schemas.microsoft.com/office/drawing/2014/main" id="{6449E83B-9801-4E6A-9F1A-09F0A253A0E6}"/>
                    </a:ext>
                  </a:extLst>
                </p:cNvPr>
                <p:cNvPicPr/>
                <p:nvPr/>
              </p:nvPicPr>
              <p:blipFill>
                <a:blip r:embed="rId3"/>
                <a:stretch>
                  <a:fillRect/>
                </a:stretch>
              </p:blipFill>
              <p:spPr>
                <a:xfrm>
                  <a:off x="1062520" y="2002007"/>
                  <a:ext cx="86040" cy="537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3" name="Ink 22">
                  <a:extLst>
                    <a:ext uri="{FF2B5EF4-FFF2-40B4-BE49-F238E27FC236}">
                      <a16:creationId xmlns:a16="http://schemas.microsoft.com/office/drawing/2014/main" id="{664837BD-C147-4867-AF54-09C6C385281B}"/>
                    </a:ext>
                  </a:extLst>
                </p14:cNvPr>
                <p14:cNvContentPartPr/>
                <p14:nvPr/>
              </p14:nvContentPartPr>
              <p14:xfrm>
                <a:off x="863080" y="1891487"/>
                <a:ext cx="670320" cy="569160"/>
              </p14:xfrm>
            </p:contentPart>
          </mc:Choice>
          <mc:Fallback xmlns="">
            <p:pic>
              <p:nvPicPr>
                <p:cNvPr id="23" name="Ink 22">
                  <a:extLst>
                    <a:ext uri="{FF2B5EF4-FFF2-40B4-BE49-F238E27FC236}">
                      <a16:creationId xmlns:a16="http://schemas.microsoft.com/office/drawing/2014/main" id="{664837BD-C147-4867-AF54-09C6C385281B}"/>
                    </a:ext>
                  </a:extLst>
                </p:cNvPr>
                <p:cNvPicPr/>
                <p:nvPr/>
              </p:nvPicPr>
              <p:blipFill>
                <a:blip r:embed="rId5"/>
                <a:stretch>
                  <a:fillRect/>
                </a:stretch>
              </p:blipFill>
              <p:spPr>
                <a:xfrm>
                  <a:off x="845080" y="1873847"/>
                  <a:ext cx="705960" cy="604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4" name="Ink 23">
                  <a:extLst>
                    <a:ext uri="{FF2B5EF4-FFF2-40B4-BE49-F238E27FC236}">
                      <a16:creationId xmlns:a16="http://schemas.microsoft.com/office/drawing/2014/main" id="{BBE6FC2F-527D-44B4-90C6-52D54AC247F3}"/>
                    </a:ext>
                  </a:extLst>
                </p14:cNvPr>
                <p14:cNvContentPartPr/>
                <p14:nvPr/>
              </p14:nvContentPartPr>
              <p14:xfrm>
                <a:off x="1598560" y="2170487"/>
                <a:ext cx="1440" cy="286560"/>
              </p14:xfrm>
            </p:contentPart>
          </mc:Choice>
          <mc:Fallback xmlns="">
            <p:pic>
              <p:nvPicPr>
                <p:cNvPr id="24" name="Ink 23">
                  <a:extLst>
                    <a:ext uri="{FF2B5EF4-FFF2-40B4-BE49-F238E27FC236}">
                      <a16:creationId xmlns:a16="http://schemas.microsoft.com/office/drawing/2014/main" id="{BBE6FC2F-527D-44B4-90C6-52D54AC247F3}"/>
                    </a:ext>
                  </a:extLst>
                </p:cNvPr>
                <p:cNvPicPr/>
                <p:nvPr/>
              </p:nvPicPr>
              <p:blipFill>
                <a:blip r:embed="rId7"/>
                <a:stretch>
                  <a:fillRect/>
                </a:stretch>
              </p:blipFill>
              <p:spPr>
                <a:xfrm>
                  <a:off x="1580560" y="2152487"/>
                  <a:ext cx="3708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6" name="Ink 25">
                  <a:extLst>
                    <a:ext uri="{FF2B5EF4-FFF2-40B4-BE49-F238E27FC236}">
                      <a16:creationId xmlns:a16="http://schemas.microsoft.com/office/drawing/2014/main" id="{C766332E-B344-4AE3-AFB5-83021AC1FAC7}"/>
                    </a:ext>
                  </a:extLst>
                </p14:cNvPr>
                <p14:cNvContentPartPr/>
                <p14:nvPr/>
              </p14:nvContentPartPr>
              <p14:xfrm>
                <a:off x="1635280" y="2144207"/>
                <a:ext cx="225000" cy="338040"/>
              </p14:xfrm>
            </p:contentPart>
          </mc:Choice>
          <mc:Fallback xmlns="">
            <p:pic>
              <p:nvPicPr>
                <p:cNvPr id="26" name="Ink 25">
                  <a:extLst>
                    <a:ext uri="{FF2B5EF4-FFF2-40B4-BE49-F238E27FC236}">
                      <a16:creationId xmlns:a16="http://schemas.microsoft.com/office/drawing/2014/main" id="{C766332E-B344-4AE3-AFB5-83021AC1FAC7}"/>
                    </a:ext>
                  </a:extLst>
                </p:cNvPr>
                <p:cNvPicPr/>
                <p:nvPr/>
              </p:nvPicPr>
              <p:blipFill>
                <a:blip r:embed="rId9"/>
                <a:stretch>
                  <a:fillRect/>
                </a:stretch>
              </p:blipFill>
              <p:spPr>
                <a:xfrm>
                  <a:off x="1617280" y="2126567"/>
                  <a:ext cx="260640" cy="373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7" name="Ink 26">
                  <a:extLst>
                    <a:ext uri="{FF2B5EF4-FFF2-40B4-BE49-F238E27FC236}">
                      <a16:creationId xmlns:a16="http://schemas.microsoft.com/office/drawing/2014/main" id="{6052EE9E-A182-4BC4-A3DE-F4FE79A0C11A}"/>
                    </a:ext>
                  </a:extLst>
                </p14:cNvPr>
                <p14:cNvContentPartPr/>
                <p14:nvPr/>
              </p14:nvContentPartPr>
              <p14:xfrm>
                <a:off x="1922560" y="1884647"/>
                <a:ext cx="281160" cy="588240"/>
              </p14:xfrm>
            </p:contentPart>
          </mc:Choice>
          <mc:Fallback xmlns="">
            <p:pic>
              <p:nvPicPr>
                <p:cNvPr id="27" name="Ink 26">
                  <a:extLst>
                    <a:ext uri="{FF2B5EF4-FFF2-40B4-BE49-F238E27FC236}">
                      <a16:creationId xmlns:a16="http://schemas.microsoft.com/office/drawing/2014/main" id="{6052EE9E-A182-4BC4-A3DE-F4FE79A0C11A}"/>
                    </a:ext>
                  </a:extLst>
                </p:cNvPr>
                <p:cNvPicPr/>
                <p:nvPr/>
              </p:nvPicPr>
              <p:blipFill>
                <a:blip r:embed="rId11"/>
                <a:stretch>
                  <a:fillRect/>
                </a:stretch>
              </p:blipFill>
              <p:spPr>
                <a:xfrm>
                  <a:off x="1904920" y="1867007"/>
                  <a:ext cx="316800" cy="623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9" name="Ink 28">
                  <a:extLst>
                    <a:ext uri="{FF2B5EF4-FFF2-40B4-BE49-F238E27FC236}">
                      <a16:creationId xmlns:a16="http://schemas.microsoft.com/office/drawing/2014/main" id="{C5391321-C4D7-4513-8967-026B32255068}"/>
                    </a:ext>
                  </a:extLst>
                </p14:cNvPr>
                <p14:cNvContentPartPr/>
                <p14:nvPr/>
              </p14:nvContentPartPr>
              <p14:xfrm>
                <a:off x="2293360" y="2062127"/>
                <a:ext cx="25920" cy="21600"/>
              </p14:xfrm>
            </p:contentPart>
          </mc:Choice>
          <mc:Fallback xmlns="">
            <p:pic>
              <p:nvPicPr>
                <p:cNvPr id="29" name="Ink 28">
                  <a:extLst>
                    <a:ext uri="{FF2B5EF4-FFF2-40B4-BE49-F238E27FC236}">
                      <a16:creationId xmlns:a16="http://schemas.microsoft.com/office/drawing/2014/main" id="{C5391321-C4D7-4513-8967-026B32255068}"/>
                    </a:ext>
                  </a:extLst>
                </p:cNvPr>
                <p:cNvPicPr/>
                <p:nvPr/>
              </p:nvPicPr>
              <p:blipFill>
                <a:blip r:embed="rId13"/>
                <a:stretch>
                  <a:fillRect/>
                </a:stretch>
              </p:blipFill>
              <p:spPr>
                <a:xfrm>
                  <a:off x="2275720" y="2044487"/>
                  <a:ext cx="6156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4" name="Ink 33">
                  <a:extLst>
                    <a:ext uri="{FF2B5EF4-FFF2-40B4-BE49-F238E27FC236}">
                      <a16:creationId xmlns:a16="http://schemas.microsoft.com/office/drawing/2014/main" id="{16F415DC-3F07-4AFB-BECE-99C556FA7F22}"/>
                    </a:ext>
                  </a:extLst>
                </p14:cNvPr>
                <p14:cNvContentPartPr/>
                <p14:nvPr/>
              </p14:nvContentPartPr>
              <p14:xfrm>
                <a:off x="2310280" y="2257247"/>
                <a:ext cx="38520" cy="27360"/>
              </p14:xfrm>
            </p:contentPart>
          </mc:Choice>
          <mc:Fallback xmlns="">
            <p:pic>
              <p:nvPicPr>
                <p:cNvPr id="34" name="Ink 33">
                  <a:extLst>
                    <a:ext uri="{FF2B5EF4-FFF2-40B4-BE49-F238E27FC236}">
                      <a16:creationId xmlns:a16="http://schemas.microsoft.com/office/drawing/2014/main" id="{16F415DC-3F07-4AFB-BECE-99C556FA7F22}"/>
                    </a:ext>
                  </a:extLst>
                </p:cNvPr>
                <p:cNvPicPr/>
                <p:nvPr/>
              </p:nvPicPr>
              <p:blipFill>
                <a:blip r:embed="rId15"/>
                <a:stretch>
                  <a:fillRect/>
                </a:stretch>
              </p:blipFill>
              <p:spPr>
                <a:xfrm>
                  <a:off x="2292640" y="2239247"/>
                  <a:ext cx="7416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6" name="Ink 35">
                  <a:extLst>
                    <a:ext uri="{FF2B5EF4-FFF2-40B4-BE49-F238E27FC236}">
                      <a16:creationId xmlns:a16="http://schemas.microsoft.com/office/drawing/2014/main" id="{7D1BC664-5C81-4D1B-AD90-E83C8EC63424}"/>
                    </a:ext>
                  </a:extLst>
                </p14:cNvPr>
                <p14:cNvContentPartPr/>
                <p14:nvPr/>
              </p14:nvContentPartPr>
              <p14:xfrm>
                <a:off x="2559400" y="2062487"/>
                <a:ext cx="276120" cy="389880"/>
              </p14:xfrm>
            </p:contentPart>
          </mc:Choice>
          <mc:Fallback xmlns="">
            <p:pic>
              <p:nvPicPr>
                <p:cNvPr id="36" name="Ink 35">
                  <a:extLst>
                    <a:ext uri="{FF2B5EF4-FFF2-40B4-BE49-F238E27FC236}">
                      <a16:creationId xmlns:a16="http://schemas.microsoft.com/office/drawing/2014/main" id="{7D1BC664-5C81-4D1B-AD90-E83C8EC63424}"/>
                    </a:ext>
                  </a:extLst>
                </p:cNvPr>
                <p:cNvPicPr/>
                <p:nvPr/>
              </p:nvPicPr>
              <p:blipFill>
                <a:blip r:embed="rId17"/>
                <a:stretch>
                  <a:fillRect/>
                </a:stretch>
              </p:blipFill>
              <p:spPr>
                <a:xfrm>
                  <a:off x="2541760" y="2044847"/>
                  <a:ext cx="311760" cy="425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7" name="Ink 36">
                  <a:extLst>
                    <a:ext uri="{FF2B5EF4-FFF2-40B4-BE49-F238E27FC236}">
                      <a16:creationId xmlns:a16="http://schemas.microsoft.com/office/drawing/2014/main" id="{2D13ECDD-7262-4B53-80C9-8437837782DF}"/>
                    </a:ext>
                  </a:extLst>
                </p14:cNvPr>
                <p14:cNvContentPartPr/>
                <p14:nvPr/>
              </p14:nvContentPartPr>
              <p14:xfrm>
                <a:off x="2820040" y="1890407"/>
                <a:ext cx="155880" cy="255240"/>
              </p14:xfrm>
            </p:contentPart>
          </mc:Choice>
          <mc:Fallback xmlns="">
            <p:pic>
              <p:nvPicPr>
                <p:cNvPr id="37" name="Ink 36">
                  <a:extLst>
                    <a:ext uri="{FF2B5EF4-FFF2-40B4-BE49-F238E27FC236}">
                      <a16:creationId xmlns:a16="http://schemas.microsoft.com/office/drawing/2014/main" id="{2D13ECDD-7262-4B53-80C9-8437837782DF}"/>
                    </a:ext>
                  </a:extLst>
                </p:cNvPr>
                <p:cNvPicPr/>
                <p:nvPr/>
              </p:nvPicPr>
              <p:blipFill>
                <a:blip r:embed="rId19"/>
                <a:stretch>
                  <a:fillRect/>
                </a:stretch>
              </p:blipFill>
              <p:spPr>
                <a:xfrm>
                  <a:off x="2802400" y="1872407"/>
                  <a:ext cx="19152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8" name="Ink 37">
                  <a:extLst>
                    <a:ext uri="{FF2B5EF4-FFF2-40B4-BE49-F238E27FC236}">
                      <a16:creationId xmlns:a16="http://schemas.microsoft.com/office/drawing/2014/main" id="{8FB4830D-D7A3-4B7E-8E5A-046B8F4F20DE}"/>
                    </a:ext>
                  </a:extLst>
                </p14:cNvPr>
                <p14:cNvContentPartPr/>
                <p14:nvPr/>
              </p14:nvContentPartPr>
              <p14:xfrm>
                <a:off x="3188320" y="2126567"/>
                <a:ext cx="161640" cy="297360"/>
              </p14:xfrm>
            </p:contentPart>
          </mc:Choice>
          <mc:Fallback xmlns="">
            <p:pic>
              <p:nvPicPr>
                <p:cNvPr id="38" name="Ink 37">
                  <a:extLst>
                    <a:ext uri="{FF2B5EF4-FFF2-40B4-BE49-F238E27FC236}">
                      <a16:creationId xmlns:a16="http://schemas.microsoft.com/office/drawing/2014/main" id="{8FB4830D-D7A3-4B7E-8E5A-046B8F4F20DE}"/>
                    </a:ext>
                  </a:extLst>
                </p:cNvPr>
                <p:cNvPicPr/>
                <p:nvPr/>
              </p:nvPicPr>
              <p:blipFill>
                <a:blip r:embed="rId21"/>
                <a:stretch>
                  <a:fillRect/>
                </a:stretch>
              </p:blipFill>
              <p:spPr>
                <a:xfrm>
                  <a:off x="3170320" y="2108567"/>
                  <a:ext cx="19728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9" name="Ink 38">
                  <a:extLst>
                    <a:ext uri="{FF2B5EF4-FFF2-40B4-BE49-F238E27FC236}">
                      <a16:creationId xmlns:a16="http://schemas.microsoft.com/office/drawing/2014/main" id="{8AB2596A-1DA0-42B4-80A5-C752EAD329A7}"/>
                    </a:ext>
                  </a:extLst>
                </p14:cNvPr>
                <p14:cNvContentPartPr/>
                <p14:nvPr/>
              </p14:nvContentPartPr>
              <p14:xfrm>
                <a:off x="3369040" y="2103887"/>
                <a:ext cx="140040" cy="318600"/>
              </p14:xfrm>
            </p:contentPart>
          </mc:Choice>
          <mc:Fallback xmlns="">
            <p:pic>
              <p:nvPicPr>
                <p:cNvPr id="39" name="Ink 38">
                  <a:extLst>
                    <a:ext uri="{FF2B5EF4-FFF2-40B4-BE49-F238E27FC236}">
                      <a16:creationId xmlns:a16="http://schemas.microsoft.com/office/drawing/2014/main" id="{8AB2596A-1DA0-42B4-80A5-C752EAD329A7}"/>
                    </a:ext>
                  </a:extLst>
                </p:cNvPr>
                <p:cNvPicPr/>
                <p:nvPr/>
              </p:nvPicPr>
              <p:blipFill>
                <a:blip r:embed="rId23"/>
                <a:stretch>
                  <a:fillRect/>
                </a:stretch>
              </p:blipFill>
              <p:spPr>
                <a:xfrm>
                  <a:off x="3351400" y="2085887"/>
                  <a:ext cx="175680" cy="354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2" name="Ink 41">
                  <a:extLst>
                    <a:ext uri="{FF2B5EF4-FFF2-40B4-BE49-F238E27FC236}">
                      <a16:creationId xmlns:a16="http://schemas.microsoft.com/office/drawing/2014/main" id="{CDBA3C6A-9BCF-4BC5-925F-0D109C21E0D9}"/>
                    </a:ext>
                  </a:extLst>
                </p14:cNvPr>
                <p14:cNvContentPartPr/>
                <p14:nvPr/>
              </p14:nvContentPartPr>
              <p14:xfrm>
                <a:off x="3520600" y="2114327"/>
                <a:ext cx="136080" cy="321480"/>
              </p14:xfrm>
            </p:contentPart>
          </mc:Choice>
          <mc:Fallback xmlns="">
            <p:pic>
              <p:nvPicPr>
                <p:cNvPr id="42" name="Ink 41">
                  <a:extLst>
                    <a:ext uri="{FF2B5EF4-FFF2-40B4-BE49-F238E27FC236}">
                      <a16:creationId xmlns:a16="http://schemas.microsoft.com/office/drawing/2014/main" id="{CDBA3C6A-9BCF-4BC5-925F-0D109C21E0D9}"/>
                    </a:ext>
                  </a:extLst>
                </p:cNvPr>
                <p:cNvPicPr/>
                <p:nvPr/>
              </p:nvPicPr>
              <p:blipFill>
                <a:blip r:embed="rId25"/>
                <a:stretch>
                  <a:fillRect/>
                </a:stretch>
              </p:blipFill>
              <p:spPr>
                <a:xfrm>
                  <a:off x="3502600" y="2096687"/>
                  <a:ext cx="171720" cy="357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9" name="Ink 48">
                  <a:extLst>
                    <a:ext uri="{FF2B5EF4-FFF2-40B4-BE49-F238E27FC236}">
                      <a16:creationId xmlns:a16="http://schemas.microsoft.com/office/drawing/2014/main" id="{A710E35B-0D91-4951-8D76-3254721E3FF5}"/>
                    </a:ext>
                  </a:extLst>
                </p14:cNvPr>
                <p14:cNvContentPartPr/>
                <p14:nvPr/>
              </p14:nvContentPartPr>
              <p14:xfrm>
                <a:off x="3864040" y="1999487"/>
                <a:ext cx="202320" cy="368640"/>
              </p14:xfrm>
            </p:contentPart>
          </mc:Choice>
          <mc:Fallback xmlns="">
            <p:pic>
              <p:nvPicPr>
                <p:cNvPr id="49" name="Ink 48">
                  <a:extLst>
                    <a:ext uri="{FF2B5EF4-FFF2-40B4-BE49-F238E27FC236}">
                      <a16:creationId xmlns:a16="http://schemas.microsoft.com/office/drawing/2014/main" id="{A710E35B-0D91-4951-8D76-3254721E3FF5}"/>
                    </a:ext>
                  </a:extLst>
                </p:cNvPr>
                <p:cNvPicPr/>
                <p:nvPr/>
              </p:nvPicPr>
              <p:blipFill>
                <a:blip r:embed="rId27"/>
                <a:stretch>
                  <a:fillRect/>
                </a:stretch>
              </p:blipFill>
              <p:spPr>
                <a:xfrm>
                  <a:off x="3846040" y="1981847"/>
                  <a:ext cx="237960" cy="404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2" name="Ink 51">
                  <a:extLst>
                    <a:ext uri="{FF2B5EF4-FFF2-40B4-BE49-F238E27FC236}">
                      <a16:creationId xmlns:a16="http://schemas.microsoft.com/office/drawing/2014/main" id="{4D0FD2C3-AD07-44FF-AAE6-A05A73434E7D}"/>
                    </a:ext>
                  </a:extLst>
                </p14:cNvPr>
                <p14:cNvContentPartPr/>
                <p14:nvPr/>
              </p14:nvContentPartPr>
              <p14:xfrm>
                <a:off x="4114600" y="2142047"/>
                <a:ext cx="20160" cy="191160"/>
              </p14:xfrm>
            </p:contentPart>
          </mc:Choice>
          <mc:Fallback xmlns="">
            <p:pic>
              <p:nvPicPr>
                <p:cNvPr id="52" name="Ink 51">
                  <a:extLst>
                    <a:ext uri="{FF2B5EF4-FFF2-40B4-BE49-F238E27FC236}">
                      <a16:creationId xmlns:a16="http://schemas.microsoft.com/office/drawing/2014/main" id="{4D0FD2C3-AD07-44FF-AAE6-A05A73434E7D}"/>
                    </a:ext>
                  </a:extLst>
                </p:cNvPr>
                <p:cNvPicPr/>
                <p:nvPr/>
              </p:nvPicPr>
              <p:blipFill>
                <a:blip r:embed="rId29"/>
                <a:stretch>
                  <a:fillRect/>
                </a:stretch>
              </p:blipFill>
              <p:spPr>
                <a:xfrm>
                  <a:off x="4096960" y="2124047"/>
                  <a:ext cx="5580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5" name="Ink 54">
                  <a:extLst>
                    <a:ext uri="{FF2B5EF4-FFF2-40B4-BE49-F238E27FC236}">
                      <a16:creationId xmlns:a16="http://schemas.microsoft.com/office/drawing/2014/main" id="{C699A1F2-599E-4454-A821-56F1024D72AE}"/>
                    </a:ext>
                  </a:extLst>
                </p14:cNvPr>
                <p14:cNvContentPartPr/>
                <p14:nvPr/>
              </p14:nvContentPartPr>
              <p14:xfrm>
                <a:off x="4232320" y="2225927"/>
                <a:ext cx="360" cy="360"/>
              </p14:xfrm>
            </p:contentPart>
          </mc:Choice>
          <mc:Fallback xmlns="">
            <p:pic>
              <p:nvPicPr>
                <p:cNvPr id="55" name="Ink 54">
                  <a:extLst>
                    <a:ext uri="{FF2B5EF4-FFF2-40B4-BE49-F238E27FC236}">
                      <a16:creationId xmlns:a16="http://schemas.microsoft.com/office/drawing/2014/main" id="{C699A1F2-599E-4454-A821-56F1024D72AE}"/>
                    </a:ext>
                  </a:extLst>
                </p:cNvPr>
                <p:cNvPicPr/>
                <p:nvPr/>
              </p:nvPicPr>
              <p:blipFill>
                <a:blip r:embed="rId31"/>
                <a:stretch>
                  <a:fillRect/>
                </a:stretch>
              </p:blipFill>
              <p:spPr>
                <a:xfrm>
                  <a:off x="4214680" y="2207927"/>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60" name="Ink 59">
                  <a:extLst>
                    <a:ext uri="{FF2B5EF4-FFF2-40B4-BE49-F238E27FC236}">
                      <a16:creationId xmlns:a16="http://schemas.microsoft.com/office/drawing/2014/main" id="{6EA90ADC-599C-4BCF-8C5B-CAB311962727}"/>
                    </a:ext>
                  </a:extLst>
                </p14:cNvPr>
                <p14:cNvContentPartPr/>
                <p14:nvPr/>
              </p14:nvContentPartPr>
              <p14:xfrm>
                <a:off x="4123960" y="2115407"/>
                <a:ext cx="186480" cy="617040"/>
              </p14:xfrm>
            </p:contentPart>
          </mc:Choice>
          <mc:Fallback xmlns="">
            <p:pic>
              <p:nvPicPr>
                <p:cNvPr id="60" name="Ink 59">
                  <a:extLst>
                    <a:ext uri="{FF2B5EF4-FFF2-40B4-BE49-F238E27FC236}">
                      <a16:creationId xmlns:a16="http://schemas.microsoft.com/office/drawing/2014/main" id="{6EA90ADC-599C-4BCF-8C5B-CAB311962727}"/>
                    </a:ext>
                  </a:extLst>
                </p:cNvPr>
                <p:cNvPicPr/>
                <p:nvPr/>
              </p:nvPicPr>
              <p:blipFill>
                <a:blip r:embed="rId33"/>
                <a:stretch>
                  <a:fillRect/>
                </a:stretch>
              </p:blipFill>
              <p:spPr>
                <a:xfrm>
                  <a:off x="4106320" y="2097767"/>
                  <a:ext cx="222120" cy="6526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70" name="Ink 69">
                  <a:extLst>
                    <a:ext uri="{FF2B5EF4-FFF2-40B4-BE49-F238E27FC236}">
                      <a16:creationId xmlns:a16="http://schemas.microsoft.com/office/drawing/2014/main" id="{091F99DB-C55D-4ADB-8206-7AB08342738C}"/>
                    </a:ext>
                  </a:extLst>
                </p14:cNvPr>
                <p14:cNvContentPartPr/>
                <p14:nvPr/>
              </p14:nvContentPartPr>
              <p14:xfrm>
                <a:off x="4245280" y="2118647"/>
                <a:ext cx="199440" cy="673560"/>
              </p14:xfrm>
            </p:contentPart>
          </mc:Choice>
          <mc:Fallback xmlns="">
            <p:pic>
              <p:nvPicPr>
                <p:cNvPr id="70" name="Ink 69">
                  <a:extLst>
                    <a:ext uri="{FF2B5EF4-FFF2-40B4-BE49-F238E27FC236}">
                      <a16:creationId xmlns:a16="http://schemas.microsoft.com/office/drawing/2014/main" id="{091F99DB-C55D-4ADB-8206-7AB08342738C}"/>
                    </a:ext>
                  </a:extLst>
                </p:cNvPr>
                <p:cNvPicPr/>
                <p:nvPr/>
              </p:nvPicPr>
              <p:blipFill>
                <a:blip r:embed="rId35"/>
                <a:stretch>
                  <a:fillRect/>
                </a:stretch>
              </p:blipFill>
              <p:spPr>
                <a:xfrm>
                  <a:off x="4227640" y="2100647"/>
                  <a:ext cx="235080" cy="709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95" name="Ink 94">
                  <a:extLst>
                    <a:ext uri="{FF2B5EF4-FFF2-40B4-BE49-F238E27FC236}">
                      <a16:creationId xmlns:a16="http://schemas.microsoft.com/office/drawing/2014/main" id="{8C7347B8-C4A7-489B-9457-983C5D17164E}"/>
                    </a:ext>
                  </a:extLst>
                </p14:cNvPr>
                <p14:cNvContentPartPr/>
                <p14:nvPr/>
              </p14:nvContentPartPr>
              <p14:xfrm>
                <a:off x="4521040" y="2057447"/>
                <a:ext cx="275400" cy="276120"/>
              </p14:xfrm>
            </p:contentPart>
          </mc:Choice>
          <mc:Fallback xmlns="">
            <p:pic>
              <p:nvPicPr>
                <p:cNvPr id="95" name="Ink 94">
                  <a:extLst>
                    <a:ext uri="{FF2B5EF4-FFF2-40B4-BE49-F238E27FC236}">
                      <a16:creationId xmlns:a16="http://schemas.microsoft.com/office/drawing/2014/main" id="{8C7347B8-C4A7-489B-9457-983C5D17164E}"/>
                    </a:ext>
                  </a:extLst>
                </p:cNvPr>
                <p:cNvPicPr/>
                <p:nvPr/>
              </p:nvPicPr>
              <p:blipFill>
                <a:blip r:embed="rId37"/>
                <a:stretch>
                  <a:fillRect/>
                </a:stretch>
              </p:blipFill>
              <p:spPr>
                <a:xfrm>
                  <a:off x="4503400" y="2039807"/>
                  <a:ext cx="31104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97" name="Ink 96">
                  <a:extLst>
                    <a:ext uri="{FF2B5EF4-FFF2-40B4-BE49-F238E27FC236}">
                      <a16:creationId xmlns:a16="http://schemas.microsoft.com/office/drawing/2014/main" id="{D09DD31E-E98A-457F-9A3C-9AC1C73F0D72}"/>
                    </a:ext>
                  </a:extLst>
                </p14:cNvPr>
                <p14:cNvContentPartPr/>
                <p14:nvPr/>
              </p14:nvContentPartPr>
              <p14:xfrm>
                <a:off x="4041520" y="2007767"/>
                <a:ext cx="13680" cy="1800"/>
              </p14:xfrm>
            </p:contentPart>
          </mc:Choice>
          <mc:Fallback xmlns="">
            <p:pic>
              <p:nvPicPr>
                <p:cNvPr id="97" name="Ink 96">
                  <a:extLst>
                    <a:ext uri="{FF2B5EF4-FFF2-40B4-BE49-F238E27FC236}">
                      <a16:creationId xmlns:a16="http://schemas.microsoft.com/office/drawing/2014/main" id="{D09DD31E-E98A-457F-9A3C-9AC1C73F0D72}"/>
                    </a:ext>
                  </a:extLst>
                </p:cNvPr>
                <p:cNvPicPr/>
                <p:nvPr/>
              </p:nvPicPr>
              <p:blipFill>
                <a:blip r:embed="rId39"/>
                <a:stretch>
                  <a:fillRect/>
                </a:stretch>
              </p:blipFill>
              <p:spPr>
                <a:xfrm>
                  <a:off x="4023880" y="1989767"/>
                  <a:ext cx="4932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03" name="Ink 102">
                  <a:extLst>
                    <a:ext uri="{FF2B5EF4-FFF2-40B4-BE49-F238E27FC236}">
                      <a16:creationId xmlns:a16="http://schemas.microsoft.com/office/drawing/2014/main" id="{24554F1B-7CA7-44C5-B9A6-E6A9D02A4618}"/>
                    </a:ext>
                  </a:extLst>
                </p14:cNvPr>
                <p14:cNvContentPartPr/>
                <p14:nvPr/>
              </p14:nvContentPartPr>
              <p14:xfrm>
                <a:off x="4978600" y="2047007"/>
                <a:ext cx="163440" cy="225720"/>
              </p14:xfrm>
            </p:contentPart>
          </mc:Choice>
          <mc:Fallback xmlns="">
            <p:pic>
              <p:nvPicPr>
                <p:cNvPr id="103" name="Ink 102">
                  <a:extLst>
                    <a:ext uri="{FF2B5EF4-FFF2-40B4-BE49-F238E27FC236}">
                      <a16:creationId xmlns:a16="http://schemas.microsoft.com/office/drawing/2014/main" id="{24554F1B-7CA7-44C5-B9A6-E6A9D02A4618}"/>
                    </a:ext>
                  </a:extLst>
                </p:cNvPr>
                <p:cNvPicPr/>
                <p:nvPr/>
              </p:nvPicPr>
              <p:blipFill>
                <a:blip r:embed="rId41"/>
                <a:stretch>
                  <a:fillRect/>
                </a:stretch>
              </p:blipFill>
              <p:spPr>
                <a:xfrm>
                  <a:off x="4960960" y="2029007"/>
                  <a:ext cx="19908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17" name="Ink 116">
                  <a:extLst>
                    <a:ext uri="{FF2B5EF4-FFF2-40B4-BE49-F238E27FC236}">
                      <a16:creationId xmlns:a16="http://schemas.microsoft.com/office/drawing/2014/main" id="{FEDB75A3-F48C-493F-BD77-F98C9E8A6584}"/>
                    </a:ext>
                  </a:extLst>
                </p14:cNvPr>
                <p14:cNvContentPartPr/>
                <p14:nvPr/>
              </p14:nvContentPartPr>
              <p14:xfrm>
                <a:off x="5181280" y="2084807"/>
                <a:ext cx="106920" cy="134640"/>
              </p14:xfrm>
            </p:contentPart>
          </mc:Choice>
          <mc:Fallback xmlns="">
            <p:pic>
              <p:nvPicPr>
                <p:cNvPr id="117" name="Ink 116">
                  <a:extLst>
                    <a:ext uri="{FF2B5EF4-FFF2-40B4-BE49-F238E27FC236}">
                      <a16:creationId xmlns:a16="http://schemas.microsoft.com/office/drawing/2014/main" id="{FEDB75A3-F48C-493F-BD77-F98C9E8A6584}"/>
                    </a:ext>
                  </a:extLst>
                </p:cNvPr>
                <p:cNvPicPr/>
                <p:nvPr/>
              </p:nvPicPr>
              <p:blipFill>
                <a:blip r:embed="rId43"/>
                <a:stretch>
                  <a:fillRect/>
                </a:stretch>
              </p:blipFill>
              <p:spPr>
                <a:xfrm>
                  <a:off x="5163640" y="2066807"/>
                  <a:ext cx="14256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35" name="Ink 134">
                  <a:extLst>
                    <a:ext uri="{FF2B5EF4-FFF2-40B4-BE49-F238E27FC236}">
                      <a16:creationId xmlns:a16="http://schemas.microsoft.com/office/drawing/2014/main" id="{20DAB810-1A8D-43B8-984C-717F7718550F}"/>
                    </a:ext>
                  </a:extLst>
                </p14:cNvPr>
                <p14:cNvContentPartPr/>
                <p14:nvPr/>
              </p14:nvContentPartPr>
              <p14:xfrm>
                <a:off x="1391920" y="2739647"/>
                <a:ext cx="251280" cy="285840"/>
              </p14:xfrm>
            </p:contentPart>
          </mc:Choice>
          <mc:Fallback xmlns="">
            <p:pic>
              <p:nvPicPr>
                <p:cNvPr id="135" name="Ink 134">
                  <a:extLst>
                    <a:ext uri="{FF2B5EF4-FFF2-40B4-BE49-F238E27FC236}">
                      <a16:creationId xmlns:a16="http://schemas.microsoft.com/office/drawing/2014/main" id="{20DAB810-1A8D-43B8-984C-717F7718550F}"/>
                    </a:ext>
                  </a:extLst>
                </p:cNvPr>
                <p:cNvPicPr/>
                <p:nvPr/>
              </p:nvPicPr>
              <p:blipFill>
                <a:blip r:embed="rId45"/>
                <a:stretch>
                  <a:fillRect/>
                </a:stretch>
              </p:blipFill>
              <p:spPr>
                <a:xfrm>
                  <a:off x="1374280" y="2722007"/>
                  <a:ext cx="28692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37" name="Ink 136">
                  <a:extLst>
                    <a:ext uri="{FF2B5EF4-FFF2-40B4-BE49-F238E27FC236}">
                      <a16:creationId xmlns:a16="http://schemas.microsoft.com/office/drawing/2014/main" id="{48375BA7-08C7-4330-8F41-4F99B2B6C511}"/>
                    </a:ext>
                  </a:extLst>
                </p14:cNvPr>
                <p14:cNvContentPartPr/>
                <p14:nvPr/>
              </p14:nvContentPartPr>
              <p14:xfrm>
                <a:off x="1745080" y="2745047"/>
                <a:ext cx="113400" cy="316440"/>
              </p14:xfrm>
            </p:contentPart>
          </mc:Choice>
          <mc:Fallback xmlns="">
            <p:pic>
              <p:nvPicPr>
                <p:cNvPr id="137" name="Ink 136">
                  <a:extLst>
                    <a:ext uri="{FF2B5EF4-FFF2-40B4-BE49-F238E27FC236}">
                      <a16:creationId xmlns:a16="http://schemas.microsoft.com/office/drawing/2014/main" id="{48375BA7-08C7-4330-8F41-4F99B2B6C511}"/>
                    </a:ext>
                  </a:extLst>
                </p:cNvPr>
                <p:cNvPicPr/>
                <p:nvPr/>
              </p:nvPicPr>
              <p:blipFill>
                <a:blip r:embed="rId47"/>
                <a:stretch>
                  <a:fillRect/>
                </a:stretch>
              </p:blipFill>
              <p:spPr>
                <a:xfrm>
                  <a:off x="1727440" y="2727047"/>
                  <a:ext cx="14904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49" name="Ink 148">
                  <a:extLst>
                    <a:ext uri="{FF2B5EF4-FFF2-40B4-BE49-F238E27FC236}">
                      <a16:creationId xmlns:a16="http://schemas.microsoft.com/office/drawing/2014/main" id="{60AC3186-A64B-4FAA-91B8-3F909E267D49}"/>
                    </a:ext>
                  </a:extLst>
                </p14:cNvPr>
                <p14:cNvContentPartPr/>
                <p14:nvPr/>
              </p14:nvContentPartPr>
              <p14:xfrm>
                <a:off x="2131720" y="2706527"/>
                <a:ext cx="435960" cy="323280"/>
              </p14:xfrm>
            </p:contentPart>
          </mc:Choice>
          <mc:Fallback xmlns="">
            <p:pic>
              <p:nvPicPr>
                <p:cNvPr id="149" name="Ink 148">
                  <a:extLst>
                    <a:ext uri="{FF2B5EF4-FFF2-40B4-BE49-F238E27FC236}">
                      <a16:creationId xmlns:a16="http://schemas.microsoft.com/office/drawing/2014/main" id="{60AC3186-A64B-4FAA-91B8-3F909E267D49}"/>
                    </a:ext>
                  </a:extLst>
                </p:cNvPr>
                <p:cNvPicPr/>
                <p:nvPr/>
              </p:nvPicPr>
              <p:blipFill>
                <a:blip r:embed="rId49"/>
                <a:stretch>
                  <a:fillRect/>
                </a:stretch>
              </p:blipFill>
              <p:spPr>
                <a:xfrm>
                  <a:off x="2113720" y="2688887"/>
                  <a:ext cx="471600" cy="3589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50" name="Ink 149">
                  <a:extLst>
                    <a:ext uri="{FF2B5EF4-FFF2-40B4-BE49-F238E27FC236}">
                      <a16:creationId xmlns:a16="http://schemas.microsoft.com/office/drawing/2014/main" id="{544B3F09-49E3-4E23-8893-4D282EBDC68F}"/>
                    </a:ext>
                  </a:extLst>
                </p14:cNvPr>
                <p14:cNvContentPartPr/>
                <p14:nvPr/>
              </p14:nvContentPartPr>
              <p14:xfrm>
                <a:off x="2611600" y="2695727"/>
                <a:ext cx="82440" cy="297000"/>
              </p14:xfrm>
            </p:contentPart>
          </mc:Choice>
          <mc:Fallback xmlns="">
            <p:pic>
              <p:nvPicPr>
                <p:cNvPr id="150" name="Ink 149">
                  <a:extLst>
                    <a:ext uri="{FF2B5EF4-FFF2-40B4-BE49-F238E27FC236}">
                      <a16:creationId xmlns:a16="http://schemas.microsoft.com/office/drawing/2014/main" id="{544B3F09-49E3-4E23-8893-4D282EBDC68F}"/>
                    </a:ext>
                  </a:extLst>
                </p:cNvPr>
                <p:cNvPicPr/>
                <p:nvPr/>
              </p:nvPicPr>
              <p:blipFill>
                <a:blip r:embed="rId51"/>
                <a:stretch>
                  <a:fillRect/>
                </a:stretch>
              </p:blipFill>
              <p:spPr>
                <a:xfrm>
                  <a:off x="2593600" y="2678087"/>
                  <a:ext cx="11808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60" name="Ink 159">
                  <a:extLst>
                    <a:ext uri="{FF2B5EF4-FFF2-40B4-BE49-F238E27FC236}">
                      <a16:creationId xmlns:a16="http://schemas.microsoft.com/office/drawing/2014/main" id="{52780A14-2B6B-4706-B251-C7B4D7953340}"/>
                    </a:ext>
                  </a:extLst>
                </p14:cNvPr>
                <p14:cNvContentPartPr/>
                <p14:nvPr/>
              </p14:nvContentPartPr>
              <p14:xfrm>
                <a:off x="2725720" y="2563967"/>
                <a:ext cx="230760" cy="443520"/>
              </p14:xfrm>
            </p:contentPart>
          </mc:Choice>
          <mc:Fallback xmlns="">
            <p:pic>
              <p:nvPicPr>
                <p:cNvPr id="160" name="Ink 159">
                  <a:extLst>
                    <a:ext uri="{FF2B5EF4-FFF2-40B4-BE49-F238E27FC236}">
                      <a16:creationId xmlns:a16="http://schemas.microsoft.com/office/drawing/2014/main" id="{52780A14-2B6B-4706-B251-C7B4D7953340}"/>
                    </a:ext>
                  </a:extLst>
                </p:cNvPr>
                <p:cNvPicPr/>
                <p:nvPr/>
              </p:nvPicPr>
              <p:blipFill>
                <a:blip r:embed="rId53"/>
                <a:stretch>
                  <a:fillRect/>
                </a:stretch>
              </p:blipFill>
              <p:spPr>
                <a:xfrm>
                  <a:off x="2707720" y="2545967"/>
                  <a:ext cx="266400" cy="4791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61" name="Ink 160">
                  <a:extLst>
                    <a:ext uri="{FF2B5EF4-FFF2-40B4-BE49-F238E27FC236}">
                      <a16:creationId xmlns:a16="http://schemas.microsoft.com/office/drawing/2014/main" id="{B496D4A6-BD2A-478D-8DB8-E7E6C73DC1E5}"/>
                    </a:ext>
                  </a:extLst>
                </p14:cNvPr>
                <p14:cNvContentPartPr/>
                <p14:nvPr/>
              </p14:nvContentPartPr>
              <p14:xfrm>
                <a:off x="3213160" y="2566127"/>
                <a:ext cx="16920" cy="471600"/>
              </p14:xfrm>
            </p:contentPart>
          </mc:Choice>
          <mc:Fallback xmlns="">
            <p:pic>
              <p:nvPicPr>
                <p:cNvPr id="161" name="Ink 160">
                  <a:extLst>
                    <a:ext uri="{FF2B5EF4-FFF2-40B4-BE49-F238E27FC236}">
                      <a16:creationId xmlns:a16="http://schemas.microsoft.com/office/drawing/2014/main" id="{B496D4A6-BD2A-478D-8DB8-E7E6C73DC1E5}"/>
                    </a:ext>
                  </a:extLst>
                </p:cNvPr>
                <p:cNvPicPr/>
                <p:nvPr/>
              </p:nvPicPr>
              <p:blipFill>
                <a:blip r:embed="rId55"/>
                <a:stretch>
                  <a:fillRect/>
                </a:stretch>
              </p:blipFill>
              <p:spPr>
                <a:xfrm>
                  <a:off x="3195520" y="2548487"/>
                  <a:ext cx="52560" cy="5072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77" name="Ink 176">
                  <a:extLst>
                    <a:ext uri="{FF2B5EF4-FFF2-40B4-BE49-F238E27FC236}">
                      <a16:creationId xmlns:a16="http://schemas.microsoft.com/office/drawing/2014/main" id="{330C83E4-53D3-4AB7-8162-7938F16D8943}"/>
                    </a:ext>
                  </a:extLst>
                </p14:cNvPr>
                <p14:cNvContentPartPr/>
                <p14:nvPr/>
              </p14:nvContentPartPr>
              <p14:xfrm>
                <a:off x="3262840" y="2666567"/>
                <a:ext cx="188280" cy="317160"/>
              </p14:xfrm>
            </p:contentPart>
          </mc:Choice>
          <mc:Fallback xmlns="">
            <p:pic>
              <p:nvPicPr>
                <p:cNvPr id="177" name="Ink 176">
                  <a:extLst>
                    <a:ext uri="{FF2B5EF4-FFF2-40B4-BE49-F238E27FC236}">
                      <a16:creationId xmlns:a16="http://schemas.microsoft.com/office/drawing/2014/main" id="{330C83E4-53D3-4AB7-8162-7938F16D8943}"/>
                    </a:ext>
                  </a:extLst>
                </p:cNvPr>
                <p:cNvPicPr/>
                <p:nvPr/>
              </p:nvPicPr>
              <p:blipFill>
                <a:blip r:embed="rId57"/>
                <a:stretch>
                  <a:fillRect/>
                </a:stretch>
              </p:blipFill>
              <p:spPr>
                <a:xfrm>
                  <a:off x="3244840" y="2648927"/>
                  <a:ext cx="223920" cy="3528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83" name="Ink 182">
                  <a:extLst>
                    <a:ext uri="{FF2B5EF4-FFF2-40B4-BE49-F238E27FC236}">
                      <a16:creationId xmlns:a16="http://schemas.microsoft.com/office/drawing/2014/main" id="{6C1CFC12-251D-4FF1-9F36-25B6C88153CC}"/>
                    </a:ext>
                  </a:extLst>
                </p14:cNvPr>
                <p14:cNvContentPartPr/>
                <p14:nvPr/>
              </p14:nvContentPartPr>
              <p14:xfrm>
                <a:off x="3477040" y="2664407"/>
                <a:ext cx="132840" cy="298800"/>
              </p14:xfrm>
            </p:contentPart>
          </mc:Choice>
          <mc:Fallback xmlns="">
            <p:pic>
              <p:nvPicPr>
                <p:cNvPr id="183" name="Ink 182">
                  <a:extLst>
                    <a:ext uri="{FF2B5EF4-FFF2-40B4-BE49-F238E27FC236}">
                      <a16:creationId xmlns:a16="http://schemas.microsoft.com/office/drawing/2014/main" id="{6C1CFC12-251D-4FF1-9F36-25B6C88153CC}"/>
                    </a:ext>
                  </a:extLst>
                </p:cNvPr>
                <p:cNvPicPr/>
                <p:nvPr/>
              </p:nvPicPr>
              <p:blipFill>
                <a:blip r:embed="rId59"/>
                <a:stretch>
                  <a:fillRect/>
                </a:stretch>
              </p:blipFill>
              <p:spPr>
                <a:xfrm>
                  <a:off x="3459040" y="2646407"/>
                  <a:ext cx="16848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84" name="Ink 183">
                  <a:extLst>
                    <a:ext uri="{FF2B5EF4-FFF2-40B4-BE49-F238E27FC236}">
                      <a16:creationId xmlns:a16="http://schemas.microsoft.com/office/drawing/2014/main" id="{636F8287-BA34-4654-958E-F0F82BDFF274}"/>
                    </a:ext>
                  </a:extLst>
                </p14:cNvPr>
                <p14:cNvContentPartPr/>
                <p14:nvPr/>
              </p14:nvContentPartPr>
              <p14:xfrm>
                <a:off x="3637600" y="2642447"/>
                <a:ext cx="131760" cy="345240"/>
              </p14:xfrm>
            </p:contentPart>
          </mc:Choice>
          <mc:Fallback xmlns="">
            <p:pic>
              <p:nvPicPr>
                <p:cNvPr id="184" name="Ink 183">
                  <a:extLst>
                    <a:ext uri="{FF2B5EF4-FFF2-40B4-BE49-F238E27FC236}">
                      <a16:creationId xmlns:a16="http://schemas.microsoft.com/office/drawing/2014/main" id="{636F8287-BA34-4654-958E-F0F82BDFF274}"/>
                    </a:ext>
                  </a:extLst>
                </p:cNvPr>
                <p:cNvPicPr/>
                <p:nvPr/>
              </p:nvPicPr>
              <p:blipFill>
                <a:blip r:embed="rId61"/>
                <a:stretch>
                  <a:fillRect/>
                </a:stretch>
              </p:blipFill>
              <p:spPr>
                <a:xfrm>
                  <a:off x="3619960" y="2624447"/>
                  <a:ext cx="167400" cy="3808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87" name="Ink 186">
                  <a:extLst>
                    <a:ext uri="{FF2B5EF4-FFF2-40B4-BE49-F238E27FC236}">
                      <a16:creationId xmlns:a16="http://schemas.microsoft.com/office/drawing/2014/main" id="{1F4181C1-F471-417F-8F7C-975A11797DD1}"/>
                    </a:ext>
                  </a:extLst>
                </p14:cNvPr>
                <p14:cNvContentPartPr/>
                <p14:nvPr/>
              </p14:nvContentPartPr>
              <p14:xfrm>
                <a:off x="3865480" y="2974007"/>
                <a:ext cx="360" cy="360"/>
              </p14:xfrm>
            </p:contentPart>
          </mc:Choice>
          <mc:Fallback xmlns="">
            <p:pic>
              <p:nvPicPr>
                <p:cNvPr id="187" name="Ink 186">
                  <a:extLst>
                    <a:ext uri="{FF2B5EF4-FFF2-40B4-BE49-F238E27FC236}">
                      <a16:creationId xmlns:a16="http://schemas.microsoft.com/office/drawing/2014/main" id="{1F4181C1-F471-417F-8F7C-975A11797DD1}"/>
                    </a:ext>
                  </a:extLst>
                </p:cNvPr>
                <p:cNvPicPr/>
                <p:nvPr/>
              </p:nvPicPr>
              <p:blipFill>
                <a:blip r:embed="rId31"/>
                <a:stretch>
                  <a:fillRect/>
                </a:stretch>
              </p:blipFill>
              <p:spPr>
                <a:xfrm>
                  <a:off x="3847840" y="2956367"/>
                  <a:ext cx="36000" cy="3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3">
            <p14:nvContentPartPr>
              <p14:cNvPr id="215" name="Ink 214">
                <a:extLst>
                  <a:ext uri="{FF2B5EF4-FFF2-40B4-BE49-F238E27FC236}">
                    <a16:creationId xmlns:a16="http://schemas.microsoft.com/office/drawing/2014/main" id="{8ABE6097-B81D-4F3E-B6C3-DCF23A50DCDB}"/>
                  </a:ext>
                </a:extLst>
              </p14:cNvPr>
              <p14:cNvContentPartPr/>
              <p14:nvPr/>
            </p14:nvContentPartPr>
            <p14:xfrm>
              <a:off x="1617640" y="3294407"/>
              <a:ext cx="60840" cy="419400"/>
            </p14:xfrm>
          </p:contentPart>
        </mc:Choice>
        <mc:Fallback xmlns="">
          <p:pic>
            <p:nvPicPr>
              <p:cNvPr id="215" name="Ink 214">
                <a:extLst>
                  <a:ext uri="{FF2B5EF4-FFF2-40B4-BE49-F238E27FC236}">
                    <a16:creationId xmlns:a16="http://schemas.microsoft.com/office/drawing/2014/main" id="{8ABE6097-B81D-4F3E-B6C3-DCF23A50DCDB}"/>
                  </a:ext>
                </a:extLst>
              </p:cNvPr>
              <p:cNvPicPr/>
              <p:nvPr/>
            </p:nvPicPr>
            <p:blipFill>
              <a:blip r:embed="rId64"/>
              <a:stretch>
                <a:fillRect/>
              </a:stretch>
            </p:blipFill>
            <p:spPr>
              <a:xfrm>
                <a:off x="1599640" y="3276407"/>
                <a:ext cx="96480" cy="455040"/>
              </a:xfrm>
              <a:prstGeom prst="rect">
                <a:avLst/>
              </a:prstGeom>
            </p:spPr>
          </p:pic>
        </mc:Fallback>
      </mc:AlternateContent>
      <p:grpSp>
        <p:nvGrpSpPr>
          <p:cNvPr id="234" name="Group 233">
            <a:extLst>
              <a:ext uri="{FF2B5EF4-FFF2-40B4-BE49-F238E27FC236}">
                <a16:creationId xmlns:a16="http://schemas.microsoft.com/office/drawing/2014/main" id="{66AE2F52-A264-4736-B7AE-A1F3DCB1F8C7}"/>
              </a:ext>
            </a:extLst>
          </p:cNvPr>
          <p:cNvGrpSpPr/>
          <p:nvPr/>
        </p:nvGrpSpPr>
        <p:grpSpPr>
          <a:xfrm>
            <a:off x="1781080" y="3283247"/>
            <a:ext cx="1838160" cy="452880"/>
            <a:chOff x="1781080" y="3283247"/>
            <a:chExt cx="1838160" cy="452880"/>
          </a:xfrm>
        </p:grpSpPr>
        <mc:AlternateContent xmlns:mc="http://schemas.openxmlformats.org/markup-compatibility/2006" xmlns:p14="http://schemas.microsoft.com/office/powerpoint/2010/main">
          <mc:Choice Requires="p14">
            <p:contentPart p14:bwMode="auto" r:id="rId65">
              <p14:nvContentPartPr>
                <p14:cNvPr id="222" name="Ink 221">
                  <a:extLst>
                    <a:ext uri="{FF2B5EF4-FFF2-40B4-BE49-F238E27FC236}">
                      <a16:creationId xmlns:a16="http://schemas.microsoft.com/office/drawing/2014/main" id="{7D42CDC7-5F7B-4C44-AE87-0E042E3598A8}"/>
                    </a:ext>
                  </a:extLst>
                </p14:cNvPr>
                <p14:cNvContentPartPr/>
                <p14:nvPr/>
              </p14:nvContentPartPr>
              <p14:xfrm>
                <a:off x="1828960" y="3290447"/>
                <a:ext cx="73080" cy="81360"/>
              </p14:xfrm>
            </p:contentPart>
          </mc:Choice>
          <mc:Fallback xmlns="">
            <p:pic>
              <p:nvPicPr>
                <p:cNvPr id="222" name="Ink 221">
                  <a:extLst>
                    <a:ext uri="{FF2B5EF4-FFF2-40B4-BE49-F238E27FC236}">
                      <a16:creationId xmlns:a16="http://schemas.microsoft.com/office/drawing/2014/main" id="{7D42CDC7-5F7B-4C44-AE87-0E042E3598A8}"/>
                    </a:ext>
                  </a:extLst>
                </p:cNvPr>
                <p:cNvPicPr/>
                <p:nvPr/>
              </p:nvPicPr>
              <p:blipFill>
                <a:blip r:embed="rId66"/>
                <a:stretch>
                  <a:fillRect/>
                </a:stretch>
              </p:blipFill>
              <p:spPr>
                <a:xfrm>
                  <a:off x="1810960" y="3272447"/>
                  <a:ext cx="10872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223" name="Ink 222">
                  <a:extLst>
                    <a:ext uri="{FF2B5EF4-FFF2-40B4-BE49-F238E27FC236}">
                      <a16:creationId xmlns:a16="http://schemas.microsoft.com/office/drawing/2014/main" id="{C8018B56-893D-45C8-AC4D-25A0A6295BDD}"/>
                    </a:ext>
                  </a:extLst>
                </p14:cNvPr>
                <p14:cNvContentPartPr/>
                <p14:nvPr/>
              </p14:nvContentPartPr>
              <p14:xfrm>
                <a:off x="1798720" y="3292967"/>
                <a:ext cx="208440" cy="412200"/>
              </p14:xfrm>
            </p:contentPart>
          </mc:Choice>
          <mc:Fallback xmlns="">
            <p:pic>
              <p:nvPicPr>
                <p:cNvPr id="223" name="Ink 222">
                  <a:extLst>
                    <a:ext uri="{FF2B5EF4-FFF2-40B4-BE49-F238E27FC236}">
                      <a16:creationId xmlns:a16="http://schemas.microsoft.com/office/drawing/2014/main" id="{C8018B56-893D-45C8-AC4D-25A0A6295BDD}"/>
                    </a:ext>
                  </a:extLst>
                </p:cNvPr>
                <p:cNvPicPr/>
                <p:nvPr/>
              </p:nvPicPr>
              <p:blipFill>
                <a:blip r:embed="rId68"/>
                <a:stretch>
                  <a:fillRect/>
                </a:stretch>
              </p:blipFill>
              <p:spPr>
                <a:xfrm>
                  <a:off x="1780720" y="3274967"/>
                  <a:ext cx="244080" cy="4478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224" name="Ink 223">
                  <a:extLst>
                    <a:ext uri="{FF2B5EF4-FFF2-40B4-BE49-F238E27FC236}">
                      <a16:creationId xmlns:a16="http://schemas.microsoft.com/office/drawing/2014/main" id="{52172ECC-A4AE-4E27-AC24-70A46A180341}"/>
                    </a:ext>
                  </a:extLst>
                </p14:cNvPr>
                <p14:cNvContentPartPr/>
                <p14:nvPr/>
              </p14:nvContentPartPr>
              <p14:xfrm>
                <a:off x="1781080" y="3355967"/>
                <a:ext cx="81360" cy="239760"/>
              </p14:xfrm>
            </p:contentPart>
          </mc:Choice>
          <mc:Fallback xmlns="">
            <p:pic>
              <p:nvPicPr>
                <p:cNvPr id="224" name="Ink 223">
                  <a:extLst>
                    <a:ext uri="{FF2B5EF4-FFF2-40B4-BE49-F238E27FC236}">
                      <a16:creationId xmlns:a16="http://schemas.microsoft.com/office/drawing/2014/main" id="{52172ECC-A4AE-4E27-AC24-70A46A180341}"/>
                    </a:ext>
                  </a:extLst>
                </p:cNvPr>
                <p:cNvPicPr/>
                <p:nvPr/>
              </p:nvPicPr>
              <p:blipFill>
                <a:blip r:embed="rId70"/>
                <a:stretch>
                  <a:fillRect/>
                </a:stretch>
              </p:blipFill>
              <p:spPr>
                <a:xfrm>
                  <a:off x="1763080" y="3337967"/>
                  <a:ext cx="11700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225" name="Ink 224">
                  <a:extLst>
                    <a:ext uri="{FF2B5EF4-FFF2-40B4-BE49-F238E27FC236}">
                      <a16:creationId xmlns:a16="http://schemas.microsoft.com/office/drawing/2014/main" id="{655D10FE-F380-47A0-899F-D4C1D57DC21A}"/>
                    </a:ext>
                  </a:extLst>
                </p14:cNvPr>
                <p14:cNvContentPartPr/>
                <p14:nvPr/>
              </p14:nvContentPartPr>
              <p14:xfrm>
                <a:off x="2064400" y="3315287"/>
                <a:ext cx="190080" cy="397800"/>
              </p14:xfrm>
            </p:contentPart>
          </mc:Choice>
          <mc:Fallback xmlns="">
            <p:pic>
              <p:nvPicPr>
                <p:cNvPr id="225" name="Ink 224">
                  <a:extLst>
                    <a:ext uri="{FF2B5EF4-FFF2-40B4-BE49-F238E27FC236}">
                      <a16:creationId xmlns:a16="http://schemas.microsoft.com/office/drawing/2014/main" id="{655D10FE-F380-47A0-899F-D4C1D57DC21A}"/>
                    </a:ext>
                  </a:extLst>
                </p:cNvPr>
                <p:cNvPicPr/>
                <p:nvPr/>
              </p:nvPicPr>
              <p:blipFill>
                <a:blip r:embed="rId72"/>
                <a:stretch>
                  <a:fillRect/>
                </a:stretch>
              </p:blipFill>
              <p:spPr>
                <a:xfrm>
                  <a:off x="2046760" y="3297287"/>
                  <a:ext cx="225720" cy="4334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226" name="Ink 225">
                  <a:extLst>
                    <a:ext uri="{FF2B5EF4-FFF2-40B4-BE49-F238E27FC236}">
                      <a16:creationId xmlns:a16="http://schemas.microsoft.com/office/drawing/2014/main" id="{AFEEF5AA-D281-4E8E-AE71-11789042DCD5}"/>
                    </a:ext>
                  </a:extLst>
                </p14:cNvPr>
                <p14:cNvContentPartPr/>
                <p14:nvPr/>
              </p14:nvContentPartPr>
              <p14:xfrm>
                <a:off x="2385880" y="3412127"/>
                <a:ext cx="27000" cy="74160"/>
              </p14:xfrm>
            </p:contentPart>
          </mc:Choice>
          <mc:Fallback xmlns="">
            <p:pic>
              <p:nvPicPr>
                <p:cNvPr id="226" name="Ink 225">
                  <a:extLst>
                    <a:ext uri="{FF2B5EF4-FFF2-40B4-BE49-F238E27FC236}">
                      <a16:creationId xmlns:a16="http://schemas.microsoft.com/office/drawing/2014/main" id="{AFEEF5AA-D281-4E8E-AE71-11789042DCD5}"/>
                    </a:ext>
                  </a:extLst>
                </p:cNvPr>
                <p:cNvPicPr/>
                <p:nvPr/>
              </p:nvPicPr>
              <p:blipFill>
                <a:blip r:embed="rId74"/>
                <a:stretch>
                  <a:fillRect/>
                </a:stretch>
              </p:blipFill>
              <p:spPr>
                <a:xfrm>
                  <a:off x="2367880" y="3394127"/>
                  <a:ext cx="6264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227" name="Ink 226">
                  <a:extLst>
                    <a:ext uri="{FF2B5EF4-FFF2-40B4-BE49-F238E27FC236}">
                      <a16:creationId xmlns:a16="http://schemas.microsoft.com/office/drawing/2014/main" id="{53417437-FC61-4F33-8D19-C5B2DB1A8A67}"/>
                    </a:ext>
                  </a:extLst>
                </p14:cNvPr>
                <p14:cNvContentPartPr/>
                <p14:nvPr/>
              </p14:nvContentPartPr>
              <p14:xfrm>
                <a:off x="2321800" y="3596807"/>
                <a:ext cx="123840" cy="122400"/>
              </p14:xfrm>
            </p:contentPart>
          </mc:Choice>
          <mc:Fallback xmlns="">
            <p:pic>
              <p:nvPicPr>
                <p:cNvPr id="227" name="Ink 226">
                  <a:extLst>
                    <a:ext uri="{FF2B5EF4-FFF2-40B4-BE49-F238E27FC236}">
                      <a16:creationId xmlns:a16="http://schemas.microsoft.com/office/drawing/2014/main" id="{53417437-FC61-4F33-8D19-C5B2DB1A8A67}"/>
                    </a:ext>
                  </a:extLst>
                </p:cNvPr>
                <p:cNvPicPr/>
                <p:nvPr/>
              </p:nvPicPr>
              <p:blipFill>
                <a:blip r:embed="rId76"/>
                <a:stretch>
                  <a:fillRect/>
                </a:stretch>
              </p:blipFill>
              <p:spPr>
                <a:xfrm>
                  <a:off x="2303800" y="3578807"/>
                  <a:ext cx="15948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228" name="Ink 227">
                  <a:extLst>
                    <a:ext uri="{FF2B5EF4-FFF2-40B4-BE49-F238E27FC236}">
                      <a16:creationId xmlns:a16="http://schemas.microsoft.com/office/drawing/2014/main" id="{C5EC6AAF-3A59-4641-A506-1D619F91C5B8}"/>
                    </a:ext>
                  </a:extLst>
                </p14:cNvPr>
                <p14:cNvContentPartPr/>
                <p14:nvPr/>
              </p14:nvContentPartPr>
              <p14:xfrm>
                <a:off x="2500000" y="3450647"/>
                <a:ext cx="360" cy="360"/>
              </p14:xfrm>
            </p:contentPart>
          </mc:Choice>
          <mc:Fallback xmlns="">
            <p:pic>
              <p:nvPicPr>
                <p:cNvPr id="228" name="Ink 227">
                  <a:extLst>
                    <a:ext uri="{FF2B5EF4-FFF2-40B4-BE49-F238E27FC236}">
                      <a16:creationId xmlns:a16="http://schemas.microsoft.com/office/drawing/2014/main" id="{C5EC6AAF-3A59-4641-A506-1D619F91C5B8}"/>
                    </a:ext>
                  </a:extLst>
                </p:cNvPr>
                <p:cNvPicPr/>
                <p:nvPr/>
              </p:nvPicPr>
              <p:blipFill>
                <a:blip r:embed="rId31"/>
                <a:stretch>
                  <a:fillRect/>
                </a:stretch>
              </p:blipFill>
              <p:spPr>
                <a:xfrm>
                  <a:off x="2482000" y="3433007"/>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29" name="Ink 228">
                  <a:extLst>
                    <a:ext uri="{FF2B5EF4-FFF2-40B4-BE49-F238E27FC236}">
                      <a16:creationId xmlns:a16="http://schemas.microsoft.com/office/drawing/2014/main" id="{2948E20D-6F90-4798-A8A6-F1D4416E6784}"/>
                    </a:ext>
                  </a:extLst>
                </p14:cNvPr>
                <p14:cNvContentPartPr/>
                <p14:nvPr/>
              </p14:nvContentPartPr>
              <p14:xfrm>
                <a:off x="2512600" y="3438767"/>
                <a:ext cx="207360" cy="297360"/>
              </p14:xfrm>
            </p:contentPart>
          </mc:Choice>
          <mc:Fallback xmlns="">
            <p:pic>
              <p:nvPicPr>
                <p:cNvPr id="229" name="Ink 228">
                  <a:extLst>
                    <a:ext uri="{FF2B5EF4-FFF2-40B4-BE49-F238E27FC236}">
                      <a16:creationId xmlns:a16="http://schemas.microsoft.com/office/drawing/2014/main" id="{2948E20D-6F90-4798-A8A6-F1D4416E6784}"/>
                    </a:ext>
                  </a:extLst>
                </p:cNvPr>
                <p:cNvPicPr/>
                <p:nvPr/>
              </p:nvPicPr>
              <p:blipFill>
                <a:blip r:embed="rId79"/>
                <a:stretch>
                  <a:fillRect/>
                </a:stretch>
              </p:blipFill>
              <p:spPr>
                <a:xfrm>
                  <a:off x="2494600" y="3421127"/>
                  <a:ext cx="24300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230" name="Ink 229">
                  <a:extLst>
                    <a:ext uri="{FF2B5EF4-FFF2-40B4-BE49-F238E27FC236}">
                      <a16:creationId xmlns:a16="http://schemas.microsoft.com/office/drawing/2014/main" id="{A6F47A83-6F58-4416-A10C-0B24AF54A7B2}"/>
                    </a:ext>
                  </a:extLst>
                </p14:cNvPr>
                <p14:cNvContentPartPr/>
                <p14:nvPr/>
              </p14:nvContentPartPr>
              <p14:xfrm>
                <a:off x="2875840" y="3447407"/>
                <a:ext cx="192240" cy="58320"/>
              </p14:xfrm>
            </p:contentPart>
          </mc:Choice>
          <mc:Fallback xmlns="">
            <p:pic>
              <p:nvPicPr>
                <p:cNvPr id="230" name="Ink 229">
                  <a:extLst>
                    <a:ext uri="{FF2B5EF4-FFF2-40B4-BE49-F238E27FC236}">
                      <a16:creationId xmlns:a16="http://schemas.microsoft.com/office/drawing/2014/main" id="{A6F47A83-6F58-4416-A10C-0B24AF54A7B2}"/>
                    </a:ext>
                  </a:extLst>
                </p:cNvPr>
                <p:cNvPicPr/>
                <p:nvPr/>
              </p:nvPicPr>
              <p:blipFill>
                <a:blip r:embed="rId81"/>
                <a:stretch>
                  <a:fillRect/>
                </a:stretch>
              </p:blipFill>
              <p:spPr>
                <a:xfrm>
                  <a:off x="2857840" y="3429767"/>
                  <a:ext cx="2278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31" name="Ink 230">
                  <a:extLst>
                    <a:ext uri="{FF2B5EF4-FFF2-40B4-BE49-F238E27FC236}">
                      <a16:creationId xmlns:a16="http://schemas.microsoft.com/office/drawing/2014/main" id="{57039771-E7E4-41BB-A02E-E1A830738BD6}"/>
                    </a:ext>
                  </a:extLst>
                </p14:cNvPr>
                <p14:cNvContentPartPr/>
                <p14:nvPr/>
              </p14:nvContentPartPr>
              <p14:xfrm>
                <a:off x="2871880" y="3561527"/>
                <a:ext cx="212400" cy="48600"/>
              </p14:xfrm>
            </p:contentPart>
          </mc:Choice>
          <mc:Fallback xmlns="">
            <p:pic>
              <p:nvPicPr>
                <p:cNvPr id="231" name="Ink 230">
                  <a:extLst>
                    <a:ext uri="{FF2B5EF4-FFF2-40B4-BE49-F238E27FC236}">
                      <a16:creationId xmlns:a16="http://schemas.microsoft.com/office/drawing/2014/main" id="{57039771-E7E4-41BB-A02E-E1A830738BD6}"/>
                    </a:ext>
                  </a:extLst>
                </p:cNvPr>
                <p:cNvPicPr/>
                <p:nvPr/>
              </p:nvPicPr>
              <p:blipFill>
                <a:blip r:embed="rId83"/>
                <a:stretch>
                  <a:fillRect/>
                </a:stretch>
              </p:blipFill>
              <p:spPr>
                <a:xfrm>
                  <a:off x="2853880" y="3543527"/>
                  <a:ext cx="24804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232" name="Ink 231">
                  <a:extLst>
                    <a:ext uri="{FF2B5EF4-FFF2-40B4-BE49-F238E27FC236}">
                      <a16:creationId xmlns:a16="http://schemas.microsoft.com/office/drawing/2014/main" id="{DF66EF97-FCC3-4A98-B1DA-515C9504126A}"/>
                    </a:ext>
                  </a:extLst>
                </p14:cNvPr>
                <p14:cNvContentPartPr/>
                <p14:nvPr/>
              </p14:nvContentPartPr>
              <p14:xfrm>
                <a:off x="3234040" y="3283247"/>
                <a:ext cx="30600" cy="442440"/>
              </p14:xfrm>
            </p:contentPart>
          </mc:Choice>
          <mc:Fallback xmlns="">
            <p:pic>
              <p:nvPicPr>
                <p:cNvPr id="232" name="Ink 231">
                  <a:extLst>
                    <a:ext uri="{FF2B5EF4-FFF2-40B4-BE49-F238E27FC236}">
                      <a16:creationId xmlns:a16="http://schemas.microsoft.com/office/drawing/2014/main" id="{DF66EF97-FCC3-4A98-B1DA-515C9504126A}"/>
                    </a:ext>
                  </a:extLst>
                </p:cNvPr>
                <p:cNvPicPr/>
                <p:nvPr/>
              </p:nvPicPr>
              <p:blipFill>
                <a:blip r:embed="rId85"/>
                <a:stretch>
                  <a:fillRect/>
                </a:stretch>
              </p:blipFill>
              <p:spPr>
                <a:xfrm>
                  <a:off x="3216040" y="3265607"/>
                  <a:ext cx="66240" cy="4780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233" name="Ink 232">
                  <a:extLst>
                    <a:ext uri="{FF2B5EF4-FFF2-40B4-BE49-F238E27FC236}">
                      <a16:creationId xmlns:a16="http://schemas.microsoft.com/office/drawing/2014/main" id="{F8104BFA-9596-4E58-895B-658EDF222869}"/>
                    </a:ext>
                  </a:extLst>
                </p14:cNvPr>
                <p14:cNvContentPartPr/>
                <p14:nvPr/>
              </p14:nvContentPartPr>
              <p14:xfrm>
                <a:off x="3353920" y="3421127"/>
                <a:ext cx="265320" cy="270000"/>
              </p14:xfrm>
            </p:contentPart>
          </mc:Choice>
          <mc:Fallback xmlns="">
            <p:pic>
              <p:nvPicPr>
                <p:cNvPr id="233" name="Ink 232">
                  <a:extLst>
                    <a:ext uri="{FF2B5EF4-FFF2-40B4-BE49-F238E27FC236}">
                      <a16:creationId xmlns:a16="http://schemas.microsoft.com/office/drawing/2014/main" id="{F8104BFA-9596-4E58-895B-658EDF222869}"/>
                    </a:ext>
                  </a:extLst>
                </p:cNvPr>
                <p:cNvPicPr/>
                <p:nvPr/>
              </p:nvPicPr>
              <p:blipFill>
                <a:blip r:embed="rId87"/>
                <a:stretch>
                  <a:fillRect/>
                </a:stretch>
              </p:blipFill>
              <p:spPr>
                <a:xfrm>
                  <a:off x="3336280" y="3403127"/>
                  <a:ext cx="300960" cy="305640"/>
                </a:xfrm>
                <a:prstGeom prst="rect">
                  <a:avLst/>
                </a:prstGeom>
              </p:spPr>
            </p:pic>
          </mc:Fallback>
        </mc:AlternateContent>
      </p:grpSp>
      <p:grpSp>
        <p:nvGrpSpPr>
          <p:cNvPr id="243" name="Group 242">
            <a:extLst>
              <a:ext uri="{FF2B5EF4-FFF2-40B4-BE49-F238E27FC236}">
                <a16:creationId xmlns:a16="http://schemas.microsoft.com/office/drawing/2014/main" id="{D8609498-0651-44D3-809E-A84967FAF498}"/>
              </a:ext>
            </a:extLst>
          </p:cNvPr>
          <p:cNvGrpSpPr/>
          <p:nvPr/>
        </p:nvGrpSpPr>
        <p:grpSpPr>
          <a:xfrm>
            <a:off x="1471120" y="3964007"/>
            <a:ext cx="1205640" cy="474120"/>
            <a:chOff x="1471120" y="3964007"/>
            <a:chExt cx="1205640" cy="474120"/>
          </a:xfrm>
        </p:grpSpPr>
        <mc:AlternateContent xmlns:mc="http://schemas.openxmlformats.org/markup-compatibility/2006" xmlns:p14="http://schemas.microsoft.com/office/powerpoint/2010/main">
          <mc:Choice Requires="p14">
            <p:contentPart p14:bwMode="auto" r:id="rId88">
              <p14:nvContentPartPr>
                <p14:cNvPr id="235" name="Ink 234">
                  <a:extLst>
                    <a:ext uri="{FF2B5EF4-FFF2-40B4-BE49-F238E27FC236}">
                      <a16:creationId xmlns:a16="http://schemas.microsoft.com/office/drawing/2014/main" id="{ECD5B550-25EC-4964-A69F-0F9BBB656F7D}"/>
                    </a:ext>
                  </a:extLst>
                </p14:cNvPr>
                <p14:cNvContentPartPr/>
                <p14:nvPr/>
              </p14:nvContentPartPr>
              <p14:xfrm>
                <a:off x="1471120" y="4052927"/>
                <a:ext cx="28800" cy="357840"/>
              </p14:xfrm>
            </p:contentPart>
          </mc:Choice>
          <mc:Fallback xmlns="">
            <p:pic>
              <p:nvPicPr>
                <p:cNvPr id="235" name="Ink 234">
                  <a:extLst>
                    <a:ext uri="{FF2B5EF4-FFF2-40B4-BE49-F238E27FC236}">
                      <a16:creationId xmlns:a16="http://schemas.microsoft.com/office/drawing/2014/main" id="{ECD5B550-25EC-4964-A69F-0F9BBB656F7D}"/>
                    </a:ext>
                  </a:extLst>
                </p:cNvPr>
                <p:cNvPicPr/>
                <p:nvPr/>
              </p:nvPicPr>
              <p:blipFill>
                <a:blip r:embed="rId89"/>
                <a:stretch>
                  <a:fillRect/>
                </a:stretch>
              </p:blipFill>
              <p:spPr>
                <a:xfrm>
                  <a:off x="1453480" y="4034927"/>
                  <a:ext cx="64440" cy="3934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236" name="Ink 235">
                  <a:extLst>
                    <a:ext uri="{FF2B5EF4-FFF2-40B4-BE49-F238E27FC236}">
                      <a16:creationId xmlns:a16="http://schemas.microsoft.com/office/drawing/2014/main" id="{C853E244-D51A-463F-BDCD-AB5DA230D567}"/>
                    </a:ext>
                  </a:extLst>
                </p14:cNvPr>
                <p14:cNvContentPartPr/>
                <p14:nvPr/>
              </p14:nvContentPartPr>
              <p14:xfrm>
                <a:off x="1583800" y="4085687"/>
                <a:ext cx="185400" cy="321120"/>
              </p14:xfrm>
            </p:contentPart>
          </mc:Choice>
          <mc:Fallback xmlns="">
            <p:pic>
              <p:nvPicPr>
                <p:cNvPr id="236" name="Ink 235">
                  <a:extLst>
                    <a:ext uri="{FF2B5EF4-FFF2-40B4-BE49-F238E27FC236}">
                      <a16:creationId xmlns:a16="http://schemas.microsoft.com/office/drawing/2014/main" id="{C853E244-D51A-463F-BDCD-AB5DA230D567}"/>
                    </a:ext>
                  </a:extLst>
                </p:cNvPr>
                <p:cNvPicPr/>
                <p:nvPr/>
              </p:nvPicPr>
              <p:blipFill>
                <a:blip r:embed="rId91"/>
                <a:stretch>
                  <a:fillRect/>
                </a:stretch>
              </p:blipFill>
              <p:spPr>
                <a:xfrm>
                  <a:off x="1565800" y="4067687"/>
                  <a:ext cx="221040" cy="3567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37" name="Ink 236">
                  <a:extLst>
                    <a:ext uri="{FF2B5EF4-FFF2-40B4-BE49-F238E27FC236}">
                      <a16:creationId xmlns:a16="http://schemas.microsoft.com/office/drawing/2014/main" id="{65DB6589-83B3-4895-A5D8-ADBEBF308F10}"/>
                    </a:ext>
                  </a:extLst>
                </p14:cNvPr>
                <p14:cNvContentPartPr/>
                <p14:nvPr/>
              </p14:nvContentPartPr>
              <p14:xfrm>
                <a:off x="1813840" y="4109087"/>
                <a:ext cx="155160" cy="284760"/>
              </p14:xfrm>
            </p:contentPart>
          </mc:Choice>
          <mc:Fallback xmlns="">
            <p:pic>
              <p:nvPicPr>
                <p:cNvPr id="237" name="Ink 236">
                  <a:extLst>
                    <a:ext uri="{FF2B5EF4-FFF2-40B4-BE49-F238E27FC236}">
                      <a16:creationId xmlns:a16="http://schemas.microsoft.com/office/drawing/2014/main" id="{65DB6589-83B3-4895-A5D8-ADBEBF308F10}"/>
                    </a:ext>
                  </a:extLst>
                </p:cNvPr>
                <p:cNvPicPr/>
                <p:nvPr/>
              </p:nvPicPr>
              <p:blipFill>
                <a:blip r:embed="rId93"/>
                <a:stretch>
                  <a:fillRect/>
                </a:stretch>
              </p:blipFill>
              <p:spPr>
                <a:xfrm>
                  <a:off x="1796200" y="4091087"/>
                  <a:ext cx="19080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238" name="Ink 237">
                  <a:extLst>
                    <a:ext uri="{FF2B5EF4-FFF2-40B4-BE49-F238E27FC236}">
                      <a16:creationId xmlns:a16="http://schemas.microsoft.com/office/drawing/2014/main" id="{5553C1A9-9442-4B42-81CD-489CA5214465}"/>
                    </a:ext>
                  </a:extLst>
                </p14:cNvPr>
                <p14:cNvContentPartPr/>
                <p14:nvPr/>
              </p14:nvContentPartPr>
              <p14:xfrm>
                <a:off x="1996360" y="3964007"/>
                <a:ext cx="122760" cy="137880"/>
              </p14:xfrm>
            </p:contentPart>
          </mc:Choice>
          <mc:Fallback xmlns="">
            <p:pic>
              <p:nvPicPr>
                <p:cNvPr id="238" name="Ink 237">
                  <a:extLst>
                    <a:ext uri="{FF2B5EF4-FFF2-40B4-BE49-F238E27FC236}">
                      <a16:creationId xmlns:a16="http://schemas.microsoft.com/office/drawing/2014/main" id="{5553C1A9-9442-4B42-81CD-489CA5214465}"/>
                    </a:ext>
                  </a:extLst>
                </p:cNvPr>
                <p:cNvPicPr/>
                <p:nvPr/>
              </p:nvPicPr>
              <p:blipFill>
                <a:blip r:embed="rId95"/>
                <a:stretch>
                  <a:fillRect/>
                </a:stretch>
              </p:blipFill>
              <p:spPr>
                <a:xfrm>
                  <a:off x="1978720" y="3946007"/>
                  <a:ext cx="15840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240" name="Ink 239">
                  <a:extLst>
                    <a:ext uri="{FF2B5EF4-FFF2-40B4-BE49-F238E27FC236}">
                      <a16:creationId xmlns:a16="http://schemas.microsoft.com/office/drawing/2014/main" id="{0954E8E5-BBCB-4046-97D5-98BD29205D79}"/>
                    </a:ext>
                  </a:extLst>
                </p14:cNvPr>
                <p14:cNvContentPartPr/>
                <p14:nvPr/>
              </p14:nvContentPartPr>
              <p14:xfrm>
                <a:off x="2151880" y="4214207"/>
                <a:ext cx="129600" cy="223920"/>
              </p14:xfrm>
            </p:contentPart>
          </mc:Choice>
          <mc:Fallback xmlns="">
            <p:pic>
              <p:nvPicPr>
                <p:cNvPr id="240" name="Ink 239">
                  <a:extLst>
                    <a:ext uri="{FF2B5EF4-FFF2-40B4-BE49-F238E27FC236}">
                      <a16:creationId xmlns:a16="http://schemas.microsoft.com/office/drawing/2014/main" id="{0954E8E5-BBCB-4046-97D5-98BD29205D79}"/>
                    </a:ext>
                  </a:extLst>
                </p:cNvPr>
                <p:cNvPicPr/>
                <p:nvPr/>
              </p:nvPicPr>
              <p:blipFill>
                <a:blip r:embed="rId97"/>
                <a:stretch>
                  <a:fillRect/>
                </a:stretch>
              </p:blipFill>
              <p:spPr>
                <a:xfrm>
                  <a:off x="2133880" y="4196207"/>
                  <a:ext cx="16524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241" name="Ink 240">
                  <a:extLst>
                    <a:ext uri="{FF2B5EF4-FFF2-40B4-BE49-F238E27FC236}">
                      <a16:creationId xmlns:a16="http://schemas.microsoft.com/office/drawing/2014/main" id="{4BA7B8A5-B7CA-4B9D-8FDB-E875223C5B97}"/>
                    </a:ext>
                  </a:extLst>
                </p14:cNvPr>
                <p14:cNvContentPartPr/>
                <p14:nvPr/>
              </p14:nvContentPartPr>
              <p14:xfrm>
                <a:off x="2299840" y="4171727"/>
                <a:ext cx="246240" cy="249120"/>
              </p14:xfrm>
            </p:contentPart>
          </mc:Choice>
          <mc:Fallback xmlns="">
            <p:pic>
              <p:nvPicPr>
                <p:cNvPr id="241" name="Ink 240">
                  <a:extLst>
                    <a:ext uri="{FF2B5EF4-FFF2-40B4-BE49-F238E27FC236}">
                      <a16:creationId xmlns:a16="http://schemas.microsoft.com/office/drawing/2014/main" id="{4BA7B8A5-B7CA-4B9D-8FDB-E875223C5B97}"/>
                    </a:ext>
                  </a:extLst>
                </p:cNvPr>
                <p:cNvPicPr/>
                <p:nvPr/>
              </p:nvPicPr>
              <p:blipFill>
                <a:blip r:embed="rId99"/>
                <a:stretch>
                  <a:fillRect/>
                </a:stretch>
              </p:blipFill>
              <p:spPr>
                <a:xfrm>
                  <a:off x="2282200" y="4153727"/>
                  <a:ext cx="28188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242" name="Ink 241">
                  <a:extLst>
                    <a:ext uri="{FF2B5EF4-FFF2-40B4-BE49-F238E27FC236}">
                      <a16:creationId xmlns:a16="http://schemas.microsoft.com/office/drawing/2014/main" id="{D97746A5-9E35-4795-8B79-D3976CB7B9FA}"/>
                    </a:ext>
                  </a:extLst>
                </p14:cNvPr>
                <p14:cNvContentPartPr/>
                <p14:nvPr/>
              </p14:nvContentPartPr>
              <p14:xfrm>
                <a:off x="2552560" y="3970127"/>
                <a:ext cx="124200" cy="164160"/>
              </p14:xfrm>
            </p:contentPart>
          </mc:Choice>
          <mc:Fallback xmlns="">
            <p:pic>
              <p:nvPicPr>
                <p:cNvPr id="242" name="Ink 241">
                  <a:extLst>
                    <a:ext uri="{FF2B5EF4-FFF2-40B4-BE49-F238E27FC236}">
                      <a16:creationId xmlns:a16="http://schemas.microsoft.com/office/drawing/2014/main" id="{D97746A5-9E35-4795-8B79-D3976CB7B9FA}"/>
                    </a:ext>
                  </a:extLst>
                </p:cNvPr>
                <p:cNvPicPr/>
                <p:nvPr/>
              </p:nvPicPr>
              <p:blipFill>
                <a:blip r:embed="rId101"/>
                <a:stretch>
                  <a:fillRect/>
                </a:stretch>
              </p:blipFill>
              <p:spPr>
                <a:xfrm>
                  <a:off x="2534560" y="3952127"/>
                  <a:ext cx="159840" cy="199800"/>
                </a:xfrm>
                <a:prstGeom prst="rect">
                  <a:avLst/>
                </a:prstGeom>
              </p:spPr>
            </p:pic>
          </mc:Fallback>
        </mc:AlternateContent>
      </p:grpSp>
      <p:grpSp>
        <p:nvGrpSpPr>
          <p:cNvPr id="249" name="Group 248">
            <a:extLst>
              <a:ext uri="{FF2B5EF4-FFF2-40B4-BE49-F238E27FC236}">
                <a16:creationId xmlns:a16="http://schemas.microsoft.com/office/drawing/2014/main" id="{AC9D4EC0-2BF8-4458-8A2A-267AE70898D1}"/>
              </a:ext>
            </a:extLst>
          </p:cNvPr>
          <p:cNvGrpSpPr/>
          <p:nvPr/>
        </p:nvGrpSpPr>
        <p:grpSpPr>
          <a:xfrm>
            <a:off x="2936320" y="3967607"/>
            <a:ext cx="865800" cy="453960"/>
            <a:chOff x="2936320" y="3967607"/>
            <a:chExt cx="865800" cy="453960"/>
          </a:xfrm>
        </p:grpSpPr>
        <mc:AlternateContent xmlns:mc="http://schemas.openxmlformats.org/markup-compatibility/2006" xmlns:p14="http://schemas.microsoft.com/office/powerpoint/2010/main">
          <mc:Choice Requires="p14">
            <p:contentPart p14:bwMode="auto" r:id="rId102">
              <p14:nvContentPartPr>
                <p14:cNvPr id="244" name="Ink 243">
                  <a:extLst>
                    <a:ext uri="{FF2B5EF4-FFF2-40B4-BE49-F238E27FC236}">
                      <a16:creationId xmlns:a16="http://schemas.microsoft.com/office/drawing/2014/main" id="{40C16A6C-5E96-4ACC-9BCE-2A7E577F7172}"/>
                    </a:ext>
                  </a:extLst>
                </p14:cNvPr>
                <p14:cNvContentPartPr/>
                <p14:nvPr/>
              </p14:nvContentPartPr>
              <p14:xfrm>
                <a:off x="2936320" y="4156607"/>
                <a:ext cx="142920" cy="44280"/>
              </p14:xfrm>
            </p:contentPart>
          </mc:Choice>
          <mc:Fallback xmlns="">
            <p:pic>
              <p:nvPicPr>
                <p:cNvPr id="244" name="Ink 243">
                  <a:extLst>
                    <a:ext uri="{FF2B5EF4-FFF2-40B4-BE49-F238E27FC236}">
                      <a16:creationId xmlns:a16="http://schemas.microsoft.com/office/drawing/2014/main" id="{40C16A6C-5E96-4ACC-9BCE-2A7E577F7172}"/>
                    </a:ext>
                  </a:extLst>
                </p:cNvPr>
                <p:cNvPicPr/>
                <p:nvPr/>
              </p:nvPicPr>
              <p:blipFill>
                <a:blip r:embed="rId103"/>
                <a:stretch>
                  <a:fillRect/>
                </a:stretch>
              </p:blipFill>
              <p:spPr>
                <a:xfrm>
                  <a:off x="2918680" y="4138967"/>
                  <a:ext cx="17856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245" name="Ink 244">
                  <a:extLst>
                    <a:ext uri="{FF2B5EF4-FFF2-40B4-BE49-F238E27FC236}">
                      <a16:creationId xmlns:a16="http://schemas.microsoft.com/office/drawing/2014/main" id="{AD04A898-0927-495C-A028-3531F2509FC1}"/>
                    </a:ext>
                  </a:extLst>
                </p14:cNvPr>
                <p14:cNvContentPartPr/>
                <p14:nvPr/>
              </p14:nvContentPartPr>
              <p14:xfrm>
                <a:off x="2965480" y="4268207"/>
                <a:ext cx="119880" cy="21240"/>
              </p14:xfrm>
            </p:contentPart>
          </mc:Choice>
          <mc:Fallback xmlns="">
            <p:pic>
              <p:nvPicPr>
                <p:cNvPr id="245" name="Ink 244">
                  <a:extLst>
                    <a:ext uri="{FF2B5EF4-FFF2-40B4-BE49-F238E27FC236}">
                      <a16:creationId xmlns:a16="http://schemas.microsoft.com/office/drawing/2014/main" id="{AD04A898-0927-495C-A028-3531F2509FC1}"/>
                    </a:ext>
                  </a:extLst>
                </p:cNvPr>
                <p:cNvPicPr/>
                <p:nvPr/>
              </p:nvPicPr>
              <p:blipFill>
                <a:blip r:embed="rId105"/>
                <a:stretch>
                  <a:fillRect/>
                </a:stretch>
              </p:blipFill>
              <p:spPr>
                <a:xfrm>
                  <a:off x="2947480" y="4250207"/>
                  <a:ext cx="15552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246" name="Ink 245">
                  <a:extLst>
                    <a:ext uri="{FF2B5EF4-FFF2-40B4-BE49-F238E27FC236}">
                      <a16:creationId xmlns:a16="http://schemas.microsoft.com/office/drawing/2014/main" id="{28F8D4C3-2D3E-42EF-99DA-AAB5F61CA747}"/>
                    </a:ext>
                  </a:extLst>
                </p14:cNvPr>
                <p14:cNvContentPartPr/>
                <p14:nvPr/>
              </p14:nvContentPartPr>
              <p14:xfrm>
                <a:off x="3267880" y="4011887"/>
                <a:ext cx="37440" cy="405000"/>
              </p14:xfrm>
            </p:contentPart>
          </mc:Choice>
          <mc:Fallback xmlns="">
            <p:pic>
              <p:nvPicPr>
                <p:cNvPr id="246" name="Ink 245">
                  <a:extLst>
                    <a:ext uri="{FF2B5EF4-FFF2-40B4-BE49-F238E27FC236}">
                      <a16:creationId xmlns:a16="http://schemas.microsoft.com/office/drawing/2014/main" id="{28F8D4C3-2D3E-42EF-99DA-AAB5F61CA747}"/>
                    </a:ext>
                  </a:extLst>
                </p:cNvPr>
                <p:cNvPicPr/>
                <p:nvPr/>
              </p:nvPicPr>
              <p:blipFill>
                <a:blip r:embed="rId107"/>
                <a:stretch>
                  <a:fillRect/>
                </a:stretch>
              </p:blipFill>
              <p:spPr>
                <a:xfrm>
                  <a:off x="3249880" y="3994247"/>
                  <a:ext cx="73080" cy="4406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247" name="Ink 246">
                  <a:extLst>
                    <a:ext uri="{FF2B5EF4-FFF2-40B4-BE49-F238E27FC236}">
                      <a16:creationId xmlns:a16="http://schemas.microsoft.com/office/drawing/2014/main" id="{F817CAE3-2E5C-4A15-A751-FA68F217AE4F}"/>
                    </a:ext>
                  </a:extLst>
                </p14:cNvPr>
                <p14:cNvContentPartPr/>
                <p14:nvPr/>
              </p14:nvContentPartPr>
              <p14:xfrm>
                <a:off x="3377320" y="4214567"/>
                <a:ext cx="215280" cy="207000"/>
              </p14:xfrm>
            </p:contentPart>
          </mc:Choice>
          <mc:Fallback xmlns="">
            <p:pic>
              <p:nvPicPr>
                <p:cNvPr id="247" name="Ink 246">
                  <a:extLst>
                    <a:ext uri="{FF2B5EF4-FFF2-40B4-BE49-F238E27FC236}">
                      <a16:creationId xmlns:a16="http://schemas.microsoft.com/office/drawing/2014/main" id="{F817CAE3-2E5C-4A15-A751-FA68F217AE4F}"/>
                    </a:ext>
                  </a:extLst>
                </p:cNvPr>
                <p:cNvPicPr/>
                <p:nvPr/>
              </p:nvPicPr>
              <p:blipFill>
                <a:blip r:embed="rId109"/>
                <a:stretch>
                  <a:fillRect/>
                </a:stretch>
              </p:blipFill>
              <p:spPr>
                <a:xfrm>
                  <a:off x="3359320" y="4196567"/>
                  <a:ext cx="25092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248" name="Ink 247">
                  <a:extLst>
                    <a:ext uri="{FF2B5EF4-FFF2-40B4-BE49-F238E27FC236}">
                      <a16:creationId xmlns:a16="http://schemas.microsoft.com/office/drawing/2014/main" id="{30B38427-9BEA-4A22-B104-7208BE613F7B}"/>
                    </a:ext>
                  </a:extLst>
                </p14:cNvPr>
                <p14:cNvContentPartPr/>
                <p14:nvPr/>
              </p14:nvContentPartPr>
              <p14:xfrm>
                <a:off x="3613840" y="3967607"/>
                <a:ext cx="188280" cy="199080"/>
              </p14:xfrm>
            </p:contentPart>
          </mc:Choice>
          <mc:Fallback xmlns="">
            <p:pic>
              <p:nvPicPr>
                <p:cNvPr id="248" name="Ink 247">
                  <a:extLst>
                    <a:ext uri="{FF2B5EF4-FFF2-40B4-BE49-F238E27FC236}">
                      <a16:creationId xmlns:a16="http://schemas.microsoft.com/office/drawing/2014/main" id="{30B38427-9BEA-4A22-B104-7208BE613F7B}"/>
                    </a:ext>
                  </a:extLst>
                </p:cNvPr>
                <p:cNvPicPr/>
                <p:nvPr/>
              </p:nvPicPr>
              <p:blipFill>
                <a:blip r:embed="rId111"/>
                <a:stretch>
                  <a:fillRect/>
                </a:stretch>
              </p:blipFill>
              <p:spPr>
                <a:xfrm>
                  <a:off x="3596200" y="3949607"/>
                  <a:ext cx="223920" cy="234720"/>
                </a:xfrm>
                <a:prstGeom prst="rect">
                  <a:avLst/>
                </a:prstGeom>
              </p:spPr>
            </p:pic>
          </mc:Fallback>
        </mc:AlternateContent>
      </p:grpSp>
      <p:grpSp>
        <p:nvGrpSpPr>
          <p:cNvPr id="254" name="Group 253">
            <a:extLst>
              <a:ext uri="{FF2B5EF4-FFF2-40B4-BE49-F238E27FC236}">
                <a16:creationId xmlns:a16="http://schemas.microsoft.com/office/drawing/2014/main" id="{D0D25996-A34D-4EAE-BC60-3D4238BD9705}"/>
              </a:ext>
            </a:extLst>
          </p:cNvPr>
          <p:cNvGrpSpPr/>
          <p:nvPr/>
        </p:nvGrpSpPr>
        <p:grpSpPr>
          <a:xfrm>
            <a:off x="1340800" y="4712087"/>
            <a:ext cx="895320" cy="434880"/>
            <a:chOff x="1340800" y="4712087"/>
            <a:chExt cx="895320" cy="434880"/>
          </a:xfrm>
        </p:grpSpPr>
        <mc:AlternateContent xmlns:mc="http://schemas.openxmlformats.org/markup-compatibility/2006" xmlns:p14="http://schemas.microsoft.com/office/powerpoint/2010/main">
          <mc:Choice Requires="p14">
            <p:contentPart p14:bwMode="auto" r:id="rId112">
              <p14:nvContentPartPr>
                <p14:cNvPr id="250" name="Ink 249">
                  <a:extLst>
                    <a:ext uri="{FF2B5EF4-FFF2-40B4-BE49-F238E27FC236}">
                      <a16:creationId xmlns:a16="http://schemas.microsoft.com/office/drawing/2014/main" id="{BD4E6B6B-ADC1-4279-830E-B40F8D8EFE0B}"/>
                    </a:ext>
                  </a:extLst>
                </p14:cNvPr>
                <p14:cNvContentPartPr/>
                <p14:nvPr/>
              </p14:nvContentPartPr>
              <p14:xfrm>
                <a:off x="1340800" y="4712087"/>
                <a:ext cx="268560" cy="434880"/>
              </p14:xfrm>
            </p:contentPart>
          </mc:Choice>
          <mc:Fallback xmlns="">
            <p:pic>
              <p:nvPicPr>
                <p:cNvPr id="250" name="Ink 249">
                  <a:extLst>
                    <a:ext uri="{FF2B5EF4-FFF2-40B4-BE49-F238E27FC236}">
                      <a16:creationId xmlns:a16="http://schemas.microsoft.com/office/drawing/2014/main" id="{BD4E6B6B-ADC1-4279-830E-B40F8D8EFE0B}"/>
                    </a:ext>
                  </a:extLst>
                </p:cNvPr>
                <p:cNvPicPr/>
                <p:nvPr/>
              </p:nvPicPr>
              <p:blipFill>
                <a:blip r:embed="rId113"/>
                <a:stretch>
                  <a:fillRect/>
                </a:stretch>
              </p:blipFill>
              <p:spPr>
                <a:xfrm>
                  <a:off x="1323160" y="4694447"/>
                  <a:ext cx="304200" cy="4705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251" name="Ink 250">
                  <a:extLst>
                    <a:ext uri="{FF2B5EF4-FFF2-40B4-BE49-F238E27FC236}">
                      <a16:creationId xmlns:a16="http://schemas.microsoft.com/office/drawing/2014/main" id="{4FE718D4-53F1-4FE7-AB1E-510ADD22FFFB}"/>
                    </a:ext>
                  </a:extLst>
                </p14:cNvPr>
                <p14:cNvContentPartPr/>
                <p14:nvPr/>
              </p14:nvContentPartPr>
              <p14:xfrm>
                <a:off x="1636720" y="4815047"/>
                <a:ext cx="142920" cy="288000"/>
              </p14:xfrm>
            </p:contentPart>
          </mc:Choice>
          <mc:Fallback xmlns="">
            <p:pic>
              <p:nvPicPr>
                <p:cNvPr id="251" name="Ink 250">
                  <a:extLst>
                    <a:ext uri="{FF2B5EF4-FFF2-40B4-BE49-F238E27FC236}">
                      <a16:creationId xmlns:a16="http://schemas.microsoft.com/office/drawing/2014/main" id="{4FE718D4-53F1-4FE7-AB1E-510ADD22FFFB}"/>
                    </a:ext>
                  </a:extLst>
                </p:cNvPr>
                <p:cNvPicPr/>
                <p:nvPr/>
              </p:nvPicPr>
              <p:blipFill>
                <a:blip r:embed="rId115"/>
                <a:stretch>
                  <a:fillRect/>
                </a:stretch>
              </p:blipFill>
              <p:spPr>
                <a:xfrm>
                  <a:off x="1619080" y="4797047"/>
                  <a:ext cx="17856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252" name="Ink 251">
                  <a:extLst>
                    <a:ext uri="{FF2B5EF4-FFF2-40B4-BE49-F238E27FC236}">
                      <a16:creationId xmlns:a16="http://schemas.microsoft.com/office/drawing/2014/main" id="{6F0ACE3C-92D8-4067-86A8-27B4AFA8B8DA}"/>
                    </a:ext>
                  </a:extLst>
                </p14:cNvPr>
                <p14:cNvContentPartPr/>
                <p14:nvPr/>
              </p14:nvContentPartPr>
              <p14:xfrm>
                <a:off x="1847320" y="4822247"/>
                <a:ext cx="155880" cy="304200"/>
              </p14:xfrm>
            </p:contentPart>
          </mc:Choice>
          <mc:Fallback xmlns="">
            <p:pic>
              <p:nvPicPr>
                <p:cNvPr id="252" name="Ink 251">
                  <a:extLst>
                    <a:ext uri="{FF2B5EF4-FFF2-40B4-BE49-F238E27FC236}">
                      <a16:creationId xmlns:a16="http://schemas.microsoft.com/office/drawing/2014/main" id="{6F0ACE3C-92D8-4067-86A8-27B4AFA8B8DA}"/>
                    </a:ext>
                  </a:extLst>
                </p:cNvPr>
                <p:cNvPicPr/>
                <p:nvPr/>
              </p:nvPicPr>
              <p:blipFill>
                <a:blip r:embed="rId117"/>
                <a:stretch>
                  <a:fillRect/>
                </a:stretch>
              </p:blipFill>
              <p:spPr>
                <a:xfrm>
                  <a:off x="1829320" y="4804247"/>
                  <a:ext cx="191520" cy="3398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253" name="Ink 252">
                  <a:extLst>
                    <a:ext uri="{FF2B5EF4-FFF2-40B4-BE49-F238E27FC236}">
                      <a16:creationId xmlns:a16="http://schemas.microsoft.com/office/drawing/2014/main" id="{8DDE8475-4C4D-4D93-BC90-BB6B7CCB05BE}"/>
                    </a:ext>
                  </a:extLst>
                </p14:cNvPr>
                <p14:cNvContentPartPr/>
                <p14:nvPr/>
              </p14:nvContentPartPr>
              <p14:xfrm>
                <a:off x="2066200" y="4810367"/>
                <a:ext cx="169920" cy="329760"/>
              </p14:xfrm>
            </p:contentPart>
          </mc:Choice>
          <mc:Fallback xmlns="">
            <p:pic>
              <p:nvPicPr>
                <p:cNvPr id="253" name="Ink 252">
                  <a:extLst>
                    <a:ext uri="{FF2B5EF4-FFF2-40B4-BE49-F238E27FC236}">
                      <a16:creationId xmlns:a16="http://schemas.microsoft.com/office/drawing/2014/main" id="{8DDE8475-4C4D-4D93-BC90-BB6B7CCB05BE}"/>
                    </a:ext>
                  </a:extLst>
                </p:cNvPr>
                <p:cNvPicPr/>
                <p:nvPr/>
              </p:nvPicPr>
              <p:blipFill>
                <a:blip r:embed="rId119"/>
                <a:stretch>
                  <a:fillRect/>
                </a:stretch>
              </p:blipFill>
              <p:spPr>
                <a:xfrm>
                  <a:off x="2048200" y="4792367"/>
                  <a:ext cx="205560" cy="365400"/>
                </a:xfrm>
                <a:prstGeom prst="rect">
                  <a:avLst/>
                </a:prstGeom>
              </p:spPr>
            </p:pic>
          </mc:Fallback>
        </mc:AlternateContent>
      </p:grpSp>
      <p:grpSp>
        <p:nvGrpSpPr>
          <p:cNvPr id="267" name="Group 266">
            <a:extLst>
              <a:ext uri="{FF2B5EF4-FFF2-40B4-BE49-F238E27FC236}">
                <a16:creationId xmlns:a16="http://schemas.microsoft.com/office/drawing/2014/main" id="{C3DBF5E2-9F0A-4910-A098-9103100E1568}"/>
              </a:ext>
            </a:extLst>
          </p:cNvPr>
          <p:cNvGrpSpPr/>
          <p:nvPr/>
        </p:nvGrpSpPr>
        <p:grpSpPr>
          <a:xfrm>
            <a:off x="2395600" y="4711007"/>
            <a:ext cx="801720" cy="440280"/>
            <a:chOff x="2395600" y="4711007"/>
            <a:chExt cx="801720" cy="440280"/>
          </a:xfrm>
        </p:grpSpPr>
        <mc:AlternateContent xmlns:mc="http://schemas.openxmlformats.org/markup-compatibility/2006" xmlns:p14="http://schemas.microsoft.com/office/powerpoint/2010/main">
          <mc:Choice Requires="p14">
            <p:contentPart p14:bwMode="auto" r:id="rId120">
              <p14:nvContentPartPr>
                <p14:cNvPr id="255" name="Ink 254">
                  <a:extLst>
                    <a:ext uri="{FF2B5EF4-FFF2-40B4-BE49-F238E27FC236}">
                      <a16:creationId xmlns:a16="http://schemas.microsoft.com/office/drawing/2014/main" id="{9B4DEFD6-FB83-4ACC-8F58-651E6FFE8FAE}"/>
                    </a:ext>
                  </a:extLst>
                </p14:cNvPr>
                <p14:cNvContentPartPr/>
                <p14:nvPr/>
              </p14:nvContentPartPr>
              <p14:xfrm>
                <a:off x="2395600" y="4865447"/>
                <a:ext cx="106560" cy="285840"/>
              </p14:xfrm>
            </p:contentPart>
          </mc:Choice>
          <mc:Fallback xmlns="">
            <p:pic>
              <p:nvPicPr>
                <p:cNvPr id="255" name="Ink 254">
                  <a:extLst>
                    <a:ext uri="{FF2B5EF4-FFF2-40B4-BE49-F238E27FC236}">
                      <a16:creationId xmlns:a16="http://schemas.microsoft.com/office/drawing/2014/main" id="{9B4DEFD6-FB83-4ACC-8F58-651E6FFE8FAE}"/>
                    </a:ext>
                  </a:extLst>
                </p:cNvPr>
                <p:cNvPicPr/>
                <p:nvPr/>
              </p:nvPicPr>
              <p:blipFill>
                <a:blip r:embed="rId121"/>
                <a:stretch>
                  <a:fillRect/>
                </a:stretch>
              </p:blipFill>
              <p:spPr>
                <a:xfrm>
                  <a:off x="2377960" y="4847807"/>
                  <a:ext cx="14220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256" name="Ink 255">
                  <a:extLst>
                    <a:ext uri="{FF2B5EF4-FFF2-40B4-BE49-F238E27FC236}">
                      <a16:creationId xmlns:a16="http://schemas.microsoft.com/office/drawing/2014/main" id="{0F99FFCA-A866-4987-AA66-DD717EE62DDA}"/>
                    </a:ext>
                  </a:extLst>
                </p14:cNvPr>
                <p14:cNvContentPartPr/>
                <p14:nvPr/>
              </p14:nvContentPartPr>
              <p14:xfrm>
                <a:off x="2536720" y="4858967"/>
                <a:ext cx="199080" cy="277920"/>
              </p14:xfrm>
            </p:contentPart>
          </mc:Choice>
          <mc:Fallback xmlns="">
            <p:pic>
              <p:nvPicPr>
                <p:cNvPr id="256" name="Ink 255">
                  <a:extLst>
                    <a:ext uri="{FF2B5EF4-FFF2-40B4-BE49-F238E27FC236}">
                      <a16:creationId xmlns:a16="http://schemas.microsoft.com/office/drawing/2014/main" id="{0F99FFCA-A866-4987-AA66-DD717EE62DDA}"/>
                    </a:ext>
                  </a:extLst>
                </p:cNvPr>
                <p:cNvPicPr/>
                <p:nvPr/>
              </p:nvPicPr>
              <p:blipFill>
                <a:blip r:embed="rId123"/>
                <a:stretch>
                  <a:fillRect/>
                </a:stretch>
              </p:blipFill>
              <p:spPr>
                <a:xfrm>
                  <a:off x="2518720" y="4840967"/>
                  <a:ext cx="23472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257" name="Ink 256">
                  <a:extLst>
                    <a:ext uri="{FF2B5EF4-FFF2-40B4-BE49-F238E27FC236}">
                      <a16:creationId xmlns:a16="http://schemas.microsoft.com/office/drawing/2014/main" id="{F91EBA8E-6D4A-411F-8364-9902FDF10350}"/>
                    </a:ext>
                  </a:extLst>
                </p14:cNvPr>
                <p14:cNvContentPartPr/>
                <p14:nvPr/>
              </p14:nvContentPartPr>
              <p14:xfrm>
                <a:off x="2772160" y="4711007"/>
                <a:ext cx="87480" cy="107280"/>
              </p14:xfrm>
            </p:contentPart>
          </mc:Choice>
          <mc:Fallback xmlns="">
            <p:pic>
              <p:nvPicPr>
                <p:cNvPr id="257" name="Ink 256">
                  <a:extLst>
                    <a:ext uri="{FF2B5EF4-FFF2-40B4-BE49-F238E27FC236}">
                      <a16:creationId xmlns:a16="http://schemas.microsoft.com/office/drawing/2014/main" id="{F91EBA8E-6D4A-411F-8364-9902FDF10350}"/>
                    </a:ext>
                  </a:extLst>
                </p:cNvPr>
                <p:cNvPicPr/>
                <p:nvPr/>
              </p:nvPicPr>
              <p:blipFill>
                <a:blip r:embed="rId125"/>
                <a:stretch>
                  <a:fillRect/>
                </a:stretch>
              </p:blipFill>
              <p:spPr>
                <a:xfrm>
                  <a:off x="2754520" y="4693007"/>
                  <a:ext cx="12312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259" name="Ink 258">
                  <a:extLst>
                    <a:ext uri="{FF2B5EF4-FFF2-40B4-BE49-F238E27FC236}">
                      <a16:creationId xmlns:a16="http://schemas.microsoft.com/office/drawing/2014/main" id="{FAE76D85-65ED-4272-83E6-BDE260D166F4}"/>
                    </a:ext>
                  </a:extLst>
                </p14:cNvPr>
                <p14:cNvContentPartPr/>
                <p14:nvPr/>
              </p14:nvContentPartPr>
              <p14:xfrm>
                <a:off x="3024160" y="4929887"/>
                <a:ext cx="133200" cy="15120"/>
              </p14:xfrm>
            </p:contentPart>
          </mc:Choice>
          <mc:Fallback xmlns="">
            <p:pic>
              <p:nvPicPr>
                <p:cNvPr id="259" name="Ink 258">
                  <a:extLst>
                    <a:ext uri="{FF2B5EF4-FFF2-40B4-BE49-F238E27FC236}">
                      <a16:creationId xmlns:a16="http://schemas.microsoft.com/office/drawing/2014/main" id="{FAE76D85-65ED-4272-83E6-BDE260D166F4}"/>
                    </a:ext>
                  </a:extLst>
                </p:cNvPr>
                <p:cNvPicPr/>
                <p:nvPr/>
              </p:nvPicPr>
              <p:blipFill>
                <a:blip r:embed="rId127"/>
                <a:stretch>
                  <a:fillRect/>
                </a:stretch>
              </p:blipFill>
              <p:spPr>
                <a:xfrm>
                  <a:off x="3006160" y="4912247"/>
                  <a:ext cx="16884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261" name="Ink 260">
                  <a:extLst>
                    <a:ext uri="{FF2B5EF4-FFF2-40B4-BE49-F238E27FC236}">
                      <a16:creationId xmlns:a16="http://schemas.microsoft.com/office/drawing/2014/main" id="{681CA316-E760-4AA2-8FC2-10363C636BD3}"/>
                    </a:ext>
                  </a:extLst>
                </p14:cNvPr>
                <p14:cNvContentPartPr/>
                <p14:nvPr/>
              </p14:nvContentPartPr>
              <p14:xfrm>
                <a:off x="2989240" y="5027087"/>
                <a:ext cx="208080" cy="45360"/>
              </p14:xfrm>
            </p:contentPart>
          </mc:Choice>
          <mc:Fallback xmlns="">
            <p:pic>
              <p:nvPicPr>
                <p:cNvPr id="261" name="Ink 260">
                  <a:extLst>
                    <a:ext uri="{FF2B5EF4-FFF2-40B4-BE49-F238E27FC236}">
                      <a16:creationId xmlns:a16="http://schemas.microsoft.com/office/drawing/2014/main" id="{681CA316-E760-4AA2-8FC2-10363C636BD3}"/>
                    </a:ext>
                  </a:extLst>
                </p:cNvPr>
                <p:cNvPicPr/>
                <p:nvPr/>
              </p:nvPicPr>
              <p:blipFill>
                <a:blip r:embed="rId129"/>
                <a:stretch>
                  <a:fillRect/>
                </a:stretch>
              </p:blipFill>
              <p:spPr>
                <a:xfrm>
                  <a:off x="2971240" y="5009087"/>
                  <a:ext cx="243720" cy="81000"/>
                </a:xfrm>
                <a:prstGeom prst="rect">
                  <a:avLst/>
                </a:prstGeom>
              </p:spPr>
            </p:pic>
          </mc:Fallback>
        </mc:AlternateContent>
      </p:grpSp>
      <p:grpSp>
        <p:nvGrpSpPr>
          <p:cNvPr id="275" name="Group 274">
            <a:extLst>
              <a:ext uri="{FF2B5EF4-FFF2-40B4-BE49-F238E27FC236}">
                <a16:creationId xmlns:a16="http://schemas.microsoft.com/office/drawing/2014/main" id="{C94F431E-D321-4D1F-8B8A-28182B2C5EE3}"/>
              </a:ext>
            </a:extLst>
          </p:cNvPr>
          <p:cNvGrpSpPr/>
          <p:nvPr/>
        </p:nvGrpSpPr>
        <p:grpSpPr>
          <a:xfrm>
            <a:off x="3461200" y="4816847"/>
            <a:ext cx="767520" cy="911160"/>
            <a:chOff x="3461200" y="4816847"/>
            <a:chExt cx="767520" cy="911160"/>
          </a:xfrm>
        </p:grpSpPr>
        <mc:AlternateContent xmlns:mc="http://schemas.openxmlformats.org/markup-compatibility/2006" xmlns:p14="http://schemas.microsoft.com/office/powerpoint/2010/main">
          <mc:Choice Requires="p14">
            <p:contentPart p14:bwMode="auto" r:id="rId130">
              <p14:nvContentPartPr>
                <p14:cNvPr id="262" name="Ink 261">
                  <a:extLst>
                    <a:ext uri="{FF2B5EF4-FFF2-40B4-BE49-F238E27FC236}">
                      <a16:creationId xmlns:a16="http://schemas.microsoft.com/office/drawing/2014/main" id="{9E1B3C19-6D87-47EF-9DF9-EA0ECE5AFEBF}"/>
                    </a:ext>
                  </a:extLst>
                </p14:cNvPr>
                <p14:cNvContentPartPr/>
                <p14:nvPr/>
              </p14:nvContentPartPr>
              <p14:xfrm>
                <a:off x="3461200" y="4816847"/>
                <a:ext cx="410040" cy="411840"/>
              </p14:xfrm>
            </p:contentPart>
          </mc:Choice>
          <mc:Fallback xmlns="">
            <p:pic>
              <p:nvPicPr>
                <p:cNvPr id="262" name="Ink 261">
                  <a:extLst>
                    <a:ext uri="{FF2B5EF4-FFF2-40B4-BE49-F238E27FC236}">
                      <a16:creationId xmlns:a16="http://schemas.microsoft.com/office/drawing/2014/main" id="{9E1B3C19-6D87-47EF-9DF9-EA0ECE5AFEBF}"/>
                    </a:ext>
                  </a:extLst>
                </p:cNvPr>
                <p:cNvPicPr/>
                <p:nvPr/>
              </p:nvPicPr>
              <p:blipFill>
                <a:blip r:embed="rId131"/>
                <a:stretch>
                  <a:fillRect/>
                </a:stretch>
              </p:blipFill>
              <p:spPr>
                <a:xfrm>
                  <a:off x="3443560" y="4798847"/>
                  <a:ext cx="445680" cy="4474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263" name="Ink 262">
                  <a:extLst>
                    <a:ext uri="{FF2B5EF4-FFF2-40B4-BE49-F238E27FC236}">
                      <a16:creationId xmlns:a16="http://schemas.microsoft.com/office/drawing/2014/main" id="{FF72D747-8467-4BCD-AE73-B2F0C0C88405}"/>
                    </a:ext>
                  </a:extLst>
                </p14:cNvPr>
                <p14:cNvContentPartPr/>
                <p14:nvPr/>
              </p14:nvContentPartPr>
              <p14:xfrm>
                <a:off x="3898960" y="4873727"/>
                <a:ext cx="144360" cy="301680"/>
              </p14:xfrm>
            </p:contentPart>
          </mc:Choice>
          <mc:Fallback xmlns="">
            <p:pic>
              <p:nvPicPr>
                <p:cNvPr id="263" name="Ink 262">
                  <a:extLst>
                    <a:ext uri="{FF2B5EF4-FFF2-40B4-BE49-F238E27FC236}">
                      <a16:creationId xmlns:a16="http://schemas.microsoft.com/office/drawing/2014/main" id="{FF72D747-8467-4BCD-AE73-B2F0C0C88405}"/>
                    </a:ext>
                  </a:extLst>
                </p:cNvPr>
                <p:cNvPicPr/>
                <p:nvPr/>
              </p:nvPicPr>
              <p:blipFill>
                <a:blip r:embed="rId133"/>
                <a:stretch>
                  <a:fillRect/>
                </a:stretch>
              </p:blipFill>
              <p:spPr>
                <a:xfrm>
                  <a:off x="3880960" y="4856087"/>
                  <a:ext cx="18000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264" name="Ink 263">
                  <a:extLst>
                    <a:ext uri="{FF2B5EF4-FFF2-40B4-BE49-F238E27FC236}">
                      <a16:creationId xmlns:a16="http://schemas.microsoft.com/office/drawing/2014/main" id="{432CE2B3-D69C-4DA6-B34F-FC21B576C6DA}"/>
                    </a:ext>
                  </a:extLst>
                </p14:cNvPr>
                <p14:cNvContentPartPr/>
                <p14:nvPr/>
              </p14:nvContentPartPr>
              <p14:xfrm>
                <a:off x="4058080" y="4869047"/>
                <a:ext cx="170640" cy="295920"/>
              </p14:xfrm>
            </p:contentPart>
          </mc:Choice>
          <mc:Fallback xmlns="">
            <p:pic>
              <p:nvPicPr>
                <p:cNvPr id="264" name="Ink 263">
                  <a:extLst>
                    <a:ext uri="{FF2B5EF4-FFF2-40B4-BE49-F238E27FC236}">
                      <a16:creationId xmlns:a16="http://schemas.microsoft.com/office/drawing/2014/main" id="{432CE2B3-D69C-4DA6-B34F-FC21B576C6DA}"/>
                    </a:ext>
                  </a:extLst>
                </p:cNvPr>
                <p:cNvPicPr/>
                <p:nvPr/>
              </p:nvPicPr>
              <p:blipFill>
                <a:blip r:embed="rId135"/>
                <a:stretch>
                  <a:fillRect/>
                </a:stretch>
              </p:blipFill>
              <p:spPr>
                <a:xfrm>
                  <a:off x="4040080" y="4851047"/>
                  <a:ext cx="20628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265" name="Ink 264">
                  <a:extLst>
                    <a:ext uri="{FF2B5EF4-FFF2-40B4-BE49-F238E27FC236}">
                      <a16:creationId xmlns:a16="http://schemas.microsoft.com/office/drawing/2014/main" id="{E887EA66-CF50-418B-9324-2F2E3E1587E4}"/>
                    </a:ext>
                  </a:extLst>
                </p14:cNvPr>
                <p14:cNvContentPartPr/>
                <p14:nvPr/>
              </p14:nvContentPartPr>
              <p14:xfrm>
                <a:off x="3461560" y="5265047"/>
                <a:ext cx="700200" cy="55800"/>
              </p14:xfrm>
            </p:contentPart>
          </mc:Choice>
          <mc:Fallback xmlns="">
            <p:pic>
              <p:nvPicPr>
                <p:cNvPr id="265" name="Ink 264">
                  <a:extLst>
                    <a:ext uri="{FF2B5EF4-FFF2-40B4-BE49-F238E27FC236}">
                      <a16:creationId xmlns:a16="http://schemas.microsoft.com/office/drawing/2014/main" id="{E887EA66-CF50-418B-9324-2F2E3E1587E4}"/>
                    </a:ext>
                  </a:extLst>
                </p:cNvPr>
                <p:cNvPicPr/>
                <p:nvPr/>
              </p:nvPicPr>
              <p:blipFill>
                <a:blip r:embed="rId137"/>
                <a:stretch>
                  <a:fillRect/>
                </a:stretch>
              </p:blipFill>
              <p:spPr>
                <a:xfrm>
                  <a:off x="3443560" y="5247047"/>
                  <a:ext cx="73584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268" name="Ink 267">
                  <a:extLst>
                    <a:ext uri="{FF2B5EF4-FFF2-40B4-BE49-F238E27FC236}">
                      <a16:creationId xmlns:a16="http://schemas.microsoft.com/office/drawing/2014/main" id="{A3280444-F8FA-475C-97D7-4420E1F35A92}"/>
                    </a:ext>
                  </a:extLst>
                </p14:cNvPr>
                <p14:cNvContentPartPr/>
                <p14:nvPr/>
              </p14:nvContentPartPr>
              <p14:xfrm>
                <a:off x="3658840" y="5447927"/>
                <a:ext cx="12960" cy="280080"/>
              </p14:xfrm>
            </p:contentPart>
          </mc:Choice>
          <mc:Fallback xmlns="">
            <p:pic>
              <p:nvPicPr>
                <p:cNvPr id="268" name="Ink 267">
                  <a:extLst>
                    <a:ext uri="{FF2B5EF4-FFF2-40B4-BE49-F238E27FC236}">
                      <a16:creationId xmlns:a16="http://schemas.microsoft.com/office/drawing/2014/main" id="{A3280444-F8FA-475C-97D7-4420E1F35A92}"/>
                    </a:ext>
                  </a:extLst>
                </p:cNvPr>
                <p:cNvPicPr/>
                <p:nvPr/>
              </p:nvPicPr>
              <p:blipFill>
                <a:blip r:embed="rId139"/>
                <a:stretch>
                  <a:fillRect/>
                </a:stretch>
              </p:blipFill>
              <p:spPr>
                <a:xfrm>
                  <a:off x="3641200" y="5430287"/>
                  <a:ext cx="48600" cy="3157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269" name="Ink 268">
                  <a:extLst>
                    <a:ext uri="{FF2B5EF4-FFF2-40B4-BE49-F238E27FC236}">
                      <a16:creationId xmlns:a16="http://schemas.microsoft.com/office/drawing/2014/main" id="{5B3B74F0-CBC5-41F4-9AD0-2D926AA769EA}"/>
                    </a:ext>
                  </a:extLst>
                </p14:cNvPr>
                <p14:cNvContentPartPr/>
                <p14:nvPr/>
              </p14:nvContentPartPr>
              <p14:xfrm>
                <a:off x="3739480" y="5441807"/>
                <a:ext cx="129240" cy="258840"/>
              </p14:xfrm>
            </p:contentPart>
          </mc:Choice>
          <mc:Fallback xmlns="">
            <p:pic>
              <p:nvPicPr>
                <p:cNvPr id="269" name="Ink 268">
                  <a:extLst>
                    <a:ext uri="{FF2B5EF4-FFF2-40B4-BE49-F238E27FC236}">
                      <a16:creationId xmlns:a16="http://schemas.microsoft.com/office/drawing/2014/main" id="{5B3B74F0-CBC5-41F4-9AD0-2D926AA769EA}"/>
                    </a:ext>
                  </a:extLst>
                </p:cNvPr>
                <p:cNvPicPr/>
                <p:nvPr/>
              </p:nvPicPr>
              <p:blipFill>
                <a:blip r:embed="rId141"/>
                <a:stretch>
                  <a:fillRect/>
                </a:stretch>
              </p:blipFill>
              <p:spPr>
                <a:xfrm>
                  <a:off x="3721480" y="5424167"/>
                  <a:ext cx="16488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270" name="Ink 269">
                  <a:extLst>
                    <a:ext uri="{FF2B5EF4-FFF2-40B4-BE49-F238E27FC236}">
                      <a16:creationId xmlns:a16="http://schemas.microsoft.com/office/drawing/2014/main" id="{57B1BFA9-9847-4C29-B13C-56028D62E532}"/>
                    </a:ext>
                  </a:extLst>
                </p14:cNvPr>
                <p14:cNvContentPartPr/>
                <p14:nvPr/>
              </p14:nvContentPartPr>
              <p14:xfrm>
                <a:off x="3901840" y="5474927"/>
                <a:ext cx="133560" cy="227160"/>
              </p14:xfrm>
            </p:contentPart>
          </mc:Choice>
          <mc:Fallback xmlns="">
            <p:pic>
              <p:nvPicPr>
                <p:cNvPr id="270" name="Ink 269">
                  <a:extLst>
                    <a:ext uri="{FF2B5EF4-FFF2-40B4-BE49-F238E27FC236}">
                      <a16:creationId xmlns:a16="http://schemas.microsoft.com/office/drawing/2014/main" id="{57B1BFA9-9847-4C29-B13C-56028D62E532}"/>
                    </a:ext>
                  </a:extLst>
                </p:cNvPr>
                <p:cNvPicPr/>
                <p:nvPr/>
              </p:nvPicPr>
              <p:blipFill>
                <a:blip r:embed="rId143"/>
                <a:stretch>
                  <a:fillRect/>
                </a:stretch>
              </p:blipFill>
              <p:spPr>
                <a:xfrm>
                  <a:off x="3883840" y="5456927"/>
                  <a:ext cx="16920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271" name="Ink 270">
                  <a:extLst>
                    <a:ext uri="{FF2B5EF4-FFF2-40B4-BE49-F238E27FC236}">
                      <a16:creationId xmlns:a16="http://schemas.microsoft.com/office/drawing/2014/main" id="{78716CA4-9C36-466B-9C23-49038A8FCDBC}"/>
                    </a:ext>
                  </a:extLst>
                </p14:cNvPr>
                <p14:cNvContentPartPr/>
                <p14:nvPr/>
              </p14:nvContentPartPr>
              <p14:xfrm>
                <a:off x="4042600" y="5360807"/>
                <a:ext cx="147960" cy="109800"/>
              </p14:xfrm>
            </p:contentPart>
          </mc:Choice>
          <mc:Fallback xmlns="">
            <p:pic>
              <p:nvPicPr>
                <p:cNvPr id="271" name="Ink 270">
                  <a:extLst>
                    <a:ext uri="{FF2B5EF4-FFF2-40B4-BE49-F238E27FC236}">
                      <a16:creationId xmlns:a16="http://schemas.microsoft.com/office/drawing/2014/main" id="{78716CA4-9C36-466B-9C23-49038A8FCDBC}"/>
                    </a:ext>
                  </a:extLst>
                </p:cNvPr>
                <p:cNvPicPr/>
                <p:nvPr/>
              </p:nvPicPr>
              <p:blipFill>
                <a:blip r:embed="rId145"/>
                <a:stretch>
                  <a:fillRect/>
                </a:stretch>
              </p:blipFill>
              <p:spPr>
                <a:xfrm>
                  <a:off x="4024960" y="5342807"/>
                  <a:ext cx="183600" cy="145440"/>
                </a:xfrm>
                <a:prstGeom prst="rect">
                  <a:avLst/>
                </a:prstGeom>
              </p:spPr>
            </p:pic>
          </mc:Fallback>
        </mc:AlternateContent>
      </p:grpSp>
      <p:grpSp>
        <p:nvGrpSpPr>
          <p:cNvPr id="274" name="Group 273">
            <a:extLst>
              <a:ext uri="{FF2B5EF4-FFF2-40B4-BE49-F238E27FC236}">
                <a16:creationId xmlns:a16="http://schemas.microsoft.com/office/drawing/2014/main" id="{BEF95E07-0719-451F-949E-EFE46DA7FD23}"/>
              </a:ext>
            </a:extLst>
          </p:cNvPr>
          <p:cNvGrpSpPr/>
          <p:nvPr/>
        </p:nvGrpSpPr>
        <p:grpSpPr>
          <a:xfrm>
            <a:off x="4455520" y="4819367"/>
            <a:ext cx="349200" cy="399960"/>
            <a:chOff x="4455520" y="4819367"/>
            <a:chExt cx="349200" cy="399960"/>
          </a:xfrm>
        </p:grpSpPr>
        <mc:AlternateContent xmlns:mc="http://schemas.openxmlformats.org/markup-compatibility/2006" xmlns:p14="http://schemas.microsoft.com/office/powerpoint/2010/main">
          <mc:Choice Requires="p14">
            <p:contentPart p14:bwMode="auto" r:id="rId146">
              <p14:nvContentPartPr>
                <p14:cNvPr id="272" name="Ink 271">
                  <a:extLst>
                    <a:ext uri="{FF2B5EF4-FFF2-40B4-BE49-F238E27FC236}">
                      <a16:creationId xmlns:a16="http://schemas.microsoft.com/office/drawing/2014/main" id="{618CA50C-2FB8-4790-AB60-9A8F4702C968}"/>
                    </a:ext>
                  </a:extLst>
                </p14:cNvPr>
                <p14:cNvContentPartPr/>
                <p14:nvPr/>
              </p14:nvContentPartPr>
              <p14:xfrm>
                <a:off x="4455520" y="4988207"/>
                <a:ext cx="189720" cy="231120"/>
              </p14:xfrm>
            </p:contentPart>
          </mc:Choice>
          <mc:Fallback xmlns="">
            <p:pic>
              <p:nvPicPr>
                <p:cNvPr id="272" name="Ink 271">
                  <a:extLst>
                    <a:ext uri="{FF2B5EF4-FFF2-40B4-BE49-F238E27FC236}">
                      <a16:creationId xmlns:a16="http://schemas.microsoft.com/office/drawing/2014/main" id="{618CA50C-2FB8-4790-AB60-9A8F4702C968}"/>
                    </a:ext>
                  </a:extLst>
                </p:cNvPr>
                <p:cNvPicPr/>
                <p:nvPr/>
              </p:nvPicPr>
              <p:blipFill>
                <a:blip r:embed="rId147"/>
                <a:stretch>
                  <a:fillRect/>
                </a:stretch>
              </p:blipFill>
              <p:spPr>
                <a:xfrm>
                  <a:off x="4437520" y="4970567"/>
                  <a:ext cx="22536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273" name="Ink 272">
                  <a:extLst>
                    <a:ext uri="{FF2B5EF4-FFF2-40B4-BE49-F238E27FC236}">
                      <a16:creationId xmlns:a16="http://schemas.microsoft.com/office/drawing/2014/main" id="{2552D766-07C7-417D-8818-9B2102D2B857}"/>
                    </a:ext>
                  </a:extLst>
                </p14:cNvPr>
                <p14:cNvContentPartPr/>
                <p14:nvPr/>
              </p14:nvContentPartPr>
              <p14:xfrm>
                <a:off x="4657120" y="4819367"/>
                <a:ext cx="147600" cy="159120"/>
              </p14:xfrm>
            </p:contentPart>
          </mc:Choice>
          <mc:Fallback xmlns="">
            <p:pic>
              <p:nvPicPr>
                <p:cNvPr id="273" name="Ink 272">
                  <a:extLst>
                    <a:ext uri="{FF2B5EF4-FFF2-40B4-BE49-F238E27FC236}">
                      <a16:creationId xmlns:a16="http://schemas.microsoft.com/office/drawing/2014/main" id="{2552D766-07C7-417D-8818-9B2102D2B857}"/>
                    </a:ext>
                  </a:extLst>
                </p:cNvPr>
                <p:cNvPicPr/>
                <p:nvPr/>
              </p:nvPicPr>
              <p:blipFill>
                <a:blip r:embed="rId149"/>
                <a:stretch>
                  <a:fillRect/>
                </a:stretch>
              </p:blipFill>
              <p:spPr>
                <a:xfrm>
                  <a:off x="4639480" y="4801727"/>
                  <a:ext cx="183240" cy="194760"/>
                </a:xfrm>
                <a:prstGeom prst="rect">
                  <a:avLst/>
                </a:prstGeom>
              </p:spPr>
            </p:pic>
          </mc:Fallback>
        </mc:AlternateContent>
      </p:grpSp>
      <p:grpSp>
        <p:nvGrpSpPr>
          <p:cNvPr id="278" name="Group 277">
            <a:extLst>
              <a:ext uri="{FF2B5EF4-FFF2-40B4-BE49-F238E27FC236}">
                <a16:creationId xmlns:a16="http://schemas.microsoft.com/office/drawing/2014/main" id="{6B5A3C9C-4ED9-406A-AADE-6C8E6B274CE2}"/>
              </a:ext>
            </a:extLst>
          </p:cNvPr>
          <p:cNvGrpSpPr/>
          <p:nvPr/>
        </p:nvGrpSpPr>
        <p:grpSpPr>
          <a:xfrm>
            <a:off x="3023080" y="5958887"/>
            <a:ext cx="291960" cy="184680"/>
            <a:chOff x="3023080" y="5958887"/>
            <a:chExt cx="291960" cy="184680"/>
          </a:xfrm>
        </p:grpSpPr>
        <mc:AlternateContent xmlns:mc="http://schemas.openxmlformats.org/markup-compatibility/2006" xmlns:p14="http://schemas.microsoft.com/office/powerpoint/2010/main">
          <mc:Choice Requires="p14">
            <p:contentPart p14:bwMode="auto" r:id="rId150">
              <p14:nvContentPartPr>
                <p14:cNvPr id="276" name="Ink 275">
                  <a:extLst>
                    <a:ext uri="{FF2B5EF4-FFF2-40B4-BE49-F238E27FC236}">
                      <a16:creationId xmlns:a16="http://schemas.microsoft.com/office/drawing/2014/main" id="{6D2B1ED5-13A5-4D96-AACC-F57E2DB6CEBF}"/>
                    </a:ext>
                  </a:extLst>
                </p14:cNvPr>
                <p14:cNvContentPartPr/>
                <p14:nvPr/>
              </p14:nvContentPartPr>
              <p14:xfrm>
                <a:off x="3033160" y="5958887"/>
                <a:ext cx="251640" cy="78120"/>
              </p14:xfrm>
            </p:contentPart>
          </mc:Choice>
          <mc:Fallback xmlns="">
            <p:pic>
              <p:nvPicPr>
                <p:cNvPr id="276" name="Ink 275">
                  <a:extLst>
                    <a:ext uri="{FF2B5EF4-FFF2-40B4-BE49-F238E27FC236}">
                      <a16:creationId xmlns:a16="http://schemas.microsoft.com/office/drawing/2014/main" id="{6D2B1ED5-13A5-4D96-AACC-F57E2DB6CEBF}"/>
                    </a:ext>
                  </a:extLst>
                </p:cNvPr>
                <p:cNvPicPr/>
                <p:nvPr/>
              </p:nvPicPr>
              <p:blipFill>
                <a:blip r:embed="rId151"/>
                <a:stretch>
                  <a:fillRect/>
                </a:stretch>
              </p:blipFill>
              <p:spPr>
                <a:xfrm>
                  <a:off x="3015160" y="5940887"/>
                  <a:ext cx="28728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277" name="Ink 276">
                  <a:extLst>
                    <a:ext uri="{FF2B5EF4-FFF2-40B4-BE49-F238E27FC236}">
                      <a16:creationId xmlns:a16="http://schemas.microsoft.com/office/drawing/2014/main" id="{106B1896-9583-419D-AA28-7B082CE3370C}"/>
                    </a:ext>
                  </a:extLst>
                </p14:cNvPr>
                <p14:cNvContentPartPr/>
                <p14:nvPr/>
              </p14:nvContentPartPr>
              <p14:xfrm>
                <a:off x="3023080" y="6082007"/>
                <a:ext cx="291960" cy="61560"/>
              </p14:xfrm>
            </p:contentPart>
          </mc:Choice>
          <mc:Fallback xmlns="">
            <p:pic>
              <p:nvPicPr>
                <p:cNvPr id="277" name="Ink 276">
                  <a:extLst>
                    <a:ext uri="{FF2B5EF4-FFF2-40B4-BE49-F238E27FC236}">
                      <a16:creationId xmlns:a16="http://schemas.microsoft.com/office/drawing/2014/main" id="{106B1896-9583-419D-AA28-7B082CE3370C}"/>
                    </a:ext>
                  </a:extLst>
                </p:cNvPr>
                <p:cNvPicPr/>
                <p:nvPr/>
              </p:nvPicPr>
              <p:blipFill>
                <a:blip r:embed="rId153"/>
                <a:stretch>
                  <a:fillRect/>
                </a:stretch>
              </p:blipFill>
              <p:spPr>
                <a:xfrm>
                  <a:off x="3005080" y="6064367"/>
                  <a:ext cx="327600" cy="97200"/>
                </a:xfrm>
                <a:prstGeom prst="rect">
                  <a:avLst/>
                </a:prstGeom>
              </p:spPr>
            </p:pic>
          </mc:Fallback>
        </mc:AlternateContent>
      </p:grpSp>
      <p:grpSp>
        <p:nvGrpSpPr>
          <p:cNvPr id="284" name="Group 283">
            <a:extLst>
              <a:ext uri="{FF2B5EF4-FFF2-40B4-BE49-F238E27FC236}">
                <a16:creationId xmlns:a16="http://schemas.microsoft.com/office/drawing/2014/main" id="{707E3C60-4A50-4347-B892-10E390BF83B0}"/>
              </a:ext>
            </a:extLst>
          </p:cNvPr>
          <p:cNvGrpSpPr/>
          <p:nvPr/>
        </p:nvGrpSpPr>
        <p:grpSpPr>
          <a:xfrm>
            <a:off x="3524560" y="5888687"/>
            <a:ext cx="1151280" cy="459360"/>
            <a:chOff x="3524560" y="5888687"/>
            <a:chExt cx="1151280" cy="459360"/>
          </a:xfrm>
        </p:grpSpPr>
        <mc:AlternateContent xmlns:mc="http://schemas.openxmlformats.org/markup-compatibility/2006" xmlns:p14="http://schemas.microsoft.com/office/powerpoint/2010/main">
          <mc:Choice Requires="p14">
            <p:contentPart p14:bwMode="auto" r:id="rId154">
              <p14:nvContentPartPr>
                <p14:cNvPr id="279" name="Ink 278">
                  <a:extLst>
                    <a:ext uri="{FF2B5EF4-FFF2-40B4-BE49-F238E27FC236}">
                      <a16:creationId xmlns:a16="http://schemas.microsoft.com/office/drawing/2014/main" id="{A24D3FEC-93A9-46C6-BED6-4B7D37DB531A}"/>
                    </a:ext>
                  </a:extLst>
                </p14:cNvPr>
                <p14:cNvContentPartPr/>
                <p14:nvPr/>
              </p14:nvContentPartPr>
              <p14:xfrm>
                <a:off x="3524560" y="5995967"/>
                <a:ext cx="209160" cy="352080"/>
              </p14:xfrm>
            </p:contentPart>
          </mc:Choice>
          <mc:Fallback xmlns="">
            <p:pic>
              <p:nvPicPr>
                <p:cNvPr id="279" name="Ink 278">
                  <a:extLst>
                    <a:ext uri="{FF2B5EF4-FFF2-40B4-BE49-F238E27FC236}">
                      <a16:creationId xmlns:a16="http://schemas.microsoft.com/office/drawing/2014/main" id="{A24D3FEC-93A9-46C6-BED6-4B7D37DB531A}"/>
                    </a:ext>
                  </a:extLst>
                </p:cNvPr>
                <p:cNvPicPr/>
                <p:nvPr/>
              </p:nvPicPr>
              <p:blipFill>
                <a:blip r:embed="rId155"/>
                <a:stretch>
                  <a:fillRect/>
                </a:stretch>
              </p:blipFill>
              <p:spPr>
                <a:xfrm>
                  <a:off x="3506920" y="5978327"/>
                  <a:ext cx="244800" cy="3877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280" name="Ink 279">
                  <a:extLst>
                    <a:ext uri="{FF2B5EF4-FFF2-40B4-BE49-F238E27FC236}">
                      <a16:creationId xmlns:a16="http://schemas.microsoft.com/office/drawing/2014/main" id="{FD315517-DC07-4DFB-B81B-90B06C2FC704}"/>
                    </a:ext>
                  </a:extLst>
                </p14:cNvPr>
                <p14:cNvContentPartPr/>
                <p14:nvPr/>
              </p14:nvContentPartPr>
              <p14:xfrm>
                <a:off x="3829480" y="6130967"/>
                <a:ext cx="20160" cy="39960"/>
              </p14:xfrm>
            </p:contentPart>
          </mc:Choice>
          <mc:Fallback xmlns="">
            <p:pic>
              <p:nvPicPr>
                <p:cNvPr id="280" name="Ink 279">
                  <a:extLst>
                    <a:ext uri="{FF2B5EF4-FFF2-40B4-BE49-F238E27FC236}">
                      <a16:creationId xmlns:a16="http://schemas.microsoft.com/office/drawing/2014/main" id="{FD315517-DC07-4DFB-B81B-90B06C2FC704}"/>
                    </a:ext>
                  </a:extLst>
                </p:cNvPr>
                <p:cNvPicPr/>
                <p:nvPr/>
              </p:nvPicPr>
              <p:blipFill>
                <a:blip r:embed="rId157"/>
                <a:stretch>
                  <a:fillRect/>
                </a:stretch>
              </p:blipFill>
              <p:spPr>
                <a:xfrm>
                  <a:off x="3811840" y="6113327"/>
                  <a:ext cx="5580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281" name="Ink 280">
                  <a:extLst>
                    <a:ext uri="{FF2B5EF4-FFF2-40B4-BE49-F238E27FC236}">
                      <a16:creationId xmlns:a16="http://schemas.microsoft.com/office/drawing/2014/main" id="{C3E390E3-B1B2-4C70-8EFC-C3E7DB3A220C}"/>
                    </a:ext>
                  </a:extLst>
                </p14:cNvPr>
                <p14:cNvContentPartPr/>
                <p14:nvPr/>
              </p14:nvContentPartPr>
              <p14:xfrm>
                <a:off x="3895720" y="5941607"/>
                <a:ext cx="240480" cy="404280"/>
              </p14:xfrm>
            </p:contentPart>
          </mc:Choice>
          <mc:Fallback xmlns="">
            <p:pic>
              <p:nvPicPr>
                <p:cNvPr id="281" name="Ink 280">
                  <a:extLst>
                    <a:ext uri="{FF2B5EF4-FFF2-40B4-BE49-F238E27FC236}">
                      <a16:creationId xmlns:a16="http://schemas.microsoft.com/office/drawing/2014/main" id="{C3E390E3-B1B2-4C70-8EFC-C3E7DB3A220C}"/>
                    </a:ext>
                  </a:extLst>
                </p:cNvPr>
                <p:cNvPicPr/>
                <p:nvPr/>
              </p:nvPicPr>
              <p:blipFill>
                <a:blip r:embed="rId159"/>
                <a:stretch>
                  <a:fillRect/>
                </a:stretch>
              </p:blipFill>
              <p:spPr>
                <a:xfrm>
                  <a:off x="3877720" y="5923967"/>
                  <a:ext cx="276120" cy="4399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282" name="Ink 281">
                  <a:extLst>
                    <a:ext uri="{FF2B5EF4-FFF2-40B4-BE49-F238E27FC236}">
                      <a16:creationId xmlns:a16="http://schemas.microsoft.com/office/drawing/2014/main" id="{468BFD49-5A2F-43FE-BA1D-33AFFC3C51F5}"/>
                    </a:ext>
                  </a:extLst>
                </p14:cNvPr>
                <p14:cNvContentPartPr/>
                <p14:nvPr/>
              </p14:nvContentPartPr>
              <p14:xfrm>
                <a:off x="4214680" y="6099647"/>
                <a:ext cx="209520" cy="196560"/>
              </p14:xfrm>
            </p:contentPart>
          </mc:Choice>
          <mc:Fallback xmlns="">
            <p:pic>
              <p:nvPicPr>
                <p:cNvPr id="282" name="Ink 281">
                  <a:extLst>
                    <a:ext uri="{FF2B5EF4-FFF2-40B4-BE49-F238E27FC236}">
                      <a16:creationId xmlns:a16="http://schemas.microsoft.com/office/drawing/2014/main" id="{468BFD49-5A2F-43FE-BA1D-33AFFC3C51F5}"/>
                    </a:ext>
                  </a:extLst>
                </p:cNvPr>
                <p:cNvPicPr/>
                <p:nvPr/>
              </p:nvPicPr>
              <p:blipFill>
                <a:blip r:embed="rId161"/>
                <a:stretch>
                  <a:fillRect/>
                </a:stretch>
              </p:blipFill>
              <p:spPr>
                <a:xfrm>
                  <a:off x="4197040" y="6082007"/>
                  <a:ext cx="24516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283" name="Ink 282">
                  <a:extLst>
                    <a:ext uri="{FF2B5EF4-FFF2-40B4-BE49-F238E27FC236}">
                      <a16:creationId xmlns:a16="http://schemas.microsoft.com/office/drawing/2014/main" id="{22602B2E-A5B5-49AB-A18E-540A46C2B46F}"/>
                    </a:ext>
                  </a:extLst>
                </p14:cNvPr>
                <p14:cNvContentPartPr/>
                <p14:nvPr/>
              </p14:nvContentPartPr>
              <p14:xfrm>
                <a:off x="4449400" y="5888687"/>
                <a:ext cx="226440" cy="143640"/>
              </p14:xfrm>
            </p:contentPart>
          </mc:Choice>
          <mc:Fallback xmlns="">
            <p:pic>
              <p:nvPicPr>
                <p:cNvPr id="283" name="Ink 282">
                  <a:extLst>
                    <a:ext uri="{FF2B5EF4-FFF2-40B4-BE49-F238E27FC236}">
                      <a16:creationId xmlns:a16="http://schemas.microsoft.com/office/drawing/2014/main" id="{22602B2E-A5B5-49AB-A18E-540A46C2B46F}"/>
                    </a:ext>
                  </a:extLst>
                </p:cNvPr>
                <p:cNvPicPr/>
                <p:nvPr/>
              </p:nvPicPr>
              <p:blipFill>
                <a:blip r:embed="rId163"/>
                <a:stretch>
                  <a:fillRect/>
                </a:stretch>
              </p:blipFill>
              <p:spPr>
                <a:xfrm>
                  <a:off x="4431400" y="5870687"/>
                  <a:ext cx="262080" cy="179280"/>
                </a:xfrm>
                <a:prstGeom prst="rect">
                  <a:avLst/>
                </a:prstGeom>
              </p:spPr>
            </p:pic>
          </mc:Fallback>
        </mc:AlternateContent>
      </p:grpSp>
      <p:grpSp>
        <p:nvGrpSpPr>
          <p:cNvPr id="313" name="Group 312">
            <a:extLst>
              <a:ext uri="{FF2B5EF4-FFF2-40B4-BE49-F238E27FC236}">
                <a16:creationId xmlns:a16="http://schemas.microsoft.com/office/drawing/2014/main" id="{42337254-076D-4181-8F0A-EEB5A5B5845E}"/>
              </a:ext>
            </a:extLst>
          </p:cNvPr>
          <p:cNvGrpSpPr/>
          <p:nvPr/>
        </p:nvGrpSpPr>
        <p:grpSpPr>
          <a:xfrm>
            <a:off x="9766600" y="1964710"/>
            <a:ext cx="833400" cy="396360"/>
            <a:chOff x="9766600" y="1964710"/>
            <a:chExt cx="833400" cy="396360"/>
          </a:xfrm>
        </p:grpSpPr>
        <mc:AlternateContent xmlns:mc="http://schemas.openxmlformats.org/markup-compatibility/2006" xmlns:p14="http://schemas.microsoft.com/office/powerpoint/2010/main">
          <mc:Choice Requires="p14">
            <p:contentPart p14:bwMode="auto" r:id="rId164">
              <p14:nvContentPartPr>
                <p14:cNvPr id="308" name="Ink 307">
                  <a:extLst>
                    <a:ext uri="{FF2B5EF4-FFF2-40B4-BE49-F238E27FC236}">
                      <a16:creationId xmlns:a16="http://schemas.microsoft.com/office/drawing/2014/main" id="{7BCA84B2-795B-4E67-BEF5-3D2739EFD270}"/>
                    </a:ext>
                  </a:extLst>
                </p14:cNvPr>
                <p14:cNvContentPartPr/>
                <p14:nvPr/>
              </p14:nvContentPartPr>
              <p14:xfrm>
                <a:off x="9813760" y="1964710"/>
                <a:ext cx="71640" cy="388440"/>
              </p14:xfrm>
            </p:contentPart>
          </mc:Choice>
          <mc:Fallback xmlns="">
            <p:pic>
              <p:nvPicPr>
                <p:cNvPr id="308" name="Ink 307">
                  <a:extLst>
                    <a:ext uri="{FF2B5EF4-FFF2-40B4-BE49-F238E27FC236}">
                      <a16:creationId xmlns:a16="http://schemas.microsoft.com/office/drawing/2014/main" id="{7BCA84B2-795B-4E67-BEF5-3D2739EFD270}"/>
                    </a:ext>
                  </a:extLst>
                </p:cNvPr>
                <p:cNvPicPr/>
                <p:nvPr/>
              </p:nvPicPr>
              <p:blipFill>
                <a:blip r:embed="rId165"/>
                <a:stretch>
                  <a:fillRect/>
                </a:stretch>
              </p:blipFill>
              <p:spPr>
                <a:xfrm>
                  <a:off x="9795760" y="1947070"/>
                  <a:ext cx="107280" cy="4240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309" name="Ink 308">
                  <a:extLst>
                    <a:ext uri="{FF2B5EF4-FFF2-40B4-BE49-F238E27FC236}">
                      <a16:creationId xmlns:a16="http://schemas.microsoft.com/office/drawing/2014/main" id="{03CB9D3D-F356-4065-964C-161DB599837F}"/>
                    </a:ext>
                  </a:extLst>
                </p14:cNvPr>
                <p14:cNvContentPartPr/>
                <p14:nvPr/>
              </p14:nvContentPartPr>
              <p14:xfrm>
                <a:off x="9766600" y="2089270"/>
                <a:ext cx="407880" cy="271800"/>
              </p14:xfrm>
            </p:contentPart>
          </mc:Choice>
          <mc:Fallback xmlns="">
            <p:pic>
              <p:nvPicPr>
                <p:cNvPr id="309" name="Ink 308">
                  <a:extLst>
                    <a:ext uri="{FF2B5EF4-FFF2-40B4-BE49-F238E27FC236}">
                      <a16:creationId xmlns:a16="http://schemas.microsoft.com/office/drawing/2014/main" id="{03CB9D3D-F356-4065-964C-161DB599837F}"/>
                    </a:ext>
                  </a:extLst>
                </p:cNvPr>
                <p:cNvPicPr/>
                <p:nvPr/>
              </p:nvPicPr>
              <p:blipFill>
                <a:blip r:embed="rId167"/>
                <a:stretch>
                  <a:fillRect/>
                </a:stretch>
              </p:blipFill>
              <p:spPr>
                <a:xfrm>
                  <a:off x="9748960" y="2071630"/>
                  <a:ext cx="44352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310" name="Ink 309">
                  <a:extLst>
                    <a:ext uri="{FF2B5EF4-FFF2-40B4-BE49-F238E27FC236}">
                      <a16:creationId xmlns:a16="http://schemas.microsoft.com/office/drawing/2014/main" id="{CEFD72F6-5932-48A5-AFDB-B8BD0DED1BE8}"/>
                    </a:ext>
                  </a:extLst>
                </p14:cNvPr>
                <p14:cNvContentPartPr/>
                <p14:nvPr/>
              </p14:nvContentPartPr>
              <p14:xfrm>
                <a:off x="10248640" y="2124550"/>
                <a:ext cx="34560" cy="231480"/>
              </p14:xfrm>
            </p:contentPart>
          </mc:Choice>
          <mc:Fallback xmlns="">
            <p:pic>
              <p:nvPicPr>
                <p:cNvPr id="310" name="Ink 309">
                  <a:extLst>
                    <a:ext uri="{FF2B5EF4-FFF2-40B4-BE49-F238E27FC236}">
                      <a16:creationId xmlns:a16="http://schemas.microsoft.com/office/drawing/2014/main" id="{CEFD72F6-5932-48A5-AFDB-B8BD0DED1BE8}"/>
                    </a:ext>
                  </a:extLst>
                </p:cNvPr>
                <p:cNvPicPr/>
                <p:nvPr/>
              </p:nvPicPr>
              <p:blipFill>
                <a:blip r:embed="rId169"/>
                <a:stretch>
                  <a:fillRect/>
                </a:stretch>
              </p:blipFill>
              <p:spPr>
                <a:xfrm>
                  <a:off x="10231000" y="2106550"/>
                  <a:ext cx="7020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311" name="Ink 310">
                  <a:extLst>
                    <a:ext uri="{FF2B5EF4-FFF2-40B4-BE49-F238E27FC236}">
                      <a16:creationId xmlns:a16="http://schemas.microsoft.com/office/drawing/2014/main" id="{1CD4C995-9037-4B7C-95D8-7F6BA3C926F1}"/>
                    </a:ext>
                  </a:extLst>
                </p14:cNvPr>
                <p14:cNvContentPartPr/>
                <p14:nvPr/>
              </p14:nvContentPartPr>
              <p14:xfrm>
                <a:off x="10346200" y="2104750"/>
                <a:ext cx="119880" cy="210600"/>
              </p14:xfrm>
            </p:contentPart>
          </mc:Choice>
          <mc:Fallback xmlns="">
            <p:pic>
              <p:nvPicPr>
                <p:cNvPr id="311" name="Ink 310">
                  <a:extLst>
                    <a:ext uri="{FF2B5EF4-FFF2-40B4-BE49-F238E27FC236}">
                      <a16:creationId xmlns:a16="http://schemas.microsoft.com/office/drawing/2014/main" id="{1CD4C995-9037-4B7C-95D8-7F6BA3C926F1}"/>
                    </a:ext>
                  </a:extLst>
                </p:cNvPr>
                <p:cNvPicPr/>
                <p:nvPr/>
              </p:nvPicPr>
              <p:blipFill>
                <a:blip r:embed="rId171"/>
                <a:stretch>
                  <a:fillRect/>
                </a:stretch>
              </p:blipFill>
              <p:spPr>
                <a:xfrm>
                  <a:off x="10328200" y="2086750"/>
                  <a:ext cx="15552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312" name="Ink 311">
                  <a:extLst>
                    <a:ext uri="{FF2B5EF4-FFF2-40B4-BE49-F238E27FC236}">
                      <a16:creationId xmlns:a16="http://schemas.microsoft.com/office/drawing/2014/main" id="{5CAF8316-A9F5-4541-87D8-834F3FA13800}"/>
                    </a:ext>
                  </a:extLst>
                </p14:cNvPr>
                <p14:cNvContentPartPr/>
                <p14:nvPr/>
              </p14:nvContentPartPr>
              <p14:xfrm>
                <a:off x="10486600" y="2097190"/>
                <a:ext cx="113400" cy="234360"/>
              </p14:xfrm>
            </p:contentPart>
          </mc:Choice>
          <mc:Fallback xmlns="">
            <p:pic>
              <p:nvPicPr>
                <p:cNvPr id="312" name="Ink 311">
                  <a:extLst>
                    <a:ext uri="{FF2B5EF4-FFF2-40B4-BE49-F238E27FC236}">
                      <a16:creationId xmlns:a16="http://schemas.microsoft.com/office/drawing/2014/main" id="{5CAF8316-A9F5-4541-87D8-834F3FA13800}"/>
                    </a:ext>
                  </a:extLst>
                </p:cNvPr>
                <p:cNvPicPr/>
                <p:nvPr/>
              </p:nvPicPr>
              <p:blipFill>
                <a:blip r:embed="rId173"/>
                <a:stretch>
                  <a:fillRect/>
                </a:stretch>
              </p:blipFill>
              <p:spPr>
                <a:xfrm>
                  <a:off x="10468960" y="2079550"/>
                  <a:ext cx="149040" cy="270000"/>
                </a:xfrm>
                <a:prstGeom prst="rect">
                  <a:avLst/>
                </a:prstGeom>
              </p:spPr>
            </p:pic>
          </mc:Fallback>
        </mc:AlternateContent>
      </p:grpSp>
      <p:grpSp>
        <p:nvGrpSpPr>
          <p:cNvPr id="328" name="Group 327">
            <a:extLst>
              <a:ext uri="{FF2B5EF4-FFF2-40B4-BE49-F238E27FC236}">
                <a16:creationId xmlns:a16="http://schemas.microsoft.com/office/drawing/2014/main" id="{93D1E683-E08F-4152-9DAE-3272EE324D14}"/>
              </a:ext>
            </a:extLst>
          </p:cNvPr>
          <p:cNvGrpSpPr/>
          <p:nvPr/>
        </p:nvGrpSpPr>
        <p:grpSpPr>
          <a:xfrm>
            <a:off x="5910280" y="1917190"/>
            <a:ext cx="3615480" cy="979920"/>
            <a:chOff x="5910280" y="1917190"/>
            <a:chExt cx="3615480" cy="979920"/>
          </a:xfrm>
        </p:grpSpPr>
        <mc:AlternateContent xmlns:mc="http://schemas.openxmlformats.org/markup-compatibility/2006" xmlns:p14="http://schemas.microsoft.com/office/powerpoint/2010/main">
          <mc:Choice Requires="p14">
            <p:contentPart p14:bwMode="auto" r:id="rId174">
              <p14:nvContentPartPr>
                <p14:cNvPr id="298" name="Ink 297">
                  <a:extLst>
                    <a:ext uri="{FF2B5EF4-FFF2-40B4-BE49-F238E27FC236}">
                      <a16:creationId xmlns:a16="http://schemas.microsoft.com/office/drawing/2014/main" id="{B5D73A75-EC8C-4FEF-BF01-FCBC31A8E33F}"/>
                    </a:ext>
                  </a:extLst>
                </p14:cNvPr>
                <p14:cNvContentPartPr/>
                <p14:nvPr/>
              </p14:nvContentPartPr>
              <p14:xfrm>
                <a:off x="8201320" y="1985590"/>
                <a:ext cx="13320" cy="414720"/>
              </p14:xfrm>
            </p:contentPart>
          </mc:Choice>
          <mc:Fallback xmlns="">
            <p:pic>
              <p:nvPicPr>
                <p:cNvPr id="298" name="Ink 297">
                  <a:extLst>
                    <a:ext uri="{FF2B5EF4-FFF2-40B4-BE49-F238E27FC236}">
                      <a16:creationId xmlns:a16="http://schemas.microsoft.com/office/drawing/2014/main" id="{B5D73A75-EC8C-4FEF-BF01-FCBC31A8E33F}"/>
                    </a:ext>
                  </a:extLst>
                </p:cNvPr>
                <p:cNvPicPr/>
                <p:nvPr/>
              </p:nvPicPr>
              <p:blipFill>
                <a:blip r:embed="rId175"/>
                <a:stretch>
                  <a:fillRect/>
                </a:stretch>
              </p:blipFill>
              <p:spPr>
                <a:xfrm>
                  <a:off x="8183680" y="1967950"/>
                  <a:ext cx="48960" cy="4503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299" name="Ink 298">
                  <a:extLst>
                    <a:ext uri="{FF2B5EF4-FFF2-40B4-BE49-F238E27FC236}">
                      <a16:creationId xmlns:a16="http://schemas.microsoft.com/office/drawing/2014/main" id="{63BF2AC4-1714-4170-BF5D-E50ECF100306}"/>
                    </a:ext>
                  </a:extLst>
                </p14:cNvPr>
                <p14:cNvContentPartPr/>
                <p14:nvPr/>
              </p14:nvContentPartPr>
              <p14:xfrm>
                <a:off x="8179000" y="2200510"/>
                <a:ext cx="238320" cy="141480"/>
              </p14:xfrm>
            </p:contentPart>
          </mc:Choice>
          <mc:Fallback xmlns="">
            <p:pic>
              <p:nvPicPr>
                <p:cNvPr id="299" name="Ink 298">
                  <a:extLst>
                    <a:ext uri="{FF2B5EF4-FFF2-40B4-BE49-F238E27FC236}">
                      <a16:creationId xmlns:a16="http://schemas.microsoft.com/office/drawing/2014/main" id="{63BF2AC4-1714-4170-BF5D-E50ECF100306}"/>
                    </a:ext>
                  </a:extLst>
                </p:cNvPr>
                <p:cNvPicPr/>
                <p:nvPr/>
              </p:nvPicPr>
              <p:blipFill>
                <a:blip r:embed="rId177"/>
                <a:stretch>
                  <a:fillRect/>
                </a:stretch>
              </p:blipFill>
              <p:spPr>
                <a:xfrm>
                  <a:off x="8161000" y="2182510"/>
                  <a:ext cx="27396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300" name="Ink 299">
                  <a:extLst>
                    <a:ext uri="{FF2B5EF4-FFF2-40B4-BE49-F238E27FC236}">
                      <a16:creationId xmlns:a16="http://schemas.microsoft.com/office/drawing/2014/main" id="{15C97A8E-4173-4745-9BC2-DEFAF8816ED6}"/>
                    </a:ext>
                  </a:extLst>
                </p14:cNvPr>
                <p14:cNvContentPartPr/>
                <p14:nvPr/>
              </p14:nvContentPartPr>
              <p14:xfrm>
                <a:off x="8571040" y="2119870"/>
                <a:ext cx="230040" cy="267480"/>
              </p14:xfrm>
            </p:contentPart>
          </mc:Choice>
          <mc:Fallback xmlns="">
            <p:pic>
              <p:nvPicPr>
                <p:cNvPr id="300" name="Ink 299">
                  <a:extLst>
                    <a:ext uri="{FF2B5EF4-FFF2-40B4-BE49-F238E27FC236}">
                      <a16:creationId xmlns:a16="http://schemas.microsoft.com/office/drawing/2014/main" id="{15C97A8E-4173-4745-9BC2-DEFAF8816ED6}"/>
                    </a:ext>
                  </a:extLst>
                </p:cNvPr>
                <p:cNvPicPr/>
                <p:nvPr/>
              </p:nvPicPr>
              <p:blipFill>
                <a:blip r:embed="rId179"/>
                <a:stretch>
                  <a:fillRect/>
                </a:stretch>
              </p:blipFill>
              <p:spPr>
                <a:xfrm>
                  <a:off x="8553040" y="2102230"/>
                  <a:ext cx="26568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301" name="Ink 300">
                  <a:extLst>
                    <a:ext uri="{FF2B5EF4-FFF2-40B4-BE49-F238E27FC236}">
                      <a16:creationId xmlns:a16="http://schemas.microsoft.com/office/drawing/2014/main" id="{9CA2D951-29C6-417E-8D47-DDC6E8C7D9EB}"/>
                    </a:ext>
                  </a:extLst>
                </p14:cNvPr>
                <p14:cNvContentPartPr/>
                <p14:nvPr/>
              </p14:nvContentPartPr>
              <p14:xfrm>
                <a:off x="8800720" y="2123470"/>
                <a:ext cx="162360" cy="226440"/>
              </p14:xfrm>
            </p:contentPart>
          </mc:Choice>
          <mc:Fallback xmlns="">
            <p:pic>
              <p:nvPicPr>
                <p:cNvPr id="301" name="Ink 300">
                  <a:extLst>
                    <a:ext uri="{FF2B5EF4-FFF2-40B4-BE49-F238E27FC236}">
                      <a16:creationId xmlns:a16="http://schemas.microsoft.com/office/drawing/2014/main" id="{9CA2D951-29C6-417E-8D47-DDC6E8C7D9EB}"/>
                    </a:ext>
                  </a:extLst>
                </p:cNvPr>
                <p:cNvPicPr/>
                <p:nvPr/>
              </p:nvPicPr>
              <p:blipFill>
                <a:blip r:embed="rId181"/>
                <a:stretch>
                  <a:fillRect/>
                </a:stretch>
              </p:blipFill>
              <p:spPr>
                <a:xfrm>
                  <a:off x="8782720" y="2105470"/>
                  <a:ext cx="19800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302" name="Ink 301">
                  <a:extLst>
                    <a:ext uri="{FF2B5EF4-FFF2-40B4-BE49-F238E27FC236}">
                      <a16:creationId xmlns:a16="http://schemas.microsoft.com/office/drawing/2014/main" id="{A1BA2FAB-A584-4087-BB5E-2ACDDA7CDFA8}"/>
                    </a:ext>
                  </a:extLst>
                </p14:cNvPr>
                <p14:cNvContentPartPr/>
                <p14:nvPr/>
              </p14:nvContentPartPr>
              <p14:xfrm>
                <a:off x="8983960" y="2086750"/>
                <a:ext cx="99360" cy="257760"/>
              </p14:xfrm>
            </p:contentPart>
          </mc:Choice>
          <mc:Fallback xmlns="">
            <p:pic>
              <p:nvPicPr>
                <p:cNvPr id="302" name="Ink 301">
                  <a:extLst>
                    <a:ext uri="{FF2B5EF4-FFF2-40B4-BE49-F238E27FC236}">
                      <a16:creationId xmlns:a16="http://schemas.microsoft.com/office/drawing/2014/main" id="{A1BA2FAB-A584-4087-BB5E-2ACDDA7CDFA8}"/>
                    </a:ext>
                  </a:extLst>
                </p:cNvPr>
                <p:cNvPicPr/>
                <p:nvPr/>
              </p:nvPicPr>
              <p:blipFill>
                <a:blip r:embed="rId183"/>
                <a:stretch>
                  <a:fillRect/>
                </a:stretch>
              </p:blipFill>
              <p:spPr>
                <a:xfrm>
                  <a:off x="8966320" y="2068750"/>
                  <a:ext cx="13500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303" name="Ink 302">
                  <a:extLst>
                    <a:ext uri="{FF2B5EF4-FFF2-40B4-BE49-F238E27FC236}">
                      <a16:creationId xmlns:a16="http://schemas.microsoft.com/office/drawing/2014/main" id="{3A1F8E12-1553-40A9-914E-5D31FAB1FC10}"/>
                    </a:ext>
                  </a:extLst>
                </p14:cNvPr>
                <p14:cNvContentPartPr/>
                <p14:nvPr/>
              </p14:nvContentPartPr>
              <p14:xfrm>
                <a:off x="9112480" y="2103310"/>
                <a:ext cx="182520" cy="237240"/>
              </p14:xfrm>
            </p:contentPart>
          </mc:Choice>
          <mc:Fallback xmlns="">
            <p:pic>
              <p:nvPicPr>
                <p:cNvPr id="303" name="Ink 302">
                  <a:extLst>
                    <a:ext uri="{FF2B5EF4-FFF2-40B4-BE49-F238E27FC236}">
                      <a16:creationId xmlns:a16="http://schemas.microsoft.com/office/drawing/2014/main" id="{3A1F8E12-1553-40A9-914E-5D31FAB1FC10}"/>
                    </a:ext>
                  </a:extLst>
                </p:cNvPr>
                <p:cNvPicPr/>
                <p:nvPr/>
              </p:nvPicPr>
              <p:blipFill>
                <a:blip r:embed="rId185"/>
                <a:stretch>
                  <a:fillRect/>
                </a:stretch>
              </p:blipFill>
              <p:spPr>
                <a:xfrm>
                  <a:off x="9094480" y="2085670"/>
                  <a:ext cx="21816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304" name="Ink 303">
                  <a:extLst>
                    <a:ext uri="{FF2B5EF4-FFF2-40B4-BE49-F238E27FC236}">
                      <a16:creationId xmlns:a16="http://schemas.microsoft.com/office/drawing/2014/main" id="{808E5C86-C00A-41F0-A6C8-D2176A55179D}"/>
                    </a:ext>
                  </a:extLst>
                </p14:cNvPr>
                <p14:cNvContentPartPr/>
                <p14:nvPr/>
              </p14:nvContentPartPr>
              <p14:xfrm>
                <a:off x="9415600" y="2001070"/>
                <a:ext cx="24120" cy="353160"/>
              </p14:xfrm>
            </p:contentPart>
          </mc:Choice>
          <mc:Fallback xmlns="">
            <p:pic>
              <p:nvPicPr>
                <p:cNvPr id="304" name="Ink 303">
                  <a:extLst>
                    <a:ext uri="{FF2B5EF4-FFF2-40B4-BE49-F238E27FC236}">
                      <a16:creationId xmlns:a16="http://schemas.microsoft.com/office/drawing/2014/main" id="{808E5C86-C00A-41F0-A6C8-D2176A55179D}"/>
                    </a:ext>
                  </a:extLst>
                </p:cNvPr>
                <p:cNvPicPr/>
                <p:nvPr/>
              </p:nvPicPr>
              <p:blipFill>
                <a:blip r:embed="rId187"/>
                <a:stretch>
                  <a:fillRect/>
                </a:stretch>
              </p:blipFill>
              <p:spPr>
                <a:xfrm>
                  <a:off x="9397960" y="1983430"/>
                  <a:ext cx="59760" cy="3888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305" name="Ink 304">
                  <a:extLst>
                    <a:ext uri="{FF2B5EF4-FFF2-40B4-BE49-F238E27FC236}">
                      <a16:creationId xmlns:a16="http://schemas.microsoft.com/office/drawing/2014/main" id="{1C9A02E0-A36C-4FE5-8F3E-12C9B0B0C61B}"/>
                    </a:ext>
                  </a:extLst>
                </p14:cNvPr>
                <p14:cNvContentPartPr/>
                <p14:nvPr/>
              </p14:nvContentPartPr>
              <p14:xfrm>
                <a:off x="9318400" y="2109430"/>
                <a:ext cx="207360" cy="63720"/>
              </p14:xfrm>
            </p:contentPart>
          </mc:Choice>
          <mc:Fallback xmlns="">
            <p:pic>
              <p:nvPicPr>
                <p:cNvPr id="305" name="Ink 304">
                  <a:extLst>
                    <a:ext uri="{FF2B5EF4-FFF2-40B4-BE49-F238E27FC236}">
                      <a16:creationId xmlns:a16="http://schemas.microsoft.com/office/drawing/2014/main" id="{1C9A02E0-A36C-4FE5-8F3E-12C9B0B0C61B}"/>
                    </a:ext>
                  </a:extLst>
                </p:cNvPr>
                <p:cNvPicPr/>
                <p:nvPr/>
              </p:nvPicPr>
              <p:blipFill>
                <a:blip r:embed="rId189"/>
                <a:stretch>
                  <a:fillRect/>
                </a:stretch>
              </p:blipFill>
              <p:spPr>
                <a:xfrm>
                  <a:off x="9300400" y="2091430"/>
                  <a:ext cx="24300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285" name="Ink 284">
                  <a:extLst>
                    <a:ext uri="{FF2B5EF4-FFF2-40B4-BE49-F238E27FC236}">
                      <a16:creationId xmlns:a16="http://schemas.microsoft.com/office/drawing/2014/main" id="{8589C978-196A-43D1-85C0-1E671210A659}"/>
                    </a:ext>
                  </a:extLst>
                </p14:cNvPr>
                <p14:cNvContentPartPr/>
                <p14:nvPr/>
              </p14:nvContentPartPr>
              <p14:xfrm>
                <a:off x="6056440" y="2022310"/>
                <a:ext cx="36360" cy="387360"/>
              </p14:xfrm>
            </p:contentPart>
          </mc:Choice>
          <mc:Fallback xmlns="">
            <p:pic>
              <p:nvPicPr>
                <p:cNvPr id="285" name="Ink 284">
                  <a:extLst>
                    <a:ext uri="{FF2B5EF4-FFF2-40B4-BE49-F238E27FC236}">
                      <a16:creationId xmlns:a16="http://schemas.microsoft.com/office/drawing/2014/main" id="{8589C978-196A-43D1-85C0-1E671210A659}"/>
                    </a:ext>
                  </a:extLst>
                </p:cNvPr>
                <p:cNvPicPr/>
                <p:nvPr/>
              </p:nvPicPr>
              <p:blipFill>
                <a:blip r:embed="rId191"/>
                <a:stretch>
                  <a:fillRect/>
                </a:stretch>
              </p:blipFill>
              <p:spPr>
                <a:xfrm>
                  <a:off x="6038800" y="2004310"/>
                  <a:ext cx="72000" cy="4230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286" name="Ink 285">
                  <a:extLst>
                    <a:ext uri="{FF2B5EF4-FFF2-40B4-BE49-F238E27FC236}">
                      <a16:creationId xmlns:a16="http://schemas.microsoft.com/office/drawing/2014/main" id="{939D4562-4706-45D2-A41A-9D90A90FB702}"/>
                    </a:ext>
                  </a:extLst>
                </p14:cNvPr>
                <p14:cNvContentPartPr/>
                <p14:nvPr/>
              </p14:nvContentPartPr>
              <p14:xfrm>
                <a:off x="5910280" y="1917190"/>
                <a:ext cx="566640" cy="457200"/>
              </p14:xfrm>
            </p:contentPart>
          </mc:Choice>
          <mc:Fallback xmlns="">
            <p:pic>
              <p:nvPicPr>
                <p:cNvPr id="286" name="Ink 285">
                  <a:extLst>
                    <a:ext uri="{FF2B5EF4-FFF2-40B4-BE49-F238E27FC236}">
                      <a16:creationId xmlns:a16="http://schemas.microsoft.com/office/drawing/2014/main" id="{939D4562-4706-45D2-A41A-9D90A90FB702}"/>
                    </a:ext>
                  </a:extLst>
                </p:cNvPr>
                <p:cNvPicPr/>
                <p:nvPr/>
              </p:nvPicPr>
              <p:blipFill>
                <a:blip r:embed="rId193"/>
                <a:stretch>
                  <a:fillRect/>
                </a:stretch>
              </p:blipFill>
              <p:spPr>
                <a:xfrm>
                  <a:off x="5892280" y="1899190"/>
                  <a:ext cx="602280" cy="49284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287" name="Ink 286">
                  <a:extLst>
                    <a:ext uri="{FF2B5EF4-FFF2-40B4-BE49-F238E27FC236}">
                      <a16:creationId xmlns:a16="http://schemas.microsoft.com/office/drawing/2014/main" id="{81F40B5C-282C-4586-9625-F2AA8EB910FF}"/>
                    </a:ext>
                  </a:extLst>
                </p14:cNvPr>
                <p14:cNvContentPartPr/>
                <p14:nvPr/>
              </p14:nvContentPartPr>
              <p14:xfrm>
                <a:off x="6503560" y="2103310"/>
                <a:ext cx="154800" cy="263880"/>
              </p14:xfrm>
            </p:contentPart>
          </mc:Choice>
          <mc:Fallback xmlns="">
            <p:pic>
              <p:nvPicPr>
                <p:cNvPr id="287" name="Ink 286">
                  <a:extLst>
                    <a:ext uri="{FF2B5EF4-FFF2-40B4-BE49-F238E27FC236}">
                      <a16:creationId xmlns:a16="http://schemas.microsoft.com/office/drawing/2014/main" id="{81F40B5C-282C-4586-9625-F2AA8EB910FF}"/>
                    </a:ext>
                  </a:extLst>
                </p:cNvPr>
                <p:cNvPicPr/>
                <p:nvPr/>
              </p:nvPicPr>
              <p:blipFill>
                <a:blip r:embed="rId195"/>
                <a:stretch>
                  <a:fillRect/>
                </a:stretch>
              </p:blipFill>
              <p:spPr>
                <a:xfrm>
                  <a:off x="6485560" y="2085310"/>
                  <a:ext cx="19044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288" name="Ink 287">
                  <a:extLst>
                    <a:ext uri="{FF2B5EF4-FFF2-40B4-BE49-F238E27FC236}">
                      <a16:creationId xmlns:a16="http://schemas.microsoft.com/office/drawing/2014/main" id="{362EEC19-ECA3-4895-9811-98629C3897ED}"/>
                    </a:ext>
                  </a:extLst>
                </p14:cNvPr>
                <p14:cNvContentPartPr/>
                <p14:nvPr/>
              </p14:nvContentPartPr>
              <p14:xfrm>
                <a:off x="6689320" y="1970110"/>
                <a:ext cx="151200" cy="366480"/>
              </p14:xfrm>
            </p:contentPart>
          </mc:Choice>
          <mc:Fallback xmlns="">
            <p:pic>
              <p:nvPicPr>
                <p:cNvPr id="288" name="Ink 287">
                  <a:extLst>
                    <a:ext uri="{FF2B5EF4-FFF2-40B4-BE49-F238E27FC236}">
                      <a16:creationId xmlns:a16="http://schemas.microsoft.com/office/drawing/2014/main" id="{362EEC19-ECA3-4895-9811-98629C3897ED}"/>
                    </a:ext>
                  </a:extLst>
                </p:cNvPr>
                <p:cNvPicPr/>
                <p:nvPr/>
              </p:nvPicPr>
              <p:blipFill>
                <a:blip r:embed="rId197"/>
                <a:stretch>
                  <a:fillRect/>
                </a:stretch>
              </p:blipFill>
              <p:spPr>
                <a:xfrm>
                  <a:off x="6671680" y="1952110"/>
                  <a:ext cx="186840" cy="4021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289" name="Ink 288">
                  <a:extLst>
                    <a:ext uri="{FF2B5EF4-FFF2-40B4-BE49-F238E27FC236}">
                      <a16:creationId xmlns:a16="http://schemas.microsoft.com/office/drawing/2014/main" id="{8D96954A-6DB4-4F57-A1D5-80EF8AA35459}"/>
                    </a:ext>
                  </a:extLst>
                </p14:cNvPr>
                <p14:cNvContentPartPr/>
                <p14:nvPr/>
              </p14:nvContentPartPr>
              <p14:xfrm>
                <a:off x="6417520" y="2006470"/>
                <a:ext cx="46080" cy="6120"/>
              </p14:xfrm>
            </p:contentPart>
          </mc:Choice>
          <mc:Fallback xmlns="">
            <p:pic>
              <p:nvPicPr>
                <p:cNvPr id="289" name="Ink 288">
                  <a:extLst>
                    <a:ext uri="{FF2B5EF4-FFF2-40B4-BE49-F238E27FC236}">
                      <a16:creationId xmlns:a16="http://schemas.microsoft.com/office/drawing/2014/main" id="{8D96954A-6DB4-4F57-A1D5-80EF8AA35459}"/>
                    </a:ext>
                  </a:extLst>
                </p:cNvPr>
                <p:cNvPicPr/>
                <p:nvPr/>
              </p:nvPicPr>
              <p:blipFill>
                <a:blip r:embed="rId199"/>
                <a:stretch>
                  <a:fillRect/>
                </a:stretch>
              </p:blipFill>
              <p:spPr>
                <a:xfrm>
                  <a:off x="6399880" y="1988470"/>
                  <a:ext cx="8172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291" name="Ink 290">
                  <a:extLst>
                    <a:ext uri="{FF2B5EF4-FFF2-40B4-BE49-F238E27FC236}">
                      <a16:creationId xmlns:a16="http://schemas.microsoft.com/office/drawing/2014/main" id="{DCAC4903-DADC-493F-BA3C-0E215D9BA334}"/>
                    </a:ext>
                  </a:extLst>
                </p14:cNvPr>
                <p14:cNvContentPartPr/>
                <p14:nvPr/>
              </p14:nvContentPartPr>
              <p14:xfrm>
                <a:off x="7002520" y="2071990"/>
                <a:ext cx="20880" cy="32760"/>
              </p14:xfrm>
            </p:contentPart>
          </mc:Choice>
          <mc:Fallback xmlns="">
            <p:pic>
              <p:nvPicPr>
                <p:cNvPr id="291" name="Ink 290">
                  <a:extLst>
                    <a:ext uri="{FF2B5EF4-FFF2-40B4-BE49-F238E27FC236}">
                      <a16:creationId xmlns:a16="http://schemas.microsoft.com/office/drawing/2014/main" id="{DCAC4903-DADC-493F-BA3C-0E215D9BA334}"/>
                    </a:ext>
                  </a:extLst>
                </p:cNvPr>
                <p:cNvPicPr/>
                <p:nvPr/>
              </p:nvPicPr>
              <p:blipFill>
                <a:blip r:embed="rId201"/>
                <a:stretch>
                  <a:fillRect/>
                </a:stretch>
              </p:blipFill>
              <p:spPr>
                <a:xfrm>
                  <a:off x="6984520" y="2054350"/>
                  <a:ext cx="5652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292" name="Ink 291">
                  <a:extLst>
                    <a:ext uri="{FF2B5EF4-FFF2-40B4-BE49-F238E27FC236}">
                      <a16:creationId xmlns:a16="http://schemas.microsoft.com/office/drawing/2014/main" id="{1E4CB677-E1AB-4D4F-9B25-D10C6180700A}"/>
                    </a:ext>
                  </a:extLst>
                </p14:cNvPr>
                <p14:cNvContentPartPr/>
                <p14:nvPr/>
              </p14:nvContentPartPr>
              <p14:xfrm>
                <a:off x="7012240" y="2243710"/>
                <a:ext cx="39960" cy="25560"/>
              </p14:xfrm>
            </p:contentPart>
          </mc:Choice>
          <mc:Fallback xmlns="">
            <p:pic>
              <p:nvPicPr>
                <p:cNvPr id="292" name="Ink 291">
                  <a:extLst>
                    <a:ext uri="{FF2B5EF4-FFF2-40B4-BE49-F238E27FC236}">
                      <a16:creationId xmlns:a16="http://schemas.microsoft.com/office/drawing/2014/main" id="{1E4CB677-E1AB-4D4F-9B25-D10C6180700A}"/>
                    </a:ext>
                  </a:extLst>
                </p:cNvPr>
                <p:cNvPicPr/>
                <p:nvPr/>
              </p:nvPicPr>
              <p:blipFill>
                <a:blip r:embed="rId203"/>
                <a:stretch>
                  <a:fillRect/>
                </a:stretch>
              </p:blipFill>
              <p:spPr>
                <a:xfrm>
                  <a:off x="6994600" y="2225710"/>
                  <a:ext cx="7560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294" name="Ink 293">
                  <a:extLst>
                    <a:ext uri="{FF2B5EF4-FFF2-40B4-BE49-F238E27FC236}">
                      <a16:creationId xmlns:a16="http://schemas.microsoft.com/office/drawing/2014/main" id="{00C4BC20-C020-4F05-BC9F-C4F38BDE35CF}"/>
                    </a:ext>
                  </a:extLst>
                </p14:cNvPr>
                <p14:cNvContentPartPr/>
                <p14:nvPr/>
              </p14:nvContentPartPr>
              <p14:xfrm>
                <a:off x="7247320" y="1952470"/>
                <a:ext cx="198000" cy="398160"/>
              </p14:xfrm>
            </p:contentPart>
          </mc:Choice>
          <mc:Fallback xmlns="">
            <p:pic>
              <p:nvPicPr>
                <p:cNvPr id="294" name="Ink 293">
                  <a:extLst>
                    <a:ext uri="{FF2B5EF4-FFF2-40B4-BE49-F238E27FC236}">
                      <a16:creationId xmlns:a16="http://schemas.microsoft.com/office/drawing/2014/main" id="{00C4BC20-C020-4F05-BC9F-C4F38BDE35CF}"/>
                    </a:ext>
                  </a:extLst>
                </p:cNvPr>
                <p:cNvPicPr/>
                <p:nvPr/>
              </p:nvPicPr>
              <p:blipFill>
                <a:blip r:embed="rId205"/>
                <a:stretch>
                  <a:fillRect/>
                </a:stretch>
              </p:blipFill>
              <p:spPr>
                <a:xfrm>
                  <a:off x="7229320" y="1934470"/>
                  <a:ext cx="233640" cy="4338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295" name="Ink 294">
                  <a:extLst>
                    <a:ext uri="{FF2B5EF4-FFF2-40B4-BE49-F238E27FC236}">
                      <a16:creationId xmlns:a16="http://schemas.microsoft.com/office/drawing/2014/main" id="{7164CD9A-25D8-4241-8F75-754DAA86A924}"/>
                    </a:ext>
                  </a:extLst>
                </p14:cNvPr>
                <p14:cNvContentPartPr/>
                <p14:nvPr/>
              </p14:nvContentPartPr>
              <p14:xfrm>
                <a:off x="7494280" y="2080270"/>
                <a:ext cx="141120" cy="273960"/>
              </p14:xfrm>
            </p:contentPart>
          </mc:Choice>
          <mc:Fallback xmlns="">
            <p:pic>
              <p:nvPicPr>
                <p:cNvPr id="295" name="Ink 294">
                  <a:extLst>
                    <a:ext uri="{FF2B5EF4-FFF2-40B4-BE49-F238E27FC236}">
                      <a16:creationId xmlns:a16="http://schemas.microsoft.com/office/drawing/2014/main" id="{7164CD9A-25D8-4241-8F75-754DAA86A924}"/>
                    </a:ext>
                  </a:extLst>
                </p:cNvPr>
                <p:cNvPicPr/>
                <p:nvPr/>
              </p:nvPicPr>
              <p:blipFill>
                <a:blip r:embed="rId207"/>
                <a:stretch>
                  <a:fillRect/>
                </a:stretch>
              </p:blipFill>
              <p:spPr>
                <a:xfrm>
                  <a:off x="7476640" y="2062630"/>
                  <a:ext cx="176760" cy="3096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296" name="Ink 295">
                  <a:extLst>
                    <a:ext uri="{FF2B5EF4-FFF2-40B4-BE49-F238E27FC236}">
                      <a16:creationId xmlns:a16="http://schemas.microsoft.com/office/drawing/2014/main" id="{FDB9DC11-D5F1-45E0-8B0F-1B62E6ED32EB}"/>
                    </a:ext>
                  </a:extLst>
                </p14:cNvPr>
                <p14:cNvContentPartPr/>
                <p14:nvPr/>
              </p14:nvContentPartPr>
              <p14:xfrm>
                <a:off x="7649440" y="2102950"/>
                <a:ext cx="125640" cy="232200"/>
              </p14:xfrm>
            </p:contentPart>
          </mc:Choice>
          <mc:Fallback xmlns="">
            <p:pic>
              <p:nvPicPr>
                <p:cNvPr id="296" name="Ink 295">
                  <a:extLst>
                    <a:ext uri="{FF2B5EF4-FFF2-40B4-BE49-F238E27FC236}">
                      <a16:creationId xmlns:a16="http://schemas.microsoft.com/office/drawing/2014/main" id="{FDB9DC11-D5F1-45E0-8B0F-1B62E6ED32EB}"/>
                    </a:ext>
                  </a:extLst>
                </p:cNvPr>
                <p:cNvPicPr/>
                <p:nvPr/>
              </p:nvPicPr>
              <p:blipFill>
                <a:blip r:embed="rId209"/>
                <a:stretch>
                  <a:fillRect/>
                </a:stretch>
              </p:blipFill>
              <p:spPr>
                <a:xfrm>
                  <a:off x="7631800" y="2085310"/>
                  <a:ext cx="16128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297" name="Ink 296">
                  <a:extLst>
                    <a:ext uri="{FF2B5EF4-FFF2-40B4-BE49-F238E27FC236}">
                      <a16:creationId xmlns:a16="http://schemas.microsoft.com/office/drawing/2014/main" id="{8A3B29FC-D4A7-4438-A9EB-8EEC7445B449}"/>
                    </a:ext>
                  </a:extLst>
                </p14:cNvPr>
                <p14:cNvContentPartPr/>
                <p14:nvPr/>
              </p14:nvContentPartPr>
              <p14:xfrm>
                <a:off x="7769680" y="1951030"/>
                <a:ext cx="164880" cy="420120"/>
              </p14:xfrm>
            </p:contentPart>
          </mc:Choice>
          <mc:Fallback xmlns="">
            <p:pic>
              <p:nvPicPr>
                <p:cNvPr id="297" name="Ink 296">
                  <a:extLst>
                    <a:ext uri="{FF2B5EF4-FFF2-40B4-BE49-F238E27FC236}">
                      <a16:creationId xmlns:a16="http://schemas.microsoft.com/office/drawing/2014/main" id="{8A3B29FC-D4A7-4438-A9EB-8EEC7445B449}"/>
                    </a:ext>
                  </a:extLst>
                </p:cNvPr>
                <p:cNvPicPr/>
                <p:nvPr/>
              </p:nvPicPr>
              <p:blipFill>
                <a:blip r:embed="rId211"/>
                <a:stretch>
                  <a:fillRect/>
                </a:stretch>
              </p:blipFill>
              <p:spPr>
                <a:xfrm>
                  <a:off x="7751680" y="1933390"/>
                  <a:ext cx="200520" cy="4557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314" name="Ink 313">
                  <a:extLst>
                    <a:ext uri="{FF2B5EF4-FFF2-40B4-BE49-F238E27FC236}">
                      <a16:creationId xmlns:a16="http://schemas.microsoft.com/office/drawing/2014/main" id="{7567CD1C-91FB-4A26-8B7C-B70FAF0206BD}"/>
                    </a:ext>
                  </a:extLst>
                </p14:cNvPr>
                <p14:cNvContentPartPr/>
                <p14:nvPr/>
              </p14:nvContentPartPr>
              <p14:xfrm>
                <a:off x="6389080" y="2577790"/>
                <a:ext cx="378720" cy="319320"/>
              </p14:xfrm>
            </p:contentPart>
          </mc:Choice>
          <mc:Fallback xmlns="">
            <p:pic>
              <p:nvPicPr>
                <p:cNvPr id="314" name="Ink 313">
                  <a:extLst>
                    <a:ext uri="{FF2B5EF4-FFF2-40B4-BE49-F238E27FC236}">
                      <a16:creationId xmlns:a16="http://schemas.microsoft.com/office/drawing/2014/main" id="{7567CD1C-91FB-4A26-8B7C-B70FAF0206BD}"/>
                    </a:ext>
                  </a:extLst>
                </p:cNvPr>
                <p:cNvPicPr/>
                <p:nvPr/>
              </p:nvPicPr>
              <p:blipFill>
                <a:blip r:embed="rId213"/>
                <a:stretch>
                  <a:fillRect/>
                </a:stretch>
              </p:blipFill>
              <p:spPr>
                <a:xfrm>
                  <a:off x="6371440" y="2559790"/>
                  <a:ext cx="414360" cy="3549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315" name="Ink 314">
                  <a:extLst>
                    <a:ext uri="{FF2B5EF4-FFF2-40B4-BE49-F238E27FC236}">
                      <a16:creationId xmlns:a16="http://schemas.microsoft.com/office/drawing/2014/main" id="{815504CD-824D-4296-8ED3-E7ECCD972F7E}"/>
                    </a:ext>
                  </a:extLst>
                </p14:cNvPr>
                <p14:cNvContentPartPr/>
                <p14:nvPr/>
              </p14:nvContentPartPr>
              <p14:xfrm>
                <a:off x="6868960" y="2693350"/>
                <a:ext cx="250920" cy="29880"/>
              </p14:xfrm>
            </p:contentPart>
          </mc:Choice>
          <mc:Fallback xmlns="">
            <p:pic>
              <p:nvPicPr>
                <p:cNvPr id="315" name="Ink 314">
                  <a:extLst>
                    <a:ext uri="{FF2B5EF4-FFF2-40B4-BE49-F238E27FC236}">
                      <a16:creationId xmlns:a16="http://schemas.microsoft.com/office/drawing/2014/main" id="{815504CD-824D-4296-8ED3-E7ECCD972F7E}"/>
                    </a:ext>
                  </a:extLst>
                </p:cNvPr>
                <p:cNvPicPr/>
                <p:nvPr/>
              </p:nvPicPr>
              <p:blipFill>
                <a:blip r:embed="rId215"/>
                <a:stretch>
                  <a:fillRect/>
                </a:stretch>
              </p:blipFill>
              <p:spPr>
                <a:xfrm>
                  <a:off x="6851320" y="2675710"/>
                  <a:ext cx="28656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316" name="Ink 315">
                  <a:extLst>
                    <a:ext uri="{FF2B5EF4-FFF2-40B4-BE49-F238E27FC236}">
                      <a16:creationId xmlns:a16="http://schemas.microsoft.com/office/drawing/2014/main" id="{D7C46E6F-4744-46B2-86CD-B138490C9996}"/>
                    </a:ext>
                  </a:extLst>
                </p14:cNvPr>
                <p14:cNvContentPartPr/>
                <p14:nvPr/>
              </p14:nvContentPartPr>
              <p14:xfrm>
                <a:off x="7081720" y="2616310"/>
                <a:ext cx="119160" cy="219240"/>
              </p14:xfrm>
            </p:contentPart>
          </mc:Choice>
          <mc:Fallback xmlns="">
            <p:pic>
              <p:nvPicPr>
                <p:cNvPr id="316" name="Ink 315">
                  <a:extLst>
                    <a:ext uri="{FF2B5EF4-FFF2-40B4-BE49-F238E27FC236}">
                      <a16:creationId xmlns:a16="http://schemas.microsoft.com/office/drawing/2014/main" id="{D7C46E6F-4744-46B2-86CD-B138490C9996}"/>
                    </a:ext>
                  </a:extLst>
                </p:cNvPr>
                <p:cNvPicPr/>
                <p:nvPr/>
              </p:nvPicPr>
              <p:blipFill>
                <a:blip r:embed="rId217"/>
                <a:stretch>
                  <a:fillRect/>
                </a:stretch>
              </p:blipFill>
              <p:spPr>
                <a:xfrm>
                  <a:off x="7063720" y="2598670"/>
                  <a:ext cx="15480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317" name="Ink 316">
                  <a:extLst>
                    <a:ext uri="{FF2B5EF4-FFF2-40B4-BE49-F238E27FC236}">
                      <a16:creationId xmlns:a16="http://schemas.microsoft.com/office/drawing/2014/main" id="{F3050761-4659-410C-84B9-276182478237}"/>
                    </a:ext>
                  </a:extLst>
                </p14:cNvPr>
                <p14:cNvContentPartPr/>
                <p14:nvPr/>
              </p14:nvContentPartPr>
              <p14:xfrm>
                <a:off x="6695080" y="2467990"/>
                <a:ext cx="147960" cy="147600"/>
              </p14:xfrm>
            </p:contentPart>
          </mc:Choice>
          <mc:Fallback xmlns="">
            <p:pic>
              <p:nvPicPr>
                <p:cNvPr id="317" name="Ink 316">
                  <a:extLst>
                    <a:ext uri="{FF2B5EF4-FFF2-40B4-BE49-F238E27FC236}">
                      <a16:creationId xmlns:a16="http://schemas.microsoft.com/office/drawing/2014/main" id="{F3050761-4659-410C-84B9-276182478237}"/>
                    </a:ext>
                  </a:extLst>
                </p:cNvPr>
                <p:cNvPicPr/>
                <p:nvPr/>
              </p:nvPicPr>
              <p:blipFill>
                <a:blip r:embed="rId219"/>
                <a:stretch>
                  <a:fillRect/>
                </a:stretch>
              </p:blipFill>
              <p:spPr>
                <a:xfrm>
                  <a:off x="6677440" y="2449990"/>
                  <a:ext cx="18360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318" name="Ink 317">
                  <a:extLst>
                    <a:ext uri="{FF2B5EF4-FFF2-40B4-BE49-F238E27FC236}">
                      <a16:creationId xmlns:a16="http://schemas.microsoft.com/office/drawing/2014/main" id="{F685F51C-5FA3-4051-B5AA-A55E7457F7E0}"/>
                    </a:ext>
                  </a:extLst>
                </p14:cNvPr>
                <p14:cNvContentPartPr/>
                <p14:nvPr/>
              </p14:nvContentPartPr>
              <p14:xfrm>
                <a:off x="7311400" y="2641870"/>
                <a:ext cx="369360" cy="247320"/>
              </p14:xfrm>
            </p:contentPart>
          </mc:Choice>
          <mc:Fallback xmlns="">
            <p:pic>
              <p:nvPicPr>
                <p:cNvPr id="318" name="Ink 317">
                  <a:extLst>
                    <a:ext uri="{FF2B5EF4-FFF2-40B4-BE49-F238E27FC236}">
                      <a16:creationId xmlns:a16="http://schemas.microsoft.com/office/drawing/2014/main" id="{F685F51C-5FA3-4051-B5AA-A55E7457F7E0}"/>
                    </a:ext>
                  </a:extLst>
                </p:cNvPr>
                <p:cNvPicPr/>
                <p:nvPr/>
              </p:nvPicPr>
              <p:blipFill>
                <a:blip r:embed="rId221"/>
                <a:stretch>
                  <a:fillRect/>
                </a:stretch>
              </p:blipFill>
              <p:spPr>
                <a:xfrm>
                  <a:off x="7293400" y="2623870"/>
                  <a:ext cx="40500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319" name="Ink 318">
                  <a:extLst>
                    <a:ext uri="{FF2B5EF4-FFF2-40B4-BE49-F238E27FC236}">
                      <a16:creationId xmlns:a16="http://schemas.microsoft.com/office/drawing/2014/main" id="{96CAA50D-93A8-45F0-AC89-36C7165FAE05}"/>
                    </a:ext>
                  </a:extLst>
                </p14:cNvPr>
                <p14:cNvContentPartPr/>
                <p14:nvPr/>
              </p14:nvContentPartPr>
              <p14:xfrm>
                <a:off x="7284040" y="2628190"/>
                <a:ext cx="121320" cy="189000"/>
              </p14:xfrm>
            </p:contentPart>
          </mc:Choice>
          <mc:Fallback xmlns="">
            <p:pic>
              <p:nvPicPr>
                <p:cNvPr id="319" name="Ink 318">
                  <a:extLst>
                    <a:ext uri="{FF2B5EF4-FFF2-40B4-BE49-F238E27FC236}">
                      <a16:creationId xmlns:a16="http://schemas.microsoft.com/office/drawing/2014/main" id="{96CAA50D-93A8-45F0-AC89-36C7165FAE05}"/>
                    </a:ext>
                  </a:extLst>
                </p:cNvPr>
                <p:cNvPicPr/>
                <p:nvPr/>
              </p:nvPicPr>
              <p:blipFill>
                <a:blip r:embed="rId223"/>
                <a:stretch>
                  <a:fillRect/>
                </a:stretch>
              </p:blipFill>
              <p:spPr>
                <a:xfrm>
                  <a:off x="7266040" y="2610190"/>
                  <a:ext cx="15696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321" name="Ink 320">
                  <a:extLst>
                    <a:ext uri="{FF2B5EF4-FFF2-40B4-BE49-F238E27FC236}">
                      <a16:creationId xmlns:a16="http://schemas.microsoft.com/office/drawing/2014/main" id="{74EE93FE-CDFF-4FAF-B2DB-22A24418040E}"/>
                    </a:ext>
                  </a:extLst>
                </p14:cNvPr>
                <p14:cNvContentPartPr/>
                <p14:nvPr/>
              </p14:nvContentPartPr>
              <p14:xfrm>
                <a:off x="7834120" y="2570950"/>
                <a:ext cx="360" cy="360"/>
              </p14:xfrm>
            </p:contentPart>
          </mc:Choice>
          <mc:Fallback xmlns="">
            <p:pic>
              <p:nvPicPr>
                <p:cNvPr id="321" name="Ink 320">
                  <a:extLst>
                    <a:ext uri="{FF2B5EF4-FFF2-40B4-BE49-F238E27FC236}">
                      <a16:creationId xmlns:a16="http://schemas.microsoft.com/office/drawing/2014/main" id="{74EE93FE-CDFF-4FAF-B2DB-22A24418040E}"/>
                    </a:ext>
                  </a:extLst>
                </p:cNvPr>
                <p:cNvPicPr/>
                <p:nvPr/>
              </p:nvPicPr>
              <p:blipFill>
                <a:blip r:embed="rId31"/>
                <a:stretch>
                  <a:fillRect/>
                </a:stretch>
              </p:blipFill>
              <p:spPr>
                <a:xfrm>
                  <a:off x="7816480" y="255295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322" name="Ink 321">
                  <a:extLst>
                    <a:ext uri="{FF2B5EF4-FFF2-40B4-BE49-F238E27FC236}">
                      <a16:creationId xmlns:a16="http://schemas.microsoft.com/office/drawing/2014/main" id="{7CE2D4F2-91FE-467A-A463-91EBF36C2D77}"/>
                    </a:ext>
                  </a:extLst>
                </p14:cNvPr>
                <p14:cNvContentPartPr/>
                <p14:nvPr/>
              </p14:nvContentPartPr>
              <p14:xfrm>
                <a:off x="7683640" y="2449270"/>
                <a:ext cx="181800" cy="160200"/>
              </p14:xfrm>
            </p:contentPart>
          </mc:Choice>
          <mc:Fallback xmlns="">
            <p:pic>
              <p:nvPicPr>
                <p:cNvPr id="322" name="Ink 321">
                  <a:extLst>
                    <a:ext uri="{FF2B5EF4-FFF2-40B4-BE49-F238E27FC236}">
                      <a16:creationId xmlns:a16="http://schemas.microsoft.com/office/drawing/2014/main" id="{7CE2D4F2-91FE-467A-A463-91EBF36C2D77}"/>
                    </a:ext>
                  </a:extLst>
                </p:cNvPr>
                <p:cNvPicPr/>
                <p:nvPr/>
              </p:nvPicPr>
              <p:blipFill>
                <a:blip r:embed="rId226"/>
                <a:stretch>
                  <a:fillRect/>
                </a:stretch>
              </p:blipFill>
              <p:spPr>
                <a:xfrm>
                  <a:off x="7666000" y="2431630"/>
                  <a:ext cx="21744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323" name="Ink 322">
                  <a:extLst>
                    <a:ext uri="{FF2B5EF4-FFF2-40B4-BE49-F238E27FC236}">
                      <a16:creationId xmlns:a16="http://schemas.microsoft.com/office/drawing/2014/main" id="{5CFE72F9-AD1C-421E-9975-AD92F9B30B73}"/>
                    </a:ext>
                  </a:extLst>
                </p14:cNvPr>
                <p14:cNvContentPartPr/>
                <p14:nvPr/>
              </p14:nvContentPartPr>
              <p14:xfrm>
                <a:off x="7970920" y="2717830"/>
                <a:ext cx="275400" cy="7920"/>
              </p14:xfrm>
            </p:contentPart>
          </mc:Choice>
          <mc:Fallback xmlns="">
            <p:pic>
              <p:nvPicPr>
                <p:cNvPr id="323" name="Ink 322">
                  <a:extLst>
                    <a:ext uri="{FF2B5EF4-FFF2-40B4-BE49-F238E27FC236}">
                      <a16:creationId xmlns:a16="http://schemas.microsoft.com/office/drawing/2014/main" id="{5CFE72F9-AD1C-421E-9975-AD92F9B30B73}"/>
                    </a:ext>
                  </a:extLst>
                </p:cNvPr>
                <p:cNvPicPr/>
                <p:nvPr/>
              </p:nvPicPr>
              <p:blipFill>
                <a:blip r:embed="rId228"/>
                <a:stretch>
                  <a:fillRect/>
                </a:stretch>
              </p:blipFill>
              <p:spPr>
                <a:xfrm>
                  <a:off x="7952920" y="2700190"/>
                  <a:ext cx="3110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324" name="Ink 323">
                  <a:extLst>
                    <a:ext uri="{FF2B5EF4-FFF2-40B4-BE49-F238E27FC236}">
                      <a16:creationId xmlns:a16="http://schemas.microsoft.com/office/drawing/2014/main" id="{69F4EE6B-A924-4216-8C79-066C319DADEC}"/>
                    </a:ext>
                  </a:extLst>
                </p14:cNvPr>
                <p14:cNvContentPartPr/>
                <p14:nvPr/>
              </p14:nvContentPartPr>
              <p14:xfrm>
                <a:off x="8200240" y="2621350"/>
                <a:ext cx="93960" cy="193320"/>
              </p14:xfrm>
            </p:contentPart>
          </mc:Choice>
          <mc:Fallback xmlns="">
            <p:pic>
              <p:nvPicPr>
                <p:cNvPr id="324" name="Ink 323">
                  <a:extLst>
                    <a:ext uri="{FF2B5EF4-FFF2-40B4-BE49-F238E27FC236}">
                      <a16:creationId xmlns:a16="http://schemas.microsoft.com/office/drawing/2014/main" id="{69F4EE6B-A924-4216-8C79-066C319DADEC}"/>
                    </a:ext>
                  </a:extLst>
                </p:cNvPr>
                <p:cNvPicPr/>
                <p:nvPr/>
              </p:nvPicPr>
              <p:blipFill>
                <a:blip r:embed="rId230"/>
                <a:stretch>
                  <a:fillRect/>
                </a:stretch>
              </p:blipFill>
              <p:spPr>
                <a:xfrm>
                  <a:off x="8182240" y="2603350"/>
                  <a:ext cx="12960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325" name="Ink 324">
                  <a:extLst>
                    <a:ext uri="{FF2B5EF4-FFF2-40B4-BE49-F238E27FC236}">
                      <a16:creationId xmlns:a16="http://schemas.microsoft.com/office/drawing/2014/main" id="{13D7CEA6-5EEC-4BDA-9BAE-369791D5C5B4}"/>
                    </a:ext>
                  </a:extLst>
                </p14:cNvPr>
                <p14:cNvContentPartPr/>
                <p14:nvPr/>
              </p14:nvContentPartPr>
              <p14:xfrm>
                <a:off x="8401840" y="2620990"/>
                <a:ext cx="228600" cy="245880"/>
              </p14:xfrm>
            </p:contentPart>
          </mc:Choice>
          <mc:Fallback xmlns="">
            <p:pic>
              <p:nvPicPr>
                <p:cNvPr id="325" name="Ink 324">
                  <a:extLst>
                    <a:ext uri="{FF2B5EF4-FFF2-40B4-BE49-F238E27FC236}">
                      <a16:creationId xmlns:a16="http://schemas.microsoft.com/office/drawing/2014/main" id="{13D7CEA6-5EEC-4BDA-9BAE-369791D5C5B4}"/>
                    </a:ext>
                  </a:extLst>
                </p:cNvPr>
                <p:cNvPicPr/>
                <p:nvPr/>
              </p:nvPicPr>
              <p:blipFill>
                <a:blip r:embed="rId232"/>
                <a:stretch>
                  <a:fillRect/>
                </a:stretch>
              </p:blipFill>
              <p:spPr>
                <a:xfrm>
                  <a:off x="8384200" y="2602990"/>
                  <a:ext cx="26424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326" name="Ink 325">
                  <a:extLst>
                    <a:ext uri="{FF2B5EF4-FFF2-40B4-BE49-F238E27FC236}">
                      <a16:creationId xmlns:a16="http://schemas.microsoft.com/office/drawing/2014/main" id="{D16D949C-983A-4868-BDD2-1D464C71B43E}"/>
                    </a:ext>
                  </a:extLst>
                </p14:cNvPr>
                <p14:cNvContentPartPr/>
                <p14:nvPr/>
              </p14:nvContentPartPr>
              <p14:xfrm>
                <a:off x="8698480" y="2599390"/>
                <a:ext cx="219960" cy="226080"/>
              </p14:xfrm>
            </p:contentPart>
          </mc:Choice>
          <mc:Fallback xmlns="">
            <p:pic>
              <p:nvPicPr>
                <p:cNvPr id="326" name="Ink 325">
                  <a:extLst>
                    <a:ext uri="{FF2B5EF4-FFF2-40B4-BE49-F238E27FC236}">
                      <a16:creationId xmlns:a16="http://schemas.microsoft.com/office/drawing/2014/main" id="{D16D949C-983A-4868-BDD2-1D464C71B43E}"/>
                    </a:ext>
                  </a:extLst>
                </p:cNvPr>
                <p:cNvPicPr/>
                <p:nvPr/>
              </p:nvPicPr>
              <p:blipFill>
                <a:blip r:embed="rId234"/>
                <a:stretch>
                  <a:fillRect/>
                </a:stretch>
              </p:blipFill>
              <p:spPr>
                <a:xfrm>
                  <a:off x="8680480" y="2581750"/>
                  <a:ext cx="25560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327" name="Ink 326">
                  <a:extLst>
                    <a:ext uri="{FF2B5EF4-FFF2-40B4-BE49-F238E27FC236}">
                      <a16:creationId xmlns:a16="http://schemas.microsoft.com/office/drawing/2014/main" id="{4FF95264-1F41-4696-8E9B-7AE4E0AB9B45}"/>
                    </a:ext>
                  </a:extLst>
                </p14:cNvPr>
                <p14:cNvContentPartPr/>
                <p14:nvPr/>
              </p14:nvContentPartPr>
              <p14:xfrm>
                <a:off x="8920600" y="2466190"/>
                <a:ext cx="193680" cy="165960"/>
              </p14:xfrm>
            </p:contentPart>
          </mc:Choice>
          <mc:Fallback xmlns="">
            <p:pic>
              <p:nvPicPr>
                <p:cNvPr id="327" name="Ink 326">
                  <a:extLst>
                    <a:ext uri="{FF2B5EF4-FFF2-40B4-BE49-F238E27FC236}">
                      <a16:creationId xmlns:a16="http://schemas.microsoft.com/office/drawing/2014/main" id="{4FF95264-1F41-4696-8E9B-7AE4E0AB9B45}"/>
                    </a:ext>
                  </a:extLst>
                </p:cNvPr>
                <p:cNvPicPr/>
                <p:nvPr/>
              </p:nvPicPr>
              <p:blipFill>
                <a:blip r:embed="rId236"/>
                <a:stretch>
                  <a:fillRect/>
                </a:stretch>
              </p:blipFill>
              <p:spPr>
                <a:xfrm>
                  <a:off x="8902600" y="2448190"/>
                  <a:ext cx="229320" cy="201600"/>
                </a:xfrm>
                <a:prstGeom prst="rect">
                  <a:avLst/>
                </a:prstGeom>
              </p:spPr>
            </p:pic>
          </mc:Fallback>
        </mc:AlternateContent>
      </p:grpSp>
      <p:grpSp>
        <p:nvGrpSpPr>
          <p:cNvPr id="332" name="Group 331">
            <a:extLst>
              <a:ext uri="{FF2B5EF4-FFF2-40B4-BE49-F238E27FC236}">
                <a16:creationId xmlns:a16="http://schemas.microsoft.com/office/drawing/2014/main" id="{D16E8E1E-0FF7-4249-B235-6E46EE5EAC9D}"/>
              </a:ext>
            </a:extLst>
          </p:cNvPr>
          <p:cNvGrpSpPr/>
          <p:nvPr/>
        </p:nvGrpSpPr>
        <p:grpSpPr>
          <a:xfrm>
            <a:off x="6171280" y="3073870"/>
            <a:ext cx="652680" cy="410040"/>
            <a:chOff x="6171280" y="3073870"/>
            <a:chExt cx="652680" cy="410040"/>
          </a:xfrm>
        </p:grpSpPr>
        <mc:AlternateContent xmlns:mc="http://schemas.openxmlformats.org/markup-compatibility/2006" xmlns:p14="http://schemas.microsoft.com/office/powerpoint/2010/main">
          <mc:Choice Requires="p14">
            <p:contentPart p14:bwMode="auto" r:id="rId237">
              <p14:nvContentPartPr>
                <p14:cNvPr id="329" name="Ink 328">
                  <a:extLst>
                    <a:ext uri="{FF2B5EF4-FFF2-40B4-BE49-F238E27FC236}">
                      <a16:creationId xmlns:a16="http://schemas.microsoft.com/office/drawing/2014/main" id="{849F4B0A-4C3A-489C-AC33-06F4A107B790}"/>
                    </a:ext>
                  </a:extLst>
                </p14:cNvPr>
                <p14:cNvContentPartPr/>
                <p14:nvPr/>
              </p14:nvContentPartPr>
              <p14:xfrm>
                <a:off x="6171280" y="3203470"/>
                <a:ext cx="170640" cy="280440"/>
              </p14:xfrm>
            </p:contentPart>
          </mc:Choice>
          <mc:Fallback xmlns="">
            <p:pic>
              <p:nvPicPr>
                <p:cNvPr id="329" name="Ink 328">
                  <a:extLst>
                    <a:ext uri="{FF2B5EF4-FFF2-40B4-BE49-F238E27FC236}">
                      <a16:creationId xmlns:a16="http://schemas.microsoft.com/office/drawing/2014/main" id="{849F4B0A-4C3A-489C-AC33-06F4A107B790}"/>
                    </a:ext>
                  </a:extLst>
                </p:cNvPr>
                <p:cNvPicPr/>
                <p:nvPr/>
              </p:nvPicPr>
              <p:blipFill>
                <a:blip r:embed="rId238"/>
                <a:stretch>
                  <a:fillRect/>
                </a:stretch>
              </p:blipFill>
              <p:spPr>
                <a:xfrm>
                  <a:off x="6153640" y="3185830"/>
                  <a:ext cx="20628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330" name="Ink 329">
                  <a:extLst>
                    <a:ext uri="{FF2B5EF4-FFF2-40B4-BE49-F238E27FC236}">
                      <a16:creationId xmlns:a16="http://schemas.microsoft.com/office/drawing/2014/main" id="{D7B0114E-8A60-471F-A1B5-9CB10EE9BEE8}"/>
                    </a:ext>
                  </a:extLst>
                </p14:cNvPr>
                <p14:cNvContentPartPr/>
                <p14:nvPr/>
              </p14:nvContentPartPr>
              <p14:xfrm>
                <a:off x="6393400" y="3221470"/>
                <a:ext cx="256680" cy="254160"/>
              </p14:xfrm>
            </p:contentPart>
          </mc:Choice>
          <mc:Fallback xmlns="">
            <p:pic>
              <p:nvPicPr>
                <p:cNvPr id="330" name="Ink 329">
                  <a:extLst>
                    <a:ext uri="{FF2B5EF4-FFF2-40B4-BE49-F238E27FC236}">
                      <a16:creationId xmlns:a16="http://schemas.microsoft.com/office/drawing/2014/main" id="{D7B0114E-8A60-471F-A1B5-9CB10EE9BEE8}"/>
                    </a:ext>
                  </a:extLst>
                </p:cNvPr>
                <p:cNvPicPr/>
                <p:nvPr/>
              </p:nvPicPr>
              <p:blipFill>
                <a:blip r:embed="rId240"/>
                <a:stretch>
                  <a:fillRect/>
                </a:stretch>
              </p:blipFill>
              <p:spPr>
                <a:xfrm>
                  <a:off x="6375400" y="3203830"/>
                  <a:ext cx="29232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331" name="Ink 330">
                  <a:extLst>
                    <a:ext uri="{FF2B5EF4-FFF2-40B4-BE49-F238E27FC236}">
                      <a16:creationId xmlns:a16="http://schemas.microsoft.com/office/drawing/2014/main" id="{9899A814-31DB-43C4-9968-C914FE8FB9E5}"/>
                    </a:ext>
                  </a:extLst>
                </p14:cNvPr>
                <p14:cNvContentPartPr/>
                <p14:nvPr/>
              </p14:nvContentPartPr>
              <p14:xfrm>
                <a:off x="6670240" y="3073870"/>
                <a:ext cx="153720" cy="120600"/>
              </p14:xfrm>
            </p:contentPart>
          </mc:Choice>
          <mc:Fallback xmlns="">
            <p:pic>
              <p:nvPicPr>
                <p:cNvPr id="331" name="Ink 330">
                  <a:extLst>
                    <a:ext uri="{FF2B5EF4-FFF2-40B4-BE49-F238E27FC236}">
                      <a16:creationId xmlns:a16="http://schemas.microsoft.com/office/drawing/2014/main" id="{9899A814-31DB-43C4-9968-C914FE8FB9E5}"/>
                    </a:ext>
                  </a:extLst>
                </p:cNvPr>
                <p:cNvPicPr/>
                <p:nvPr/>
              </p:nvPicPr>
              <p:blipFill>
                <a:blip r:embed="rId242"/>
                <a:stretch>
                  <a:fillRect/>
                </a:stretch>
              </p:blipFill>
              <p:spPr>
                <a:xfrm>
                  <a:off x="6652600" y="3056230"/>
                  <a:ext cx="189360" cy="156240"/>
                </a:xfrm>
                <a:prstGeom prst="rect">
                  <a:avLst/>
                </a:prstGeom>
              </p:spPr>
            </p:pic>
          </mc:Fallback>
        </mc:AlternateContent>
      </p:grpSp>
      <p:grpSp>
        <p:nvGrpSpPr>
          <p:cNvPr id="353" name="Group 352">
            <a:extLst>
              <a:ext uri="{FF2B5EF4-FFF2-40B4-BE49-F238E27FC236}">
                <a16:creationId xmlns:a16="http://schemas.microsoft.com/office/drawing/2014/main" id="{021D980B-7C51-4B9B-BBD8-B837B8A70596}"/>
              </a:ext>
            </a:extLst>
          </p:cNvPr>
          <p:cNvGrpSpPr/>
          <p:nvPr/>
        </p:nvGrpSpPr>
        <p:grpSpPr>
          <a:xfrm>
            <a:off x="7100080" y="3125350"/>
            <a:ext cx="425520" cy="346320"/>
            <a:chOff x="7100080" y="3125350"/>
            <a:chExt cx="425520" cy="346320"/>
          </a:xfrm>
        </p:grpSpPr>
        <mc:AlternateContent xmlns:mc="http://schemas.openxmlformats.org/markup-compatibility/2006" xmlns:p14="http://schemas.microsoft.com/office/powerpoint/2010/main">
          <mc:Choice Requires="p14">
            <p:contentPart p14:bwMode="auto" r:id="rId243">
              <p14:nvContentPartPr>
                <p14:cNvPr id="333" name="Ink 332">
                  <a:extLst>
                    <a:ext uri="{FF2B5EF4-FFF2-40B4-BE49-F238E27FC236}">
                      <a16:creationId xmlns:a16="http://schemas.microsoft.com/office/drawing/2014/main" id="{63E64A9A-26CF-45F3-8FA2-7D8FAB15E894}"/>
                    </a:ext>
                  </a:extLst>
                </p14:cNvPr>
                <p14:cNvContentPartPr/>
                <p14:nvPr/>
              </p14:nvContentPartPr>
              <p14:xfrm>
                <a:off x="7100080" y="3224350"/>
                <a:ext cx="154080" cy="230400"/>
              </p14:xfrm>
            </p:contentPart>
          </mc:Choice>
          <mc:Fallback xmlns="">
            <p:pic>
              <p:nvPicPr>
                <p:cNvPr id="333" name="Ink 332">
                  <a:extLst>
                    <a:ext uri="{FF2B5EF4-FFF2-40B4-BE49-F238E27FC236}">
                      <a16:creationId xmlns:a16="http://schemas.microsoft.com/office/drawing/2014/main" id="{63E64A9A-26CF-45F3-8FA2-7D8FAB15E894}"/>
                    </a:ext>
                  </a:extLst>
                </p:cNvPr>
                <p:cNvPicPr/>
                <p:nvPr/>
              </p:nvPicPr>
              <p:blipFill>
                <a:blip r:embed="rId244"/>
                <a:stretch>
                  <a:fillRect/>
                </a:stretch>
              </p:blipFill>
              <p:spPr>
                <a:xfrm>
                  <a:off x="7082080" y="3206350"/>
                  <a:ext cx="18972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334" name="Ink 333">
                  <a:extLst>
                    <a:ext uri="{FF2B5EF4-FFF2-40B4-BE49-F238E27FC236}">
                      <a16:creationId xmlns:a16="http://schemas.microsoft.com/office/drawing/2014/main" id="{B801D64E-66FE-47DE-A6B2-4227675B9B5C}"/>
                    </a:ext>
                  </a:extLst>
                </p14:cNvPr>
                <p14:cNvContentPartPr/>
                <p14:nvPr/>
              </p14:nvContentPartPr>
              <p14:xfrm>
                <a:off x="7283320" y="3251350"/>
                <a:ext cx="119160" cy="192960"/>
              </p14:xfrm>
            </p:contentPart>
          </mc:Choice>
          <mc:Fallback xmlns="">
            <p:pic>
              <p:nvPicPr>
                <p:cNvPr id="334" name="Ink 333">
                  <a:extLst>
                    <a:ext uri="{FF2B5EF4-FFF2-40B4-BE49-F238E27FC236}">
                      <a16:creationId xmlns:a16="http://schemas.microsoft.com/office/drawing/2014/main" id="{B801D64E-66FE-47DE-A6B2-4227675B9B5C}"/>
                    </a:ext>
                  </a:extLst>
                </p:cNvPr>
                <p:cNvPicPr/>
                <p:nvPr/>
              </p:nvPicPr>
              <p:blipFill>
                <a:blip r:embed="rId246"/>
                <a:stretch>
                  <a:fillRect/>
                </a:stretch>
              </p:blipFill>
              <p:spPr>
                <a:xfrm>
                  <a:off x="7265680" y="3233710"/>
                  <a:ext cx="15480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335" name="Ink 334">
                  <a:extLst>
                    <a:ext uri="{FF2B5EF4-FFF2-40B4-BE49-F238E27FC236}">
                      <a16:creationId xmlns:a16="http://schemas.microsoft.com/office/drawing/2014/main" id="{FA5CCA62-C92E-4244-8F25-3D196A9E70A0}"/>
                    </a:ext>
                  </a:extLst>
                </p14:cNvPr>
                <p14:cNvContentPartPr/>
                <p14:nvPr/>
              </p14:nvContentPartPr>
              <p14:xfrm>
                <a:off x="7421560" y="3125350"/>
                <a:ext cx="104040" cy="346320"/>
              </p14:xfrm>
            </p:contentPart>
          </mc:Choice>
          <mc:Fallback xmlns="">
            <p:pic>
              <p:nvPicPr>
                <p:cNvPr id="335" name="Ink 334">
                  <a:extLst>
                    <a:ext uri="{FF2B5EF4-FFF2-40B4-BE49-F238E27FC236}">
                      <a16:creationId xmlns:a16="http://schemas.microsoft.com/office/drawing/2014/main" id="{FA5CCA62-C92E-4244-8F25-3D196A9E70A0}"/>
                    </a:ext>
                  </a:extLst>
                </p:cNvPr>
                <p:cNvPicPr/>
                <p:nvPr/>
              </p:nvPicPr>
              <p:blipFill>
                <a:blip r:embed="rId248"/>
                <a:stretch>
                  <a:fillRect/>
                </a:stretch>
              </p:blipFill>
              <p:spPr>
                <a:xfrm>
                  <a:off x="7403560" y="3107710"/>
                  <a:ext cx="139680" cy="381960"/>
                </a:xfrm>
                <a:prstGeom prst="rect">
                  <a:avLst/>
                </a:prstGeom>
              </p:spPr>
            </p:pic>
          </mc:Fallback>
        </mc:AlternateContent>
      </p:grpSp>
      <p:grpSp>
        <p:nvGrpSpPr>
          <p:cNvPr id="352" name="Group 351">
            <a:extLst>
              <a:ext uri="{FF2B5EF4-FFF2-40B4-BE49-F238E27FC236}">
                <a16:creationId xmlns:a16="http://schemas.microsoft.com/office/drawing/2014/main" id="{712846CA-B93B-4E1C-A827-3CAB5D9EF9FC}"/>
              </a:ext>
            </a:extLst>
          </p:cNvPr>
          <p:cNvGrpSpPr/>
          <p:nvPr/>
        </p:nvGrpSpPr>
        <p:grpSpPr>
          <a:xfrm>
            <a:off x="7838080" y="2959030"/>
            <a:ext cx="2779920" cy="502200"/>
            <a:chOff x="7838080" y="2959030"/>
            <a:chExt cx="2779920" cy="502200"/>
          </a:xfrm>
        </p:grpSpPr>
        <mc:AlternateContent xmlns:mc="http://schemas.openxmlformats.org/markup-compatibility/2006" xmlns:p14="http://schemas.microsoft.com/office/powerpoint/2010/main">
          <mc:Choice Requires="p14">
            <p:contentPart p14:bwMode="auto" r:id="rId249">
              <p14:nvContentPartPr>
                <p14:cNvPr id="336" name="Ink 335">
                  <a:extLst>
                    <a:ext uri="{FF2B5EF4-FFF2-40B4-BE49-F238E27FC236}">
                      <a16:creationId xmlns:a16="http://schemas.microsoft.com/office/drawing/2014/main" id="{27EA2616-B4F5-489D-8500-FB9860309EC6}"/>
                    </a:ext>
                  </a:extLst>
                </p14:cNvPr>
                <p14:cNvContentPartPr/>
                <p14:nvPr/>
              </p14:nvContentPartPr>
              <p14:xfrm>
                <a:off x="7838080" y="3194830"/>
                <a:ext cx="190440" cy="223200"/>
              </p14:xfrm>
            </p:contentPart>
          </mc:Choice>
          <mc:Fallback xmlns="">
            <p:pic>
              <p:nvPicPr>
                <p:cNvPr id="336" name="Ink 335">
                  <a:extLst>
                    <a:ext uri="{FF2B5EF4-FFF2-40B4-BE49-F238E27FC236}">
                      <a16:creationId xmlns:a16="http://schemas.microsoft.com/office/drawing/2014/main" id="{27EA2616-B4F5-489D-8500-FB9860309EC6}"/>
                    </a:ext>
                  </a:extLst>
                </p:cNvPr>
                <p:cNvPicPr/>
                <p:nvPr/>
              </p:nvPicPr>
              <p:blipFill>
                <a:blip r:embed="rId250"/>
                <a:stretch>
                  <a:fillRect/>
                </a:stretch>
              </p:blipFill>
              <p:spPr>
                <a:xfrm>
                  <a:off x="7820080" y="3177190"/>
                  <a:ext cx="22608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337" name="Ink 336">
                  <a:extLst>
                    <a:ext uri="{FF2B5EF4-FFF2-40B4-BE49-F238E27FC236}">
                      <a16:creationId xmlns:a16="http://schemas.microsoft.com/office/drawing/2014/main" id="{89EFBF9D-9AB6-4264-9B14-CAE42DD490F9}"/>
                    </a:ext>
                  </a:extLst>
                </p14:cNvPr>
                <p14:cNvContentPartPr/>
                <p14:nvPr/>
              </p14:nvContentPartPr>
              <p14:xfrm>
                <a:off x="8053000" y="3213190"/>
                <a:ext cx="155160" cy="178560"/>
              </p14:xfrm>
            </p:contentPart>
          </mc:Choice>
          <mc:Fallback xmlns="">
            <p:pic>
              <p:nvPicPr>
                <p:cNvPr id="337" name="Ink 336">
                  <a:extLst>
                    <a:ext uri="{FF2B5EF4-FFF2-40B4-BE49-F238E27FC236}">
                      <a16:creationId xmlns:a16="http://schemas.microsoft.com/office/drawing/2014/main" id="{89EFBF9D-9AB6-4264-9B14-CAE42DD490F9}"/>
                    </a:ext>
                  </a:extLst>
                </p:cNvPr>
                <p:cNvPicPr/>
                <p:nvPr/>
              </p:nvPicPr>
              <p:blipFill>
                <a:blip r:embed="rId252"/>
                <a:stretch>
                  <a:fillRect/>
                </a:stretch>
              </p:blipFill>
              <p:spPr>
                <a:xfrm>
                  <a:off x="8035000" y="3195550"/>
                  <a:ext cx="19080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338" name="Ink 337">
                  <a:extLst>
                    <a:ext uri="{FF2B5EF4-FFF2-40B4-BE49-F238E27FC236}">
                      <a16:creationId xmlns:a16="http://schemas.microsoft.com/office/drawing/2014/main" id="{43661328-4EA7-4026-BF4C-5571E97662A6}"/>
                    </a:ext>
                  </a:extLst>
                </p14:cNvPr>
                <p14:cNvContentPartPr/>
                <p14:nvPr/>
              </p14:nvContentPartPr>
              <p14:xfrm>
                <a:off x="8201320" y="3035710"/>
                <a:ext cx="139680" cy="169920"/>
              </p14:xfrm>
            </p:contentPart>
          </mc:Choice>
          <mc:Fallback xmlns="">
            <p:pic>
              <p:nvPicPr>
                <p:cNvPr id="338" name="Ink 337">
                  <a:extLst>
                    <a:ext uri="{FF2B5EF4-FFF2-40B4-BE49-F238E27FC236}">
                      <a16:creationId xmlns:a16="http://schemas.microsoft.com/office/drawing/2014/main" id="{43661328-4EA7-4026-BF4C-5571E97662A6}"/>
                    </a:ext>
                  </a:extLst>
                </p:cNvPr>
                <p:cNvPicPr/>
                <p:nvPr/>
              </p:nvPicPr>
              <p:blipFill>
                <a:blip r:embed="rId254"/>
                <a:stretch>
                  <a:fillRect/>
                </a:stretch>
              </p:blipFill>
              <p:spPr>
                <a:xfrm>
                  <a:off x="8183320" y="3017710"/>
                  <a:ext cx="17532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339" name="Ink 338">
                  <a:extLst>
                    <a:ext uri="{FF2B5EF4-FFF2-40B4-BE49-F238E27FC236}">
                      <a16:creationId xmlns:a16="http://schemas.microsoft.com/office/drawing/2014/main" id="{690EDCC7-7925-4B7D-97D2-7B1BDE579F57}"/>
                    </a:ext>
                  </a:extLst>
                </p14:cNvPr>
                <p14:cNvContentPartPr/>
                <p14:nvPr/>
              </p14:nvContentPartPr>
              <p14:xfrm>
                <a:off x="8474560" y="3227950"/>
                <a:ext cx="105120" cy="214920"/>
              </p14:xfrm>
            </p:contentPart>
          </mc:Choice>
          <mc:Fallback xmlns="">
            <p:pic>
              <p:nvPicPr>
                <p:cNvPr id="339" name="Ink 338">
                  <a:extLst>
                    <a:ext uri="{FF2B5EF4-FFF2-40B4-BE49-F238E27FC236}">
                      <a16:creationId xmlns:a16="http://schemas.microsoft.com/office/drawing/2014/main" id="{690EDCC7-7925-4B7D-97D2-7B1BDE579F57}"/>
                    </a:ext>
                  </a:extLst>
                </p:cNvPr>
                <p:cNvPicPr/>
                <p:nvPr/>
              </p:nvPicPr>
              <p:blipFill>
                <a:blip r:embed="rId256"/>
                <a:stretch>
                  <a:fillRect/>
                </a:stretch>
              </p:blipFill>
              <p:spPr>
                <a:xfrm>
                  <a:off x="8456560" y="3210310"/>
                  <a:ext cx="14076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340" name="Ink 339">
                  <a:extLst>
                    <a:ext uri="{FF2B5EF4-FFF2-40B4-BE49-F238E27FC236}">
                      <a16:creationId xmlns:a16="http://schemas.microsoft.com/office/drawing/2014/main" id="{5CC5DA4F-77F8-4748-ABDF-FB761958DBF3}"/>
                    </a:ext>
                  </a:extLst>
                </p14:cNvPr>
                <p14:cNvContentPartPr/>
                <p14:nvPr/>
              </p14:nvContentPartPr>
              <p14:xfrm>
                <a:off x="8626120" y="3168910"/>
                <a:ext cx="87120" cy="243000"/>
              </p14:xfrm>
            </p:contentPart>
          </mc:Choice>
          <mc:Fallback xmlns="">
            <p:pic>
              <p:nvPicPr>
                <p:cNvPr id="340" name="Ink 339">
                  <a:extLst>
                    <a:ext uri="{FF2B5EF4-FFF2-40B4-BE49-F238E27FC236}">
                      <a16:creationId xmlns:a16="http://schemas.microsoft.com/office/drawing/2014/main" id="{5CC5DA4F-77F8-4748-ABDF-FB761958DBF3}"/>
                    </a:ext>
                  </a:extLst>
                </p:cNvPr>
                <p:cNvPicPr/>
                <p:nvPr/>
              </p:nvPicPr>
              <p:blipFill>
                <a:blip r:embed="rId258"/>
                <a:stretch>
                  <a:fillRect/>
                </a:stretch>
              </p:blipFill>
              <p:spPr>
                <a:xfrm>
                  <a:off x="8608120" y="3150910"/>
                  <a:ext cx="122760" cy="27864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341" name="Ink 340">
                  <a:extLst>
                    <a:ext uri="{FF2B5EF4-FFF2-40B4-BE49-F238E27FC236}">
                      <a16:creationId xmlns:a16="http://schemas.microsoft.com/office/drawing/2014/main" id="{AD68AB1E-D1A4-4859-8663-28B41F47DB24}"/>
                    </a:ext>
                  </a:extLst>
                </p14:cNvPr>
                <p14:cNvContentPartPr/>
                <p14:nvPr/>
              </p14:nvContentPartPr>
              <p14:xfrm>
                <a:off x="8725120" y="3204910"/>
                <a:ext cx="100800" cy="256320"/>
              </p14:xfrm>
            </p:contentPart>
          </mc:Choice>
          <mc:Fallback xmlns="">
            <p:pic>
              <p:nvPicPr>
                <p:cNvPr id="341" name="Ink 340">
                  <a:extLst>
                    <a:ext uri="{FF2B5EF4-FFF2-40B4-BE49-F238E27FC236}">
                      <a16:creationId xmlns:a16="http://schemas.microsoft.com/office/drawing/2014/main" id="{AD68AB1E-D1A4-4859-8663-28B41F47DB24}"/>
                    </a:ext>
                  </a:extLst>
                </p:cNvPr>
                <p:cNvPicPr/>
                <p:nvPr/>
              </p:nvPicPr>
              <p:blipFill>
                <a:blip r:embed="rId260"/>
                <a:stretch>
                  <a:fillRect/>
                </a:stretch>
              </p:blipFill>
              <p:spPr>
                <a:xfrm>
                  <a:off x="8707480" y="3186910"/>
                  <a:ext cx="13644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342" name="Ink 341">
                  <a:extLst>
                    <a:ext uri="{FF2B5EF4-FFF2-40B4-BE49-F238E27FC236}">
                      <a16:creationId xmlns:a16="http://schemas.microsoft.com/office/drawing/2014/main" id="{D3EFA695-F0F1-4B5E-8C60-84B6CFA321F2}"/>
                    </a:ext>
                  </a:extLst>
                </p14:cNvPr>
                <p14:cNvContentPartPr/>
                <p14:nvPr/>
              </p14:nvContentPartPr>
              <p14:xfrm>
                <a:off x="9019600" y="3148750"/>
                <a:ext cx="96840" cy="214920"/>
              </p14:xfrm>
            </p:contentPart>
          </mc:Choice>
          <mc:Fallback xmlns="">
            <p:pic>
              <p:nvPicPr>
                <p:cNvPr id="342" name="Ink 341">
                  <a:extLst>
                    <a:ext uri="{FF2B5EF4-FFF2-40B4-BE49-F238E27FC236}">
                      <a16:creationId xmlns:a16="http://schemas.microsoft.com/office/drawing/2014/main" id="{D3EFA695-F0F1-4B5E-8C60-84B6CFA321F2}"/>
                    </a:ext>
                  </a:extLst>
                </p:cNvPr>
                <p:cNvPicPr/>
                <p:nvPr/>
              </p:nvPicPr>
              <p:blipFill>
                <a:blip r:embed="rId262"/>
                <a:stretch>
                  <a:fillRect/>
                </a:stretch>
              </p:blipFill>
              <p:spPr>
                <a:xfrm>
                  <a:off x="9001600" y="3130750"/>
                  <a:ext cx="13248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343" name="Ink 342">
                  <a:extLst>
                    <a:ext uri="{FF2B5EF4-FFF2-40B4-BE49-F238E27FC236}">
                      <a16:creationId xmlns:a16="http://schemas.microsoft.com/office/drawing/2014/main" id="{B511A7DF-C5ED-42C4-80E1-821F56867778}"/>
                    </a:ext>
                  </a:extLst>
                </p14:cNvPr>
                <p14:cNvContentPartPr/>
                <p14:nvPr/>
              </p14:nvContentPartPr>
              <p14:xfrm>
                <a:off x="9127960" y="3144430"/>
                <a:ext cx="179640" cy="211680"/>
              </p14:xfrm>
            </p:contentPart>
          </mc:Choice>
          <mc:Fallback xmlns="">
            <p:pic>
              <p:nvPicPr>
                <p:cNvPr id="343" name="Ink 342">
                  <a:extLst>
                    <a:ext uri="{FF2B5EF4-FFF2-40B4-BE49-F238E27FC236}">
                      <a16:creationId xmlns:a16="http://schemas.microsoft.com/office/drawing/2014/main" id="{B511A7DF-C5ED-42C4-80E1-821F56867778}"/>
                    </a:ext>
                  </a:extLst>
                </p:cNvPr>
                <p:cNvPicPr/>
                <p:nvPr/>
              </p:nvPicPr>
              <p:blipFill>
                <a:blip r:embed="rId264"/>
                <a:stretch>
                  <a:fillRect/>
                </a:stretch>
              </p:blipFill>
              <p:spPr>
                <a:xfrm>
                  <a:off x="9109960" y="3126430"/>
                  <a:ext cx="21528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344" name="Ink 343">
                  <a:extLst>
                    <a:ext uri="{FF2B5EF4-FFF2-40B4-BE49-F238E27FC236}">
                      <a16:creationId xmlns:a16="http://schemas.microsoft.com/office/drawing/2014/main" id="{20772765-EAA9-4135-8FA8-3F9D3C9337C4}"/>
                    </a:ext>
                  </a:extLst>
                </p14:cNvPr>
                <p14:cNvContentPartPr/>
                <p14:nvPr/>
              </p14:nvContentPartPr>
              <p14:xfrm>
                <a:off x="9322000" y="2983870"/>
                <a:ext cx="460800" cy="335160"/>
              </p14:xfrm>
            </p:contentPart>
          </mc:Choice>
          <mc:Fallback xmlns="">
            <p:pic>
              <p:nvPicPr>
                <p:cNvPr id="344" name="Ink 343">
                  <a:extLst>
                    <a:ext uri="{FF2B5EF4-FFF2-40B4-BE49-F238E27FC236}">
                      <a16:creationId xmlns:a16="http://schemas.microsoft.com/office/drawing/2014/main" id="{20772765-EAA9-4135-8FA8-3F9D3C9337C4}"/>
                    </a:ext>
                  </a:extLst>
                </p:cNvPr>
                <p:cNvPicPr/>
                <p:nvPr/>
              </p:nvPicPr>
              <p:blipFill>
                <a:blip r:embed="rId266"/>
                <a:stretch>
                  <a:fillRect/>
                </a:stretch>
              </p:blipFill>
              <p:spPr>
                <a:xfrm>
                  <a:off x="9304360" y="2965870"/>
                  <a:ext cx="496440" cy="37080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345" name="Ink 344">
                  <a:extLst>
                    <a:ext uri="{FF2B5EF4-FFF2-40B4-BE49-F238E27FC236}">
                      <a16:creationId xmlns:a16="http://schemas.microsoft.com/office/drawing/2014/main" id="{2F80FC21-3B06-4DBA-8B95-CE8B9ECFEB7D}"/>
                    </a:ext>
                  </a:extLst>
                </p14:cNvPr>
                <p14:cNvContentPartPr/>
                <p14:nvPr/>
              </p14:nvContentPartPr>
              <p14:xfrm>
                <a:off x="9885040" y="3161350"/>
                <a:ext cx="92880" cy="159480"/>
              </p14:xfrm>
            </p:contentPart>
          </mc:Choice>
          <mc:Fallback xmlns="">
            <p:pic>
              <p:nvPicPr>
                <p:cNvPr id="345" name="Ink 344">
                  <a:extLst>
                    <a:ext uri="{FF2B5EF4-FFF2-40B4-BE49-F238E27FC236}">
                      <a16:creationId xmlns:a16="http://schemas.microsoft.com/office/drawing/2014/main" id="{2F80FC21-3B06-4DBA-8B95-CE8B9ECFEB7D}"/>
                    </a:ext>
                  </a:extLst>
                </p:cNvPr>
                <p:cNvPicPr/>
                <p:nvPr/>
              </p:nvPicPr>
              <p:blipFill>
                <a:blip r:embed="rId268"/>
                <a:stretch>
                  <a:fillRect/>
                </a:stretch>
              </p:blipFill>
              <p:spPr>
                <a:xfrm>
                  <a:off x="9867040" y="3143710"/>
                  <a:ext cx="12852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346" name="Ink 345">
                  <a:extLst>
                    <a:ext uri="{FF2B5EF4-FFF2-40B4-BE49-F238E27FC236}">
                      <a16:creationId xmlns:a16="http://schemas.microsoft.com/office/drawing/2014/main" id="{302BC041-5CCF-4961-9DF2-2035C249F18C}"/>
                    </a:ext>
                  </a:extLst>
                </p14:cNvPr>
                <p14:cNvContentPartPr/>
                <p14:nvPr/>
              </p14:nvContentPartPr>
              <p14:xfrm>
                <a:off x="9994840" y="3196270"/>
                <a:ext cx="72720" cy="116280"/>
              </p14:xfrm>
            </p:contentPart>
          </mc:Choice>
          <mc:Fallback xmlns="">
            <p:pic>
              <p:nvPicPr>
                <p:cNvPr id="346" name="Ink 345">
                  <a:extLst>
                    <a:ext uri="{FF2B5EF4-FFF2-40B4-BE49-F238E27FC236}">
                      <a16:creationId xmlns:a16="http://schemas.microsoft.com/office/drawing/2014/main" id="{302BC041-5CCF-4961-9DF2-2035C249F18C}"/>
                    </a:ext>
                  </a:extLst>
                </p:cNvPr>
                <p:cNvPicPr/>
                <p:nvPr/>
              </p:nvPicPr>
              <p:blipFill>
                <a:blip r:embed="rId270"/>
                <a:stretch>
                  <a:fillRect/>
                </a:stretch>
              </p:blipFill>
              <p:spPr>
                <a:xfrm>
                  <a:off x="9977200" y="3178270"/>
                  <a:ext cx="10836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347" name="Ink 346">
                  <a:extLst>
                    <a:ext uri="{FF2B5EF4-FFF2-40B4-BE49-F238E27FC236}">
                      <a16:creationId xmlns:a16="http://schemas.microsoft.com/office/drawing/2014/main" id="{D9F1163A-AF7B-40CF-A516-66DB105D4867}"/>
                    </a:ext>
                  </a:extLst>
                </p14:cNvPr>
                <p14:cNvContentPartPr/>
                <p14:nvPr/>
              </p14:nvContentPartPr>
              <p14:xfrm>
                <a:off x="10197160" y="3155230"/>
                <a:ext cx="213840" cy="179640"/>
              </p14:xfrm>
            </p:contentPart>
          </mc:Choice>
          <mc:Fallback xmlns="">
            <p:pic>
              <p:nvPicPr>
                <p:cNvPr id="347" name="Ink 346">
                  <a:extLst>
                    <a:ext uri="{FF2B5EF4-FFF2-40B4-BE49-F238E27FC236}">
                      <a16:creationId xmlns:a16="http://schemas.microsoft.com/office/drawing/2014/main" id="{D9F1163A-AF7B-40CF-A516-66DB105D4867}"/>
                    </a:ext>
                  </a:extLst>
                </p:cNvPr>
                <p:cNvPicPr/>
                <p:nvPr/>
              </p:nvPicPr>
              <p:blipFill>
                <a:blip r:embed="rId272"/>
                <a:stretch>
                  <a:fillRect/>
                </a:stretch>
              </p:blipFill>
              <p:spPr>
                <a:xfrm>
                  <a:off x="10179520" y="3137590"/>
                  <a:ext cx="24948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348" name="Ink 347">
                  <a:extLst>
                    <a:ext uri="{FF2B5EF4-FFF2-40B4-BE49-F238E27FC236}">
                      <a16:creationId xmlns:a16="http://schemas.microsoft.com/office/drawing/2014/main" id="{3F46078A-EC6C-4E0F-BA8D-E325AC635699}"/>
                    </a:ext>
                  </a:extLst>
                </p14:cNvPr>
                <p14:cNvContentPartPr/>
                <p14:nvPr/>
              </p14:nvContentPartPr>
              <p14:xfrm>
                <a:off x="10430440" y="3192310"/>
                <a:ext cx="17640" cy="142920"/>
              </p14:xfrm>
            </p:contentPart>
          </mc:Choice>
          <mc:Fallback xmlns="">
            <p:pic>
              <p:nvPicPr>
                <p:cNvPr id="348" name="Ink 347">
                  <a:extLst>
                    <a:ext uri="{FF2B5EF4-FFF2-40B4-BE49-F238E27FC236}">
                      <a16:creationId xmlns:a16="http://schemas.microsoft.com/office/drawing/2014/main" id="{3F46078A-EC6C-4E0F-BA8D-E325AC635699}"/>
                    </a:ext>
                  </a:extLst>
                </p:cNvPr>
                <p:cNvPicPr/>
                <p:nvPr/>
              </p:nvPicPr>
              <p:blipFill>
                <a:blip r:embed="rId274"/>
                <a:stretch>
                  <a:fillRect/>
                </a:stretch>
              </p:blipFill>
              <p:spPr>
                <a:xfrm>
                  <a:off x="10412800" y="3174310"/>
                  <a:ext cx="5328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349" name="Ink 348">
                  <a:extLst>
                    <a:ext uri="{FF2B5EF4-FFF2-40B4-BE49-F238E27FC236}">
                      <a16:creationId xmlns:a16="http://schemas.microsoft.com/office/drawing/2014/main" id="{325128C2-EE9D-41F9-A8D2-73AFE66BEAE5}"/>
                    </a:ext>
                  </a:extLst>
                </p14:cNvPr>
                <p14:cNvContentPartPr/>
                <p14:nvPr/>
              </p14:nvContentPartPr>
              <p14:xfrm>
                <a:off x="10512520" y="2959030"/>
                <a:ext cx="105480" cy="375840"/>
              </p14:xfrm>
            </p:contentPart>
          </mc:Choice>
          <mc:Fallback xmlns="">
            <p:pic>
              <p:nvPicPr>
                <p:cNvPr id="349" name="Ink 348">
                  <a:extLst>
                    <a:ext uri="{FF2B5EF4-FFF2-40B4-BE49-F238E27FC236}">
                      <a16:creationId xmlns:a16="http://schemas.microsoft.com/office/drawing/2014/main" id="{325128C2-EE9D-41F9-A8D2-73AFE66BEAE5}"/>
                    </a:ext>
                  </a:extLst>
                </p:cNvPr>
                <p:cNvPicPr/>
                <p:nvPr/>
              </p:nvPicPr>
              <p:blipFill>
                <a:blip r:embed="rId276"/>
                <a:stretch>
                  <a:fillRect/>
                </a:stretch>
              </p:blipFill>
              <p:spPr>
                <a:xfrm>
                  <a:off x="10494880" y="2941030"/>
                  <a:ext cx="141120" cy="41148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350" name="Ink 349">
                  <a:extLst>
                    <a:ext uri="{FF2B5EF4-FFF2-40B4-BE49-F238E27FC236}">
                      <a16:creationId xmlns:a16="http://schemas.microsoft.com/office/drawing/2014/main" id="{5C5DD10D-3FEC-4A16-B298-766B147DB44E}"/>
                    </a:ext>
                  </a:extLst>
                </p14:cNvPr>
                <p14:cNvContentPartPr/>
                <p14:nvPr/>
              </p14:nvContentPartPr>
              <p14:xfrm>
                <a:off x="10435120" y="3136870"/>
                <a:ext cx="78120" cy="135360"/>
              </p14:xfrm>
            </p:contentPart>
          </mc:Choice>
          <mc:Fallback xmlns="">
            <p:pic>
              <p:nvPicPr>
                <p:cNvPr id="350" name="Ink 349">
                  <a:extLst>
                    <a:ext uri="{FF2B5EF4-FFF2-40B4-BE49-F238E27FC236}">
                      <a16:creationId xmlns:a16="http://schemas.microsoft.com/office/drawing/2014/main" id="{5C5DD10D-3FEC-4A16-B298-766B147DB44E}"/>
                    </a:ext>
                  </a:extLst>
                </p:cNvPr>
                <p:cNvPicPr/>
                <p:nvPr/>
              </p:nvPicPr>
              <p:blipFill>
                <a:blip r:embed="rId278"/>
                <a:stretch>
                  <a:fillRect/>
                </a:stretch>
              </p:blipFill>
              <p:spPr>
                <a:xfrm>
                  <a:off x="10417120" y="3118870"/>
                  <a:ext cx="113760" cy="171000"/>
                </a:xfrm>
                <a:prstGeom prst="rect">
                  <a:avLst/>
                </a:prstGeom>
              </p:spPr>
            </p:pic>
          </mc:Fallback>
        </mc:AlternateContent>
      </p:grpSp>
      <p:grpSp>
        <p:nvGrpSpPr>
          <p:cNvPr id="359" name="Group 358">
            <a:extLst>
              <a:ext uri="{FF2B5EF4-FFF2-40B4-BE49-F238E27FC236}">
                <a16:creationId xmlns:a16="http://schemas.microsoft.com/office/drawing/2014/main" id="{5C2AFC29-F374-4A39-843B-4EA2AF6CD68F}"/>
              </a:ext>
            </a:extLst>
          </p:cNvPr>
          <p:cNvGrpSpPr/>
          <p:nvPr/>
        </p:nvGrpSpPr>
        <p:grpSpPr>
          <a:xfrm>
            <a:off x="10813785" y="3070175"/>
            <a:ext cx="613080" cy="257040"/>
            <a:chOff x="10813785" y="3070175"/>
            <a:chExt cx="613080" cy="257040"/>
          </a:xfrm>
        </p:grpSpPr>
        <mc:AlternateContent xmlns:mc="http://schemas.openxmlformats.org/markup-compatibility/2006" xmlns:p14="http://schemas.microsoft.com/office/powerpoint/2010/main">
          <mc:Choice Requires="p14">
            <p:contentPart p14:bwMode="auto" r:id="rId279">
              <p14:nvContentPartPr>
                <p14:cNvPr id="354" name="Ink 353">
                  <a:extLst>
                    <a:ext uri="{FF2B5EF4-FFF2-40B4-BE49-F238E27FC236}">
                      <a16:creationId xmlns:a16="http://schemas.microsoft.com/office/drawing/2014/main" id="{1F887DA1-7C0E-4903-8506-7A354B4B936B}"/>
                    </a:ext>
                  </a:extLst>
                </p14:cNvPr>
                <p14:cNvContentPartPr/>
                <p14:nvPr/>
              </p14:nvContentPartPr>
              <p14:xfrm>
                <a:off x="10813785" y="3070175"/>
                <a:ext cx="216360" cy="257040"/>
              </p14:xfrm>
            </p:contentPart>
          </mc:Choice>
          <mc:Fallback xmlns="">
            <p:pic>
              <p:nvPicPr>
                <p:cNvPr id="354" name="Ink 353">
                  <a:extLst>
                    <a:ext uri="{FF2B5EF4-FFF2-40B4-BE49-F238E27FC236}">
                      <a16:creationId xmlns:a16="http://schemas.microsoft.com/office/drawing/2014/main" id="{1F887DA1-7C0E-4903-8506-7A354B4B936B}"/>
                    </a:ext>
                  </a:extLst>
                </p:cNvPr>
                <p:cNvPicPr/>
                <p:nvPr/>
              </p:nvPicPr>
              <p:blipFill>
                <a:blip r:embed="rId280"/>
                <a:stretch>
                  <a:fillRect/>
                </a:stretch>
              </p:blipFill>
              <p:spPr>
                <a:xfrm>
                  <a:off x="10796145" y="3052175"/>
                  <a:ext cx="25200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355" name="Ink 354">
                  <a:extLst>
                    <a:ext uri="{FF2B5EF4-FFF2-40B4-BE49-F238E27FC236}">
                      <a16:creationId xmlns:a16="http://schemas.microsoft.com/office/drawing/2014/main" id="{4B2892AE-E309-4D96-9906-177A2D449E7B}"/>
                    </a:ext>
                  </a:extLst>
                </p14:cNvPr>
                <p14:cNvContentPartPr/>
                <p14:nvPr/>
              </p14:nvContentPartPr>
              <p14:xfrm>
                <a:off x="11104665" y="3112655"/>
                <a:ext cx="105480" cy="201240"/>
              </p14:xfrm>
            </p:contentPart>
          </mc:Choice>
          <mc:Fallback xmlns="">
            <p:pic>
              <p:nvPicPr>
                <p:cNvPr id="355" name="Ink 354">
                  <a:extLst>
                    <a:ext uri="{FF2B5EF4-FFF2-40B4-BE49-F238E27FC236}">
                      <a16:creationId xmlns:a16="http://schemas.microsoft.com/office/drawing/2014/main" id="{4B2892AE-E309-4D96-9906-177A2D449E7B}"/>
                    </a:ext>
                  </a:extLst>
                </p:cNvPr>
                <p:cNvPicPr/>
                <p:nvPr/>
              </p:nvPicPr>
              <p:blipFill>
                <a:blip r:embed="rId282"/>
                <a:stretch>
                  <a:fillRect/>
                </a:stretch>
              </p:blipFill>
              <p:spPr>
                <a:xfrm>
                  <a:off x="11087025" y="3095015"/>
                  <a:ext cx="14112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357" name="Ink 356">
                  <a:extLst>
                    <a:ext uri="{FF2B5EF4-FFF2-40B4-BE49-F238E27FC236}">
                      <a16:creationId xmlns:a16="http://schemas.microsoft.com/office/drawing/2014/main" id="{C42E4FBC-9E95-4924-8672-A434D3672CAC}"/>
                    </a:ext>
                  </a:extLst>
                </p14:cNvPr>
                <p14:cNvContentPartPr/>
                <p14:nvPr/>
              </p14:nvContentPartPr>
              <p14:xfrm>
                <a:off x="11213745" y="3074495"/>
                <a:ext cx="130680" cy="189360"/>
              </p14:xfrm>
            </p:contentPart>
          </mc:Choice>
          <mc:Fallback xmlns="">
            <p:pic>
              <p:nvPicPr>
                <p:cNvPr id="357" name="Ink 356">
                  <a:extLst>
                    <a:ext uri="{FF2B5EF4-FFF2-40B4-BE49-F238E27FC236}">
                      <a16:creationId xmlns:a16="http://schemas.microsoft.com/office/drawing/2014/main" id="{C42E4FBC-9E95-4924-8672-A434D3672CAC}"/>
                    </a:ext>
                  </a:extLst>
                </p:cNvPr>
                <p:cNvPicPr/>
                <p:nvPr/>
              </p:nvPicPr>
              <p:blipFill>
                <a:blip r:embed="rId284"/>
                <a:stretch>
                  <a:fillRect/>
                </a:stretch>
              </p:blipFill>
              <p:spPr>
                <a:xfrm>
                  <a:off x="11195745" y="3056855"/>
                  <a:ext cx="16632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358" name="Ink 357">
                  <a:extLst>
                    <a:ext uri="{FF2B5EF4-FFF2-40B4-BE49-F238E27FC236}">
                      <a16:creationId xmlns:a16="http://schemas.microsoft.com/office/drawing/2014/main" id="{7D2BF75A-CF10-41E8-9991-8696F760F87A}"/>
                    </a:ext>
                  </a:extLst>
                </p14:cNvPr>
                <p14:cNvContentPartPr/>
                <p14:nvPr/>
              </p14:nvContentPartPr>
              <p14:xfrm>
                <a:off x="11332185" y="3101855"/>
                <a:ext cx="94680" cy="221760"/>
              </p14:xfrm>
            </p:contentPart>
          </mc:Choice>
          <mc:Fallback xmlns="">
            <p:pic>
              <p:nvPicPr>
                <p:cNvPr id="358" name="Ink 357">
                  <a:extLst>
                    <a:ext uri="{FF2B5EF4-FFF2-40B4-BE49-F238E27FC236}">
                      <a16:creationId xmlns:a16="http://schemas.microsoft.com/office/drawing/2014/main" id="{7D2BF75A-CF10-41E8-9991-8696F760F87A}"/>
                    </a:ext>
                  </a:extLst>
                </p:cNvPr>
                <p:cNvPicPr/>
                <p:nvPr/>
              </p:nvPicPr>
              <p:blipFill>
                <a:blip r:embed="rId286"/>
                <a:stretch>
                  <a:fillRect/>
                </a:stretch>
              </p:blipFill>
              <p:spPr>
                <a:xfrm>
                  <a:off x="11314545" y="3084215"/>
                  <a:ext cx="130320" cy="257400"/>
                </a:xfrm>
                <a:prstGeom prst="rect">
                  <a:avLst/>
                </a:prstGeom>
              </p:spPr>
            </p:pic>
          </mc:Fallback>
        </mc:AlternateContent>
      </p:grpSp>
      <p:grpSp>
        <p:nvGrpSpPr>
          <p:cNvPr id="365" name="Group 364">
            <a:extLst>
              <a:ext uri="{FF2B5EF4-FFF2-40B4-BE49-F238E27FC236}">
                <a16:creationId xmlns:a16="http://schemas.microsoft.com/office/drawing/2014/main" id="{A266A866-2019-4E0D-AD3A-4C7143B883A7}"/>
              </a:ext>
            </a:extLst>
          </p:cNvPr>
          <p:cNvGrpSpPr/>
          <p:nvPr/>
        </p:nvGrpSpPr>
        <p:grpSpPr>
          <a:xfrm>
            <a:off x="6546980" y="3805115"/>
            <a:ext cx="609480" cy="348120"/>
            <a:chOff x="6546980" y="3805115"/>
            <a:chExt cx="609480" cy="348120"/>
          </a:xfrm>
        </p:grpSpPr>
        <mc:AlternateContent xmlns:mc="http://schemas.openxmlformats.org/markup-compatibility/2006" xmlns:p14="http://schemas.microsoft.com/office/powerpoint/2010/main">
          <mc:Choice Requires="p14">
            <p:contentPart p14:bwMode="auto" r:id="rId287">
              <p14:nvContentPartPr>
                <p14:cNvPr id="361" name="Ink 360">
                  <a:extLst>
                    <a:ext uri="{FF2B5EF4-FFF2-40B4-BE49-F238E27FC236}">
                      <a16:creationId xmlns:a16="http://schemas.microsoft.com/office/drawing/2014/main" id="{03AC21F7-CB29-486C-ABC0-F871A4C2D152}"/>
                    </a:ext>
                  </a:extLst>
                </p14:cNvPr>
                <p14:cNvContentPartPr/>
                <p14:nvPr/>
              </p14:nvContentPartPr>
              <p14:xfrm>
                <a:off x="6546980" y="3805115"/>
                <a:ext cx="44280" cy="348120"/>
              </p14:xfrm>
            </p:contentPart>
          </mc:Choice>
          <mc:Fallback xmlns="">
            <p:pic>
              <p:nvPicPr>
                <p:cNvPr id="361" name="Ink 360">
                  <a:extLst>
                    <a:ext uri="{FF2B5EF4-FFF2-40B4-BE49-F238E27FC236}">
                      <a16:creationId xmlns:a16="http://schemas.microsoft.com/office/drawing/2014/main" id="{03AC21F7-CB29-486C-ABC0-F871A4C2D152}"/>
                    </a:ext>
                  </a:extLst>
                </p:cNvPr>
                <p:cNvPicPr/>
                <p:nvPr/>
              </p:nvPicPr>
              <p:blipFill>
                <a:blip r:embed="rId288"/>
                <a:stretch>
                  <a:fillRect/>
                </a:stretch>
              </p:blipFill>
              <p:spPr>
                <a:xfrm>
                  <a:off x="6528980" y="3787115"/>
                  <a:ext cx="79920" cy="38376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362" name="Ink 361">
                  <a:extLst>
                    <a:ext uri="{FF2B5EF4-FFF2-40B4-BE49-F238E27FC236}">
                      <a16:creationId xmlns:a16="http://schemas.microsoft.com/office/drawing/2014/main" id="{634EC13B-A74A-484C-9667-ABCFE24ED1B1}"/>
                    </a:ext>
                  </a:extLst>
                </p14:cNvPr>
                <p14:cNvContentPartPr/>
                <p14:nvPr/>
              </p14:nvContentPartPr>
              <p14:xfrm>
                <a:off x="6695300" y="3945155"/>
                <a:ext cx="196920" cy="194760"/>
              </p14:xfrm>
            </p:contentPart>
          </mc:Choice>
          <mc:Fallback xmlns="">
            <p:pic>
              <p:nvPicPr>
                <p:cNvPr id="362" name="Ink 361">
                  <a:extLst>
                    <a:ext uri="{FF2B5EF4-FFF2-40B4-BE49-F238E27FC236}">
                      <a16:creationId xmlns:a16="http://schemas.microsoft.com/office/drawing/2014/main" id="{634EC13B-A74A-484C-9667-ABCFE24ED1B1}"/>
                    </a:ext>
                  </a:extLst>
                </p:cNvPr>
                <p:cNvPicPr/>
                <p:nvPr/>
              </p:nvPicPr>
              <p:blipFill>
                <a:blip r:embed="rId290"/>
                <a:stretch>
                  <a:fillRect/>
                </a:stretch>
              </p:blipFill>
              <p:spPr>
                <a:xfrm>
                  <a:off x="6677300" y="3927515"/>
                  <a:ext cx="23256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363" name="Ink 362">
                  <a:extLst>
                    <a:ext uri="{FF2B5EF4-FFF2-40B4-BE49-F238E27FC236}">
                      <a16:creationId xmlns:a16="http://schemas.microsoft.com/office/drawing/2014/main" id="{41E49396-D84A-4F2C-8615-AA5F78778267}"/>
                    </a:ext>
                  </a:extLst>
                </p14:cNvPr>
                <p14:cNvContentPartPr/>
                <p14:nvPr/>
              </p14:nvContentPartPr>
              <p14:xfrm>
                <a:off x="6987620" y="3932915"/>
                <a:ext cx="136080" cy="23040"/>
              </p14:xfrm>
            </p:contentPart>
          </mc:Choice>
          <mc:Fallback xmlns="">
            <p:pic>
              <p:nvPicPr>
                <p:cNvPr id="363" name="Ink 362">
                  <a:extLst>
                    <a:ext uri="{FF2B5EF4-FFF2-40B4-BE49-F238E27FC236}">
                      <a16:creationId xmlns:a16="http://schemas.microsoft.com/office/drawing/2014/main" id="{41E49396-D84A-4F2C-8615-AA5F78778267}"/>
                    </a:ext>
                  </a:extLst>
                </p:cNvPr>
                <p:cNvPicPr/>
                <p:nvPr/>
              </p:nvPicPr>
              <p:blipFill>
                <a:blip r:embed="rId292"/>
                <a:stretch>
                  <a:fillRect/>
                </a:stretch>
              </p:blipFill>
              <p:spPr>
                <a:xfrm>
                  <a:off x="6969980" y="3915275"/>
                  <a:ext cx="17172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364" name="Ink 363">
                  <a:extLst>
                    <a:ext uri="{FF2B5EF4-FFF2-40B4-BE49-F238E27FC236}">
                      <a16:creationId xmlns:a16="http://schemas.microsoft.com/office/drawing/2014/main" id="{44EEB3FB-4F60-4416-BF88-AE7E7E8FDA62}"/>
                    </a:ext>
                  </a:extLst>
                </p14:cNvPr>
                <p14:cNvContentPartPr/>
                <p14:nvPr/>
              </p14:nvContentPartPr>
              <p14:xfrm>
                <a:off x="7021460" y="4004195"/>
                <a:ext cx="135000" cy="16920"/>
              </p14:xfrm>
            </p:contentPart>
          </mc:Choice>
          <mc:Fallback xmlns="">
            <p:pic>
              <p:nvPicPr>
                <p:cNvPr id="364" name="Ink 363">
                  <a:extLst>
                    <a:ext uri="{FF2B5EF4-FFF2-40B4-BE49-F238E27FC236}">
                      <a16:creationId xmlns:a16="http://schemas.microsoft.com/office/drawing/2014/main" id="{44EEB3FB-4F60-4416-BF88-AE7E7E8FDA62}"/>
                    </a:ext>
                  </a:extLst>
                </p:cNvPr>
                <p:cNvPicPr/>
                <p:nvPr/>
              </p:nvPicPr>
              <p:blipFill>
                <a:blip r:embed="rId294"/>
                <a:stretch>
                  <a:fillRect/>
                </a:stretch>
              </p:blipFill>
              <p:spPr>
                <a:xfrm>
                  <a:off x="7003460" y="3986195"/>
                  <a:ext cx="170640" cy="52560"/>
                </a:xfrm>
                <a:prstGeom prst="rect">
                  <a:avLst/>
                </a:prstGeom>
              </p:spPr>
            </p:pic>
          </mc:Fallback>
        </mc:AlternateContent>
      </p:grpSp>
      <p:grpSp>
        <p:nvGrpSpPr>
          <p:cNvPr id="372" name="Group 371">
            <a:extLst>
              <a:ext uri="{FF2B5EF4-FFF2-40B4-BE49-F238E27FC236}">
                <a16:creationId xmlns:a16="http://schemas.microsoft.com/office/drawing/2014/main" id="{2C144236-1185-4A5B-9AB2-7C248CB6CF45}"/>
              </a:ext>
            </a:extLst>
          </p:cNvPr>
          <p:cNvGrpSpPr/>
          <p:nvPr/>
        </p:nvGrpSpPr>
        <p:grpSpPr>
          <a:xfrm>
            <a:off x="7390820" y="3856595"/>
            <a:ext cx="679320" cy="262440"/>
            <a:chOff x="7390820" y="3856595"/>
            <a:chExt cx="679320" cy="262440"/>
          </a:xfrm>
        </p:grpSpPr>
        <mc:AlternateContent xmlns:mc="http://schemas.openxmlformats.org/markup-compatibility/2006" xmlns:p14="http://schemas.microsoft.com/office/powerpoint/2010/main">
          <mc:Choice Requires="p14">
            <p:contentPart p14:bwMode="auto" r:id="rId295">
              <p14:nvContentPartPr>
                <p14:cNvPr id="366" name="Ink 365">
                  <a:extLst>
                    <a:ext uri="{FF2B5EF4-FFF2-40B4-BE49-F238E27FC236}">
                      <a16:creationId xmlns:a16="http://schemas.microsoft.com/office/drawing/2014/main" id="{3D84464E-2530-4DF5-B10D-0FCE36FD801A}"/>
                    </a:ext>
                  </a:extLst>
                </p14:cNvPr>
                <p14:cNvContentPartPr/>
                <p14:nvPr/>
              </p14:nvContentPartPr>
              <p14:xfrm>
                <a:off x="7390820" y="3856595"/>
                <a:ext cx="19800" cy="251280"/>
              </p14:xfrm>
            </p:contentPart>
          </mc:Choice>
          <mc:Fallback xmlns="">
            <p:pic>
              <p:nvPicPr>
                <p:cNvPr id="366" name="Ink 365">
                  <a:extLst>
                    <a:ext uri="{FF2B5EF4-FFF2-40B4-BE49-F238E27FC236}">
                      <a16:creationId xmlns:a16="http://schemas.microsoft.com/office/drawing/2014/main" id="{3D84464E-2530-4DF5-B10D-0FCE36FD801A}"/>
                    </a:ext>
                  </a:extLst>
                </p:cNvPr>
                <p:cNvPicPr/>
                <p:nvPr/>
              </p:nvPicPr>
              <p:blipFill>
                <a:blip r:embed="rId296"/>
                <a:stretch>
                  <a:fillRect/>
                </a:stretch>
              </p:blipFill>
              <p:spPr>
                <a:xfrm>
                  <a:off x="7372820" y="3838955"/>
                  <a:ext cx="5544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367" name="Ink 366">
                  <a:extLst>
                    <a:ext uri="{FF2B5EF4-FFF2-40B4-BE49-F238E27FC236}">
                      <a16:creationId xmlns:a16="http://schemas.microsoft.com/office/drawing/2014/main" id="{8D0321F2-BCFF-43DF-A5E6-5A69ED4F3169}"/>
                    </a:ext>
                  </a:extLst>
                </p14:cNvPr>
                <p14:cNvContentPartPr/>
                <p14:nvPr/>
              </p14:nvContentPartPr>
              <p14:xfrm>
                <a:off x="7463540" y="3881435"/>
                <a:ext cx="115200" cy="219960"/>
              </p14:xfrm>
            </p:contentPart>
          </mc:Choice>
          <mc:Fallback xmlns="">
            <p:pic>
              <p:nvPicPr>
                <p:cNvPr id="367" name="Ink 366">
                  <a:extLst>
                    <a:ext uri="{FF2B5EF4-FFF2-40B4-BE49-F238E27FC236}">
                      <a16:creationId xmlns:a16="http://schemas.microsoft.com/office/drawing/2014/main" id="{8D0321F2-BCFF-43DF-A5E6-5A69ED4F3169}"/>
                    </a:ext>
                  </a:extLst>
                </p:cNvPr>
                <p:cNvPicPr/>
                <p:nvPr/>
              </p:nvPicPr>
              <p:blipFill>
                <a:blip r:embed="rId298"/>
                <a:stretch>
                  <a:fillRect/>
                </a:stretch>
              </p:blipFill>
              <p:spPr>
                <a:xfrm>
                  <a:off x="7445900" y="3863795"/>
                  <a:ext cx="15084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368" name="Ink 367">
                  <a:extLst>
                    <a:ext uri="{FF2B5EF4-FFF2-40B4-BE49-F238E27FC236}">
                      <a16:creationId xmlns:a16="http://schemas.microsoft.com/office/drawing/2014/main" id="{0A8A990A-AE0B-4835-8559-7346C2C9C769}"/>
                    </a:ext>
                  </a:extLst>
                </p14:cNvPr>
                <p14:cNvContentPartPr/>
                <p14:nvPr/>
              </p14:nvContentPartPr>
              <p14:xfrm>
                <a:off x="7603940" y="3886115"/>
                <a:ext cx="112320" cy="232920"/>
              </p14:xfrm>
            </p:contentPart>
          </mc:Choice>
          <mc:Fallback xmlns="">
            <p:pic>
              <p:nvPicPr>
                <p:cNvPr id="368" name="Ink 367">
                  <a:extLst>
                    <a:ext uri="{FF2B5EF4-FFF2-40B4-BE49-F238E27FC236}">
                      <a16:creationId xmlns:a16="http://schemas.microsoft.com/office/drawing/2014/main" id="{0A8A990A-AE0B-4835-8559-7346C2C9C769}"/>
                    </a:ext>
                  </a:extLst>
                </p:cNvPr>
                <p:cNvPicPr/>
                <p:nvPr/>
              </p:nvPicPr>
              <p:blipFill>
                <a:blip r:embed="rId300"/>
                <a:stretch>
                  <a:fillRect/>
                </a:stretch>
              </p:blipFill>
              <p:spPr>
                <a:xfrm>
                  <a:off x="7586300" y="3868115"/>
                  <a:ext cx="14796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369" name="Ink 368">
                  <a:extLst>
                    <a:ext uri="{FF2B5EF4-FFF2-40B4-BE49-F238E27FC236}">
                      <a16:creationId xmlns:a16="http://schemas.microsoft.com/office/drawing/2014/main" id="{7EE5B971-746D-4444-A888-522794C9BB31}"/>
                    </a:ext>
                  </a:extLst>
                </p14:cNvPr>
                <p14:cNvContentPartPr/>
                <p14:nvPr/>
              </p14:nvContentPartPr>
              <p14:xfrm>
                <a:off x="7791140" y="3951635"/>
                <a:ext cx="360" cy="360"/>
              </p14:xfrm>
            </p:contentPart>
          </mc:Choice>
          <mc:Fallback xmlns="">
            <p:pic>
              <p:nvPicPr>
                <p:cNvPr id="369" name="Ink 368">
                  <a:extLst>
                    <a:ext uri="{FF2B5EF4-FFF2-40B4-BE49-F238E27FC236}">
                      <a16:creationId xmlns:a16="http://schemas.microsoft.com/office/drawing/2014/main" id="{7EE5B971-746D-4444-A888-522794C9BB31}"/>
                    </a:ext>
                  </a:extLst>
                </p:cNvPr>
                <p:cNvPicPr/>
                <p:nvPr/>
              </p:nvPicPr>
              <p:blipFill>
                <a:blip r:embed="rId31"/>
                <a:stretch>
                  <a:fillRect/>
                </a:stretch>
              </p:blipFill>
              <p:spPr>
                <a:xfrm>
                  <a:off x="7773500" y="393399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370" name="Ink 369">
                  <a:extLst>
                    <a:ext uri="{FF2B5EF4-FFF2-40B4-BE49-F238E27FC236}">
                      <a16:creationId xmlns:a16="http://schemas.microsoft.com/office/drawing/2014/main" id="{11C8BD0F-F59E-4366-B64A-BD7B7730FDB3}"/>
                    </a:ext>
                  </a:extLst>
                </p14:cNvPr>
                <p14:cNvContentPartPr/>
                <p14:nvPr/>
              </p14:nvContentPartPr>
              <p14:xfrm>
                <a:off x="7743980" y="3958115"/>
                <a:ext cx="130680" cy="146880"/>
              </p14:xfrm>
            </p:contentPart>
          </mc:Choice>
          <mc:Fallback xmlns="">
            <p:pic>
              <p:nvPicPr>
                <p:cNvPr id="370" name="Ink 369">
                  <a:extLst>
                    <a:ext uri="{FF2B5EF4-FFF2-40B4-BE49-F238E27FC236}">
                      <a16:creationId xmlns:a16="http://schemas.microsoft.com/office/drawing/2014/main" id="{11C8BD0F-F59E-4366-B64A-BD7B7730FDB3}"/>
                    </a:ext>
                  </a:extLst>
                </p:cNvPr>
                <p:cNvPicPr/>
                <p:nvPr/>
              </p:nvPicPr>
              <p:blipFill>
                <a:blip r:embed="rId303"/>
                <a:stretch>
                  <a:fillRect/>
                </a:stretch>
              </p:blipFill>
              <p:spPr>
                <a:xfrm>
                  <a:off x="7726340" y="3940475"/>
                  <a:ext cx="16632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371" name="Ink 370">
                  <a:extLst>
                    <a:ext uri="{FF2B5EF4-FFF2-40B4-BE49-F238E27FC236}">
                      <a16:creationId xmlns:a16="http://schemas.microsoft.com/office/drawing/2014/main" id="{D6B6C146-0EEF-49BD-8F2A-686A10326DB2}"/>
                    </a:ext>
                  </a:extLst>
                </p14:cNvPr>
                <p14:cNvContentPartPr/>
                <p14:nvPr/>
              </p14:nvContentPartPr>
              <p14:xfrm>
                <a:off x="7900940" y="3932195"/>
                <a:ext cx="169200" cy="139680"/>
              </p14:xfrm>
            </p:contentPart>
          </mc:Choice>
          <mc:Fallback xmlns="">
            <p:pic>
              <p:nvPicPr>
                <p:cNvPr id="371" name="Ink 370">
                  <a:extLst>
                    <a:ext uri="{FF2B5EF4-FFF2-40B4-BE49-F238E27FC236}">
                      <a16:creationId xmlns:a16="http://schemas.microsoft.com/office/drawing/2014/main" id="{D6B6C146-0EEF-49BD-8F2A-686A10326DB2}"/>
                    </a:ext>
                  </a:extLst>
                </p:cNvPr>
                <p:cNvPicPr/>
                <p:nvPr/>
              </p:nvPicPr>
              <p:blipFill>
                <a:blip r:embed="rId305"/>
                <a:stretch>
                  <a:fillRect/>
                </a:stretch>
              </p:blipFill>
              <p:spPr>
                <a:xfrm>
                  <a:off x="7883300" y="3914195"/>
                  <a:ext cx="204840" cy="175320"/>
                </a:xfrm>
                <a:prstGeom prst="rect">
                  <a:avLst/>
                </a:prstGeom>
              </p:spPr>
            </p:pic>
          </mc:Fallback>
        </mc:AlternateContent>
      </p:grpSp>
      <p:grpSp>
        <p:nvGrpSpPr>
          <p:cNvPr id="386" name="Group 385">
            <a:extLst>
              <a:ext uri="{FF2B5EF4-FFF2-40B4-BE49-F238E27FC236}">
                <a16:creationId xmlns:a16="http://schemas.microsoft.com/office/drawing/2014/main" id="{F1F4562A-DFB5-4D91-8D24-FAC66E86243C}"/>
              </a:ext>
            </a:extLst>
          </p:cNvPr>
          <p:cNvGrpSpPr/>
          <p:nvPr/>
        </p:nvGrpSpPr>
        <p:grpSpPr>
          <a:xfrm>
            <a:off x="6558140" y="4303715"/>
            <a:ext cx="669240" cy="378360"/>
            <a:chOff x="6558140" y="4303715"/>
            <a:chExt cx="669240" cy="378360"/>
          </a:xfrm>
        </p:grpSpPr>
        <mc:AlternateContent xmlns:mc="http://schemas.openxmlformats.org/markup-compatibility/2006" xmlns:p14="http://schemas.microsoft.com/office/powerpoint/2010/main">
          <mc:Choice Requires="p14">
            <p:contentPart p14:bwMode="auto" r:id="rId306">
              <p14:nvContentPartPr>
                <p14:cNvPr id="373" name="Ink 372">
                  <a:extLst>
                    <a:ext uri="{FF2B5EF4-FFF2-40B4-BE49-F238E27FC236}">
                      <a16:creationId xmlns:a16="http://schemas.microsoft.com/office/drawing/2014/main" id="{EEBEEC30-FB80-4036-902E-44B4838E1726}"/>
                    </a:ext>
                  </a:extLst>
                </p14:cNvPr>
                <p14:cNvContentPartPr/>
                <p14:nvPr/>
              </p14:nvContentPartPr>
              <p14:xfrm>
                <a:off x="6558140" y="4327115"/>
                <a:ext cx="44280" cy="327960"/>
              </p14:xfrm>
            </p:contentPart>
          </mc:Choice>
          <mc:Fallback xmlns="">
            <p:pic>
              <p:nvPicPr>
                <p:cNvPr id="373" name="Ink 372">
                  <a:extLst>
                    <a:ext uri="{FF2B5EF4-FFF2-40B4-BE49-F238E27FC236}">
                      <a16:creationId xmlns:a16="http://schemas.microsoft.com/office/drawing/2014/main" id="{EEBEEC30-FB80-4036-902E-44B4838E1726}"/>
                    </a:ext>
                  </a:extLst>
                </p:cNvPr>
                <p:cNvPicPr/>
                <p:nvPr/>
              </p:nvPicPr>
              <p:blipFill>
                <a:blip r:embed="rId307"/>
                <a:stretch>
                  <a:fillRect/>
                </a:stretch>
              </p:blipFill>
              <p:spPr>
                <a:xfrm>
                  <a:off x="6540140" y="4309115"/>
                  <a:ext cx="79920" cy="36360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374" name="Ink 373">
                  <a:extLst>
                    <a:ext uri="{FF2B5EF4-FFF2-40B4-BE49-F238E27FC236}">
                      <a16:creationId xmlns:a16="http://schemas.microsoft.com/office/drawing/2014/main" id="{7683AC67-9962-42C3-8953-BD8FC164784A}"/>
                    </a:ext>
                  </a:extLst>
                </p14:cNvPr>
                <p14:cNvContentPartPr/>
                <p14:nvPr/>
              </p14:nvContentPartPr>
              <p14:xfrm>
                <a:off x="6678740" y="4443755"/>
                <a:ext cx="218880" cy="238320"/>
              </p14:xfrm>
            </p:contentPart>
          </mc:Choice>
          <mc:Fallback xmlns="">
            <p:pic>
              <p:nvPicPr>
                <p:cNvPr id="374" name="Ink 373">
                  <a:extLst>
                    <a:ext uri="{FF2B5EF4-FFF2-40B4-BE49-F238E27FC236}">
                      <a16:creationId xmlns:a16="http://schemas.microsoft.com/office/drawing/2014/main" id="{7683AC67-9962-42C3-8953-BD8FC164784A}"/>
                    </a:ext>
                  </a:extLst>
                </p:cNvPr>
                <p:cNvPicPr/>
                <p:nvPr/>
              </p:nvPicPr>
              <p:blipFill>
                <a:blip r:embed="rId309"/>
                <a:stretch>
                  <a:fillRect/>
                </a:stretch>
              </p:blipFill>
              <p:spPr>
                <a:xfrm>
                  <a:off x="6661100" y="4426115"/>
                  <a:ext cx="25452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375" name="Ink 374">
                  <a:extLst>
                    <a:ext uri="{FF2B5EF4-FFF2-40B4-BE49-F238E27FC236}">
                      <a16:creationId xmlns:a16="http://schemas.microsoft.com/office/drawing/2014/main" id="{788CE727-D394-49F1-8C44-7A89CCC2F05A}"/>
                    </a:ext>
                  </a:extLst>
                </p14:cNvPr>
                <p14:cNvContentPartPr/>
                <p14:nvPr/>
              </p14:nvContentPartPr>
              <p14:xfrm>
                <a:off x="6901220" y="4303715"/>
                <a:ext cx="160200" cy="92880"/>
              </p14:xfrm>
            </p:contentPart>
          </mc:Choice>
          <mc:Fallback xmlns="">
            <p:pic>
              <p:nvPicPr>
                <p:cNvPr id="375" name="Ink 374">
                  <a:extLst>
                    <a:ext uri="{FF2B5EF4-FFF2-40B4-BE49-F238E27FC236}">
                      <a16:creationId xmlns:a16="http://schemas.microsoft.com/office/drawing/2014/main" id="{788CE727-D394-49F1-8C44-7A89CCC2F05A}"/>
                    </a:ext>
                  </a:extLst>
                </p:cNvPr>
                <p:cNvPicPr/>
                <p:nvPr/>
              </p:nvPicPr>
              <p:blipFill>
                <a:blip r:embed="rId311"/>
                <a:stretch>
                  <a:fillRect/>
                </a:stretch>
              </p:blipFill>
              <p:spPr>
                <a:xfrm>
                  <a:off x="6883220" y="4286075"/>
                  <a:ext cx="19584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376" name="Ink 375">
                  <a:extLst>
                    <a:ext uri="{FF2B5EF4-FFF2-40B4-BE49-F238E27FC236}">
                      <a16:creationId xmlns:a16="http://schemas.microsoft.com/office/drawing/2014/main" id="{AE63708C-1904-45FE-A968-97FC48B461DE}"/>
                    </a:ext>
                  </a:extLst>
                </p14:cNvPr>
                <p14:cNvContentPartPr/>
                <p14:nvPr/>
              </p14:nvContentPartPr>
              <p14:xfrm>
                <a:off x="7093460" y="4462835"/>
                <a:ext cx="93600" cy="13680"/>
              </p14:xfrm>
            </p:contentPart>
          </mc:Choice>
          <mc:Fallback xmlns="">
            <p:pic>
              <p:nvPicPr>
                <p:cNvPr id="376" name="Ink 375">
                  <a:extLst>
                    <a:ext uri="{FF2B5EF4-FFF2-40B4-BE49-F238E27FC236}">
                      <a16:creationId xmlns:a16="http://schemas.microsoft.com/office/drawing/2014/main" id="{AE63708C-1904-45FE-A968-97FC48B461DE}"/>
                    </a:ext>
                  </a:extLst>
                </p:cNvPr>
                <p:cNvPicPr/>
                <p:nvPr/>
              </p:nvPicPr>
              <p:blipFill>
                <a:blip r:embed="rId313"/>
                <a:stretch>
                  <a:fillRect/>
                </a:stretch>
              </p:blipFill>
              <p:spPr>
                <a:xfrm>
                  <a:off x="7075820" y="4444835"/>
                  <a:ext cx="12924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377" name="Ink 376">
                  <a:extLst>
                    <a:ext uri="{FF2B5EF4-FFF2-40B4-BE49-F238E27FC236}">
                      <a16:creationId xmlns:a16="http://schemas.microsoft.com/office/drawing/2014/main" id="{72D6049D-0830-442C-A4C7-174E3C7C8A7B}"/>
                    </a:ext>
                  </a:extLst>
                </p14:cNvPr>
                <p14:cNvContentPartPr/>
                <p14:nvPr/>
              </p14:nvContentPartPr>
              <p14:xfrm>
                <a:off x="7119740" y="4539515"/>
                <a:ext cx="107640" cy="8640"/>
              </p14:xfrm>
            </p:contentPart>
          </mc:Choice>
          <mc:Fallback xmlns="">
            <p:pic>
              <p:nvPicPr>
                <p:cNvPr id="377" name="Ink 376">
                  <a:extLst>
                    <a:ext uri="{FF2B5EF4-FFF2-40B4-BE49-F238E27FC236}">
                      <a16:creationId xmlns:a16="http://schemas.microsoft.com/office/drawing/2014/main" id="{72D6049D-0830-442C-A4C7-174E3C7C8A7B}"/>
                    </a:ext>
                  </a:extLst>
                </p:cNvPr>
                <p:cNvPicPr/>
                <p:nvPr/>
              </p:nvPicPr>
              <p:blipFill>
                <a:blip r:embed="rId315"/>
                <a:stretch>
                  <a:fillRect/>
                </a:stretch>
              </p:blipFill>
              <p:spPr>
                <a:xfrm>
                  <a:off x="7101740" y="4521515"/>
                  <a:ext cx="143280" cy="44280"/>
                </a:xfrm>
                <a:prstGeom prst="rect">
                  <a:avLst/>
                </a:prstGeom>
              </p:spPr>
            </p:pic>
          </mc:Fallback>
        </mc:AlternateContent>
      </p:grpSp>
      <p:grpSp>
        <p:nvGrpSpPr>
          <p:cNvPr id="385" name="Group 384">
            <a:extLst>
              <a:ext uri="{FF2B5EF4-FFF2-40B4-BE49-F238E27FC236}">
                <a16:creationId xmlns:a16="http://schemas.microsoft.com/office/drawing/2014/main" id="{203CCB63-E6CA-45DA-B478-6EC5D6632F4C}"/>
              </a:ext>
            </a:extLst>
          </p:cNvPr>
          <p:cNvGrpSpPr/>
          <p:nvPr/>
        </p:nvGrpSpPr>
        <p:grpSpPr>
          <a:xfrm>
            <a:off x="7429340" y="4245035"/>
            <a:ext cx="807120" cy="376560"/>
            <a:chOff x="7429340" y="4245035"/>
            <a:chExt cx="807120" cy="376560"/>
          </a:xfrm>
        </p:grpSpPr>
        <mc:AlternateContent xmlns:mc="http://schemas.openxmlformats.org/markup-compatibility/2006" xmlns:p14="http://schemas.microsoft.com/office/powerpoint/2010/main">
          <mc:Choice Requires="p14">
            <p:contentPart p14:bwMode="auto" r:id="rId316">
              <p14:nvContentPartPr>
                <p14:cNvPr id="378" name="Ink 377">
                  <a:extLst>
                    <a:ext uri="{FF2B5EF4-FFF2-40B4-BE49-F238E27FC236}">
                      <a16:creationId xmlns:a16="http://schemas.microsoft.com/office/drawing/2014/main" id="{FF707BC2-40CB-4240-8C32-BB6272CE4676}"/>
                    </a:ext>
                  </a:extLst>
                </p14:cNvPr>
                <p14:cNvContentPartPr/>
                <p14:nvPr/>
              </p14:nvContentPartPr>
              <p14:xfrm>
                <a:off x="7429340" y="4317035"/>
                <a:ext cx="17640" cy="273960"/>
              </p14:xfrm>
            </p:contentPart>
          </mc:Choice>
          <mc:Fallback xmlns="">
            <p:pic>
              <p:nvPicPr>
                <p:cNvPr id="378" name="Ink 377">
                  <a:extLst>
                    <a:ext uri="{FF2B5EF4-FFF2-40B4-BE49-F238E27FC236}">
                      <a16:creationId xmlns:a16="http://schemas.microsoft.com/office/drawing/2014/main" id="{FF707BC2-40CB-4240-8C32-BB6272CE4676}"/>
                    </a:ext>
                  </a:extLst>
                </p:cNvPr>
                <p:cNvPicPr/>
                <p:nvPr/>
              </p:nvPicPr>
              <p:blipFill>
                <a:blip r:embed="rId317"/>
                <a:stretch>
                  <a:fillRect/>
                </a:stretch>
              </p:blipFill>
              <p:spPr>
                <a:xfrm>
                  <a:off x="7411340" y="4299035"/>
                  <a:ext cx="53280" cy="30960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379" name="Ink 378">
                  <a:extLst>
                    <a:ext uri="{FF2B5EF4-FFF2-40B4-BE49-F238E27FC236}">
                      <a16:creationId xmlns:a16="http://schemas.microsoft.com/office/drawing/2014/main" id="{A80B9C78-02FE-47B3-816C-35EB88ECD00E}"/>
                    </a:ext>
                  </a:extLst>
                </p14:cNvPr>
                <p14:cNvContentPartPr/>
                <p14:nvPr/>
              </p14:nvContentPartPr>
              <p14:xfrm>
                <a:off x="7488740" y="4382555"/>
                <a:ext cx="120960" cy="197280"/>
              </p14:xfrm>
            </p:contentPart>
          </mc:Choice>
          <mc:Fallback xmlns="">
            <p:pic>
              <p:nvPicPr>
                <p:cNvPr id="379" name="Ink 378">
                  <a:extLst>
                    <a:ext uri="{FF2B5EF4-FFF2-40B4-BE49-F238E27FC236}">
                      <a16:creationId xmlns:a16="http://schemas.microsoft.com/office/drawing/2014/main" id="{A80B9C78-02FE-47B3-816C-35EB88ECD00E}"/>
                    </a:ext>
                  </a:extLst>
                </p:cNvPr>
                <p:cNvPicPr/>
                <p:nvPr/>
              </p:nvPicPr>
              <p:blipFill>
                <a:blip r:embed="rId319"/>
                <a:stretch>
                  <a:fillRect/>
                </a:stretch>
              </p:blipFill>
              <p:spPr>
                <a:xfrm>
                  <a:off x="7470740" y="4364555"/>
                  <a:ext cx="15660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380" name="Ink 379">
                  <a:extLst>
                    <a:ext uri="{FF2B5EF4-FFF2-40B4-BE49-F238E27FC236}">
                      <a16:creationId xmlns:a16="http://schemas.microsoft.com/office/drawing/2014/main" id="{7B02CB52-8374-4854-8D19-DFFBBC4F6312}"/>
                    </a:ext>
                  </a:extLst>
                </p14:cNvPr>
                <p14:cNvContentPartPr/>
                <p14:nvPr/>
              </p14:nvContentPartPr>
              <p14:xfrm>
                <a:off x="7613660" y="4376435"/>
                <a:ext cx="91440" cy="180000"/>
              </p14:xfrm>
            </p:contentPart>
          </mc:Choice>
          <mc:Fallback xmlns="">
            <p:pic>
              <p:nvPicPr>
                <p:cNvPr id="380" name="Ink 379">
                  <a:extLst>
                    <a:ext uri="{FF2B5EF4-FFF2-40B4-BE49-F238E27FC236}">
                      <a16:creationId xmlns:a16="http://schemas.microsoft.com/office/drawing/2014/main" id="{7B02CB52-8374-4854-8D19-DFFBBC4F6312}"/>
                    </a:ext>
                  </a:extLst>
                </p:cNvPr>
                <p:cNvPicPr/>
                <p:nvPr/>
              </p:nvPicPr>
              <p:blipFill>
                <a:blip r:embed="rId321"/>
                <a:stretch>
                  <a:fillRect/>
                </a:stretch>
              </p:blipFill>
              <p:spPr>
                <a:xfrm>
                  <a:off x="7595660" y="4358435"/>
                  <a:ext cx="12708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381" name="Ink 380">
                  <a:extLst>
                    <a:ext uri="{FF2B5EF4-FFF2-40B4-BE49-F238E27FC236}">
                      <a16:creationId xmlns:a16="http://schemas.microsoft.com/office/drawing/2014/main" id="{2027AE97-8757-459B-9937-1C737F53996E}"/>
                    </a:ext>
                  </a:extLst>
                </p14:cNvPr>
                <p14:cNvContentPartPr/>
                <p14:nvPr/>
              </p14:nvContentPartPr>
              <p14:xfrm>
                <a:off x="7716620" y="4292555"/>
                <a:ext cx="94320" cy="87480"/>
              </p14:xfrm>
            </p:contentPart>
          </mc:Choice>
          <mc:Fallback xmlns="">
            <p:pic>
              <p:nvPicPr>
                <p:cNvPr id="381" name="Ink 380">
                  <a:extLst>
                    <a:ext uri="{FF2B5EF4-FFF2-40B4-BE49-F238E27FC236}">
                      <a16:creationId xmlns:a16="http://schemas.microsoft.com/office/drawing/2014/main" id="{2027AE97-8757-459B-9937-1C737F53996E}"/>
                    </a:ext>
                  </a:extLst>
                </p:cNvPr>
                <p:cNvPicPr/>
                <p:nvPr/>
              </p:nvPicPr>
              <p:blipFill>
                <a:blip r:embed="rId323"/>
                <a:stretch>
                  <a:fillRect/>
                </a:stretch>
              </p:blipFill>
              <p:spPr>
                <a:xfrm>
                  <a:off x="7698980" y="4274915"/>
                  <a:ext cx="12996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382" name="Ink 381">
                  <a:extLst>
                    <a:ext uri="{FF2B5EF4-FFF2-40B4-BE49-F238E27FC236}">
                      <a16:creationId xmlns:a16="http://schemas.microsoft.com/office/drawing/2014/main" id="{6B7FD849-3DE0-468B-9343-58BC36271EC4}"/>
                    </a:ext>
                  </a:extLst>
                </p14:cNvPr>
                <p14:cNvContentPartPr/>
                <p14:nvPr/>
              </p14:nvContentPartPr>
              <p14:xfrm>
                <a:off x="7850180" y="4415315"/>
                <a:ext cx="88200" cy="206280"/>
              </p14:xfrm>
            </p:contentPart>
          </mc:Choice>
          <mc:Fallback xmlns="">
            <p:pic>
              <p:nvPicPr>
                <p:cNvPr id="382" name="Ink 381">
                  <a:extLst>
                    <a:ext uri="{FF2B5EF4-FFF2-40B4-BE49-F238E27FC236}">
                      <a16:creationId xmlns:a16="http://schemas.microsoft.com/office/drawing/2014/main" id="{6B7FD849-3DE0-468B-9343-58BC36271EC4}"/>
                    </a:ext>
                  </a:extLst>
                </p:cNvPr>
                <p:cNvPicPr/>
                <p:nvPr/>
              </p:nvPicPr>
              <p:blipFill>
                <a:blip r:embed="rId325"/>
                <a:stretch>
                  <a:fillRect/>
                </a:stretch>
              </p:blipFill>
              <p:spPr>
                <a:xfrm>
                  <a:off x="7832180" y="4397315"/>
                  <a:ext cx="12384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383" name="Ink 382">
                  <a:extLst>
                    <a:ext uri="{FF2B5EF4-FFF2-40B4-BE49-F238E27FC236}">
                      <a16:creationId xmlns:a16="http://schemas.microsoft.com/office/drawing/2014/main" id="{1BD2CADA-54D8-4B58-A9FE-F3F0C5AA5357}"/>
                    </a:ext>
                  </a:extLst>
                </p14:cNvPr>
                <p14:cNvContentPartPr/>
                <p14:nvPr/>
              </p14:nvContentPartPr>
              <p14:xfrm>
                <a:off x="7964300" y="4419995"/>
                <a:ext cx="163080" cy="156600"/>
              </p14:xfrm>
            </p:contentPart>
          </mc:Choice>
          <mc:Fallback xmlns="">
            <p:pic>
              <p:nvPicPr>
                <p:cNvPr id="383" name="Ink 382">
                  <a:extLst>
                    <a:ext uri="{FF2B5EF4-FFF2-40B4-BE49-F238E27FC236}">
                      <a16:creationId xmlns:a16="http://schemas.microsoft.com/office/drawing/2014/main" id="{1BD2CADA-54D8-4B58-A9FE-F3F0C5AA5357}"/>
                    </a:ext>
                  </a:extLst>
                </p:cNvPr>
                <p:cNvPicPr/>
                <p:nvPr/>
              </p:nvPicPr>
              <p:blipFill>
                <a:blip r:embed="rId327"/>
                <a:stretch>
                  <a:fillRect/>
                </a:stretch>
              </p:blipFill>
              <p:spPr>
                <a:xfrm>
                  <a:off x="7946300" y="4401995"/>
                  <a:ext cx="19872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384" name="Ink 383">
                  <a:extLst>
                    <a:ext uri="{FF2B5EF4-FFF2-40B4-BE49-F238E27FC236}">
                      <a16:creationId xmlns:a16="http://schemas.microsoft.com/office/drawing/2014/main" id="{39572C5D-7447-4DF2-8CF7-3E41ACE28D97}"/>
                    </a:ext>
                  </a:extLst>
                </p14:cNvPr>
                <p14:cNvContentPartPr/>
                <p14:nvPr/>
              </p14:nvContentPartPr>
              <p14:xfrm>
                <a:off x="8128460" y="4245035"/>
                <a:ext cx="108000" cy="129960"/>
              </p14:xfrm>
            </p:contentPart>
          </mc:Choice>
          <mc:Fallback xmlns="">
            <p:pic>
              <p:nvPicPr>
                <p:cNvPr id="384" name="Ink 383">
                  <a:extLst>
                    <a:ext uri="{FF2B5EF4-FFF2-40B4-BE49-F238E27FC236}">
                      <a16:creationId xmlns:a16="http://schemas.microsoft.com/office/drawing/2014/main" id="{39572C5D-7447-4DF2-8CF7-3E41ACE28D97}"/>
                    </a:ext>
                  </a:extLst>
                </p:cNvPr>
                <p:cNvPicPr/>
                <p:nvPr/>
              </p:nvPicPr>
              <p:blipFill>
                <a:blip r:embed="rId329"/>
                <a:stretch>
                  <a:fillRect/>
                </a:stretch>
              </p:blipFill>
              <p:spPr>
                <a:xfrm>
                  <a:off x="8110460" y="4227035"/>
                  <a:ext cx="143640" cy="165600"/>
                </a:xfrm>
                <a:prstGeom prst="rect">
                  <a:avLst/>
                </a:prstGeom>
              </p:spPr>
            </p:pic>
          </mc:Fallback>
        </mc:AlternateContent>
      </p:grpSp>
      <p:grpSp>
        <p:nvGrpSpPr>
          <p:cNvPr id="407" name="Group 406">
            <a:extLst>
              <a:ext uri="{FF2B5EF4-FFF2-40B4-BE49-F238E27FC236}">
                <a16:creationId xmlns:a16="http://schemas.microsoft.com/office/drawing/2014/main" id="{AF1C1FD4-A5C3-44AF-BBE3-A7F44B6A2795}"/>
              </a:ext>
            </a:extLst>
          </p:cNvPr>
          <p:cNvGrpSpPr/>
          <p:nvPr/>
        </p:nvGrpSpPr>
        <p:grpSpPr>
          <a:xfrm>
            <a:off x="6552020" y="4787555"/>
            <a:ext cx="2814480" cy="483120"/>
            <a:chOff x="6552020" y="4787555"/>
            <a:chExt cx="2814480" cy="483120"/>
          </a:xfrm>
        </p:grpSpPr>
        <mc:AlternateContent xmlns:mc="http://schemas.openxmlformats.org/markup-compatibility/2006" xmlns:p14="http://schemas.microsoft.com/office/powerpoint/2010/main">
          <mc:Choice Requires="p14">
            <p:contentPart p14:bwMode="auto" r:id="rId330">
              <p14:nvContentPartPr>
                <p14:cNvPr id="387" name="Ink 386">
                  <a:extLst>
                    <a:ext uri="{FF2B5EF4-FFF2-40B4-BE49-F238E27FC236}">
                      <a16:creationId xmlns:a16="http://schemas.microsoft.com/office/drawing/2014/main" id="{340FBB36-6B6E-48DB-A48D-E7FDCC532342}"/>
                    </a:ext>
                  </a:extLst>
                </p14:cNvPr>
                <p14:cNvContentPartPr/>
                <p14:nvPr/>
              </p14:nvContentPartPr>
              <p14:xfrm>
                <a:off x="6552020" y="4841915"/>
                <a:ext cx="174960" cy="379080"/>
              </p14:xfrm>
            </p:contentPart>
          </mc:Choice>
          <mc:Fallback xmlns="">
            <p:pic>
              <p:nvPicPr>
                <p:cNvPr id="387" name="Ink 386">
                  <a:extLst>
                    <a:ext uri="{FF2B5EF4-FFF2-40B4-BE49-F238E27FC236}">
                      <a16:creationId xmlns:a16="http://schemas.microsoft.com/office/drawing/2014/main" id="{340FBB36-6B6E-48DB-A48D-E7FDCC532342}"/>
                    </a:ext>
                  </a:extLst>
                </p:cNvPr>
                <p:cNvPicPr/>
                <p:nvPr/>
              </p:nvPicPr>
              <p:blipFill>
                <a:blip r:embed="rId331"/>
                <a:stretch>
                  <a:fillRect/>
                </a:stretch>
              </p:blipFill>
              <p:spPr>
                <a:xfrm>
                  <a:off x="6534020" y="4824275"/>
                  <a:ext cx="210600" cy="41472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388" name="Ink 387">
                  <a:extLst>
                    <a:ext uri="{FF2B5EF4-FFF2-40B4-BE49-F238E27FC236}">
                      <a16:creationId xmlns:a16="http://schemas.microsoft.com/office/drawing/2014/main" id="{3DB8D202-BE3F-4061-A968-F324F82EF4EF}"/>
                    </a:ext>
                  </a:extLst>
                </p14:cNvPr>
                <p14:cNvContentPartPr/>
                <p14:nvPr/>
              </p14:nvContentPartPr>
              <p14:xfrm>
                <a:off x="6804740" y="5030915"/>
                <a:ext cx="10800" cy="27000"/>
              </p14:xfrm>
            </p:contentPart>
          </mc:Choice>
          <mc:Fallback xmlns="">
            <p:pic>
              <p:nvPicPr>
                <p:cNvPr id="388" name="Ink 387">
                  <a:extLst>
                    <a:ext uri="{FF2B5EF4-FFF2-40B4-BE49-F238E27FC236}">
                      <a16:creationId xmlns:a16="http://schemas.microsoft.com/office/drawing/2014/main" id="{3DB8D202-BE3F-4061-A968-F324F82EF4EF}"/>
                    </a:ext>
                  </a:extLst>
                </p:cNvPr>
                <p:cNvPicPr/>
                <p:nvPr/>
              </p:nvPicPr>
              <p:blipFill>
                <a:blip r:embed="rId333"/>
                <a:stretch>
                  <a:fillRect/>
                </a:stretch>
              </p:blipFill>
              <p:spPr>
                <a:xfrm>
                  <a:off x="6787100" y="5012915"/>
                  <a:ext cx="4644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389" name="Ink 388">
                  <a:extLst>
                    <a:ext uri="{FF2B5EF4-FFF2-40B4-BE49-F238E27FC236}">
                      <a16:creationId xmlns:a16="http://schemas.microsoft.com/office/drawing/2014/main" id="{B5E3A2D6-D969-4DE8-817E-830D01216085}"/>
                    </a:ext>
                  </a:extLst>
                </p14:cNvPr>
                <p14:cNvContentPartPr/>
                <p14:nvPr/>
              </p14:nvContentPartPr>
              <p14:xfrm>
                <a:off x="6915980" y="4866755"/>
                <a:ext cx="106200" cy="312840"/>
              </p14:xfrm>
            </p:contentPart>
          </mc:Choice>
          <mc:Fallback xmlns="">
            <p:pic>
              <p:nvPicPr>
                <p:cNvPr id="389" name="Ink 388">
                  <a:extLst>
                    <a:ext uri="{FF2B5EF4-FFF2-40B4-BE49-F238E27FC236}">
                      <a16:creationId xmlns:a16="http://schemas.microsoft.com/office/drawing/2014/main" id="{B5E3A2D6-D969-4DE8-817E-830D01216085}"/>
                    </a:ext>
                  </a:extLst>
                </p:cNvPr>
                <p:cNvPicPr/>
                <p:nvPr/>
              </p:nvPicPr>
              <p:blipFill>
                <a:blip r:embed="rId335"/>
                <a:stretch>
                  <a:fillRect/>
                </a:stretch>
              </p:blipFill>
              <p:spPr>
                <a:xfrm>
                  <a:off x="6897980" y="4848755"/>
                  <a:ext cx="141840" cy="34848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391" name="Ink 390">
                  <a:extLst>
                    <a:ext uri="{FF2B5EF4-FFF2-40B4-BE49-F238E27FC236}">
                      <a16:creationId xmlns:a16="http://schemas.microsoft.com/office/drawing/2014/main" id="{AB90BB8C-F68B-4489-9327-D05027DEF340}"/>
                    </a:ext>
                  </a:extLst>
                </p14:cNvPr>
                <p14:cNvContentPartPr/>
                <p14:nvPr/>
              </p14:nvContentPartPr>
              <p14:xfrm>
                <a:off x="7082660" y="5007515"/>
                <a:ext cx="141120" cy="217800"/>
              </p14:xfrm>
            </p:contentPart>
          </mc:Choice>
          <mc:Fallback xmlns="">
            <p:pic>
              <p:nvPicPr>
                <p:cNvPr id="391" name="Ink 390">
                  <a:extLst>
                    <a:ext uri="{FF2B5EF4-FFF2-40B4-BE49-F238E27FC236}">
                      <a16:creationId xmlns:a16="http://schemas.microsoft.com/office/drawing/2014/main" id="{AB90BB8C-F68B-4489-9327-D05027DEF340}"/>
                    </a:ext>
                  </a:extLst>
                </p:cNvPr>
                <p:cNvPicPr/>
                <p:nvPr/>
              </p:nvPicPr>
              <p:blipFill>
                <a:blip r:embed="rId337"/>
                <a:stretch>
                  <a:fillRect/>
                </a:stretch>
              </p:blipFill>
              <p:spPr>
                <a:xfrm>
                  <a:off x="7064660" y="4989515"/>
                  <a:ext cx="17676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392" name="Ink 391">
                  <a:extLst>
                    <a:ext uri="{FF2B5EF4-FFF2-40B4-BE49-F238E27FC236}">
                      <a16:creationId xmlns:a16="http://schemas.microsoft.com/office/drawing/2014/main" id="{19665125-E038-4B80-9352-28C5495585A2}"/>
                    </a:ext>
                  </a:extLst>
                </p14:cNvPr>
                <p14:cNvContentPartPr/>
                <p14:nvPr/>
              </p14:nvContentPartPr>
              <p14:xfrm>
                <a:off x="7204700" y="4796555"/>
                <a:ext cx="119520" cy="144360"/>
              </p14:xfrm>
            </p:contentPart>
          </mc:Choice>
          <mc:Fallback xmlns="">
            <p:pic>
              <p:nvPicPr>
                <p:cNvPr id="392" name="Ink 391">
                  <a:extLst>
                    <a:ext uri="{FF2B5EF4-FFF2-40B4-BE49-F238E27FC236}">
                      <a16:creationId xmlns:a16="http://schemas.microsoft.com/office/drawing/2014/main" id="{19665125-E038-4B80-9352-28C5495585A2}"/>
                    </a:ext>
                  </a:extLst>
                </p:cNvPr>
                <p:cNvPicPr/>
                <p:nvPr/>
              </p:nvPicPr>
              <p:blipFill>
                <a:blip r:embed="rId339"/>
                <a:stretch>
                  <a:fillRect/>
                </a:stretch>
              </p:blipFill>
              <p:spPr>
                <a:xfrm>
                  <a:off x="7187060" y="4778915"/>
                  <a:ext cx="15516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393" name="Ink 392">
                  <a:extLst>
                    <a:ext uri="{FF2B5EF4-FFF2-40B4-BE49-F238E27FC236}">
                      <a16:creationId xmlns:a16="http://schemas.microsoft.com/office/drawing/2014/main" id="{9F1C1F5C-4408-41EC-A673-1721C0CE0DDC}"/>
                    </a:ext>
                  </a:extLst>
                </p14:cNvPr>
                <p14:cNvContentPartPr/>
                <p14:nvPr/>
              </p14:nvContentPartPr>
              <p14:xfrm>
                <a:off x="7439780" y="4971875"/>
                <a:ext cx="101160" cy="15480"/>
              </p14:xfrm>
            </p:contentPart>
          </mc:Choice>
          <mc:Fallback xmlns="">
            <p:pic>
              <p:nvPicPr>
                <p:cNvPr id="393" name="Ink 392">
                  <a:extLst>
                    <a:ext uri="{FF2B5EF4-FFF2-40B4-BE49-F238E27FC236}">
                      <a16:creationId xmlns:a16="http://schemas.microsoft.com/office/drawing/2014/main" id="{9F1C1F5C-4408-41EC-A673-1721C0CE0DDC}"/>
                    </a:ext>
                  </a:extLst>
                </p:cNvPr>
                <p:cNvPicPr/>
                <p:nvPr/>
              </p:nvPicPr>
              <p:blipFill>
                <a:blip r:embed="rId341"/>
                <a:stretch>
                  <a:fillRect/>
                </a:stretch>
              </p:blipFill>
              <p:spPr>
                <a:xfrm>
                  <a:off x="7422140" y="4953875"/>
                  <a:ext cx="13680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394" name="Ink 393">
                  <a:extLst>
                    <a:ext uri="{FF2B5EF4-FFF2-40B4-BE49-F238E27FC236}">
                      <a16:creationId xmlns:a16="http://schemas.microsoft.com/office/drawing/2014/main" id="{50E89E85-9D18-4C16-B1C1-2ABF7D65C168}"/>
                    </a:ext>
                  </a:extLst>
                </p14:cNvPr>
                <p14:cNvContentPartPr/>
                <p14:nvPr/>
              </p14:nvContentPartPr>
              <p14:xfrm>
                <a:off x="7452020" y="5045675"/>
                <a:ext cx="151920" cy="15480"/>
              </p14:xfrm>
            </p:contentPart>
          </mc:Choice>
          <mc:Fallback xmlns="">
            <p:pic>
              <p:nvPicPr>
                <p:cNvPr id="394" name="Ink 393">
                  <a:extLst>
                    <a:ext uri="{FF2B5EF4-FFF2-40B4-BE49-F238E27FC236}">
                      <a16:creationId xmlns:a16="http://schemas.microsoft.com/office/drawing/2014/main" id="{50E89E85-9D18-4C16-B1C1-2ABF7D65C168}"/>
                    </a:ext>
                  </a:extLst>
                </p:cNvPr>
                <p:cNvPicPr/>
                <p:nvPr/>
              </p:nvPicPr>
              <p:blipFill>
                <a:blip r:embed="rId343"/>
                <a:stretch>
                  <a:fillRect/>
                </a:stretch>
              </p:blipFill>
              <p:spPr>
                <a:xfrm>
                  <a:off x="7434020" y="5027675"/>
                  <a:ext cx="18756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395" name="Ink 394">
                  <a:extLst>
                    <a:ext uri="{FF2B5EF4-FFF2-40B4-BE49-F238E27FC236}">
                      <a16:creationId xmlns:a16="http://schemas.microsoft.com/office/drawing/2014/main" id="{864CC1B2-0127-4AD5-9E55-032EE1FE29D1}"/>
                    </a:ext>
                  </a:extLst>
                </p14:cNvPr>
                <p14:cNvContentPartPr/>
                <p14:nvPr/>
              </p14:nvContentPartPr>
              <p14:xfrm>
                <a:off x="7696820" y="4840835"/>
                <a:ext cx="189720" cy="384120"/>
              </p14:xfrm>
            </p:contentPart>
          </mc:Choice>
          <mc:Fallback xmlns="">
            <p:pic>
              <p:nvPicPr>
                <p:cNvPr id="395" name="Ink 394">
                  <a:extLst>
                    <a:ext uri="{FF2B5EF4-FFF2-40B4-BE49-F238E27FC236}">
                      <a16:creationId xmlns:a16="http://schemas.microsoft.com/office/drawing/2014/main" id="{864CC1B2-0127-4AD5-9E55-032EE1FE29D1}"/>
                    </a:ext>
                  </a:extLst>
                </p:cNvPr>
                <p:cNvPicPr/>
                <p:nvPr/>
              </p:nvPicPr>
              <p:blipFill>
                <a:blip r:embed="rId345"/>
                <a:stretch>
                  <a:fillRect/>
                </a:stretch>
              </p:blipFill>
              <p:spPr>
                <a:xfrm>
                  <a:off x="7678820" y="4822835"/>
                  <a:ext cx="225360" cy="41976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396" name="Ink 395">
                  <a:extLst>
                    <a:ext uri="{FF2B5EF4-FFF2-40B4-BE49-F238E27FC236}">
                      <a16:creationId xmlns:a16="http://schemas.microsoft.com/office/drawing/2014/main" id="{8E20BAFB-D839-4ECA-B3FC-16A8952B7308}"/>
                    </a:ext>
                  </a:extLst>
                </p14:cNvPr>
                <p14:cNvContentPartPr/>
                <p14:nvPr/>
              </p14:nvContentPartPr>
              <p14:xfrm>
                <a:off x="7931180" y="5053595"/>
                <a:ext cx="37440" cy="9000"/>
              </p14:xfrm>
            </p:contentPart>
          </mc:Choice>
          <mc:Fallback xmlns="">
            <p:pic>
              <p:nvPicPr>
                <p:cNvPr id="396" name="Ink 395">
                  <a:extLst>
                    <a:ext uri="{FF2B5EF4-FFF2-40B4-BE49-F238E27FC236}">
                      <a16:creationId xmlns:a16="http://schemas.microsoft.com/office/drawing/2014/main" id="{8E20BAFB-D839-4ECA-B3FC-16A8952B7308}"/>
                    </a:ext>
                  </a:extLst>
                </p:cNvPr>
                <p:cNvPicPr/>
                <p:nvPr/>
              </p:nvPicPr>
              <p:blipFill>
                <a:blip r:embed="rId347"/>
                <a:stretch>
                  <a:fillRect/>
                </a:stretch>
              </p:blipFill>
              <p:spPr>
                <a:xfrm>
                  <a:off x="7913180" y="5035955"/>
                  <a:ext cx="730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397" name="Ink 396">
                  <a:extLst>
                    <a:ext uri="{FF2B5EF4-FFF2-40B4-BE49-F238E27FC236}">
                      <a16:creationId xmlns:a16="http://schemas.microsoft.com/office/drawing/2014/main" id="{90AD84CF-439B-49FE-98CE-F62D578AB9B4}"/>
                    </a:ext>
                  </a:extLst>
                </p14:cNvPr>
                <p14:cNvContentPartPr/>
                <p14:nvPr/>
              </p14:nvContentPartPr>
              <p14:xfrm>
                <a:off x="8089220" y="4882595"/>
                <a:ext cx="117360" cy="336240"/>
              </p14:xfrm>
            </p:contentPart>
          </mc:Choice>
          <mc:Fallback xmlns="">
            <p:pic>
              <p:nvPicPr>
                <p:cNvPr id="397" name="Ink 396">
                  <a:extLst>
                    <a:ext uri="{FF2B5EF4-FFF2-40B4-BE49-F238E27FC236}">
                      <a16:creationId xmlns:a16="http://schemas.microsoft.com/office/drawing/2014/main" id="{90AD84CF-439B-49FE-98CE-F62D578AB9B4}"/>
                    </a:ext>
                  </a:extLst>
                </p:cNvPr>
                <p:cNvPicPr/>
                <p:nvPr/>
              </p:nvPicPr>
              <p:blipFill>
                <a:blip r:embed="rId349"/>
                <a:stretch>
                  <a:fillRect/>
                </a:stretch>
              </p:blipFill>
              <p:spPr>
                <a:xfrm>
                  <a:off x="8071580" y="4864595"/>
                  <a:ext cx="153000" cy="37188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398" name="Ink 397">
                  <a:extLst>
                    <a:ext uri="{FF2B5EF4-FFF2-40B4-BE49-F238E27FC236}">
                      <a16:creationId xmlns:a16="http://schemas.microsoft.com/office/drawing/2014/main" id="{6EF8F3B6-3D2A-48F7-B2CA-6C824F2B1F3D}"/>
                    </a:ext>
                  </a:extLst>
                </p14:cNvPr>
                <p14:cNvContentPartPr/>
                <p14:nvPr/>
              </p14:nvContentPartPr>
              <p14:xfrm>
                <a:off x="8228540" y="4994915"/>
                <a:ext cx="93600" cy="120240"/>
              </p14:xfrm>
            </p:contentPart>
          </mc:Choice>
          <mc:Fallback xmlns="">
            <p:pic>
              <p:nvPicPr>
                <p:cNvPr id="398" name="Ink 397">
                  <a:extLst>
                    <a:ext uri="{FF2B5EF4-FFF2-40B4-BE49-F238E27FC236}">
                      <a16:creationId xmlns:a16="http://schemas.microsoft.com/office/drawing/2014/main" id="{6EF8F3B6-3D2A-48F7-B2CA-6C824F2B1F3D}"/>
                    </a:ext>
                  </a:extLst>
                </p:cNvPr>
                <p:cNvPicPr/>
                <p:nvPr/>
              </p:nvPicPr>
              <p:blipFill>
                <a:blip r:embed="rId351"/>
                <a:stretch>
                  <a:fillRect/>
                </a:stretch>
              </p:blipFill>
              <p:spPr>
                <a:xfrm>
                  <a:off x="8210540" y="4976915"/>
                  <a:ext cx="12924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399" name="Ink 398">
                  <a:extLst>
                    <a:ext uri="{FF2B5EF4-FFF2-40B4-BE49-F238E27FC236}">
                      <a16:creationId xmlns:a16="http://schemas.microsoft.com/office/drawing/2014/main" id="{BAE15DC6-E840-4D20-ACB2-7DF1A0D9E39F}"/>
                    </a:ext>
                  </a:extLst>
                </p14:cNvPr>
                <p14:cNvContentPartPr/>
                <p14:nvPr/>
              </p14:nvContentPartPr>
              <p14:xfrm>
                <a:off x="8230700" y="5056115"/>
                <a:ext cx="67680" cy="82080"/>
              </p14:xfrm>
            </p:contentPart>
          </mc:Choice>
          <mc:Fallback xmlns="">
            <p:pic>
              <p:nvPicPr>
                <p:cNvPr id="399" name="Ink 398">
                  <a:extLst>
                    <a:ext uri="{FF2B5EF4-FFF2-40B4-BE49-F238E27FC236}">
                      <a16:creationId xmlns:a16="http://schemas.microsoft.com/office/drawing/2014/main" id="{BAE15DC6-E840-4D20-ACB2-7DF1A0D9E39F}"/>
                    </a:ext>
                  </a:extLst>
                </p:cNvPr>
                <p:cNvPicPr/>
                <p:nvPr/>
              </p:nvPicPr>
              <p:blipFill>
                <a:blip r:embed="rId353"/>
                <a:stretch>
                  <a:fillRect/>
                </a:stretch>
              </p:blipFill>
              <p:spPr>
                <a:xfrm>
                  <a:off x="8212700" y="5038115"/>
                  <a:ext cx="10332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400" name="Ink 399">
                  <a:extLst>
                    <a:ext uri="{FF2B5EF4-FFF2-40B4-BE49-F238E27FC236}">
                      <a16:creationId xmlns:a16="http://schemas.microsoft.com/office/drawing/2014/main" id="{E4178EB2-B09B-4E7A-A912-4758BF8DCEC6}"/>
                    </a:ext>
                  </a:extLst>
                </p14:cNvPr>
                <p14:cNvContentPartPr/>
                <p14:nvPr/>
              </p14:nvContentPartPr>
              <p14:xfrm>
                <a:off x="8417900" y="4929755"/>
                <a:ext cx="29160" cy="250920"/>
              </p14:xfrm>
            </p:contentPart>
          </mc:Choice>
          <mc:Fallback xmlns="">
            <p:pic>
              <p:nvPicPr>
                <p:cNvPr id="400" name="Ink 399">
                  <a:extLst>
                    <a:ext uri="{FF2B5EF4-FFF2-40B4-BE49-F238E27FC236}">
                      <a16:creationId xmlns:a16="http://schemas.microsoft.com/office/drawing/2014/main" id="{E4178EB2-B09B-4E7A-A912-4758BF8DCEC6}"/>
                    </a:ext>
                  </a:extLst>
                </p:cNvPr>
                <p:cNvPicPr/>
                <p:nvPr/>
              </p:nvPicPr>
              <p:blipFill>
                <a:blip r:embed="rId355"/>
                <a:stretch>
                  <a:fillRect/>
                </a:stretch>
              </p:blipFill>
              <p:spPr>
                <a:xfrm>
                  <a:off x="8400260" y="4911755"/>
                  <a:ext cx="6480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401" name="Ink 400">
                  <a:extLst>
                    <a:ext uri="{FF2B5EF4-FFF2-40B4-BE49-F238E27FC236}">
                      <a16:creationId xmlns:a16="http://schemas.microsoft.com/office/drawing/2014/main" id="{8C94CE06-6BDE-47E0-8620-BC0010721AFE}"/>
                    </a:ext>
                  </a:extLst>
                </p14:cNvPr>
                <p14:cNvContentPartPr/>
                <p14:nvPr/>
              </p14:nvContentPartPr>
              <p14:xfrm>
                <a:off x="8497460" y="4937675"/>
                <a:ext cx="102240" cy="258480"/>
              </p14:xfrm>
            </p:contentPart>
          </mc:Choice>
          <mc:Fallback xmlns="">
            <p:pic>
              <p:nvPicPr>
                <p:cNvPr id="401" name="Ink 400">
                  <a:extLst>
                    <a:ext uri="{FF2B5EF4-FFF2-40B4-BE49-F238E27FC236}">
                      <a16:creationId xmlns:a16="http://schemas.microsoft.com/office/drawing/2014/main" id="{8C94CE06-6BDE-47E0-8620-BC0010721AFE}"/>
                    </a:ext>
                  </a:extLst>
                </p:cNvPr>
                <p:cNvPicPr/>
                <p:nvPr/>
              </p:nvPicPr>
              <p:blipFill>
                <a:blip r:embed="rId357"/>
                <a:stretch>
                  <a:fillRect/>
                </a:stretch>
              </p:blipFill>
              <p:spPr>
                <a:xfrm>
                  <a:off x="8479460" y="4919675"/>
                  <a:ext cx="13788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402" name="Ink 401">
                  <a:extLst>
                    <a:ext uri="{FF2B5EF4-FFF2-40B4-BE49-F238E27FC236}">
                      <a16:creationId xmlns:a16="http://schemas.microsoft.com/office/drawing/2014/main" id="{8F09EEC0-3FF1-4527-94B4-1DB690B64E72}"/>
                    </a:ext>
                  </a:extLst>
                </p14:cNvPr>
                <p14:cNvContentPartPr/>
                <p14:nvPr/>
              </p14:nvContentPartPr>
              <p14:xfrm>
                <a:off x="8633540" y="4943795"/>
                <a:ext cx="107280" cy="228600"/>
              </p14:xfrm>
            </p:contentPart>
          </mc:Choice>
          <mc:Fallback xmlns="">
            <p:pic>
              <p:nvPicPr>
                <p:cNvPr id="402" name="Ink 401">
                  <a:extLst>
                    <a:ext uri="{FF2B5EF4-FFF2-40B4-BE49-F238E27FC236}">
                      <a16:creationId xmlns:a16="http://schemas.microsoft.com/office/drawing/2014/main" id="{8F09EEC0-3FF1-4527-94B4-1DB690B64E72}"/>
                    </a:ext>
                  </a:extLst>
                </p:cNvPr>
                <p:cNvPicPr/>
                <p:nvPr/>
              </p:nvPicPr>
              <p:blipFill>
                <a:blip r:embed="rId359"/>
                <a:stretch>
                  <a:fillRect/>
                </a:stretch>
              </p:blipFill>
              <p:spPr>
                <a:xfrm>
                  <a:off x="8615900" y="4925795"/>
                  <a:ext cx="14292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403" name="Ink 402">
                  <a:extLst>
                    <a:ext uri="{FF2B5EF4-FFF2-40B4-BE49-F238E27FC236}">
                      <a16:creationId xmlns:a16="http://schemas.microsoft.com/office/drawing/2014/main" id="{48F5CBE2-A30E-40BC-9E02-014BB1AF3830}"/>
                    </a:ext>
                  </a:extLst>
                </p14:cNvPr>
                <p14:cNvContentPartPr/>
                <p14:nvPr/>
              </p14:nvContentPartPr>
              <p14:xfrm>
                <a:off x="8744060" y="4842635"/>
                <a:ext cx="68760" cy="127440"/>
              </p14:xfrm>
            </p:contentPart>
          </mc:Choice>
          <mc:Fallback xmlns="">
            <p:pic>
              <p:nvPicPr>
                <p:cNvPr id="403" name="Ink 402">
                  <a:extLst>
                    <a:ext uri="{FF2B5EF4-FFF2-40B4-BE49-F238E27FC236}">
                      <a16:creationId xmlns:a16="http://schemas.microsoft.com/office/drawing/2014/main" id="{48F5CBE2-A30E-40BC-9E02-014BB1AF3830}"/>
                    </a:ext>
                  </a:extLst>
                </p:cNvPr>
                <p:cNvPicPr/>
                <p:nvPr/>
              </p:nvPicPr>
              <p:blipFill>
                <a:blip r:embed="rId361"/>
                <a:stretch>
                  <a:fillRect/>
                </a:stretch>
              </p:blipFill>
              <p:spPr>
                <a:xfrm>
                  <a:off x="8726060" y="4824995"/>
                  <a:ext cx="10440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404" name="Ink 403">
                  <a:extLst>
                    <a:ext uri="{FF2B5EF4-FFF2-40B4-BE49-F238E27FC236}">
                      <a16:creationId xmlns:a16="http://schemas.microsoft.com/office/drawing/2014/main" id="{05F31B9C-AAB6-48BD-BA87-32D681B5353C}"/>
                    </a:ext>
                  </a:extLst>
                </p14:cNvPr>
                <p14:cNvContentPartPr/>
                <p14:nvPr/>
              </p14:nvContentPartPr>
              <p14:xfrm>
                <a:off x="8927300" y="5026595"/>
                <a:ext cx="127800" cy="244080"/>
              </p14:xfrm>
            </p:contentPart>
          </mc:Choice>
          <mc:Fallback xmlns="">
            <p:pic>
              <p:nvPicPr>
                <p:cNvPr id="404" name="Ink 403">
                  <a:extLst>
                    <a:ext uri="{FF2B5EF4-FFF2-40B4-BE49-F238E27FC236}">
                      <a16:creationId xmlns:a16="http://schemas.microsoft.com/office/drawing/2014/main" id="{05F31B9C-AAB6-48BD-BA87-32D681B5353C}"/>
                    </a:ext>
                  </a:extLst>
                </p:cNvPr>
                <p:cNvPicPr/>
                <p:nvPr/>
              </p:nvPicPr>
              <p:blipFill>
                <a:blip r:embed="rId363"/>
                <a:stretch>
                  <a:fillRect/>
                </a:stretch>
              </p:blipFill>
              <p:spPr>
                <a:xfrm>
                  <a:off x="8909300" y="5008955"/>
                  <a:ext cx="16344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405" name="Ink 404">
                  <a:extLst>
                    <a:ext uri="{FF2B5EF4-FFF2-40B4-BE49-F238E27FC236}">
                      <a16:creationId xmlns:a16="http://schemas.microsoft.com/office/drawing/2014/main" id="{809F8009-8149-4712-BF8B-FF2F43935A20}"/>
                    </a:ext>
                  </a:extLst>
                </p14:cNvPr>
                <p14:cNvContentPartPr/>
                <p14:nvPr/>
              </p14:nvContentPartPr>
              <p14:xfrm>
                <a:off x="9063020" y="5037395"/>
                <a:ext cx="184680" cy="171360"/>
              </p14:xfrm>
            </p:contentPart>
          </mc:Choice>
          <mc:Fallback xmlns="">
            <p:pic>
              <p:nvPicPr>
                <p:cNvPr id="405" name="Ink 404">
                  <a:extLst>
                    <a:ext uri="{FF2B5EF4-FFF2-40B4-BE49-F238E27FC236}">
                      <a16:creationId xmlns:a16="http://schemas.microsoft.com/office/drawing/2014/main" id="{809F8009-8149-4712-BF8B-FF2F43935A20}"/>
                    </a:ext>
                  </a:extLst>
                </p:cNvPr>
                <p:cNvPicPr/>
                <p:nvPr/>
              </p:nvPicPr>
              <p:blipFill>
                <a:blip r:embed="rId365"/>
                <a:stretch>
                  <a:fillRect/>
                </a:stretch>
              </p:blipFill>
              <p:spPr>
                <a:xfrm>
                  <a:off x="9045380" y="5019755"/>
                  <a:ext cx="22032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406" name="Ink 405">
                  <a:extLst>
                    <a:ext uri="{FF2B5EF4-FFF2-40B4-BE49-F238E27FC236}">
                      <a16:creationId xmlns:a16="http://schemas.microsoft.com/office/drawing/2014/main" id="{CE4CEFEB-67EC-4708-8A73-0FC64D022D87}"/>
                    </a:ext>
                  </a:extLst>
                </p14:cNvPr>
                <p14:cNvContentPartPr/>
                <p14:nvPr/>
              </p14:nvContentPartPr>
              <p14:xfrm>
                <a:off x="9257060" y="4787555"/>
                <a:ext cx="109440" cy="162720"/>
              </p14:xfrm>
            </p:contentPart>
          </mc:Choice>
          <mc:Fallback xmlns="">
            <p:pic>
              <p:nvPicPr>
                <p:cNvPr id="406" name="Ink 405">
                  <a:extLst>
                    <a:ext uri="{FF2B5EF4-FFF2-40B4-BE49-F238E27FC236}">
                      <a16:creationId xmlns:a16="http://schemas.microsoft.com/office/drawing/2014/main" id="{CE4CEFEB-67EC-4708-8A73-0FC64D022D87}"/>
                    </a:ext>
                  </a:extLst>
                </p:cNvPr>
                <p:cNvPicPr/>
                <p:nvPr/>
              </p:nvPicPr>
              <p:blipFill>
                <a:blip r:embed="rId367"/>
                <a:stretch>
                  <a:fillRect/>
                </a:stretch>
              </p:blipFill>
              <p:spPr>
                <a:xfrm>
                  <a:off x="9239420" y="4769915"/>
                  <a:ext cx="145080" cy="198360"/>
                </a:xfrm>
                <a:prstGeom prst="rect">
                  <a:avLst/>
                </a:prstGeom>
              </p:spPr>
            </p:pic>
          </mc:Fallback>
        </mc:AlternateContent>
      </p:grpSp>
      <p:grpSp>
        <p:nvGrpSpPr>
          <p:cNvPr id="418" name="Group 417">
            <a:extLst>
              <a:ext uri="{FF2B5EF4-FFF2-40B4-BE49-F238E27FC236}">
                <a16:creationId xmlns:a16="http://schemas.microsoft.com/office/drawing/2014/main" id="{7A8434DE-D7C8-44EB-9587-08FD9F0C4F1B}"/>
              </a:ext>
            </a:extLst>
          </p:cNvPr>
          <p:cNvGrpSpPr/>
          <p:nvPr/>
        </p:nvGrpSpPr>
        <p:grpSpPr>
          <a:xfrm>
            <a:off x="7541300" y="5456435"/>
            <a:ext cx="1707120" cy="410400"/>
            <a:chOff x="7541300" y="5456435"/>
            <a:chExt cx="1707120" cy="410400"/>
          </a:xfrm>
        </p:grpSpPr>
        <mc:AlternateContent xmlns:mc="http://schemas.openxmlformats.org/markup-compatibility/2006" xmlns:p14="http://schemas.microsoft.com/office/powerpoint/2010/main">
          <mc:Choice Requires="p14">
            <p:contentPart p14:bwMode="auto" r:id="rId368">
              <p14:nvContentPartPr>
                <p14:cNvPr id="408" name="Ink 407">
                  <a:extLst>
                    <a:ext uri="{FF2B5EF4-FFF2-40B4-BE49-F238E27FC236}">
                      <a16:creationId xmlns:a16="http://schemas.microsoft.com/office/drawing/2014/main" id="{EA3A8B78-E2A2-4792-901C-CFCF341EB539}"/>
                    </a:ext>
                  </a:extLst>
                </p14:cNvPr>
                <p14:cNvContentPartPr/>
                <p14:nvPr/>
              </p14:nvContentPartPr>
              <p14:xfrm>
                <a:off x="7557860" y="5602955"/>
                <a:ext cx="51480" cy="1800"/>
              </p14:xfrm>
            </p:contentPart>
          </mc:Choice>
          <mc:Fallback xmlns="">
            <p:pic>
              <p:nvPicPr>
                <p:cNvPr id="408" name="Ink 407">
                  <a:extLst>
                    <a:ext uri="{FF2B5EF4-FFF2-40B4-BE49-F238E27FC236}">
                      <a16:creationId xmlns:a16="http://schemas.microsoft.com/office/drawing/2014/main" id="{EA3A8B78-E2A2-4792-901C-CFCF341EB539}"/>
                    </a:ext>
                  </a:extLst>
                </p:cNvPr>
                <p:cNvPicPr/>
                <p:nvPr/>
              </p:nvPicPr>
              <p:blipFill>
                <a:blip r:embed="rId369"/>
                <a:stretch>
                  <a:fillRect/>
                </a:stretch>
              </p:blipFill>
              <p:spPr>
                <a:xfrm>
                  <a:off x="7539860" y="5584955"/>
                  <a:ext cx="8712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409" name="Ink 408">
                  <a:extLst>
                    <a:ext uri="{FF2B5EF4-FFF2-40B4-BE49-F238E27FC236}">
                      <a16:creationId xmlns:a16="http://schemas.microsoft.com/office/drawing/2014/main" id="{EFA1A409-96C6-4572-BAC0-C0977592D433}"/>
                    </a:ext>
                  </a:extLst>
                </p14:cNvPr>
                <p14:cNvContentPartPr/>
                <p14:nvPr/>
              </p14:nvContentPartPr>
              <p14:xfrm>
                <a:off x="7541300" y="5669195"/>
                <a:ext cx="99360" cy="14400"/>
              </p14:xfrm>
            </p:contentPart>
          </mc:Choice>
          <mc:Fallback xmlns="">
            <p:pic>
              <p:nvPicPr>
                <p:cNvPr id="409" name="Ink 408">
                  <a:extLst>
                    <a:ext uri="{FF2B5EF4-FFF2-40B4-BE49-F238E27FC236}">
                      <a16:creationId xmlns:a16="http://schemas.microsoft.com/office/drawing/2014/main" id="{EFA1A409-96C6-4572-BAC0-C0977592D433}"/>
                    </a:ext>
                  </a:extLst>
                </p:cNvPr>
                <p:cNvPicPr/>
                <p:nvPr/>
              </p:nvPicPr>
              <p:blipFill>
                <a:blip r:embed="rId371"/>
                <a:stretch>
                  <a:fillRect/>
                </a:stretch>
              </p:blipFill>
              <p:spPr>
                <a:xfrm>
                  <a:off x="7523300" y="5651195"/>
                  <a:ext cx="13500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410" name="Ink 409">
                  <a:extLst>
                    <a:ext uri="{FF2B5EF4-FFF2-40B4-BE49-F238E27FC236}">
                      <a16:creationId xmlns:a16="http://schemas.microsoft.com/office/drawing/2014/main" id="{355AE00A-E176-4ED6-AEB4-766CB68F375A}"/>
                    </a:ext>
                  </a:extLst>
                </p14:cNvPr>
                <p14:cNvContentPartPr/>
                <p14:nvPr/>
              </p14:nvContentPartPr>
              <p14:xfrm>
                <a:off x="7724180" y="5456435"/>
                <a:ext cx="183600" cy="384120"/>
              </p14:xfrm>
            </p:contentPart>
          </mc:Choice>
          <mc:Fallback xmlns="">
            <p:pic>
              <p:nvPicPr>
                <p:cNvPr id="410" name="Ink 409">
                  <a:extLst>
                    <a:ext uri="{FF2B5EF4-FFF2-40B4-BE49-F238E27FC236}">
                      <a16:creationId xmlns:a16="http://schemas.microsoft.com/office/drawing/2014/main" id="{355AE00A-E176-4ED6-AEB4-766CB68F375A}"/>
                    </a:ext>
                  </a:extLst>
                </p:cNvPr>
                <p:cNvPicPr/>
                <p:nvPr/>
              </p:nvPicPr>
              <p:blipFill>
                <a:blip r:embed="rId373"/>
                <a:stretch>
                  <a:fillRect/>
                </a:stretch>
              </p:blipFill>
              <p:spPr>
                <a:xfrm>
                  <a:off x="7706540" y="5438795"/>
                  <a:ext cx="219240" cy="41976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411" name="Ink 410">
                  <a:extLst>
                    <a:ext uri="{FF2B5EF4-FFF2-40B4-BE49-F238E27FC236}">
                      <a16:creationId xmlns:a16="http://schemas.microsoft.com/office/drawing/2014/main" id="{FD44F3B0-157B-471B-9301-4FED17AD553A}"/>
                    </a:ext>
                  </a:extLst>
                </p14:cNvPr>
                <p14:cNvContentPartPr/>
                <p14:nvPr/>
              </p14:nvContentPartPr>
              <p14:xfrm>
                <a:off x="7961420" y="5501795"/>
                <a:ext cx="106920" cy="365040"/>
              </p14:xfrm>
            </p:contentPart>
          </mc:Choice>
          <mc:Fallback xmlns="">
            <p:pic>
              <p:nvPicPr>
                <p:cNvPr id="411" name="Ink 410">
                  <a:extLst>
                    <a:ext uri="{FF2B5EF4-FFF2-40B4-BE49-F238E27FC236}">
                      <a16:creationId xmlns:a16="http://schemas.microsoft.com/office/drawing/2014/main" id="{FD44F3B0-157B-471B-9301-4FED17AD553A}"/>
                    </a:ext>
                  </a:extLst>
                </p:cNvPr>
                <p:cNvPicPr/>
                <p:nvPr/>
              </p:nvPicPr>
              <p:blipFill>
                <a:blip r:embed="rId375"/>
                <a:stretch>
                  <a:fillRect/>
                </a:stretch>
              </p:blipFill>
              <p:spPr>
                <a:xfrm>
                  <a:off x="7943420" y="5484155"/>
                  <a:ext cx="14256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413" name="Ink 412">
                  <a:extLst>
                    <a:ext uri="{FF2B5EF4-FFF2-40B4-BE49-F238E27FC236}">
                      <a16:creationId xmlns:a16="http://schemas.microsoft.com/office/drawing/2014/main" id="{405A9241-E264-4670-90CB-27D3AB37856D}"/>
                    </a:ext>
                  </a:extLst>
                </p14:cNvPr>
                <p14:cNvContentPartPr/>
                <p14:nvPr/>
              </p14:nvContentPartPr>
              <p14:xfrm>
                <a:off x="8136380" y="5568035"/>
                <a:ext cx="143280" cy="282240"/>
              </p14:xfrm>
            </p:contentPart>
          </mc:Choice>
          <mc:Fallback xmlns="">
            <p:pic>
              <p:nvPicPr>
                <p:cNvPr id="413" name="Ink 412">
                  <a:extLst>
                    <a:ext uri="{FF2B5EF4-FFF2-40B4-BE49-F238E27FC236}">
                      <a16:creationId xmlns:a16="http://schemas.microsoft.com/office/drawing/2014/main" id="{405A9241-E264-4670-90CB-27D3AB37856D}"/>
                    </a:ext>
                  </a:extLst>
                </p:cNvPr>
                <p:cNvPicPr/>
                <p:nvPr/>
              </p:nvPicPr>
              <p:blipFill>
                <a:blip r:embed="rId377"/>
                <a:stretch>
                  <a:fillRect/>
                </a:stretch>
              </p:blipFill>
              <p:spPr>
                <a:xfrm>
                  <a:off x="8118380" y="5550395"/>
                  <a:ext cx="17892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414" name="Ink 413">
                  <a:extLst>
                    <a:ext uri="{FF2B5EF4-FFF2-40B4-BE49-F238E27FC236}">
                      <a16:creationId xmlns:a16="http://schemas.microsoft.com/office/drawing/2014/main" id="{B293B4E7-3DD6-40DE-A29F-F205D2E29F80}"/>
                    </a:ext>
                  </a:extLst>
                </p14:cNvPr>
                <p14:cNvContentPartPr/>
                <p14:nvPr/>
              </p14:nvContentPartPr>
              <p14:xfrm>
                <a:off x="8353820" y="5569835"/>
                <a:ext cx="114480" cy="269640"/>
              </p14:xfrm>
            </p:contentPart>
          </mc:Choice>
          <mc:Fallback xmlns="">
            <p:pic>
              <p:nvPicPr>
                <p:cNvPr id="414" name="Ink 413">
                  <a:extLst>
                    <a:ext uri="{FF2B5EF4-FFF2-40B4-BE49-F238E27FC236}">
                      <a16:creationId xmlns:a16="http://schemas.microsoft.com/office/drawing/2014/main" id="{B293B4E7-3DD6-40DE-A29F-F205D2E29F80}"/>
                    </a:ext>
                  </a:extLst>
                </p:cNvPr>
                <p:cNvPicPr/>
                <p:nvPr/>
              </p:nvPicPr>
              <p:blipFill>
                <a:blip r:embed="rId379"/>
                <a:stretch>
                  <a:fillRect/>
                </a:stretch>
              </p:blipFill>
              <p:spPr>
                <a:xfrm>
                  <a:off x="8335820" y="5552195"/>
                  <a:ext cx="15012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415" name="Ink 414">
                  <a:extLst>
                    <a:ext uri="{FF2B5EF4-FFF2-40B4-BE49-F238E27FC236}">
                      <a16:creationId xmlns:a16="http://schemas.microsoft.com/office/drawing/2014/main" id="{F17409CA-123D-459D-A57B-AF23FEBBE497}"/>
                    </a:ext>
                  </a:extLst>
                </p14:cNvPr>
                <p14:cNvContentPartPr/>
                <p14:nvPr/>
              </p14:nvContentPartPr>
              <p14:xfrm>
                <a:off x="8502500" y="5595035"/>
                <a:ext cx="113040" cy="234000"/>
              </p14:xfrm>
            </p:contentPart>
          </mc:Choice>
          <mc:Fallback xmlns="">
            <p:pic>
              <p:nvPicPr>
                <p:cNvPr id="415" name="Ink 414">
                  <a:extLst>
                    <a:ext uri="{FF2B5EF4-FFF2-40B4-BE49-F238E27FC236}">
                      <a16:creationId xmlns:a16="http://schemas.microsoft.com/office/drawing/2014/main" id="{F17409CA-123D-459D-A57B-AF23FEBBE497}"/>
                    </a:ext>
                  </a:extLst>
                </p:cNvPr>
                <p:cNvPicPr/>
                <p:nvPr/>
              </p:nvPicPr>
              <p:blipFill>
                <a:blip r:embed="rId381"/>
                <a:stretch>
                  <a:fillRect/>
                </a:stretch>
              </p:blipFill>
              <p:spPr>
                <a:xfrm>
                  <a:off x="8484500" y="5577035"/>
                  <a:ext cx="14868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416" name="Ink 415">
                  <a:extLst>
                    <a:ext uri="{FF2B5EF4-FFF2-40B4-BE49-F238E27FC236}">
                      <a16:creationId xmlns:a16="http://schemas.microsoft.com/office/drawing/2014/main" id="{DFC63643-2B36-42CD-97D3-97BD2CBFCB73}"/>
                    </a:ext>
                  </a:extLst>
                </p14:cNvPr>
                <p14:cNvContentPartPr/>
                <p14:nvPr/>
              </p14:nvContentPartPr>
              <p14:xfrm>
                <a:off x="8745500" y="5651555"/>
                <a:ext cx="306000" cy="195840"/>
              </p14:xfrm>
            </p:contentPart>
          </mc:Choice>
          <mc:Fallback xmlns="">
            <p:pic>
              <p:nvPicPr>
                <p:cNvPr id="416" name="Ink 415">
                  <a:extLst>
                    <a:ext uri="{FF2B5EF4-FFF2-40B4-BE49-F238E27FC236}">
                      <a16:creationId xmlns:a16="http://schemas.microsoft.com/office/drawing/2014/main" id="{DFC63643-2B36-42CD-97D3-97BD2CBFCB73}"/>
                    </a:ext>
                  </a:extLst>
                </p:cNvPr>
                <p:cNvPicPr/>
                <p:nvPr/>
              </p:nvPicPr>
              <p:blipFill>
                <a:blip r:embed="rId383"/>
                <a:stretch>
                  <a:fillRect/>
                </a:stretch>
              </p:blipFill>
              <p:spPr>
                <a:xfrm>
                  <a:off x="8727860" y="5633915"/>
                  <a:ext cx="34164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417" name="Ink 416">
                  <a:extLst>
                    <a:ext uri="{FF2B5EF4-FFF2-40B4-BE49-F238E27FC236}">
                      <a16:creationId xmlns:a16="http://schemas.microsoft.com/office/drawing/2014/main" id="{1BF0C22E-8B2F-49B5-BB65-42B920D7C9A3}"/>
                    </a:ext>
                  </a:extLst>
                </p14:cNvPr>
                <p14:cNvContentPartPr/>
                <p14:nvPr/>
              </p14:nvContentPartPr>
              <p14:xfrm>
                <a:off x="9087860" y="5472635"/>
                <a:ext cx="160560" cy="162000"/>
              </p14:xfrm>
            </p:contentPart>
          </mc:Choice>
          <mc:Fallback xmlns="">
            <p:pic>
              <p:nvPicPr>
                <p:cNvPr id="417" name="Ink 416">
                  <a:extLst>
                    <a:ext uri="{FF2B5EF4-FFF2-40B4-BE49-F238E27FC236}">
                      <a16:creationId xmlns:a16="http://schemas.microsoft.com/office/drawing/2014/main" id="{1BF0C22E-8B2F-49B5-BB65-42B920D7C9A3}"/>
                    </a:ext>
                  </a:extLst>
                </p:cNvPr>
                <p:cNvPicPr/>
                <p:nvPr/>
              </p:nvPicPr>
              <p:blipFill>
                <a:blip r:embed="rId385"/>
                <a:stretch>
                  <a:fillRect/>
                </a:stretch>
              </p:blipFill>
              <p:spPr>
                <a:xfrm>
                  <a:off x="9069860" y="5454995"/>
                  <a:ext cx="196200" cy="197640"/>
                </a:xfrm>
                <a:prstGeom prst="rect">
                  <a:avLst/>
                </a:prstGeom>
              </p:spPr>
            </p:pic>
          </mc:Fallback>
        </mc:AlternateContent>
      </p:grpSp>
      <p:grpSp>
        <p:nvGrpSpPr>
          <p:cNvPr id="467" name="Group 466">
            <a:extLst>
              <a:ext uri="{FF2B5EF4-FFF2-40B4-BE49-F238E27FC236}">
                <a16:creationId xmlns:a16="http://schemas.microsoft.com/office/drawing/2014/main" id="{8B883940-0CDC-428B-9048-57B56B2144D2}"/>
              </a:ext>
            </a:extLst>
          </p:cNvPr>
          <p:cNvGrpSpPr/>
          <p:nvPr/>
        </p:nvGrpSpPr>
        <p:grpSpPr>
          <a:xfrm>
            <a:off x="9558880" y="3645995"/>
            <a:ext cx="2639520" cy="1113840"/>
            <a:chOff x="9558880" y="3645995"/>
            <a:chExt cx="2639520" cy="1113840"/>
          </a:xfrm>
        </p:grpSpPr>
        <mc:AlternateContent xmlns:mc="http://schemas.openxmlformats.org/markup-compatibility/2006" xmlns:p14="http://schemas.microsoft.com/office/powerpoint/2010/main">
          <mc:Choice Requires="p14">
            <p:contentPart p14:bwMode="auto" r:id="rId386">
              <p14:nvContentPartPr>
                <p14:cNvPr id="419" name="Ink 418">
                  <a:extLst>
                    <a:ext uri="{FF2B5EF4-FFF2-40B4-BE49-F238E27FC236}">
                      <a16:creationId xmlns:a16="http://schemas.microsoft.com/office/drawing/2014/main" id="{EE7B4A8A-711A-4413-BF1E-0BEF85B9EEEA}"/>
                    </a:ext>
                  </a:extLst>
                </p14:cNvPr>
                <p14:cNvContentPartPr/>
                <p14:nvPr/>
              </p14:nvContentPartPr>
              <p14:xfrm>
                <a:off x="9831760" y="3652115"/>
                <a:ext cx="9000" cy="272160"/>
              </p14:xfrm>
            </p:contentPart>
          </mc:Choice>
          <mc:Fallback xmlns="">
            <p:pic>
              <p:nvPicPr>
                <p:cNvPr id="419" name="Ink 418">
                  <a:extLst>
                    <a:ext uri="{FF2B5EF4-FFF2-40B4-BE49-F238E27FC236}">
                      <a16:creationId xmlns:a16="http://schemas.microsoft.com/office/drawing/2014/main" id="{EE7B4A8A-711A-4413-BF1E-0BEF85B9EEEA}"/>
                    </a:ext>
                  </a:extLst>
                </p:cNvPr>
                <p:cNvPicPr/>
                <p:nvPr/>
              </p:nvPicPr>
              <p:blipFill>
                <a:blip r:embed="rId387"/>
                <a:stretch>
                  <a:fillRect/>
                </a:stretch>
              </p:blipFill>
              <p:spPr>
                <a:xfrm>
                  <a:off x="9813760" y="3634475"/>
                  <a:ext cx="4464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420" name="Ink 419">
                  <a:extLst>
                    <a:ext uri="{FF2B5EF4-FFF2-40B4-BE49-F238E27FC236}">
                      <a16:creationId xmlns:a16="http://schemas.microsoft.com/office/drawing/2014/main" id="{08E66C88-C5E2-4414-B313-93EFA3301321}"/>
                    </a:ext>
                  </a:extLst>
                </p14:cNvPr>
                <p14:cNvContentPartPr/>
                <p14:nvPr/>
              </p14:nvContentPartPr>
              <p14:xfrm>
                <a:off x="9912040" y="3714395"/>
                <a:ext cx="122400" cy="215640"/>
              </p14:xfrm>
            </p:contentPart>
          </mc:Choice>
          <mc:Fallback xmlns="">
            <p:pic>
              <p:nvPicPr>
                <p:cNvPr id="420" name="Ink 419">
                  <a:extLst>
                    <a:ext uri="{FF2B5EF4-FFF2-40B4-BE49-F238E27FC236}">
                      <a16:creationId xmlns:a16="http://schemas.microsoft.com/office/drawing/2014/main" id="{08E66C88-C5E2-4414-B313-93EFA3301321}"/>
                    </a:ext>
                  </a:extLst>
                </p:cNvPr>
                <p:cNvPicPr/>
                <p:nvPr/>
              </p:nvPicPr>
              <p:blipFill>
                <a:blip r:embed="rId389"/>
                <a:stretch>
                  <a:fillRect/>
                </a:stretch>
              </p:blipFill>
              <p:spPr>
                <a:xfrm>
                  <a:off x="9894040" y="3696755"/>
                  <a:ext cx="15804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421" name="Ink 420">
                  <a:extLst>
                    <a:ext uri="{FF2B5EF4-FFF2-40B4-BE49-F238E27FC236}">
                      <a16:creationId xmlns:a16="http://schemas.microsoft.com/office/drawing/2014/main" id="{0BB8C9FD-E6AC-4CDA-B360-7E88249D7341}"/>
                    </a:ext>
                  </a:extLst>
                </p14:cNvPr>
                <p14:cNvContentPartPr/>
                <p14:nvPr/>
              </p14:nvContentPartPr>
              <p14:xfrm>
                <a:off x="10063240" y="3712955"/>
                <a:ext cx="198720" cy="191160"/>
              </p14:xfrm>
            </p:contentPart>
          </mc:Choice>
          <mc:Fallback xmlns="">
            <p:pic>
              <p:nvPicPr>
                <p:cNvPr id="421" name="Ink 420">
                  <a:extLst>
                    <a:ext uri="{FF2B5EF4-FFF2-40B4-BE49-F238E27FC236}">
                      <a16:creationId xmlns:a16="http://schemas.microsoft.com/office/drawing/2014/main" id="{0BB8C9FD-E6AC-4CDA-B360-7E88249D7341}"/>
                    </a:ext>
                  </a:extLst>
                </p:cNvPr>
                <p:cNvPicPr/>
                <p:nvPr/>
              </p:nvPicPr>
              <p:blipFill>
                <a:blip r:embed="rId391"/>
                <a:stretch>
                  <a:fillRect/>
                </a:stretch>
              </p:blipFill>
              <p:spPr>
                <a:xfrm>
                  <a:off x="10045240" y="3695315"/>
                  <a:ext cx="23436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422" name="Ink 421">
                  <a:extLst>
                    <a:ext uri="{FF2B5EF4-FFF2-40B4-BE49-F238E27FC236}">
                      <a16:creationId xmlns:a16="http://schemas.microsoft.com/office/drawing/2014/main" id="{D22008CA-7732-4B27-8D7B-3F34BADBEC16}"/>
                    </a:ext>
                  </a:extLst>
                </p14:cNvPr>
                <p14:cNvContentPartPr/>
                <p14:nvPr/>
              </p14:nvContentPartPr>
              <p14:xfrm>
                <a:off x="10365280" y="3747875"/>
                <a:ext cx="64800" cy="14760"/>
              </p14:xfrm>
            </p:contentPart>
          </mc:Choice>
          <mc:Fallback xmlns="">
            <p:pic>
              <p:nvPicPr>
                <p:cNvPr id="422" name="Ink 421">
                  <a:extLst>
                    <a:ext uri="{FF2B5EF4-FFF2-40B4-BE49-F238E27FC236}">
                      <a16:creationId xmlns:a16="http://schemas.microsoft.com/office/drawing/2014/main" id="{D22008CA-7732-4B27-8D7B-3F34BADBEC16}"/>
                    </a:ext>
                  </a:extLst>
                </p:cNvPr>
                <p:cNvPicPr/>
                <p:nvPr/>
              </p:nvPicPr>
              <p:blipFill>
                <a:blip r:embed="rId393"/>
                <a:stretch>
                  <a:fillRect/>
                </a:stretch>
              </p:blipFill>
              <p:spPr>
                <a:xfrm>
                  <a:off x="10347280" y="3730235"/>
                  <a:ext cx="10044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423" name="Ink 422">
                  <a:extLst>
                    <a:ext uri="{FF2B5EF4-FFF2-40B4-BE49-F238E27FC236}">
                      <a16:creationId xmlns:a16="http://schemas.microsoft.com/office/drawing/2014/main" id="{750B84A3-E2E1-4FCF-A3CC-B8E3005B3A75}"/>
                    </a:ext>
                  </a:extLst>
                </p14:cNvPr>
                <p14:cNvContentPartPr/>
                <p14:nvPr/>
              </p14:nvContentPartPr>
              <p14:xfrm>
                <a:off x="10371400" y="3811595"/>
                <a:ext cx="64440" cy="2160"/>
              </p14:xfrm>
            </p:contentPart>
          </mc:Choice>
          <mc:Fallback xmlns="">
            <p:pic>
              <p:nvPicPr>
                <p:cNvPr id="423" name="Ink 422">
                  <a:extLst>
                    <a:ext uri="{FF2B5EF4-FFF2-40B4-BE49-F238E27FC236}">
                      <a16:creationId xmlns:a16="http://schemas.microsoft.com/office/drawing/2014/main" id="{750B84A3-E2E1-4FCF-A3CC-B8E3005B3A75}"/>
                    </a:ext>
                  </a:extLst>
                </p:cNvPr>
                <p:cNvPicPr/>
                <p:nvPr/>
              </p:nvPicPr>
              <p:blipFill>
                <a:blip r:embed="rId395"/>
                <a:stretch>
                  <a:fillRect/>
                </a:stretch>
              </p:blipFill>
              <p:spPr>
                <a:xfrm>
                  <a:off x="10353400" y="3793955"/>
                  <a:ext cx="10008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424" name="Ink 423">
                  <a:extLst>
                    <a:ext uri="{FF2B5EF4-FFF2-40B4-BE49-F238E27FC236}">
                      <a16:creationId xmlns:a16="http://schemas.microsoft.com/office/drawing/2014/main" id="{A4426D4A-F89E-4370-8B4C-C3DCE37501EC}"/>
                    </a:ext>
                  </a:extLst>
                </p14:cNvPr>
                <p14:cNvContentPartPr/>
                <p14:nvPr/>
              </p14:nvContentPartPr>
              <p14:xfrm>
                <a:off x="10583080" y="3645995"/>
                <a:ext cx="11880" cy="299880"/>
              </p14:xfrm>
            </p:contentPart>
          </mc:Choice>
          <mc:Fallback xmlns="">
            <p:pic>
              <p:nvPicPr>
                <p:cNvPr id="424" name="Ink 423">
                  <a:extLst>
                    <a:ext uri="{FF2B5EF4-FFF2-40B4-BE49-F238E27FC236}">
                      <a16:creationId xmlns:a16="http://schemas.microsoft.com/office/drawing/2014/main" id="{A4426D4A-F89E-4370-8B4C-C3DCE37501EC}"/>
                    </a:ext>
                  </a:extLst>
                </p:cNvPr>
                <p:cNvPicPr/>
                <p:nvPr/>
              </p:nvPicPr>
              <p:blipFill>
                <a:blip r:embed="rId397"/>
                <a:stretch>
                  <a:fillRect/>
                </a:stretch>
              </p:blipFill>
              <p:spPr>
                <a:xfrm>
                  <a:off x="10565440" y="3627995"/>
                  <a:ext cx="47520" cy="33552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425" name="Ink 424">
                  <a:extLst>
                    <a:ext uri="{FF2B5EF4-FFF2-40B4-BE49-F238E27FC236}">
                      <a16:creationId xmlns:a16="http://schemas.microsoft.com/office/drawing/2014/main" id="{EDE8F8B2-05CA-45D8-8A0E-BC97105861B1}"/>
                    </a:ext>
                  </a:extLst>
                </p14:cNvPr>
                <p14:cNvContentPartPr/>
                <p14:nvPr/>
              </p14:nvContentPartPr>
              <p14:xfrm>
                <a:off x="10631680" y="3667595"/>
                <a:ext cx="103320" cy="218880"/>
              </p14:xfrm>
            </p:contentPart>
          </mc:Choice>
          <mc:Fallback xmlns="">
            <p:pic>
              <p:nvPicPr>
                <p:cNvPr id="425" name="Ink 424">
                  <a:extLst>
                    <a:ext uri="{FF2B5EF4-FFF2-40B4-BE49-F238E27FC236}">
                      <a16:creationId xmlns:a16="http://schemas.microsoft.com/office/drawing/2014/main" id="{EDE8F8B2-05CA-45D8-8A0E-BC97105861B1}"/>
                    </a:ext>
                  </a:extLst>
                </p:cNvPr>
                <p:cNvPicPr/>
                <p:nvPr/>
              </p:nvPicPr>
              <p:blipFill>
                <a:blip r:embed="rId399"/>
                <a:stretch>
                  <a:fillRect/>
                </a:stretch>
              </p:blipFill>
              <p:spPr>
                <a:xfrm>
                  <a:off x="10613680" y="3649595"/>
                  <a:ext cx="13896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426" name="Ink 425">
                  <a:extLst>
                    <a:ext uri="{FF2B5EF4-FFF2-40B4-BE49-F238E27FC236}">
                      <a16:creationId xmlns:a16="http://schemas.microsoft.com/office/drawing/2014/main" id="{E643F865-5B50-4F51-9365-ABE636DDD7AB}"/>
                    </a:ext>
                  </a:extLst>
                </p14:cNvPr>
                <p14:cNvContentPartPr/>
                <p14:nvPr/>
              </p14:nvContentPartPr>
              <p14:xfrm>
                <a:off x="10772800" y="3764435"/>
                <a:ext cx="132120" cy="161280"/>
              </p14:xfrm>
            </p:contentPart>
          </mc:Choice>
          <mc:Fallback xmlns="">
            <p:pic>
              <p:nvPicPr>
                <p:cNvPr id="426" name="Ink 425">
                  <a:extLst>
                    <a:ext uri="{FF2B5EF4-FFF2-40B4-BE49-F238E27FC236}">
                      <a16:creationId xmlns:a16="http://schemas.microsoft.com/office/drawing/2014/main" id="{E643F865-5B50-4F51-9365-ABE636DDD7AB}"/>
                    </a:ext>
                  </a:extLst>
                </p:cNvPr>
                <p:cNvPicPr/>
                <p:nvPr/>
              </p:nvPicPr>
              <p:blipFill>
                <a:blip r:embed="rId401"/>
                <a:stretch>
                  <a:fillRect/>
                </a:stretch>
              </p:blipFill>
              <p:spPr>
                <a:xfrm>
                  <a:off x="10754800" y="3746795"/>
                  <a:ext cx="16776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427" name="Ink 426">
                  <a:extLst>
                    <a:ext uri="{FF2B5EF4-FFF2-40B4-BE49-F238E27FC236}">
                      <a16:creationId xmlns:a16="http://schemas.microsoft.com/office/drawing/2014/main" id="{1595BE5A-2EB8-4BB2-84CC-99C0A757AF05}"/>
                    </a:ext>
                  </a:extLst>
                </p14:cNvPr>
                <p14:cNvContentPartPr/>
                <p14:nvPr/>
              </p14:nvContentPartPr>
              <p14:xfrm>
                <a:off x="10940560" y="3750755"/>
                <a:ext cx="158400" cy="177120"/>
              </p14:xfrm>
            </p:contentPart>
          </mc:Choice>
          <mc:Fallback xmlns="">
            <p:pic>
              <p:nvPicPr>
                <p:cNvPr id="427" name="Ink 426">
                  <a:extLst>
                    <a:ext uri="{FF2B5EF4-FFF2-40B4-BE49-F238E27FC236}">
                      <a16:creationId xmlns:a16="http://schemas.microsoft.com/office/drawing/2014/main" id="{1595BE5A-2EB8-4BB2-84CC-99C0A757AF05}"/>
                    </a:ext>
                  </a:extLst>
                </p:cNvPr>
                <p:cNvPicPr/>
                <p:nvPr/>
              </p:nvPicPr>
              <p:blipFill>
                <a:blip r:embed="rId403"/>
                <a:stretch>
                  <a:fillRect/>
                </a:stretch>
              </p:blipFill>
              <p:spPr>
                <a:xfrm>
                  <a:off x="10922920" y="3732755"/>
                  <a:ext cx="19404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404">
              <p14:nvContentPartPr>
                <p14:cNvPr id="429" name="Ink 428">
                  <a:extLst>
                    <a:ext uri="{FF2B5EF4-FFF2-40B4-BE49-F238E27FC236}">
                      <a16:creationId xmlns:a16="http://schemas.microsoft.com/office/drawing/2014/main" id="{7E3011D7-C206-4B40-8D15-7B828420540C}"/>
                    </a:ext>
                  </a:extLst>
                </p14:cNvPr>
                <p14:cNvContentPartPr/>
                <p14:nvPr/>
              </p14:nvContentPartPr>
              <p14:xfrm>
                <a:off x="9855880" y="4110035"/>
                <a:ext cx="38520" cy="242640"/>
              </p14:xfrm>
            </p:contentPart>
          </mc:Choice>
          <mc:Fallback xmlns="">
            <p:pic>
              <p:nvPicPr>
                <p:cNvPr id="429" name="Ink 428">
                  <a:extLst>
                    <a:ext uri="{FF2B5EF4-FFF2-40B4-BE49-F238E27FC236}">
                      <a16:creationId xmlns:a16="http://schemas.microsoft.com/office/drawing/2014/main" id="{7E3011D7-C206-4B40-8D15-7B828420540C}"/>
                    </a:ext>
                  </a:extLst>
                </p:cNvPr>
                <p:cNvPicPr/>
                <p:nvPr/>
              </p:nvPicPr>
              <p:blipFill>
                <a:blip r:embed="rId405"/>
                <a:stretch>
                  <a:fillRect/>
                </a:stretch>
              </p:blipFill>
              <p:spPr>
                <a:xfrm>
                  <a:off x="9837880" y="4092035"/>
                  <a:ext cx="7416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430" name="Ink 429">
                  <a:extLst>
                    <a:ext uri="{FF2B5EF4-FFF2-40B4-BE49-F238E27FC236}">
                      <a16:creationId xmlns:a16="http://schemas.microsoft.com/office/drawing/2014/main" id="{9C9C377E-F413-4426-946B-11323CF86990}"/>
                    </a:ext>
                  </a:extLst>
                </p14:cNvPr>
                <p14:cNvContentPartPr/>
                <p14:nvPr/>
              </p14:nvContentPartPr>
              <p14:xfrm>
                <a:off x="9974680" y="4182395"/>
                <a:ext cx="79560" cy="177840"/>
              </p14:xfrm>
            </p:contentPart>
          </mc:Choice>
          <mc:Fallback xmlns="">
            <p:pic>
              <p:nvPicPr>
                <p:cNvPr id="430" name="Ink 429">
                  <a:extLst>
                    <a:ext uri="{FF2B5EF4-FFF2-40B4-BE49-F238E27FC236}">
                      <a16:creationId xmlns:a16="http://schemas.microsoft.com/office/drawing/2014/main" id="{9C9C377E-F413-4426-946B-11323CF86990}"/>
                    </a:ext>
                  </a:extLst>
                </p:cNvPr>
                <p:cNvPicPr/>
                <p:nvPr/>
              </p:nvPicPr>
              <p:blipFill>
                <a:blip r:embed="rId407"/>
                <a:stretch>
                  <a:fillRect/>
                </a:stretch>
              </p:blipFill>
              <p:spPr>
                <a:xfrm>
                  <a:off x="9956680" y="4164395"/>
                  <a:ext cx="11520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431" name="Ink 430">
                  <a:extLst>
                    <a:ext uri="{FF2B5EF4-FFF2-40B4-BE49-F238E27FC236}">
                      <a16:creationId xmlns:a16="http://schemas.microsoft.com/office/drawing/2014/main" id="{DDE99635-A8FC-41F8-94D7-9BA76779ABC7}"/>
                    </a:ext>
                  </a:extLst>
                </p14:cNvPr>
                <p14:cNvContentPartPr/>
                <p14:nvPr/>
              </p14:nvContentPartPr>
              <p14:xfrm>
                <a:off x="10081960" y="4189595"/>
                <a:ext cx="136800" cy="140760"/>
              </p14:xfrm>
            </p:contentPart>
          </mc:Choice>
          <mc:Fallback xmlns="">
            <p:pic>
              <p:nvPicPr>
                <p:cNvPr id="431" name="Ink 430">
                  <a:extLst>
                    <a:ext uri="{FF2B5EF4-FFF2-40B4-BE49-F238E27FC236}">
                      <a16:creationId xmlns:a16="http://schemas.microsoft.com/office/drawing/2014/main" id="{DDE99635-A8FC-41F8-94D7-9BA76779ABC7}"/>
                    </a:ext>
                  </a:extLst>
                </p:cNvPr>
                <p:cNvPicPr/>
                <p:nvPr/>
              </p:nvPicPr>
              <p:blipFill>
                <a:blip r:embed="rId409"/>
                <a:stretch>
                  <a:fillRect/>
                </a:stretch>
              </p:blipFill>
              <p:spPr>
                <a:xfrm>
                  <a:off x="10063960" y="4171955"/>
                  <a:ext cx="17244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410">
              <p14:nvContentPartPr>
                <p14:cNvPr id="432" name="Ink 431">
                  <a:extLst>
                    <a:ext uri="{FF2B5EF4-FFF2-40B4-BE49-F238E27FC236}">
                      <a16:creationId xmlns:a16="http://schemas.microsoft.com/office/drawing/2014/main" id="{60BFA5D8-D157-45FE-A00F-D6F999EC47ED}"/>
                    </a:ext>
                  </a:extLst>
                </p14:cNvPr>
                <p14:cNvContentPartPr/>
                <p14:nvPr/>
              </p14:nvContentPartPr>
              <p14:xfrm>
                <a:off x="10228840" y="4053875"/>
                <a:ext cx="117000" cy="100440"/>
              </p14:xfrm>
            </p:contentPart>
          </mc:Choice>
          <mc:Fallback xmlns="">
            <p:pic>
              <p:nvPicPr>
                <p:cNvPr id="432" name="Ink 431">
                  <a:extLst>
                    <a:ext uri="{FF2B5EF4-FFF2-40B4-BE49-F238E27FC236}">
                      <a16:creationId xmlns:a16="http://schemas.microsoft.com/office/drawing/2014/main" id="{60BFA5D8-D157-45FE-A00F-D6F999EC47ED}"/>
                    </a:ext>
                  </a:extLst>
                </p:cNvPr>
                <p:cNvPicPr/>
                <p:nvPr/>
              </p:nvPicPr>
              <p:blipFill>
                <a:blip r:embed="rId411"/>
                <a:stretch>
                  <a:fillRect/>
                </a:stretch>
              </p:blipFill>
              <p:spPr>
                <a:xfrm>
                  <a:off x="10211200" y="4036235"/>
                  <a:ext cx="15264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412">
              <p14:nvContentPartPr>
                <p14:cNvPr id="433" name="Ink 432">
                  <a:extLst>
                    <a:ext uri="{FF2B5EF4-FFF2-40B4-BE49-F238E27FC236}">
                      <a16:creationId xmlns:a16="http://schemas.microsoft.com/office/drawing/2014/main" id="{B412AEAF-FE36-46CF-8DFC-FAB6BC9F4DB8}"/>
                    </a:ext>
                  </a:extLst>
                </p14:cNvPr>
                <p14:cNvContentPartPr/>
                <p14:nvPr/>
              </p14:nvContentPartPr>
              <p14:xfrm>
                <a:off x="10384000" y="4176995"/>
                <a:ext cx="78840" cy="9360"/>
              </p14:xfrm>
            </p:contentPart>
          </mc:Choice>
          <mc:Fallback xmlns="">
            <p:pic>
              <p:nvPicPr>
                <p:cNvPr id="433" name="Ink 432">
                  <a:extLst>
                    <a:ext uri="{FF2B5EF4-FFF2-40B4-BE49-F238E27FC236}">
                      <a16:creationId xmlns:a16="http://schemas.microsoft.com/office/drawing/2014/main" id="{B412AEAF-FE36-46CF-8DFC-FAB6BC9F4DB8}"/>
                    </a:ext>
                  </a:extLst>
                </p:cNvPr>
                <p:cNvPicPr/>
                <p:nvPr/>
              </p:nvPicPr>
              <p:blipFill>
                <a:blip r:embed="rId413"/>
                <a:stretch>
                  <a:fillRect/>
                </a:stretch>
              </p:blipFill>
              <p:spPr>
                <a:xfrm>
                  <a:off x="10366360" y="4158995"/>
                  <a:ext cx="1144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434" name="Ink 433">
                  <a:extLst>
                    <a:ext uri="{FF2B5EF4-FFF2-40B4-BE49-F238E27FC236}">
                      <a16:creationId xmlns:a16="http://schemas.microsoft.com/office/drawing/2014/main" id="{819AE772-4A22-4CEC-BD75-BBEB6BC76169}"/>
                    </a:ext>
                  </a:extLst>
                </p14:cNvPr>
                <p14:cNvContentPartPr/>
                <p14:nvPr/>
              </p14:nvContentPartPr>
              <p14:xfrm>
                <a:off x="10600360" y="4112195"/>
                <a:ext cx="10440" cy="236520"/>
              </p14:xfrm>
            </p:contentPart>
          </mc:Choice>
          <mc:Fallback xmlns="">
            <p:pic>
              <p:nvPicPr>
                <p:cNvPr id="434" name="Ink 433">
                  <a:extLst>
                    <a:ext uri="{FF2B5EF4-FFF2-40B4-BE49-F238E27FC236}">
                      <a16:creationId xmlns:a16="http://schemas.microsoft.com/office/drawing/2014/main" id="{819AE772-4A22-4CEC-BD75-BBEB6BC76169}"/>
                    </a:ext>
                  </a:extLst>
                </p:cNvPr>
                <p:cNvPicPr/>
                <p:nvPr/>
              </p:nvPicPr>
              <p:blipFill>
                <a:blip r:embed="rId415"/>
                <a:stretch>
                  <a:fillRect/>
                </a:stretch>
              </p:blipFill>
              <p:spPr>
                <a:xfrm>
                  <a:off x="10582360" y="4094195"/>
                  <a:ext cx="4608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416">
              <p14:nvContentPartPr>
                <p14:cNvPr id="435" name="Ink 434">
                  <a:extLst>
                    <a:ext uri="{FF2B5EF4-FFF2-40B4-BE49-F238E27FC236}">
                      <a16:creationId xmlns:a16="http://schemas.microsoft.com/office/drawing/2014/main" id="{F814D5ED-F899-4425-9008-0536A1F51035}"/>
                    </a:ext>
                  </a:extLst>
                </p14:cNvPr>
                <p14:cNvContentPartPr/>
                <p14:nvPr/>
              </p14:nvContentPartPr>
              <p14:xfrm>
                <a:off x="10651480" y="4137755"/>
                <a:ext cx="113400" cy="191880"/>
              </p14:xfrm>
            </p:contentPart>
          </mc:Choice>
          <mc:Fallback xmlns="">
            <p:pic>
              <p:nvPicPr>
                <p:cNvPr id="435" name="Ink 434">
                  <a:extLst>
                    <a:ext uri="{FF2B5EF4-FFF2-40B4-BE49-F238E27FC236}">
                      <a16:creationId xmlns:a16="http://schemas.microsoft.com/office/drawing/2014/main" id="{F814D5ED-F899-4425-9008-0536A1F51035}"/>
                    </a:ext>
                  </a:extLst>
                </p:cNvPr>
                <p:cNvPicPr/>
                <p:nvPr/>
              </p:nvPicPr>
              <p:blipFill>
                <a:blip r:embed="rId417"/>
                <a:stretch>
                  <a:fillRect/>
                </a:stretch>
              </p:blipFill>
              <p:spPr>
                <a:xfrm>
                  <a:off x="10633840" y="4120115"/>
                  <a:ext cx="14904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418">
              <p14:nvContentPartPr>
                <p14:cNvPr id="436" name="Ink 435">
                  <a:extLst>
                    <a:ext uri="{FF2B5EF4-FFF2-40B4-BE49-F238E27FC236}">
                      <a16:creationId xmlns:a16="http://schemas.microsoft.com/office/drawing/2014/main" id="{64F2BE7B-A8F1-48B1-870B-18D14204349D}"/>
                    </a:ext>
                  </a:extLst>
                </p14:cNvPr>
                <p14:cNvContentPartPr/>
                <p14:nvPr/>
              </p14:nvContentPartPr>
              <p14:xfrm>
                <a:off x="10371400" y="4233155"/>
                <a:ext cx="119880" cy="11880"/>
              </p14:xfrm>
            </p:contentPart>
          </mc:Choice>
          <mc:Fallback xmlns="">
            <p:pic>
              <p:nvPicPr>
                <p:cNvPr id="436" name="Ink 435">
                  <a:extLst>
                    <a:ext uri="{FF2B5EF4-FFF2-40B4-BE49-F238E27FC236}">
                      <a16:creationId xmlns:a16="http://schemas.microsoft.com/office/drawing/2014/main" id="{64F2BE7B-A8F1-48B1-870B-18D14204349D}"/>
                    </a:ext>
                  </a:extLst>
                </p:cNvPr>
                <p:cNvPicPr/>
                <p:nvPr/>
              </p:nvPicPr>
              <p:blipFill>
                <a:blip r:embed="rId419"/>
                <a:stretch>
                  <a:fillRect/>
                </a:stretch>
              </p:blipFill>
              <p:spPr>
                <a:xfrm>
                  <a:off x="10353400" y="4215155"/>
                  <a:ext cx="15552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420">
              <p14:nvContentPartPr>
                <p14:cNvPr id="438" name="Ink 437">
                  <a:extLst>
                    <a:ext uri="{FF2B5EF4-FFF2-40B4-BE49-F238E27FC236}">
                      <a16:creationId xmlns:a16="http://schemas.microsoft.com/office/drawing/2014/main" id="{84F6A9A7-8380-40E8-B07C-EA6BD0E480CA}"/>
                    </a:ext>
                  </a:extLst>
                </p14:cNvPr>
                <p14:cNvContentPartPr/>
                <p14:nvPr/>
              </p14:nvContentPartPr>
              <p14:xfrm>
                <a:off x="10804120" y="4098875"/>
                <a:ext cx="63720" cy="16200"/>
              </p14:xfrm>
            </p:contentPart>
          </mc:Choice>
          <mc:Fallback xmlns="">
            <p:pic>
              <p:nvPicPr>
                <p:cNvPr id="438" name="Ink 437">
                  <a:extLst>
                    <a:ext uri="{FF2B5EF4-FFF2-40B4-BE49-F238E27FC236}">
                      <a16:creationId xmlns:a16="http://schemas.microsoft.com/office/drawing/2014/main" id="{84F6A9A7-8380-40E8-B07C-EA6BD0E480CA}"/>
                    </a:ext>
                  </a:extLst>
                </p:cNvPr>
                <p:cNvPicPr/>
                <p:nvPr/>
              </p:nvPicPr>
              <p:blipFill>
                <a:blip r:embed="rId421"/>
                <a:stretch>
                  <a:fillRect/>
                </a:stretch>
              </p:blipFill>
              <p:spPr>
                <a:xfrm>
                  <a:off x="10786120" y="4080875"/>
                  <a:ext cx="993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439" name="Ink 438">
                  <a:extLst>
                    <a:ext uri="{FF2B5EF4-FFF2-40B4-BE49-F238E27FC236}">
                      <a16:creationId xmlns:a16="http://schemas.microsoft.com/office/drawing/2014/main" id="{F5D33CD9-4320-407C-9B31-E729C1609326}"/>
                    </a:ext>
                  </a:extLst>
                </p14:cNvPr>
                <p14:cNvContentPartPr/>
                <p14:nvPr/>
              </p14:nvContentPartPr>
              <p14:xfrm>
                <a:off x="10745440" y="4000955"/>
                <a:ext cx="75960" cy="101520"/>
              </p14:xfrm>
            </p:contentPart>
          </mc:Choice>
          <mc:Fallback xmlns="">
            <p:pic>
              <p:nvPicPr>
                <p:cNvPr id="439" name="Ink 438">
                  <a:extLst>
                    <a:ext uri="{FF2B5EF4-FFF2-40B4-BE49-F238E27FC236}">
                      <a16:creationId xmlns:a16="http://schemas.microsoft.com/office/drawing/2014/main" id="{F5D33CD9-4320-407C-9B31-E729C1609326}"/>
                    </a:ext>
                  </a:extLst>
                </p:cNvPr>
                <p:cNvPicPr/>
                <p:nvPr/>
              </p:nvPicPr>
              <p:blipFill>
                <a:blip r:embed="rId423"/>
                <a:stretch>
                  <a:fillRect/>
                </a:stretch>
              </p:blipFill>
              <p:spPr>
                <a:xfrm>
                  <a:off x="10727800" y="3982955"/>
                  <a:ext cx="11160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424">
              <p14:nvContentPartPr>
                <p14:cNvPr id="440" name="Ink 439">
                  <a:extLst>
                    <a:ext uri="{FF2B5EF4-FFF2-40B4-BE49-F238E27FC236}">
                      <a16:creationId xmlns:a16="http://schemas.microsoft.com/office/drawing/2014/main" id="{5CD1591C-C9AF-42FB-A02D-ECC100DDD5BD}"/>
                    </a:ext>
                  </a:extLst>
                </p14:cNvPr>
                <p14:cNvContentPartPr/>
                <p14:nvPr/>
              </p14:nvContentPartPr>
              <p14:xfrm>
                <a:off x="10961440" y="4125875"/>
                <a:ext cx="137160" cy="183600"/>
              </p14:xfrm>
            </p:contentPart>
          </mc:Choice>
          <mc:Fallback xmlns="">
            <p:pic>
              <p:nvPicPr>
                <p:cNvPr id="440" name="Ink 439">
                  <a:extLst>
                    <a:ext uri="{FF2B5EF4-FFF2-40B4-BE49-F238E27FC236}">
                      <a16:creationId xmlns:a16="http://schemas.microsoft.com/office/drawing/2014/main" id="{5CD1591C-C9AF-42FB-A02D-ECC100DDD5BD}"/>
                    </a:ext>
                  </a:extLst>
                </p:cNvPr>
                <p:cNvPicPr/>
                <p:nvPr/>
              </p:nvPicPr>
              <p:blipFill>
                <a:blip r:embed="rId425"/>
                <a:stretch>
                  <a:fillRect/>
                </a:stretch>
              </p:blipFill>
              <p:spPr>
                <a:xfrm>
                  <a:off x="10943440" y="4107875"/>
                  <a:ext cx="17280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441" name="Ink 440">
                  <a:extLst>
                    <a:ext uri="{FF2B5EF4-FFF2-40B4-BE49-F238E27FC236}">
                      <a16:creationId xmlns:a16="http://schemas.microsoft.com/office/drawing/2014/main" id="{174C56C8-856B-454C-B701-DA2D51614BFD}"/>
                    </a:ext>
                  </a:extLst>
                </p14:cNvPr>
                <p14:cNvContentPartPr/>
                <p14:nvPr/>
              </p14:nvContentPartPr>
              <p14:xfrm>
                <a:off x="11145760" y="4143155"/>
                <a:ext cx="152640" cy="168840"/>
              </p14:xfrm>
            </p:contentPart>
          </mc:Choice>
          <mc:Fallback xmlns="">
            <p:pic>
              <p:nvPicPr>
                <p:cNvPr id="441" name="Ink 440">
                  <a:extLst>
                    <a:ext uri="{FF2B5EF4-FFF2-40B4-BE49-F238E27FC236}">
                      <a16:creationId xmlns:a16="http://schemas.microsoft.com/office/drawing/2014/main" id="{174C56C8-856B-454C-B701-DA2D51614BFD}"/>
                    </a:ext>
                  </a:extLst>
                </p:cNvPr>
                <p:cNvPicPr/>
                <p:nvPr/>
              </p:nvPicPr>
              <p:blipFill>
                <a:blip r:embed="rId427"/>
                <a:stretch>
                  <a:fillRect/>
                </a:stretch>
              </p:blipFill>
              <p:spPr>
                <a:xfrm>
                  <a:off x="11128120" y="4125155"/>
                  <a:ext cx="18828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443" name="Ink 442">
                  <a:extLst>
                    <a:ext uri="{FF2B5EF4-FFF2-40B4-BE49-F238E27FC236}">
                      <a16:creationId xmlns:a16="http://schemas.microsoft.com/office/drawing/2014/main" id="{63180676-3062-47A2-B228-D0F4DDEA12C8}"/>
                    </a:ext>
                  </a:extLst>
                </p14:cNvPr>
                <p14:cNvContentPartPr/>
                <p14:nvPr/>
              </p14:nvContentPartPr>
              <p14:xfrm>
                <a:off x="9558880" y="4440875"/>
                <a:ext cx="154440" cy="315360"/>
              </p14:xfrm>
            </p:contentPart>
          </mc:Choice>
          <mc:Fallback xmlns="">
            <p:pic>
              <p:nvPicPr>
                <p:cNvPr id="443" name="Ink 442">
                  <a:extLst>
                    <a:ext uri="{FF2B5EF4-FFF2-40B4-BE49-F238E27FC236}">
                      <a16:creationId xmlns:a16="http://schemas.microsoft.com/office/drawing/2014/main" id="{63180676-3062-47A2-B228-D0F4DDEA12C8}"/>
                    </a:ext>
                  </a:extLst>
                </p:cNvPr>
                <p:cNvPicPr/>
                <p:nvPr/>
              </p:nvPicPr>
              <p:blipFill>
                <a:blip r:embed="rId429"/>
                <a:stretch>
                  <a:fillRect/>
                </a:stretch>
              </p:blipFill>
              <p:spPr>
                <a:xfrm>
                  <a:off x="9541240" y="4422875"/>
                  <a:ext cx="19008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430">
              <p14:nvContentPartPr>
                <p14:cNvPr id="444" name="Ink 443">
                  <a:extLst>
                    <a:ext uri="{FF2B5EF4-FFF2-40B4-BE49-F238E27FC236}">
                      <a16:creationId xmlns:a16="http://schemas.microsoft.com/office/drawing/2014/main" id="{CCE838DD-AA5C-4907-85AB-122EEBA0B311}"/>
                    </a:ext>
                  </a:extLst>
                </p14:cNvPr>
                <p14:cNvContentPartPr/>
                <p14:nvPr/>
              </p14:nvContentPartPr>
              <p14:xfrm>
                <a:off x="9773080" y="4443035"/>
                <a:ext cx="88200" cy="316800"/>
              </p14:xfrm>
            </p:contentPart>
          </mc:Choice>
          <mc:Fallback xmlns="">
            <p:pic>
              <p:nvPicPr>
                <p:cNvPr id="444" name="Ink 443">
                  <a:extLst>
                    <a:ext uri="{FF2B5EF4-FFF2-40B4-BE49-F238E27FC236}">
                      <a16:creationId xmlns:a16="http://schemas.microsoft.com/office/drawing/2014/main" id="{CCE838DD-AA5C-4907-85AB-122EEBA0B311}"/>
                    </a:ext>
                  </a:extLst>
                </p:cNvPr>
                <p:cNvPicPr/>
                <p:nvPr/>
              </p:nvPicPr>
              <p:blipFill>
                <a:blip r:embed="rId431"/>
                <a:stretch>
                  <a:fillRect/>
                </a:stretch>
              </p:blipFill>
              <p:spPr>
                <a:xfrm>
                  <a:off x="9755080" y="4425035"/>
                  <a:ext cx="123840" cy="35244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445" name="Ink 444">
                  <a:extLst>
                    <a:ext uri="{FF2B5EF4-FFF2-40B4-BE49-F238E27FC236}">
                      <a16:creationId xmlns:a16="http://schemas.microsoft.com/office/drawing/2014/main" id="{741E46E9-C73E-4D63-BB5B-4FCDD4F89CA8}"/>
                    </a:ext>
                  </a:extLst>
                </p14:cNvPr>
                <p14:cNvContentPartPr/>
                <p14:nvPr/>
              </p14:nvContentPartPr>
              <p14:xfrm>
                <a:off x="9926800" y="4497755"/>
                <a:ext cx="72720" cy="241920"/>
              </p14:xfrm>
            </p:contentPart>
          </mc:Choice>
          <mc:Fallback xmlns="">
            <p:pic>
              <p:nvPicPr>
                <p:cNvPr id="445" name="Ink 444">
                  <a:extLst>
                    <a:ext uri="{FF2B5EF4-FFF2-40B4-BE49-F238E27FC236}">
                      <a16:creationId xmlns:a16="http://schemas.microsoft.com/office/drawing/2014/main" id="{741E46E9-C73E-4D63-BB5B-4FCDD4F89CA8}"/>
                    </a:ext>
                  </a:extLst>
                </p:cNvPr>
                <p:cNvPicPr/>
                <p:nvPr/>
              </p:nvPicPr>
              <p:blipFill>
                <a:blip r:embed="rId433"/>
                <a:stretch>
                  <a:fillRect/>
                </a:stretch>
              </p:blipFill>
              <p:spPr>
                <a:xfrm>
                  <a:off x="9909160" y="4479755"/>
                  <a:ext cx="10836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434">
              <p14:nvContentPartPr>
                <p14:cNvPr id="446" name="Ink 445">
                  <a:extLst>
                    <a:ext uri="{FF2B5EF4-FFF2-40B4-BE49-F238E27FC236}">
                      <a16:creationId xmlns:a16="http://schemas.microsoft.com/office/drawing/2014/main" id="{9FF2778D-6512-4BA9-B9B9-22C065127214}"/>
                    </a:ext>
                  </a:extLst>
                </p14:cNvPr>
                <p14:cNvContentPartPr/>
                <p14:nvPr/>
              </p14:nvContentPartPr>
              <p14:xfrm>
                <a:off x="10026160" y="4495235"/>
                <a:ext cx="88560" cy="235080"/>
              </p14:xfrm>
            </p:contentPart>
          </mc:Choice>
          <mc:Fallback xmlns="">
            <p:pic>
              <p:nvPicPr>
                <p:cNvPr id="446" name="Ink 445">
                  <a:extLst>
                    <a:ext uri="{FF2B5EF4-FFF2-40B4-BE49-F238E27FC236}">
                      <a16:creationId xmlns:a16="http://schemas.microsoft.com/office/drawing/2014/main" id="{9FF2778D-6512-4BA9-B9B9-22C065127214}"/>
                    </a:ext>
                  </a:extLst>
                </p:cNvPr>
                <p:cNvPicPr/>
                <p:nvPr/>
              </p:nvPicPr>
              <p:blipFill>
                <a:blip r:embed="rId435"/>
                <a:stretch>
                  <a:fillRect/>
                </a:stretch>
              </p:blipFill>
              <p:spPr>
                <a:xfrm>
                  <a:off x="10008160" y="4477595"/>
                  <a:ext cx="12420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436">
              <p14:nvContentPartPr>
                <p14:cNvPr id="447" name="Ink 446">
                  <a:extLst>
                    <a:ext uri="{FF2B5EF4-FFF2-40B4-BE49-F238E27FC236}">
                      <a16:creationId xmlns:a16="http://schemas.microsoft.com/office/drawing/2014/main" id="{1F614C67-7422-4347-BF5C-3427153CB58E}"/>
                    </a:ext>
                  </a:extLst>
                </p14:cNvPr>
                <p14:cNvContentPartPr/>
                <p14:nvPr/>
              </p14:nvContentPartPr>
              <p14:xfrm>
                <a:off x="10154680" y="4502435"/>
                <a:ext cx="83520" cy="213840"/>
              </p14:xfrm>
            </p:contentPart>
          </mc:Choice>
          <mc:Fallback xmlns="">
            <p:pic>
              <p:nvPicPr>
                <p:cNvPr id="447" name="Ink 446">
                  <a:extLst>
                    <a:ext uri="{FF2B5EF4-FFF2-40B4-BE49-F238E27FC236}">
                      <a16:creationId xmlns:a16="http://schemas.microsoft.com/office/drawing/2014/main" id="{1F614C67-7422-4347-BF5C-3427153CB58E}"/>
                    </a:ext>
                  </a:extLst>
                </p:cNvPr>
                <p:cNvPicPr/>
                <p:nvPr/>
              </p:nvPicPr>
              <p:blipFill>
                <a:blip r:embed="rId437"/>
                <a:stretch>
                  <a:fillRect/>
                </a:stretch>
              </p:blipFill>
              <p:spPr>
                <a:xfrm>
                  <a:off x="10136680" y="4484795"/>
                  <a:ext cx="11916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448" name="Ink 447">
                  <a:extLst>
                    <a:ext uri="{FF2B5EF4-FFF2-40B4-BE49-F238E27FC236}">
                      <a16:creationId xmlns:a16="http://schemas.microsoft.com/office/drawing/2014/main" id="{EEE8E79F-B07F-4383-BA18-C615CB70BD57}"/>
                    </a:ext>
                  </a:extLst>
                </p14:cNvPr>
                <p14:cNvContentPartPr/>
                <p14:nvPr/>
              </p14:nvContentPartPr>
              <p14:xfrm>
                <a:off x="10288960" y="4595315"/>
                <a:ext cx="79200" cy="149400"/>
              </p14:xfrm>
            </p:contentPart>
          </mc:Choice>
          <mc:Fallback xmlns="">
            <p:pic>
              <p:nvPicPr>
                <p:cNvPr id="448" name="Ink 447">
                  <a:extLst>
                    <a:ext uri="{FF2B5EF4-FFF2-40B4-BE49-F238E27FC236}">
                      <a16:creationId xmlns:a16="http://schemas.microsoft.com/office/drawing/2014/main" id="{EEE8E79F-B07F-4383-BA18-C615CB70BD57}"/>
                    </a:ext>
                  </a:extLst>
                </p:cNvPr>
                <p:cNvPicPr/>
                <p:nvPr/>
              </p:nvPicPr>
              <p:blipFill>
                <a:blip r:embed="rId439"/>
                <a:stretch>
                  <a:fillRect/>
                </a:stretch>
              </p:blipFill>
              <p:spPr>
                <a:xfrm>
                  <a:off x="10271320" y="4577675"/>
                  <a:ext cx="11484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449" name="Ink 448">
                  <a:extLst>
                    <a:ext uri="{FF2B5EF4-FFF2-40B4-BE49-F238E27FC236}">
                      <a16:creationId xmlns:a16="http://schemas.microsoft.com/office/drawing/2014/main" id="{24386D74-2CD7-48F9-9F7F-4599EA49FD63}"/>
                    </a:ext>
                  </a:extLst>
                </p14:cNvPr>
                <p14:cNvContentPartPr/>
                <p14:nvPr/>
              </p14:nvContentPartPr>
              <p14:xfrm>
                <a:off x="10381840" y="4572275"/>
                <a:ext cx="118440" cy="135000"/>
              </p14:xfrm>
            </p:contentPart>
          </mc:Choice>
          <mc:Fallback xmlns="">
            <p:pic>
              <p:nvPicPr>
                <p:cNvPr id="449" name="Ink 448">
                  <a:extLst>
                    <a:ext uri="{FF2B5EF4-FFF2-40B4-BE49-F238E27FC236}">
                      <a16:creationId xmlns:a16="http://schemas.microsoft.com/office/drawing/2014/main" id="{24386D74-2CD7-48F9-9F7F-4599EA49FD63}"/>
                    </a:ext>
                  </a:extLst>
                </p:cNvPr>
                <p:cNvPicPr/>
                <p:nvPr/>
              </p:nvPicPr>
              <p:blipFill>
                <a:blip r:embed="rId441"/>
                <a:stretch>
                  <a:fillRect/>
                </a:stretch>
              </p:blipFill>
              <p:spPr>
                <a:xfrm>
                  <a:off x="10363840" y="4554635"/>
                  <a:ext cx="15408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450" name="Ink 449">
                  <a:extLst>
                    <a:ext uri="{FF2B5EF4-FFF2-40B4-BE49-F238E27FC236}">
                      <a16:creationId xmlns:a16="http://schemas.microsoft.com/office/drawing/2014/main" id="{75F6AA91-55F8-41FD-82DD-578D4038D5F9}"/>
                    </a:ext>
                  </a:extLst>
                </p14:cNvPr>
                <p14:cNvContentPartPr/>
                <p14:nvPr/>
              </p14:nvContentPartPr>
              <p14:xfrm>
                <a:off x="10495240" y="4416395"/>
                <a:ext cx="101160" cy="117000"/>
              </p14:xfrm>
            </p:contentPart>
          </mc:Choice>
          <mc:Fallback xmlns="">
            <p:pic>
              <p:nvPicPr>
                <p:cNvPr id="450" name="Ink 449">
                  <a:extLst>
                    <a:ext uri="{FF2B5EF4-FFF2-40B4-BE49-F238E27FC236}">
                      <a16:creationId xmlns:a16="http://schemas.microsoft.com/office/drawing/2014/main" id="{75F6AA91-55F8-41FD-82DD-578D4038D5F9}"/>
                    </a:ext>
                  </a:extLst>
                </p:cNvPr>
                <p:cNvPicPr/>
                <p:nvPr/>
              </p:nvPicPr>
              <p:blipFill>
                <a:blip r:embed="rId443"/>
                <a:stretch>
                  <a:fillRect/>
                </a:stretch>
              </p:blipFill>
              <p:spPr>
                <a:xfrm>
                  <a:off x="10477600" y="4398395"/>
                  <a:ext cx="13680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451" name="Ink 450">
                  <a:extLst>
                    <a:ext uri="{FF2B5EF4-FFF2-40B4-BE49-F238E27FC236}">
                      <a16:creationId xmlns:a16="http://schemas.microsoft.com/office/drawing/2014/main" id="{E2FE64B2-0302-4295-A9B4-A98B3E6228D0}"/>
                    </a:ext>
                  </a:extLst>
                </p14:cNvPr>
                <p14:cNvContentPartPr/>
                <p14:nvPr/>
              </p14:nvContentPartPr>
              <p14:xfrm>
                <a:off x="10686760" y="4536995"/>
                <a:ext cx="97200" cy="7920"/>
              </p14:xfrm>
            </p:contentPart>
          </mc:Choice>
          <mc:Fallback xmlns="">
            <p:pic>
              <p:nvPicPr>
                <p:cNvPr id="451" name="Ink 450">
                  <a:extLst>
                    <a:ext uri="{FF2B5EF4-FFF2-40B4-BE49-F238E27FC236}">
                      <a16:creationId xmlns:a16="http://schemas.microsoft.com/office/drawing/2014/main" id="{E2FE64B2-0302-4295-A9B4-A98B3E6228D0}"/>
                    </a:ext>
                  </a:extLst>
                </p:cNvPr>
                <p:cNvPicPr/>
                <p:nvPr/>
              </p:nvPicPr>
              <p:blipFill>
                <a:blip r:embed="rId445"/>
                <a:stretch>
                  <a:fillRect/>
                </a:stretch>
              </p:blipFill>
              <p:spPr>
                <a:xfrm>
                  <a:off x="10669120" y="4518995"/>
                  <a:ext cx="1328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452" name="Ink 451">
                  <a:extLst>
                    <a:ext uri="{FF2B5EF4-FFF2-40B4-BE49-F238E27FC236}">
                      <a16:creationId xmlns:a16="http://schemas.microsoft.com/office/drawing/2014/main" id="{EA4F14B2-2A84-45A1-99C6-3ED64E41268C}"/>
                    </a:ext>
                  </a:extLst>
                </p14:cNvPr>
                <p14:cNvContentPartPr/>
                <p14:nvPr/>
              </p14:nvContentPartPr>
              <p14:xfrm>
                <a:off x="10677400" y="4635995"/>
                <a:ext cx="101520" cy="9360"/>
              </p14:xfrm>
            </p:contentPart>
          </mc:Choice>
          <mc:Fallback xmlns="">
            <p:pic>
              <p:nvPicPr>
                <p:cNvPr id="452" name="Ink 451">
                  <a:extLst>
                    <a:ext uri="{FF2B5EF4-FFF2-40B4-BE49-F238E27FC236}">
                      <a16:creationId xmlns:a16="http://schemas.microsoft.com/office/drawing/2014/main" id="{EA4F14B2-2A84-45A1-99C6-3ED64E41268C}"/>
                    </a:ext>
                  </a:extLst>
                </p:cNvPr>
                <p:cNvPicPr/>
                <p:nvPr/>
              </p:nvPicPr>
              <p:blipFill>
                <a:blip r:embed="rId447"/>
                <a:stretch>
                  <a:fillRect/>
                </a:stretch>
              </p:blipFill>
              <p:spPr>
                <a:xfrm>
                  <a:off x="10659400" y="4618355"/>
                  <a:ext cx="13716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454" name="Ink 453">
                  <a:extLst>
                    <a:ext uri="{FF2B5EF4-FFF2-40B4-BE49-F238E27FC236}">
                      <a16:creationId xmlns:a16="http://schemas.microsoft.com/office/drawing/2014/main" id="{F6191AFF-333A-4BF2-8E34-29CE02E69F2E}"/>
                    </a:ext>
                  </a:extLst>
                </p14:cNvPr>
                <p14:cNvContentPartPr/>
                <p14:nvPr/>
              </p14:nvContentPartPr>
              <p14:xfrm>
                <a:off x="10863880" y="4400195"/>
                <a:ext cx="142920" cy="287280"/>
              </p14:xfrm>
            </p:contentPart>
          </mc:Choice>
          <mc:Fallback xmlns="">
            <p:pic>
              <p:nvPicPr>
                <p:cNvPr id="454" name="Ink 453">
                  <a:extLst>
                    <a:ext uri="{FF2B5EF4-FFF2-40B4-BE49-F238E27FC236}">
                      <a16:creationId xmlns:a16="http://schemas.microsoft.com/office/drawing/2014/main" id="{F6191AFF-333A-4BF2-8E34-29CE02E69F2E}"/>
                    </a:ext>
                  </a:extLst>
                </p:cNvPr>
                <p:cNvPicPr/>
                <p:nvPr/>
              </p:nvPicPr>
              <p:blipFill>
                <a:blip r:embed="rId449"/>
                <a:stretch>
                  <a:fillRect/>
                </a:stretch>
              </p:blipFill>
              <p:spPr>
                <a:xfrm>
                  <a:off x="10846240" y="4382555"/>
                  <a:ext cx="17856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455" name="Ink 454">
                  <a:extLst>
                    <a:ext uri="{FF2B5EF4-FFF2-40B4-BE49-F238E27FC236}">
                      <a16:creationId xmlns:a16="http://schemas.microsoft.com/office/drawing/2014/main" id="{C95C3A39-C798-4DD5-A969-9758E854D3EF}"/>
                    </a:ext>
                  </a:extLst>
                </p14:cNvPr>
                <p14:cNvContentPartPr/>
                <p14:nvPr/>
              </p14:nvContentPartPr>
              <p14:xfrm>
                <a:off x="11032360" y="4433675"/>
                <a:ext cx="75960" cy="248760"/>
              </p14:xfrm>
            </p:contentPart>
          </mc:Choice>
          <mc:Fallback xmlns="">
            <p:pic>
              <p:nvPicPr>
                <p:cNvPr id="455" name="Ink 454">
                  <a:extLst>
                    <a:ext uri="{FF2B5EF4-FFF2-40B4-BE49-F238E27FC236}">
                      <a16:creationId xmlns:a16="http://schemas.microsoft.com/office/drawing/2014/main" id="{C95C3A39-C798-4DD5-A969-9758E854D3EF}"/>
                    </a:ext>
                  </a:extLst>
                </p:cNvPr>
                <p:cNvPicPr/>
                <p:nvPr/>
              </p:nvPicPr>
              <p:blipFill>
                <a:blip r:embed="rId451"/>
                <a:stretch>
                  <a:fillRect/>
                </a:stretch>
              </p:blipFill>
              <p:spPr>
                <a:xfrm>
                  <a:off x="11014360" y="4415675"/>
                  <a:ext cx="11160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452">
              <p14:nvContentPartPr>
                <p14:cNvPr id="456" name="Ink 455">
                  <a:extLst>
                    <a:ext uri="{FF2B5EF4-FFF2-40B4-BE49-F238E27FC236}">
                      <a16:creationId xmlns:a16="http://schemas.microsoft.com/office/drawing/2014/main" id="{43C4D63F-2B9B-4DB0-A620-BC0F85C5F2D4}"/>
                    </a:ext>
                  </a:extLst>
                </p14:cNvPr>
                <p14:cNvContentPartPr/>
                <p14:nvPr/>
              </p14:nvContentPartPr>
              <p14:xfrm>
                <a:off x="11163040" y="4445195"/>
                <a:ext cx="56160" cy="226440"/>
              </p14:xfrm>
            </p:contentPart>
          </mc:Choice>
          <mc:Fallback xmlns="">
            <p:pic>
              <p:nvPicPr>
                <p:cNvPr id="456" name="Ink 455">
                  <a:extLst>
                    <a:ext uri="{FF2B5EF4-FFF2-40B4-BE49-F238E27FC236}">
                      <a16:creationId xmlns:a16="http://schemas.microsoft.com/office/drawing/2014/main" id="{43C4D63F-2B9B-4DB0-A620-BC0F85C5F2D4}"/>
                    </a:ext>
                  </a:extLst>
                </p:cNvPr>
                <p:cNvPicPr/>
                <p:nvPr/>
              </p:nvPicPr>
              <p:blipFill>
                <a:blip r:embed="rId453"/>
                <a:stretch>
                  <a:fillRect/>
                </a:stretch>
              </p:blipFill>
              <p:spPr>
                <a:xfrm>
                  <a:off x="11145040" y="4427555"/>
                  <a:ext cx="9180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454">
              <p14:nvContentPartPr>
                <p14:cNvPr id="457" name="Ink 456">
                  <a:extLst>
                    <a:ext uri="{FF2B5EF4-FFF2-40B4-BE49-F238E27FC236}">
                      <a16:creationId xmlns:a16="http://schemas.microsoft.com/office/drawing/2014/main" id="{6164640B-1FF7-4BB6-A06D-C2434D4B8998}"/>
                    </a:ext>
                  </a:extLst>
                </p14:cNvPr>
                <p14:cNvContentPartPr/>
                <p14:nvPr/>
              </p14:nvContentPartPr>
              <p14:xfrm>
                <a:off x="11228920" y="4466795"/>
                <a:ext cx="79200" cy="191160"/>
              </p14:xfrm>
            </p:contentPart>
          </mc:Choice>
          <mc:Fallback xmlns="">
            <p:pic>
              <p:nvPicPr>
                <p:cNvPr id="457" name="Ink 456">
                  <a:extLst>
                    <a:ext uri="{FF2B5EF4-FFF2-40B4-BE49-F238E27FC236}">
                      <a16:creationId xmlns:a16="http://schemas.microsoft.com/office/drawing/2014/main" id="{6164640B-1FF7-4BB6-A06D-C2434D4B8998}"/>
                    </a:ext>
                  </a:extLst>
                </p:cNvPr>
                <p:cNvPicPr/>
                <p:nvPr/>
              </p:nvPicPr>
              <p:blipFill>
                <a:blip r:embed="rId455"/>
                <a:stretch>
                  <a:fillRect/>
                </a:stretch>
              </p:blipFill>
              <p:spPr>
                <a:xfrm>
                  <a:off x="11210920" y="4448795"/>
                  <a:ext cx="11484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456">
              <p14:nvContentPartPr>
                <p14:cNvPr id="458" name="Ink 457">
                  <a:extLst>
                    <a:ext uri="{FF2B5EF4-FFF2-40B4-BE49-F238E27FC236}">
                      <a16:creationId xmlns:a16="http://schemas.microsoft.com/office/drawing/2014/main" id="{8AF395E0-D504-42B5-8A17-1C09160A1A0C}"/>
                    </a:ext>
                  </a:extLst>
                </p14:cNvPr>
                <p14:cNvContentPartPr/>
                <p14:nvPr/>
              </p14:nvContentPartPr>
              <p14:xfrm>
                <a:off x="11323240" y="4457795"/>
                <a:ext cx="84240" cy="183960"/>
              </p14:xfrm>
            </p:contentPart>
          </mc:Choice>
          <mc:Fallback xmlns="">
            <p:pic>
              <p:nvPicPr>
                <p:cNvPr id="458" name="Ink 457">
                  <a:extLst>
                    <a:ext uri="{FF2B5EF4-FFF2-40B4-BE49-F238E27FC236}">
                      <a16:creationId xmlns:a16="http://schemas.microsoft.com/office/drawing/2014/main" id="{8AF395E0-D504-42B5-8A17-1C09160A1A0C}"/>
                    </a:ext>
                  </a:extLst>
                </p:cNvPr>
                <p:cNvPicPr/>
                <p:nvPr/>
              </p:nvPicPr>
              <p:blipFill>
                <a:blip r:embed="rId457"/>
                <a:stretch>
                  <a:fillRect/>
                </a:stretch>
              </p:blipFill>
              <p:spPr>
                <a:xfrm>
                  <a:off x="11305600" y="4440155"/>
                  <a:ext cx="11988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458">
              <p14:nvContentPartPr>
                <p14:cNvPr id="459" name="Ink 458">
                  <a:extLst>
                    <a:ext uri="{FF2B5EF4-FFF2-40B4-BE49-F238E27FC236}">
                      <a16:creationId xmlns:a16="http://schemas.microsoft.com/office/drawing/2014/main" id="{07718BAF-3248-43B2-861E-CFE446871EE4}"/>
                    </a:ext>
                  </a:extLst>
                </p14:cNvPr>
                <p14:cNvContentPartPr/>
                <p14:nvPr/>
              </p14:nvContentPartPr>
              <p14:xfrm>
                <a:off x="11490640" y="4551755"/>
                <a:ext cx="18720" cy="33840"/>
              </p14:xfrm>
            </p:contentPart>
          </mc:Choice>
          <mc:Fallback xmlns="">
            <p:pic>
              <p:nvPicPr>
                <p:cNvPr id="459" name="Ink 458">
                  <a:extLst>
                    <a:ext uri="{FF2B5EF4-FFF2-40B4-BE49-F238E27FC236}">
                      <a16:creationId xmlns:a16="http://schemas.microsoft.com/office/drawing/2014/main" id="{07718BAF-3248-43B2-861E-CFE446871EE4}"/>
                    </a:ext>
                  </a:extLst>
                </p:cNvPr>
                <p:cNvPicPr/>
                <p:nvPr/>
              </p:nvPicPr>
              <p:blipFill>
                <a:blip r:embed="rId459"/>
                <a:stretch>
                  <a:fillRect/>
                </a:stretch>
              </p:blipFill>
              <p:spPr>
                <a:xfrm>
                  <a:off x="11472640" y="4533755"/>
                  <a:ext cx="5436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460">
              <p14:nvContentPartPr>
                <p14:cNvPr id="460" name="Ink 459">
                  <a:extLst>
                    <a:ext uri="{FF2B5EF4-FFF2-40B4-BE49-F238E27FC236}">
                      <a16:creationId xmlns:a16="http://schemas.microsoft.com/office/drawing/2014/main" id="{AD912EAA-427B-4686-B4CC-7017028B44B9}"/>
                    </a:ext>
                  </a:extLst>
                </p14:cNvPr>
                <p14:cNvContentPartPr/>
                <p14:nvPr/>
              </p14:nvContentPartPr>
              <p14:xfrm>
                <a:off x="11501440" y="4533035"/>
                <a:ext cx="28080" cy="58680"/>
              </p14:xfrm>
            </p:contentPart>
          </mc:Choice>
          <mc:Fallback xmlns="">
            <p:pic>
              <p:nvPicPr>
                <p:cNvPr id="460" name="Ink 459">
                  <a:extLst>
                    <a:ext uri="{FF2B5EF4-FFF2-40B4-BE49-F238E27FC236}">
                      <a16:creationId xmlns:a16="http://schemas.microsoft.com/office/drawing/2014/main" id="{AD912EAA-427B-4686-B4CC-7017028B44B9}"/>
                    </a:ext>
                  </a:extLst>
                </p:cNvPr>
                <p:cNvPicPr/>
                <p:nvPr/>
              </p:nvPicPr>
              <p:blipFill>
                <a:blip r:embed="rId461"/>
                <a:stretch>
                  <a:fillRect/>
                </a:stretch>
              </p:blipFill>
              <p:spPr>
                <a:xfrm>
                  <a:off x="11483440" y="4515395"/>
                  <a:ext cx="6372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462">
              <p14:nvContentPartPr>
                <p14:cNvPr id="461" name="Ink 460">
                  <a:extLst>
                    <a:ext uri="{FF2B5EF4-FFF2-40B4-BE49-F238E27FC236}">
                      <a16:creationId xmlns:a16="http://schemas.microsoft.com/office/drawing/2014/main" id="{84764A98-5A46-4447-A077-066FE135C766}"/>
                    </a:ext>
                  </a:extLst>
                </p14:cNvPr>
                <p14:cNvContentPartPr/>
                <p14:nvPr/>
              </p14:nvContentPartPr>
              <p14:xfrm>
                <a:off x="11636440" y="4428275"/>
                <a:ext cx="27720" cy="231840"/>
              </p14:xfrm>
            </p:contentPart>
          </mc:Choice>
          <mc:Fallback xmlns="">
            <p:pic>
              <p:nvPicPr>
                <p:cNvPr id="461" name="Ink 460">
                  <a:extLst>
                    <a:ext uri="{FF2B5EF4-FFF2-40B4-BE49-F238E27FC236}">
                      <a16:creationId xmlns:a16="http://schemas.microsoft.com/office/drawing/2014/main" id="{84764A98-5A46-4447-A077-066FE135C766}"/>
                    </a:ext>
                  </a:extLst>
                </p:cNvPr>
                <p:cNvPicPr/>
                <p:nvPr/>
              </p:nvPicPr>
              <p:blipFill>
                <a:blip r:embed="rId463"/>
                <a:stretch>
                  <a:fillRect/>
                </a:stretch>
              </p:blipFill>
              <p:spPr>
                <a:xfrm>
                  <a:off x="11618800" y="4410635"/>
                  <a:ext cx="6336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464">
              <p14:nvContentPartPr>
                <p14:cNvPr id="462" name="Ink 461">
                  <a:extLst>
                    <a:ext uri="{FF2B5EF4-FFF2-40B4-BE49-F238E27FC236}">
                      <a16:creationId xmlns:a16="http://schemas.microsoft.com/office/drawing/2014/main" id="{F95519DE-EC35-49B7-8176-726D23D5C4F7}"/>
                    </a:ext>
                  </a:extLst>
                </p14:cNvPr>
                <p14:cNvContentPartPr/>
                <p14:nvPr/>
              </p14:nvContentPartPr>
              <p14:xfrm>
                <a:off x="11706640" y="4442315"/>
                <a:ext cx="77760" cy="175680"/>
              </p14:xfrm>
            </p:contentPart>
          </mc:Choice>
          <mc:Fallback xmlns="">
            <p:pic>
              <p:nvPicPr>
                <p:cNvPr id="462" name="Ink 461">
                  <a:extLst>
                    <a:ext uri="{FF2B5EF4-FFF2-40B4-BE49-F238E27FC236}">
                      <a16:creationId xmlns:a16="http://schemas.microsoft.com/office/drawing/2014/main" id="{F95519DE-EC35-49B7-8176-726D23D5C4F7}"/>
                    </a:ext>
                  </a:extLst>
                </p:cNvPr>
                <p:cNvPicPr/>
                <p:nvPr/>
              </p:nvPicPr>
              <p:blipFill>
                <a:blip r:embed="rId465"/>
                <a:stretch>
                  <a:fillRect/>
                </a:stretch>
              </p:blipFill>
              <p:spPr>
                <a:xfrm>
                  <a:off x="11688640" y="4424315"/>
                  <a:ext cx="11340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466">
              <p14:nvContentPartPr>
                <p14:cNvPr id="463" name="Ink 462">
                  <a:extLst>
                    <a:ext uri="{FF2B5EF4-FFF2-40B4-BE49-F238E27FC236}">
                      <a16:creationId xmlns:a16="http://schemas.microsoft.com/office/drawing/2014/main" id="{2978127F-91A0-4E6C-A477-F0B9FB723C27}"/>
                    </a:ext>
                  </a:extLst>
                </p14:cNvPr>
                <p14:cNvContentPartPr/>
                <p14:nvPr/>
              </p14:nvContentPartPr>
              <p14:xfrm>
                <a:off x="11758120" y="4346195"/>
                <a:ext cx="89280" cy="109440"/>
              </p14:xfrm>
            </p:contentPart>
          </mc:Choice>
          <mc:Fallback xmlns="">
            <p:pic>
              <p:nvPicPr>
                <p:cNvPr id="463" name="Ink 462">
                  <a:extLst>
                    <a:ext uri="{FF2B5EF4-FFF2-40B4-BE49-F238E27FC236}">
                      <a16:creationId xmlns:a16="http://schemas.microsoft.com/office/drawing/2014/main" id="{2978127F-91A0-4E6C-A477-F0B9FB723C27}"/>
                    </a:ext>
                  </a:extLst>
                </p:cNvPr>
                <p:cNvPicPr/>
                <p:nvPr/>
              </p:nvPicPr>
              <p:blipFill>
                <a:blip r:embed="rId467"/>
                <a:stretch>
                  <a:fillRect/>
                </a:stretch>
              </p:blipFill>
              <p:spPr>
                <a:xfrm>
                  <a:off x="11740120" y="4328555"/>
                  <a:ext cx="12492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468">
              <p14:nvContentPartPr>
                <p14:cNvPr id="464" name="Ink 463">
                  <a:extLst>
                    <a:ext uri="{FF2B5EF4-FFF2-40B4-BE49-F238E27FC236}">
                      <a16:creationId xmlns:a16="http://schemas.microsoft.com/office/drawing/2014/main" id="{242055E2-91AF-4794-97AF-31A85E01C481}"/>
                    </a:ext>
                  </a:extLst>
                </p14:cNvPr>
                <p14:cNvContentPartPr/>
                <p14:nvPr/>
              </p14:nvContentPartPr>
              <p14:xfrm>
                <a:off x="11890240" y="4512515"/>
                <a:ext cx="151920" cy="146520"/>
              </p14:xfrm>
            </p:contentPart>
          </mc:Choice>
          <mc:Fallback xmlns="">
            <p:pic>
              <p:nvPicPr>
                <p:cNvPr id="464" name="Ink 463">
                  <a:extLst>
                    <a:ext uri="{FF2B5EF4-FFF2-40B4-BE49-F238E27FC236}">
                      <a16:creationId xmlns:a16="http://schemas.microsoft.com/office/drawing/2014/main" id="{242055E2-91AF-4794-97AF-31A85E01C481}"/>
                    </a:ext>
                  </a:extLst>
                </p:cNvPr>
                <p:cNvPicPr/>
                <p:nvPr/>
              </p:nvPicPr>
              <p:blipFill>
                <a:blip r:embed="rId469"/>
                <a:stretch>
                  <a:fillRect/>
                </a:stretch>
              </p:blipFill>
              <p:spPr>
                <a:xfrm>
                  <a:off x="11872240" y="4494515"/>
                  <a:ext cx="18756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470">
              <p14:nvContentPartPr>
                <p14:cNvPr id="465" name="Ink 464">
                  <a:extLst>
                    <a:ext uri="{FF2B5EF4-FFF2-40B4-BE49-F238E27FC236}">
                      <a16:creationId xmlns:a16="http://schemas.microsoft.com/office/drawing/2014/main" id="{D601D83A-1AF4-4D8C-9F69-8244D5B36DBA}"/>
                    </a:ext>
                  </a:extLst>
                </p14:cNvPr>
                <p14:cNvContentPartPr/>
                <p14:nvPr/>
              </p14:nvContentPartPr>
              <p14:xfrm>
                <a:off x="12064120" y="4512155"/>
                <a:ext cx="112680" cy="93960"/>
              </p14:xfrm>
            </p:contentPart>
          </mc:Choice>
          <mc:Fallback xmlns="">
            <p:pic>
              <p:nvPicPr>
                <p:cNvPr id="465" name="Ink 464">
                  <a:extLst>
                    <a:ext uri="{FF2B5EF4-FFF2-40B4-BE49-F238E27FC236}">
                      <a16:creationId xmlns:a16="http://schemas.microsoft.com/office/drawing/2014/main" id="{D601D83A-1AF4-4D8C-9F69-8244D5B36DBA}"/>
                    </a:ext>
                  </a:extLst>
                </p:cNvPr>
                <p:cNvPicPr/>
                <p:nvPr/>
              </p:nvPicPr>
              <p:blipFill>
                <a:blip r:embed="rId471"/>
                <a:stretch>
                  <a:fillRect/>
                </a:stretch>
              </p:blipFill>
              <p:spPr>
                <a:xfrm>
                  <a:off x="12046120" y="4494155"/>
                  <a:ext cx="14832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472">
              <p14:nvContentPartPr>
                <p14:cNvPr id="466" name="Ink 465">
                  <a:extLst>
                    <a:ext uri="{FF2B5EF4-FFF2-40B4-BE49-F238E27FC236}">
                      <a16:creationId xmlns:a16="http://schemas.microsoft.com/office/drawing/2014/main" id="{931BE288-E838-4F25-9842-B6413062CAD3}"/>
                    </a:ext>
                  </a:extLst>
                </p14:cNvPr>
                <p14:cNvContentPartPr/>
                <p14:nvPr/>
              </p14:nvContentPartPr>
              <p14:xfrm>
                <a:off x="12102640" y="4323155"/>
                <a:ext cx="95760" cy="117000"/>
              </p14:xfrm>
            </p:contentPart>
          </mc:Choice>
          <mc:Fallback xmlns="">
            <p:pic>
              <p:nvPicPr>
                <p:cNvPr id="466" name="Ink 465">
                  <a:extLst>
                    <a:ext uri="{FF2B5EF4-FFF2-40B4-BE49-F238E27FC236}">
                      <a16:creationId xmlns:a16="http://schemas.microsoft.com/office/drawing/2014/main" id="{931BE288-E838-4F25-9842-B6413062CAD3}"/>
                    </a:ext>
                  </a:extLst>
                </p:cNvPr>
                <p:cNvPicPr/>
                <p:nvPr/>
              </p:nvPicPr>
              <p:blipFill>
                <a:blip r:embed="rId473"/>
                <a:stretch>
                  <a:fillRect/>
                </a:stretch>
              </p:blipFill>
              <p:spPr>
                <a:xfrm>
                  <a:off x="12084640" y="4305155"/>
                  <a:ext cx="131400" cy="152640"/>
                </a:xfrm>
                <a:prstGeom prst="rect">
                  <a:avLst/>
                </a:prstGeom>
              </p:spPr>
            </p:pic>
          </mc:Fallback>
        </mc:AlternateContent>
      </p:grpSp>
      <p:grpSp>
        <p:nvGrpSpPr>
          <p:cNvPr id="481" name="Group 480">
            <a:extLst>
              <a:ext uri="{FF2B5EF4-FFF2-40B4-BE49-F238E27FC236}">
                <a16:creationId xmlns:a16="http://schemas.microsoft.com/office/drawing/2014/main" id="{4B20B989-8051-4627-AB7C-515397B8321A}"/>
              </a:ext>
            </a:extLst>
          </p:cNvPr>
          <p:cNvGrpSpPr/>
          <p:nvPr/>
        </p:nvGrpSpPr>
        <p:grpSpPr>
          <a:xfrm>
            <a:off x="10372840" y="4994555"/>
            <a:ext cx="102960" cy="92880"/>
            <a:chOff x="10372840" y="4994555"/>
            <a:chExt cx="102960" cy="92880"/>
          </a:xfrm>
        </p:grpSpPr>
        <mc:AlternateContent xmlns:mc="http://schemas.openxmlformats.org/markup-compatibility/2006" xmlns:p14="http://schemas.microsoft.com/office/powerpoint/2010/main">
          <mc:Choice Requires="p14">
            <p:contentPart p14:bwMode="auto" r:id="rId474">
              <p14:nvContentPartPr>
                <p14:cNvPr id="468" name="Ink 467">
                  <a:extLst>
                    <a:ext uri="{FF2B5EF4-FFF2-40B4-BE49-F238E27FC236}">
                      <a16:creationId xmlns:a16="http://schemas.microsoft.com/office/drawing/2014/main" id="{D6546895-EF26-4090-9089-823EB5346354}"/>
                    </a:ext>
                  </a:extLst>
                </p14:cNvPr>
                <p14:cNvContentPartPr/>
                <p14:nvPr/>
              </p14:nvContentPartPr>
              <p14:xfrm>
                <a:off x="10372840" y="4994555"/>
                <a:ext cx="91800" cy="15120"/>
              </p14:xfrm>
            </p:contentPart>
          </mc:Choice>
          <mc:Fallback xmlns="">
            <p:pic>
              <p:nvPicPr>
                <p:cNvPr id="468" name="Ink 467">
                  <a:extLst>
                    <a:ext uri="{FF2B5EF4-FFF2-40B4-BE49-F238E27FC236}">
                      <a16:creationId xmlns:a16="http://schemas.microsoft.com/office/drawing/2014/main" id="{D6546895-EF26-4090-9089-823EB5346354}"/>
                    </a:ext>
                  </a:extLst>
                </p:cNvPr>
                <p:cNvPicPr/>
                <p:nvPr/>
              </p:nvPicPr>
              <p:blipFill>
                <a:blip r:embed="rId475"/>
                <a:stretch>
                  <a:fillRect/>
                </a:stretch>
              </p:blipFill>
              <p:spPr>
                <a:xfrm>
                  <a:off x="10354840" y="4976915"/>
                  <a:ext cx="12744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476">
              <p14:nvContentPartPr>
                <p14:cNvPr id="469" name="Ink 468">
                  <a:extLst>
                    <a:ext uri="{FF2B5EF4-FFF2-40B4-BE49-F238E27FC236}">
                      <a16:creationId xmlns:a16="http://schemas.microsoft.com/office/drawing/2014/main" id="{4FDE31BA-1943-4EA1-85AC-603FB9EF7ED5}"/>
                    </a:ext>
                  </a:extLst>
                </p14:cNvPr>
                <p14:cNvContentPartPr/>
                <p14:nvPr/>
              </p14:nvContentPartPr>
              <p14:xfrm>
                <a:off x="10410280" y="5084555"/>
                <a:ext cx="65520" cy="2880"/>
              </p14:xfrm>
            </p:contentPart>
          </mc:Choice>
          <mc:Fallback xmlns="">
            <p:pic>
              <p:nvPicPr>
                <p:cNvPr id="469" name="Ink 468">
                  <a:extLst>
                    <a:ext uri="{FF2B5EF4-FFF2-40B4-BE49-F238E27FC236}">
                      <a16:creationId xmlns:a16="http://schemas.microsoft.com/office/drawing/2014/main" id="{4FDE31BA-1943-4EA1-85AC-603FB9EF7ED5}"/>
                    </a:ext>
                  </a:extLst>
                </p:cNvPr>
                <p:cNvPicPr/>
                <p:nvPr/>
              </p:nvPicPr>
              <p:blipFill>
                <a:blip r:embed="rId477"/>
                <a:stretch>
                  <a:fillRect/>
                </a:stretch>
              </p:blipFill>
              <p:spPr>
                <a:xfrm>
                  <a:off x="10392280" y="5066555"/>
                  <a:ext cx="101160" cy="38520"/>
                </a:xfrm>
                <a:prstGeom prst="rect">
                  <a:avLst/>
                </a:prstGeom>
              </p:spPr>
            </p:pic>
          </mc:Fallback>
        </mc:AlternateContent>
      </p:grpSp>
      <p:grpSp>
        <p:nvGrpSpPr>
          <p:cNvPr id="480" name="Group 479">
            <a:extLst>
              <a:ext uri="{FF2B5EF4-FFF2-40B4-BE49-F238E27FC236}">
                <a16:creationId xmlns:a16="http://schemas.microsoft.com/office/drawing/2014/main" id="{EE03C3F0-6590-4E19-B274-E0ED7034BADC}"/>
              </a:ext>
            </a:extLst>
          </p:cNvPr>
          <p:cNvGrpSpPr/>
          <p:nvPr/>
        </p:nvGrpSpPr>
        <p:grpSpPr>
          <a:xfrm>
            <a:off x="10659400" y="4813835"/>
            <a:ext cx="1377000" cy="340560"/>
            <a:chOff x="10659400" y="4813835"/>
            <a:chExt cx="1377000" cy="340560"/>
          </a:xfrm>
        </p:grpSpPr>
        <mc:AlternateContent xmlns:mc="http://schemas.openxmlformats.org/markup-compatibility/2006" xmlns:p14="http://schemas.microsoft.com/office/powerpoint/2010/main">
          <mc:Choice Requires="p14">
            <p:contentPart p14:bwMode="auto" r:id="rId478">
              <p14:nvContentPartPr>
                <p14:cNvPr id="470" name="Ink 469">
                  <a:extLst>
                    <a:ext uri="{FF2B5EF4-FFF2-40B4-BE49-F238E27FC236}">
                      <a16:creationId xmlns:a16="http://schemas.microsoft.com/office/drawing/2014/main" id="{E2F11F76-189F-48C0-B153-66FC8040F235}"/>
                    </a:ext>
                  </a:extLst>
                </p14:cNvPr>
                <p14:cNvContentPartPr/>
                <p14:nvPr/>
              </p14:nvContentPartPr>
              <p14:xfrm>
                <a:off x="10659400" y="4862435"/>
                <a:ext cx="135000" cy="291960"/>
              </p14:xfrm>
            </p:contentPart>
          </mc:Choice>
          <mc:Fallback xmlns="">
            <p:pic>
              <p:nvPicPr>
                <p:cNvPr id="470" name="Ink 469">
                  <a:extLst>
                    <a:ext uri="{FF2B5EF4-FFF2-40B4-BE49-F238E27FC236}">
                      <a16:creationId xmlns:a16="http://schemas.microsoft.com/office/drawing/2014/main" id="{E2F11F76-189F-48C0-B153-66FC8040F235}"/>
                    </a:ext>
                  </a:extLst>
                </p:cNvPr>
                <p:cNvPicPr/>
                <p:nvPr/>
              </p:nvPicPr>
              <p:blipFill>
                <a:blip r:embed="rId479"/>
                <a:stretch>
                  <a:fillRect/>
                </a:stretch>
              </p:blipFill>
              <p:spPr>
                <a:xfrm>
                  <a:off x="10641400" y="4844435"/>
                  <a:ext cx="17064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480">
              <p14:nvContentPartPr>
                <p14:cNvPr id="471" name="Ink 470">
                  <a:extLst>
                    <a:ext uri="{FF2B5EF4-FFF2-40B4-BE49-F238E27FC236}">
                      <a16:creationId xmlns:a16="http://schemas.microsoft.com/office/drawing/2014/main" id="{BFC6A1E1-A54F-4FF3-B19F-86DFB55C2B5A}"/>
                    </a:ext>
                  </a:extLst>
                </p14:cNvPr>
                <p14:cNvContentPartPr/>
                <p14:nvPr/>
              </p14:nvContentPartPr>
              <p14:xfrm>
                <a:off x="10852360" y="4872155"/>
                <a:ext cx="88920" cy="275760"/>
              </p14:xfrm>
            </p:contentPart>
          </mc:Choice>
          <mc:Fallback xmlns="">
            <p:pic>
              <p:nvPicPr>
                <p:cNvPr id="471" name="Ink 470">
                  <a:extLst>
                    <a:ext uri="{FF2B5EF4-FFF2-40B4-BE49-F238E27FC236}">
                      <a16:creationId xmlns:a16="http://schemas.microsoft.com/office/drawing/2014/main" id="{BFC6A1E1-A54F-4FF3-B19F-86DFB55C2B5A}"/>
                    </a:ext>
                  </a:extLst>
                </p:cNvPr>
                <p:cNvPicPr/>
                <p:nvPr/>
              </p:nvPicPr>
              <p:blipFill>
                <a:blip r:embed="rId481"/>
                <a:stretch>
                  <a:fillRect/>
                </a:stretch>
              </p:blipFill>
              <p:spPr>
                <a:xfrm>
                  <a:off x="10834360" y="4854155"/>
                  <a:ext cx="124560"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482">
              <p14:nvContentPartPr>
                <p14:cNvPr id="472" name="Ink 471">
                  <a:extLst>
                    <a:ext uri="{FF2B5EF4-FFF2-40B4-BE49-F238E27FC236}">
                      <a16:creationId xmlns:a16="http://schemas.microsoft.com/office/drawing/2014/main" id="{0092447A-CD14-4DDC-8A2F-BDC53082D7AA}"/>
                    </a:ext>
                  </a:extLst>
                </p14:cNvPr>
                <p14:cNvContentPartPr/>
                <p14:nvPr/>
              </p14:nvContentPartPr>
              <p14:xfrm>
                <a:off x="10997800" y="4883315"/>
                <a:ext cx="99360" cy="214920"/>
              </p14:xfrm>
            </p:contentPart>
          </mc:Choice>
          <mc:Fallback xmlns="">
            <p:pic>
              <p:nvPicPr>
                <p:cNvPr id="472" name="Ink 471">
                  <a:extLst>
                    <a:ext uri="{FF2B5EF4-FFF2-40B4-BE49-F238E27FC236}">
                      <a16:creationId xmlns:a16="http://schemas.microsoft.com/office/drawing/2014/main" id="{0092447A-CD14-4DDC-8A2F-BDC53082D7AA}"/>
                    </a:ext>
                  </a:extLst>
                </p:cNvPr>
                <p:cNvPicPr/>
                <p:nvPr/>
              </p:nvPicPr>
              <p:blipFill>
                <a:blip r:embed="rId483"/>
                <a:stretch>
                  <a:fillRect/>
                </a:stretch>
              </p:blipFill>
              <p:spPr>
                <a:xfrm>
                  <a:off x="10980160" y="4865315"/>
                  <a:ext cx="13500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484">
              <p14:nvContentPartPr>
                <p14:cNvPr id="473" name="Ink 472">
                  <a:extLst>
                    <a:ext uri="{FF2B5EF4-FFF2-40B4-BE49-F238E27FC236}">
                      <a16:creationId xmlns:a16="http://schemas.microsoft.com/office/drawing/2014/main" id="{0AAF01C8-5FFF-45A6-A592-4956B55A6377}"/>
                    </a:ext>
                  </a:extLst>
                </p14:cNvPr>
                <p14:cNvContentPartPr/>
                <p14:nvPr/>
              </p14:nvContentPartPr>
              <p14:xfrm>
                <a:off x="11113720" y="4908515"/>
                <a:ext cx="92160" cy="187920"/>
              </p14:xfrm>
            </p:contentPart>
          </mc:Choice>
          <mc:Fallback xmlns="">
            <p:pic>
              <p:nvPicPr>
                <p:cNvPr id="473" name="Ink 472">
                  <a:extLst>
                    <a:ext uri="{FF2B5EF4-FFF2-40B4-BE49-F238E27FC236}">
                      <a16:creationId xmlns:a16="http://schemas.microsoft.com/office/drawing/2014/main" id="{0AAF01C8-5FFF-45A6-A592-4956B55A6377}"/>
                    </a:ext>
                  </a:extLst>
                </p:cNvPr>
                <p:cNvPicPr/>
                <p:nvPr/>
              </p:nvPicPr>
              <p:blipFill>
                <a:blip r:embed="rId485"/>
                <a:stretch>
                  <a:fillRect/>
                </a:stretch>
              </p:blipFill>
              <p:spPr>
                <a:xfrm>
                  <a:off x="11095720" y="4890515"/>
                  <a:ext cx="12780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486">
              <p14:nvContentPartPr>
                <p14:cNvPr id="474" name="Ink 473">
                  <a:extLst>
                    <a:ext uri="{FF2B5EF4-FFF2-40B4-BE49-F238E27FC236}">
                      <a16:creationId xmlns:a16="http://schemas.microsoft.com/office/drawing/2014/main" id="{73BCA2E3-FDBF-4B92-AFA4-CBA3FB91E44D}"/>
                    </a:ext>
                  </a:extLst>
                </p14:cNvPr>
                <p14:cNvContentPartPr/>
                <p14:nvPr/>
              </p14:nvContentPartPr>
              <p14:xfrm>
                <a:off x="11218480" y="4896635"/>
                <a:ext cx="88560" cy="190440"/>
              </p14:xfrm>
            </p:contentPart>
          </mc:Choice>
          <mc:Fallback xmlns="">
            <p:pic>
              <p:nvPicPr>
                <p:cNvPr id="474" name="Ink 473">
                  <a:extLst>
                    <a:ext uri="{FF2B5EF4-FFF2-40B4-BE49-F238E27FC236}">
                      <a16:creationId xmlns:a16="http://schemas.microsoft.com/office/drawing/2014/main" id="{73BCA2E3-FDBF-4B92-AFA4-CBA3FB91E44D}"/>
                    </a:ext>
                  </a:extLst>
                </p:cNvPr>
                <p:cNvPicPr/>
                <p:nvPr/>
              </p:nvPicPr>
              <p:blipFill>
                <a:blip r:embed="rId487"/>
                <a:stretch>
                  <a:fillRect/>
                </a:stretch>
              </p:blipFill>
              <p:spPr>
                <a:xfrm>
                  <a:off x="11200840" y="4878995"/>
                  <a:ext cx="12420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488">
              <p14:nvContentPartPr>
                <p14:cNvPr id="475" name="Ink 474">
                  <a:extLst>
                    <a:ext uri="{FF2B5EF4-FFF2-40B4-BE49-F238E27FC236}">
                      <a16:creationId xmlns:a16="http://schemas.microsoft.com/office/drawing/2014/main" id="{8C021181-B56C-4794-8919-178926B857E5}"/>
                    </a:ext>
                  </a:extLst>
                </p14:cNvPr>
                <p14:cNvContentPartPr/>
                <p14:nvPr/>
              </p14:nvContentPartPr>
              <p14:xfrm>
                <a:off x="11320000" y="4913915"/>
                <a:ext cx="120240" cy="173160"/>
              </p14:xfrm>
            </p:contentPart>
          </mc:Choice>
          <mc:Fallback xmlns="">
            <p:pic>
              <p:nvPicPr>
                <p:cNvPr id="475" name="Ink 474">
                  <a:extLst>
                    <a:ext uri="{FF2B5EF4-FFF2-40B4-BE49-F238E27FC236}">
                      <a16:creationId xmlns:a16="http://schemas.microsoft.com/office/drawing/2014/main" id="{8C021181-B56C-4794-8919-178926B857E5}"/>
                    </a:ext>
                  </a:extLst>
                </p:cNvPr>
                <p:cNvPicPr/>
                <p:nvPr/>
              </p:nvPicPr>
              <p:blipFill>
                <a:blip r:embed="rId489"/>
                <a:stretch>
                  <a:fillRect/>
                </a:stretch>
              </p:blipFill>
              <p:spPr>
                <a:xfrm>
                  <a:off x="11302360" y="4895915"/>
                  <a:ext cx="15588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490">
              <p14:nvContentPartPr>
                <p14:cNvPr id="476" name="Ink 475">
                  <a:extLst>
                    <a:ext uri="{FF2B5EF4-FFF2-40B4-BE49-F238E27FC236}">
                      <a16:creationId xmlns:a16="http://schemas.microsoft.com/office/drawing/2014/main" id="{B9BA8772-DEDF-47A8-8B9D-72CAA53AEBCE}"/>
                    </a:ext>
                  </a:extLst>
                </p14:cNvPr>
                <p14:cNvContentPartPr/>
                <p14:nvPr/>
              </p14:nvContentPartPr>
              <p14:xfrm>
                <a:off x="11464000" y="4895195"/>
                <a:ext cx="93960" cy="166320"/>
              </p14:xfrm>
            </p:contentPart>
          </mc:Choice>
          <mc:Fallback xmlns="">
            <p:pic>
              <p:nvPicPr>
                <p:cNvPr id="476" name="Ink 475">
                  <a:extLst>
                    <a:ext uri="{FF2B5EF4-FFF2-40B4-BE49-F238E27FC236}">
                      <a16:creationId xmlns:a16="http://schemas.microsoft.com/office/drawing/2014/main" id="{B9BA8772-DEDF-47A8-8B9D-72CAA53AEBCE}"/>
                    </a:ext>
                  </a:extLst>
                </p:cNvPr>
                <p:cNvPicPr/>
                <p:nvPr/>
              </p:nvPicPr>
              <p:blipFill>
                <a:blip r:embed="rId491"/>
                <a:stretch>
                  <a:fillRect/>
                </a:stretch>
              </p:blipFill>
              <p:spPr>
                <a:xfrm>
                  <a:off x="11446360" y="4877555"/>
                  <a:ext cx="12960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492">
              <p14:nvContentPartPr>
                <p14:cNvPr id="477" name="Ink 476">
                  <a:extLst>
                    <a:ext uri="{FF2B5EF4-FFF2-40B4-BE49-F238E27FC236}">
                      <a16:creationId xmlns:a16="http://schemas.microsoft.com/office/drawing/2014/main" id="{FC8DD46F-E0A0-4FA6-8A61-EB58769B531C}"/>
                    </a:ext>
                  </a:extLst>
                </p14:cNvPr>
                <p14:cNvContentPartPr/>
                <p14:nvPr/>
              </p14:nvContentPartPr>
              <p14:xfrm>
                <a:off x="11627440" y="4932995"/>
                <a:ext cx="163080" cy="150480"/>
              </p14:xfrm>
            </p:contentPart>
          </mc:Choice>
          <mc:Fallback xmlns="">
            <p:pic>
              <p:nvPicPr>
                <p:cNvPr id="477" name="Ink 476">
                  <a:extLst>
                    <a:ext uri="{FF2B5EF4-FFF2-40B4-BE49-F238E27FC236}">
                      <a16:creationId xmlns:a16="http://schemas.microsoft.com/office/drawing/2014/main" id="{FC8DD46F-E0A0-4FA6-8A61-EB58769B531C}"/>
                    </a:ext>
                  </a:extLst>
                </p:cNvPr>
                <p:cNvPicPr/>
                <p:nvPr/>
              </p:nvPicPr>
              <p:blipFill>
                <a:blip r:embed="rId493"/>
                <a:stretch>
                  <a:fillRect/>
                </a:stretch>
              </p:blipFill>
              <p:spPr>
                <a:xfrm>
                  <a:off x="11609800" y="4914995"/>
                  <a:ext cx="19872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494">
              <p14:nvContentPartPr>
                <p14:cNvPr id="478" name="Ink 477">
                  <a:extLst>
                    <a:ext uri="{FF2B5EF4-FFF2-40B4-BE49-F238E27FC236}">
                      <a16:creationId xmlns:a16="http://schemas.microsoft.com/office/drawing/2014/main" id="{C1C3036F-45F2-45AC-B392-B32A99DFA1FC}"/>
                    </a:ext>
                  </a:extLst>
                </p14:cNvPr>
                <p14:cNvContentPartPr/>
                <p14:nvPr/>
              </p14:nvContentPartPr>
              <p14:xfrm>
                <a:off x="11805280" y="4939115"/>
                <a:ext cx="171360" cy="140040"/>
              </p14:xfrm>
            </p:contentPart>
          </mc:Choice>
          <mc:Fallback xmlns="">
            <p:pic>
              <p:nvPicPr>
                <p:cNvPr id="478" name="Ink 477">
                  <a:extLst>
                    <a:ext uri="{FF2B5EF4-FFF2-40B4-BE49-F238E27FC236}">
                      <a16:creationId xmlns:a16="http://schemas.microsoft.com/office/drawing/2014/main" id="{C1C3036F-45F2-45AC-B392-B32A99DFA1FC}"/>
                    </a:ext>
                  </a:extLst>
                </p:cNvPr>
                <p:cNvPicPr/>
                <p:nvPr/>
              </p:nvPicPr>
              <p:blipFill>
                <a:blip r:embed="rId495"/>
                <a:stretch>
                  <a:fillRect/>
                </a:stretch>
              </p:blipFill>
              <p:spPr>
                <a:xfrm>
                  <a:off x="11787640" y="4921475"/>
                  <a:ext cx="20700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496">
              <p14:nvContentPartPr>
                <p14:cNvPr id="479" name="Ink 478">
                  <a:extLst>
                    <a:ext uri="{FF2B5EF4-FFF2-40B4-BE49-F238E27FC236}">
                      <a16:creationId xmlns:a16="http://schemas.microsoft.com/office/drawing/2014/main" id="{442CACDB-5EB7-4A1F-92DC-6A20F317E831}"/>
                    </a:ext>
                  </a:extLst>
                </p14:cNvPr>
                <p14:cNvContentPartPr/>
                <p14:nvPr/>
              </p14:nvContentPartPr>
              <p14:xfrm>
                <a:off x="11977360" y="4813835"/>
                <a:ext cx="59040" cy="90000"/>
              </p14:xfrm>
            </p:contentPart>
          </mc:Choice>
          <mc:Fallback xmlns="">
            <p:pic>
              <p:nvPicPr>
                <p:cNvPr id="479" name="Ink 478">
                  <a:extLst>
                    <a:ext uri="{FF2B5EF4-FFF2-40B4-BE49-F238E27FC236}">
                      <a16:creationId xmlns:a16="http://schemas.microsoft.com/office/drawing/2014/main" id="{442CACDB-5EB7-4A1F-92DC-6A20F317E831}"/>
                    </a:ext>
                  </a:extLst>
                </p:cNvPr>
                <p:cNvPicPr/>
                <p:nvPr/>
              </p:nvPicPr>
              <p:blipFill>
                <a:blip r:embed="rId497"/>
                <a:stretch>
                  <a:fillRect/>
                </a:stretch>
              </p:blipFill>
              <p:spPr>
                <a:xfrm>
                  <a:off x="11959720" y="4796195"/>
                  <a:ext cx="94680" cy="125640"/>
                </a:xfrm>
                <a:prstGeom prst="rect">
                  <a:avLst/>
                </a:prstGeom>
              </p:spPr>
            </p:pic>
          </mc:Fallback>
        </mc:AlternateContent>
      </p:grpSp>
    </p:spTree>
    <p:extLst>
      <p:ext uri="{BB962C8B-B14F-4D97-AF65-F5344CB8AC3E}">
        <p14:creationId xmlns:p14="http://schemas.microsoft.com/office/powerpoint/2010/main" val="3225986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BBA57-AFCB-4A06-9271-53E909FE6312}"/>
              </a:ext>
            </a:extLst>
          </p:cNvPr>
          <p:cNvSpPr>
            <a:spLocks noGrp="1"/>
          </p:cNvSpPr>
          <p:nvPr>
            <p:ph type="title"/>
          </p:nvPr>
        </p:nvSpPr>
        <p:spPr>
          <a:xfrm>
            <a:off x="722446" y="41799"/>
            <a:ext cx="9601200" cy="1485900"/>
          </a:xfrm>
        </p:spPr>
        <p:txBody>
          <a:bodyPr/>
          <a:lstStyle/>
          <a:p>
            <a:r>
              <a:rPr lang="en-AU" dirty="0"/>
              <a:t>Converting Units Examples</a:t>
            </a:r>
          </a:p>
        </p:txBody>
      </p:sp>
      <p:sp>
        <p:nvSpPr>
          <p:cNvPr id="3" name="Text Placeholder 2">
            <a:extLst>
              <a:ext uri="{FF2B5EF4-FFF2-40B4-BE49-F238E27FC236}">
                <a16:creationId xmlns:a16="http://schemas.microsoft.com/office/drawing/2014/main" id="{473C6701-7621-49B9-9671-703271C99D8C}"/>
              </a:ext>
            </a:extLst>
          </p:cNvPr>
          <p:cNvSpPr>
            <a:spLocks noGrp="1"/>
          </p:cNvSpPr>
          <p:nvPr>
            <p:ph type="body" idx="1"/>
          </p:nvPr>
        </p:nvSpPr>
        <p:spPr>
          <a:xfrm>
            <a:off x="1141254" y="1000093"/>
            <a:ext cx="4443984" cy="823912"/>
          </a:xfrm>
        </p:spPr>
        <p:txBody>
          <a:bodyPr/>
          <a:lstStyle/>
          <a:p>
            <a:r>
              <a:rPr lang="en-AU" dirty="0"/>
              <a:t>Convert 1.5cm</a:t>
            </a:r>
            <a:r>
              <a:rPr lang="en-AU" baseline="30000" dirty="0"/>
              <a:t>3</a:t>
            </a:r>
            <a:r>
              <a:rPr lang="en-AU" dirty="0"/>
              <a:t> to mm</a:t>
            </a:r>
            <a:r>
              <a:rPr lang="en-AU" baseline="30000" dirty="0"/>
              <a:t>3</a:t>
            </a:r>
            <a:endParaRPr lang="en-AU" dirty="0"/>
          </a:p>
        </p:txBody>
      </p:sp>
      <p:sp>
        <p:nvSpPr>
          <p:cNvPr id="5" name="Text Placeholder 4">
            <a:extLst>
              <a:ext uri="{FF2B5EF4-FFF2-40B4-BE49-F238E27FC236}">
                <a16:creationId xmlns:a16="http://schemas.microsoft.com/office/drawing/2014/main" id="{3318B54F-7434-4F89-8BC5-EB4A9EAD97A5}"/>
              </a:ext>
            </a:extLst>
          </p:cNvPr>
          <p:cNvSpPr>
            <a:spLocks noGrp="1"/>
          </p:cNvSpPr>
          <p:nvPr>
            <p:ph type="body" sz="quarter" idx="3"/>
          </p:nvPr>
        </p:nvSpPr>
        <p:spPr>
          <a:xfrm>
            <a:off x="6525014" y="1000093"/>
            <a:ext cx="4443984" cy="823912"/>
          </a:xfrm>
        </p:spPr>
        <p:txBody>
          <a:bodyPr/>
          <a:lstStyle/>
          <a:p>
            <a:r>
              <a:rPr lang="en-AU" dirty="0"/>
              <a:t>Convert 18.2m</a:t>
            </a:r>
            <a:r>
              <a:rPr lang="en-AU" baseline="30000" dirty="0"/>
              <a:t>3</a:t>
            </a:r>
            <a:r>
              <a:rPr lang="en-AU" dirty="0"/>
              <a:t> to cm</a:t>
            </a:r>
            <a:r>
              <a:rPr lang="en-AU" baseline="30000" dirty="0"/>
              <a:t>3</a:t>
            </a:r>
            <a:endParaRPr lang="en-AU" dirty="0"/>
          </a:p>
        </p:txBody>
      </p:sp>
      <p:grpSp>
        <p:nvGrpSpPr>
          <p:cNvPr id="69" name="Group 68">
            <a:extLst>
              <a:ext uri="{FF2B5EF4-FFF2-40B4-BE49-F238E27FC236}">
                <a16:creationId xmlns:a16="http://schemas.microsoft.com/office/drawing/2014/main" id="{27FCB263-ACCF-4CE6-8B7C-5B7A1414601C}"/>
              </a:ext>
            </a:extLst>
          </p:cNvPr>
          <p:cNvGrpSpPr/>
          <p:nvPr/>
        </p:nvGrpSpPr>
        <p:grpSpPr>
          <a:xfrm>
            <a:off x="3414380" y="1840560"/>
            <a:ext cx="4136040" cy="1276200"/>
            <a:chOff x="3414380" y="1840560"/>
            <a:chExt cx="4136040" cy="1276200"/>
          </a:xfrm>
        </p:grpSpPr>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375B96A9-8F3A-4BD0-AE36-6462B8D51030}"/>
                    </a:ext>
                  </a:extLst>
                </p14:cNvPr>
                <p14:cNvContentPartPr/>
                <p14:nvPr/>
              </p14:nvContentPartPr>
              <p14:xfrm>
                <a:off x="3515180" y="1973040"/>
                <a:ext cx="58320" cy="326880"/>
              </p14:xfrm>
            </p:contentPart>
          </mc:Choice>
          <mc:Fallback xmlns="">
            <p:pic>
              <p:nvPicPr>
                <p:cNvPr id="11" name="Ink 10">
                  <a:extLst>
                    <a:ext uri="{FF2B5EF4-FFF2-40B4-BE49-F238E27FC236}">
                      <a16:creationId xmlns:a16="http://schemas.microsoft.com/office/drawing/2014/main" id="{375B96A9-8F3A-4BD0-AE36-6462B8D51030}"/>
                    </a:ext>
                  </a:extLst>
                </p:cNvPr>
                <p:cNvPicPr/>
                <p:nvPr/>
              </p:nvPicPr>
              <p:blipFill>
                <a:blip r:embed="rId3"/>
                <a:stretch>
                  <a:fillRect/>
                </a:stretch>
              </p:blipFill>
              <p:spPr>
                <a:xfrm>
                  <a:off x="3497180" y="1955040"/>
                  <a:ext cx="93960" cy="362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FF52E552-4BA7-4184-892C-F24F305CC802}"/>
                    </a:ext>
                  </a:extLst>
                </p14:cNvPr>
                <p14:cNvContentPartPr/>
                <p14:nvPr/>
              </p14:nvContentPartPr>
              <p14:xfrm>
                <a:off x="3414380" y="1874760"/>
                <a:ext cx="477720" cy="432360"/>
              </p14:xfrm>
            </p:contentPart>
          </mc:Choice>
          <mc:Fallback xmlns="">
            <p:pic>
              <p:nvPicPr>
                <p:cNvPr id="12" name="Ink 11">
                  <a:extLst>
                    <a:ext uri="{FF2B5EF4-FFF2-40B4-BE49-F238E27FC236}">
                      <a16:creationId xmlns:a16="http://schemas.microsoft.com/office/drawing/2014/main" id="{FF52E552-4BA7-4184-892C-F24F305CC802}"/>
                    </a:ext>
                  </a:extLst>
                </p:cNvPr>
                <p:cNvPicPr/>
                <p:nvPr/>
              </p:nvPicPr>
              <p:blipFill>
                <a:blip r:embed="rId5"/>
                <a:stretch>
                  <a:fillRect/>
                </a:stretch>
              </p:blipFill>
              <p:spPr>
                <a:xfrm>
                  <a:off x="3396740" y="1856760"/>
                  <a:ext cx="513360" cy="46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D63D390A-2A89-49D5-8BE8-E619C9A7FBF1}"/>
                    </a:ext>
                  </a:extLst>
                </p14:cNvPr>
                <p14:cNvContentPartPr/>
                <p14:nvPr/>
              </p14:nvContentPartPr>
              <p14:xfrm>
                <a:off x="4088660" y="2007600"/>
                <a:ext cx="144000" cy="319320"/>
              </p14:xfrm>
            </p:contentPart>
          </mc:Choice>
          <mc:Fallback xmlns="">
            <p:pic>
              <p:nvPicPr>
                <p:cNvPr id="13" name="Ink 12">
                  <a:extLst>
                    <a:ext uri="{FF2B5EF4-FFF2-40B4-BE49-F238E27FC236}">
                      <a16:creationId xmlns:a16="http://schemas.microsoft.com/office/drawing/2014/main" id="{D63D390A-2A89-49D5-8BE8-E619C9A7FBF1}"/>
                    </a:ext>
                  </a:extLst>
                </p:cNvPr>
                <p:cNvPicPr/>
                <p:nvPr/>
              </p:nvPicPr>
              <p:blipFill>
                <a:blip r:embed="rId7"/>
                <a:stretch>
                  <a:fillRect/>
                </a:stretch>
              </p:blipFill>
              <p:spPr>
                <a:xfrm>
                  <a:off x="4070660" y="1989960"/>
                  <a:ext cx="179640" cy="354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38154CC7-26F2-495C-B3CA-3195764D567A}"/>
                    </a:ext>
                  </a:extLst>
                </p14:cNvPr>
                <p14:cNvContentPartPr/>
                <p14:nvPr/>
              </p14:nvContentPartPr>
              <p14:xfrm>
                <a:off x="4243100" y="2065200"/>
                <a:ext cx="187560" cy="260280"/>
              </p14:xfrm>
            </p:contentPart>
          </mc:Choice>
          <mc:Fallback xmlns="">
            <p:pic>
              <p:nvPicPr>
                <p:cNvPr id="14" name="Ink 13">
                  <a:extLst>
                    <a:ext uri="{FF2B5EF4-FFF2-40B4-BE49-F238E27FC236}">
                      <a16:creationId xmlns:a16="http://schemas.microsoft.com/office/drawing/2014/main" id="{38154CC7-26F2-495C-B3CA-3195764D567A}"/>
                    </a:ext>
                  </a:extLst>
                </p:cNvPr>
                <p:cNvPicPr/>
                <p:nvPr/>
              </p:nvPicPr>
              <p:blipFill>
                <a:blip r:embed="rId9"/>
                <a:stretch>
                  <a:fillRect/>
                </a:stretch>
              </p:blipFill>
              <p:spPr>
                <a:xfrm>
                  <a:off x="4225460" y="2047200"/>
                  <a:ext cx="22320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A080A99C-F99D-48AB-9BB7-7C0A49AD380B}"/>
                    </a:ext>
                  </a:extLst>
                </p14:cNvPr>
                <p14:cNvContentPartPr/>
                <p14:nvPr/>
              </p14:nvContentPartPr>
              <p14:xfrm>
                <a:off x="4438940" y="2052960"/>
                <a:ext cx="217440" cy="245520"/>
              </p14:xfrm>
            </p:contentPart>
          </mc:Choice>
          <mc:Fallback xmlns="">
            <p:pic>
              <p:nvPicPr>
                <p:cNvPr id="15" name="Ink 14">
                  <a:extLst>
                    <a:ext uri="{FF2B5EF4-FFF2-40B4-BE49-F238E27FC236}">
                      <a16:creationId xmlns:a16="http://schemas.microsoft.com/office/drawing/2014/main" id="{A080A99C-F99D-48AB-9BB7-7C0A49AD380B}"/>
                    </a:ext>
                  </a:extLst>
                </p:cNvPr>
                <p:cNvPicPr/>
                <p:nvPr/>
              </p:nvPicPr>
              <p:blipFill>
                <a:blip r:embed="rId11"/>
                <a:stretch>
                  <a:fillRect/>
                </a:stretch>
              </p:blipFill>
              <p:spPr>
                <a:xfrm>
                  <a:off x="4420940" y="2034960"/>
                  <a:ext cx="25308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11FB0B59-E254-4FDA-B26A-EDCA4E5662A3}"/>
                    </a:ext>
                  </a:extLst>
                </p14:cNvPr>
                <p14:cNvContentPartPr/>
                <p14:nvPr/>
              </p14:nvContentPartPr>
              <p14:xfrm>
                <a:off x="4648460" y="1910040"/>
                <a:ext cx="170640" cy="390240"/>
              </p14:xfrm>
            </p:contentPart>
          </mc:Choice>
          <mc:Fallback xmlns="">
            <p:pic>
              <p:nvPicPr>
                <p:cNvPr id="16" name="Ink 15">
                  <a:extLst>
                    <a:ext uri="{FF2B5EF4-FFF2-40B4-BE49-F238E27FC236}">
                      <a16:creationId xmlns:a16="http://schemas.microsoft.com/office/drawing/2014/main" id="{11FB0B59-E254-4FDA-B26A-EDCA4E5662A3}"/>
                    </a:ext>
                  </a:extLst>
                </p:cNvPr>
                <p:cNvPicPr/>
                <p:nvPr/>
              </p:nvPicPr>
              <p:blipFill>
                <a:blip r:embed="rId13"/>
                <a:stretch>
                  <a:fillRect/>
                </a:stretch>
              </p:blipFill>
              <p:spPr>
                <a:xfrm>
                  <a:off x="4630460" y="1892400"/>
                  <a:ext cx="206280" cy="425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7D6944BB-3340-4E26-B246-4CC3B9284811}"/>
                    </a:ext>
                  </a:extLst>
                </p14:cNvPr>
                <p14:cNvContentPartPr/>
                <p14:nvPr/>
              </p14:nvContentPartPr>
              <p14:xfrm>
                <a:off x="4847180" y="2086800"/>
                <a:ext cx="185400" cy="260640"/>
              </p14:xfrm>
            </p:contentPart>
          </mc:Choice>
          <mc:Fallback xmlns="">
            <p:pic>
              <p:nvPicPr>
                <p:cNvPr id="17" name="Ink 16">
                  <a:extLst>
                    <a:ext uri="{FF2B5EF4-FFF2-40B4-BE49-F238E27FC236}">
                      <a16:creationId xmlns:a16="http://schemas.microsoft.com/office/drawing/2014/main" id="{7D6944BB-3340-4E26-B246-4CC3B9284811}"/>
                    </a:ext>
                  </a:extLst>
                </p:cNvPr>
                <p:cNvPicPr/>
                <p:nvPr/>
              </p:nvPicPr>
              <p:blipFill>
                <a:blip r:embed="rId15"/>
                <a:stretch>
                  <a:fillRect/>
                </a:stretch>
              </p:blipFill>
              <p:spPr>
                <a:xfrm>
                  <a:off x="4829540" y="2069160"/>
                  <a:ext cx="22104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CF0D6704-18C9-49FE-B060-92AD088A2497}"/>
                    </a:ext>
                  </a:extLst>
                </p14:cNvPr>
                <p14:cNvContentPartPr/>
                <p14:nvPr/>
              </p14:nvContentPartPr>
              <p14:xfrm>
                <a:off x="4839980" y="1996440"/>
                <a:ext cx="101520" cy="236160"/>
              </p14:xfrm>
            </p:contentPart>
          </mc:Choice>
          <mc:Fallback xmlns="">
            <p:pic>
              <p:nvPicPr>
                <p:cNvPr id="18" name="Ink 17">
                  <a:extLst>
                    <a:ext uri="{FF2B5EF4-FFF2-40B4-BE49-F238E27FC236}">
                      <a16:creationId xmlns:a16="http://schemas.microsoft.com/office/drawing/2014/main" id="{CF0D6704-18C9-49FE-B060-92AD088A2497}"/>
                    </a:ext>
                  </a:extLst>
                </p:cNvPr>
                <p:cNvPicPr/>
                <p:nvPr/>
              </p:nvPicPr>
              <p:blipFill>
                <a:blip r:embed="rId17"/>
                <a:stretch>
                  <a:fillRect/>
                </a:stretch>
              </p:blipFill>
              <p:spPr>
                <a:xfrm>
                  <a:off x="4821980" y="1978800"/>
                  <a:ext cx="13716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FDD6A567-75BA-4E0E-8E73-FB7CBFE146FB}"/>
                    </a:ext>
                  </a:extLst>
                </p14:cNvPr>
                <p14:cNvContentPartPr/>
                <p14:nvPr/>
              </p14:nvContentPartPr>
              <p14:xfrm>
                <a:off x="5023580" y="2064840"/>
                <a:ext cx="66600" cy="163800"/>
              </p14:xfrm>
            </p:contentPart>
          </mc:Choice>
          <mc:Fallback xmlns="">
            <p:pic>
              <p:nvPicPr>
                <p:cNvPr id="19" name="Ink 18">
                  <a:extLst>
                    <a:ext uri="{FF2B5EF4-FFF2-40B4-BE49-F238E27FC236}">
                      <a16:creationId xmlns:a16="http://schemas.microsoft.com/office/drawing/2014/main" id="{FDD6A567-75BA-4E0E-8E73-FB7CBFE146FB}"/>
                    </a:ext>
                  </a:extLst>
                </p:cNvPr>
                <p:cNvPicPr/>
                <p:nvPr/>
              </p:nvPicPr>
              <p:blipFill>
                <a:blip r:embed="rId19"/>
                <a:stretch>
                  <a:fillRect/>
                </a:stretch>
              </p:blipFill>
              <p:spPr>
                <a:xfrm>
                  <a:off x="5005580" y="2047200"/>
                  <a:ext cx="10224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E1ACF038-B53D-4E80-BF5B-F36F1AA9F726}"/>
                    </a:ext>
                  </a:extLst>
                </p14:cNvPr>
                <p14:cNvContentPartPr/>
                <p14:nvPr/>
              </p14:nvContentPartPr>
              <p14:xfrm>
                <a:off x="5122580" y="2157360"/>
                <a:ext cx="102600" cy="118800"/>
              </p14:xfrm>
            </p:contentPart>
          </mc:Choice>
          <mc:Fallback xmlns="">
            <p:pic>
              <p:nvPicPr>
                <p:cNvPr id="20" name="Ink 19">
                  <a:extLst>
                    <a:ext uri="{FF2B5EF4-FFF2-40B4-BE49-F238E27FC236}">
                      <a16:creationId xmlns:a16="http://schemas.microsoft.com/office/drawing/2014/main" id="{E1ACF038-B53D-4E80-BF5B-F36F1AA9F726}"/>
                    </a:ext>
                  </a:extLst>
                </p:cNvPr>
                <p:cNvPicPr/>
                <p:nvPr/>
              </p:nvPicPr>
              <p:blipFill>
                <a:blip r:embed="rId21"/>
                <a:stretch>
                  <a:fillRect/>
                </a:stretch>
              </p:blipFill>
              <p:spPr>
                <a:xfrm>
                  <a:off x="5104580" y="2139360"/>
                  <a:ext cx="13824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1FC8109A-36A5-42D1-99F6-6D3E5948CD95}"/>
                    </a:ext>
                  </a:extLst>
                </p14:cNvPr>
                <p14:cNvContentPartPr/>
                <p14:nvPr/>
              </p14:nvContentPartPr>
              <p14:xfrm>
                <a:off x="5134820" y="2035680"/>
                <a:ext cx="82440" cy="131760"/>
              </p14:xfrm>
            </p:contentPart>
          </mc:Choice>
          <mc:Fallback xmlns="">
            <p:pic>
              <p:nvPicPr>
                <p:cNvPr id="21" name="Ink 20">
                  <a:extLst>
                    <a:ext uri="{FF2B5EF4-FFF2-40B4-BE49-F238E27FC236}">
                      <a16:creationId xmlns:a16="http://schemas.microsoft.com/office/drawing/2014/main" id="{1FC8109A-36A5-42D1-99F6-6D3E5948CD95}"/>
                    </a:ext>
                  </a:extLst>
                </p:cNvPr>
                <p:cNvPicPr/>
                <p:nvPr/>
              </p:nvPicPr>
              <p:blipFill>
                <a:blip r:embed="rId23"/>
                <a:stretch>
                  <a:fillRect/>
                </a:stretch>
              </p:blipFill>
              <p:spPr>
                <a:xfrm>
                  <a:off x="5117180" y="2018040"/>
                  <a:ext cx="11808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5" name="Ink 24">
                  <a:extLst>
                    <a:ext uri="{FF2B5EF4-FFF2-40B4-BE49-F238E27FC236}">
                      <a16:creationId xmlns:a16="http://schemas.microsoft.com/office/drawing/2014/main" id="{61C18E1B-EC93-4CB2-BEE3-78DA2F7CED97}"/>
                    </a:ext>
                  </a:extLst>
                </p14:cNvPr>
                <p14:cNvContentPartPr/>
                <p14:nvPr/>
              </p14:nvContentPartPr>
              <p14:xfrm>
                <a:off x="5564660" y="2136840"/>
                <a:ext cx="9000" cy="5760"/>
              </p14:xfrm>
            </p:contentPart>
          </mc:Choice>
          <mc:Fallback xmlns="">
            <p:pic>
              <p:nvPicPr>
                <p:cNvPr id="25" name="Ink 24">
                  <a:extLst>
                    <a:ext uri="{FF2B5EF4-FFF2-40B4-BE49-F238E27FC236}">
                      <a16:creationId xmlns:a16="http://schemas.microsoft.com/office/drawing/2014/main" id="{61C18E1B-EC93-4CB2-BEE3-78DA2F7CED97}"/>
                    </a:ext>
                  </a:extLst>
                </p:cNvPr>
                <p:cNvPicPr/>
                <p:nvPr/>
              </p:nvPicPr>
              <p:blipFill>
                <a:blip r:embed="rId25"/>
                <a:stretch>
                  <a:fillRect/>
                </a:stretch>
              </p:blipFill>
              <p:spPr>
                <a:xfrm>
                  <a:off x="5546660" y="2118840"/>
                  <a:ext cx="4464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8" name="Ink 27">
                  <a:extLst>
                    <a:ext uri="{FF2B5EF4-FFF2-40B4-BE49-F238E27FC236}">
                      <a16:creationId xmlns:a16="http://schemas.microsoft.com/office/drawing/2014/main" id="{DDC14B83-15E4-4C22-9A79-AA02F6A7EF98}"/>
                    </a:ext>
                  </a:extLst>
                </p14:cNvPr>
                <p14:cNvContentPartPr/>
                <p14:nvPr/>
              </p14:nvContentPartPr>
              <p14:xfrm>
                <a:off x="5448380" y="2061240"/>
                <a:ext cx="124560" cy="584640"/>
              </p14:xfrm>
            </p:contentPart>
          </mc:Choice>
          <mc:Fallback xmlns="">
            <p:pic>
              <p:nvPicPr>
                <p:cNvPr id="28" name="Ink 27">
                  <a:extLst>
                    <a:ext uri="{FF2B5EF4-FFF2-40B4-BE49-F238E27FC236}">
                      <a16:creationId xmlns:a16="http://schemas.microsoft.com/office/drawing/2014/main" id="{DDC14B83-15E4-4C22-9A79-AA02F6A7EF98}"/>
                    </a:ext>
                  </a:extLst>
                </p:cNvPr>
                <p:cNvPicPr/>
                <p:nvPr/>
              </p:nvPicPr>
              <p:blipFill>
                <a:blip r:embed="rId27"/>
                <a:stretch>
                  <a:fillRect/>
                </a:stretch>
              </p:blipFill>
              <p:spPr>
                <a:xfrm>
                  <a:off x="5430380" y="2043240"/>
                  <a:ext cx="160200" cy="620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0" name="Ink 29">
                  <a:extLst>
                    <a:ext uri="{FF2B5EF4-FFF2-40B4-BE49-F238E27FC236}">
                      <a16:creationId xmlns:a16="http://schemas.microsoft.com/office/drawing/2014/main" id="{CB9198FA-E803-4737-A0FF-77A0C87BB1DE}"/>
                    </a:ext>
                  </a:extLst>
                </p14:cNvPr>
                <p14:cNvContentPartPr/>
                <p14:nvPr/>
              </p14:nvContentPartPr>
              <p14:xfrm>
                <a:off x="5613260" y="1883040"/>
                <a:ext cx="210240" cy="425160"/>
              </p14:xfrm>
            </p:contentPart>
          </mc:Choice>
          <mc:Fallback xmlns="">
            <p:pic>
              <p:nvPicPr>
                <p:cNvPr id="30" name="Ink 29">
                  <a:extLst>
                    <a:ext uri="{FF2B5EF4-FFF2-40B4-BE49-F238E27FC236}">
                      <a16:creationId xmlns:a16="http://schemas.microsoft.com/office/drawing/2014/main" id="{CB9198FA-E803-4737-A0FF-77A0C87BB1DE}"/>
                    </a:ext>
                  </a:extLst>
                </p:cNvPr>
                <p:cNvPicPr/>
                <p:nvPr/>
              </p:nvPicPr>
              <p:blipFill>
                <a:blip r:embed="rId29"/>
                <a:stretch>
                  <a:fillRect/>
                </a:stretch>
              </p:blipFill>
              <p:spPr>
                <a:xfrm>
                  <a:off x="5595620" y="1865400"/>
                  <a:ext cx="245880" cy="460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1" name="Ink 30">
                  <a:extLst>
                    <a:ext uri="{FF2B5EF4-FFF2-40B4-BE49-F238E27FC236}">
                      <a16:creationId xmlns:a16="http://schemas.microsoft.com/office/drawing/2014/main" id="{8930019D-3872-45E1-97F4-9F496D422AE2}"/>
                    </a:ext>
                  </a:extLst>
                </p14:cNvPr>
                <p14:cNvContentPartPr/>
                <p14:nvPr/>
              </p14:nvContentPartPr>
              <p14:xfrm>
                <a:off x="5722700" y="2060520"/>
                <a:ext cx="102600" cy="56160"/>
              </p14:xfrm>
            </p:contentPart>
          </mc:Choice>
          <mc:Fallback xmlns="">
            <p:pic>
              <p:nvPicPr>
                <p:cNvPr id="31" name="Ink 30">
                  <a:extLst>
                    <a:ext uri="{FF2B5EF4-FFF2-40B4-BE49-F238E27FC236}">
                      <a16:creationId xmlns:a16="http://schemas.microsoft.com/office/drawing/2014/main" id="{8930019D-3872-45E1-97F4-9F496D422AE2}"/>
                    </a:ext>
                  </a:extLst>
                </p:cNvPr>
                <p:cNvPicPr/>
                <p:nvPr/>
              </p:nvPicPr>
              <p:blipFill>
                <a:blip r:embed="rId31"/>
                <a:stretch>
                  <a:fillRect/>
                </a:stretch>
              </p:blipFill>
              <p:spPr>
                <a:xfrm>
                  <a:off x="5704700" y="2042520"/>
                  <a:ext cx="13824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2" name="Ink 31">
                  <a:extLst>
                    <a:ext uri="{FF2B5EF4-FFF2-40B4-BE49-F238E27FC236}">
                      <a16:creationId xmlns:a16="http://schemas.microsoft.com/office/drawing/2014/main" id="{25750328-C4B8-4358-843C-5B2EE39FAEBB}"/>
                    </a:ext>
                  </a:extLst>
                </p14:cNvPr>
                <p14:cNvContentPartPr/>
                <p14:nvPr/>
              </p14:nvContentPartPr>
              <p14:xfrm>
                <a:off x="6012860" y="2088960"/>
                <a:ext cx="136440" cy="228960"/>
              </p14:xfrm>
            </p:contentPart>
          </mc:Choice>
          <mc:Fallback xmlns="">
            <p:pic>
              <p:nvPicPr>
                <p:cNvPr id="32" name="Ink 31">
                  <a:extLst>
                    <a:ext uri="{FF2B5EF4-FFF2-40B4-BE49-F238E27FC236}">
                      <a16:creationId xmlns:a16="http://schemas.microsoft.com/office/drawing/2014/main" id="{25750328-C4B8-4358-843C-5B2EE39FAEBB}"/>
                    </a:ext>
                  </a:extLst>
                </p:cNvPr>
                <p:cNvPicPr/>
                <p:nvPr/>
              </p:nvPicPr>
              <p:blipFill>
                <a:blip r:embed="rId33"/>
                <a:stretch>
                  <a:fillRect/>
                </a:stretch>
              </p:blipFill>
              <p:spPr>
                <a:xfrm>
                  <a:off x="5994860" y="2071320"/>
                  <a:ext cx="17208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3" name="Ink 32">
                  <a:extLst>
                    <a:ext uri="{FF2B5EF4-FFF2-40B4-BE49-F238E27FC236}">
                      <a16:creationId xmlns:a16="http://schemas.microsoft.com/office/drawing/2014/main" id="{BD2C3D1D-5F8B-411D-A93B-08E78BF9BC88}"/>
                    </a:ext>
                  </a:extLst>
                </p14:cNvPr>
                <p14:cNvContentPartPr/>
                <p14:nvPr/>
              </p14:nvContentPartPr>
              <p14:xfrm>
                <a:off x="6018980" y="1840560"/>
                <a:ext cx="145800" cy="525960"/>
              </p14:xfrm>
            </p:contentPart>
          </mc:Choice>
          <mc:Fallback xmlns="">
            <p:pic>
              <p:nvPicPr>
                <p:cNvPr id="33" name="Ink 32">
                  <a:extLst>
                    <a:ext uri="{FF2B5EF4-FFF2-40B4-BE49-F238E27FC236}">
                      <a16:creationId xmlns:a16="http://schemas.microsoft.com/office/drawing/2014/main" id="{BD2C3D1D-5F8B-411D-A93B-08E78BF9BC88}"/>
                    </a:ext>
                  </a:extLst>
                </p:cNvPr>
                <p:cNvPicPr/>
                <p:nvPr/>
              </p:nvPicPr>
              <p:blipFill>
                <a:blip r:embed="rId35"/>
                <a:stretch>
                  <a:fillRect/>
                </a:stretch>
              </p:blipFill>
              <p:spPr>
                <a:xfrm>
                  <a:off x="6000980" y="1822560"/>
                  <a:ext cx="181440" cy="561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5" name="Ink 34">
                  <a:extLst>
                    <a:ext uri="{FF2B5EF4-FFF2-40B4-BE49-F238E27FC236}">
                      <a16:creationId xmlns:a16="http://schemas.microsoft.com/office/drawing/2014/main" id="{A17662B8-AE66-48B7-8569-3D4CF2B145AC}"/>
                    </a:ext>
                  </a:extLst>
                </p14:cNvPr>
                <p14:cNvContentPartPr/>
                <p14:nvPr/>
              </p14:nvContentPartPr>
              <p14:xfrm>
                <a:off x="6211220" y="2078880"/>
                <a:ext cx="30600" cy="255240"/>
              </p14:xfrm>
            </p:contentPart>
          </mc:Choice>
          <mc:Fallback xmlns="">
            <p:pic>
              <p:nvPicPr>
                <p:cNvPr id="35" name="Ink 34">
                  <a:extLst>
                    <a:ext uri="{FF2B5EF4-FFF2-40B4-BE49-F238E27FC236}">
                      <a16:creationId xmlns:a16="http://schemas.microsoft.com/office/drawing/2014/main" id="{A17662B8-AE66-48B7-8569-3D4CF2B145AC}"/>
                    </a:ext>
                  </a:extLst>
                </p:cNvPr>
                <p:cNvPicPr/>
                <p:nvPr/>
              </p:nvPicPr>
              <p:blipFill>
                <a:blip r:embed="rId37"/>
                <a:stretch>
                  <a:fillRect/>
                </a:stretch>
              </p:blipFill>
              <p:spPr>
                <a:xfrm>
                  <a:off x="6193580" y="2061240"/>
                  <a:ext cx="6624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0" name="Ink 39">
                  <a:extLst>
                    <a:ext uri="{FF2B5EF4-FFF2-40B4-BE49-F238E27FC236}">
                      <a16:creationId xmlns:a16="http://schemas.microsoft.com/office/drawing/2014/main" id="{0C365116-DD1C-4810-9644-D8B9672DDB3B}"/>
                    </a:ext>
                  </a:extLst>
                </p14:cNvPr>
                <p14:cNvContentPartPr/>
                <p14:nvPr/>
              </p14:nvContentPartPr>
              <p14:xfrm>
                <a:off x="6304460" y="2103360"/>
                <a:ext cx="70200" cy="520200"/>
              </p14:xfrm>
            </p:contentPart>
          </mc:Choice>
          <mc:Fallback xmlns="">
            <p:pic>
              <p:nvPicPr>
                <p:cNvPr id="40" name="Ink 39">
                  <a:extLst>
                    <a:ext uri="{FF2B5EF4-FFF2-40B4-BE49-F238E27FC236}">
                      <a16:creationId xmlns:a16="http://schemas.microsoft.com/office/drawing/2014/main" id="{0C365116-DD1C-4810-9644-D8B9672DDB3B}"/>
                    </a:ext>
                  </a:extLst>
                </p:cNvPr>
                <p:cNvPicPr/>
                <p:nvPr/>
              </p:nvPicPr>
              <p:blipFill>
                <a:blip r:embed="rId39"/>
                <a:stretch>
                  <a:fillRect/>
                </a:stretch>
              </p:blipFill>
              <p:spPr>
                <a:xfrm>
                  <a:off x="6286460" y="2085360"/>
                  <a:ext cx="105840" cy="555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1" name="Ink 40">
                  <a:extLst>
                    <a:ext uri="{FF2B5EF4-FFF2-40B4-BE49-F238E27FC236}">
                      <a16:creationId xmlns:a16="http://schemas.microsoft.com/office/drawing/2014/main" id="{3416C22E-A37C-4C7A-B9A1-0DA9D4B711A4}"/>
                    </a:ext>
                  </a:extLst>
                </p14:cNvPr>
                <p14:cNvContentPartPr/>
                <p14:nvPr/>
              </p14:nvContentPartPr>
              <p14:xfrm>
                <a:off x="6186020" y="1951080"/>
                <a:ext cx="25920" cy="5040"/>
              </p14:xfrm>
            </p:contentPart>
          </mc:Choice>
          <mc:Fallback xmlns="">
            <p:pic>
              <p:nvPicPr>
                <p:cNvPr id="41" name="Ink 40">
                  <a:extLst>
                    <a:ext uri="{FF2B5EF4-FFF2-40B4-BE49-F238E27FC236}">
                      <a16:creationId xmlns:a16="http://schemas.microsoft.com/office/drawing/2014/main" id="{3416C22E-A37C-4C7A-B9A1-0DA9D4B711A4}"/>
                    </a:ext>
                  </a:extLst>
                </p:cNvPr>
                <p:cNvPicPr/>
                <p:nvPr/>
              </p:nvPicPr>
              <p:blipFill>
                <a:blip r:embed="rId41"/>
                <a:stretch>
                  <a:fillRect/>
                </a:stretch>
              </p:blipFill>
              <p:spPr>
                <a:xfrm>
                  <a:off x="6168020" y="1933080"/>
                  <a:ext cx="6156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3" name="Ink 42">
                  <a:extLst>
                    <a:ext uri="{FF2B5EF4-FFF2-40B4-BE49-F238E27FC236}">
                      <a16:creationId xmlns:a16="http://schemas.microsoft.com/office/drawing/2014/main" id="{3E376674-73A4-4D54-A706-8E856B2A2A41}"/>
                    </a:ext>
                  </a:extLst>
                </p14:cNvPr>
                <p14:cNvContentPartPr/>
                <p14:nvPr/>
              </p14:nvContentPartPr>
              <p14:xfrm>
                <a:off x="6586700" y="2049000"/>
                <a:ext cx="127440" cy="603000"/>
              </p14:xfrm>
            </p:contentPart>
          </mc:Choice>
          <mc:Fallback xmlns="">
            <p:pic>
              <p:nvPicPr>
                <p:cNvPr id="43" name="Ink 42">
                  <a:extLst>
                    <a:ext uri="{FF2B5EF4-FFF2-40B4-BE49-F238E27FC236}">
                      <a16:creationId xmlns:a16="http://schemas.microsoft.com/office/drawing/2014/main" id="{3E376674-73A4-4D54-A706-8E856B2A2A41}"/>
                    </a:ext>
                  </a:extLst>
                </p:cNvPr>
                <p:cNvPicPr/>
                <p:nvPr/>
              </p:nvPicPr>
              <p:blipFill>
                <a:blip r:embed="rId43"/>
                <a:stretch>
                  <a:fillRect/>
                </a:stretch>
              </p:blipFill>
              <p:spPr>
                <a:xfrm>
                  <a:off x="6568700" y="2031360"/>
                  <a:ext cx="163080" cy="6386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4" name="Ink 43">
                  <a:extLst>
                    <a:ext uri="{FF2B5EF4-FFF2-40B4-BE49-F238E27FC236}">
                      <a16:creationId xmlns:a16="http://schemas.microsoft.com/office/drawing/2014/main" id="{E8F4CF14-B1F3-4229-A522-F7A5DADECABA}"/>
                    </a:ext>
                  </a:extLst>
                </p14:cNvPr>
                <p14:cNvContentPartPr/>
                <p14:nvPr/>
              </p14:nvContentPartPr>
              <p14:xfrm>
                <a:off x="6747620" y="1886280"/>
                <a:ext cx="802800" cy="780840"/>
              </p14:xfrm>
            </p:contentPart>
          </mc:Choice>
          <mc:Fallback xmlns="">
            <p:pic>
              <p:nvPicPr>
                <p:cNvPr id="44" name="Ink 43">
                  <a:extLst>
                    <a:ext uri="{FF2B5EF4-FFF2-40B4-BE49-F238E27FC236}">
                      <a16:creationId xmlns:a16="http://schemas.microsoft.com/office/drawing/2014/main" id="{E8F4CF14-B1F3-4229-A522-F7A5DADECABA}"/>
                    </a:ext>
                  </a:extLst>
                </p:cNvPr>
                <p:cNvPicPr/>
                <p:nvPr/>
              </p:nvPicPr>
              <p:blipFill>
                <a:blip r:embed="rId45"/>
                <a:stretch>
                  <a:fillRect/>
                </a:stretch>
              </p:blipFill>
              <p:spPr>
                <a:xfrm>
                  <a:off x="6729980" y="1868280"/>
                  <a:ext cx="838440" cy="8164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5" name="Ink 44">
                  <a:extLst>
                    <a:ext uri="{FF2B5EF4-FFF2-40B4-BE49-F238E27FC236}">
                      <a16:creationId xmlns:a16="http://schemas.microsoft.com/office/drawing/2014/main" id="{95FB7C73-0D59-4B9D-BFFB-0A420700A811}"/>
                    </a:ext>
                  </a:extLst>
                </p14:cNvPr>
                <p14:cNvContentPartPr/>
                <p14:nvPr/>
              </p14:nvContentPartPr>
              <p14:xfrm>
                <a:off x="6895220" y="1968360"/>
                <a:ext cx="46800" cy="42480"/>
              </p14:xfrm>
            </p:contentPart>
          </mc:Choice>
          <mc:Fallback xmlns="">
            <p:pic>
              <p:nvPicPr>
                <p:cNvPr id="45" name="Ink 44">
                  <a:extLst>
                    <a:ext uri="{FF2B5EF4-FFF2-40B4-BE49-F238E27FC236}">
                      <a16:creationId xmlns:a16="http://schemas.microsoft.com/office/drawing/2014/main" id="{95FB7C73-0D59-4B9D-BFFB-0A420700A811}"/>
                    </a:ext>
                  </a:extLst>
                </p:cNvPr>
                <p:cNvPicPr/>
                <p:nvPr/>
              </p:nvPicPr>
              <p:blipFill>
                <a:blip r:embed="rId47"/>
                <a:stretch>
                  <a:fillRect/>
                </a:stretch>
              </p:blipFill>
              <p:spPr>
                <a:xfrm>
                  <a:off x="6877580" y="1950720"/>
                  <a:ext cx="8244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0" name="Ink 49">
                  <a:extLst>
                    <a:ext uri="{FF2B5EF4-FFF2-40B4-BE49-F238E27FC236}">
                      <a16:creationId xmlns:a16="http://schemas.microsoft.com/office/drawing/2014/main" id="{EF08571B-5440-43D4-9D1C-62FBBE427468}"/>
                    </a:ext>
                  </a:extLst>
                </p14:cNvPr>
                <p14:cNvContentPartPr/>
                <p14:nvPr/>
              </p14:nvContentPartPr>
              <p14:xfrm>
                <a:off x="3874460" y="2567760"/>
                <a:ext cx="140400" cy="318600"/>
              </p14:xfrm>
            </p:contentPart>
          </mc:Choice>
          <mc:Fallback xmlns="">
            <p:pic>
              <p:nvPicPr>
                <p:cNvPr id="50" name="Ink 49">
                  <a:extLst>
                    <a:ext uri="{FF2B5EF4-FFF2-40B4-BE49-F238E27FC236}">
                      <a16:creationId xmlns:a16="http://schemas.microsoft.com/office/drawing/2014/main" id="{EF08571B-5440-43D4-9D1C-62FBBE427468}"/>
                    </a:ext>
                  </a:extLst>
                </p:cNvPr>
                <p:cNvPicPr/>
                <p:nvPr/>
              </p:nvPicPr>
              <p:blipFill>
                <a:blip r:embed="rId49"/>
                <a:stretch>
                  <a:fillRect/>
                </a:stretch>
              </p:blipFill>
              <p:spPr>
                <a:xfrm>
                  <a:off x="3856460" y="2550120"/>
                  <a:ext cx="176040" cy="3542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1" name="Ink 50">
                  <a:extLst>
                    <a:ext uri="{FF2B5EF4-FFF2-40B4-BE49-F238E27FC236}">
                      <a16:creationId xmlns:a16="http://schemas.microsoft.com/office/drawing/2014/main" id="{C2672FBA-0C29-4E2E-8FA2-3FB7D07CC98A}"/>
                    </a:ext>
                  </a:extLst>
                </p14:cNvPr>
                <p14:cNvContentPartPr/>
                <p14:nvPr/>
              </p14:nvContentPartPr>
              <p14:xfrm>
                <a:off x="4091180" y="2643000"/>
                <a:ext cx="360" cy="360"/>
              </p14:xfrm>
            </p:contentPart>
          </mc:Choice>
          <mc:Fallback xmlns="">
            <p:pic>
              <p:nvPicPr>
                <p:cNvPr id="51" name="Ink 50">
                  <a:extLst>
                    <a:ext uri="{FF2B5EF4-FFF2-40B4-BE49-F238E27FC236}">
                      <a16:creationId xmlns:a16="http://schemas.microsoft.com/office/drawing/2014/main" id="{C2672FBA-0C29-4E2E-8FA2-3FB7D07CC98A}"/>
                    </a:ext>
                  </a:extLst>
                </p:cNvPr>
                <p:cNvPicPr/>
                <p:nvPr/>
              </p:nvPicPr>
              <p:blipFill>
                <a:blip r:embed="rId51"/>
                <a:stretch>
                  <a:fillRect/>
                </a:stretch>
              </p:blipFill>
              <p:spPr>
                <a:xfrm>
                  <a:off x="4073180" y="262500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3" name="Ink 52">
                  <a:extLst>
                    <a:ext uri="{FF2B5EF4-FFF2-40B4-BE49-F238E27FC236}">
                      <a16:creationId xmlns:a16="http://schemas.microsoft.com/office/drawing/2014/main" id="{CD3AFC70-FA38-43A2-8C85-D72D1447D475}"/>
                    </a:ext>
                  </a:extLst>
                </p14:cNvPr>
                <p14:cNvContentPartPr/>
                <p14:nvPr/>
              </p14:nvContentPartPr>
              <p14:xfrm>
                <a:off x="4080020" y="2621760"/>
                <a:ext cx="134280" cy="235080"/>
              </p14:xfrm>
            </p:contentPart>
          </mc:Choice>
          <mc:Fallback xmlns="">
            <p:pic>
              <p:nvPicPr>
                <p:cNvPr id="53" name="Ink 52">
                  <a:extLst>
                    <a:ext uri="{FF2B5EF4-FFF2-40B4-BE49-F238E27FC236}">
                      <a16:creationId xmlns:a16="http://schemas.microsoft.com/office/drawing/2014/main" id="{CD3AFC70-FA38-43A2-8C85-D72D1447D475}"/>
                    </a:ext>
                  </a:extLst>
                </p:cNvPr>
                <p:cNvPicPr/>
                <p:nvPr/>
              </p:nvPicPr>
              <p:blipFill>
                <a:blip r:embed="rId53"/>
                <a:stretch>
                  <a:fillRect/>
                </a:stretch>
              </p:blipFill>
              <p:spPr>
                <a:xfrm>
                  <a:off x="4062020" y="2604120"/>
                  <a:ext cx="16992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4" name="Ink 53">
                  <a:extLst>
                    <a:ext uri="{FF2B5EF4-FFF2-40B4-BE49-F238E27FC236}">
                      <a16:creationId xmlns:a16="http://schemas.microsoft.com/office/drawing/2014/main" id="{94243B5B-4584-4777-AC20-1707ADAF8A21}"/>
                    </a:ext>
                  </a:extLst>
                </p14:cNvPr>
                <p14:cNvContentPartPr/>
                <p14:nvPr/>
              </p14:nvContentPartPr>
              <p14:xfrm>
                <a:off x="4465580" y="2601600"/>
                <a:ext cx="232200" cy="306720"/>
              </p14:xfrm>
            </p:contentPart>
          </mc:Choice>
          <mc:Fallback xmlns="">
            <p:pic>
              <p:nvPicPr>
                <p:cNvPr id="54" name="Ink 53">
                  <a:extLst>
                    <a:ext uri="{FF2B5EF4-FFF2-40B4-BE49-F238E27FC236}">
                      <a16:creationId xmlns:a16="http://schemas.microsoft.com/office/drawing/2014/main" id="{94243B5B-4584-4777-AC20-1707ADAF8A21}"/>
                    </a:ext>
                  </a:extLst>
                </p:cNvPr>
                <p:cNvPicPr/>
                <p:nvPr/>
              </p:nvPicPr>
              <p:blipFill>
                <a:blip r:embed="rId55"/>
                <a:stretch>
                  <a:fillRect/>
                </a:stretch>
              </p:blipFill>
              <p:spPr>
                <a:xfrm>
                  <a:off x="4447580" y="2583960"/>
                  <a:ext cx="26784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56" name="Ink 55">
                  <a:extLst>
                    <a:ext uri="{FF2B5EF4-FFF2-40B4-BE49-F238E27FC236}">
                      <a16:creationId xmlns:a16="http://schemas.microsoft.com/office/drawing/2014/main" id="{AF2AD7F1-45DE-4DE4-9549-01F2F801F68B}"/>
                    </a:ext>
                  </a:extLst>
                </p14:cNvPr>
                <p14:cNvContentPartPr/>
                <p14:nvPr/>
              </p14:nvContentPartPr>
              <p14:xfrm>
                <a:off x="4764380" y="2573880"/>
                <a:ext cx="96120" cy="330840"/>
              </p14:xfrm>
            </p:contentPart>
          </mc:Choice>
          <mc:Fallback xmlns="">
            <p:pic>
              <p:nvPicPr>
                <p:cNvPr id="56" name="Ink 55">
                  <a:extLst>
                    <a:ext uri="{FF2B5EF4-FFF2-40B4-BE49-F238E27FC236}">
                      <a16:creationId xmlns:a16="http://schemas.microsoft.com/office/drawing/2014/main" id="{AF2AD7F1-45DE-4DE4-9549-01F2F801F68B}"/>
                    </a:ext>
                  </a:extLst>
                </p:cNvPr>
                <p:cNvPicPr/>
                <p:nvPr/>
              </p:nvPicPr>
              <p:blipFill>
                <a:blip r:embed="rId57"/>
                <a:stretch>
                  <a:fillRect/>
                </a:stretch>
              </p:blipFill>
              <p:spPr>
                <a:xfrm>
                  <a:off x="4746740" y="2556240"/>
                  <a:ext cx="13176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59" name="Ink 58">
                  <a:extLst>
                    <a:ext uri="{FF2B5EF4-FFF2-40B4-BE49-F238E27FC236}">
                      <a16:creationId xmlns:a16="http://schemas.microsoft.com/office/drawing/2014/main" id="{3AF34806-F93C-4F36-945B-B22BBC568927}"/>
                    </a:ext>
                  </a:extLst>
                </p14:cNvPr>
                <p14:cNvContentPartPr/>
                <p14:nvPr/>
              </p14:nvContentPartPr>
              <p14:xfrm>
                <a:off x="5103860" y="2560920"/>
                <a:ext cx="317520" cy="347760"/>
              </p14:xfrm>
            </p:contentPart>
          </mc:Choice>
          <mc:Fallback xmlns="">
            <p:pic>
              <p:nvPicPr>
                <p:cNvPr id="59" name="Ink 58">
                  <a:extLst>
                    <a:ext uri="{FF2B5EF4-FFF2-40B4-BE49-F238E27FC236}">
                      <a16:creationId xmlns:a16="http://schemas.microsoft.com/office/drawing/2014/main" id="{3AF34806-F93C-4F36-945B-B22BBC568927}"/>
                    </a:ext>
                  </a:extLst>
                </p:cNvPr>
                <p:cNvPicPr/>
                <p:nvPr/>
              </p:nvPicPr>
              <p:blipFill>
                <a:blip r:embed="rId59"/>
                <a:stretch>
                  <a:fillRect/>
                </a:stretch>
              </p:blipFill>
              <p:spPr>
                <a:xfrm>
                  <a:off x="5086220" y="2542920"/>
                  <a:ext cx="353160" cy="3834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61" name="Ink 60">
                  <a:extLst>
                    <a:ext uri="{FF2B5EF4-FFF2-40B4-BE49-F238E27FC236}">
                      <a16:creationId xmlns:a16="http://schemas.microsoft.com/office/drawing/2014/main" id="{2418AC6E-BA66-42DF-9334-74DD260433EB}"/>
                    </a:ext>
                  </a:extLst>
                </p14:cNvPr>
                <p14:cNvContentPartPr/>
                <p14:nvPr/>
              </p14:nvContentPartPr>
              <p14:xfrm>
                <a:off x="5462420" y="2596200"/>
                <a:ext cx="113400" cy="332280"/>
              </p14:xfrm>
            </p:contentPart>
          </mc:Choice>
          <mc:Fallback xmlns="">
            <p:pic>
              <p:nvPicPr>
                <p:cNvPr id="61" name="Ink 60">
                  <a:extLst>
                    <a:ext uri="{FF2B5EF4-FFF2-40B4-BE49-F238E27FC236}">
                      <a16:creationId xmlns:a16="http://schemas.microsoft.com/office/drawing/2014/main" id="{2418AC6E-BA66-42DF-9334-74DD260433EB}"/>
                    </a:ext>
                  </a:extLst>
                </p:cNvPr>
                <p:cNvPicPr/>
                <p:nvPr/>
              </p:nvPicPr>
              <p:blipFill>
                <a:blip r:embed="rId61"/>
                <a:stretch>
                  <a:fillRect/>
                </a:stretch>
              </p:blipFill>
              <p:spPr>
                <a:xfrm>
                  <a:off x="5444420" y="2578200"/>
                  <a:ext cx="149040" cy="3679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62" name="Ink 61">
                  <a:extLst>
                    <a:ext uri="{FF2B5EF4-FFF2-40B4-BE49-F238E27FC236}">
                      <a16:creationId xmlns:a16="http://schemas.microsoft.com/office/drawing/2014/main" id="{A37775A7-5F4A-48E9-9072-1657BE0CF48A}"/>
                    </a:ext>
                  </a:extLst>
                </p14:cNvPr>
                <p14:cNvContentPartPr/>
                <p14:nvPr/>
              </p14:nvContentPartPr>
              <p14:xfrm>
                <a:off x="5770220" y="2670720"/>
                <a:ext cx="240840" cy="241200"/>
              </p14:xfrm>
            </p:contentPart>
          </mc:Choice>
          <mc:Fallback xmlns="">
            <p:pic>
              <p:nvPicPr>
                <p:cNvPr id="62" name="Ink 61">
                  <a:extLst>
                    <a:ext uri="{FF2B5EF4-FFF2-40B4-BE49-F238E27FC236}">
                      <a16:creationId xmlns:a16="http://schemas.microsoft.com/office/drawing/2014/main" id="{A37775A7-5F4A-48E9-9072-1657BE0CF48A}"/>
                    </a:ext>
                  </a:extLst>
                </p:cNvPr>
                <p:cNvPicPr/>
                <p:nvPr/>
              </p:nvPicPr>
              <p:blipFill>
                <a:blip r:embed="rId63"/>
                <a:stretch>
                  <a:fillRect/>
                </a:stretch>
              </p:blipFill>
              <p:spPr>
                <a:xfrm>
                  <a:off x="5752220" y="2652720"/>
                  <a:ext cx="27648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63" name="Ink 62">
                  <a:extLst>
                    <a:ext uri="{FF2B5EF4-FFF2-40B4-BE49-F238E27FC236}">
                      <a16:creationId xmlns:a16="http://schemas.microsoft.com/office/drawing/2014/main" id="{2E8EEF4A-83AC-43AF-85B3-9B52175DA361}"/>
                    </a:ext>
                  </a:extLst>
                </p14:cNvPr>
                <p14:cNvContentPartPr/>
                <p14:nvPr/>
              </p14:nvContentPartPr>
              <p14:xfrm>
                <a:off x="6144620" y="2489640"/>
                <a:ext cx="268920" cy="627120"/>
              </p14:xfrm>
            </p:contentPart>
          </mc:Choice>
          <mc:Fallback xmlns="">
            <p:pic>
              <p:nvPicPr>
                <p:cNvPr id="63" name="Ink 62">
                  <a:extLst>
                    <a:ext uri="{FF2B5EF4-FFF2-40B4-BE49-F238E27FC236}">
                      <a16:creationId xmlns:a16="http://schemas.microsoft.com/office/drawing/2014/main" id="{2E8EEF4A-83AC-43AF-85B3-9B52175DA361}"/>
                    </a:ext>
                  </a:extLst>
                </p:cNvPr>
                <p:cNvPicPr/>
                <p:nvPr/>
              </p:nvPicPr>
              <p:blipFill>
                <a:blip r:embed="rId65"/>
                <a:stretch>
                  <a:fillRect/>
                </a:stretch>
              </p:blipFill>
              <p:spPr>
                <a:xfrm>
                  <a:off x="6126980" y="2471640"/>
                  <a:ext cx="304560" cy="6627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64" name="Ink 63">
                  <a:extLst>
                    <a:ext uri="{FF2B5EF4-FFF2-40B4-BE49-F238E27FC236}">
                      <a16:creationId xmlns:a16="http://schemas.microsoft.com/office/drawing/2014/main" id="{D6503738-C11D-4B79-AB0F-E4AA957C0653}"/>
                    </a:ext>
                  </a:extLst>
                </p14:cNvPr>
                <p14:cNvContentPartPr/>
                <p14:nvPr/>
              </p14:nvContentPartPr>
              <p14:xfrm>
                <a:off x="6428300" y="2717160"/>
                <a:ext cx="63720" cy="207000"/>
              </p14:xfrm>
            </p:contentPart>
          </mc:Choice>
          <mc:Fallback xmlns="">
            <p:pic>
              <p:nvPicPr>
                <p:cNvPr id="64" name="Ink 63">
                  <a:extLst>
                    <a:ext uri="{FF2B5EF4-FFF2-40B4-BE49-F238E27FC236}">
                      <a16:creationId xmlns:a16="http://schemas.microsoft.com/office/drawing/2014/main" id="{D6503738-C11D-4B79-AB0F-E4AA957C0653}"/>
                    </a:ext>
                  </a:extLst>
                </p:cNvPr>
                <p:cNvPicPr/>
                <p:nvPr/>
              </p:nvPicPr>
              <p:blipFill>
                <a:blip r:embed="rId67"/>
                <a:stretch>
                  <a:fillRect/>
                </a:stretch>
              </p:blipFill>
              <p:spPr>
                <a:xfrm>
                  <a:off x="6410660" y="2699160"/>
                  <a:ext cx="9936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65" name="Ink 64">
                  <a:extLst>
                    <a:ext uri="{FF2B5EF4-FFF2-40B4-BE49-F238E27FC236}">
                      <a16:creationId xmlns:a16="http://schemas.microsoft.com/office/drawing/2014/main" id="{6CEBDB66-B052-4522-B7CE-B76EE03F9D70}"/>
                    </a:ext>
                  </a:extLst>
                </p14:cNvPr>
                <p14:cNvContentPartPr/>
                <p14:nvPr/>
              </p14:nvContentPartPr>
              <p14:xfrm>
                <a:off x="6549260" y="2728320"/>
                <a:ext cx="198720" cy="205920"/>
              </p14:xfrm>
            </p:contentPart>
          </mc:Choice>
          <mc:Fallback xmlns="">
            <p:pic>
              <p:nvPicPr>
                <p:cNvPr id="65" name="Ink 64">
                  <a:extLst>
                    <a:ext uri="{FF2B5EF4-FFF2-40B4-BE49-F238E27FC236}">
                      <a16:creationId xmlns:a16="http://schemas.microsoft.com/office/drawing/2014/main" id="{6CEBDB66-B052-4522-B7CE-B76EE03F9D70}"/>
                    </a:ext>
                  </a:extLst>
                </p:cNvPr>
                <p:cNvPicPr/>
                <p:nvPr/>
              </p:nvPicPr>
              <p:blipFill>
                <a:blip r:embed="rId69"/>
                <a:stretch>
                  <a:fillRect/>
                </a:stretch>
              </p:blipFill>
              <p:spPr>
                <a:xfrm>
                  <a:off x="6531620" y="2710320"/>
                  <a:ext cx="23436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66" name="Ink 65">
                  <a:extLst>
                    <a:ext uri="{FF2B5EF4-FFF2-40B4-BE49-F238E27FC236}">
                      <a16:creationId xmlns:a16="http://schemas.microsoft.com/office/drawing/2014/main" id="{C7A95D15-F1A7-41A1-8B1D-58541DED0AE7}"/>
                    </a:ext>
                  </a:extLst>
                </p14:cNvPr>
                <p14:cNvContentPartPr/>
                <p14:nvPr/>
              </p14:nvContentPartPr>
              <p14:xfrm>
                <a:off x="6781460" y="2615280"/>
                <a:ext cx="239760" cy="311400"/>
              </p14:xfrm>
            </p:contentPart>
          </mc:Choice>
          <mc:Fallback xmlns="">
            <p:pic>
              <p:nvPicPr>
                <p:cNvPr id="66" name="Ink 65">
                  <a:extLst>
                    <a:ext uri="{FF2B5EF4-FFF2-40B4-BE49-F238E27FC236}">
                      <a16:creationId xmlns:a16="http://schemas.microsoft.com/office/drawing/2014/main" id="{C7A95D15-F1A7-41A1-8B1D-58541DED0AE7}"/>
                    </a:ext>
                  </a:extLst>
                </p:cNvPr>
                <p:cNvPicPr/>
                <p:nvPr/>
              </p:nvPicPr>
              <p:blipFill>
                <a:blip r:embed="rId71"/>
                <a:stretch>
                  <a:fillRect/>
                </a:stretch>
              </p:blipFill>
              <p:spPr>
                <a:xfrm>
                  <a:off x="6763460" y="2597640"/>
                  <a:ext cx="27540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67" name="Ink 66">
                  <a:extLst>
                    <a:ext uri="{FF2B5EF4-FFF2-40B4-BE49-F238E27FC236}">
                      <a16:creationId xmlns:a16="http://schemas.microsoft.com/office/drawing/2014/main" id="{875032AA-485D-4457-9E44-4BE00BEC0300}"/>
                    </a:ext>
                  </a:extLst>
                </p14:cNvPr>
                <p14:cNvContentPartPr/>
                <p14:nvPr/>
              </p14:nvContentPartPr>
              <p14:xfrm>
                <a:off x="7068740" y="2745960"/>
                <a:ext cx="181800" cy="154440"/>
              </p14:xfrm>
            </p:contentPart>
          </mc:Choice>
          <mc:Fallback xmlns="">
            <p:pic>
              <p:nvPicPr>
                <p:cNvPr id="67" name="Ink 66">
                  <a:extLst>
                    <a:ext uri="{FF2B5EF4-FFF2-40B4-BE49-F238E27FC236}">
                      <a16:creationId xmlns:a16="http://schemas.microsoft.com/office/drawing/2014/main" id="{875032AA-485D-4457-9E44-4BE00BEC0300}"/>
                    </a:ext>
                  </a:extLst>
                </p:cNvPr>
                <p:cNvPicPr/>
                <p:nvPr/>
              </p:nvPicPr>
              <p:blipFill>
                <a:blip r:embed="rId73"/>
                <a:stretch>
                  <a:fillRect/>
                </a:stretch>
              </p:blipFill>
              <p:spPr>
                <a:xfrm>
                  <a:off x="7051100" y="2728320"/>
                  <a:ext cx="21744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8" name="Ink 67">
                  <a:extLst>
                    <a:ext uri="{FF2B5EF4-FFF2-40B4-BE49-F238E27FC236}">
                      <a16:creationId xmlns:a16="http://schemas.microsoft.com/office/drawing/2014/main" id="{DB4D4C59-C42B-4C7B-9387-A7DAB9188CD7}"/>
                    </a:ext>
                  </a:extLst>
                </p14:cNvPr>
                <p14:cNvContentPartPr/>
                <p14:nvPr/>
              </p14:nvContentPartPr>
              <p14:xfrm>
                <a:off x="7301300" y="2861160"/>
                <a:ext cx="360" cy="360"/>
              </p14:xfrm>
            </p:contentPart>
          </mc:Choice>
          <mc:Fallback xmlns="">
            <p:pic>
              <p:nvPicPr>
                <p:cNvPr id="68" name="Ink 67">
                  <a:extLst>
                    <a:ext uri="{FF2B5EF4-FFF2-40B4-BE49-F238E27FC236}">
                      <a16:creationId xmlns:a16="http://schemas.microsoft.com/office/drawing/2014/main" id="{DB4D4C59-C42B-4C7B-9387-A7DAB9188CD7}"/>
                    </a:ext>
                  </a:extLst>
                </p:cNvPr>
                <p:cNvPicPr/>
                <p:nvPr/>
              </p:nvPicPr>
              <p:blipFill>
                <a:blip r:embed="rId51"/>
                <a:stretch>
                  <a:fillRect/>
                </a:stretch>
              </p:blipFill>
              <p:spPr>
                <a:xfrm>
                  <a:off x="7283300" y="2843160"/>
                  <a:ext cx="36000" cy="36000"/>
                </a:xfrm>
                <a:prstGeom prst="rect">
                  <a:avLst/>
                </a:prstGeom>
              </p:spPr>
            </p:pic>
          </mc:Fallback>
        </mc:AlternateContent>
      </p:grpSp>
      <p:grpSp>
        <p:nvGrpSpPr>
          <p:cNvPr id="90" name="Group 89">
            <a:extLst>
              <a:ext uri="{FF2B5EF4-FFF2-40B4-BE49-F238E27FC236}">
                <a16:creationId xmlns:a16="http://schemas.microsoft.com/office/drawing/2014/main" id="{7C062F06-33E6-4C83-99CE-C5EC34067336}"/>
              </a:ext>
            </a:extLst>
          </p:cNvPr>
          <p:cNvGrpSpPr/>
          <p:nvPr/>
        </p:nvGrpSpPr>
        <p:grpSpPr>
          <a:xfrm>
            <a:off x="3377795" y="3289200"/>
            <a:ext cx="920160" cy="649800"/>
            <a:chOff x="3377795" y="3289200"/>
            <a:chExt cx="920160" cy="649800"/>
          </a:xfrm>
        </p:grpSpPr>
        <mc:AlternateContent xmlns:mc="http://schemas.openxmlformats.org/markup-compatibility/2006" xmlns:p14="http://schemas.microsoft.com/office/powerpoint/2010/main">
          <mc:Choice Requires="p14">
            <p:contentPart p14:bwMode="auto" r:id="rId75">
              <p14:nvContentPartPr>
                <p14:cNvPr id="88" name="Ink 87">
                  <a:extLst>
                    <a:ext uri="{FF2B5EF4-FFF2-40B4-BE49-F238E27FC236}">
                      <a16:creationId xmlns:a16="http://schemas.microsoft.com/office/drawing/2014/main" id="{38F17A69-A156-43E1-B8E7-EDD7773D7284}"/>
                    </a:ext>
                  </a:extLst>
                </p14:cNvPr>
                <p14:cNvContentPartPr/>
                <p14:nvPr/>
              </p14:nvContentPartPr>
              <p14:xfrm>
                <a:off x="3377795" y="3579000"/>
                <a:ext cx="293400" cy="360000"/>
              </p14:xfrm>
            </p:contentPart>
          </mc:Choice>
          <mc:Fallback xmlns="">
            <p:pic>
              <p:nvPicPr>
                <p:cNvPr id="88" name="Ink 87">
                  <a:extLst>
                    <a:ext uri="{FF2B5EF4-FFF2-40B4-BE49-F238E27FC236}">
                      <a16:creationId xmlns:a16="http://schemas.microsoft.com/office/drawing/2014/main" id="{38F17A69-A156-43E1-B8E7-EDD7773D7284}"/>
                    </a:ext>
                  </a:extLst>
                </p:cNvPr>
                <p:cNvPicPr/>
                <p:nvPr/>
              </p:nvPicPr>
              <p:blipFill>
                <a:blip r:embed="rId76"/>
                <a:stretch>
                  <a:fillRect/>
                </a:stretch>
              </p:blipFill>
              <p:spPr>
                <a:xfrm>
                  <a:off x="3368795" y="3570360"/>
                  <a:ext cx="311040" cy="3776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89" name="Ink 88">
                  <a:extLst>
                    <a:ext uri="{FF2B5EF4-FFF2-40B4-BE49-F238E27FC236}">
                      <a16:creationId xmlns:a16="http://schemas.microsoft.com/office/drawing/2014/main" id="{8C21D7B4-213A-4AF8-8F4F-AD69C54A54E9}"/>
                    </a:ext>
                  </a:extLst>
                </p14:cNvPr>
                <p14:cNvContentPartPr/>
                <p14:nvPr/>
              </p14:nvContentPartPr>
              <p14:xfrm>
                <a:off x="3674075" y="3289200"/>
                <a:ext cx="623880" cy="589320"/>
              </p14:xfrm>
            </p:contentPart>
          </mc:Choice>
          <mc:Fallback xmlns="">
            <p:pic>
              <p:nvPicPr>
                <p:cNvPr id="89" name="Ink 88">
                  <a:extLst>
                    <a:ext uri="{FF2B5EF4-FFF2-40B4-BE49-F238E27FC236}">
                      <a16:creationId xmlns:a16="http://schemas.microsoft.com/office/drawing/2014/main" id="{8C21D7B4-213A-4AF8-8F4F-AD69C54A54E9}"/>
                    </a:ext>
                  </a:extLst>
                </p:cNvPr>
                <p:cNvPicPr/>
                <p:nvPr/>
              </p:nvPicPr>
              <p:blipFill>
                <a:blip r:embed="rId78"/>
                <a:stretch>
                  <a:fillRect/>
                </a:stretch>
              </p:blipFill>
              <p:spPr>
                <a:xfrm>
                  <a:off x="3665075" y="3280560"/>
                  <a:ext cx="641520" cy="606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9">
            <p14:nvContentPartPr>
              <p14:cNvPr id="92" name="Ink 91">
                <a:extLst>
                  <a:ext uri="{FF2B5EF4-FFF2-40B4-BE49-F238E27FC236}">
                    <a16:creationId xmlns:a16="http://schemas.microsoft.com/office/drawing/2014/main" id="{10C2EF4F-943E-46F1-BBCF-6F328FEF588B}"/>
                  </a:ext>
                </a:extLst>
              </p14:cNvPr>
              <p14:cNvContentPartPr/>
              <p14:nvPr/>
            </p14:nvContentPartPr>
            <p14:xfrm>
              <a:off x="3170435" y="3696000"/>
              <a:ext cx="412560" cy="548280"/>
            </p14:xfrm>
          </p:contentPart>
        </mc:Choice>
        <mc:Fallback xmlns="">
          <p:pic>
            <p:nvPicPr>
              <p:cNvPr id="92" name="Ink 91">
                <a:extLst>
                  <a:ext uri="{FF2B5EF4-FFF2-40B4-BE49-F238E27FC236}">
                    <a16:creationId xmlns:a16="http://schemas.microsoft.com/office/drawing/2014/main" id="{10C2EF4F-943E-46F1-BBCF-6F328FEF588B}"/>
                  </a:ext>
                </a:extLst>
              </p:cNvPr>
              <p:cNvPicPr/>
              <p:nvPr/>
            </p:nvPicPr>
            <p:blipFill>
              <a:blip r:embed="rId80"/>
              <a:stretch>
                <a:fillRect/>
              </a:stretch>
            </p:blipFill>
            <p:spPr>
              <a:xfrm>
                <a:off x="3161435" y="3687000"/>
                <a:ext cx="430200" cy="565920"/>
              </a:xfrm>
              <a:prstGeom prst="rect">
                <a:avLst/>
              </a:prstGeom>
            </p:spPr>
          </p:pic>
        </mc:Fallback>
      </mc:AlternateContent>
      <p:grpSp>
        <p:nvGrpSpPr>
          <p:cNvPr id="104" name="Group 103">
            <a:extLst>
              <a:ext uri="{FF2B5EF4-FFF2-40B4-BE49-F238E27FC236}">
                <a16:creationId xmlns:a16="http://schemas.microsoft.com/office/drawing/2014/main" id="{5FA7B091-A1F3-4512-A298-EE946E9B5B31}"/>
              </a:ext>
            </a:extLst>
          </p:cNvPr>
          <p:cNvGrpSpPr/>
          <p:nvPr/>
        </p:nvGrpSpPr>
        <p:grpSpPr>
          <a:xfrm>
            <a:off x="2240555" y="3092640"/>
            <a:ext cx="1964160" cy="1398600"/>
            <a:chOff x="2240555" y="3092640"/>
            <a:chExt cx="1964160" cy="1398600"/>
          </a:xfrm>
        </p:grpSpPr>
        <mc:AlternateContent xmlns:mc="http://schemas.openxmlformats.org/markup-compatibility/2006" xmlns:p14="http://schemas.microsoft.com/office/powerpoint/2010/main">
          <mc:Choice Requires="p14">
            <p:contentPart p14:bwMode="auto" r:id="rId81">
              <p14:nvContentPartPr>
                <p14:cNvPr id="71" name="Ink 70">
                  <a:extLst>
                    <a:ext uri="{FF2B5EF4-FFF2-40B4-BE49-F238E27FC236}">
                      <a16:creationId xmlns:a16="http://schemas.microsoft.com/office/drawing/2014/main" id="{338797DA-586B-4AEC-A3BD-E2F8AE68CF2C}"/>
                    </a:ext>
                  </a:extLst>
                </p14:cNvPr>
                <p14:cNvContentPartPr/>
                <p14:nvPr/>
              </p14:nvContentPartPr>
              <p14:xfrm>
                <a:off x="2377355" y="3435360"/>
                <a:ext cx="131040" cy="196920"/>
              </p14:xfrm>
            </p:contentPart>
          </mc:Choice>
          <mc:Fallback xmlns="">
            <p:pic>
              <p:nvPicPr>
                <p:cNvPr id="71" name="Ink 70">
                  <a:extLst>
                    <a:ext uri="{FF2B5EF4-FFF2-40B4-BE49-F238E27FC236}">
                      <a16:creationId xmlns:a16="http://schemas.microsoft.com/office/drawing/2014/main" id="{338797DA-586B-4AEC-A3BD-E2F8AE68CF2C}"/>
                    </a:ext>
                  </a:extLst>
                </p:cNvPr>
                <p:cNvPicPr/>
                <p:nvPr/>
              </p:nvPicPr>
              <p:blipFill>
                <a:blip r:embed="rId82"/>
                <a:stretch>
                  <a:fillRect/>
                </a:stretch>
              </p:blipFill>
              <p:spPr>
                <a:xfrm>
                  <a:off x="2359355" y="3417360"/>
                  <a:ext cx="16668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72" name="Ink 71">
                  <a:extLst>
                    <a:ext uri="{FF2B5EF4-FFF2-40B4-BE49-F238E27FC236}">
                      <a16:creationId xmlns:a16="http://schemas.microsoft.com/office/drawing/2014/main" id="{645369AF-37DF-452A-BA25-8B3786CE3BDE}"/>
                    </a:ext>
                  </a:extLst>
                </p14:cNvPr>
                <p14:cNvContentPartPr/>
                <p14:nvPr/>
              </p14:nvContentPartPr>
              <p14:xfrm>
                <a:off x="2412995" y="3318000"/>
                <a:ext cx="107280" cy="212040"/>
              </p14:xfrm>
            </p:contentPart>
          </mc:Choice>
          <mc:Fallback xmlns="">
            <p:pic>
              <p:nvPicPr>
                <p:cNvPr id="72" name="Ink 71">
                  <a:extLst>
                    <a:ext uri="{FF2B5EF4-FFF2-40B4-BE49-F238E27FC236}">
                      <a16:creationId xmlns:a16="http://schemas.microsoft.com/office/drawing/2014/main" id="{645369AF-37DF-452A-BA25-8B3786CE3BDE}"/>
                    </a:ext>
                  </a:extLst>
                </p:cNvPr>
                <p:cNvPicPr/>
                <p:nvPr/>
              </p:nvPicPr>
              <p:blipFill>
                <a:blip r:embed="rId84"/>
                <a:stretch>
                  <a:fillRect/>
                </a:stretch>
              </p:blipFill>
              <p:spPr>
                <a:xfrm>
                  <a:off x="2394995" y="3300000"/>
                  <a:ext cx="14292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73" name="Ink 72">
                  <a:extLst>
                    <a:ext uri="{FF2B5EF4-FFF2-40B4-BE49-F238E27FC236}">
                      <a16:creationId xmlns:a16="http://schemas.microsoft.com/office/drawing/2014/main" id="{B6616DBD-3C6F-4B6F-B819-41512992C251}"/>
                    </a:ext>
                  </a:extLst>
                </p14:cNvPr>
                <p14:cNvContentPartPr/>
                <p14:nvPr/>
              </p14:nvContentPartPr>
              <p14:xfrm>
                <a:off x="2600915" y="3346800"/>
                <a:ext cx="271800" cy="268200"/>
              </p14:xfrm>
            </p:contentPart>
          </mc:Choice>
          <mc:Fallback xmlns="">
            <p:pic>
              <p:nvPicPr>
                <p:cNvPr id="73" name="Ink 72">
                  <a:extLst>
                    <a:ext uri="{FF2B5EF4-FFF2-40B4-BE49-F238E27FC236}">
                      <a16:creationId xmlns:a16="http://schemas.microsoft.com/office/drawing/2014/main" id="{B6616DBD-3C6F-4B6F-B819-41512992C251}"/>
                    </a:ext>
                  </a:extLst>
                </p:cNvPr>
                <p:cNvPicPr/>
                <p:nvPr/>
              </p:nvPicPr>
              <p:blipFill>
                <a:blip r:embed="rId86"/>
                <a:stretch>
                  <a:fillRect/>
                </a:stretch>
              </p:blipFill>
              <p:spPr>
                <a:xfrm>
                  <a:off x="2583275" y="3328800"/>
                  <a:ext cx="30744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74" name="Ink 73">
                  <a:extLst>
                    <a:ext uri="{FF2B5EF4-FFF2-40B4-BE49-F238E27FC236}">
                      <a16:creationId xmlns:a16="http://schemas.microsoft.com/office/drawing/2014/main" id="{54A89AB5-A296-4AD4-AADB-2FAB35051C37}"/>
                    </a:ext>
                  </a:extLst>
                </p14:cNvPr>
                <p14:cNvContentPartPr/>
                <p14:nvPr/>
              </p14:nvContentPartPr>
              <p14:xfrm>
                <a:off x="2991155" y="3445080"/>
                <a:ext cx="310680" cy="12240"/>
              </p14:xfrm>
            </p:contentPart>
          </mc:Choice>
          <mc:Fallback xmlns="">
            <p:pic>
              <p:nvPicPr>
                <p:cNvPr id="74" name="Ink 73">
                  <a:extLst>
                    <a:ext uri="{FF2B5EF4-FFF2-40B4-BE49-F238E27FC236}">
                      <a16:creationId xmlns:a16="http://schemas.microsoft.com/office/drawing/2014/main" id="{54A89AB5-A296-4AD4-AADB-2FAB35051C37}"/>
                    </a:ext>
                  </a:extLst>
                </p:cNvPr>
                <p:cNvPicPr/>
                <p:nvPr/>
              </p:nvPicPr>
              <p:blipFill>
                <a:blip r:embed="rId88"/>
                <a:stretch>
                  <a:fillRect/>
                </a:stretch>
              </p:blipFill>
              <p:spPr>
                <a:xfrm>
                  <a:off x="2973515" y="3427440"/>
                  <a:ext cx="34632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75" name="Ink 74">
                  <a:extLst>
                    <a:ext uri="{FF2B5EF4-FFF2-40B4-BE49-F238E27FC236}">
                      <a16:creationId xmlns:a16="http://schemas.microsoft.com/office/drawing/2014/main" id="{75662913-060F-4DE9-94D2-6439D39B8865}"/>
                    </a:ext>
                  </a:extLst>
                </p14:cNvPr>
                <p14:cNvContentPartPr/>
                <p14:nvPr/>
              </p14:nvContentPartPr>
              <p14:xfrm>
                <a:off x="3216155" y="3337800"/>
                <a:ext cx="177840" cy="170280"/>
              </p14:xfrm>
            </p:contentPart>
          </mc:Choice>
          <mc:Fallback xmlns="">
            <p:pic>
              <p:nvPicPr>
                <p:cNvPr id="75" name="Ink 74">
                  <a:extLst>
                    <a:ext uri="{FF2B5EF4-FFF2-40B4-BE49-F238E27FC236}">
                      <a16:creationId xmlns:a16="http://schemas.microsoft.com/office/drawing/2014/main" id="{75662913-060F-4DE9-94D2-6439D39B8865}"/>
                    </a:ext>
                  </a:extLst>
                </p:cNvPr>
                <p:cNvPicPr/>
                <p:nvPr/>
              </p:nvPicPr>
              <p:blipFill>
                <a:blip r:embed="rId90"/>
                <a:stretch>
                  <a:fillRect/>
                </a:stretch>
              </p:blipFill>
              <p:spPr>
                <a:xfrm>
                  <a:off x="3198515" y="3319800"/>
                  <a:ext cx="21348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76" name="Ink 75">
                  <a:extLst>
                    <a:ext uri="{FF2B5EF4-FFF2-40B4-BE49-F238E27FC236}">
                      <a16:creationId xmlns:a16="http://schemas.microsoft.com/office/drawing/2014/main" id="{D0B64DAA-403E-4604-98EC-CD4B9D0F57C4}"/>
                    </a:ext>
                  </a:extLst>
                </p14:cNvPr>
                <p14:cNvContentPartPr/>
                <p14:nvPr/>
              </p14:nvContentPartPr>
              <p14:xfrm>
                <a:off x="2849315" y="3092640"/>
                <a:ext cx="147960" cy="177840"/>
              </p14:xfrm>
            </p:contentPart>
          </mc:Choice>
          <mc:Fallback xmlns="">
            <p:pic>
              <p:nvPicPr>
                <p:cNvPr id="76" name="Ink 75">
                  <a:extLst>
                    <a:ext uri="{FF2B5EF4-FFF2-40B4-BE49-F238E27FC236}">
                      <a16:creationId xmlns:a16="http://schemas.microsoft.com/office/drawing/2014/main" id="{D0B64DAA-403E-4604-98EC-CD4B9D0F57C4}"/>
                    </a:ext>
                  </a:extLst>
                </p:cNvPr>
                <p:cNvPicPr/>
                <p:nvPr/>
              </p:nvPicPr>
              <p:blipFill>
                <a:blip r:embed="rId92"/>
                <a:stretch>
                  <a:fillRect/>
                </a:stretch>
              </p:blipFill>
              <p:spPr>
                <a:xfrm>
                  <a:off x="2831675" y="3074640"/>
                  <a:ext cx="18360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77" name="Ink 76">
                  <a:extLst>
                    <a:ext uri="{FF2B5EF4-FFF2-40B4-BE49-F238E27FC236}">
                      <a16:creationId xmlns:a16="http://schemas.microsoft.com/office/drawing/2014/main" id="{0B258248-F705-4219-A0E0-FB3CC3B58185}"/>
                    </a:ext>
                  </a:extLst>
                </p14:cNvPr>
                <p14:cNvContentPartPr/>
                <p14:nvPr/>
              </p14:nvContentPartPr>
              <p14:xfrm>
                <a:off x="3525395" y="3369840"/>
                <a:ext cx="235800" cy="234360"/>
              </p14:xfrm>
            </p:contentPart>
          </mc:Choice>
          <mc:Fallback xmlns="">
            <p:pic>
              <p:nvPicPr>
                <p:cNvPr id="77" name="Ink 76">
                  <a:extLst>
                    <a:ext uri="{FF2B5EF4-FFF2-40B4-BE49-F238E27FC236}">
                      <a16:creationId xmlns:a16="http://schemas.microsoft.com/office/drawing/2014/main" id="{0B258248-F705-4219-A0E0-FB3CC3B58185}"/>
                    </a:ext>
                  </a:extLst>
                </p:cNvPr>
                <p:cNvPicPr/>
                <p:nvPr/>
              </p:nvPicPr>
              <p:blipFill>
                <a:blip r:embed="rId94"/>
                <a:stretch>
                  <a:fillRect/>
                </a:stretch>
              </p:blipFill>
              <p:spPr>
                <a:xfrm>
                  <a:off x="3507395" y="3352200"/>
                  <a:ext cx="27144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78" name="Ink 77">
                  <a:extLst>
                    <a:ext uri="{FF2B5EF4-FFF2-40B4-BE49-F238E27FC236}">
                      <a16:creationId xmlns:a16="http://schemas.microsoft.com/office/drawing/2014/main" id="{0CD94451-AF69-46DB-AD29-D4B0A95FE83B}"/>
                    </a:ext>
                  </a:extLst>
                </p14:cNvPr>
                <p14:cNvContentPartPr/>
                <p14:nvPr/>
              </p14:nvContentPartPr>
              <p14:xfrm>
                <a:off x="3800795" y="3378120"/>
                <a:ext cx="231840" cy="225720"/>
              </p14:xfrm>
            </p:contentPart>
          </mc:Choice>
          <mc:Fallback xmlns="">
            <p:pic>
              <p:nvPicPr>
                <p:cNvPr id="78" name="Ink 77">
                  <a:extLst>
                    <a:ext uri="{FF2B5EF4-FFF2-40B4-BE49-F238E27FC236}">
                      <a16:creationId xmlns:a16="http://schemas.microsoft.com/office/drawing/2014/main" id="{0CD94451-AF69-46DB-AD29-D4B0A95FE83B}"/>
                    </a:ext>
                  </a:extLst>
                </p:cNvPr>
                <p:cNvPicPr/>
                <p:nvPr/>
              </p:nvPicPr>
              <p:blipFill>
                <a:blip r:embed="rId96"/>
                <a:stretch>
                  <a:fillRect/>
                </a:stretch>
              </p:blipFill>
              <p:spPr>
                <a:xfrm>
                  <a:off x="3782795" y="3360480"/>
                  <a:ext cx="26748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79" name="Ink 78">
                  <a:extLst>
                    <a:ext uri="{FF2B5EF4-FFF2-40B4-BE49-F238E27FC236}">
                      <a16:creationId xmlns:a16="http://schemas.microsoft.com/office/drawing/2014/main" id="{23FC1160-163E-4217-9402-DB7B07C7B108}"/>
                    </a:ext>
                  </a:extLst>
                </p14:cNvPr>
                <p14:cNvContentPartPr/>
                <p14:nvPr/>
              </p14:nvContentPartPr>
              <p14:xfrm>
                <a:off x="4058195" y="3143400"/>
                <a:ext cx="146520" cy="133920"/>
              </p14:xfrm>
            </p:contentPart>
          </mc:Choice>
          <mc:Fallback xmlns="">
            <p:pic>
              <p:nvPicPr>
                <p:cNvPr id="79" name="Ink 78">
                  <a:extLst>
                    <a:ext uri="{FF2B5EF4-FFF2-40B4-BE49-F238E27FC236}">
                      <a16:creationId xmlns:a16="http://schemas.microsoft.com/office/drawing/2014/main" id="{23FC1160-163E-4217-9402-DB7B07C7B108}"/>
                    </a:ext>
                  </a:extLst>
                </p:cNvPr>
                <p:cNvPicPr/>
                <p:nvPr/>
              </p:nvPicPr>
              <p:blipFill>
                <a:blip r:embed="rId98"/>
                <a:stretch>
                  <a:fillRect/>
                </a:stretch>
              </p:blipFill>
              <p:spPr>
                <a:xfrm>
                  <a:off x="4040195" y="3125400"/>
                  <a:ext cx="18216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81" name="Ink 80">
                  <a:extLst>
                    <a:ext uri="{FF2B5EF4-FFF2-40B4-BE49-F238E27FC236}">
                      <a16:creationId xmlns:a16="http://schemas.microsoft.com/office/drawing/2014/main" id="{70CDD108-5619-46ED-AF3E-867912883F94}"/>
                    </a:ext>
                  </a:extLst>
                </p14:cNvPr>
                <p14:cNvContentPartPr/>
                <p14:nvPr/>
              </p14:nvContentPartPr>
              <p14:xfrm>
                <a:off x="2960555" y="3880320"/>
                <a:ext cx="131760" cy="173160"/>
              </p14:xfrm>
            </p:contentPart>
          </mc:Choice>
          <mc:Fallback xmlns="">
            <p:pic>
              <p:nvPicPr>
                <p:cNvPr id="81" name="Ink 80">
                  <a:extLst>
                    <a:ext uri="{FF2B5EF4-FFF2-40B4-BE49-F238E27FC236}">
                      <a16:creationId xmlns:a16="http://schemas.microsoft.com/office/drawing/2014/main" id="{70CDD108-5619-46ED-AF3E-867912883F94}"/>
                    </a:ext>
                  </a:extLst>
                </p:cNvPr>
                <p:cNvPicPr/>
                <p:nvPr/>
              </p:nvPicPr>
              <p:blipFill>
                <a:blip r:embed="rId100"/>
                <a:stretch>
                  <a:fillRect/>
                </a:stretch>
              </p:blipFill>
              <p:spPr>
                <a:xfrm>
                  <a:off x="2942915" y="3862320"/>
                  <a:ext cx="16740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82" name="Ink 81">
                  <a:extLst>
                    <a:ext uri="{FF2B5EF4-FFF2-40B4-BE49-F238E27FC236}">
                      <a16:creationId xmlns:a16="http://schemas.microsoft.com/office/drawing/2014/main" id="{1D813BD1-4E60-4474-A6A8-E06B530CDD04}"/>
                    </a:ext>
                  </a:extLst>
                </p14:cNvPr>
                <p14:cNvContentPartPr/>
                <p14:nvPr/>
              </p14:nvContentPartPr>
              <p14:xfrm>
                <a:off x="2959115" y="3879600"/>
                <a:ext cx="130320" cy="184320"/>
              </p14:xfrm>
            </p:contentPart>
          </mc:Choice>
          <mc:Fallback xmlns="">
            <p:pic>
              <p:nvPicPr>
                <p:cNvPr id="82" name="Ink 81">
                  <a:extLst>
                    <a:ext uri="{FF2B5EF4-FFF2-40B4-BE49-F238E27FC236}">
                      <a16:creationId xmlns:a16="http://schemas.microsoft.com/office/drawing/2014/main" id="{1D813BD1-4E60-4474-A6A8-E06B530CDD04}"/>
                    </a:ext>
                  </a:extLst>
                </p:cNvPr>
                <p:cNvPicPr/>
                <p:nvPr/>
              </p:nvPicPr>
              <p:blipFill>
                <a:blip r:embed="rId102"/>
                <a:stretch>
                  <a:fillRect/>
                </a:stretch>
              </p:blipFill>
              <p:spPr>
                <a:xfrm>
                  <a:off x="2941115" y="3861600"/>
                  <a:ext cx="16596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83" name="Ink 82">
                  <a:extLst>
                    <a:ext uri="{FF2B5EF4-FFF2-40B4-BE49-F238E27FC236}">
                      <a16:creationId xmlns:a16="http://schemas.microsoft.com/office/drawing/2014/main" id="{40906A23-061A-4389-8FD4-934A91D9FBD2}"/>
                    </a:ext>
                  </a:extLst>
                </p14:cNvPr>
                <p14:cNvContentPartPr/>
                <p14:nvPr/>
              </p14:nvContentPartPr>
              <p14:xfrm>
                <a:off x="3261155" y="3804360"/>
                <a:ext cx="5040" cy="298440"/>
              </p14:xfrm>
            </p:contentPart>
          </mc:Choice>
          <mc:Fallback xmlns="">
            <p:pic>
              <p:nvPicPr>
                <p:cNvPr id="83" name="Ink 82">
                  <a:extLst>
                    <a:ext uri="{FF2B5EF4-FFF2-40B4-BE49-F238E27FC236}">
                      <a16:creationId xmlns:a16="http://schemas.microsoft.com/office/drawing/2014/main" id="{40906A23-061A-4389-8FD4-934A91D9FBD2}"/>
                    </a:ext>
                  </a:extLst>
                </p:cNvPr>
                <p:cNvPicPr/>
                <p:nvPr/>
              </p:nvPicPr>
              <p:blipFill>
                <a:blip r:embed="rId104"/>
                <a:stretch>
                  <a:fillRect/>
                </a:stretch>
              </p:blipFill>
              <p:spPr>
                <a:xfrm>
                  <a:off x="3243515" y="3786720"/>
                  <a:ext cx="4068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84" name="Ink 83">
                  <a:extLst>
                    <a:ext uri="{FF2B5EF4-FFF2-40B4-BE49-F238E27FC236}">
                      <a16:creationId xmlns:a16="http://schemas.microsoft.com/office/drawing/2014/main" id="{7CC3EF57-DEB4-4719-894B-A5497E5866AA}"/>
                    </a:ext>
                  </a:extLst>
                </p14:cNvPr>
                <p14:cNvContentPartPr/>
                <p14:nvPr/>
              </p14:nvContentPartPr>
              <p14:xfrm>
                <a:off x="3311915" y="3850800"/>
                <a:ext cx="135360" cy="240480"/>
              </p14:xfrm>
            </p:contentPart>
          </mc:Choice>
          <mc:Fallback xmlns="">
            <p:pic>
              <p:nvPicPr>
                <p:cNvPr id="84" name="Ink 83">
                  <a:extLst>
                    <a:ext uri="{FF2B5EF4-FFF2-40B4-BE49-F238E27FC236}">
                      <a16:creationId xmlns:a16="http://schemas.microsoft.com/office/drawing/2014/main" id="{7CC3EF57-DEB4-4719-894B-A5497E5866AA}"/>
                    </a:ext>
                  </a:extLst>
                </p:cNvPr>
                <p:cNvPicPr/>
                <p:nvPr/>
              </p:nvPicPr>
              <p:blipFill>
                <a:blip r:embed="rId106"/>
                <a:stretch>
                  <a:fillRect/>
                </a:stretch>
              </p:blipFill>
              <p:spPr>
                <a:xfrm>
                  <a:off x="3294275" y="3833160"/>
                  <a:ext cx="17100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85" name="Ink 84">
                  <a:extLst>
                    <a:ext uri="{FF2B5EF4-FFF2-40B4-BE49-F238E27FC236}">
                      <a16:creationId xmlns:a16="http://schemas.microsoft.com/office/drawing/2014/main" id="{F60490A0-CCA2-4D15-BAC1-C0CAD28998A8}"/>
                    </a:ext>
                  </a:extLst>
                </p14:cNvPr>
                <p14:cNvContentPartPr/>
                <p14:nvPr/>
              </p14:nvContentPartPr>
              <p14:xfrm>
                <a:off x="3463475" y="3689520"/>
                <a:ext cx="126720" cy="160560"/>
              </p14:xfrm>
            </p:contentPart>
          </mc:Choice>
          <mc:Fallback xmlns="">
            <p:pic>
              <p:nvPicPr>
                <p:cNvPr id="85" name="Ink 84">
                  <a:extLst>
                    <a:ext uri="{FF2B5EF4-FFF2-40B4-BE49-F238E27FC236}">
                      <a16:creationId xmlns:a16="http://schemas.microsoft.com/office/drawing/2014/main" id="{F60490A0-CCA2-4D15-BAC1-C0CAD28998A8}"/>
                    </a:ext>
                  </a:extLst>
                </p:cNvPr>
                <p:cNvPicPr/>
                <p:nvPr/>
              </p:nvPicPr>
              <p:blipFill>
                <a:blip r:embed="rId108"/>
                <a:stretch>
                  <a:fillRect/>
                </a:stretch>
              </p:blipFill>
              <p:spPr>
                <a:xfrm>
                  <a:off x="3445835" y="3671880"/>
                  <a:ext cx="16236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93" name="Ink 92">
                  <a:extLst>
                    <a:ext uri="{FF2B5EF4-FFF2-40B4-BE49-F238E27FC236}">
                      <a16:creationId xmlns:a16="http://schemas.microsoft.com/office/drawing/2014/main" id="{D6CEE7E6-F12D-4641-902B-02BC87575F93}"/>
                    </a:ext>
                  </a:extLst>
                </p14:cNvPr>
                <p14:cNvContentPartPr/>
                <p14:nvPr/>
              </p14:nvContentPartPr>
              <p14:xfrm>
                <a:off x="2240555" y="4191720"/>
                <a:ext cx="9720" cy="259920"/>
              </p14:xfrm>
            </p:contentPart>
          </mc:Choice>
          <mc:Fallback xmlns="">
            <p:pic>
              <p:nvPicPr>
                <p:cNvPr id="93" name="Ink 92">
                  <a:extLst>
                    <a:ext uri="{FF2B5EF4-FFF2-40B4-BE49-F238E27FC236}">
                      <a16:creationId xmlns:a16="http://schemas.microsoft.com/office/drawing/2014/main" id="{D6CEE7E6-F12D-4641-902B-02BC87575F93}"/>
                    </a:ext>
                  </a:extLst>
                </p:cNvPr>
                <p:cNvPicPr/>
                <p:nvPr/>
              </p:nvPicPr>
              <p:blipFill>
                <a:blip r:embed="rId110"/>
                <a:stretch>
                  <a:fillRect/>
                </a:stretch>
              </p:blipFill>
              <p:spPr>
                <a:xfrm>
                  <a:off x="2231555" y="4183080"/>
                  <a:ext cx="2736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94" name="Ink 93">
                  <a:extLst>
                    <a:ext uri="{FF2B5EF4-FFF2-40B4-BE49-F238E27FC236}">
                      <a16:creationId xmlns:a16="http://schemas.microsoft.com/office/drawing/2014/main" id="{F1CC149E-29CD-425A-893E-EACB3B78BE1C}"/>
                    </a:ext>
                  </a:extLst>
                </p14:cNvPr>
                <p14:cNvContentPartPr/>
                <p14:nvPr/>
              </p14:nvContentPartPr>
              <p14:xfrm>
                <a:off x="2301035" y="4285680"/>
                <a:ext cx="211680" cy="205560"/>
              </p14:xfrm>
            </p:contentPart>
          </mc:Choice>
          <mc:Fallback xmlns="">
            <p:pic>
              <p:nvPicPr>
                <p:cNvPr id="94" name="Ink 93">
                  <a:extLst>
                    <a:ext uri="{FF2B5EF4-FFF2-40B4-BE49-F238E27FC236}">
                      <a16:creationId xmlns:a16="http://schemas.microsoft.com/office/drawing/2014/main" id="{F1CC149E-29CD-425A-893E-EACB3B78BE1C}"/>
                    </a:ext>
                  </a:extLst>
                </p:cNvPr>
                <p:cNvPicPr/>
                <p:nvPr/>
              </p:nvPicPr>
              <p:blipFill>
                <a:blip r:embed="rId112"/>
                <a:stretch>
                  <a:fillRect/>
                </a:stretch>
              </p:blipFill>
              <p:spPr>
                <a:xfrm>
                  <a:off x="2292395" y="4277040"/>
                  <a:ext cx="22932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96" name="Ink 95">
                  <a:extLst>
                    <a:ext uri="{FF2B5EF4-FFF2-40B4-BE49-F238E27FC236}">
                      <a16:creationId xmlns:a16="http://schemas.microsoft.com/office/drawing/2014/main" id="{00941F7C-344E-4C43-A64D-50DC4C4498C1}"/>
                    </a:ext>
                  </a:extLst>
                </p14:cNvPr>
                <p14:cNvContentPartPr/>
                <p14:nvPr/>
              </p14:nvContentPartPr>
              <p14:xfrm>
                <a:off x="2595875" y="4296480"/>
                <a:ext cx="81360" cy="11880"/>
              </p14:xfrm>
            </p:contentPart>
          </mc:Choice>
          <mc:Fallback xmlns="">
            <p:pic>
              <p:nvPicPr>
                <p:cNvPr id="96" name="Ink 95">
                  <a:extLst>
                    <a:ext uri="{FF2B5EF4-FFF2-40B4-BE49-F238E27FC236}">
                      <a16:creationId xmlns:a16="http://schemas.microsoft.com/office/drawing/2014/main" id="{00941F7C-344E-4C43-A64D-50DC4C4498C1}"/>
                    </a:ext>
                  </a:extLst>
                </p:cNvPr>
                <p:cNvPicPr/>
                <p:nvPr/>
              </p:nvPicPr>
              <p:blipFill>
                <a:blip r:embed="rId114"/>
                <a:stretch>
                  <a:fillRect/>
                </a:stretch>
              </p:blipFill>
              <p:spPr>
                <a:xfrm>
                  <a:off x="2587235" y="4287480"/>
                  <a:ext cx="9900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98" name="Ink 97">
                  <a:extLst>
                    <a:ext uri="{FF2B5EF4-FFF2-40B4-BE49-F238E27FC236}">
                      <a16:creationId xmlns:a16="http://schemas.microsoft.com/office/drawing/2014/main" id="{44ACBEC5-3D5A-4AF0-A5EA-85277E711E96}"/>
                    </a:ext>
                  </a:extLst>
                </p14:cNvPr>
                <p14:cNvContentPartPr/>
                <p14:nvPr/>
              </p14:nvContentPartPr>
              <p14:xfrm>
                <a:off x="2616755" y="4344360"/>
                <a:ext cx="70920" cy="21240"/>
              </p14:xfrm>
            </p:contentPart>
          </mc:Choice>
          <mc:Fallback xmlns="">
            <p:pic>
              <p:nvPicPr>
                <p:cNvPr id="98" name="Ink 97">
                  <a:extLst>
                    <a:ext uri="{FF2B5EF4-FFF2-40B4-BE49-F238E27FC236}">
                      <a16:creationId xmlns:a16="http://schemas.microsoft.com/office/drawing/2014/main" id="{44ACBEC5-3D5A-4AF0-A5EA-85277E711E96}"/>
                    </a:ext>
                  </a:extLst>
                </p:cNvPr>
                <p:cNvPicPr/>
                <p:nvPr/>
              </p:nvPicPr>
              <p:blipFill>
                <a:blip r:embed="rId116"/>
                <a:stretch>
                  <a:fillRect/>
                </a:stretch>
              </p:blipFill>
              <p:spPr>
                <a:xfrm>
                  <a:off x="2608115" y="4335720"/>
                  <a:ext cx="8856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99" name="Ink 98">
                  <a:extLst>
                    <a:ext uri="{FF2B5EF4-FFF2-40B4-BE49-F238E27FC236}">
                      <a16:creationId xmlns:a16="http://schemas.microsoft.com/office/drawing/2014/main" id="{CD4023E7-7E80-4A94-A8A2-E8707D4EE4CF}"/>
                    </a:ext>
                  </a:extLst>
                </p14:cNvPr>
                <p14:cNvContentPartPr/>
                <p14:nvPr/>
              </p14:nvContentPartPr>
              <p14:xfrm>
                <a:off x="2803955" y="4201800"/>
                <a:ext cx="35640" cy="231840"/>
              </p14:xfrm>
            </p:contentPart>
          </mc:Choice>
          <mc:Fallback xmlns="">
            <p:pic>
              <p:nvPicPr>
                <p:cNvPr id="99" name="Ink 98">
                  <a:extLst>
                    <a:ext uri="{FF2B5EF4-FFF2-40B4-BE49-F238E27FC236}">
                      <a16:creationId xmlns:a16="http://schemas.microsoft.com/office/drawing/2014/main" id="{CD4023E7-7E80-4A94-A8A2-E8707D4EE4CF}"/>
                    </a:ext>
                  </a:extLst>
                </p:cNvPr>
                <p:cNvPicPr/>
                <p:nvPr/>
              </p:nvPicPr>
              <p:blipFill>
                <a:blip r:embed="rId118"/>
                <a:stretch>
                  <a:fillRect/>
                </a:stretch>
              </p:blipFill>
              <p:spPr>
                <a:xfrm>
                  <a:off x="2795315" y="4193160"/>
                  <a:ext cx="5328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00" name="Ink 99">
                  <a:extLst>
                    <a:ext uri="{FF2B5EF4-FFF2-40B4-BE49-F238E27FC236}">
                      <a16:creationId xmlns:a16="http://schemas.microsoft.com/office/drawing/2014/main" id="{AFED77F9-2FAC-4599-B8C3-CC51215131AE}"/>
                    </a:ext>
                  </a:extLst>
                </p14:cNvPr>
                <p14:cNvContentPartPr/>
                <p14:nvPr/>
              </p14:nvContentPartPr>
              <p14:xfrm>
                <a:off x="2858315" y="4238880"/>
                <a:ext cx="86040" cy="205560"/>
              </p14:xfrm>
            </p:contentPart>
          </mc:Choice>
          <mc:Fallback xmlns="">
            <p:pic>
              <p:nvPicPr>
                <p:cNvPr id="100" name="Ink 99">
                  <a:extLst>
                    <a:ext uri="{FF2B5EF4-FFF2-40B4-BE49-F238E27FC236}">
                      <a16:creationId xmlns:a16="http://schemas.microsoft.com/office/drawing/2014/main" id="{AFED77F9-2FAC-4599-B8C3-CC51215131AE}"/>
                    </a:ext>
                  </a:extLst>
                </p:cNvPr>
                <p:cNvPicPr/>
                <p:nvPr/>
              </p:nvPicPr>
              <p:blipFill>
                <a:blip r:embed="rId120"/>
                <a:stretch>
                  <a:fillRect/>
                </a:stretch>
              </p:blipFill>
              <p:spPr>
                <a:xfrm>
                  <a:off x="2849315" y="4230240"/>
                  <a:ext cx="10368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01" name="Ink 100">
                  <a:extLst>
                    <a:ext uri="{FF2B5EF4-FFF2-40B4-BE49-F238E27FC236}">
                      <a16:creationId xmlns:a16="http://schemas.microsoft.com/office/drawing/2014/main" id="{E984FD70-1F0D-4EDC-A09F-6FDCA1562F21}"/>
                    </a:ext>
                  </a:extLst>
                </p14:cNvPr>
                <p14:cNvContentPartPr/>
                <p14:nvPr/>
              </p14:nvContentPartPr>
              <p14:xfrm>
                <a:off x="2959115" y="4301520"/>
                <a:ext cx="101520" cy="123480"/>
              </p14:xfrm>
            </p:contentPart>
          </mc:Choice>
          <mc:Fallback xmlns="">
            <p:pic>
              <p:nvPicPr>
                <p:cNvPr id="101" name="Ink 100">
                  <a:extLst>
                    <a:ext uri="{FF2B5EF4-FFF2-40B4-BE49-F238E27FC236}">
                      <a16:creationId xmlns:a16="http://schemas.microsoft.com/office/drawing/2014/main" id="{E984FD70-1F0D-4EDC-A09F-6FDCA1562F21}"/>
                    </a:ext>
                  </a:extLst>
                </p:cNvPr>
                <p:cNvPicPr/>
                <p:nvPr/>
              </p:nvPicPr>
              <p:blipFill>
                <a:blip r:embed="rId122"/>
                <a:stretch>
                  <a:fillRect/>
                </a:stretch>
              </p:blipFill>
              <p:spPr>
                <a:xfrm>
                  <a:off x="2950475" y="4292520"/>
                  <a:ext cx="11916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02" name="Ink 101">
                  <a:extLst>
                    <a:ext uri="{FF2B5EF4-FFF2-40B4-BE49-F238E27FC236}">
                      <a16:creationId xmlns:a16="http://schemas.microsoft.com/office/drawing/2014/main" id="{545F0DCF-3BBB-4A14-875B-36A978B5174D}"/>
                    </a:ext>
                  </a:extLst>
                </p14:cNvPr>
                <p14:cNvContentPartPr/>
                <p14:nvPr/>
              </p14:nvContentPartPr>
              <p14:xfrm>
                <a:off x="3074675" y="4283880"/>
                <a:ext cx="113040" cy="122040"/>
              </p14:xfrm>
            </p:contentPart>
          </mc:Choice>
          <mc:Fallback xmlns="">
            <p:pic>
              <p:nvPicPr>
                <p:cNvPr id="102" name="Ink 101">
                  <a:extLst>
                    <a:ext uri="{FF2B5EF4-FFF2-40B4-BE49-F238E27FC236}">
                      <a16:creationId xmlns:a16="http://schemas.microsoft.com/office/drawing/2014/main" id="{545F0DCF-3BBB-4A14-875B-36A978B5174D}"/>
                    </a:ext>
                  </a:extLst>
                </p:cNvPr>
                <p:cNvPicPr/>
                <p:nvPr/>
              </p:nvPicPr>
              <p:blipFill>
                <a:blip r:embed="rId124"/>
                <a:stretch>
                  <a:fillRect/>
                </a:stretch>
              </p:blipFill>
              <p:spPr>
                <a:xfrm>
                  <a:off x="3066035" y="4274880"/>
                  <a:ext cx="130680" cy="139680"/>
                </a:xfrm>
                <a:prstGeom prst="rect">
                  <a:avLst/>
                </a:prstGeom>
              </p:spPr>
            </p:pic>
          </mc:Fallback>
        </mc:AlternateContent>
      </p:grpSp>
      <p:grpSp>
        <p:nvGrpSpPr>
          <p:cNvPr id="107" name="Group 106">
            <a:extLst>
              <a:ext uri="{FF2B5EF4-FFF2-40B4-BE49-F238E27FC236}">
                <a16:creationId xmlns:a16="http://schemas.microsoft.com/office/drawing/2014/main" id="{454864F6-ADF0-4D2F-A40D-BCF4A01CAE86}"/>
              </a:ext>
            </a:extLst>
          </p:cNvPr>
          <p:cNvGrpSpPr/>
          <p:nvPr/>
        </p:nvGrpSpPr>
        <p:grpSpPr>
          <a:xfrm>
            <a:off x="2734115" y="4070040"/>
            <a:ext cx="756360" cy="461880"/>
            <a:chOff x="2734115" y="4070040"/>
            <a:chExt cx="756360" cy="461880"/>
          </a:xfrm>
        </p:grpSpPr>
        <mc:AlternateContent xmlns:mc="http://schemas.openxmlformats.org/markup-compatibility/2006" xmlns:p14="http://schemas.microsoft.com/office/powerpoint/2010/main">
          <mc:Choice Requires="p14">
            <p:contentPart p14:bwMode="auto" r:id="rId125">
              <p14:nvContentPartPr>
                <p14:cNvPr id="105" name="Ink 104">
                  <a:extLst>
                    <a:ext uri="{FF2B5EF4-FFF2-40B4-BE49-F238E27FC236}">
                      <a16:creationId xmlns:a16="http://schemas.microsoft.com/office/drawing/2014/main" id="{AB0FB181-3E24-42C8-B208-D6DEB9C2F454}"/>
                    </a:ext>
                  </a:extLst>
                </p14:cNvPr>
                <p14:cNvContentPartPr/>
                <p14:nvPr/>
              </p14:nvContentPartPr>
              <p14:xfrm>
                <a:off x="2734115" y="4070040"/>
                <a:ext cx="589320" cy="461880"/>
              </p14:xfrm>
            </p:contentPart>
          </mc:Choice>
          <mc:Fallback xmlns="">
            <p:pic>
              <p:nvPicPr>
                <p:cNvPr id="105" name="Ink 104">
                  <a:extLst>
                    <a:ext uri="{FF2B5EF4-FFF2-40B4-BE49-F238E27FC236}">
                      <a16:creationId xmlns:a16="http://schemas.microsoft.com/office/drawing/2014/main" id="{AB0FB181-3E24-42C8-B208-D6DEB9C2F454}"/>
                    </a:ext>
                  </a:extLst>
                </p:cNvPr>
                <p:cNvPicPr/>
                <p:nvPr/>
              </p:nvPicPr>
              <p:blipFill>
                <a:blip r:embed="rId126"/>
                <a:stretch>
                  <a:fillRect/>
                </a:stretch>
              </p:blipFill>
              <p:spPr>
                <a:xfrm>
                  <a:off x="2725115" y="4061400"/>
                  <a:ext cx="606960" cy="47952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06" name="Ink 105">
                  <a:extLst>
                    <a:ext uri="{FF2B5EF4-FFF2-40B4-BE49-F238E27FC236}">
                      <a16:creationId xmlns:a16="http://schemas.microsoft.com/office/drawing/2014/main" id="{38D9C471-0334-4A2C-BAC8-9048137DC1B0}"/>
                    </a:ext>
                  </a:extLst>
                </p14:cNvPr>
                <p14:cNvContentPartPr/>
                <p14:nvPr/>
              </p14:nvContentPartPr>
              <p14:xfrm>
                <a:off x="3338915" y="4242120"/>
                <a:ext cx="151560" cy="160200"/>
              </p14:xfrm>
            </p:contentPart>
          </mc:Choice>
          <mc:Fallback xmlns="">
            <p:pic>
              <p:nvPicPr>
                <p:cNvPr id="106" name="Ink 105">
                  <a:extLst>
                    <a:ext uri="{FF2B5EF4-FFF2-40B4-BE49-F238E27FC236}">
                      <a16:creationId xmlns:a16="http://schemas.microsoft.com/office/drawing/2014/main" id="{38D9C471-0334-4A2C-BAC8-9048137DC1B0}"/>
                    </a:ext>
                  </a:extLst>
                </p:cNvPr>
                <p:cNvPicPr/>
                <p:nvPr/>
              </p:nvPicPr>
              <p:blipFill>
                <a:blip r:embed="rId128"/>
                <a:stretch>
                  <a:fillRect/>
                </a:stretch>
              </p:blipFill>
              <p:spPr>
                <a:xfrm>
                  <a:off x="3329915" y="4233480"/>
                  <a:ext cx="169200" cy="177840"/>
                </a:xfrm>
                <a:prstGeom prst="rect">
                  <a:avLst/>
                </a:prstGeom>
              </p:spPr>
            </p:pic>
          </mc:Fallback>
        </mc:AlternateContent>
      </p:grpSp>
      <p:grpSp>
        <p:nvGrpSpPr>
          <p:cNvPr id="144" name="Group 143">
            <a:extLst>
              <a:ext uri="{FF2B5EF4-FFF2-40B4-BE49-F238E27FC236}">
                <a16:creationId xmlns:a16="http://schemas.microsoft.com/office/drawing/2014/main" id="{C367B247-2594-48FF-B75C-FDA1FDA35801}"/>
              </a:ext>
            </a:extLst>
          </p:cNvPr>
          <p:cNvGrpSpPr/>
          <p:nvPr/>
        </p:nvGrpSpPr>
        <p:grpSpPr>
          <a:xfrm>
            <a:off x="1514255" y="4722720"/>
            <a:ext cx="3493800" cy="434160"/>
            <a:chOff x="3333515" y="4442640"/>
            <a:chExt cx="3493800" cy="434160"/>
          </a:xfrm>
        </p:grpSpPr>
        <mc:AlternateContent xmlns:mc="http://schemas.openxmlformats.org/markup-compatibility/2006" xmlns:p14="http://schemas.microsoft.com/office/powerpoint/2010/main">
          <mc:Choice Requires="p14">
            <p:contentPart p14:bwMode="auto" r:id="rId129">
              <p14:nvContentPartPr>
                <p14:cNvPr id="109" name="Ink 108">
                  <a:extLst>
                    <a:ext uri="{FF2B5EF4-FFF2-40B4-BE49-F238E27FC236}">
                      <a16:creationId xmlns:a16="http://schemas.microsoft.com/office/drawing/2014/main" id="{890109B8-993E-4765-A3CA-D58A2584E431}"/>
                    </a:ext>
                  </a:extLst>
                </p14:cNvPr>
                <p14:cNvContentPartPr/>
                <p14:nvPr/>
              </p14:nvContentPartPr>
              <p14:xfrm>
                <a:off x="3391475" y="4575120"/>
                <a:ext cx="34200" cy="43560"/>
              </p14:xfrm>
            </p:contentPart>
          </mc:Choice>
          <mc:Fallback xmlns="">
            <p:pic>
              <p:nvPicPr>
                <p:cNvPr id="109" name="Ink 108">
                  <a:extLst>
                    <a:ext uri="{FF2B5EF4-FFF2-40B4-BE49-F238E27FC236}">
                      <a16:creationId xmlns:a16="http://schemas.microsoft.com/office/drawing/2014/main" id="{890109B8-993E-4765-A3CA-D58A2584E431}"/>
                    </a:ext>
                  </a:extLst>
                </p:cNvPr>
                <p:cNvPicPr/>
                <p:nvPr/>
              </p:nvPicPr>
              <p:blipFill>
                <a:blip r:embed="rId130"/>
                <a:stretch>
                  <a:fillRect/>
                </a:stretch>
              </p:blipFill>
              <p:spPr>
                <a:xfrm>
                  <a:off x="3373835" y="4557480"/>
                  <a:ext cx="6984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10" name="Ink 109">
                  <a:extLst>
                    <a:ext uri="{FF2B5EF4-FFF2-40B4-BE49-F238E27FC236}">
                      <a16:creationId xmlns:a16="http://schemas.microsoft.com/office/drawing/2014/main" id="{4DF3ABF1-6E3B-4E2E-9773-2AF6D90CFD81}"/>
                    </a:ext>
                  </a:extLst>
                </p14:cNvPr>
                <p14:cNvContentPartPr/>
                <p14:nvPr/>
              </p14:nvContentPartPr>
              <p14:xfrm>
                <a:off x="3333515" y="4796520"/>
                <a:ext cx="28800" cy="46080"/>
              </p14:xfrm>
            </p:contentPart>
          </mc:Choice>
          <mc:Fallback xmlns="">
            <p:pic>
              <p:nvPicPr>
                <p:cNvPr id="110" name="Ink 109">
                  <a:extLst>
                    <a:ext uri="{FF2B5EF4-FFF2-40B4-BE49-F238E27FC236}">
                      <a16:creationId xmlns:a16="http://schemas.microsoft.com/office/drawing/2014/main" id="{4DF3ABF1-6E3B-4E2E-9773-2AF6D90CFD81}"/>
                    </a:ext>
                  </a:extLst>
                </p:cNvPr>
                <p:cNvPicPr/>
                <p:nvPr/>
              </p:nvPicPr>
              <p:blipFill>
                <a:blip r:embed="rId132"/>
                <a:stretch>
                  <a:fillRect/>
                </a:stretch>
              </p:blipFill>
              <p:spPr>
                <a:xfrm>
                  <a:off x="3315515" y="4778520"/>
                  <a:ext cx="6444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11" name="Ink 110">
                  <a:extLst>
                    <a:ext uri="{FF2B5EF4-FFF2-40B4-BE49-F238E27FC236}">
                      <a16:creationId xmlns:a16="http://schemas.microsoft.com/office/drawing/2014/main" id="{BEC752F5-20FD-4D85-A6C2-2057F2B3D222}"/>
                    </a:ext>
                  </a:extLst>
                </p14:cNvPr>
                <p14:cNvContentPartPr/>
                <p14:nvPr/>
              </p14:nvContentPartPr>
              <p14:xfrm>
                <a:off x="3497675" y="4828200"/>
                <a:ext cx="10440" cy="2880"/>
              </p14:xfrm>
            </p:contentPart>
          </mc:Choice>
          <mc:Fallback xmlns="">
            <p:pic>
              <p:nvPicPr>
                <p:cNvPr id="111" name="Ink 110">
                  <a:extLst>
                    <a:ext uri="{FF2B5EF4-FFF2-40B4-BE49-F238E27FC236}">
                      <a16:creationId xmlns:a16="http://schemas.microsoft.com/office/drawing/2014/main" id="{BEC752F5-20FD-4D85-A6C2-2057F2B3D222}"/>
                    </a:ext>
                  </a:extLst>
                </p:cNvPr>
                <p:cNvPicPr/>
                <p:nvPr/>
              </p:nvPicPr>
              <p:blipFill>
                <a:blip r:embed="rId134"/>
                <a:stretch>
                  <a:fillRect/>
                </a:stretch>
              </p:blipFill>
              <p:spPr>
                <a:xfrm>
                  <a:off x="3480035" y="4810560"/>
                  <a:ext cx="4608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12" name="Ink 111">
                  <a:extLst>
                    <a:ext uri="{FF2B5EF4-FFF2-40B4-BE49-F238E27FC236}">
                      <a16:creationId xmlns:a16="http://schemas.microsoft.com/office/drawing/2014/main" id="{75A0403A-1CEC-436B-9359-C7CF2B37DB4B}"/>
                    </a:ext>
                  </a:extLst>
                </p14:cNvPr>
                <p14:cNvContentPartPr/>
                <p14:nvPr/>
              </p14:nvContentPartPr>
              <p14:xfrm>
                <a:off x="3633035" y="4556040"/>
                <a:ext cx="38160" cy="303480"/>
              </p14:xfrm>
            </p:contentPart>
          </mc:Choice>
          <mc:Fallback xmlns="">
            <p:pic>
              <p:nvPicPr>
                <p:cNvPr id="112" name="Ink 111">
                  <a:extLst>
                    <a:ext uri="{FF2B5EF4-FFF2-40B4-BE49-F238E27FC236}">
                      <a16:creationId xmlns:a16="http://schemas.microsoft.com/office/drawing/2014/main" id="{75A0403A-1CEC-436B-9359-C7CF2B37DB4B}"/>
                    </a:ext>
                  </a:extLst>
                </p:cNvPr>
                <p:cNvPicPr/>
                <p:nvPr/>
              </p:nvPicPr>
              <p:blipFill>
                <a:blip r:embed="rId136"/>
                <a:stretch>
                  <a:fillRect/>
                </a:stretch>
              </p:blipFill>
              <p:spPr>
                <a:xfrm>
                  <a:off x="3615395" y="4538400"/>
                  <a:ext cx="73800" cy="3391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13" name="Ink 112">
                  <a:extLst>
                    <a:ext uri="{FF2B5EF4-FFF2-40B4-BE49-F238E27FC236}">
                      <a16:creationId xmlns:a16="http://schemas.microsoft.com/office/drawing/2014/main" id="{C50B7C51-4B95-4AB1-95D5-EFD850754A70}"/>
                    </a:ext>
                  </a:extLst>
                </p14:cNvPr>
                <p14:cNvContentPartPr/>
                <p14:nvPr/>
              </p14:nvContentPartPr>
              <p14:xfrm>
                <a:off x="3714755" y="4701120"/>
                <a:ext cx="14400" cy="22320"/>
              </p14:xfrm>
            </p:contentPart>
          </mc:Choice>
          <mc:Fallback xmlns="">
            <p:pic>
              <p:nvPicPr>
                <p:cNvPr id="113" name="Ink 112">
                  <a:extLst>
                    <a:ext uri="{FF2B5EF4-FFF2-40B4-BE49-F238E27FC236}">
                      <a16:creationId xmlns:a16="http://schemas.microsoft.com/office/drawing/2014/main" id="{C50B7C51-4B95-4AB1-95D5-EFD850754A70}"/>
                    </a:ext>
                  </a:extLst>
                </p:cNvPr>
                <p:cNvPicPr/>
                <p:nvPr/>
              </p:nvPicPr>
              <p:blipFill>
                <a:blip r:embed="rId138"/>
                <a:stretch>
                  <a:fillRect/>
                </a:stretch>
              </p:blipFill>
              <p:spPr>
                <a:xfrm>
                  <a:off x="3697115" y="4683480"/>
                  <a:ext cx="5004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14" name="Ink 113">
                  <a:extLst>
                    <a:ext uri="{FF2B5EF4-FFF2-40B4-BE49-F238E27FC236}">
                      <a16:creationId xmlns:a16="http://schemas.microsoft.com/office/drawing/2014/main" id="{E3D8565B-9A30-4BF3-9414-5CF23367ADFB}"/>
                    </a:ext>
                  </a:extLst>
                </p14:cNvPr>
                <p14:cNvContentPartPr/>
                <p14:nvPr/>
              </p14:nvContentPartPr>
              <p14:xfrm>
                <a:off x="3774155" y="4522920"/>
                <a:ext cx="127080" cy="309960"/>
              </p14:xfrm>
            </p:contentPart>
          </mc:Choice>
          <mc:Fallback xmlns="">
            <p:pic>
              <p:nvPicPr>
                <p:cNvPr id="114" name="Ink 113">
                  <a:extLst>
                    <a:ext uri="{FF2B5EF4-FFF2-40B4-BE49-F238E27FC236}">
                      <a16:creationId xmlns:a16="http://schemas.microsoft.com/office/drawing/2014/main" id="{E3D8565B-9A30-4BF3-9414-5CF23367ADFB}"/>
                    </a:ext>
                  </a:extLst>
                </p:cNvPr>
                <p:cNvPicPr/>
                <p:nvPr/>
              </p:nvPicPr>
              <p:blipFill>
                <a:blip r:embed="rId140"/>
                <a:stretch>
                  <a:fillRect/>
                </a:stretch>
              </p:blipFill>
              <p:spPr>
                <a:xfrm>
                  <a:off x="3756155" y="4505280"/>
                  <a:ext cx="16272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15" name="Ink 114">
                  <a:extLst>
                    <a:ext uri="{FF2B5EF4-FFF2-40B4-BE49-F238E27FC236}">
                      <a16:creationId xmlns:a16="http://schemas.microsoft.com/office/drawing/2014/main" id="{D76B99B6-D086-4D1C-9258-AE3F3BFB2F0E}"/>
                    </a:ext>
                  </a:extLst>
                </p14:cNvPr>
                <p14:cNvContentPartPr/>
                <p14:nvPr/>
              </p14:nvContentPartPr>
              <p14:xfrm>
                <a:off x="3966035" y="4677720"/>
                <a:ext cx="75240" cy="175680"/>
              </p14:xfrm>
            </p:contentPart>
          </mc:Choice>
          <mc:Fallback xmlns="">
            <p:pic>
              <p:nvPicPr>
                <p:cNvPr id="115" name="Ink 114">
                  <a:extLst>
                    <a:ext uri="{FF2B5EF4-FFF2-40B4-BE49-F238E27FC236}">
                      <a16:creationId xmlns:a16="http://schemas.microsoft.com/office/drawing/2014/main" id="{D76B99B6-D086-4D1C-9258-AE3F3BFB2F0E}"/>
                    </a:ext>
                  </a:extLst>
                </p:cNvPr>
                <p:cNvPicPr/>
                <p:nvPr/>
              </p:nvPicPr>
              <p:blipFill>
                <a:blip r:embed="rId142"/>
                <a:stretch>
                  <a:fillRect/>
                </a:stretch>
              </p:blipFill>
              <p:spPr>
                <a:xfrm>
                  <a:off x="3948035" y="4660080"/>
                  <a:ext cx="11088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16" name="Ink 115">
                  <a:extLst>
                    <a:ext uri="{FF2B5EF4-FFF2-40B4-BE49-F238E27FC236}">
                      <a16:creationId xmlns:a16="http://schemas.microsoft.com/office/drawing/2014/main" id="{FD6AE53C-63C2-48D8-99B8-3A4515D6DB1C}"/>
                    </a:ext>
                  </a:extLst>
                </p14:cNvPr>
                <p14:cNvContentPartPr/>
                <p14:nvPr/>
              </p14:nvContentPartPr>
              <p14:xfrm>
                <a:off x="4083395" y="4687800"/>
                <a:ext cx="183960" cy="164880"/>
              </p14:xfrm>
            </p:contentPart>
          </mc:Choice>
          <mc:Fallback xmlns="">
            <p:pic>
              <p:nvPicPr>
                <p:cNvPr id="116" name="Ink 115">
                  <a:extLst>
                    <a:ext uri="{FF2B5EF4-FFF2-40B4-BE49-F238E27FC236}">
                      <a16:creationId xmlns:a16="http://schemas.microsoft.com/office/drawing/2014/main" id="{FD6AE53C-63C2-48D8-99B8-3A4515D6DB1C}"/>
                    </a:ext>
                  </a:extLst>
                </p:cNvPr>
                <p:cNvPicPr/>
                <p:nvPr/>
              </p:nvPicPr>
              <p:blipFill>
                <a:blip r:embed="rId144"/>
                <a:stretch>
                  <a:fillRect/>
                </a:stretch>
              </p:blipFill>
              <p:spPr>
                <a:xfrm>
                  <a:off x="4065755" y="4670160"/>
                  <a:ext cx="21960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18" name="Ink 117">
                  <a:extLst>
                    <a:ext uri="{FF2B5EF4-FFF2-40B4-BE49-F238E27FC236}">
                      <a16:creationId xmlns:a16="http://schemas.microsoft.com/office/drawing/2014/main" id="{6B302643-1D7C-400C-85C1-EA3475C9185B}"/>
                    </a:ext>
                  </a:extLst>
                </p14:cNvPr>
                <p14:cNvContentPartPr/>
                <p14:nvPr/>
              </p14:nvContentPartPr>
              <p14:xfrm>
                <a:off x="4216595" y="4442640"/>
                <a:ext cx="105120" cy="167040"/>
              </p14:xfrm>
            </p:contentPart>
          </mc:Choice>
          <mc:Fallback xmlns="">
            <p:pic>
              <p:nvPicPr>
                <p:cNvPr id="118" name="Ink 117">
                  <a:extLst>
                    <a:ext uri="{FF2B5EF4-FFF2-40B4-BE49-F238E27FC236}">
                      <a16:creationId xmlns:a16="http://schemas.microsoft.com/office/drawing/2014/main" id="{6B302643-1D7C-400C-85C1-EA3475C9185B}"/>
                    </a:ext>
                  </a:extLst>
                </p:cNvPr>
                <p:cNvPicPr/>
                <p:nvPr/>
              </p:nvPicPr>
              <p:blipFill>
                <a:blip r:embed="rId146"/>
                <a:stretch>
                  <a:fillRect/>
                </a:stretch>
              </p:blipFill>
              <p:spPr>
                <a:xfrm>
                  <a:off x="4198595" y="4425000"/>
                  <a:ext cx="14076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20" name="Ink 119">
                  <a:extLst>
                    <a:ext uri="{FF2B5EF4-FFF2-40B4-BE49-F238E27FC236}">
                      <a16:creationId xmlns:a16="http://schemas.microsoft.com/office/drawing/2014/main" id="{CEE6AADF-9440-425A-9D0C-2796F2FDE864}"/>
                    </a:ext>
                  </a:extLst>
                </p14:cNvPr>
                <p14:cNvContentPartPr/>
                <p14:nvPr/>
              </p14:nvContentPartPr>
              <p14:xfrm>
                <a:off x="4439435" y="4672680"/>
                <a:ext cx="95760" cy="13320"/>
              </p14:xfrm>
            </p:contentPart>
          </mc:Choice>
          <mc:Fallback xmlns="">
            <p:pic>
              <p:nvPicPr>
                <p:cNvPr id="120" name="Ink 119">
                  <a:extLst>
                    <a:ext uri="{FF2B5EF4-FFF2-40B4-BE49-F238E27FC236}">
                      <a16:creationId xmlns:a16="http://schemas.microsoft.com/office/drawing/2014/main" id="{CEE6AADF-9440-425A-9D0C-2796F2FDE864}"/>
                    </a:ext>
                  </a:extLst>
                </p:cNvPr>
                <p:cNvPicPr/>
                <p:nvPr/>
              </p:nvPicPr>
              <p:blipFill>
                <a:blip r:embed="rId148"/>
                <a:stretch>
                  <a:fillRect/>
                </a:stretch>
              </p:blipFill>
              <p:spPr>
                <a:xfrm>
                  <a:off x="4421435" y="4654680"/>
                  <a:ext cx="13140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21" name="Ink 120">
                  <a:extLst>
                    <a:ext uri="{FF2B5EF4-FFF2-40B4-BE49-F238E27FC236}">
                      <a16:creationId xmlns:a16="http://schemas.microsoft.com/office/drawing/2014/main" id="{CF5778C7-1D78-46C3-BB5B-1C2751B194F8}"/>
                    </a:ext>
                  </a:extLst>
                </p14:cNvPr>
                <p14:cNvContentPartPr/>
                <p14:nvPr/>
              </p14:nvContentPartPr>
              <p14:xfrm>
                <a:off x="4454915" y="4759440"/>
                <a:ext cx="97200" cy="16200"/>
              </p14:xfrm>
            </p:contentPart>
          </mc:Choice>
          <mc:Fallback xmlns="">
            <p:pic>
              <p:nvPicPr>
                <p:cNvPr id="121" name="Ink 120">
                  <a:extLst>
                    <a:ext uri="{FF2B5EF4-FFF2-40B4-BE49-F238E27FC236}">
                      <a16:creationId xmlns:a16="http://schemas.microsoft.com/office/drawing/2014/main" id="{CF5778C7-1D78-46C3-BB5B-1C2751B194F8}"/>
                    </a:ext>
                  </a:extLst>
                </p:cNvPr>
                <p:cNvPicPr/>
                <p:nvPr/>
              </p:nvPicPr>
              <p:blipFill>
                <a:blip r:embed="rId150"/>
                <a:stretch>
                  <a:fillRect/>
                </a:stretch>
              </p:blipFill>
              <p:spPr>
                <a:xfrm>
                  <a:off x="4437275" y="4741800"/>
                  <a:ext cx="13284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22" name="Ink 121">
                  <a:extLst>
                    <a:ext uri="{FF2B5EF4-FFF2-40B4-BE49-F238E27FC236}">
                      <a16:creationId xmlns:a16="http://schemas.microsoft.com/office/drawing/2014/main" id="{98C93B30-E9B8-46B8-8EB5-07364EF7D79C}"/>
                    </a:ext>
                  </a:extLst>
                </p14:cNvPr>
                <p14:cNvContentPartPr/>
                <p14:nvPr/>
              </p14:nvContentPartPr>
              <p14:xfrm>
                <a:off x="4681715" y="4525440"/>
                <a:ext cx="48600" cy="330840"/>
              </p14:xfrm>
            </p:contentPart>
          </mc:Choice>
          <mc:Fallback xmlns="">
            <p:pic>
              <p:nvPicPr>
                <p:cNvPr id="122" name="Ink 121">
                  <a:extLst>
                    <a:ext uri="{FF2B5EF4-FFF2-40B4-BE49-F238E27FC236}">
                      <a16:creationId xmlns:a16="http://schemas.microsoft.com/office/drawing/2014/main" id="{98C93B30-E9B8-46B8-8EB5-07364EF7D79C}"/>
                    </a:ext>
                  </a:extLst>
                </p:cNvPr>
                <p:cNvPicPr/>
                <p:nvPr/>
              </p:nvPicPr>
              <p:blipFill>
                <a:blip r:embed="rId152"/>
                <a:stretch>
                  <a:fillRect/>
                </a:stretch>
              </p:blipFill>
              <p:spPr>
                <a:xfrm>
                  <a:off x="4663715" y="4507440"/>
                  <a:ext cx="8424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23" name="Ink 122">
                  <a:extLst>
                    <a:ext uri="{FF2B5EF4-FFF2-40B4-BE49-F238E27FC236}">
                      <a16:creationId xmlns:a16="http://schemas.microsoft.com/office/drawing/2014/main" id="{9EA41841-FDBA-4953-B828-B27C9EE8C129}"/>
                    </a:ext>
                  </a:extLst>
                </p14:cNvPr>
                <p14:cNvContentPartPr/>
                <p14:nvPr/>
              </p14:nvContentPartPr>
              <p14:xfrm>
                <a:off x="4791515" y="4679520"/>
                <a:ext cx="8640" cy="1800"/>
              </p14:xfrm>
            </p:contentPart>
          </mc:Choice>
          <mc:Fallback xmlns="">
            <p:pic>
              <p:nvPicPr>
                <p:cNvPr id="123" name="Ink 122">
                  <a:extLst>
                    <a:ext uri="{FF2B5EF4-FFF2-40B4-BE49-F238E27FC236}">
                      <a16:creationId xmlns:a16="http://schemas.microsoft.com/office/drawing/2014/main" id="{9EA41841-FDBA-4953-B828-B27C9EE8C129}"/>
                    </a:ext>
                  </a:extLst>
                </p:cNvPr>
                <p:cNvPicPr/>
                <p:nvPr/>
              </p:nvPicPr>
              <p:blipFill>
                <a:blip r:embed="rId154"/>
                <a:stretch>
                  <a:fillRect/>
                </a:stretch>
              </p:blipFill>
              <p:spPr>
                <a:xfrm>
                  <a:off x="4773515" y="4661520"/>
                  <a:ext cx="442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24" name="Ink 123">
                  <a:extLst>
                    <a:ext uri="{FF2B5EF4-FFF2-40B4-BE49-F238E27FC236}">
                      <a16:creationId xmlns:a16="http://schemas.microsoft.com/office/drawing/2014/main" id="{0E9342B1-9F30-4C48-A760-A15CB688DFF5}"/>
                    </a:ext>
                  </a:extLst>
                </p14:cNvPr>
                <p14:cNvContentPartPr/>
                <p14:nvPr/>
              </p14:nvContentPartPr>
              <p14:xfrm>
                <a:off x="4842275" y="4524360"/>
                <a:ext cx="165960" cy="288360"/>
              </p14:xfrm>
            </p:contentPart>
          </mc:Choice>
          <mc:Fallback xmlns="">
            <p:pic>
              <p:nvPicPr>
                <p:cNvPr id="124" name="Ink 123">
                  <a:extLst>
                    <a:ext uri="{FF2B5EF4-FFF2-40B4-BE49-F238E27FC236}">
                      <a16:creationId xmlns:a16="http://schemas.microsoft.com/office/drawing/2014/main" id="{0E9342B1-9F30-4C48-A760-A15CB688DFF5}"/>
                    </a:ext>
                  </a:extLst>
                </p:cNvPr>
                <p:cNvPicPr/>
                <p:nvPr/>
              </p:nvPicPr>
              <p:blipFill>
                <a:blip r:embed="rId156"/>
                <a:stretch>
                  <a:fillRect/>
                </a:stretch>
              </p:blipFill>
              <p:spPr>
                <a:xfrm>
                  <a:off x="4824275" y="4506360"/>
                  <a:ext cx="201600" cy="32400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25" name="Ink 124">
                  <a:extLst>
                    <a:ext uri="{FF2B5EF4-FFF2-40B4-BE49-F238E27FC236}">
                      <a16:creationId xmlns:a16="http://schemas.microsoft.com/office/drawing/2014/main" id="{8F12DFE6-C525-4FCB-903B-31C7DA759266}"/>
                    </a:ext>
                  </a:extLst>
                </p14:cNvPr>
                <p14:cNvContentPartPr/>
                <p14:nvPr/>
              </p14:nvContentPartPr>
              <p14:xfrm>
                <a:off x="5041355" y="4617600"/>
                <a:ext cx="153000" cy="129240"/>
              </p14:xfrm>
            </p:contentPart>
          </mc:Choice>
          <mc:Fallback xmlns="">
            <p:pic>
              <p:nvPicPr>
                <p:cNvPr id="125" name="Ink 124">
                  <a:extLst>
                    <a:ext uri="{FF2B5EF4-FFF2-40B4-BE49-F238E27FC236}">
                      <a16:creationId xmlns:a16="http://schemas.microsoft.com/office/drawing/2014/main" id="{8F12DFE6-C525-4FCB-903B-31C7DA759266}"/>
                    </a:ext>
                  </a:extLst>
                </p:cNvPr>
                <p:cNvPicPr/>
                <p:nvPr/>
              </p:nvPicPr>
              <p:blipFill>
                <a:blip r:embed="rId158"/>
                <a:stretch>
                  <a:fillRect/>
                </a:stretch>
              </p:blipFill>
              <p:spPr>
                <a:xfrm>
                  <a:off x="5023715" y="4599960"/>
                  <a:ext cx="18864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26" name="Ink 125">
                  <a:extLst>
                    <a:ext uri="{FF2B5EF4-FFF2-40B4-BE49-F238E27FC236}">
                      <a16:creationId xmlns:a16="http://schemas.microsoft.com/office/drawing/2014/main" id="{43220459-6087-424D-A8A7-CCC673D466D1}"/>
                    </a:ext>
                  </a:extLst>
                </p14:cNvPr>
                <p14:cNvContentPartPr/>
                <p14:nvPr/>
              </p14:nvContentPartPr>
              <p14:xfrm>
                <a:off x="5074475" y="4628040"/>
                <a:ext cx="114480" cy="153360"/>
              </p14:xfrm>
            </p:contentPart>
          </mc:Choice>
          <mc:Fallback xmlns="">
            <p:pic>
              <p:nvPicPr>
                <p:cNvPr id="126" name="Ink 125">
                  <a:extLst>
                    <a:ext uri="{FF2B5EF4-FFF2-40B4-BE49-F238E27FC236}">
                      <a16:creationId xmlns:a16="http://schemas.microsoft.com/office/drawing/2014/main" id="{43220459-6087-424D-A8A7-CCC673D466D1}"/>
                    </a:ext>
                  </a:extLst>
                </p:cNvPr>
                <p:cNvPicPr/>
                <p:nvPr/>
              </p:nvPicPr>
              <p:blipFill>
                <a:blip r:embed="rId160"/>
                <a:stretch>
                  <a:fillRect/>
                </a:stretch>
              </p:blipFill>
              <p:spPr>
                <a:xfrm>
                  <a:off x="5056475" y="4610400"/>
                  <a:ext cx="15012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27" name="Ink 126">
                  <a:extLst>
                    <a:ext uri="{FF2B5EF4-FFF2-40B4-BE49-F238E27FC236}">
                      <a16:creationId xmlns:a16="http://schemas.microsoft.com/office/drawing/2014/main" id="{ACB1BF57-E061-4366-9991-1A29D5D99FF0}"/>
                    </a:ext>
                  </a:extLst>
                </p14:cNvPr>
                <p14:cNvContentPartPr/>
                <p14:nvPr/>
              </p14:nvContentPartPr>
              <p14:xfrm>
                <a:off x="5256275" y="4558560"/>
                <a:ext cx="33480" cy="263520"/>
              </p14:xfrm>
            </p:contentPart>
          </mc:Choice>
          <mc:Fallback xmlns="">
            <p:pic>
              <p:nvPicPr>
                <p:cNvPr id="127" name="Ink 126">
                  <a:extLst>
                    <a:ext uri="{FF2B5EF4-FFF2-40B4-BE49-F238E27FC236}">
                      <a16:creationId xmlns:a16="http://schemas.microsoft.com/office/drawing/2014/main" id="{ACB1BF57-E061-4366-9991-1A29D5D99FF0}"/>
                    </a:ext>
                  </a:extLst>
                </p:cNvPr>
                <p:cNvPicPr/>
                <p:nvPr/>
              </p:nvPicPr>
              <p:blipFill>
                <a:blip r:embed="rId162"/>
                <a:stretch>
                  <a:fillRect/>
                </a:stretch>
              </p:blipFill>
              <p:spPr>
                <a:xfrm>
                  <a:off x="5238635" y="4540920"/>
                  <a:ext cx="6912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28" name="Ink 127">
                  <a:extLst>
                    <a:ext uri="{FF2B5EF4-FFF2-40B4-BE49-F238E27FC236}">
                      <a16:creationId xmlns:a16="http://schemas.microsoft.com/office/drawing/2014/main" id="{7219B72E-8549-4FC3-BBA5-315309732CFC}"/>
                    </a:ext>
                  </a:extLst>
                </p14:cNvPr>
                <p14:cNvContentPartPr/>
                <p14:nvPr/>
              </p14:nvContentPartPr>
              <p14:xfrm>
                <a:off x="5312795" y="4588800"/>
                <a:ext cx="123480" cy="239400"/>
              </p14:xfrm>
            </p:contentPart>
          </mc:Choice>
          <mc:Fallback xmlns="">
            <p:pic>
              <p:nvPicPr>
                <p:cNvPr id="128" name="Ink 127">
                  <a:extLst>
                    <a:ext uri="{FF2B5EF4-FFF2-40B4-BE49-F238E27FC236}">
                      <a16:creationId xmlns:a16="http://schemas.microsoft.com/office/drawing/2014/main" id="{7219B72E-8549-4FC3-BBA5-315309732CFC}"/>
                    </a:ext>
                  </a:extLst>
                </p:cNvPr>
                <p:cNvPicPr/>
                <p:nvPr/>
              </p:nvPicPr>
              <p:blipFill>
                <a:blip r:embed="rId164"/>
                <a:stretch>
                  <a:fillRect/>
                </a:stretch>
              </p:blipFill>
              <p:spPr>
                <a:xfrm>
                  <a:off x="5295155" y="4570800"/>
                  <a:ext cx="15912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29" name="Ink 128">
                  <a:extLst>
                    <a:ext uri="{FF2B5EF4-FFF2-40B4-BE49-F238E27FC236}">
                      <a16:creationId xmlns:a16="http://schemas.microsoft.com/office/drawing/2014/main" id="{C90D13D5-F74D-4F81-9470-67347A15269D}"/>
                    </a:ext>
                  </a:extLst>
                </p14:cNvPr>
                <p14:cNvContentPartPr/>
                <p14:nvPr/>
              </p14:nvContentPartPr>
              <p14:xfrm>
                <a:off x="5424035" y="4462440"/>
                <a:ext cx="89280" cy="149760"/>
              </p14:xfrm>
            </p:contentPart>
          </mc:Choice>
          <mc:Fallback xmlns="">
            <p:pic>
              <p:nvPicPr>
                <p:cNvPr id="129" name="Ink 128">
                  <a:extLst>
                    <a:ext uri="{FF2B5EF4-FFF2-40B4-BE49-F238E27FC236}">
                      <a16:creationId xmlns:a16="http://schemas.microsoft.com/office/drawing/2014/main" id="{C90D13D5-F74D-4F81-9470-67347A15269D}"/>
                    </a:ext>
                  </a:extLst>
                </p:cNvPr>
                <p:cNvPicPr/>
                <p:nvPr/>
              </p:nvPicPr>
              <p:blipFill>
                <a:blip r:embed="rId166"/>
                <a:stretch>
                  <a:fillRect/>
                </a:stretch>
              </p:blipFill>
              <p:spPr>
                <a:xfrm>
                  <a:off x="5406035" y="4444800"/>
                  <a:ext cx="12492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31" name="Ink 130">
                  <a:extLst>
                    <a:ext uri="{FF2B5EF4-FFF2-40B4-BE49-F238E27FC236}">
                      <a16:creationId xmlns:a16="http://schemas.microsoft.com/office/drawing/2014/main" id="{2A3A06EB-A4D3-4FEA-9BD8-E78C1C5F6620}"/>
                    </a:ext>
                  </a:extLst>
                </p14:cNvPr>
                <p14:cNvContentPartPr/>
                <p14:nvPr/>
              </p14:nvContentPartPr>
              <p14:xfrm>
                <a:off x="5594315" y="4666560"/>
                <a:ext cx="102960" cy="10080"/>
              </p14:xfrm>
            </p:contentPart>
          </mc:Choice>
          <mc:Fallback xmlns="">
            <p:pic>
              <p:nvPicPr>
                <p:cNvPr id="131" name="Ink 130">
                  <a:extLst>
                    <a:ext uri="{FF2B5EF4-FFF2-40B4-BE49-F238E27FC236}">
                      <a16:creationId xmlns:a16="http://schemas.microsoft.com/office/drawing/2014/main" id="{2A3A06EB-A4D3-4FEA-9BD8-E78C1C5F6620}"/>
                    </a:ext>
                  </a:extLst>
                </p:cNvPr>
                <p:cNvPicPr/>
                <p:nvPr/>
              </p:nvPicPr>
              <p:blipFill>
                <a:blip r:embed="rId168"/>
                <a:stretch>
                  <a:fillRect/>
                </a:stretch>
              </p:blipFill>
              <p:spPr>
                <a:xfrm>
                  <a:off x="5576315" y="4648920"/>
                  <a:ext cx="13860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32" name="Ink 131">
                  <a:extLst>
                    <a:ext uri="{FF2B5EF4-FFF2-40B4-BE49-F238E27FC236}">
                      <a16:creationId xmlns:a16="http://schemas.microsoft.com/office/drawing/2014/main" id="{DA5BC208-81A4-47E0-A88D-C303F4862A16}"/>
                    </a:ext>
                  </a:extLst>
                </p14:cNvPr>
                <p14:cNvContentPartPr/>
                <p14:nvPr/>
              </p14:nvContentPartPr>
              <p14:xfrm>
                <a:off x="5603675" y="4730640"/>
                <a:ext cx="79560" cy="6840"/>
              </p14:xfrm>
            </p:contentPart>
          </mc:Choice>
          <mc:Fallback xmlns="">
            <p:pic>
              <p:nvPicPr>
                <p:cNvPr id="132" name="Ink 131">
                  <a:extLst>
                    <a:ext uri="{FF2B5EF4-FFF2-40B4-BE49-F238E27FC236}">
                      <a16:creationId xmlns:a16="http://schemas.microsoft.com/office/drawing/2014/main" id="{DA5BC208-81A4-47E0-A88D-C303F4862A16}"/>
                    </a:ext>
                  </a:extLst>
                </p:cNvPr>
                <p:cNvPicPr/>
                <p:nvPr/>
              </p:nvPicPr>
              <p:blipFill>
                <a:blip r:embed="rId170"/>
                <a:stretch>
                  <a:fillRect/>
                </a:stretch>
              </p:blipFill>
              <p:spPr>
                <a:xfrm>
                  <a:off x="5586035" y="4712640"/>
                  <a:ext cx="11520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34" name="Ink 133">
                  <a:extLst>
                    <a:ext uri="{FF2B5EF4-FFF2-40B4-BE49-F238E27FC236}">
                      <a16:creationId xmlns:a16="http://schemas.microsoft.com/office/drawing/2014/main" id="{83AFEE61-FB1E-41F1-9E10-79864CFF3010}"/>
                    </a:ext>
                  </a:extLst>
                </p14:cNvPr>
                <p14:cNvContentPartPr/>
                <p14:nvPr/>
              </p14:nvContentPartPr>
              <p14:xfrm>
                <a:off x="5832275" y="4551720"/>
                <a:ext cx="53280" cy="306000"/>
              </p14:xfrm>
            </p:contentPart>
          </mc:Choice>
          <mc:Fallback xmlns="">
            <p:pic>
              <p:nvPicPr>
                <p:cNvPr id="134" name="Ink 133">
                  <a:extLst>
                    <a:ext uri="{FF2B5EF4-FFF2-40B4-BE49-F238E27FC236}">
                      <a16:creationId xmlns:a16="http://schemas.microsoft.com/office/drawing/2014/main" id="{83AFEE61-FB1E-41F1-9E10-79864CFF3010}"/>
                    </a:ext>
                  </a:extLst>
                </p:cNvPr>
                <p:cNvPicPr/>
                <p:nvPr/>
              </p:nvPicPr>
              <p:blipFill>
                <a:blip r:embed="rId172"/>
                <a:stretch>
                  <a:fillRect/>
                </a:stretch>
              </p:blipFill>
              <p:spPr>
                <a:xfrm>
                  <a:off x="5814275" y="4534080"/>
                  <a:ext cx="8892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36" name="Ink 135">
                  <a:extLst>
                    <a:ext uri="{FF2B5EF4-FFF2-40B4-BE49-F238E27FC236}">
                      <a16:creationId xmlns:a16="http://schemas.microsoft.com/office/drawing/2014/main" id="{3B4F4D9C-0407-4499-A036-FA1680A5455F}"/>
                    </a:ext>
                  </a:extLst>
                </p14:cNvPr>
                <p14:cNvContentPartPr/>
                <p14:nvPr/>
              </p14:nvContentPartPr>
              <p14:xfrm>
                <a:off x="5898875" y="4534440"/>
                <a:ext cx="184680" cy="342360"/>
              </p14:xfrm>
            </p:contentPart>
          </mc:Choice>
          <mc:Fallback xmlns="">
            <p:pic>
              <p:nvPicPr>
                <p:cNvPr id="136" name="Ink 135">
                  <a:extLst>
                    <a:ext uri="{FF2B5EF4-FFF2-40B4-BE49-F238E27FC236}">
                      <a16:creationId xmlns:a16="http://schemas.microsoft.com/office/drawing/2014/main" id="{3B4F4D9C-0407-4499-A036-FA1680A5455F}"/>
                    </a:ext>
                  </a:extLst>
                </p:cNvPr>
                <p:cNvPicPr/>
                <p:nvPr/>
              </p:nvPicPr>
              <p:blipFill>
                <a:blip r:embed="rId174"/>
                <a:stretch>
                  <a:fillRect/>
                </a:stretch>
              </p:blipFill>
              <p:spPr>
                <a:xfrm>
                  <a:off x="5881235" y="4516800"/>
                  <a:ext cx="220320" cy="37800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38" name="Ink 137">
                  <a:extLst>
                    <a:ext uri="{FF2B5EF4-FFF2-40B4-BE49-F238E27FC236}">
                      <a16:creationId xmlns:a16="http://schemas.microsoft.com/office/drawing/2014/main" id="{DFFA5702-12D4-4711-BC49-A015BADE8A80}"/>
                    </a:ext>
                  </a:extLst>
                </p14:cNvPr>
                <p14:cNvContentPartPr/>
                <p14:nvPr/>
              </p14:nvContentPartPr>
              <p14:xfrm>
                <a:off x="6108755" y="4601760"/>
                <a:ext cx="114840" cy="247680"/>
              </p14:xfrm>
            </p:contentPart>
          </mc:Choice>
          <mc:Fallback xmlns="">
            <p:pic>
              <p:nvPicPr>
                <p:cNvPr id="138" name="Ink 137">
                  <a:extLst>
                    <a:ext uri="{FF2B5EF4-FFF2-40B4-BE49-F238E27FC236}">
                      <a16:creationId xmlns:a16="http://schemas.microsoft.com/office/drawing/2014/main" id="{DFFA5702-12D4-4711-BC49-A015BADE8A80}"/>
                    </a:ext>
                  </a:extLst>
                </p:cNvPr>
                <p:cNvPicPr/>
                <p:nvPr/>
              </p:nvPicPr>
              <p:blipFill>
                <a:blip r:embed="rId176"/>
                <a:stretch>
                  <a:fillRect/>
                </a:stretch>
              </p:blipFill>
              <p:spPr>
                <a:xfrm>
                  <a:off x="6091115" y="4584120"/>
                  <a:ext cx="15048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39" name="Ink 138">
                  <a:extLst>
                    <a:ext uri="{FF2B5EF4-FFF2-40B4-BE49-F238E27FC236}">
                      <a16:creationId xmlns:a16="http://schemas.microsoft.com/office/drawing/2014/main" id="{20C466E2-2CEE-419C-96FD-B4F5DC239A38}"/>
                    </a:ext>
                  </a:extLst>
                </p14:cNvPr>
                <p14:cNvContentPartPr/>
                <p14:nvPr/>
              </p14:nvContentPartPr>
              <p14:xfrm>
                <a:off x="6271475" y="4582680"/>
                <a:ext cx="104040" cy="267120"/>
              </p14:xfrm>
            </p:contentPart>
          </mc:Choice>
          <mc:Fallback xmlns="">
            <p:pic>
              <p:nvPicPr>
                <p:cNvPr id="139" name="Ink 138">
                  <a:extLst>
                    <a:ext uri="{FF2B5EF4-FFF2-40B4-BE49-F238E27FC236}">
                      <a16:creationId xmlns:a16="http://schemas.microsoft.com/office/drawing/2014/main" id="{20C466E2-2CEE-419C-96FD-B4F5DC239A38}"/>
                    </a:ext>
                  </a:extLst>
                </p:cNvPr>
                <p:cNvPicPr/>
                <p:nvPr/>
              </p:nvPicPr>
              <p:blipFill>
                <a:blip r:embed="rId178"/>
                <a:stretch>
                  <a:fillRect/>
                </a:stretch>
              </p:blipFill>
              <p:spPr>
                <a:xfrm>
                  <a:off x="6253835" y="4564680"/>
                  <a:ext cx="13968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41" name="Ink 140">
                  <a:extLst>
                    <a:ext uri="{FF2B5EF4-FFF2-40B4-BE49-F238E27FC236}">
                      <a16:creationId xmlns:a16="http://schemas.microsoft.com/office/drawing/2014/main" id="{F3CA8716-CC41-4976-A61D-0D4F53F77C21}"/>
                    </a:ext>
                  </a:extLst>
                </p14:cNvPr>
                <p14:cNvContentPartPr/>
                <p14:nvPr/>
              </p14:nvContentPartPr>
              <p14:xfrm>
                <a:off x="6432035" y="4684560"/>
                <a:ext cx="149400" cy="171360"/>
              </p14:xfrm>
            </p:contentPart>
          </mc:Choice>
          <mc:Fallback xmlns="">
            <p:pic>
              <p:nvPicPr>
                <p:cNvPr id="141" name="Ink 140">
                  <a:extLst>
                    <a:ext uri="{FF2B5EF4-FFF2-40B4-BE49-F238E27FC236}">
                      <a16:creationId xmlns:a16="http://schemas.microsoft.com/office/drawing/2014/main" id="{F3CA8716-CC41-4976-A61D-0D4F53F77C21}"/>
                    </a:ext>
                  </a:extLst>
                </p:cNvPr>
                <p:cNvPicPr/>
                <p:nvPr/>
              </p:nvPicPr>
              <p:blipFill>
                <a:blip r:embed="rId180"/>
                <a:stretch>
                  <a:fillRect/>
                </a:stretch>
              </p:blipFill>
              <p:spPr>
                <a:xfrm>
                  <a:off x="6414035" y="4666920"/>
                  <a:ext cx="18504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42" name="Ink 141">
                  <a:extLst>
                    <a:ext uri="{FF2B5EF4-FFF2-40B4-BE49-F238E27FC236}">
                      <a16:creationId xmlns:a16="http://schemas.microsoft.com/office/drawing/2014/main" id="{77B6665A-9679-40CB-820E-53BFE6B4570F}"/>
                    </a:ext>
                  </a:extLst>
                </p14:cNvPr>
                <p14:cNvContentPartPr/>
                <p14:nvPr/>
              </p14:nvContentPartPr>
              <p14:xfrm>
                <a:off x="6600875" y="4707600"/>
                <a:ext cx="144720" cy="157320"/>
              </p14:xfrm>
            </p:contentPart>
          </mc:Choice>
          <mc:Fallback xmlns="">
            <p:pic>
              <p:nvPicPr>
                <p:cNvPr id="142" name="Ink 141">
                  <a:extLst>
                    <a:ext uri="{FF2B5EF4-FFF2-40B4-BE49-F238E27FC236}">
                      <a16:creationId xmlns:a16="http://schemas.microsoft.com/office/drawing/2014/main" id="{77B6665A-9679-40CB-820E-53BFE6B4570F}"/>
                    </a:ext>
                  </a:extLst>
                </p:cNvPr>
                <p:cNvPicPr/>
                <p:nvPr/>
              </p:nvPicPr>
              <p:blipFill>
                <a:blip r:embed="rId182"/>
                <a:stretch>
                  <a:fillRect/>
                </a:stretch>
              </p:blipFill>
              <p:spPr>
                <a:xfrm>
                  <a:off x="6582875" y="4689960"/>
                  <a:ext cx="18036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43" name="Ink 142">
                  <a:extLst>
                    <a:ext uri="{FF2B5EF4-FFF2-40B4-BE49-F238E27FC236}">
                      <a16:creationId xmlns:a16="http://schemas.microsoft.com/office/drawing/2014/main" id="{DC800639-F865-4F2C-9608-0E4926DF267D}"/>
                    </a:ext>
                  </a:extLst>
                </p14:cNvPr>
                <p14:cNvContentPartPr/>
                <p14:nvPr/>
              </p14:nvContentPartPr>
              <p14:xfrm>
                <a:off x="6703835" y="4479720"/>
                <a:ext cx="123480" cy="179280"/>
              </p14:xfrm>
            </p:contentPart>
          </mc:Choice>
          <mc:Fallback xmlns="">
            <p:pic>
              <p:nvPicPr>
                <p:cNvPr id="143" name="Ink 142">
                  <a:extLst>
                    <a:ext uri="{FF2B5EF4-FFF2-40B4-BE49-F238E27FC236}">
                      <a16:creationId xmlns:a16="http://schemas.microsoft.com/office/drawing/2014/main" id="{DC800639-F865-4F2C-9608-0E4926DF267D}"/>
                    </a:ext>
                  </a:extLst>
                </p:cNvPr>
                <p:cNvPicPr/>
                <p:nvPr/>
              </p:nvPicPr>
              <p:blipFill>
                <a:blip r:embed="rId184"/>
                <a:stretch>
                  <a:fillRect/>
                </a:stretch>
              </p:blipFill>
              <p:spPr>
                <a:xfrm>
                  <a:off x="6686195" y="4461720"/>
                  <a:ext cx="159120" cy="214920"/>
                </a:xfrm>
                <a:prstGeom prst="rect">
                  <a:avLst/>
                </a:prstGeom>
              </p:spPr>
            </p:pic>
          </mc:Fallback>
        </mc:AlternateContent>
      </p:grpSp>
      <p:grpSp>
        <p:nvGrpSpPr>
          <p:cNvPr id="173" name="Group 172">
            <a:extLst>
              <a:ext uri="{FF2B5EF4-FFF2-40B4-BE49-F238E27FC236}">
                <a16:creationId xmlns:a16="http://schemas.microsoft.com/office/drawing/2014/main" id="{A82FF74D-F4F4-49FE-9A46-7E7DD7DA5AED}"/>
              </a:ext>
            </a:extLst>
          </p:cNvPr>
          <p:cNvGrpSpPr/>
          <p:nvPr/>
        </p:nvGrpSpPr>
        <p:grpSpPr>
          <a:xfrm>
            <a:off x="7514337" y="3023023"/>
            <a:ext cx="1185120" cy="997200"/>
            <a:chOff x="7514337" y="3023023"/>
            <a:chExt cx="1185120" cy="997200"/>
          </a:xfrm>
        </p:grpSpPr>
        <mc:AlternateContent xmlns:mc="http://schemas.openxmlformats.org/markup-compatibility/2006" xmlns:p14="http://schemas.microsoft.com/office/powerpoint/2010/main">
          <mc:Choice Requires="p14">
            <p:contentPart p14:bwMode="auto" r:id="rId185">
              <p14:nvContentPartPr>
                <p14:cNvPr id="151" name="Ink 150">
                  <a:extLst>
                    <a:ext uri="{FF2B5EF4-FFF2-40B4-BE49-F238E27FC236}">
                      <a16:creationId xmlns:a16="http://schemas.microsoft.com/office/drawing/2014/main" id="{D5B1959C-4CB7-4BD8-A31E-7123EA4C4342}"/>
                    </a:ext>
                  </a:extLst>
                </p14:cNvPr>
                <p14:cNvContentPartPr/>
                <p14:nvPr/>
              </p14:nvContentPartPr>
              <p14:xfrm>
                <a:off x="7514337" y="3281503"/>
                <a:ext cx="175680" cy="184320"/>
              </p14:xfrm>
            </p:contentPart>
          </mc:Choice>
          <mc:Fallback xmlns="">
            <p:pic>
              <p:nvPicPr>
                <p:cNvPr id="151" name="Ink 150">
                  <a:extLst>
                    <a:ext uri="{FF2B5EF4-FFF2-40B4-BE49-F238E27FC236}">
                      <a16:creationId xmlns:a16="http://schemas.microsoft.com/office/drawing/2014/main" id="{D5B1959C-4CB7-4BD8-A31E-7123EA4C4342}"/>
                    </a:ext>
                  </a:extLst>
                </p:cNvPr>
                <p:cNvPicPr/>
                <p:nvPr/>
              </p:nvPicPr>
              <p:blipFill>
                <a:blip r:embed="rId186"/>
                <a:stretch>
                  <a:fillRect/>
                </a:stretch>
              </p:blipFill>
              <p:spPr>
                <a:xfrm>
                  <a:off x="7496697" y="3263503"/>
                  <a:ext cx="21132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52" name="Ink 151">
                  <a:extLst>
                    <a:ext uri="{FF2B5EF4-FFF2-40B4-BE49-F238E27FC236}">
                      <a16:creationId xmlns:a16="http://schemas.microsoft.com/office/drawing/2014/main" id="{D9FF0125-E30E-4F61-8068-126FC8650EB6}"/>
                    </a:ext>
                  </a:extLst>
                </p14:cNvPr>
                <p14:cNvContentPartPr/>
                <p14:nvPr/>
              </p14:nvContentPartPr>
              <p14:xfrm>
                <a:off x="7778577" y="3340183"/>
                <a:ext cx="255600" cy="39600"/>
              </p14:xfrm>
            </p:contentPart>
          </mc:Choice>
          <mc:Fallback xmlns="">
            <p:pic>
              <p:nvPicPr>
                <p:cNvPr id="152" name="Ink 151">
                  <a:extLst>
                    <a:ext uri="{FF2B5EF4-FFF2-40B4-BE49-F238E27FC236}">
                      <a16:creationId xmlns:a16="http://schemas.microsoft.com/office/drawing/2014/main" id="{D9FF0125-E30E-4F61-8068-126FC8650EB6}"/>
                    </a:ext>
                  </a:extLst>
                </p:cNvPr>
                <p:cNvPicPr/>
                <p:nvPr/>
              </p:nvPicPr>
              <p:blipFill>
                <a:blip r:embed="rId188"/>
                <a:stretch>
                  <a:fillRect/>
                </a:stretch>
              </p:blipFill>
              <p:spPr>
                <a:xfrm>
                  <a:off x="7760577" y="3322183"/>
                  <a:ext cx="29124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53" name="Ink 152">
                  <a:extLst>
                    <a:ext uri="{FF2B5EF4-FFF2-40B4-BE49-F238E27FC236}">
                      <a16:creationId xmlns:a16="http://schemas.microsoft.com/office/drawing/2014/main" id="{4C43A74D-4CB4-4842-89FF-C3D916A471B8}"/>
                    </a:ext>
                  </a:extLst>
                </p14:cNvPr>
                <p14:cNvContentPartPr/>
                <p14:nvPr/>
              </p14:nvContentPartPr>
              <p14:xfrm>
                <a:off x="7979817" y="3291223"/>
                <a:ext cx="86400" cy="102600"/>
              </p14:xfrm>
            </p:contentPart>
          </mc:Choice>
          <mc:Fallback xmlns="">
            <p:pic>
              <p:nvPicPr>
                <p:cNvPr id="153" name="Ink 152">
                  <a:extLst>
                    <a:ext uri="{FF2B5EF4-FFF2-40B4-BE49-F238E27FC236}">
                      <a16:creationId xmlns:a16="http://schemas.microsoft.com/office/drawing/2014/main" id="{4C43A74D-4CB4-4842-89FF-C3D916A471B8}"/>
                    </a:ext>
                  </a:extLst>
                </p:cNvPr>
                <p:cNvPicPr/>
                <p:nvPr/>
              </p:nvPicPr>
              <p:blipFill>
                <a:blip r:embed="rId190"/>
                <a:stretch>
                  <a:fillRect/>
                </a:stretch>
              </p:blipFill>
              <p:spPr>
                <a:xfrm>
                  <a:off x="7962177" y="3273583"/>
                  <a:ext cx="12204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54" name="Ink 153">
                  <a:extLst>
                    <a:ext uri="{FF2B5EF4-FFF2-40B4-BE49-F238E27FC236}">
                      <a16:creationId xmlns:a16="http://schemas.microsoft.com/office/drawing/2014/main" id="{D0AADC17-A9BF-4EF7-9FAF-1937851CF56E}"/>
                    </a:ext>
                  </a:extLst>
                </p14:cNvPr>
                <p14:cNvContentPartPr/>
                <p14:nvPr/>
              </p14:nvContentPartPr>
              <p14:xfrm>
                <a:off x="7683537" y="3128503"/>
                <a:ext cx="79200" cy="116640"/>
              </p14:xfrm>
            </p:contentPart>
          </mc:Choice>
          <mc:Fallback xmlns="">
            <p:pic>
              <p:nvPicPr>
                <p:cNvPr id="154" name="Ink 153">
                  <a:extLst>
                    <a:ext uri="{FF2B5EF4-FFF2-40B4-BE49-F238E27FC236}">
                      <a16:creationId xmlns:a16="http://schemas.microsoft.com/office/drawing/2014/main" id="{D0AADC17-A9BF-4EF7-9FAF-1937851CF56E}"/>
                    </a:ext>
                  </a:extLst>
                </p:cNvPr>
                <p:cNvPicPr/>
                <p:nvPr/>
              </p:nvPicPr>
              <p:blipFill>
                <a:blip r:embed="rId192"/>
                <a:stretch>
                  <a:fillRect/>
                </a:stretch>
              </p:blipFill>
              <p:spPr>
                <a:xfrm>
                  <a:off x="7665537" y="3110503"/>
                  <a:ext cx="11484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56" name="Ink 155">
                  <a:extLst>
                    <a:ext uri="{FF2B5EF4-FFF2-40B4-BE49-F238E27FC236}">
                      <a16:creationId xmlns:a16="http://schemas.microsoft.com/office/drawing/2014/main" id="{7A5477EE-073B-4CA6-A5A6-F1B37289504E}"/>
                    </a:ext>
                  </a:extLst>
                </p14:cNvPr>
                <p14:cNvContentPartPr/>
                <p14:nvPr/>
              </p14:nvContentPartPr>
              <p14:xfrm>
                <a:off x="8208057" y="3206263"/>
                <a:ext cx="138240" cy="291960"/>
              </p14:xfrm>
            </p:contentPart>
          </mc:Choice>
          <mc:Fallback xmlns="">
            <p:pic>
              <p:nvPicPr>
                <p:cNvPr id="156" name="Ink 155">
                  <a:extLst>
                    <a:ext uri="{FF2B5EF4-FFF2-40B4-BE49-F238E27FC236}">
                      <a16:creationId xmlns:a16="http://schemas.microsoft.com/office/drawing/2014/main" id="{7A5477EE-073B-4CA6-A5A6-F1B37289504E}"/>
                    </a:ext>
                  </a:extLst>
                </p:cNvPr>
                <p:cNvPicPr/>
                <p:nvPr/>
              </p:nvPicPr>
              <p:blipFill>
                <a:blip r:embed="rId194"/>
                <a:stretch>
                  <a:fillRect/>
                </a:stretch>
              </p:blipFill>
              <p:spPr>
                <a:xfrm>
                  <a:off x="8190417" y="3188263"/>
                  <a:ext cx="17388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57" name="Ink 156">
                  <a:extLst>
                    <a:ext uri="{FF2B5EF4-FFF2-40B4-BE49-F238E27FC236}">
                      <a16:creationId xmlns:a16="http://schemas.microsoft.com/office/drawing/2014/main" id="{38008432-C072-42D1-AA72-99DDE19E77B3}"/>
                    </a:ext>
                  </a:extLst>
                </p14:cNvPr>
                <p14:cNvContentPartPr/>
                <p14:nvPr/>
              </p14:nvContentPartPr>
              <p14:xfrm>
                <a:off x="8368977" y="3237583"/>
                <a:ext cx="187200" cy="279360"/>
              </p14:xfrm>
            </p:contentPart>
          </mc:Choice>
          <mc:Fallback xmlns="">
            <p:pic>
              <p:nvPicPr>
                <p:cNvPr id="157" name="Ink 156">
                  <a:extLst>
                    <a:ext uri="{FF2B5EF4-FFF2-40B4-BE49-F238E27FC236}">
                      <a16:creationId xmlns:a16="http://schemas.microsoft.com/office/drawing/2014/main" id="{38008432-C072-42D1-AA72-99DDE19E77B3}"/>
                    </a:ext>
                  </a:extLst>
                </p:cNvPr>
                <p:cNvPicPr/>
                <p:nvPr/>
              </p:nvPicPr>
              <p:blipFill>
                <a:blip r:embed="rId196"/>
                <a:stretch>
                  <a:fillRect/>
                </a:stretch>
              </p:blipFill>
              <p:spPr>
                <a:xfrm>
                  <a:off x="8350977" y="3219943"/>
                  <a:ext cx="22284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59" name="Ink 158">
                  <a:extLst>
                    <a:ext uri="{FF2B5EF4-FFF2-40B4-BE49-F238E27FC236}">
                      <a16:creationId xmlns:a16="http://schemas.microsoft.com/office/drawing/2014/main" id="{5C7AA46D-7DEB-4601-B6E5-84F2E1DA4B16}"/>
                    </a:ext>
                  </a:extLst>
                </p14:cNvPr>
                <p14:cNvContentPartPr/>
                <p14:nvPr/>
              </p14:nvContentPartPr>
              <p14:xfrm>
                <a:off x="8588577" y="3023023"/>
                <a:ext cx="110880" cy="166680"/>
              </p14:xfrm>
            </p:contentPart>
          </mc:Choice>
          <mc:Fallback xmlns="">
            <p:pic>
              <p:nvPicPr>
                <p:cNvPr id="159" name="Ink 158">
                  <a:extLst>
                    <a:ext uri="{FF2B5EF4-FFF2-40B4-BE49-F238E27FC236}">
                      <a16:creationId xmlns:a16="http://schemas.microsoft.com/office/drawing/2014/main" id="{5C7AA46D-7DEB-4601-B6E5-84F2E1DA4B16}"/>
                    </a:ext>
                  </a:extLst>
                </p:cNvPr>
                <p:cNvPicPr/>
                <p:nvPr/>
              </p:nvPicPr>
              <p:blipFill>
                <a:blip r:embed="rId198"/>
                <a:stretch>
                  <a:fillRect/>
                </a:stretch>
              </p:blipFill>
              <p:spPr>
                <a:xfrm>
                  <a:off x="8570577" y="3005023"/>
                  <a:ext cx="14652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63" name="Ink 162">
                  <a:extLst>
                    <a:ext uri="{FF2B5EF4-FFF2-40B4-BE49-F238E27FC236}">
                      <a16:creationId xmlns:a16="http://schemas.microsoft.com/office/drawing/2014/main" id="{9CD92247-E773-4B80-B87B-891FB1610DB7}"/>
                    </a:ext>
                  </a:extLst>
                </p14:cNvPr>
                <p14:cNvContentPartPr/>
                <p14:nvPr/>
              </p14:nvContentPartPr>
              <p14:xfrm>
                <a:off x="7713417" y="3716383"/>
                <a:ext cx="123840" cy="180000"/>
              </p14:xfrm>
            </p:contentPart>
          </mc:Choice>
          <mc:Fallback xmlns="">
            <p:pic>
              <p:nvPicPr>
                <p:cNvPr id="163" name="Ink 162">
                  <a:extLst>
                    <a:ext uri="{FF2B5EF4-FFF2-40B4-BE49-F238E27FC236}">
                      <a16:creationId xmlns:a16="http://schemas.microsoft.com/office/drawing/2014/main" id="{9CD92247-E773-4B80-B87B-891FB1610DB7}"/>
                    </a:ext>
                  </a:extLst>
                </p:cNvPr>
                <p:cNvPicPr/>
                <p:nvPr/>
              </p:nvPicPr>
              <p:blipFill>
                <a:blip r:embed="rId200"/>
                <a:stretch>
                  <a:fillRect/>
                </a:stretch>
              </p:blipFill>
              <p:spPr>
                <a:xfrm>
                  <a:off x="7695417" y="3698383"/>
                  <a:ext cx="15948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64" name="Ink 163">
                  <a:extLst>
                    <a:ext uri="{FF2B5EF4-FFF2-40B4-BE49-F238E27FC236}">
                      <a16:creationId xmlns:a16="http://schemas.microsoft.com/office/drawing/2014/main" id="{2A54F482-B1FD-4A32-AF83-B29B2277575B}"/>
                    </a:ext>
                  </a:extLst>
                </p14:cNvPr>
                <p14:cNvContentPartPr/>
                <p14:nvPr/>
              </p14:nvContentPartPr>
              <p14:xfrm>
                <a:off x="7714497" y="3709903"/>
                <a:ext cx="113400" cy="174600"/>
              </p14:xfrm>
            </p:contentPart>
          </mc:Choice>
          <mc:Fallback xmlns="">
            <p:pic>
              <p:nvPicPr>
                <p:cNvPr id="164" name="Ink 163">
                  <a:extLst>
                    <a:ext uri="{FF2B5EF4-FFF2-40B4-BE49-F238E27FC236}">
                      <a16:creationId xmlns:a16="http://schemas.microsoft.com/office/drawing/2014/main" id="{2A54F482-B1FD-4A32-AF83-B29B2277575B}"/>
                    </a:ext>
                  </a:extLst>
                </p:cNvPr>
                <p:cNvPicPr/>
                <p:nvPr/>
              </p:nvPicPr>
              <p:blipFill>
                <a:blip r:embed="rId202"/>
                <a:stretch>
                  <a:fillRect/>
                </a:stretch>
              </p:blipFill>
              <p:spPr>
                <a:xfrm>
                  <a:off x="7696857" y="3692263"/>
                  <a:ext cx="14904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66" name="Ink 165">
                  <a:extLst>
                    <a:ext uri="{FF2B5EF4-FFF2-40B4-BE49-F238E27FC236}">
                      <a16:creationId xmlns:a16="http://schemas.microsoft.com/office/drawing/2014/main" id="{71D61421-EC33-4540-8AB1-5EF07147AB7A}"/>
                    </a:ext>
                  </a:extLst>
                </p14:cNvPr>
                <p14:cNvContentPartPr/>
                <p14:nvPr/>
              </p14:nvContentPartPr>
              <p14:xfrm>
                <a:off x="8015457" y="3925903"/>
                <a:ext cx="10080" cy="65520"/>
              </p14:xfrm>
            </p:contentPart>
          </mc:Choice>
          <mc:Fallback xmlns="">
            <p:pic>
              <p:nvPicPr>
                <p:cNvPr id="166" name="Ink 165">
                  <a:extLst>
                    <a:ext uri="{FF2B5EF4-FFF2-40B4-BE49-F238E27FC236}">
                      <a16:creationId xmlns:a16="http://schemas.microsoft.com/office/drawing/2014/main" id="{71D61421-EC33-4540-8AB1-5EF07147AB7A}"/>
                    </a:ext>
                  </a:extLst>
                </p:cNvPr>
                <p:cNvPicPr/>
                <p:nvPr/>
              </p:nvPicPr>
              <p:blipFill>
                <a:blip r:embed="rId204"/>
                <a:stretch>
                  <a:fillRect/>
                </a:stretch>
              </p:blipFill>
              <p:spPr>
                <a:xfrm>
                  <a:off x="7997817" y="3907903"/>
                  <a:ext cx="4572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67" name="Ink 166">
                  <a:extLst>
                    <a:ext uri="{FF2B5EF4-FFF2-40B4-BE49-F238E27FC236}">
                      <a16:creationId xmlns:a16="http://schemas.microsoft.com/office/drawing/2014/main" id="{A6943C8F-E026-494E-825C-6E34B51BBDC1}"/>
                    </a:ext>
                  </a:extLst>
                </p14:cNvPr>
                <p14:cNvContentPartPr/>
                <p14:nvPr/>
              </p14:nvContentPartPr>
              <p14:xfrm>
                <a:off x="8006457" y="3694063"/>
                <a:ext cx="15120" cy="313920"/>
              </p14:xfrm>
            </p:contentPart>
          </mc:Choice>
          <mc:Fallback xmlns="">
            <p:pic>
              <p:nvPicPr>
                <p:cNvPr id="167" name="Ink 166">
                  <a:extLst>
                    <a:ext uri="{FF2B5EF4-FFF2-40B4-BE49-F238E27FC236}">
                      <a16:creationId xmlns:a16="http://schemas.microsoft.com/office/drawing/2014/main" id="{A6943C8F-E026-494E-825C-6E34B51BBDC1}"/>
                    </a:ext>
                  </a:extLst>
                </p:cNvPr>
                <p:cNvPicPr/>
                <p:nvPr/>
              </p:nvPicPr>
              <p:blipFill>
                <a:blip r:embed="rId206"/>
                <a:stretch>
                  <a:fillRect/>
                </a:stretch>
              </p:blipFill>
              <p:spPr>
                <a:xfrm>
                  <a:off x="7988457" y="3676423"/>
                  <a:ext cx="5076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68" name="Ink 167">
                  <a:extLst>
                    <a:ext uri="{FF2B5EF4-FFF2-40B4-BE49-F238E27FC236}">
                      <a16:creationId xmlns:a16="http://schemas.microsoft.com/office/drawing/2014/main" id="{F102E40E-8B9B-4C30-AC16-1859C15EAEF1}"/>
                    </a:ext>
                  </a:extLst>
                </p14:cNvPr>
                <p14:cNvContentPartPr/>
                <p14:nvPr/>
              </p14:nvContentPartPr>
              <p14:xfrm>
                <a:off x="8089257" y="3702703"/>
                <a:ext cx="128160" cy="316440"/>
              </p14:xfrm>
            </p:contentPart>
          </mc:Choice>
          <mc:Fallback xmlns="">
            <p:pic>
              <p:nvPicPr>
                <p:cNvPr id="168" name="Ink 167">
                  <a:extLst>
                    <a:ext uri="{FF2B5EF4-FFF2-40B4-BE49-F238E27FC236}">
                      <a16:creationId xmlns:a16="http://schemas.microsoft.com/office/drawing/2014/main" id="{F102E40E-8B9B-4C30-AC16-1859C15EAEF1}"/>
                    </a:ext>
                  </a:extLst>
                </p:cNvPr>
                <p:cNvPicPr/>
                <p:nvPr/>
              </p:nvPicPr>
              <p:blipFill>
                <a:blip r:embed="rId208"/>
                <a:stretch>
                  <a:fillRect/>
                </a:stretch>
              </p:blipFill>
              <p:spPr>
                <a:xfrm>
                  <a:off x="8071257" y="3685063"/>
                  <a:ext cx="16380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69" name="Ink 168">
                  <a:extLst>
                    <a:ext uri="{FF2B5EF4-FFF2-40B4-BE49-F238E27FC236}">
                      <a16:creationId xmlns:a16="http://schemas.microsoft.com/office/drawing/2014/main" id="{A59A6B84-C2DD-4163-993A-6A5EFE0B736D}"/>
                    </a:ext>
                  </a:extLst>
                </p14:cNvPr>
                <p14:cNvContentPartPr/>
                <p14:nvPr/>
              </p14:nvContentPartPr>
              <p14:xfrm>
                <a:off x="8226777" y="3737983"/>
                <a:ext cx="160560" cy="252360"/>
              </p14:xfrm>
            </p:contentPart>
          </mc:Choice>
          <mc:Fallback xmlns="">
            <p:pic>
              <p:nvPicPr>
                <p:cNvPr id="169" name="Ink 168">
                  <a:extLst>
                    <a:ext uri="{FF2B5EF4-FFF2-40B4-BE49-F238E27FC236}">
                      <a16:creationId xmlns:a16="http://schemas.microsoft.com/office/drawing/2014/main" id="{A59A6B84-C2DD-4163-993A-6A5EFE0B736D}"/>
                    </a:ext>
                  </a:extLst>
                </p:cNvPr>
                <p:cNvPicPr/>
                <p:nvPr/>
              </p:nvPicPr>
              <p:blipFill>
                <a:blip r:embed="rId210"/>
                <a:stretch>
                  <a:fillRect/>
                </a:stretch>
              </p:blipFill>
              <p:spPr>
                <a:xfrm>
                  <a:off x="8209137" y="3719983"/>
                  <a:ext cx="19620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70" name="Ink 169">
                  <a:extLst>
                    <a:ext uri="{FF2B5EF4-FFF2-40B4-BE49-F238E27FC236}">
                      <a16:creationId xmlns:a16="http://schemas.microsoft.com/office/drawing/2014/main" id="{85BCAE87-1D46-4DCF-86AD-D665E14417EC}"/>
                    </a:ext>
                  </a:extLst>
                </p14:cNvPr>
                <p14:cNvContentPartPr/>
                <p14:nvPr/>
              </p14:nvContentPartPr>
              <p14:xfrm>
                <a:off x="8228937" y="3748423"/>
                <a:ext cx="101520" cy="271800"/>
              </p14:xfrm>
            </p:contentPart>
          </mc:Choice>
          <mc:Fallback xmlns="">
            <p:pic>
              <p:nvPicPr>
                <p:cNvPr id="170" name="Ink 169">
                  <a:extLst>
                    <a:ext uri="{FF2B5EF4-FFF2-40B4-BE49-F238E27FC236}">
                      <a16:creationId xmlns:a16="http://schemas.microsoft.com/office/drawing/2014/main" id="{85BCAE87-1D46-4DCF-86AD-D665E14417EC}"/>
                    </a:ext>
                  </a:extLst>
                </p:cNvPr>
                <p:cNvPicPr/>
                <p:nvPr/>
              </p:nvPicPr>
              <p:blipFill>
                <a:blip r:embed="rId212"/>
                <a:stretch>
                  <a:fillRect/>
                </a:stretch>
              </p:blipFill>
              <p:spPr>
                <a:xfrm>
                  <a:off x="8211297" y="3730783"/>
                  <a:ext cx="13716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72" name="Ink 171">
                  <a:extLst>
                    <a:ext uri="{FF2B5EF4-FFF2-40B4-BE49-F238E27FC236}">
                      <a16:creationId xmlns:a16="http://schemas.microsoft.com/office/drawing/2014/main" id="{156A2C65-E206-45BD-A953-79AD1293C711}"/>
                    </a:ext>
                  </a:extLst>
                </p14:cNvPr>
                <p14:cNvContentPartPr/>
                <p14:nvPr/>
              </p14:nvContentPartPr>
              <p14:xfrm>
                <a:off x="8435937" y="3583543"/>
                <a:ext cx="104400" cy="147600"/>
              </p14:xfrm>
            </p:contentPart>
          </mc:Choice>
          <mc:Fallback xmlns="">
            <p:pic>
              <p:nvPicPr>
                <p:cNvPr id="172" name="Ink 171">
                  <a:extLst>
                    <a:ext uri="{FF2B5EF4-FFF2-40B4-BE49-F238E27FC236}">
                      <a16:creationId xmlns:a16="http://schemas.microsoft.com/office/drawing/2014/main" id="{156A2C65-E206-45BD-A953-79AD1293C711}"/>
                    </a:ext>
                  </a:extLst>
                </p:cNvPr>
                <p:cNvPicPr/>
                <p:nvPr/>
              </p:nvPicPr>
              <p:blipFill>
                <a:blip r:embed="rId214"/>
                <a:stretch>
                  <a:fillRect/>
                </a:stretch>
              </p:blipFill>
              <p:spPr>
                <a:xfrm>
                  <a:off x="8417937" y="3565903"/>
                  <a:ext cx="140040" cy="183240"/>
                </a:xfrm>
                <a:prstGeom prst="rect">
                  <a:avLst/>
                </a:prstGeom>
              </p:spPr>
            </p:pic>
          </mc:Fallback>
        </mc:AlternateContent>
      </p:grpSp>
      <p:grpSp>
        <p:nvGrpSpPr>
          <p:cNvPr id="189" name="Group 188">
            <a:extLst>
              <a:ext uri="{FF2B5EF4-FFF2-40B4-BE49-F238E27FC236}">
                <a16:creationId xmlns:a16="http://schemas.microsoft.com/office/drawing/2014/main" id="{A69C64D5-A350-415E-8512-3CBE8ADE7802}"/>
              </a:ext>
            </a:extLst>
          </p:cNvPr>
          <p:cNvGrpSpPr/>
          <p:nvPr/>
        </p:nvGrpSpPr>
        <p:grpSpPr>
          <a:xfrm>
            <a:off x="8356737" y="2921503"/>
            <a:ext cx="500040" cy="926640"/>
            <a:chOff x="8356737" y="2921503"/>
            <a:chExt cx="500040" cy="926640"/>
          </a:xfrm>
        </p:grpSpPr>
        <mc:AlternateContent xmlns:mc="http://schemas.openxmlformats.org/markup-compatibility/2006" xmlns:p14="http://schemas.microsoft.com/office/powerpoint/2010/main">
          <mc:Choice Requires="p14">
            <p:contentPart p14:bwMode="auto" r:id="rId215">
              <p14:nvContentPartPr>
                <p14:cNvPr id="174" name="Ink 173">
                  <a:extLst>
                    <a:ext uri="{FF2B5EF4-FFF2-40B4-BE49-F238E27FC236}">
                      <a16:creationId xmlns:a16="http://schemas.microsoft.com/office/drawing/2014/main" id="{166B0B4A-76D0-482C-89CC-9CB99BE1643B}"/>
                    </a:ext>
                  </a:extLst>
                </p14:cNvPr>
                <p14:cNvContentPartPr/>
                <p14:nvPr/>
              </p14:nvContentPartPr>
              <p14:xfrm>
                <a:off x="8519457" y="2956783"/>
                <a:ext cx="45720" cy="183600"/>
              </p14:xfrm>
            </p:contentPart>
          </mc:Choice>
          <mc:Fallback xmlns="">
            <p:pic>
              <p:nvPicPr>
                <p:cNvPr id="174" name="Ink 173">
                  <a:extLst>
                    <a:ext uri="{FF2B5EF4-FFF2-40B4-BE49-F238E27FC236}">
                      <a16:creationId xmlns:a16="http://schemas.microsoft.com/office/drawing/2014/main" id="{166B0B4A-76D0-482C-89CC-9CB99BE1643B}"/>
                    </a:ext>
                  </a:extLst>
                </p:cNvPr>
                <p:cNvPicPr/>
                <p:nvPr/>
              </p:nvPicPr>
              <p:blipFill>
                <a:blip r:embed="rId216"/>
                <a:stretch>
                  <a:fillRect/>
                </a:stretch>
              </p:blipFill>
              <p:spPr>
                <a:xfrm>
                  <a:off x="8510817" y="2947783"/>
                  <a:ext cx="6336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75" name="Ink 174">
                  <a:extLst>
                    <a:ext uri="{FF2B5EF4-FFF2-40B4-BE49-F238E27FC236}">
                      <a16:creationId xmlns:a16="http://schemas.microsoft.com/office/drawing/2014/main" id="{F2C7C359-8FC8-4E35-8CA5-E13EC4370EF6}"/>
                    </a:ext>
                  </a:extLst>
                </p14:cNvPr>
                <p14:cNvContentPartPr/>
                <p14:nvPr/>
              </p14:nvContentPartPr>
              <p14:xfrm>
                <a:off x="8658777" y="3037063"/>
                <a:ext cx="142200" cy="214200"/>
              </p14:xfrm>
            </p:contentPart>
          </mc:Choice>
          <mc:Fallback xmlns="">
            <p:pic>
              <p:nvPicPr>
                <p:cNvPr id="175" name="Ink 174">
                  <a:extLst>
                    <a:ext uri="{FF2B5EF4-FFF2-40B4-BE49-F238E27FC236}">
                      <a16:creationId xmlns:a16="http://schemas.microsoft.com/office/drawing/2014/main" id="{F2C7C359-8FC8-4E35-8CA5-E13EC4370EF6}"/>
                    </a:ext>
                  </a:extLst>
                </p:cNvPr>
                <p:cNvPicPr/>
                <p:nvPr/>
              </p:nvPicPr>
              <p:blipFill>
                <a:blip r:embed="rId218"/>
                <a:stretch>
                  <a:fillRect/>
                </a:stretch>
              </p:blipFill>
              <p:spPr>
                <a:xfrm>
                  <a:off x="8649777" y="3028423"/>
                  <a:ext cx="15984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76" name="Ink 175">
                  <a:extLst>
                    <a:ext uri="{FF2B5EF4-FFF2-40B4-BE49-F238E27FC236}">
                      <a16:creationId xmlns:a16="http://schemas.microsoft.com/office/drawing/2014/main" id="{8E35174E-A8DF-4977-BDF9-9A9F5DCB545B}"/>
                    </a:ext>
                  </a:extLst>
                </p14:cNvPr>
                <p14:cNvContentPartPr/>
                <p14:nvPr/>
              </p14:nvContentPartPr>
              <p14:xfrm>
                <a:off x="8524857" y="2921503"/>
                <a:ext cx="166680" cy="253800"/>
              </p14:xfrm>
            </p:contentPart>
          </mc:Choice>
          <mc:Fallback xmlns="">
            <p:pic>
              <p:nvPicPr>
                <p:cNvPr id="176" name="Ink 175">
                  <a:extLst>
                    <a:ext uri="{FF2B5EF4-FFF2-40B4-BE49-F238E27FC236}">
                      <a16:creationId xmlns:a16="http://schemas.microsoft.com/office/drawing/2014/main" id="{8E35174E-A8DF-4977-BDF9-9A9F5DCB545B}"/>
                    </a:ext>
                  </a:extLst>
                </p:cNvPr>
                <p:cNvPicPr/>
                <p:nvPr/>
              </p:nvPicPr>
              <p:blipFill>
                <a:blip r:embed="rId220"/>
                <a:stretch>
                  <a:fillRect/>
                </a:stretch>
              </p:blipFill>
              <p:spPr>
                <a:xfrm>
                  <a:off x="8515857" y="2912863"/>
                  <a:ext cx="18432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78" name="Ink 177">
                  <a:extLst>
                    <a:ext uri="{FF2B5EF4-FFF2-40B4-BE49-F238E27FC236}">
                      <a16:creationId xmlns:a16="http://schemas.microsoft.com/office/drawing/2014/main" id="{04708CD5-FDF8-42BD-B4AE-D3211EE39CBD}"/>
                    </a:ext>
                  </a:extLst>
                </p14:cNvPr>
                <p14:cNvContentPartPr/>
                <p14:nvPr/>
              </p14:nvContentPartPr>
              <p14:xfrm>
                <a:off x="8392377" y="3522703"/>
                <a:ext cx="33120" cy="69120"/>
              </p14:xfrm>
            </p:contentPart>
          </mc:Choice>
          <mc:Fallback xmlns="">
            <p:pic>
              <p:nvPicPr>
                <p:cNvPr id="178" name="Ink 177">
                  <a:extLst>
                    <a:ext uri="{FF2B5EF4-FFF2-40B4-BE49-F238E27FC236}">
                      <a16:creationId xmlns:a16="http://schemas.microsoft.com/office/drawing/2014/main" id="{04708CD5-FDF8-42BD-B4AE-D3211EE39CBD}"/>
                    </a:ext>
                  </a:extLst>
                </p:cNvPr>
                <p:cNvPicPr/>
                <p:nvPr/>
              </p:nvPicPr>
              <p:blipFill>
                <a:blip r:embed="rId222"/>
                <a:stretch>
                  <a:fillRect/>
                </a:stretch>
              </p:blipFill>
              <p:spPr>
                <a:xfrm>
                  <a:off x="8383377" y="3513703"/>
                  <a:ext cx="5076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79" name="Ink 178">
                  <a:extLst>
                    <a:ext uri="{FF2B5EF4-FFF2-40B4-BE49-F238E27FC236}">
                      <a16:creationId xmlns:a16="http://schemas.microsoft.com/office/drawing/2014/main" id="{18EA64F3-481A-47CA-AC51-E2C3B1952B35}"/>
                    </a:ext>
                  </a:extLst>
                </p14:cNvPr>
                <p14:cNvContentPartPr/>
                <p14:nvPr/>
              </p14:nvContentPartPr>
              <p14:xfrm>
                <a:off x="8356737" y="3484543"/>
                <a:ext cx="287640" cy="363600"/>
              </p14:xfrm>
            </p:contentPart>
          </mc:Choice>
          <mc:Fallback xmlns="">
            <p:pic>
              <p:nvPicPr>
                <p:cNvPr id="179" name="Ink 178">
                  <a:extLst>
                    <a:ext uri="{FF2B5EF4-FFF2-40B4-BE49-F238E27FC236}">
                      <a16:creationId xmlns:a16="http://schemas.microsoft.com/office/drawing/2014/main" id="{18EA64F3-481A-47CA-AC51-E2C3B1952B35}"/>
                    </a:ext>
                  </a:extLst>
                </p:cNvPr>
                <p:cNvPicPr/>
                <p:nvPr/>
              </p:nvPicPr>
              <p:blipFill>
                <a:blip r:embed="rId224"/>
                <a:stretch>
                  <a:fillRect/>
                </a:stretch>
              </p:blipFill>
              <p:spPr>
                <a:xfrm>
                  <a:off x="8347737" y="3475903"/>
                  <a:ext cx="305280" cy="38124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80" name="Ink 179">
                  <a:extLst>
                    <a:ext uri="{FF2B5EF4-FFF2-40B4-BE49-F238E27FC236}">
                      <a16:creationId xmlns:a16="http://schemas.microsoft.com/office/drawing/2014/main" id="{339DBB43-C2C7-41E8-A973-F69BBC51B2AE}"/>
                    </a:ext>
                  </a:extLst>
                </p14:cNvPr>
                <p14:cNvContentPartPr/>
                <p14:nvPr/>
              </p14:nvContentPartPr>
              <p14:xfrm>
                <a:off x="8671377" y="2940223"/>
                <a:ext cx="185400" cy="301680"/>
              </p14:xfrm>
            </p:contentPart>
          </mc:Choice>
          <mc:Fallback xmlns="">
            <p:pic>
              <p:nvPicPr>
                <p:cNvPr id="180" name="Ink 179">
                  <a:extLst>
                    <a:ext uri="{FF2B5EF4-FFF2-40B4-BE49-F238E27FC236}">
                      <a16:creationId xmlns:a16="http://schemas.microsoft.com/office/drawing/2014/main" id="{339DBB43-C2C7-41E8-A973-F69BBC51B2AE}"/>
                    </a:ext>
                  </a:extLst>
                </p:cNvPr>
                <p:cNvPicPr/>
                <p:nvPr/>
              </p:nvPicPr>
              <p:blipFill>
                <a:blip r:embed="rId226"/>
                <a:stretch>
                  <a:fillRect/>
                </a:stretch>
              </p:blipFill>
              <p:spPr>
                <a:xfrm>
                  <a:off x="8662737" y="2931223"/>
                  <a:ext cx="20304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81" name="Ink 180">
                  <a:extLst>
                    <a:ext uri="{FF2B5EF4-FFF2-40B4-BE49-F238E27FC236}">
                      <a16:creationId xmlns:a16="http://schemas.microsoft.com/office/drawing/2014/main" id="{502C2F70-7E80-4E17-AB40-B5645CB896F1}"/>
                    </a:ext>
                  </a:extLst>
                </p14:cNvPr>
                <p14:cNvContentPartPr/>
                <p14:nvPr/>
              </p14:nvContentPartPr>
              <p14:xfrm>
                <a:off x="8618817" y="3244783"/>
                <a:ext cx="138240" cy="328680"/>
              </p14:xfrm>
            </p:contentPart>
          </mc:Choice>
          <mc:Fallback xmlns="">
            <p:pic>
              <p:nvPicPr>
                <p:cNvPr id="181" name="Ink 180">
                  <a:extLst>
                    <a:ext uri="{FF2B5EF4-FFF2-40B4-BE49-F238E27FC236}">
                      <a16:creationId xmlns:a16="http://schemas.microsoft.com/office/drawing/2014/main" id="{502C2F70-7E80-4E17-AB40-B5645CB896F1}"/>
                    </a:ext>
                  </a:extLst>
                </p:cNvPr>
                <p:cNvPicPr/>
                <p:nvPr/>
              </p:nvPicPr>
              <p:blipFill>
                <a:blip r:embed="rId228"/>
                <a:stretch>
                  <a:fillRect/>
                </a:stretch>
              </p:blipFill>
              <p:spPr>
                <a:xfrm>
                  <a:off x="8610177" y="3236143"/>
                  <a:ext cx="155880" cy="34632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82" name="Ink 181">
                  <a:extLst>
                    <a:ext uri="{FF2B5EF4-FFF2-40B4-BE49-F238E27FC236}">
                      <a16:creationId xmlns:a16="http://schemas.microsoft.com/office/drawing/2014/main" id="{095B393F-9F00-4C92-BDB4-95D771529D15}"/>
                    </a:ext>
                  </a:extLst>
                </p14:cNvPr>
                <p14:cNvContentPartPr/>
                <p14:nvPr/>
              </p14:nvContentPartPr>
              <p14:xfrm>
                <a:off x="8695497" y="3299863"/>
                <a:ext cx="20880" cy="7560"/>
              </p14:xfrm>
            </p:contentPart>
          </mc:Choice>
          <mc:Fallback xmlns="">
            <p:pic>
              <p:nvPicPr>
                <p:cNvPr id="182" name="Ink 181">
                  <a:extLst>
                    <a:ext uri="{FF2B5EF4-FFF2-40B4-BE49-F238E27FC236}">
                      <a16:creationId xmlns:a16="http://schemas.microsoft.com/office/drawing/2014/main" id="{095B393F-9F00-4C92-BDB4-95D771529D15}"/>
                    </a:ext>
                  </a:extLst>
                </p:cNvPr>
                <p:cNvPicPr/>
                <p:nvPr/>
              </p:nvPicPr>
              <p:blipFill>
                <a:blip r:embed="rId230"/>
                <a:stretch>
                  <a:fillRect/>
                </a:stretch>
              </p:blipFill>
              <p:spPr>
                <a:xfrm>
                  <a:off x="8686857" y="3290863"/>
                  <a:ext cx="3852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86" name="Ink 185">
                  <a:extLst>
                    <a:ext uri="{FF2B5EF4-FFF2-40B4-BE49-F238E27FC236}">
                      <a16:creationId xmlns:a16="http://schemas.microsoft.com/office/drawing/2014/main" id="{1ED24F67-6CE0-4FBD-9711-7DF1959A5F6B}"/>
                    </a:ext>
                  </a:extLst>
                </p14:cNvPr>
                <p14:cNvContentPartPr/>
                <p14:nvPr/>
              </p14:nvContentPartPr>
              <p14:xfrm>
                <a:off x="8646537" y="3465103"/>
                <a:ext cx="360" cy="360"/>
              </p14:xfrm>
            </p:contentPart>
          </mc:Choice>
          <mc:Fallback xmlns="">
            <p:pic>
              <p:nvPicPr>
                <p:cNvPr id="186" name="Ink 185">
                  <a:extLst>
                    <a:ext uri="{FF2B5EF4-FFF2-40B4-BE49-F238E27FC236}">
                      <a16:creationId xmlns:a16="http://schemas.microsoft.com/office/drawing/2014/main" id="{1ED24F67-6CE0-4FBD-9711-7DF1959A5F6B}"/>
                    </a:ext>
                  </a:extLst>
                </p:cNvPr>
                <p:cNvPicPr/>
                <p:nvPr/>
              </p:nvPicPr>
              <p:blipFill>
                <a:blip r:embed="rId232"/>
                <a:stretch>
                  <a:fillRect/>
                </a:stretch>
              </p:blipFill>
              <p:spPr>
                <a:xfrm>
                  <a:off x="8637537" y="345646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88" name="Ink 187">
                  <a:extLst>
                    <a:ext uri="{FF2B5EF4-FFF2-40B4-BE49-F238E27FC236}">
                      <a16:creationId xmlns:a16="http://schemas.microsoft.com/office/drawing/2014/main" id="{734025A2-F8FA-4B39-A075-2E6775A71BD4}"/>
                    </a:ext>
                  </a:extLst>
                </p14:cNvPr>
                <p14:cNvContentPartPr/>
                <p14:nvPr/>
              </p14:nvContentPartPr>
              <p14:xfrm>
                <a:off x="8614137" y="3475183"/>
                <a:ext cx="104760" cy="113760"/>
              </p14:xfrm>
            </p:contentPart>
          </mc:Choice>
          <mc:Fallback xmlns="">
            <p:pic>
              <p:nvPicPr>
                <p:cNvPr id="188" name="Ink 187">
                  <a:extLst>
                    <a:ext uri="{FF2B5EF4-FFF2-40B4-BE49-F238E27FC236}">
                      <a16:creationId xmlns:a16="http://schemas.microsoft.com/office/drawing/2014/main" id="{734025A2-F8FA-4B39-A075-2E6775A71BD4}"/>
                    </a:ext>
                  </a:extLst>
                </p:cNvPr>
                <p:cNvPicPr/>
                <p:nvPr/>
              </p:nvPicPr>
              <p:blipFill>
                <a:blip r:embed="rId234"/>
                <a:stretch>
                  <a:fillRect/>
                </a:stretch>
              </p:blipFill>
              <p:spPr>
                <a:xfrm>
                  <a:off x="8605137" y="3466543"/>
                  <a:ext cx="122400" cy="131400"/>
                </a:xfrm>
                <a:prstGeom prst="rect">
                  <a:avLst/>
                </a:prstGeom>
              </p:spPr>
            </p:pic>
          </mc:Fallback>
        </mc:AlternateContent>
      </p:grpSp>
      <p:grpSp>
        <p:nvGrpSpPr>
          <p:cNvPr id="200" name="Group 199">
            <a:extLst>
              <a:ext uri="{FF2B5EF4-FFF2-40B4-BE49-F238E27FC236}">
                <a16:creationId xmlns:a16="http://schemas.microsoft.com/office/drawing/2014/main" id="{80D5F088-931B-4276-9FF1-71BDEC44BD70}"/>
              </a:ext>
            </a:extLst>
          </p:cNvPr>
          <p:cNvGrpSpPr/>
          <p:nvPr/>
        </p:nvGrpSpPr>
        <p:grpSpPr>
          <a:xfrm>
            <a:off x="6930777" y="4099423"/>
            <a:ext cx="801720" cy="246600"/>
            <a:chOff x="6930777" y="4099423"/>
            <a:chExt cx="801720" cy="246600"/>
          </a:xfrm>
        </p:grpSpPr>
        <mc:AlternateContent xmlns:mc="http://schemas.openxmlformats.org/markup-compatibility/2006" xmlns:p14="http://schemas.microsoft.com/office/powerpoint/2010/main">
          <mc:Choice Requires="p14">
            <p:contentPart p14:bwMode="auto" r:id="rId235">
              <p14:nvContentPartPr>
                <p14:cNvPr id="191" name="Ink 190">
                  <a:extLst>
                    <a:ext uri="{FF2B5EF4-FFF2-40B4-BE49-F238E27FC236}">
                      <a16:creationId xmlns:a16="http://schemas.microsoft.com/office/drawing/2014/main" id="{EC4DAB63-52AA-4628-B4ED-24CBD5E122E2}"/>
                    </a:ext>
                  </a:extLst>
                </p14:cNvPr>
                <p14:cNvContentPartPr/>
                <p14:nvPr/>
              </p14:nvContentPartPr>
              <p14:xfrm>
                <a:off x="6930777" y="4099423"/>
                <a:ext cx="12960" cy="216360"/>
              </p14:xfrm>
            </p:contentPart>
          </mc:Choice>
          <mc:Fallback xmlns="">
            <p:pic>
              <p:nvPicPr>
                <p:cNvPr id="191" name="Ink 190">
                  <a:extLst>
                    <a:ext uri="{FF2B5EF4-FFF2-40B4-BE49-F238E27FC236}">
                      <a16:creationId xmlns:a16="http://schemas.microsoft.com/office/drawing/2014/main" id="{EC4DAB63-52AA-4628-B4ED-24CBD5E122E2}"/>
                    </a:ext>
                  </a:extLst>
                </p:cNvPr>
                <p:cNvPicPr/>
                <p:nvPr/>
              </p:nvPicPr>
              <p:blipFill>
                <a:blip r:embed="rId236"/>
                <a:stretch>
                  <a:fillRect/>
                </a:stretch>
              </p:blipFill>
              <p:spPr>
                <a:xfrm>
                  <a:off x="6922137" y="4090783"/>
                  <a:ext cx="3060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92" name="Ink 191">
                  <a:extLst>
                    <a:ext uri="{FF2B5EF4-FFF2-40B4-BE49-F238E27FC236}">
                      <a16:creationId xmlns:a16="http://schemas.microsoft.com/office/drawing/2014/main" id="{93AB5E04-8163-46BE-B6D9-97C8ACA2E0EC}"/>
                    </a:ext>
                  </a:extLst>
                </p14:cNvPr>
                <p14:cNvContentPartPr/>
                <p14:nvPr/>
              </p14:nvContentPartPr>
              <p14:xfrm>
                <a:off x="6984777" y="4169263"/>
                <a:ext cx="118080" cy="128160"/>
              </p14:xfrm>
            </p:contentPart>
          </mc:Choice>
          <mc:Fallback xmlns="">
            <p:pic>
              <p:nvPicPr>
                <p:cNvPr id="192" name="Ink 191">
                  <a:extLst>
                    <a:ext uri="{FF2B5EF4-FFF2-40B4-BE49-F238E27FC236}">
                      <a16:creationId xmlns:a16="http://schemas.microsoft.com/office/drawing/2014/main" id="{93AB5E04-8163-46BE-B6D9-97C8ACA2E0EC}"/>
                    </a:ext>
                  </a:extLst>
                </p:cNvPr>
                <p:cNvPicPr/>
                <p:nvPr/>
              </p:nvPicPr>
              <p:blipFill>
                <a:blip r:embed="rId238"/>
                <a:stretch>
                  <a:fillRect/>
                </a:stretch>
              </p:blipFill>
              <p:spPr>
                <a:xfrm>
                  <a:off x="6975777" y="4160623"/>
                  <a:ext cx="13572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93" name="Ink 192">
                  <a:extLst>
                    <a:ext uri="{FF2B5EF4-FFF2-40B4-BE49-F238E27FC236}">
                      <a16:creationId xmlns:a16="http://schemas.microsoft.com/office/drawing/2014/main" id="{9884B8D2-FD7E-43C9-9470-1A5508FADBD2}"/>
                    </a:ext>
                  </a:extLst>
                </p14:cNvPr>
                <p14:cNvContentPartPr/>
                <p14:nvPr/>
              </p14:nvContentPartPr>
              <p14:xfrm>
                <a:off x="7164777" y="4191943"/>
                <a:ext cx="57960" cy="19440"/>
              </p14:xfrm>
            </p:contentPart>
          </mc:Choice>
          <mc:Fallback xmlns="">
            <p:pic>
              <p:nvPicPr>
                <p:cNvPr id="193" name="Ink 192">
                  <a:extLst>
                    <a:ext uri="{FF2B5EF4-FFF2-40B4-BE49-F238E27FC236}">
                      <a16:creationId xmlns:a16="http://schemas.microsoft.com/office/drawing/2014/main" id="{9884B8D2-FD7E-43C9-9470-1A5508FADBD2}"/>
                    </a:ext>
                  </a:extLst>
                </p:cNvPr>
                <p:cNvPicPr/>
                <p:nvPr/>
              </p:nvPicPr>
              <p:blipFill>
                <a:blip r:embed="rId240"/>
                <a:stretch>
                  <a:fillRect/>
                </a:stretch>
              </p:blipFill>
              <p:spPr>
                <a:xfrm>
                  <a:off x="7156137" y="4182943"/>
                  <a:ext cx="7560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94" name="Ink 193">
                  <a:extLst>
                    <a:ext uri="{FF2B5EF4-FFF2-40B4-BE49-F238E27FC236}">
                      <a16:creationId xmlns:a16="http://schemas.microsoft.com/office/drawing/2014/main" id="{47EBC923-1CE1-4E92-A0A0-83584EBC1676}"/>
                    </a:ext>
                  </a:extLst>
                </p14:cNvPr>
                <p14:cNvContentPartPr/>
                <p14:nvPr/>
              </p14:nvContentPartPr>
              <p14:xfrm>
                <a:off x="7156857" y="4251703"/>
                <a:ext cx="102960" cy="18720"/>
              </p14:xfrm>
            </p:contentPart>
          </mc:Choice>
          <mc:Fallback xmlns="">
            <p:pic>
              <p:nvPicPr>
                <p:cNvPr id="194" name="Ink 193">
                  <a:extLst>
                    <a:ext uri="{FF2B5EF4-FFF2-40B4-BE49-F238E27FC236}">
                      <a16:creationId xmlns:a16="http://schemas.microsoft.com/office/drawing/2014/main" id="{47EBC923-1CE1-4E92-A0A0-83584EBC1676}"/>
                    </a:ext>
                  </a:extLst>
                </p:cNvPr>
                <p:cNvPicPr/>
                <p:nvPr/>
              </p:nvPicPr>
              <p:blipFill>
                <a:blip r:embed="rId242"/>
                <a:stretch>
                  <a:fillRect/>
                </a:stretch>
              </p:blipFill>
              <p:spPr>
                <a:xfrm>
                  <a:off x="7147857" y="4243063"/>
                  <a:ext cx="12060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95" name="Ink 194">
                  <a:extLst>
                    <a:ext uri="{FF2B5EF4-FFF2-40B4-BE49-F238E27FC236}">
                      <a16:creationId xmlns:a16="http://schemas.microsoft.com/office/drawing/2014/main" id="{927B5451-2C87-47D1-A515-3BDE3655BAFE}"/>
                    </a:ext>
                  </a:extLst>
                </p14:cNvPr>
                <p14:cNvContentPartPr/>
                <p14:nvPr/>
              </p14:nvContentPartPr>
              <p14:xfrm>
                <a:off x="7303377" y="4140103"/>
                <a:ext cx="8640" cy="187560"/>
              </p14:xfrm>
            </p:contentPart>
          </mc:Choice>
          <mc:Fallback xmlns="">
            <p:pic>
              <p:nvPicPr>
                <p:cNvPr id="195" name="Ink 194">
                  <a:extLst>
                    <a:ext uri="{FF2B5EF4-FFF2-40B4-BE49-F238E27FC236}">
                      <a16:creationId xmlns:a16="http://schemas.microsoft.com/office/drawing/2014/main" id="{927B5451-2C87-47D1-A515-3BDE3655BAFE}"/>
                    </a:ext>
                  </a:extLst>
                </p:cNvPr>
                <p:cNvPicPr/>
                <p:nvPr/>
              </p:nvPicPr>
              <p:blipFill>
                <a:blip r:embed="rId244"/>
                <a:stretch>
                  <a:fillRect/>
                </a:stretch>
              </p:blipFill>
              <p:spPr>
                <a:xfrm>
                  <a:off x="7294737" y="4131463"/>
                  <a:ext cx="2628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96" name="Ink 195">
                  <a:extLst>
                    <a:ext uri="{FF2B5EF4-FFF2-40B4-BE49-F238E27FC236}">
                      <a16:creationId xmlns:a16="http://schemas.microsoft.com/office/drawing/2014/main" id="{DB13CF5F-56B7-4DD3-BA34-8546916193D6}"/>
                    </a:ext>
                  </a:extLst>
                </p14:cNvPr>
                <p14:cNvContentPartPr/>
                <p14:nvPr/>
              </p14:nvContentPartPr>
              <p14:xfrm>
                <a:off x="7354857" y="4136863"/>
                <a:ext cx="78840" cy="194400"/>
              </p14:xfrm>
            </p:contentPart>
          </mc:Choice>
          <mc:Fallback xmlns="">
            <p:pic>
              <p:nvPicPr>
                <p:cNvPr id="196" name="Ink 195">
                  <a:extLst>
                    <a:ext uri="{FF2B5EF4-FFF2-40B4-BE49-F238E27FC236}">
                      <a16:creationId xmlns:a16="http://schemas.microsoft.com/office/drawing/2014/main" id="{DB13CF5F-56B7-4DD3-BA34-8546916193D6}"/>
                    </a:ext>
                  </a:extLst>
                </p:cNvPr>
                <p:cNvPicPr/>
                <p:nvPr/>
              </p:nvPicPr>
              <p:blipFill>
                <a:blip r:embed="rId246"/>
                <a:stretch>
                  <a:fillRect/>
                </a:stretch>
              </p:blipFill>
              <p:spPr>
                <a:xfrm>
                  <a:off x="7345857" y="4128223"/>
                  <a:ext cx="9648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97" name="Ink 196">
                  <a:extLst>
                    <a:ext uri="{FF2B5EF4-FFF2-40B4-BE49-F238E27FC236}">
                      <a16:creationId xmlns:a16="http://schemas.microsoft.com/office/drawing/2014/main" id="{02BB66B3-C53F-49C9-A071-8D9C8F6BD2E6}"/>
                    </a:ext>
                  </a:extLst>
                </p14:cNvPr>
                <p14:cNvContentPartPr/>
                <p14:nvPr/>
              </p14:nvContentPartPr>
              <p14:xfrm>
                <a:off x="7436937" y="4155223"/>
                <a:ext cx="85680" cy="158760"/>
              </p14:xfrm>
            </p:contentPart>
          </mc:Choice>
          <mc:Fallback xmlns="">
            <p:pic>
              <p:nvPicPr>
                <p:cNvPr id="197" name="Ink 196">
                  <a:extLst>
                    <a:ext uri="{FF2B5EF4-FFF2-40B4-BE49-F238E27FC236}">
                      <a16:creationId xmlns:a16="http://schemas.microsoft.com/office/drawing/2014/main" id="{02BB66B3-C53F-49C9-A071-8D9C8F6BD2E6}"/>
                    </a:ext>
                  </a:extLst>
                </p:cNvPr>
                <p:cNvPicPr/>
                <p:nvPr/>
              </p:nvPicPr>
              <p:blipFill>
                <a:blip r:embed="rId248"/>
                <a:stretch>
                  <a:fillRect/>
                </a:stretch>
              </p:blipFill>
              <p:spPr>
                <a:xfrm>
                  <a:off x="7427937" y="4146223"/>
                  <a:ext cx="10332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98" name="Ink 197">
                  <a:extLst>
                    <a:ext uri="{FF2B5EF4-FFF2-40B4-BE49-F238E27FC236}">
                      <a16:creationId xmlns:a16="http://schemas.microsoft.com/office/drawing/2014/main" id="{7AB1ACC3-0735-44CD-812D-CEC31064E9E1}"/>
                    </a:ext>
                  </a:extLst>
                </p14:cNvPr>
                <p14:cNvContentPartPr/>
                <p14:nvPr/>
              </p14:nvContentPartPr>
              <p14:xfrm>
                <a:off x="7543857" y="4207783"/>
                <a:ext cx="55080" cy="135000"/>
              </p14:xfrm>
            </p:contentPart>
          </mc:Choice>
          <mc:Fallback xmlns="">
            <p:pic>
              <p:nvPicPr>
                <p:cNvPr id="198" name="Ink 197">
                  <a:extLst>
                    <a:ext uri="{FF2B5EF4-FFF2-40B4-BE49-F238E27FC236}">
                      <a16:creationId xmlns:a16="http://schemas.microsoft.com/office/drawing/2014/main" id="{7AB1ACC3-0735-44CD-812D-CEC31064E9E1}"/>
                    </a:ext>
                  </a:extLst>
                </p:cNvPr>
                <p:cNvPicPr/>
                <p:nvPr/>
              </p:nvPicPr>
              <p:blipFill>
                <a:blip r:embed="rId250"/>
                <a:stretch>
                  <a:fillRect/>
                </a:stretch>
              </p:blipFill>
              <p:spPr>
                <a:xfrm>
                  <a:off x="7535217" y="4198783"/>
                  <a:ext cx="7272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99" name="Ink 198">
                  <a:extLst>
                    <a:ext uri="{FF2B5EF4-FFF2-40B4-BE49-F238E27FC236}">
                      <a16:creationId xmlns:a16="http://schemas.microsoft.com/office/drawing/2014/main" id="{1FF799B2-E990-4453-8D3B-46DE1D5E7CB4}"/>
                    </a:ext>
                  </a:extLst>
                </p14:cNvPr>
                <p14:cNvContentPartPr/>
                <p14:nvPr/>
              </p14:nvContentPartPr>
              <p14:xfrm>
                <a:off x="7603977" y="4213903"/>
                <a:ext cx="128520" cy="132120"/>
              </p14:xfrm>
            </p:contentPart>
          </mc:Choice>
          <mc:Fallback xmlns="">
            <p:pic>
              <p:nvPicPr>
                <p:cNvPr id="199" name="Ink 198">
                  <a:extLst>
                    <a:ext uri="{FF2B5EF4-FFF2-40B4-BE49-F238E27FC236}">
                      <a16:creationId xmlns:a16="http://schemas.microsoft.com/office/drawing/2014/main" id="{1FF799B2-E990-4453-8D3B-46DE1D5E7CB4}"/>
                    </a:ext>
                  </a:extLst>
                </p:cNvPr>
                <p:cNvPicPr/>
                <p:nvPr/>
              </p:nvPicPr>
              <p:blipFill>
                <a:blip r:embed="rId252"/>
                <a:stretch>
                  <a:fillRect/>
                </a:stretch>
              </p:blipFill>
              <p:spPr>
                <a:xfrm>
                  <a:off x="7595337" y="4205263"/>
                  <a:ext cx="146160" cy="149760"/>
                </a:xfrm>
                <a:prstGeom prst="rect">
                  <a:avLst/>
                </a:prstGeom>
              </p:spPr>
            </p:pic>
          </mc:Fallback>
        </mc:AlternateContent>
      </p:grpSp>
      <p:grpSp>
        <p:nvGrpSpPr>
          <p:cNvPr id="204" name="Group 203">
            <a:extLst>
              <a:ext uri="{FF2B5EF4-FFF2-40B4-BE49-F238E27FC236}">
                <a16:creationId xmlns:a16="http://schemas.microsoft.com/office/drawing/2014/main" id="{4B2DF125-FEC1-4DE0-BBD4-BC38D6A8AFCE}"/>
              </a:ext>
            </a:extLst>
          </p:cNvPr>
          <p:cNvGrpSpPr/>
          <p:nvPr/>
        </p:nvGrpSpPr>
        <p:grpSpPr>
          <a:xfrm>
            <a:off x="7257657" y="3575983"/>
            <a:ext cx="1220760" cy="1022760"/>
            <a:chOff x="7257657" y="3575983"/>
            <a:chExt cx="1220760" cy="1022760"/>
          </a:xfrm>
        </p:grpSpPr>
        <mc:AlternateContent xmlns:mc="http://schemas.openxmlformats.org/markup-compatibility/2006" xmlns:p14="http://schemas.microsoft.com/office/powerpoint/2010/main">
          <mc:Choice Requires="p14">
            <p:contentPart p14:bwMode="auto" r:id="rId253">
              <p14:nvContentPartPr>
                <p14:cNvPr id="201" name="Ink 200">
                  <a:extLst>
                    <a:ext uri="{FF2B5EF4-FFF2-40B4-BE49-F238E27FC236}">
                      <a16:creationId xmlns:a16="http://schemas.microsoft.com/office/drawing/2014/main" id="{ED7E2157-CE88-44E1-B035-81AAA32A12A3}"/>
                    </a:ext>
                  </a:extLst>
                </p14:cNvPr>
                <p14:cNvContentPartPr/>
                <p14:nvPr/>
              </p14:nvContentPartPr>
              <p14:xfrm>
                <a:off x="7936257" y="3575983"/>
                <a:ext cx="542160" cy="642600"/>
              </p14:xfrm>
            </p:contentPart>
          </mc:Choice>
          <mc:Fallback xmlns="">
            <p:pic>
              <p:nvPicPr>
                <p:cNvPr id="201" name="Ink 200">
                  <a:extLst>
                    <a:ext uri="{FF2B5EF4-FFF2-40B4-BE49-F238E27FC236}">
                      <a16:creationId xmlns:a16="http://schemas.microsoft.com/office/drawing/2014/main" id="{ED7E2157-CE88-44E1-B035-81AAA32A12A3}"/>
                    </a:ext>
                  </a:extLst>
                </p:cNvPr>
                <p:cNvPicPr/>
                <p:nvPr/>
              </p:nvPicPr>
              <p:blipFill>
                <a:blip r:embed="rId254"/>
                <a:stretch>
                  <a:fillRect/>
                </a:stretch>
              </p:blipFill>
              <p:spPr>
                <a:xfrm>
                  <a:off x="7927257" y="3567343"/>
                  <a:ext cx="559800" cy="66024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202" name="Ink 201">
                  <a:extLst>
                    <a:ext uri="{FF2B5EF4-FFF2-40B4-BE49-F238E27FC236}">
                      <a16:creationId xmlns:a16="http://schemas.microsoft.com/office/drawing/2014/main" id="{B7420A75-96F1-4A65-AC7E-4BC97C3BC2A5}"/>
                    </a:ext>
                  </a:extLst>
                </p14:cNvPr>
                <p14:cNvContentPartPr/>
                <p14:nvPr/>
              </p14:nvContentPartPr>
              <p14:xfrm>
                <a:off x="7257657" y="3937783"/>
                <a:ext cx="562320" cy="660960"/>
              </p14:xfrm>
            </p:contentPart>
          </mc:Choice>
          <mc:Fallback xmlns="">
            <p:pic>
              <p:nvPicPr>
                <p:cNvPr id="202" name="Ink 201">
                  <a:extLst>
                    <a:ext uri="{FF2B5EF4-FFF2-40B4-BE49-F238E27FC236}">
                      <a16:creationId xmlns:a16="http://schemas.microsoft.com/office/drawing/2014/main" id="{B7420A75-96F1-4A65-AC7E-4BC97C3BC2A5}"/>
                    </a:ext>
                  </a:extLst>
                </p:cNvPr>
                <p:cNvPicPr/>
                <p:nvPr/>
              </p:nvPicPr>
              <p:blipFill>
                <a:blip r:embed="rId256"/>
                <a:stretch>
                  <a:fillRect/>
                </a:stretch>
              </p:blipFill>
              <p:spPr>
                <a:xfrm>
                  <a:off x="7249017" y="3929143"/>
                  <a:ext cx="579960" cy="67860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203" name="Ink 202">
                  <a:extLst>
                    <a:ext uri="{FF2B5EF4-FFF2-40B4-BE49-F238E27FC236}">
                      <a16:creationId xmlns:a16="http://schemas.microsoft.com/office/drawing/2014/main" id="{18E59DF4-330A-4D29-876F-2EA5DED0D455}"/>
                    </a:ext>
                  </a:extLst>
                </p14:cNvPr>
                <p14:cNvContentPartPr/>
                <p14:nvPr/>
              </p14:nvContentPartPr>
              <p14:xfrm>
                <a:off x="7828257" y="4180423"/>
                <a:ext cx="277920" cy="278640"/>
              </p14:xfrm>
            </p:contentPart>
          </mc:Choice>
          <mc:Fallback xmlns="">
            <p:pic>
              <p:nvPicPr>
                <p:cNvPr id="203" name="Ink 202">
                  <a:extLst>
                    <a:ext uri="{FF2B5EF4-FFF2-40B4-BE49-F238E27FC236}">
                      <a16:creationId xmlns:a16="http://schemas.microsoft.com/office/drawing/2014/main" id="{18E59DF4-330A-4D29-876F-2EA5DED0D455}"/>
                    </a:ext>
                  </a:extLst>
                </p:cNvPr>
                <p:cNvPicPr/>
                <p:nvPr/>
              </p:nvPicPr>
              <p:blipFill>
                <a:blip r:embed="rId258"/>
                <a:stretch>
                  <a:fillRect/>
                </a:stretch>
              </p:blipFill>
              <p:spPr>
                <a:xfrm>
                  <a:off x="7819617" y="4171783"/>
                  <a:ext cx="295560" cy="296280"/>
                </a:xfrm>
                <a:prstGeom prst="rect">
                  <a:avLst/>
                </a:prstGeom>
              </p:spPr>
            </p:pic>
          </mc:Fallback>
        </mc:AlternateContent>
      </p:grpSp>
      <p:grpSp>
        <p:nvGrpSpPr>
          <p:cNvPr id="428" name="Group 427">
            <a:extLst>
              <a:ext uri="{FF2B5EF4-FFF2-40B4-BE49-F238E27FC236}">
                <a16:creationId xmlns:a16="http://schemas.microsoft.com/office/drawing/2014/main" id="{14701F39-298C-48E2-9BD2-F8BD4F871883}"/>
              </a:ext>
            </a:extLst>
          </p:cNvPr>
          <p:cNvGrpSpPr/>
          <p:nvPr/>
        </p:nvGrpSpPr>
        <p:grpSpPr>
          <a:xfrm>
            <a:off x="6995937" y="4744063"/>
            <a:ext cx="2380680" cy="384120"/>
            <a:chOff x="6995937" y="4744063"/>
            <a:chExt cx="2380680" cy="384120"/>
          </a:xfrm>
        </p:grpSpPr>
        <mc:AlternateContent xmlns:mc="http://schemas.openxmlformats.org/markup-compatibility/2006" xmlns:p14="http://schemas.microsoft.com/office/powerpoint/2010/main">
          <mc:Choice Requires="p14">
            <p:contentPart p14:bwMode="auto" r:id="rId259">
              <p14:nvContentPartPr>
                <p14:cNvPr id="205" name="Ink 204">
                  <a:extLst>
                    <a:ext uri="{FF2B5EF4-FFF2-40B4-BE49-F238E27FC236}">
                      <a16:creationId xmlns:a16="http://schemas.microsoft.com/office/drawing/2014/main" id="{1E0DA831-C9FE-449D-8C54-6CCF359786C3}"/>
                    </a:ext>
                  </a:extLst>
                </p14:cNvPr>
                <p14:cNvContentPartPr/>
                <p14:nvPr/>
              </p14:nvContentPartPr>
              <p14:xfrm>
                <a:off x="7057497" y="4903063"/>
                <a:ext cx="12600" cy="7920"/>
              </p14:xfrm>
            </p:contentPart>
          </mc:Choice>
          <mc:Fallback xmlns="">
            <p:pic>
              <p:nvPicPr>
                <p:cNvPr id="205" name="Ink 204">
                  <a:extLst>
                    <a:ext uri="{FF2B5EF4-FFF2-40B4-BE49-F238E27FC236}">
                      <a16:creationId xmlns:a16="http://schemas.microsoft.com/office/drawing/2014/main" id="{1E0DA831-C9FE-449D-8C54-6CCF359786C3}"/>
                    </a:ext>
                  </a:extLst>
                </p:cNvPr>
                <p:cNvPicPr/>
                <p:nvPr/>
              </p:nvPicPr>
              <p:blipFill>
                <a:blip r:embed="rId260"/>
                <a:stretch>
                  <a:fillRect/>
                </a:stretch>
              </p:blipFill>
              <p:spPr>
                <a:xfrm>
                  <a:off x="7039857" y="4885063"/>
                  <a:ext cx="482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206" name="Ink 205">
                  <a:extLst>
                    <a:ext uri="{FF2B5EF4-FFF2-40B4-BE49-F238E27FC236}">
                      <a16:creationId xmlns:a16="http://schemas.microsoft.com/office/drawing/2014/main" id="{C9F8582B-772C-4C6C-A52F-B7761316EF47}"/>
                    </a:ext>
                  </a:extLst>
                </p14:cNvPr>
                <p14:cNvContentPartPr/>
                <p14:nvPr/>
              </p14:nvContentPartPr>
              <p14:xfrm>
                <a:off x="7000617" y="5044183"/>
                <a:ext cx="360" cy="360"/>
              </p14:xfrm>
            </p:contentPart>
          </mc:Choice>
          <mc:Fallback xmlns="">
            <p:pic>
              <p:nvPicPr>
                <p:cNvPr id="206" name="Ink 205">
                  <a:extLst>
                    <a:ext uri="{FF2B5EF4-FFF2-40B4-BE49-F238E27FC236}">
                      <a16:creationId xmlns:a16="http://schemas.microsoft.com/office/drawing/2014/main" id="{C9F8582B-772C-4C6C-A52F-B7761316EF47}"/>
                    </a:ext>
                  </a:extLst>
                </p:cNvPr>
                <p:cNvPicPr/>
                <p:nvPr/>
              </p:nvPicPr>
              <p:blipFill>
                <a:blip r:embed="rId51"/>
                <a:stretch>
                  <a:fillRect/>
                </a:stretch>
              </p:blipFill>
              <p:spPr>
                <a:xfrm>
                  <a:off x="6982977" y="502654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207" name="Ink 206">
                  <a:extLst>
                    <a:ext uri="{FF2B5EF4-FFF2-40B4-BE49-F238E27FC236}">
                      <a16:creationId xmlns:a16="http://schemas.microsoft.com/office/drawing/2014/main" id="{9EF40C8E-61C3-4187-AD50-C01468645281}"/>
                    </a:ext>
                  </a:extLst>
                </p14:cNvPr>
                <p14:cNvContentPartPr/>
                <p14:nvPr/>
              </p14:nvContentPartPr>
              <p14:xfrm>
                <a:off x="6995937" y="5048143"/>
                <a:ext cx="720" cy="23040"/>
              </p14:xfrm>
            </p:contentPart>
          </mc:Choice>
          <mc:Fallback xmlns="">
            <p:pic>
              <p:nvPicPr>
                <p:cNvPr id="207" name="Ink 206">
                  <a:extLst>
                    <a:ext uri="{FF2B5EF4-FFF2-40B4-BE49-F238E27FC236}">
                      <a16:creationId xmlns:a16="http://schemas.microsoft.com/office/drawing/2014/main" id="{9EF40C8E-61C3-4187-AD50-C01468645281}"/>
                    </a:ext>
                  </a:extLst>
                </p:cNvPr>
                <p:cNvPicPr/>
                <p:nvPr/>
              </p:nvPicPr>
              <p:blipFill>
                <a:blip r:embed="rId263"/>
                <a:stretch>
                  <a:fillRect/>
                </a:stretch>
              </p:blipFill>
              <p:spPr>
                <a:xfrm>
                  <a:off x="6978297" y="5030143"/>
                  <a:ext cx="3636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208" name="Ink 207">
                  <a:extLst>
                    <a:ext uri="{FF2B5EF4-FFF2-40B4-BE49-F238E27FC236}">
                      <a16:creationId xmlns:a16="http://schemas.microsoft.com/office/drawing/2014/main" id="{DC20EAF5-72D3-4E1F-9FCF-9BFB97018BAE}"/>
                    </a:ext>
                  </a:extLst>
                </p14:cNvPr>
                <p14:cNvContentPartPr/>
                <p14:nvPr/>
              </p14:nvContentPartPr>
              <p14:xfrm>
                <a:off x="7115097" y="5067223"/>
                <a:ext cx="8280" cy="1440"/>
              </p14:xfrm>
            </p:contentPart>
          </mc:Choice>
          <mc:Fallback xmlns="">
            <p:pic>
              <p:nvPicPr>
                <p:cNvPr id="208" name="Ink 207">
                  <a:extLst>
                    <a:ext uri="{FF2B5EF4-FFF2-40B4-BE49-F238E27FC236}">
                      <a16:creationId xmlns:a16="http://schemas.microsoft.com/office/drawing/2014/main" id="{DC20EAF5-72D3-4E1F-9FCF-9BFB97018BAE}"/>
                    </a:ext>
                  </a:extLst>
                </p:cNvPr>
                <p:cNvPicPr/>
                <p:nvPr/>
              </p:nvPicPr>
              <p:blipFill>
                <a:blip r:embed="rId265"/>
                <a:stretch>
                  <a:fillRect/>
                </a:stretch>
              </p:blipFill>
              <p:spPr>
                <a:xfrm>
                  <a:off x="7097457" y="5049583"/>
                  <a:ext cx="4392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209" name="Ink 208">
                  <a:extLst>
                    <a:ext uri="{FF2B5EF4-FFF2-40B4-BE49-F238E27FC236}">
                      <a16:creationId xmlns:a16="http://schemas.microsoft.com/office/drawing/2014/main" id="{05BFDB79-9712-44BD-B1DF-8BD3AD9C8054}"/>
                    </a:ext>
                  </a:extLst>
                </p14:cNvPr>
                <p14:cNvContentPartPr/>
                <p14:nvPr/>
              </p14:nvContentPartPr>
              <p14:xfrm>
                <a:off x="7287177" y="4828903"/>
                <a:ext cx="18360" cy="240480"/>
              </p14:xfrm>
            </p:contentPart>
          </mc:Choice>
          <mc:Fallback xmlns="">
            <p:pic>
              <p:nvPicPr>
                <p:cNvPr id="209" name="Ink 208">
                  <a:extLst>
                    <a:ext uri="{FF2B5EF4-FFF2-40B4-BE49-F238E27FC236}">
                      <a16:creationId xmlns:a16="http://schemas.microsoft.com/office/drawing/2014/main" id="{05BFDB79-9712-44BD-B1DF-8BD3AD9C8054}"/>
                    </a:ext>
                  </a:extLst>
                </p:cNvPr>
                <p:cNvPicPr/>
                <p:nvPr/>
              </p:nvPicPr>
              <p:blipFill>
                <a:blip r:embed="rId267"/>
                <a:stretch>
                  <a:fillRect/>
                </a:stretch>
              </p:blipFill>
              <p:spPr>
                <a:xfrm>
                  <a:off x="7269177" y="4810903"/>
                  <a:ext cx="5400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210" name="Ink 209">
                  <a:extLst>
                    <a:ext uri="{FF2B5EF4-FFF2-40B4-BE49-F238E27FC236}">
                      <a16:creationId xmlns:a16="http://schemas.microsoft.com/office/drawing/2014/main" id="{781521F5-045E-4235-9D4A-D2C0B2D5BFF9}"/>
                    </a:ext>
                  </a:extLst>
                </p14:cNvPr>
                <p14:cNvContentPartPr/>
                <p14:nvPr/>
              </p14:nvContentPartPr>
              <p14:xfrm>
                <a:off x="7372497" y="4809463"/>
                <a:ext cx="126720" cy="270000"/>
              </p14:xfrm>
            </p:contentPart>
          </mc:Choice>
          <mc:Fallback xmlns="">
            <p:pic>
              <p:nvPicPr>
                <p:cNvPr id="210" name="Ink 209">
                  <a:extLst>
                    <a:ext uri="{FF2B5EF4-FFF2-40B4-BE49-F238E27FC236}">
                      <a16:creationId xmlns:a16="http://schemas.microsoft.com/office/drawing/2014/main" id="{781521F5-045E-4235-9D4A-D2C0B2D5BFF9}"/>
                    </a:ext>
                  </a:extLst>
                </p:cNvPr>
                <p:cNvPicPr/>
                <p:nvPr/>
              </p:nvPicPr>
              <p:blipFill>
                <a:blip r:embed="rId269"/>
                <a:stretch>
                  <a:fillRect/>
                </a:stretch>
              </p:blipFill>
              <p:spPr>
                <a:xfrm>
                  <a:off x="7354497" y="4791463"/>
                  <a:ext cx="16236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211" name="Ink 210">
                  <a:extLst>
                    <a:ext uri="{FF2B5EF4-FFF2-40B4-BE49-F238E27FC236}">
                      <a16:creationId xmlns:a16="http://schemas.microsoft.com/office/drawing/2014/main" id="{E51C10AB-B6BC-4990-8D72-83EEF9C2D462}"/>
                    </a:ext>
                  </a:extLst>
                </p14:cNvPr>
                <p14:cNvContentPartPr/>
                <p14:nvPr/>
              </p14:nvContentPartPr>
              <p14:xfrm>
                <a:off x="7537377" y="4956703"/>
                <a:ext cx="360" cy="360"/>
              </p14:xfrm>
            </p:contentPart>
          </mc:Choice>
          <mc:Fallback xmlns="">
            <p:pic>
              <p:nvPicPr>
                <p:cNvPr id="211" name="Ink 210">
                  <a:extLst>
                    <a:ext uri="{FF2B5EF4-FFF2-40B4-BE49-F238E27FC236}">
                      <a16:creationId xmlns:a16="http://schemas.microsoft.com/office/drawing/2014/main" id="{E51C10AB-B6BC-4990-8D72-83EEF9C2D462}"/>
                    </a:ext>
                  </a:extLst>
                </p:cNvPr>
                <p:cNvPicPr/>
                <p:nvPr/>
              </p:nvPicPr>
              <p:blipFill>
                <a:blip r:embed="rId51"/>
                <a:stretch>
                  <a:fillRect/>
                </a:stretch>
              </p:blipFill>
              <p:spPr>
                <a:xfrm>
                  <a:off x="7519377" y="493906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220" name="Ink 219">
                  <a:extLst>
                    <a:ext uri="{FF2B5EF4-FFF2-40B4-BE49-F238E27FC236}">
                      <a16:creationId xmlns:a16="http://schemas.microsoft.com/office/drawing/2014/main" id="{0A4E5B4A-9415-4364-A7DF-9DA2454845A7}"/>
                    </a:ext>
                  </a:extLst>
                </p14:cNvPr>
                <p14:cNvContentPartPr/>
                <p14:nvPr/>
              </p14:nvContentPartPr>
              <p14:xfrm>
                <a:off x="7585977" y="4813903"/>
                <a:ext cx="137880" cy="282240"/>
              </p14:xfrm>
            </p:contentPart>
          </mc:Choice>
          <mc:Fallback xmlns="">
            <p:pic>
              <p:nvPicPr>
                <p:cNvPr id="220" name="Ink 219">
                  <a:extLst>
                    <a:ext uri="{FF2B5EF4-FFF2-40B4-BE49-F238E27FC236}">
                      <a16:creationId xmlns:a16="http://schemas.microsoft.com/office/drawing/2014/main" id="{0A4E5B4A-9415-4364-A7DF-9DA2454845A7}"/>
                    </a:ext>
                  </a:extLst>
                </p:cNvPr>
                <p:cNvPicPr/>
                <p:nvPr/>
              </p:nvPicPr>
              <p:blipFill>
                <a:blip r:embed="rId272"/>
                <a:stretch>
                  <a:fillRect/>
                </a:stretch>
              </p:blipFill>
              <p:spPr>
                <a:xfrm>
                  <a:off x="7568337" y="4795903"/>
                  <a:ext cx="17352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221" name="Ink 220">
                  <a:extLst>
                    <a:ext uri="{FF2B5EF4-FFF2-40B4-BE49-F238E27FC236}">
                      <a16:creationId xmlns:a16="http://schemas.microsoft.com/office/drawing/2014/main" id="{E3CD3EB7-D49E-4262-95C8-D7BCD5ADFFD9}"/>
                    </a:ext>
                  </a:extLst>
                </p14:cNvPr>
                <p14:cNvContentPartPr/>
                <p14:nvPr/>
              </p14:nvContentPartPr>
              <p14:xfrm>
                <a:off x="7785777" y="4943863"/>
                <a:ext cx="155520" cy="133560"/>
              </p14:xfrm>
            </p:contentPart>
          </mc:Choice>
          <mc:Fallback xmlns="">
            <p:pic>
              <p:nvPicPr>
                <p:cNvPr id="221" name="Ink 220">
                  <a:extLst>
                    <a:ext uri="{FF2B5EF4-FFF2-40B4-BE49-F238E27FC236}">
                      <a16:creationId xmlns:a16="http://schemas.microsoft.com/office/drawing/2014/main" id="{E3CD3EB7-D49E-4262-95C8-D7BCD5ADFFD9}"/>
                    </a:ext>
                  </a:extLst>
                </p:cNvPr>
                <p:cNvPicPr/>
                <p:nvPr/>
              </p:nvPicPr>
              <p:blipFill>
                <a:blip r:embed="rId274"/>
                <a:stretch>
                  <a:fillRect/>
                </a:stretch>
              </p:blipFill>
              <p:spPr>
                <a:xfrm>
                  <a:off x="7768137" y="4926223"/>
                  <a:ext cx="19116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239" name="Ink 238">
                  <a:extLst>
                    <a:ext uri="{FF2B5EF4-FFF2-40B4-BE49-F238E27FC236}">
                      <a16:creationId xmlns:a16="http://schemas.microsoft.com/office/drawing/2014/main" id="{FF1CFFC2-BFB3-4A5D-BD10-856D70644EA4}"/>
                    </a:ext>
                  </a:extLst>
                </p14:cNvPr>
                <p14:cNvContentPartPr/>
                <p14:nvPr/>
              </p14:nvContentPartPr>
              <p14:xfrm>
                <a:off x="7932657" y="4744063"/>
                <a:ext cx="106560" cy="134640"/>
              </p14:xfrm>
            </p:contentPart>
          </mc:Choice>
          <mc:Fallback xmlns="">
            <p:pic>
              <p:nvPicPr>
                <p:cNvPr id="239" name="Ink 238">
                  <a:extLst>
                    <a:ext uri="{FF2B5EF4-FFF2-40B4-BE49-F238E27FC236}">
                      <a16:creationId xmlns:a16="http://schemas.microsoft.com/office/drawing/2014/main" id="{FF1CFFC2-BFB3-4A5D-BD10-856D70644EA4}"/>
                    </a:ext>
                  </a:extLst>
                </p:cNvPr>
                <p:cNvPicPr/>
                <p:nvPr/>
              </p:nvPicPr>
              <p:blipFill>
                <a:blip r:embed="rId276"/>
                <a:stretch>
                  <a:fillRect/>
                </a:stretch>
              </p:blipFill>
              <p:spPr>
                <a:xfrm>
                  <a:off x="7915017" y="4726063"/>
                  <a:ext cx="14220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260" name="Ink 259">
                  <a:extLst>
                    <a:ext uri="{FF2B5EF4-FFF2-40B4-BE49-F238E27FC236}">
                      <a16:creationId xmlns:a16="http://schemas.microsoft.com/office/drawing/2014/main" id="{A63F763B-8479-4449-A07D-A5F834ABE527}"/>
                    </a:ext>
                  </a:extLst>
                </p14:cNvPr>
                <p14:cNvContentPartPr/>
                <p14:nvPr/>
              </p14:nvContentPartPr>
              <p14:xfrm>
                <a:off x="8139657" y="4938463"/>
                <a:ext cx="99360" cy="1800"/>
              </p14:xfrm>
            </p:contentPart>
          </mc:Choice>
          <mc:Fallback xmlns="">
            <p:pic>
              <p:nvPicPr>
                <p:cNvPr id="260" name="Ink 259">
                  <a:extLst>
                    <a:ext uri="{FF2B5EF4-FFF2-40B4-BE49-F238E27FC236}">
                      <a16:creationId xmlns:a16="http://schemas.microsoft.com/office/drawing/2014/main" id="{A63F763B-8479-4449-A07D-A5F834ABE527}"/>
                    </a:ext>
                  </a:extLst>
                </p:cNvPr>
                <p:cNvPicPr/>
                <p:nvPr/>
              </p:nvPicPr>
              <p:blipFill>
                <a:blip r:embed="rId278"/>
                <a:stretch>
                  <a:fillRect/>
                </a:stretch>
              </p:blipFill>
              <p:spPr>
                <a:xfrm>
                  <a:off x="8121657" y="4920823"/>
                  <a:ext cx="13500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266" name="Ink 265">
                  <a:extLst>
                    <a:ext uri="{FF2B5EF4-FFF2-40B4-BE49-F238E27FC236}">
                      <a16:creationId xmlns:a16="http://schemas.microsoft.com/office/drawing/2014/main" id="{7D625EE2-4A10-4A5F-8AFC-9A81A44BE45C}"/>
                    </a:ext>
                  </a:extLst>
                </p14:cNvPr>
                <p14:cNvContentPartPr/>
                <p14:nvPr/>
              </p14:nvContentPartPr>
              <p14:xfrm>
                <a:off x="8143977" y="5001463"/>
                <a:ext cx="110160" cy="6120"/>
              </p14:xfrm>
            </p:contentPart>
          </mc:Choice>
          <mc:Fallback xmlns="">
            <p:pic>
              <p:nvPicPr>
                <p:cNvPr id="266" name="Ink 265">
                  <a:extLst>
                    <a:ext uri="{FF2B5EF4-FFF2-40B4-BE49-F238E27FC236}">
                      <a16:creationId xmlns:a16="http://schemas.microsoft.com/office/drawing/2014/main" id="{7D625EE2-4A10-4A5F-8AFC-9A81A44BE45C}"/>
                    </a:ext>
                  </a:extLst>
                </p:cNvPr>
                <p:cNvPicPr/>
                <p:nvPr/>
              </p:nvPicPr>
              <p:blipFill>
                <a:blip r:embed="rId280"/>
                <a:stretch>
                  <a:fillRect/>
                </a:stretch>
              </p:blipFill>
              <p:spPr>
                <a:xfrm>
                  <a:off x="8126337" y="4983823"/>
                  <a:ext cx="14580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290" name="Ink 289">
                  <a:extLst>
                    <a:ext uri="{FF2B5EF4-FFF2-40B4-BE49-F238E27FC236}">
                      <a16:creationId xmlns:a16="http://schemas.microsoft.com/office/drawing/2014/main" id="{A1AE163C-A000-4531-B5B2-6E3AA4D27078}"/>
                    </a:ext>
                  </a:extLst>
                </p14:cNvPr>
                <p14:cNvContentPartPr/>
                <p14:nvPr/>
              </p14:nvContentPartPr>
              <p14:xfrm>
                <a:off x="8390937" y="4855663"/>
                <a:ext cx="25920" cy="270720"/>
              </p14:xfrm>
            </p:contentPart>
          </mc:Choice>
          <mc:Fallback xmlns="">
            <p:pic>
              <p:nvPicPr>
                <p:cNvPr id="290" name="Ink 289">
                  <a:extLst>
                    <a:ext uri="{FF2B5EF4-FFF2-40B4-BE49-F238E27FC236}">
                      <a16:creationId xmlns:a16="http://schemas.microsoft.com/office/drawing/2014/main" id="{A1AE163C-A000-4531-B5B2-6E3AA4D27078}"/>
                    </a:ext>
                  </a:extLst>
                </p:cNvPr>
                <p:cNvPicPr/>
                <p:nvPr/>
              </p:nvPicPr>
              <p:blipFill>
                <a:blip r:embed="rId282"/>
                <a:stretch>
                  <a:fillRect/>
                </a:stretch>
              </p:blipFill>
              <p:spPr>
                <a:xfrm>
                  <a:off x="8372937" y="4838023"/>
                  <a:ext cx="6156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293" name="Ink 292">
                  <a:extLst>
                    <a:ext uri="{FF2B5EF4-FFF2-40B4-BE49-F238E27FC236}">
                      <a16:creationId xmlns:a16="http://schemas.microsoft.com/office/drawing/2014/main" id="{08164BEA-D704-4412-8A51-4B6182D45473}"/>
                    </a:ext>
                  </a:extLst>
                </p14:cNvPr>
                <p14:cNvContentPartPr/>
                <p14:nvPr/>
              </p14:nvContentPartPr>
              <p14:xfrm>
                <a:off x="8470497" y="4836223"/>
                <a:ext cx="120240" cy="285120"/>
              </p14:xfrm>
            </p:contentPart>
          </mc:Choice>
          <mc:Fallback xmlns="">
            <p:pic>
              <p:nvPicPr>
                <p:cNvPr id="293" name="Ink 292">
                  <a:extLst>
                    <a:ext uri="{FF2B5EF4-FFF2-40B4-BE49-F238E27FC236}">
                      <a16:creationId xmlns:a16="http://schemas.microsoft.com/office/drawing/2014/main" id="{08164BEA-D704-4412-8A51-4B6182D45473}"/>
                    </a:ext>
                  </a:extLst>
                </p:cNvPr>
                <p:cNvPicPr/>
                <p:nvPr/>
              </p:nvPicPr>
              <p:blipFill>
                <a:blip r:embed="rId284"/>
                <a:stretch>
                  <a:fillRect/>
                </a:stretch>
              </p:blipFill>
              <p:spPr>
                <a:xfrm>
                  <a:off x="8452497" y="4818583"/>
                  <a:ext cx="155880" cy="32076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306" name="Ink 305">
                  <a:extLst>
                    <a:ext uri="{FF2B5EF4-FFF2-40B4-BE49-F238E27FC236}">
                      <a16:creationId xmlns:a16="http://schemas.microsoft.com/office/drawing/2014/main" id="{6508659C-A9FE-4371-AB26-37C191739E1F}"/>
                    </a:ext>
                  </a:extLst>
                </p14:cNvPr>
                <p14:cNvContentPartPr/>
                <p14:nvPr/>
              </p14:nvContentPartPr>
              <p14:xfrm>
                <a:off x="8636097" y="5007943"/>
                <a:ext cx="360" cy="360"/>
              </p14:xfrm>
            </p:contentPart>
          </mc:Choice>
          <mc:Fallback xmlns="">
            <p:pic>
              <p:nvPicPr>
                <p:cNvPr id="306" name="Ink 305">
                  <a:extLst>
                    <a:ext uri="{FF2B5EF4-FFF2-40B4-BE49-F238E27FC236}">
                      <a16:creationId xmlns:a16="http://schemas.microsoft.com/office/drawing/2014/main" id="{6508659C-A9FE-4371-AB26-37C191739E1F}"/>
                    </a:ext>
                  </a:extLst>
                </p:cNvPr>
                <p:cNvPicPr/>
                <p:nvPr/>
              </p:nvPicPr>
              <p:blipFill>
                <a:blip r:embed="rId51"/>
                <a:stretch>
                  <a:fillRect/>
                </a:stretch>
              </p:blipFill>
              <p:spPr>
                <a:xfrm>
                  <a:off x="8618097" y="498994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307" name="Ink 306">
                  <a:extLst>
                    <a:ext uri="{FF2B5EF4-FFF2-40B4-BE49-F238E27FC236}">
                      <a16:creationId xmlns:a16="http://schemas.microsoft.com/office/drawing/2014/main" id="{5AF79F26-74A5-43A7-BF06-BF925EF37784}"/>
                    </a:ext>
                  </a:extLst>
                </p14:cNvPr>
                <p14:cNvContentPartPr/>
                <p14:nvPr/>
              </p14:nvContentPartPr>
              <p14:xfrm>
                <a:off x="8685057" y="4816423"/>
                <a:ext cx="155880" cy="311760"/>
              </p14:xfrm>
            </p:contentPart>
          </mc:Choice>
          <mc:Fallback xmlns="">
            <p:pic>
              <p:nvPicPr>
                <p:cNvPr id="307" name="Ink 306">
                  <a:extLst>
                    <a:ext uri="{FF2B5EF4-FFF2-40B4-BE49-F238E27FC236}">
                      <a16:creationId xmlns:a16="http://schemas.microsoft.com/office/drawing/2014/main" id="{5AF79F26-74A5-43A7-BF06-BF925EF37784}"/>
                    </a:ext>
                  </a:extLst>
                </p:cNvPr>
                <p:cNvPicPr/>
                <p:nvPr/>
              </p:nvPicPr>
              <p:blipFill>
                <a:blip r:embed="rId287"/>
                <a:stretch>
                  <a:fillRect/>
                </a:stretch>
              </p:blipFill>
              <p:spPr>
                <a:xfrm>
                  <a:off x="8667417" y="4798423"/>
                  <a:ext cx="191520" cy="34740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320" name="Ink 319">
                  <a:extLst>
                    <a:ext uri="{FF2B5EF4-FFF2-40B4-BE49-F238E27FC236}">
                      <a16:creationId xmlns:a16="http://schemas.microsoft.com/office/drawing/2014/main" id="{7FBF2168-3018-4C6F-960E-38F074AB4C15}"/>
                    </a:ext>
                  </a:extLst>
                </p14:cNvPr>
                <p14:cNvContentPartPr/>
                <p14:nvPr/>
              </p14:nvContentPartPr>
              <p14:xfrm>
                <a:off x="8885217" y="4928383"/>
                <a:ext cx="101880" cy="149400"/>
              </p14:xfrm>
            </p:contentPart>
          </mc:Choice>
          <mc:Fallback xmlns="">
            <p:pic>
              <p:nvPicPr>
                <p:cNvPr id="320" name="Ink 319">
                  <a:extLst>
                    <a:ext uri="{FF2B5EF4-FFF2-40B4-BE49-F238E27FC236}">
                      <a16:creationId xmlns:a16="http://schemas.microsoft.com/office/drawing/2014/main" id="{7FBF2168-3018-4C6F-960E-38F074AB4C15}"/>
                    </a:ext>
                  </a:extLst>
                </p:cNvPr>
                <p:cNvPicPr/>
                <p:nvPr/>
              </p:nvPicPr>
              <p:blipFill>
                <a:blip r:embed="rId289"/>
                <a:stretch>
                  <a:fillRect/>
                </a:stretch>
              </p:blipFill>
              <p:spPr>
                <a:xfrm>
                  <a:off x="8867217" y="4910383"/>
                  <a:ext cx="13752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351" name="Ink 350">
                  <a:extLst>
                    <a:ext uri="{FF2B5EF4-FFF2-40B4-BE49-F238E27FC236}">
                      <a16:creationId xmlns:a16="http://schemas.microsoft.com/office/drawing/2014/main" id="{645372FE-26C4-4AB5-9BC7-9C6A59299FA2}"/>
                    </a:ext>
                  </a:extLst>
                </p14:cNvPr>
                <p14:cNvContentPartPr/>
                <p14:nvPr/>
              </p14:nvContentPartPr>
              <p14:xfrm>
                <a:off x="8896737" y="4946743"/>
                <a:ext cx="82080" cy="138600"/>
              </p14:xfrm>
            </p:contentPart>
          </mc:Choice>
          <mc:Fallback xmlns="">
            <p:pic>
              <p:nvPicPr>
                <p:cNvPr id="351" name="Ink 350">
                  <a:extLst>
                    <a:ext uri="{FF2B5EF4-FFF2-40B4-BE49-F238E27FC236}">
                      <a16:creationId xmlns:a16="http://schemas.microsoft.com/office/drawing/2014/main" id="{645372FE-26C4-4AB5-9BC7-9C6A59299FA2}"/>
                    </a:ext>
                  </a:extLst>
                </p:cNvPr>
                <p:cNvPicPr/>
                <p:nvPr/>
              </p:nvPicPr>
              <p:blipFill>
                <a:blip r:embed="rId291"/>
                <a:stretch>
                  <a:fillRect/>
                </a:stretch>
              </p:blipFill>
              <p:spPr>
                <a:xfrm>
                  <a:off x="8879097" y="4929103"/>
                  <a:ext cx="11772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356" name="Ink 355">
                  <a:extLst>
                    <a:ext uri="{FF2B5EF4-FFF2-40B4-BE49-F238E27FC236}">
                      <a16:creationId xmlns:a16="http://schemas.microsoft.com/office/drawing/2014/main" id="{8B4D8DCA-25C9-4E13-AD65-0C3205DD25FA}"/>
                    </a:ext>
                  </a:extLst>
                </p14:cNvPr>
                <p14:cNvContentPartPr/>
                <p14:nvPr/>
              </p14:nvContentPartPr>
              <p14:xfrm>
                <a:off x="9050817" y="4858903"/>
                <a:ext cx="22320" cy="266760"/>
              </p14:xfrm>
            </p:contentPart>
          </mc:Choice>
          <mc:Fallback xmlns="">
            <p:pic>
              <p:nvPicPr>
                <p:cNvPr id="356" name="Ink 355">
                  <a:extLst>
                    <a:ext uri="{FF2B5EF4-FFF2-40B4-BE49-F238E27FC236}">
                      <a16:creationId xmlns:a16="http://schemas.microsoft.com/office/drawing/2014/main" id="{8B4D8DCA-25C9-4E13-AD65-0C3205DD25FA}"/>
                    </a:ext>
                  </a:extLst>
                </p:cNvPr>
                <p:cNvPicPr/>
                <p:nvPr/>
              </p:nvPicPr>
              <p:blipFill>
                <a:blip r:embed="rId293"/>
                <a:stretch>
                  <a:fillRect/>
                </a:stretch>
              </p:blipFill>
              <p:spPr>
                <a:xfrm>
                  <a:off x="9032817" y="4840903"/>
                  <a:ext cx="5796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360" name="Ink 359">
                  <a:extLst>
                    <a:ext uri="{FF2B5EF4-FFF2-40B4-BE49-F238E27FC236}">
                      <a16:creationId xmlns:a16="http://schemas.microsoft.com/office/drawing/2014/main" id="{F34A1611-DC7A-458F-9432-E6E05C5DBE7E}"/>
                    </a:ext>
                  </a:extLst>
                </p14:cNvPr>
                <p14:cNvContentPartPr/>
                <p14:nvPr/>
              </p14:nvContentPartPr>
              <p14:xfrm>
                <a:off x="9094377" y="4906783"/>
                <a:ext cx="97920" cy="196920"/>
              </p14:xfrm>
            </p:contentPart>
          </mc:Choice>
          <mc:Fallback xmlns="">
            <p:pic>
              <p:nvPicPr>
                <p:cNvPr id="360" name="Ink 359">
                  <a:extLst>
                    <a:ext uri="{FF2B5EF4-FFF2-40B4-BE49-F238E27FC236}">
                      <a16:creationId xmlns:a16="http://schemas.microsoft.com/office/drawing/2014/main" id="{F34A1611-DC7A-458F-9432-E6E05C5DBE7E}"/>
                    </a:ext>
                  </a:extLst>
                </p:cNvPr>
                <p:cNvPicPr/>
                <p:nvPr/>
              </p:nvPicPr>
              <p:blipFill>
                <a:blip r:embed="rId295"/>
                <a:stretch>
                  <a:fillRect/>
                </a:stretch>
              </p:blipFill>
              <p:spPr>
                <a:xfrm>
                  <a:off x="9076737" y="4888783"/>
                  <a:ext cx="13356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390" name="Ink 389">
                  <a:extLst>
                    <a:ext uri="{FF2B5EF4-FFF2-40B4-BE49-F238E27FC236}">
                      <a16:creationId xmlns:a16="http://schemas.microsoft.com/office/drawing/2014/main" id="{B169F429-2AF4-4B76-8142-8EB321E1CFBD}"/>
                    </a:ext>
                  </a:extLst>
                </p14:cNvPr>
                <p14:cNvContentPartPr/>
                <p14:nvPr/>
              </p14:nvContentPartPr>
              <p14:xfrm>
                <a:off x="9212817" y="4932343"/>
                <a:ext cx="55440" cy="180360"/>
              </p14:xfrm>
            </p:contentPart>
          </mc:Choice>
          <mc:Fallback xmlns="">
            <p:pic>
              <p:nvPicPr>
                <p:cNvPr id="390" name="Ink 389">
                  <a:extLst>
                    <a:ext uri="{FF2B5EF4-FFF2-40B4-BE49-F238E27FC236}">
                      <a16:creationId xmlns:a16="http://schemas.microsoft.com/office/drawing/2014/main" id="{B169F429-2AF4-4B76-8142-8EB321E1CFBD}"/>
                    </a:ext>
                  </a:extLst>
                </p:cNvPr>
                <p:cNvPicPr/>
                <p:nvPr/>
              </p:nvPicPr>
              <p:blipFill>
                <a:blip r:embed="rId297"/>
                <a:stretch>
                  <a:fillRect/>
                </a:stretch>
              </p:blipFill>
              <p:spPr>
                <a:xfrm>
                  <a:off x="9195177" y="4914343"/>
                  <a:ext cx="910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412" name="Ink 411">
                  <a:extLst>
                    <a:ext uri="{FF2B5EF4-FFF2-40B4-BE49-F238E27FC236}">
                      <a16:creationId xmlns:a16="http://schemas.microsoft.com/office/drawing/2014/main" id="{F417F1C6-9611-4423-8F6A-43E1C7B8AC42}"/>
                    </a:ext>
                  </a:extLst>
                </p14:cNvPr>
                <p14:cNvContentPartPr/>
                <p14:nvPr/>
              </p14:nvContentPartPr>
              <p14:xfrm>
                <a:off x="9297057" y="4805623"/>
                <a:ext cx="79560" cy="143280"/>
              </p14:xfrm>
            </p:contentPart>
          </mc:Choice>
          <mc:Fallback xmlns="">
            <p:pic>
              <p:nvPicPr>
                <p:cNvPr id="412" name="Ink 411">
                  <a:extLst>
                    <a:ext uri="{FF2B5EF4-FFF2-40B4-BE49-F238E27FC236}">
                      <a16:creationId xmlns:a16="http://schemas.microsoft.com/office/drawing/2014/main" id="{F417F1C6-9611-4423-8F6A-43E1C7B8AC42}"/>
                    </a:ext>
                  </a:extLst>
                </p:cNvPr>
                <p:cNvPicPr/>
                <p:nvPr/>
              </p:nvPicPr>
              <p:blipFill>
                <a:blip r:embed="rId299"/>
                <a:stretch>
                  <a:fillRect/>
                </a:stretch>
              </p:blipFill>
              <p:spPr>
                <a:xfrm>
                  <a:off x="9279057" y="4787623"/>
                  <a:ext cx="115200" cy="178920"/>
                </a:xfrm>
                <a:prstGeom prst="rect">
                  <a:avLst/>
                </a:prstGeom>
              </p:spPr>
            </p:pic>
          </mc:Fallback>
        </mc:AlternateContent>
      </p:grpSp>
      <p:grpSp>
        <p:nvGrpSpPr>
          <p:cNvPr id="491" name="Group 490">
            <a:extLst>
              <a:ext uri="{FF2B5EF4-FFF2-40B4-BE49-F238E27FC236}">
                <a16:creationId xmlns:a16="http://schemas.microsoft.com/office/drawing/2014/main" id="{2C49EDCB-B00F-4E99-BEFE-6012B513152A}"/>
              </a:ext>
            </a:extLst>
          </p:cNvPr>
          <p:cNvGrpSpPr/>
          <p:nvPr/>
        </p:nvGrpSpPr>
        <p:grpSpPr>
          <a:xfrm>
            <a:off x="8151537" y="5246983"/>
            <a:ext cx="1790280" cy="397080"/>
            <a:chOff x="8151537" y="5246983"/>
            <a:chExt cx="1790280" cy="397080"/>
          </a:xfrm>
        </p:grpSpPr>
        <mc:AlternateContent xmlns:mc="http://schemas.openxmlformats.org/markup-compatibility/2006" xmlns:p14="http://schemas.microsoft.com/office/powerpoint/2010/main">
          <mc:Choice Requires="p14">
            <p:contentPart p14:bwMode="auto" r:id="rId300">
              <p14:nvContentPartPr>
                <p14:cNvPr id="437" name="Ink 436">
                  <a:extLst>
                    <a:ext uri="{FF2B5EF4-FFF2-40B4-BE49-F238E27FC236}">
                      <a16:creationId xmlns:a16="http://schemas.microsoft.com/office/drawing/2014/main" id="{4670EEA7-BB0A-4597-809C-257B99701BAD}"/>
                    </a:ext>
                  </a:extLst>
                </p14:cNvPr>
                <p14:cNvContentPartPr/>
                <p14:nvPr/>
              </p14:nvContentPartPr>
              <p14:xfrm>
                <a:off x="8151537" y="5438503"/>
                <a:ext cx="135360" cy="17640"/>
              </p14:xfrm>
            </p:contentPart>
          </mc:Choice>
          <mc:Fallback xmlns="">
            <p:pic>
              <p:nvPicPr>
                <p:cNvPr id="437" name="Ink 436">
                  <a:extLst>
                    <a:ext uri="{FF2B5EF4-FFF2-40B4-BE49-F238E27FC236}">
                      <a16:creationId xmlns:a16="http://schemas.microsoft.com/office/drawing/2014/main" id="{4670EEA7-BB0A-4597-809C-257B99701BAD}"/>
                    </a:ext>
                  </a:extLst>
                </p:cNvPr>
                <p:cNvPicPr/>
                <p:nvPr/>
              </p:nvPicPr>
              <p:blipFill>
                <a:blip r:embed="rId301"/>
                <a:stretch>
                  <a:fillRect/>
                </a:stretch>
              </p:blipFill>
              <p:spPr>
                <a:xfrm>
                  <a:off x="8133537" y="5420503"/>
                  <a:ext cx="17100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442" name="Ink 441">
                  <a:extLst>
                    <a:ext uri="{FF2B5EF4-FFF2-40B4-BE49-F238E27FC236}">
                      <a16:creationId xmlns:a16="http://schemas.microsoft.com/office/drawing/2014/main" id="{70AE31CB-799E-4233-A5FD-BF00CF63F877}"/>
                    </a:ext>
                  </a:extLst>
                </p14:cNvPr>
                <p14:cNvContentPartPr/>
                <p14:nvPr/>
              </p14:nvContentPartPr>
              <p14:xfrm>
                <a:off x="8167737" y="5496823"/>
                <a:ext cx="123480" cy="11160"/>
              </p14:xfrm>
            </p:contentPart>
          </mc:Choice>
          <mc:Fallback xmlns="">
            <p:pic>
              <p:nvPicPr>
                <p:cNvPr id="442" name="Ink 441">
                  <a:extLst>
                    <a:ext uri="{FF2B5EF4-FFF2-40B4-BE49-F238E27FC236}">
                      <a16:creationId xmlns:a16="http://schemas.microsoft.com/office/drawing/2014/main" id="{70AE31CB-799E-4233-A5FD-BF00CF63F877}"/>
                    </a:ext>
                  </a:extLst>
                </p:cNvPr>
                <p:cNvPicPr/>
                <p:nvPr/>
              </p:nvPicPr>
              <p:blipFill>
                <a:blip r:embed="rId303"/>
                <a:stretch>
                  <a:fillRect/>
                </a:stretch>
              </p:blipFill>
              <p:spPr>
                <a:xfrm>
                  <a:off x="8150097" y="5479183"/>
                  <a:ext cx="15912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453" name="Ink 452">
                  <a:extLst>
                    <a:ext uri="{FF2B5EF4-FFF2-40B4-BE49-F238E27FC236}">
                      <a16:creationId xmlns:a16="http://schemas.microsoft.com/office/drawing/2014/main" id="{1E0C6B11-7A72-4703-A270-DCD5EAAD4C3F}"/>
                    </a:ext>
                  </a:extLst>
                </p14:cNvPr>
                <p14:cNvContentPartPr/>
                <p14:nvPr/>
              </p14:nvContentPartPr>
              <p14:xfrm>
                <a:off x="8446017" y="5342383"/>
                <a:ext cx="30240" cy="235080"/>
              </p14:xfrm>
            </p:contentPart>
          </mc:Choice>
          <mc:Fallback xmlns="">
            <p:pic>
              <p:nvPicPr>
                <p:cNvPr id="453" name="Ink 452">
                  <a:extLst>
                    <a:ext uri="{FF2B5EF4-FFF2-40B4-BE49-F238E27FC236}">
                      <a16:creationId xmlns:a16="http://schemas.microsoft.com/office/drawing/2014/main" id="{1E0C6B11-7A72-4703-A270-DCD5EAAD4C3F}"/>
                    </a:ext>
                  </a:extLst>
                </p:cNvPr>
                <p:cNvPicPr/>
                <p:nvPr/>
              </p:nvPicPr>
              <p:blipFill>
                <a:blip r:embed="rId305"/>
                <a:stretch>
                  <a:fillRect/>
                </a:stretch>
              </p:blipFill>
              <p:spPr>
                <a:xfrm>
                  <a:off x="8428377" y="5324743"/>
                  <a:ext cx="6588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482" name="Ink 481">
                  <a:extLst>
                    <a:ext uri="{FF2B5EF4-FFF2-40B4-BE49-F238E27FC236}">
                      <a16:creationId xmlns:a16="http://schemas.microsoft.com/office/drawing/2014/main" id="{47745AA0-B0B0-4C66-B0DF-36A0D8A8F3CC}"/>
                    </a:ext>
                  </a:extLst>
                </p14:cNvPr>
                <p14:cNvContentPartPr/>
                <p14:nvPr/>
              </p14:nvContentPartPr>
              <p14:xfrm>
                <a:off x="8530257" y="5332303"/>
                <a:ext cx="154440" cy="237960"/>
              </p14:xfrm>
            </p:contentPart>
          </mc:Choice>
          <mc:Fallback xmlns="">
            <p:pic>
              <p:nvPicPr>
                <p:cNvPr id="482" name="Ink 481">
                  <a:extLst>
                    <a:ext uri="{FF2B5EF4-FFF2-40B4-BE49-F238E27FC236}">
                      <a16:creationId xmlns:a16="http://schemas.microsoft.com/office/drawing/2014/main" id="{47745AA0-B0B0-4C66-B0DF-36A0D8A8F3CC}"/>
                    </a:ext>
                  </a:extLst>
                </p:cNvPr>
                <p:cNvPicPr/>
                <p:nvPr/>
              </p:nvPicPr>
              <p:blipFill>
                <a:blip r:embed="rId307"/>
                <a:stretch>
                  <a:fillRect/>
                </a:stretch>
              </p:blipFill>
              <p:spPr>
                <a:xfrm>
                  <a:off x="8512257" y="5314663"/>
                  <a:ext cx="19008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483" name="Ink 482">
                  <a:extLst>
                    <a:ext uri="{FF2B5EF4-FFF2-40B4-BE49-F238E27FC236}">
                      <a16:creationId xmlns:a16="http://schemas.microsoft.com/office/drawing/2014/main" id="{610E2119-B734-42E0-B786-0398F85E2160}"/>
                    </a:ext>
                  </a:extLst>
                </p14:cNvPr>
                <p14:cNvContentPartPr/>
                <p14:nvPr/>
              </p14:nvContentPartPr>
              <p14:xfrm>
                <a:off x="8723217" y="5362183"/>
                <a:ext cx="141480" cy="234720"/>
              </p14:xfrm>
            </p:contentPart>
          </mc:Choice>
          <mc:Fallback xmlns="">
            <p:pic>
              <p:nvPicPr>
                <p:cNvPr id="483" name="Ink 482">
                  <a:extLst>
                    <a:ext uri="{FF2B5EF4-FFF2-40B4-BE49-F238E27FC236}">
                      <a16:creationId xmlns:a16="http://schemas.microsoft.com/office/drawing/2014/main" id="{610E2119-B734-42E0-B786-0398F85E2160}"/>
                    </a:ext>
                  </a:extLst>
                </p:cNvPr>
                <p:cNvPicPr/>
                <p:nvPr/>
              </p:nvPicPr>
              <p:blipFill>
                <a:blip r:embed="rId309"/>
                <a:stretch>
                  <a:fillRect/>
                </a:stretch>
              </p:blipFill>
              <p:spPr>
                <a:xfrm>
                  <a:off x="8705577" y="5344183"/>
                  <a:ext cx="17712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484" name="Ink 483">
                  <a:extLst>
                    <a:ext uri="{FF2B5EF4-FFF2-40B4-BE49-F238E27FC236}">
                      <a16:creationId xmlns:a16="http://schemas.microsoft.com/office/drawing/2014/main" id="{2DDCAC04-7E4F-495F-8DF4-48801A51702B}"/>
                    </a:ext>
                  </a:extLst>
                </p14:cNvPr>
                <p14:cNvContentPartPr/>
                <p14:nvPr/>
              </p14:nvContentPartPr>
              <p14:xfrm>
                <a:off x="8919057" y="5358943"/>
                <a:ext cx="124920" cy="263160"/>
              </p14:xfrm>
            </p:contentPart>
          </mc:Choice>
          <mc:Fallback xmlns="">
            <p:pic>
              <p:nvPicPr>
                <p:cNvPr id="484" name="Ink 483">
                  <a:extLst>
                    <a:ext uri="{FF2B5EF4-FFF2-40B4-BE49-F238E27FC236}">
                      <a16:creationId xmlns:a16="http://schemas.microsoft.com/office/drawing/2014/main" id="{2DDCAC04-7E4F-495F-8DF4-48801A51702B}"/>
                    </a:ext>
                  </a:extLst>
                </p:cNvPr>
                <p:cNvPicPr/>
                <p:nvPr/>
              </p:nvPicPr>
              <p:blipFill>
                <a:blip r:embed="rId311"/>
                <a:stretch>
                  <a:fillRect/>
                </a:stretch>
              </p:blipFill>
              <p:spPr>
                <a:xfrm>
                  <a:off x="8901417" y="5340943"/>
                  <a:ext cx="160560" cy="29880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485" name="Ink 484">
                  <a:extLst>
                    <a:ext uri="{FF2B5EF4-FFF2-40B4-BE49-F238E27FC236}">
                      <a16:creationId xmlns:a16="http://schemas.microsoft.com/office/drawing/2014/main" id="{67147502-6095-4665-AB5A-899C234EBBA1}"/>
                    </a:ext>
                  </a:extLst>
                </p14:cNvPr>
                <p14:cNvContentPartPr/>
                <p14:nvPr/>
              </p14:nvContentPartPr>
              <p14:xfrm>
                <a:off x="9088617" y="5370103"/>
                <a:ext cx="102240" cy="249120"/>
              </p14:xfrm>
            </p:contentPart>
          </mc:Choice>
          <mc:Fallback xmlns="">
            <p:pic>
              <p:nvPicPr>
                <p:cNvPr id="485" name="Ink 484">
                  <a:extLst>
                    <a:ext uri="{FF2B5EF4-FFF2-40B4-BE49-F238E27FC236}">
                      <a16:creationId xmlns:a16="http://schemas.microsoft.com/office/drawing/2014/main" id="{67147502-6095-4665-AB5A-899C234EBBA1}"/>
                    </a:ext>
                  </a:extLst>
                </p:cNvPr>
                <p:cNvPicPr/>
                <p:nvPr/>
              </p:nvPicPr>
              <p:blipFill>
                <a:blip r:embed="rId313"/>
                <a:stretch>
                  <a:fillRect/>
                </a:stretch>
              </p:blipFill>
              <p:spPr>
                <a:xfrm>
                  <a:off x="9070977" y="5352103"/>
                  <a:ext cx="13788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486" name="Ink 485">
                  <a:extLst>
                    <a:ext uri="{FF2B5EF4-FFF2-40B4-BE49-F238E27FC236}">
                      <a16:creationId xmlns:a16="http://schemas.microsoft.com/office/drawing/2014/main" id="{C2BDB722-8F37-487F-88E1-9B34D777AD8A}"/>
                    </a:ext>
                  </a:extLst>
                </p14:cNvPr>
                <p14:cNvContentPartPr/>
                <p14:nvPr/>
              </p14:nvContentPartPr>
              <p14:xfrm>
                <a:off x="9233697" y="5358583"/>
                <a:ext cx="104400" cy="254160"/>
              </p14:xfrm>
            </p:contentPart>
          </mc:Choice>
          <mc:Fallback xmlns="">
            <p:pic>
              <p:nvPicPr>
                <p:cNvPr id="486" name="Ink 485">
                  <a:extLst>
                    <a:ext uri="{FF2B5EF4-FFF2-40B4-BE49-F238E27FC236}">
                      <a16:creationId xmlns:a16="http://schemas.microsoft.com/office/drawing/2014/main" id="{C2BDB722-8F37-487F-88E1-9B34D777AD8A}"/>
                    </a:ext>
                  </a:extLst>
                </p:cNvPr>
                <p:cNvPicPr/>
                <p:nvPr/>
              </p:nvPicPr>
              <p:blipFill>
                <a:blip r:embed="rId315"/>
                <a:stretch>
                  <a:fillRect/>
                </a:stretch>
              </p:blipFill>
              <p:spPr>
                <a:xfrm>
                  <a:off x="9215697" y="5340583"/>
                  <a:ext cx="14004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487" name="Ink 486">
                  <a:extLst>
                    <a:ext uri="{FF2B5EF4-FFF2-40B4-BE49-F238E27FC236}">
                      <a16:creationId xmlns:a16="http://schemas.microsoft.com/office/drawing/2014/main" id="{47B06FA0-7ABC-4C6B-81AA-EDB332E24053}"/>
                    </a:ext>
                  </a:extLst>
                </p14:cNvPr>
                <p14:cNvContentPartPr/>
                <p14:nvPr/>
              </p14:nvContentPartPr>
              <p14:xfrm>
                <a:off x="9375897" y="5374423"/>
                <a:ext cx="111960" cy="222120"/>
              </p14:xfrm>
            </p:contentPart>
          </mc:Choice>
          <mc:Fallback xmlns="">
            <p:pic>
              <p:nvPicPr>
                <p:cNvPr id="487" name="Ink 486">
                  <a:extLst>
                    <a:ext uri="{FF2B5EF4-FFF2-40B4-BE49-F238E27FC236}">
                      <a16:creationId xmlns:a16="http://schemas.microsoft.com/office/drawing/2014/main" id="{47B06FA0-7ABC-4C6B-81AA-EDB332E24053}"/>
                    </a:ext>
                  </a:extLst>
                </p:cNvPr>
                <p:cNvPicPr/>
                <p:nvPr/>
              </p:nvPicPr>
              <p:blipFill>
                <a:blip r:embed="rId317"/>
                <a:stretch>
                  <a:fillRect/>
                </a:stretch>
              </p:blipFill>
              <p:spPr>
                <a:xfrm>
                  <a:off x="9357897" y="5356423"/>
                  <a:ext cx="14760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488" name="Ink 487">
                  <a:extLst>
                    <a:ext uri="{FF2B5EF4-FFF2-40B4-BE49-F238E27FC236}">
                      <a16:creationId xmlns:a16="http://schemas.microsoft.com/office/drawing/2014/main" id="{66813A60-9A2E-49FE-B939-C4886D70DEB7}"/>
                    </a:ext>
                  </a:extLst>
                </p14:cNvPr>
                <p14:cNvContentPartPr/>
                <p14:nvPr/>
              </p14:nvContentPartPr>
              <p14:xfrm>
                <a:off x="9559497" y="5456503"/>
                <a:ext cx="66600" cy="185040"/>
              </p14:xfrm>
            </p:contentPart>
          </mc:Choice>
          <mc:Fallback xmlns="">
            <p:pic>
              <p:nvPicPr>
                <p:cNvPr id="488" name="Ink 487">
                  <a:extLst>
                    <a:ext uri="{FF2B5EF4-FFF2-40B4-BE49-F238E27FC236}">
                      <a16:creationId xmlns:a16="http://schemas.microsoft.com/office/drawing/2014/main" id="{66813A60-9A2E-49FE-B939-C4886D70DEB7}"/>
                    </a:ext>
                  </a:extLst>
                </p:cNvPr>
                <p:cNvPicPr/>
                <p:nvPr/>
              </p:nvPicPr>
              <p:blipFill>
                <a:blip r:embed="rId319"/>
                <a:stretch>
                  <a:fillRect/>
                </a:stretch>
              </p:blipFill>
              <p:spPr>
                <a:xfrm>
                  <a:off x="9541857" y="5438503"/>
                  <a:ext cx="10224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489" name="Ink 488">
                  <a:extLst>
                    <a:ext uri="{FF2B5EF4-FFF2-40B4-BE49-F238E27FC236}">
                      <a16:creationId xmlns:a16="http://schemas.microsoft.com/office/drawing/2014/main" id="{CFDC49D2-B3FB-4DC3-9669-B549D8454D14}"/>
                    </a:ext>
                  </a:extLst>
                </p14:cNvPr>
                <p14:cNvContentPartPr/>
                <p14:nvPr/>
              </p14:nvContentPartPr>
              <p14:xfrm>
                <a:off x="9650577" y="5465503"/>
                <a:ext cx="156960" cy="178560"/>
              </p14:xfrm>
            </p:contentPart>
          </mc:Choice>
          <mc:Fallback xmlns="">
            <p:pic>
              <p:nvPicPr>
                <p:cNvPr id="489" name="Ink 488">
                  <a:extLst>
                    <a:ext uri="{FF2B5EF4-FFF2-40B4-BE49-F238E27FC236}">
                      <a16:creationId xmlns:a16="http://schemas.microsoft.com/office/drawing/2014/main" id="{CFDC49D2-B3FB-4DC3-9669-B549D8454D14}"/>
                    </a:ext>
                  </a:extLst>
                </p:cNvPr>
                <p:cNvPicPr/>
                <p:nvPr/>
              </p:nvPicPr>
              <p:blipFill>
                <a:blip r:embed="rId321"/>
                <a:stretch>
                  <a:fillRect/>
                </a:stretch>
              </p:blipFill>
              <p:spPr>
                <a:xfrm>
                  <a:off x="9632937" y="5447863"/>
                  <a:ext cx="19260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490" name="Ink 489">
                  <a:extLst>
                    <a:ext uri="{FF2B5EF4-FFF2-40B4-BE49-F238E27FC236}">
                      <a16:creationId xmlns:a16="http://schemas.microsoft.com/office/drawing/2014/main" id="{FC31D65E-968D-47C4-B92D-766BE1D12738}"/>
                    </a:ext>
                  </a:extLst>
                </p14:cNvPr>
                <p14:cNvContentPartPr/>
                <p14:nvPr/>
              </p14:nvContentPartPr>
              <p14:xfrm>
                <a:off x="9829497" y="5246983"/>
                <a:ext cx="112320" cy="159840"/>
              </p14:xfrm>
            </p:contentPart>
          </mc:Choice>
          <mc:Fallback xmlns="">
            <p:pic>
              <p:nvPicPr>
                <p:cNvPr id="490" name="Ink 489">
                  <a:extLst>
                    <a:ext uri="{FF2B5EF4-FFF2-40B4-BE49-F238E27FC236}">
                      <a16:creationId xmlns:a16="http://schemas.microsoft.com/office/drawing/2014/main" id="{FC31D65E-968D-47C4-B92D-766BE1D12738}"/>
                    </a:ext>
                  </a:extLst>
                </p:cNvPr>
                <p:cNvPicPr/>
                <p:nvPr/>
              </p:nvPicPr>
              <p:blipFill>
                <a:blip r:embed="rId323"/>
                <a:stretch>
                  <a:fillRect/>
                </a:stretch>
              </p:blipFill>
              <p:spPr>
                <a:xfrm>
                  <a:off x="9811857" y="5229343"/>
                  <a:ext cx="147960" cy="195480"/>
                </a:xfrm>
                <a:prstGeom prst="rect">
                  <a:avLst/>
                </a:prstGeom>
              </p:spPr>
            </p:pic>
          </mc:Fallback>
        </mc:AlternateContent>
      </p:grpSp>
    </p:spTree>
    <p:extLst>
      <p:ext uri="{BB962C8B-B14F-4D97-AF65-F5344CB8AC3E}">
        <p14:creationId xmlns:p14="http://schemas.microsoft.com/office/powerpoint/2010/main" val="4150857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0477D-6E86-4864-BFD7-885DACDE5528}"/>
              </a:ext>
            </a:extLst>
          </p:cNvPr>
          <p:cNvSpPr>
            <a:spLocks noGrp="1"/>
          </p:cNvSpPr>
          <p:nvPr>
            <p:ph type="title"/>
          </p:nvPr>
        </p:nvSpPr>
        <p:spPr>
          <a:xfrm>
            <a:off x="914400" y="41799"/>
            <a:ext cx="9601200" cy="1485900"/>
          </a:xfrm>
        </p:spPr>
        <p:txBody>
          <a:bodyPr/>
          <a:lstStyle/>
          <a:p>
            <a:r>
              <a:rPr lang="en-AU" dirty="0"/>
              <a:t>Basics of Volume</a:t>
            </a:r>
          </a:p>
        </p:txBody>
      </p:sp>
      <p:sp>
        <p:nvSpPr>
          <p:cNvPr id="3" name="Text Placeholder 2">
            <a:extLst>
              <a:ext uri="{FF2B5EF4-FFF2-40B4-BE49-F238E27FC236}">
                <a16:creationId xmlns:a16="http://schemas.microsoft.com/office/drawing/2014/main" id="{E8F82F2E-3D14-441D-B40E-FD5D0080D5DE}"/>
              </a:ext>
            </a:extLst>
          </p:cNvPr>
          <p:cNvSpPr>
            <a:spLocks noGrp="1"/>
          </p:cNvSpPr>
          <p:nvPr>
            <p:ph type="body" idx="1"/>
          </p:nvPr>
        </p:nvSpPr>
        <p:spPr>
          <a:xfrm>
            <a:off x="1271016" y="918464"/>
            <a:ext cx="9697982" cy="823912"/>
          </a:xfrm>
        </p:spPr>
        <p:txBody>
          <a:bodyPr anchor="t"/>
          <a:lstStyle/>
          <a:p>
            <a:r>
              <a:rPr lang="en-AU" dirty="0"/>
              <a:t>Volume at its most simple form is how many cubic units make up a 3-dimensional solid.</a:t>
            </a:r>
          </a:p>
        </p:txBody>
      </p:sp>
      <p:sp>
        <p:nvSpPr>
          <p:cNvPr id="4" name="Content Placeholder 3">
            <a:extLst>
              <a:ext uri="{FF2B5EF4-FFF2-40B4-BE49-F238E27FC236}">
                <a16:creationId xmlns:a16="http://schemas.microsoft.com/office/drawing/2014/main" id="{FAD50455-B8D9-4C1D-B182-96E2D2E81534}"/>
              </a:ext>
            </a:extLst>
          </p:cNvPr>
          <p:cNvSpPr>
            <a:spLocks noGrp="1"/>
          </p:cNvSpPr>
          <p:nvPr>
            <p:ph sz="half" idx="2"/>
          </p:nvPr>
        </p:nvSpPr>
        <p:spPr>
          <a:xfrm>
            <a:off x="1371600" y="2006601"/>
            <a:ext cx="9512300" cy="3860800"/>
          </a:xfrm>
        </p:spPr>
        <p:txBody>
          <a:bodyPr/>
          <a:lstStyle/>
          <a:p>
            <a:r>
              <a:rPr lang="en-AU" dirty="0"/>
              <a:t>For less rectangular solids, we look at the total space that the solid occupies in 3-dimensions, using a standard measurement, cm</a:t>
            </a:r>
            <a:r>
              <a:rPr lang="en-AU" baseline="30000" dirty="0"/>
              <a:t>3</a:t>
            </a:r>
            <a:r>
              <a:rPr lang="en-AU" dirty="0"/>
              <a:t> or m</a:t>
            </a:r>
            <a:r>
              <a:rPr lang="en-AU" baseline="30000" dirty="0"/>
              <a:t>3</a:t>
            </a:r>
            <a:r>
              <a:rPr lang="en-AU" dirty="0"/>
              <a:t> etc.</a:t>
            </a:r>
          </a:p>
        </p:txBody>
      </p:sp>
      <p:pic>
        <p:nvPicPr>
          <p:cNvPr id="1026" name="Picture 2" descr="Volume explained for primary-school parents | Volume and capacity ...">
            <a:extLst>
              <a:ext uri="{FF2B5EF4-FFF2-40B4-BE49-F238E27FC236}">
                <a16:creationId xmlns:a16="http://schemas.microsoft.com/office/drawing/2014/main" id="{7D56A85A-0CE8-4E7C-A08B-DFD43F3963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0474" y="3227389"/>
            <a:ext cx="6711895" cy="2640012"/>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a:extLst>
              <a:ext uri="{FF2B5EF4-FFF2-40B4-BE49-F238E27FC236}">
                <a16:creationId xmlns:a16="http://schemas.microsoft.com/office/drawing/2014/main" id="{E634CBBF-1A17-4FCE-84FE-812547DAE1CF}"/>
              </a:ext>
            </a:extLst>
          </p:cNvPr>
          <p:cNvSpPr/>
          <p:nvPr/>
        </p:nvSpPr>
        <p:spPr>
          <a:xfrm>
            <a:off x="2883916" y="3752851"/>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1</a:t>
            </a:r>
          </a:p>
        </p:txBody>
      </p:sp>
      <p:sp>
        <p:nvSpPr>
          <p:cNvPr id="10" name="Oval 9">
            <a:extLst>
              <a:ext uri="{FF2B5EF4-FFF2-40B4-BE49-F238E27FC236}">
                <a16:creationId xmlns:a16="http://schemas.microsoft.com/office/drawing/2014/main" id="{49AF7C59-67BF-4D91-8ED5-08169D7FEDFD}"/>
              </a:ext>
            </a:extLst>
          </p:cNvPr>
          <p:cNvSpPr/>
          <p:nvPr/>
        </p:nvSpPr>
        <p:spPr>
          <a:xfrm>
            <a:off x="2876550" y="4363245"/>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2</a:t>
            </a:r>
          </a:p>
        </p:txBody>
      </p:sp>
      <p:sp>
        <p:nvSpPr>
          <p:cNvPr id="11" name="Oval 10">
            <a:extLst>
              <a:ext uri="{FF2B5EF4-FFF2-40B4-BE49-F238E27FC236}">
                <a16:creationId xmlns:a16="http://schemas.microsoft.com/office/drawing/2014/main" id="{FA259E9D-8ED2-411D-ABEA-5FE64E14017C}"/>
              </a:ext>
            </a:extLst>
          </p:cNvPr>
          <p:cNvSpPr/>
          <p:nvPr/>
        </p:nvSpPr>
        <p:spPr>
          <a:xfrm>
            <a:off x="3513165" y="4363245"/>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3</a:t>
            </a:r>
          </a:p>
        </p:txBody>
      </p:sp>
      <p:sp>
        <p:nvSpPr>
          <p:cNvPr id="12" name="Oval 11">
            <a:extLst>
              <a:ext uri="{FF2B5EF4-FFF2-40B4-BE49-F238E27FC236}">
                <a16:creationId xmlns:a16="http://schemas.microsoft.com/office/drawing/2014/main" id="{EB16594E-6294-4A78-B7AA-78FEA25ED669}"/>
              </a:ext>
            </a:extLst>
          </p:cNvPr>
          <p:cNvSpPr/>
          <p:nvPr/>
        </p:nvSpPr>
        <p:spPr>
          <a:xfrm>
            <a:off x="4280916" y="3937001"/>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4</a:t>
            </a:r>
          </a:p>
        </p:txBody>
      </p:sp>
      <p:sp>
        <p:nvSpPr>
          <p:cNvPr id="13" name="Oval 12">
            <a:extLst>
              <a:ext uri="{FF2B5EF4-FFF2-40B4-BE49-F238E27FC236}">
                <a16:creationId xmlns:a16="http://schemas.microsoft.com/office/drawing/2014/main" id="{67B88729-65F3-4259-B992-BF01EA454B05}"/>
              </a:ext>
            </a:extLst>
          </p:cNvPr>
          <p:cNvSpPr/>
          <p:nvPr/>
        </p:nvSpPr>
        <p:spPr>
          <a:xfrm>
            <a:off x="4917531" y="3937001"/>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5</a:t>
            </a:r>
          </a:p>
        </p:txBody>
      </p:sp>
      <p:sp>
        <p:nvSpPr>
          <p:cNvPr id="14" name="Oval 13">
            <a:extLst>
              <a:ext uri="{FF2B5EF4-FFF2-40B4-BE49-F238E27FC236}">
                <a16:creationId xmlns:a16="http://schemas.microsoft.com/office/drawing/2014/main" id="{9C776620-62FA-46FF-A0AC-B089F6E128E0}"/>
              </a:ext>
            </a:extLst>
          </p:cNvPr>
          <p:cNvSpPr/>
          <p:nvPr/>
        </p:nvSpPr>
        <p:spPr>
          <a:xfrm>
            <a:off x="4498430" y="4569527"/>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6</a:t>
            </a:r>
          </a:p>
        </p:txBody>
      </p:sp>
      <p:sp>
        <p:nvSpPr>
          <p:cNvPr id="17" name="Oval 16">
            <a:extLst>
              <a:ext uri="{FF2B5EF4-FFF2-40B4-BE49-F238E27FC236}">
                <a16:creationId xmlns:a16="http://schemas.microsoft.com/office/drawing/2014/main" id="{1E88BB95-5C40-4968-B8D7-16A59D38B410}"/>
              </a:ext>
            </a:extLst>
          </p:cNvPr>
          <p:cNvSpPr/>
          <p:nvPr/>
        </p:nvSpPr>
        <p:spPr>
          <a:xfrm>
            <a:off x="6566916" y="4731545"/>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1</a:t>
            </a:r>
          </a:p>
        </p:txBody>
      </p:sp>
      <p:sp>
        <p:nvSpPr>
          <p:cNvPr id="18" name="Oval 17">
            <a:extLst>
              <a:ext uri="{FF2B5EF4-FFF2-40B4-BE49-F238E27FC236}">
                <a16:creationId xmlns:a16="http://schemas.microsoft.com/office/drawing/2014/main" id="{8D77CB33-3F41-48A8-AC63-9BF6D3F9E1B5}"/>
              </a:ext>
            </a:extLst>
          </p:cNvPr>
          <p:cNvSpPr/>
          <p:nvPr/>
        </p:nvSpPr>
        <p:spPr>
          <a:xfrm>
            <a:off x="6906171" y="3795317"/>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3</a:t>
            </a:r>
          </a:p>
        </p:txBody>
      </p:sp>
      <p:sp>
        <p:nvSpPr>
          <p:cNvPr id="19" name="Oval 18">
            <a:extLst>
              <a:ext uri="{FF2B5EF4-FFF2-40B4-BE49-F238E27FC236}">
                <a16:creationId xmlns:a16="http://schemas.microsoft.com/office/drawing/2014/main" id="{3CAE9052-75BB-4041-8CB2-F00B3F42F6C7}"/>
              </a:ext>
            </a:extLst>
          </p:cNvPr>
          <p:cNvSpPr/>
          <p:nvPr/>
        </p:nvSpPr>
        <p:spPr>
          <a:xfrm>
            <a:off x="8249195" y="3824103"/>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6</a:t>
            </a:r>
          </a:p>
        </p:txBody>
      </p:sp>
      <p:sp>
        <p:nvSpPr>
          <p:cNvPr id="20" name="Oval 19">
            <a:extLst>
              <a:ext uri="{FF2B5EF4-FFF2-40B4-BE49-F238E27FC236}">
                <a16:creationId xmlns:a16="http://schemas.microsoft.com/office/drawing/2014/main" id="{C49E39E2-D25D-4BDE-8649-0E02574C4AE2}"/>
              </a:ext>
            </a:extLst>
          </p:cNvPr>
          <p:cNvSpPr/>
          <p:nvPr/>
        </p:nvSpPr>
        <p:spPr>
          <a:xfrm>
            <a:off x="6340919" y="3937001"/>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2</a:t>
            </a:r>
          </a:p>
        </p:txBody>
      </p:sp>
      <p:sp>
        <p:nvSpPr>
          <p:cNvPr id="21" name="Oval 20">
            <a:extLst>
              <a:ext uri="{FF2B5EF4-FFF2-40B4-BE49-F238E27FC236}">
                <a16:creationId xmlns:a16="http://schemas.microsoft.com/office/drawing/2014/main" id="{A18AC6FD-76A4-46C1-9B9B-A371AF11AC07}"/>
              </a:ext>
            </a:extLst>
          </p:cNvPr>
          <p:cNvSpPr/>
          <p:nvPr/>
        </p:nvSpPr>
        <p:spPr>
          <a:xfrm>
            <a:off x="7390828" y="4547395"/>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4</a:t>
            </a:r>
          </a:p>
        </p:txBody>
      </p:sp>
      <p:sp>
        <p:nvSpPr>
          <p:cNvPr id="22" name="Oval 21">
            <a:extLst>
              <a:ext uri="{FF2B5EF4-FFF2-40B4-BE49-F238E27FC236}">
                <a16:creationId xmlns:a16="http://schemas.microsoft.com/office/drawing/2014/main" id="{D401B03E-EF2D-4471-B6AC-8C322D95776C}"/>
              </a:ext>
            </a:extLst>
          </p:cNvPr>
          <p:cNvSpPr/>
          <p:nvPr/>
        </p:nvSpPr>
        <p:spPr>
          <a:xfrm>
            <a:off x="8719022" y="4385377"/>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7</a:t>
            </a:r>
          </a:p>
        </p:txBody>
      </p:sp>
      <p:sp>
        <p:nvSpPr>
          <p:cNvPr id="23" name="Oval 22">
            <a:extLst>
              <a:ext uri="{FF2B5EF4-FFF2-40B4-BE49-F238E27FC236}">
                <a16:creationId xmlns:a16="http://schemas.microsoft.com/office/drawing/2014/main" id="{BC83D2C0-566E-4F15-89FD-AA26AEF73E80}"/>
              </a:ext>
            </a:extLst>
          </p:cNvPr>
          <p:cNvSpPr/>
          <p:nvPr/>
        </p:nvSpPr>
        <p:spPr>
          <a:xfrm>
            <a:off x="7909940" y="4753677"/>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5</a:t>
            </a:r>
          </a:p>
        </p:txBody>
      </p:sp>
      <p:cxnSp>
        <p:nvCxnSpPr>
          <p:cNvPr id="24" name="Straight Arrow Connector 23">
            <a:extLst>
              <a:ext uri="{FF2B5EF4-FFF2-40B4-BE49-F238E27FC236}">
                <a16:creationId xmlns:a16="http://schemas.microsoft.com/office/drawing/2014/main" id="{0F899FF7-FD38-4258-998B-F570A92A9C1D}"/>
              </a:ext>
            </a:extLst>
          </p:cNvPr>
          <p:cNvCxnSpPr/>
          <p:nvPr/>
        </p:nvCxnSpPr>
        <p:spPr>
          <a:xfrm>
            <a:off x="6525069" y="4305301"/>
            <a:ext cx="225997" cy="800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1164BA2-3CC4-4CAB-B373-B40877AF0316}"/>
              </a:ext>
            </a:extLst>
          </p:cNvPr>
          <p:cNvSpPr txBox="1"/>
          <p:nvPr/>
        </p:nvSpPr>
        <p:spPr>
          <a:xfrm>
            <a:off x="3060700" y="4995770"/>
            <a:ext cx="319318" cy="369332"/>
          </a:xfrm>
          <a:prstGeom prst="rect">
            <a:avLst/>
          </a:prstGeom>
          <a:noFill/>
        </p:spPr>
        <p:txBody>
          <a:bodyPr wrap="none" rtlCol="0">
            <a:spAutoFit/>
          </a:bodyPr>
          <a:lstStyle/>
          <a:p>
            <a:r>
              <a:rPr lang="en-AU" dirty="0"/>
              <a:t>6</a:t>
            </a:r>
          </a:p>
        </p:txBody>
      </p:sp>
      <p:sp>
        <p:nvSpPr>
          <p:cNvPr id="27" name="TextBox 26">
            <a:extLst>
              <a:ext uri="{FF2B5EF4-FFF2-40B4-BE49-F238E27FC236}">
                <a16:creationId xmlns:a16="http://schemas.microsoft.com/office/drawing/2014/main" id="{471554EF-EA12-4200-B51C-6BCA7A68B1A3}"/>
              </a:ext>
            </a:extLst>
          </p:cNvPr>
          <p:cNvSpPr txBox="1"/>
          <p:nvPr/>
        </p:nvSpPr>
        <p:spPr>
          <a:xfrm>
            <a:off x="7016750" y="5384405"/>
            <a:ext cx="319318" cy="369332"/>
          </a:xfrm>
          <a:prstGeom prst="rect">
            <a:avLst/>
          </a:prstGeom>
          <a:noFill/>
        </p:spPr>
        <p:txBody>
          <a:bodyPr wrap="none" rtlCol="0">
            <a:spAutoFit/>
          </a:bodyPr>
          <a:lstStyle/>
          <a:p>
            <a:r>
              <a:rPr lang="en-AU" dirty="0"/>
              <a:t>7</a:t>
            </a:r>
          </a:p>
        </p:txBody>
      </p:sp>
    </p:spTree>
    <p:extLst>
      <p:ext uri="{BB962C8B-B14F-4D97-AF65-F5344CB8AC3E}">
        <p14:creationId xmlns:p14="http://schemas.microsoft.com/office/powerpoint/2010/main" val="2600641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0477D-6E86-4864-BFD7-885DACDE5528}"/>
              </a:ext>
            </a:extLst>
          </p:cNvPr>
          <p:cNvSpPr>
            <a:spLocks noGrp="1"/>
          </p:cNvSpPr>
          <p:nvPr>
            <p:ph type="title"/>
          </p:nvPr>
        </p:nvSpPr>
        <p:spPr>
          <a:xfrm>
            <a:off x="914400" y="41799"/>
            <a:ext cx="9601200" cy="1485900"/>
          </a:xfrm>
        </p:spPr>
        <p:txBody>
          <a:bodyPr/>
          <a:lstStyle/>
          <a:p>
            <a:r>
              <a:rPr lang="en-AU" dirty="0"/>
              <a:t>Volume of Prisms</a:t>
            </a:r>
          </a:p>
        </p:txBody>
      </p:sp>
      <p:sp>
        <p:nvSpPr>
          <p:cNvPr id="3" name="Text Placeholder 2">
            <a:extLst>
              <a:ext uri="{FF2B5EF4-FFF2-40B4-BE49-F238E27FC236}">
                <a16:creationId xmlns:a16="http://schemas.microsoft.com/office/drawing/2014/main" id="{E8F82F2E-3D14-441D-B40E-FD5D0080D5DE}"/>
              </a:ext>
            </a:extLst>
          </p:cNvPr>
          <p:cNvSpPr>
            <a:spLocks noGrp="1"/>
          </p:cNvSpPr>
          <p:nvPr>
            <p:ph type="body" idx="1"/>
          </p:nvPr>
        </p:nvSpPr>
        <p:spPr>
          <a:xfrm>
            <a:off x="1271016" y="918464"/>
            <a:ext cx="9697982" cy="823912"/>
          </a:xfrm>
        </p:spPr>
        <p:txBody>
          <a:bodyPr anchor="t"/>
          <a:lstStyle/>
          <a:p>
            <a:r>
              <a:rPr lang="en-AU" dirty="0"/>
              <a:t>Volume at its most simple form is how many cubic units make up a 3-dimensional solid.</a:t>
            </a:r>
          </a:p>
        </p:txBody>
      </p:sp>
      <p:sp>
        <p:nvSpPr>
          <p:cNvPr id="4" name="Content Placeholder 3">
            <a:extLst>
              <a:ext uri="{FF2B5EF4-FFF2-40B4-BE49-F238E27FC236}">
                <a16:creationId xmlns:a16="http://schemas.microsoft.com/office/drawing/2014/main" id="{FAD50455-B8D9-4C1D-B182-96E2D2E81534}"/>
              </a:ext>
            </a:extLst>
          </p:cNvPr>
          <p:cNvSpPr>
            <a:spLocks noGrp="1"/>
          </p:cNvSpPr>
          <p:nvPr>
            <p:ph sz="half" idx="2"/>
          </p:nvPr>
        </p:nvSpPr>
        <p:spPr>
          <a:xfrm>
            <a:off x="5626100" y="2006601"/>
            <a:ext cx="5257800" cy="3860800"/>
          </a:xfrm>
        </p:spPr>
        <p:txBody>
          <a:bodyPr/>
          <a:lstStyle/>
          <a:p>
            <a:r>
              <a:rPr lang="en-AU" dirty="0"/>
              <a:t>Prisms are a lot easier to determine the volume of.</a:t>
            </a:r>
          </a:p>
          <a:p>
            <a:r>
              <a:rPr lang="en-AU" dirty="0"/>
              <a:t>By definition, a prism has the same cross sectional area throughout the entire shape, so if we imagine cutting the shape into 1cm or 1mm or 1m slices, we can work out the volume by determining the cross-sectional face’s area and multiplying this by the number of slices.</a:t>
            </a:r>
          </a:p>
          <a:p>
            <a:r>
              <a:rPr lang="en-AU" dirty="0"/>
              <a:t>The volume of this shape is 4 lots of 11, or 4 x 11 = 44cm</a:t>
            </a:r>
            <a:r>
              <a:rPr lang="en-AU" baseline="30000" dirty="0"/>
              <a:t>3 </a:t>
            </a:r>
            <a:endParaRPr lang="en-AU" dirty="0"/>
          </a:p>
        </p:txBody>
      </p:sp>
      <p:pic>
        <p:nvPicPr>
          <p:cNvPr id="2050" name="Picture 2" descr="psdmath5ccss [licensed for non-commercial use only] / 5MD5">
            <a:extLst>
              <a:ext uri="{FF2B5EF4-FFF2-40B4-BE49-F238E27FC236}">
                <a16:creationId xmlns:a16="http://schemas.microsoft.com/office/drawing/2014/main" id="{48A7E29C-3D4E-4220-84BC-D1B17B33A0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742" y="2404364"/>
            <a:ext cx="4675187" cy="4065380"/>
          </a:xfrm>
          <a:prstGeom prst="rect">
            <a:avLst/>
          </a:prstGeom>
          <a:noFill/>
          <a:extLst>
            <a:ext uri="{909E8E84-426E-40DD-AFC4-6F175D3DCCD1}">
              <a14:hiddenFill xmlns:a14="http://schemas.microsoft.com/office/drawing/2010/main">
                <a:solidFill>
                  <a:srgbClr val="FFFFFF"/>
                </a:solidFill>
              </a14:hiddenFill>
            </a:ext>
          </a:extLst>
        </p:spPr>
      </p:pic>
      <p:sp>
        <p:nvSpPr>
          <p:cNvPr id="26" name="Oval 25">
            <a:extLst>
              <a:ext uri="{FF2B5EF4-FFF2-40B4-BE49-F238E27FC236}">
                <a16:creationId xmlns:a16="http://schemas.microsoft.com/office/drawing/2014/main" id="{50F95969-AEFE-489F-A4B6-2933C869712E}"/>
              </a:ext>
            </a:extLst>
          </p:cNvPr>
          <p:cNvSpPr/>
          <p:nvPr/>
        </p:nvSpPr>
        <p:spPr>
          <a:xfrm>
            <a:off x="3541300" y="5803901"/>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solidFill>
                <a:schemeClr val="tx1"/>
              </a:solidFill>
            </a:endParaRPr>
          </a:p>
        </p:txBody>
      </p:sp>
      <p:sp>
        <p:nvSpPr>
          <p:cNvPr id="28" name="Oval 27">
            <a:extLst>
              <a:ext uri="{FF2B5EF4-FFF2-40B4-BE49-F238E27FC236}">
                <a16:creationId xmlns:a16="http://schemas.microsoft.com/office/drawing/2014/main" id="{347B3E1B-C40E-43FD-9248-897068CABD35}"/>
              </a:ext>
            </a:extLst>
          </p:cNvPr>
          <p:cNvSpPr/>
          <p:nvPr/>
        </p:nvSpPr>
        <p:spPr>
          <a:xfrm>
            <a:off x="1660914" y="4565678"/>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3</a:t>
            </a:r>
          </a:p>
        </p:txBody>
      </p:sp>
      <p:sp>
        <p:nvSpPr>
          <p:cNvPr id="29" name="Oval 28">
            <a:extLst>
              <a:ext uri="{FF2B5EF4-FFF2-40B4-BE49-F238E27FC236}">
                <a16:creationId xmlns:a16="http://schemas.microsoft.com/office/drawing/2014/main" id="{C12FEB9B-2237-4772-AB88-8ADEB35D0C2A}"/>
              </a:ext>
            </a:extLst>
          </p:cNvPr>
          <p:cNvSpPr/>
          <p:nvPr/>
        </p:nvSpPr>
        <p:spPr>
          <a:xfrm>
            <a:off x="1660914" y="5192193"/>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5</a:t>
            </a:r>
          </a:p>
        </p:txBody>
      </p:sp>
      <p:sp>
        <p:nvSpPr>
          <p:cNvPr id="30" name="Oval 29">
            <a:extLst>
              <a:ext uri="{FF2B5EF4-FFF2-40B4-BE49-F238E27FC236}">
                <a16:creationId xmlns:a16="http://schemas.microsoft.com/office/drawing/2014/main" id="{E432619C-4098-4781-B489-F1F7C7A3E259}"/>
              </a:ext>
            </a:extLst>
          </p:cNvPr>
          <p:cNvSpPr/>
          <p:nvPr/>
        </p:nvSpPr>
        <p:spPr>
          <a:xfrm>
            <a:off x="1663323" y="5803901"/>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8</a:t>
            </a:r>
          </a:p>
        </p:txBody>
      </p:sp>
      <p:sp>
        <p:nvSpPr>
          <p:cNvPr id="31" name="Oval 30">
            <a:extLst>
              <a:ext uri="{FF2B5EF4-FFF2-40B4-BE49-F238E27FC236}">
                <a16:creationId xmlns:a16="http://schemas.microsoft.com/office/drawing/2014/main" id="{C07ADC31-0B4C-4C37-A3F8-9A7CF82054D2}"/>
              </a:ext>
            </a:extLst>
          </p:cNvPr>
          <p:cNvSpPr/>
          <p:nvPr/>
        </p:nvSpPr>
        <p:spPr>
          <a:xfrm>
            <a:off x="1086866" y="5803901"/>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7</a:t>
            </a:r>
          </a:p>
        </p:txBody>
      </p:sp>
      <p:sp>
        <p:nvSpPr>
          <p:cNvPr id="32" name="Oval 31">
            <a:extLst>
              <a:ext uri="{FF2B5EF4-FFF2-40B4-BE49-F238E27FC236}">
                <a16:creationId xmlns:a16="http://schemas.microsoft.com/office/drawing/2014/main" id="{B1A9C951-EED0-42B0-9BDA-D872F11A9285}"/>
              </a:ext>
            </a:extLst>
          </p:cNvPr>
          <p:cNvSpPr/>
          <p:nvPr/>
        </p:nvSpPr>
        <p:spPr>
          <a:xfrm>
            <a:off x="1086866" y="5192193"/>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4</a:t>
            </a:r>
          </a:p>
        </p:txBody>
      </p:sp>
      <p:sp>
        <p:nvSpPr>
          <p:cNvPr id="33" name="Oval 32">
            <a:extLst>
              <a:ext uri="{FF2B5EF4-FFF2-40B4-BE49-F238E27FC236}">
                <a16:creationId xmlns:a16="http://schemas.microsoft.com/office/drawing/2014/main" id="{ED3ADBB2-7642-4BA2-8CBE-38B13BF49123}"/>
              </a:ext>
            </a:extLst>
          </p:cNvPr>
          <p:cNvSpPr/>
          <p:nvPr/>
        </p:nvSpPr>
        <p:spPr>
          <a:xfrm>
            <a:off x="1086866" y="4564766"/>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2</a:t>
            </a:r>
          </a:p>
        </p:txBody>
      </p:sp>
      <p:sp>
        <p:nvSpPr>
          <p:cNvPr id="34" name="Oval 33">
            <a:extLst>
              <a:ext uri="{FF2B5EF4-FFF2-40B4-BE49-F238E27FC236}">
                <a16:creationId xmlns:a16="http://schemas.microsoft.com/office/drawing/2014/main" id="{E11B608D-6252-4248-A56E-DC93C438D2F5}"/>
              </a:ext>
            </a:extLst>
          </p:cNvPr>
          <p:cNvSpPr/>
          <p:nvPr/>
        </p:nvSpPr>
        <p:spPr>
          <a:xfrm>
            <a:off x="1086866" y="3947227"/>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1</a:t>
            </a:r>
          </a:p>
        </p:txBody>
      </p:sp>
      <p:sp>
        <p:nvSpPr>
          <p:cNvPr id="35" name="Oval 34">
            <a:extLst>
              <a:ext uri="{FF2B5EF4-FFF2-40B4-BE49-F238E27FC236}">
                <a16:creationId xmlns:a16="http://schemas.microsoft.com/office/drawing/2014/main" id="{3E32AE75-A206-43B5-AFA0-063703178D6A}"/>
              </a:ext>
            </a:extLst>
          </p:cNvPr>
          <p:cNvSpPr/>
          <p:nvPr/>
        </p:nvSpPr>
        <p:spPr>
          <a:xfrm>
            <a:off x="2926556" y="5803901"/>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endParaRPr lang="en-AU" dirty="0">
              <a:solidFill>
                <a:schemeClr val="tx1"/>
              </a:solidFill>
            </a:endParaRPr>
          </a:p>
        </p:txBody>
      </p:sp>
      <p:sp>
        <p:nvSpPr>
          <p:cNvPr id="36" name="Oval 35">
            <a:extLst>
              <a:ext uri="{FF2B5EF4-FFF2-40B4-BE49-F238E27FC236}">
                <a16:creationId xmlns:a16="http://schemas.microsoft.com/office/drawing/2014/main" id="{BF2D9022-878E-4B7C-A1FF-9BD82216F874}"/>
              </a:ext>
            </a:extLst>
          </p:cNvPr>
          <p:cNvSpPr/>
          <p:nvPr/>
        </p:nvSpPr>
        <p:spPr>
          <a:xfrm>
            <a:off x="2280428" y="5803901"/>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9</a:t>
            </a:r>
          </a:p>
        </p:txBody>
      </p:sp>
      <p:sp>
        <p:nvSpPr>
          <p:cNvPr id="37" name="Oval 36">
            <a:extLst>
              <a:ext uri="{FF2B5EF4-FFF2-40B4-BE49-F238E27FC236}">
                <a16:creationId xmlns:a16="http://schemas.microsoft.com/office/drawing/2014/main" id="{2D7CD76F-4764-4FAE-8154-9AEC95057649}"/>
              </a:ext>
            </a:extLst>
          </p:cNvPr>
          <p:cNvSpPr/>
          <p:nvPr/>
        </p:nvSpPr>
        <p:spPr>
          <a:xfrm>
            <a:off x="2280428" y="5192193"/>
            <a:ext cx="368300" cy="3683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6</a:t>
            </a:r>
          </a:p>
        </p:txBody>
      </p:sp>
      <p:sp>
        <p:nvSpPr>
          <p:cNvPr id="5" name="TextBox 4">
            <a:extLst>
              <a:ext uri="{FF2B5EF4-FFF2-40B4-BE49-F238E27FC236}">
                <a16:creationId xmlns:a16="http://schemas.microsoft.com/office/drawing/2014/main" id="{B2DAC3B8-C817-48F2-A616-32990BE5E343}"/>
              </a:ext>
            </a:extLst>
          </p:cNvPr>
          <p:cNvSpPr txBox="1"/>
          <p:nvPr/>
        </p:nvSpPr>
        <p:spPr>
          <a:xfrm>
            <a:off x="2895172" y="5803901"/>
            <a:ext cx="468328" cy="369332"/>
          </a:xfrm>
          <a:prstGeom prst="rect">
            <a:avLst/>
          </a:prstGeom>
          <a:noFill/>
        </p:spPr>
        <p:txBody>
          <a:bodyPr wrap="square" rtlCol="0">
            <a:spAutoFit/>
          </a:bodyPr>
          <a:lstStyle/>
          <a:p>
            <a:r>
              <a:rPr lang="en-AU" dirty="0"/>
              <a:t>10</a:t>
            </a:r>
          </a:p>
        </p:txBody>
      </p:sp>
      <p:sp>
        <p:nvSpPr>
          <p:cNvPr id="39" name="TextBox 38">
            <a:extLst>
              <a:ext uri="{FF2B5EF4-FFF2-40B4-BE49-F238E27FC236}">
                <a16:creationId xmlns:a16="http://schemas.microsoft.com/office/drawing/2014/main" id="{68BA62C4-4088-4DF7-BB75-C77A280F05FA}"/>
              </a:ext>
            </a:extLst>
          </p:cNvPr>
          <p:cNvSpPr txBox="1"/>
          <p:nvPr/>
        </p:nvSpPr>
        <p:spPr>
          <a:xfrm>
            <a:off x="3503927" y="5802869"/>
            <a:ext cx="468328" cy="369332"/>
          </a:xfrm>
          <a:prstGeom prst="rect">
            <a:avLst/>
          </a:prstGeom>
          <a:noFill/>
        </p:spPr>
        <p:txBody>
          <a:bodyPr wrap="square" rtlCol="0">
            <a:spAutoFit/>
          </a:bodyPr>
          <a:lstStyle/>
          <a:p>
            <a:r>
              <a:rPr lang="en-AU" dirty="0"/>
              <a:t>11</a:t>
            </a:r>
          </a:p>
        </p:txBody>
      </p:sp>
      <p:sp>
        <p:nvSpPr>
          <p:cNvPr id="40" name="Oval 39">
            <a:extLst>
              <a:ext uri="{FF2B5EF4-FFF2-40B4-BE49-F238E27FC236}">
                <a16:creationId xmlns:a16="http://schemas.microsoft.com/office/drawing/2014/main" id="{10FF5B81-CDC9-4701-AB21-44575E4487BA}"/>
              </a:ext>
            </a:extLst>
          </p:cNvPr>
          <p:cNvSpPr/>
          <p:nvPr/>
        </p:nvSpPr>
        <p:spPr>
          <a:xfrm>
            <a:off x="1192904" y="3513838"/>
            <a:ext cx="368300" cy="3683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rgbClr val="FF0000"/>
                </a:solidFill>
              </a:rPr>
              <a:t>1</a:t>
            </a:r>
          </a:p>
        </p:txBody>
      </p:sp>
      <p:sp>
        <p:nvSpPr>
          <p:cNvPr id="43" name="Oval 42">
            <a:extLst>
              <a:ext uri="{FF2B5EF4-FFF2-40B4-BE49-F238E27FC236}">
                <a16:creationId xmlns:a16="http://schemas.microsoft.com/office/drawing/2014/main" id="{7A6D2C44-AA2C-4F78-934D-2CEB8A2A82CA}"/>
              </a:ext>
            </a:extLst>
          </p:cNvPr>
          <p:cNvSpPr/>
          <p:nvPr/>
        </p:nvSpPr>
        <p:spPr>
          <a:xfrm>
            <a:off x="1476764" y="3176089"/>
            <a:ext cx="368300" cy="3683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rgbClr val="FF0000"/>
                </a:solidFill>
              </a:rPr>
              <a:t>2</a:t>
            </a:r>
          </a:p>
        </p:txBody>
      </p:sp>
      <p:sp>
        <p:nvSpPr>
          <p:cNvPr id="44" name="Oval 43">
            <a:extLst>
              <a:ext uri="{FF2B5EF4-FFF2-40B4-BE49-F238E27FC236}">
                <a16:creationId xmlns:a16="http://schemas.microsoft.com/office/drawing/2014/main" id="{D839A5DB-A3B0-4CA3-82B7-18EA1D67673B}"/>
              </a:ext>
            </a:extLst>
          </p:cNvPr>
          <p:cNvSpPr/>
          <p:nvPr/>
        </p:nvSpPr>
        <p:spPr>
          <a:xfrm>
            <a:off x="1795938" y="2878546"/>
            <a:ext cx="368300" cy="3683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rgbClr val="FF0000"/>
                </a:solidFill>
              </a:rPr>
              <a:t>3</a:t>
            </a:r>
          </a:p>
        </p:txBody>
      </p:sp>
      <p:sp>
        <p:nvSpPr>
          <p:cNvPr id="45" name="Oval 44">
            <a:extLst>
              <a:ext uri="{FF2B5EF4-FFF2-40B4-BE49-F238E27FC236}">
                <a16:creationId xmlns:a16="http://schemas.microsoft.com/office/drawing/2014/main" id="{71BDB4BA-6491-4601-932E-D448B1BF3E3D}"/>
              </a:ext>
            </a:extLst>
          </p:cNvPr>
          <p:cNvSpPr/>
          <p:nvPr/>
        </p:nvSpPr>
        <p:spPr>
          <a:xfrm>
            <a:off x="2128924" y="2546924"/>
            <a:ext cx="368300" cy="3683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rgbClr val="FF0000"/>
                </a:solidFill>
              </a:rPr>
              <a:t>4</a:t>
            </a:r>
          </a:p>
        </p:txBody>
      </p:sp>
    </p:spTree>
    <p:extLst>
      <p:ext uri="{BB962C8B-B14F-4D97-AF65-F5344CB8AC3E}">
        <p14:creationId xmlns:p14="http://schemas.microsoft.com/office/powerpoint/2010/main" val="3288019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1" name="Straight Connector 40">
            <a:extLst>
              <a:ext uri="{FF2B5EF4-FFF2-40B4-BE49-F238E27FC236}">
                <a16:creationId xmlns:a16="http://schemas.microsoft.com/office/drawing/2014/main" id="{9A763161-BEED-48C0-A212-0E1BCDBCB736}"/>
              </a:ext>
            </a:extLst>
          </p:cNvPr>
          <p:cNvCxnSpPr>
            <a:cxnSpLocks/>
          </p:cNvCxnSpPr>
          <p:nvPr/>
        </p:nvCxnSpPr>
        <p:spPr>
          <a:xfrm flipV="1">
            <a:off x="8227052" y="3703375"/>
            <a:ext cx="1109657" cy="1064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890477D-6E86-4864-BFD7-885DACDE5528}"/>
              </a:ext>
            </a:extLst>
          </p:cNvPr>
          <p:cNvSpPr>
            <a:spLocks noGrp="1"/>
          </p:cNvSpPr>
          <p:nvPr>
            <p:ph type="title"/>
          </p:nvPr>
        </p:nvSpPr>
        <p:spPr>
          <a:xfrm>
            <a:off x="914400" y="41799"/>
            <a:ext cx="9601200" cy="1485900"/>
          </a:xfrm>
        </p:spPr>
        <p:txBody>
          <a:bodyPr/>
          <a:lstStyle/>
          <a:p>
            <a:r>
              <a:rPr lang="en-AU" dirty="0"/>
              <a:t>Volume of Prisms</a:t>
            </a:r>
          </a:p>
        </p:txBody>
      </p:sp>
      <p:sp>
        <p:nvSpPr>
          <p:cNvPr id="3" name="Text Placeholder 2">
            <a:extLst>
              <a:ext uri="{FF2B5EF4-FFF2-40B4-BE49-F238E27FC236}">
                <a16:creationId xmlns:a16="http://schemas.microsoft.com/office/drawing/2014/main" id="{E8F82F2E-3D14-441D-B40E-FD5D0080D5DE}"/>
              </a:ext>
            </a:extLst>
          </p:cNvPr>
          <p:cNvSpPr>
            <a:spLocks noGrp="1"/>
          </p:cNvSpPr>
          <p:nvPr>
            <p:ph type="body" idx="1"/>
          </p:nvPr>
        </p:nvSpPr>
        <p:spPr>
          <a:xfrm>
            <a:off x="1271016" y="918464"/>
            <a:ext cx="9697982" cy="823912"/>
          </a:xfrm>
        </p:spPr>
        <p:txBody>
          <a:bodyPr anchor="t"/>
          <a:lstStyle/>
          <a:p>
            <a:r>
              <a:rPr lang="en-AU" dirty="0"/>
              <a:t>It doesn’t make much sense to count every single block, so we use formulae to help us.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AD50455-B8D9-4C1D-B182-96E2D2E81534}"/>
                  </a:ext>
                </a:extLst>
              </p:cNvPr>
              <p:cNvSpPr>
                <a:spLocks noGrp="1"/>
              </p:cNvSpPr>
              <p:nvPr>
                <p:ph sz="half" idx="2"/>
              </p:nvPr>
            </p:nvSpPr>
            <p:spPr>
              <a:xfrm>
                <a:off x="1047750" y="2078736"/>
                <a:ext cx="5257800" cy="3860800"/>
              </a:xfrm>
            </p:spPr>
            <p:txBody>
              <a:bodyPr/>
              <a:lstStyle/>
              <a:p>
                <a:r>
                  <a:rPr lang="en-AU" dirty="0"/>
                  <a:t>The general formula for ALL prisms is</a:t>
                </a:r>
              </a:p>
              <a:p>
                <a:endParaRPr lang="en-AU" dirty="0"/>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𝑉𝑜𝑙𝑢𝑚𝑒</m:t>
                      </m:r>
                      <m:r>
                        <a:rPr lang="en-AU" b="0" i="1" smtClean="0">
                          <a:latin typeface="Cambria Math" panose="02040503050406030204" pitchFamily="18" charset="0"/>
                        </a:rPr>
                        <m:t>=</m:t>
                      </m:r>
                      <m:r>
                        <a:rPr lang="en-AU" b="0" i="1" smtClean="0">
                          <a:latin typeface="Cambria Math" panose="02040503050406030204" pitchFamily="18" charset="0"/>
                        </a:rPr>
                        <m:t>𝐹𝑎𝑐𝑒</m:t>
                      </m:r>
                      <m:r>
                        <a:rPr lang="en-AU" b="0" i="1" smtClean="0">
                          <a:latin typeface="Cambria Math" panose="02040503050406030204" pitchFamily="18" charset="0"/>
                        </a:rPr>
                        <m:t> </m:t>
                      </m:r>
                      <m:r>
                        <a:rPr lang="en-AU" b="0" i="1" smtClean="0">
                          <a:latin typeface="Cambria Math" panose="02040503050406030204" pitchFamily="18" charset="0"/>
                        </a:rPr>
                        <m:t>𝐴𝑟𝑒𝑎</m:t>
                      </m:r>
                      <m:r>
                        <a:rPr lang="en-AU" b="0" i="1" smtClean="0">
                          <a:latin typeface="Cambria Math" panose="02040503050406030204" pitchFamily="18" charset="0"/>
                        </a:rPr>
                        <m:t>×</m:t>
                      </m:r>
                      <m:r>
                        <a:rPr lang="en-AU" b="0" i="1" smtClean="0">
                          <a:latin typeface="Cambria Math" panose="02040503050406030204" pitchFamily="18" charset="0"/>
                        </a:rPr>
                        <m:t>𝐷𝑒𝑝𝑡h</m:t>
                      </m:r>
                    </m:oMath>
                  </m:oMathPara>
                </a14:m>
                <a:endParaRPr lang="en-AU" dirty="0"/>
              </a:p>
              <a:p>
                <a:pPr marL="0" indent="0">
                  <a:buNone/>
                </a:pPr>
                <a:endParaRPr lang="en-AU" dirty="0"/>
              </a:p>
              <a:p>
                <a:pPr marL="0" indent="0">
                  <a:buNone/>
                </a:pPr>
                <a:r>
                  <a:rPr lang="en-AU" dirty="0"/>
                  <a:t>Where the Face Area is the area of the cross-sectional face (i.e. the face that repeats itself) and the depth is how deep the solid is perpendicular to this face.</a:t>
                </a:r>
              </a:p>
            </p:txBody>
          </p:sp>
        </mc:Choice>
        <mc:Fallback xmlns="">
          <p:sp>
            <p:nvSpPr>
              <p:cNvPr id="4" name="Content Placeholder 3">
                <a:extLst>
                  <a:ext uri="{FF2B5EF4-FFF2-40B4-BE49-F238E27FC236}">
                    <a16:creationId xmlns:a16="http://schemas.microsoft.com/office/drawing/2014/main" id="{FAD50455-B8D9-4C1D-B182-96E2D2E81534}"/>
                  </a:ext>
                </a:extLst>
              </p:cNvPr>
              <p:cNvSpPr>
                <a:spLocks noGrp="1" noRot="1" noChangeAspect="1" noMove="1" noResize="1" noEditPoints="1" noAdjustHandles="1" noChangeArrowheads="1" noChangeShapeType="1" noTextEdit="1"/>
              </p:cNvSpPr>
              <p:nvPr>
                <p:ph sz="half" idx="2"/>
              </p:nvPr>
            </p:nvSpPr>
            <p:spPr>
              <a:xfrm>
                <a:off x="1047750" y="2078736"/>
                <a:ext cx="5257800" cy="3860800"/>
              </a:xfrm>
              <a:blipFill>
                <a:blip r:embed="rId2"/>
                <a:stretch>
                  <a:fillRect l="-1276" t="-1264"/>
                </a:stretch>
              </a:blipFill>
            </p:spPr>
            <p:txBody>
              <a:bodyPr/>
              <a:lstStyle/>
              <a:p>
                <a:r>
                  <a:rPr lang="en-AU">
                    <a:noFill/>
                  </a:rPr>
                  <a:t> </a:t>
                </a:r>
              </a:p>
            </p:txBody>
          </p:sp>
        </mc:Fallback>
      </mc:AlternateContent>
      <p:sp>
        <p:nvSpPr>
          <p:cNvPr id="6" name="Freeform: Shape 5">
            <a:extLst>
              <a:ext uri="{FF2B5EF4-FFF2-40B4-BE49-F238E27FC236}">
                <a16:creationId xmlns:a16="http://schemas.microsoft.com/office/drawing/2014/main" id="{7E0D345F-8591-4F50-BCF3-AA867D0579E5}"/>
              </a:ext>
            </a:extLst>
          </p:cNvPr>
          <p:cNvSpPr/>
          <p:nvPr/>
        </p:nvSpPr>
        <p:spPr>
          <a:xfrm>
            <a:off x="6591300" y="2978150"/>
            <a:ext cx="3124200" cy="3086100"/>
          </a:xfrm>
          <a:custGeom>
            <a:avLst/>
            <a:gdLst>
              <a:gd name="connsiteX0" fmla="*/ 1619250 w 3124200"/>
              <a:gd name="connsiteY0" fmla="*/ 0 h 3086100"/>
              <a:gd name="connsiteX1" fmla="*/ 190500 w 3124200"/>
              <a:gd name="connsiteY1" fmla="*/ 368300 h 3086100"/>
              <a:gd name="connsiteX2" fmla="*/ 0 w 3124200"/>
              <a:gd name="connsiteY2" fmla="*/ 1936750 h 3086100"/>
              <a:gd name="connsiteX3" fmla="*/ 1270000 w 3124200"/>
              <a:gd name="connsiteY3" fmla="*/ 3086100 h 3086100"/>
              <a:gd name="connsiteX4" fmla="*/ 3124200 w 3124200"/>
              <a:gd name="connsiteY4" fmla="*/ 2159000 h 3086100"/>
              <a:gd name="connsiteX5" fmla="*/ 1581150 w 3124200"/>
              <a:gd name="connsiteY5" fmla="*/ 1816100 h 3086100"/>
              <a:gd name="connsiteX6" fmla="*/ 1562100 w 3124200"/>
              <a:gd name="connsiteY6" fmla="*/ 952500 h 3086100"/>
              <a:gd name="connsiteX7" fmla="*/ 3073400 w 3124200"/>
              <a:gd name="connsiteY7" fmla="*/ 622300 h 3086100"/>
              <a:gd name="connsiteX8" fmla="*/ 1619250 w 3124200"/>
              <a:gd name="connsiteY8" fmla="*/ 0 h 308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4200" h="3086100">
                <a:moveTo>
                  <a:pt x="1619250" y="0"/>
                </a:moveTo>
                <a:lnTo>
                  <a:pt x="190500" y="368300"/>
                </a:lnTo>
                <a:lnTo>
                  <a:pt x="0" y="1936750"/>
                </a:lnTo>
                <a:lnTo>
                  <a:pt x="1270000" y="3086100"/>
                </a:lnTo>
                <a:lnTo>
                  <a:pt x="3124200" y="2159000"/>
                </a:lnTo>
                <a:lnTo>
                  <a:pt x="1581150" y="1816100"/>
                </a:lnTo>
                <a:lnTo>
                  <a:pt x="1562100" y="952500"/>
                </a:lnTo>
                <a:lnTo>
                  <a:pt x="3073400" y="622300"/>
                </a:lnTo>
                <a:lnTo>
                  <a:pt x="1619250" y="0"/>
                </a:lnTo>
                <a:close/>
              </a:path>
            </a:pathLst>
          </a:cu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cxnSp>
        <p:nvCxnSpPr>
          <p:cNvPr id="8" name="Straight Connector 7">
            <a:extLst>
              <a:ext uri="{FF2B5EF4-FFF2-40B4-BE49-F238E27FC236}">
                <a16:creationId xmlns:a16="http://schemas.microsoft.com/office/drawing/2014/main" id="{C74EE11B-27AF-4874-B025-86E901F68B01}"/>
              </a:ext>
            </a:extLst>
          </p:cNvPr>
          <p:cNvCxnSpPr>
            <a:cxnSpLocks/>
            <a:stCxn id="6" idx="1"/>
          </p:cNvCxnSpPr>
          <p:nvPr/>
        </p:nvCxnSpPr>
        <p:spPr>
          <a:xfrm flipV="1">
            <a:off x="6781800" y="1895999"/>
            <a:ext cx="1539248" cy="14504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382B65-AA72-44FE-9275-7EAFF95069D0}"/>
              </a:ext>
            </a:extLst>
          </p:cNvPr>
          <p:cNvCxnSpPr>
            <a:cxnSpLocks/>
            <a:stCxn id="6" idx="0"/>
          </p:cNvCxnSpPr>
          <p:nvPr/>
        </p:nvCxnSpPr>
        <p:spPr>
          <a:xfrm flipV="1">
            <a:off x="8210550" y="1527700"/>
            <a:ext cx="1555750" cy="14504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84A060E-31C5-49DA-8B56-BDF578225C87}"/>
              </a:ext>
            </a:extLst>
          </p:cNvPr>
          <p:cNvCxnSpPr>
            <a:cxnSpLocks/>
            <a:stCxn id="6" idx="7"/>
          </p:cNvCxnSpPr>
          <p:nvPr/>
        </p:nvCxnSpPr>
        <p:spPr>
          <a:xfrm flipV="1">
            <a:off x="9664700" y="2149999"/>
            <a:ext cx="1539248" cy="14504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1583BEC-2003-4C5F-9E8B-CE045AFF791C}"/>
              </a:ext>
            </a:extLst>
          </p:cNvPr>
          <p:cNvCxnSpPr>
            <a:cxnSpLocks/>
          </p:cNvCxnSpPr>
          <p:nvPr/>
        </p:nvCxnSpPr>
        <p:spPr>
          <a:xfrm flipV="1">
            <a:off x="9740900" y="3703375"/>
            <a:ext cx="1539248" cy="14504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7B522BB2-0A3C-4DBC-8D17-C140BA73FC09}"/>
              </a:ext>
            </a:extLst>
          </p:cNvPr>
          <p:cNvSpPr/>
          <p:nvPr/>
        </p:nvSpPr>
        <p:spPr>
          <a:xfrm>
            <a:off x="8293100" y="1511300"/>
            <a:ext cx="2889250" cy="628650"/>
          </a:xfrm>
          <a:custGeom>
            <a:avLst/>
            <a:gdLst>
              <a:gd name="connsiteX0" fmla="*/ 2889250 w 2889250"/>
              <a:gd name="connsiteY0" fmla="*/ 628650 h 628650"/>
              <a:gd name="connsiteX1" fmla="*/ 1466850 w 2889250"/>
              <a:gd name="connsiteY1" fmla="*/ 0 h 628650"/>
              <a:gd name="connsiteX2" fmla="*/ 0 w 2889250"/>
              <a:gd name="connsiteY2" fmla="*/ 393700 h 628650"/>
            </a:gdLst>
            <a:ahLst/>
            <a:cxnLst>
              <a:cxn ang="0">
                <a:pos x="connsiteX0" y="connsiteY0"/>
              </a:cxn>
              <a:cxn ang="0">
                <a:pos x="connsiteX1" y="connsiteY1"/>
              </a:cxn>
              <a:cxn ang="0">
                <a:pos x="connsiteX2" y="connsiteY2"/>
              </a:cxn>
            </a:cxnLst>
            <a:rect l="l" t="t" r="r" b="b"/>
            <a:pathLst>
              <a:path w="2889250" h="628650">
                <a:moveTo>
                  <a:pt x="2889250" y="628650"/>
                </a:moveTo>
                <a:lnTo>
                  <a:pt x="1466850" y="0"/>
                </a:lnTo>
                <a:lnTo>
                  <a:pt x="0" y="39370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Freeform: Shape 14">
            <a:extLst>
              <a:ext uri="{FF2B5EF4-FFF2-40B4-BE49-F238E27FC236}">
                <a16:creationId xmlns:a16="http://schemas.microsoft.com/office/drawing/2014/main" id="{BD99CD60-6515-4BB7-9A14-F94764C86EEA}"/>
              </a:ext>
            </a:extLst>
          </p:cNvPr>
          <p:cNvSpPr/>
          <p:nvPr/>
        </p:nvSpPr>
        <p:spPr>
          <a:xfrm>
            <a:off x="9893300" y="3390900"/>
            <a:ext cx="1358900" cy="317500"/>
          </a:xfrm>
          <a:custGeom>
            <a:avLst/>
            <a:gdLst>
              <a:gd name="connsiteX0" fmla="*/ 1358900 w 1358900"/>
              <a:gd name="connsiteY0" fmla="*/ 317500 h 317500"/>
              <a:gd name="connsiteX1" fmla="*/ 0 w 1358900"/>
              <a:gd name="connsiteY1" fmla="*/ 0 h 317500"/>
            </a:gdLst>
            <a:ahLst/>
            <a:cxnLst>
              <a:cxn ang="0">
                <a:pos x="connsiteX0" y="connsiteY0"/>
              </a:cxn>
              <a:cxn ang="0">
                <a:pos x="connsiteX1" y="connsiteY1"/>
              </a:cxn>
            </a:cxnLst>
            <a:rect l="l" t="t" r="r" b="b"/>
            <a:pathLst>
              <a:path w="1358900" h="317500">
                <a:moveTo>
                  <a:pt x="1358900" y="317500"/>
                </a:moveTo>
                <a:lnTo>
                  <a:pt x="0"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TextBox 16">
            <a:extLst>
              <a:ext uri="{FF2B5EF4-FFF2-40B4-BE49-F238E27FC236}">
                <a16:creationId xmlns:a16="http://schemas.microsoft.com/office/drawing/2014/main" id="{FBA3F56B-A0D1-4002-B7E9-BB741E3541CB}"/>
              </a:ext>
            </a:extLst>
          </p:cNvPr>
          <p:cNvSpPr txBox="1"/>
          <p:nvPr/>
        </p:nvSpPr>
        <p:spPr>
          <a:xfrm>
            <a:off x="6796245" y="4184650"/>
            <a:ext cx="1145057" cy="369332"/>
          </a:xfrm>
          <a:prstGeom prst="rect">
            <a:avLst/>
          </a:prstGeom>
          <a:noFill/>
        </p:spPr>
        <p:txBody>
          <a:bodyPr wrap="none" rtlCol="0">
            <a:spAutoFit/>
          </a:bodyPr>
          <a:lstStyle/>
          <a:p>
            <a:r>
              <a:rPr lang="en-AU" dirty="0"/>
              <a:t>Face Area</a:t>
            </a:r>
          </a:p>
        </p:txBody>
      </p:sp>
      <p:sp>
        <p:nvSpPr>
          <p:cNvPr id="47" name="TextBox 46">
            <a:extLst>
              <a:ext uri="{FF2B5EF4-FFF2-40B4-BE49-F238E27FC236}">
                <a16:creationId xmlns:a16="http://schemas.microsoft.com/office/drawing/2014/main" id="{04542E48-2D2E-49E6-81F9-8E0588F89060}"/>
              </a:ext>
            </a:extLst>
          </p:cNvPr>
          <p:cNvSpPr txBox="1"/>
          <p:nvPr/>
        </p:nvSpPr>
        <p:spPr>
          <a:xfrm>
            <a:off x="10371281" y="4373723"/>
            <a:ext cx="772969" cy="369332"/>
          </a:xfrm>
          <a:prstGeom prst="rect">
            <a:avLst/>
          </a:prstGeom>
          <a:noFill/>
        </p:spPr>
        <p:txBody>
          <a:bodyPr wrap="none" rtlCol="0">
            <a:spAutoFit/>
          </a:bodyPr>
          <a:lstStyle/>
          <a:p>
            <a:r>
              <a:rPr lang="en-AU" dirty="0"/>
              <a:t>Depth</a:t>
            </a:r>
          </a:p>
        </p:txBody>
      </p:sp>
    </p:spTree>
    <p:extLst>
      <p:ext uri="{BB962C8B-B14F-4D97-AF65-F5344CB8AC3E}">
        <p14:creationId xmlns:p14="http://schemas.microsoft.com/office/powerpoint/2010/main" val="1401396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0477D-6E86-4864-BFD7-885DACDE5528}"/>
              </a:ext>
            </a:extLst>
          </p:cNvPr>
          <p:cNvSpPr>
            <a:spLocks noGrp="1"/>
          </p:cNvSpPr>
          <p:nvPr>
            <p:ph type="title"/>
          </p:nvPr>
        </p:nvSpPr>
        <p:spPr>
          <a:xfrm>
            <a:off x="914400" y="41799"/>
            <a:ext cx="9601200" cy="1485900"/>
          </a:xfrm>
        </p:spPr>
        <p:txBody>
          <a:bodyPr/>
          <a:lstStyle/>
          <a:p>
            <a:r>
              <a:rPr lang="en-AU" dirty="0"/>
              <a:t>Volume of Prisms</a:t>
            </a:r>
          </a:p>
        </p:txBody>
      </p:sp>
      <p:sp>
        <p:nvSpPr>
          <p:cNvPr id="3" name="Text Placeholder 2">
            <a:extLst>
              <a:ext uri="{FF2B5EF4-FFF2-40B4-BE49-F238E27FC236}">
                <a16:creationId xmlns:a16="http://schemas.microsoft.com/office/drawing/2014/main" id="{E8F82F2E-3D14-441D-B40E-FD5D0080D5DE}"/>
              </a:ext>
            </a:extLst>
          </p:cNvPr>
          <p:cNvSpPr>
            <a:spLocks noGrp="1"/>
          </p:cNvSpPr>
          <p:nvPr>
            <p:ph type="body" idx="1"/>
          </p:nvPr>
        </p:nvSpPr>
        <p:spPr>
          <a:xfrm>
            <a:off x="1271016" y="918464"/>
            <a:ext cx="9697982" cy="823912"/>
          </a:xfrm>
        </p:spPr>
        <p:txBody>
          <a:bodyPr anchor="t"/>
          <a:lstStyle/>
          <a:p>
            <a:r>
              <a:rPr lang="en-AU" dirty="0"/>
              <a:t>It doesn’t make much sense to count every single block, so we use formulae to help us.</a:t>
            </a:r>
          </a:p>
        </p:txBody>
      </p:sp>
      <p:sp>
        <p:nvSpPr>
          <p:cNvPr id="4" name="Content Placeholder 3">
            <a:extLst>
              <a:ext uri="{FF2B5EF4-FFF2-40B4-BE49-F238E27FC236}">
                <a16:creationId xmlns:a16="http://schemas.microsoft.com/office/drawing/2014/main" id="{FAD50455-B8D9-4C1D-B182-96E2D2E81534}"/>
              </a:ext>
            </a:extLst>
          </p:cNvPr>
          <p:cNvSpPr>
            <a:spLocks noGrp="1"/>
          </p:cNvSpPr>
          <p:nvPr>
            <p:ph sz="half" idx="2"/>
          </p:nvPr>
        </p:nvSpPr>
        <p:spPr>
          <a:xfrm>
            <a:off x="775767" y="1634236"/>
            <a:ext cx="5257800" cy="3860800"/>
          </a:xfrm>
        </p:spPr>
        <p:txBody>
          <a:bodyPr/>
          <a:lstStyle/>
          <a:p>
            <a:r>
              <a:rPr lang="en-AU" dirty="0"/>
              <a:t>Some prisms have a specific formula to help us calculate their volume:</a:t>
            </a:r>
          </a:p>
        </p:txBody>
      </p:sp>
      <p:graphicFrame>
        <p:nvGraphicFramePr>
          <p:cNvPr id="5" name="Table 6">
            <a:extLst>
              <a:ext uri="{FF2B5EF4-FFF2-40B4-BE49-F238E27FC236}">
                <a16:creationId xmlns:a16="http://schemas.microsoft.com/office/drawing/2014/main" id="{886919AF-6263-4AB2-BFEB-42D7EC32D515}"/>
              </a:ext>
            </a:extLst>
          </p:cNvPr>
          <p:cNvGraphicFramePr>
            <a:graphicFrameLocks noGrp="1"/>
          </p:cNvGraphicFramePr>
          <p:nvPr>
            <p:extLst>
              <p:ext uri="{D42A27DB-BD31-4B8C-83A1-F6EECF244321}">
                <p14:modId xmlns:p14="http://schemas.microsoft.com/office/powerpoint/2010/main" val="1423469494"/>
              </p:ext>
            </p:extLst>
          </p:nvPr>
        </p:nvGraphicFramePr>
        <p:xfrm>
          <a:off x="2101850" y="2355850"/>
          <a:ext cx="8128000" cy="446035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814232920"/>
                    </a:ext>
                  </a:extLst>
                </a:gridCol>
                <a:gridCol w="4064000">
                  <a:extLst>
                    <a:ext uri="{9D8B030D-6E8A-4147-A177-3AD203B41FA5}">
                      <a16:colId xmlns:a16="http://schemas.microsoft.com/office/drawing/2014/main" val="1357858053"/>
                    </a:ext>
                  </a:extLst>
                </a:gridCol>
              </a:tblGrid>
              <a:tr h="453416">
                <a:tc>
                  <a:txBody>
                    <a:bodyPr/>
                    <a:lstStyle/>
                    <a:p>
                      <a:r>
                        <a:rPr lang="en-AU" dirty="0"/>
                        <a:t>Shape</a:t>
                      </a:r>
                    </a:p>
                  </a:txBody>
                  <a:tcPr/>
                </a:tc>
                <a:tc>
                  <a:txBody>
                    <a:bodyPr/>
                    <a:lstStyle/>
                    <a:p>
                      <a:r>
                        <a:rPr lang="en-AU" dirty="0"/>
                        <a:t>Volume</a:t>
                      </a:r>
                    </a:p>
                  </a:txBody>
                  <a:tcPr/>
                </a:tc>
                <a:extLst>
                  <a:ext uri="{0D108BD9-81ED-4DB2-BD59-A6C34878D82A}">
                    <a16:rowId xmlns:a16="http://schemas.microsoft.com/office/drawing/2014/main" val="1728401626"/>
                  </a:ext>
                </a:extLst>
              </a:tr>
              <a:tr h="2003467">
                <a:tc>
                  <a:txBody>
                    <a:bodyPr/>
                    <a:lstStyle/>
                    <a:p>
                      <a:r>
                        <a:rPr lang="en-AU" dirty="0"/>
                        <a:t>Rectangular Prisms</a:t>
                      </a:r>
                    </a:p>
                  </a:txBody>
                  <a:tcPr/>
                </a:tc>
                <a:tc>
                  <a:txBody>
                    <a:bodyPr/>
                    <a:lstStyle/>
                    <a:p>
                      <a:endParaRPr lang="en-AU" dirty="0"/>
                    </a:p>
                  </a:txBody>
                  <a:tcPr/>
                </a:tc>
                <a:extLst>
                  <a:ext uri="{0D108BD9-81ED-4DB2-BD59-A6C34878D82A}">
                    <a16:rowId xmlns:a16="http://schemas.microsoft.com/office/drawing/2014/main" val="707279738"/>
                  </a:ext>
                </a:extLst>
              </a:tr>
              <a:tr h="2003467">
                <a:tc>
                  <a:txBody>
                    <a:bodyPr/>
                    <a:lstStyle/>
                    <a:p>
                      <a:r>
                        <a:rPr lang="en-AU" dirty="0"/>
                        <a:t>Triangular Prisms</a:t>
                      </a:r>
                    </a:p>
                  </a:txBody>
                  <a:tcPr/>
                </a:tc>
                <a:tc>
                  <a:txBody>
                    <a:bodyPr/>
                    <a:lstStyle/>
                    <a:p>
                      <a:endParaRPr lang="en-AU" dirty="0"/>
                    </a:p>
                  </a:txBody>
                  <a:tcPr/>
                </a:tc>
                <a:extLst>
                  <a:ext uri="{0D108BD9-81ED-4DB2-BD59-A6C34878D82A}">
                    <a16:rowId xmlns:a16="http://schemas.microsoft.com/office/drawing/2014/main" val="3634241192"/>
                  </a:ext>
                </a:extLst>
              </a:tr>
            </a:tbl>
          </a:graphicData>
        </a:graphic>
      </p:graphicFrame>
      <p:pic>
        <p:nvPicPr>
          <p:cNvPr id="18" name="Picture 4" descr="Surface Area. Calculator | Definition | Formulas - Omni">
            <a:extLst>
              <a:ext uri="{FF2B5EF4-FFF2-40B4-BE49-F238E27FC236}">
                <a16:creationId xmlns:a16="http://schemas.microsoft.com/office/drawing/2014/main" id="{6BE15125-9478-4843-889A-F47CDE07C6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0902" y="2971003"/>
            <a:ext cx="2832015" cy="174490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F72290D-3FD1-4FBB-A981-BFABC0B71EDB}"/>
                  </a:ext>
                </a:extLst>
              </p:cNvPr>
              <p:cNvSpPr/>
              <p:nvPr/>
            </p:nvSpPr>
            <p:spPr>
              <a:xfrm>
                <a:off x="6054056" y="3259435"/>
                <a:ext cx="4155305"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V = </a:t>
                </a:r>
                <a14:m>
                  <m:oMath xmlns:m="http://schemas.openxmlformats.org/officeDocument/2006/math">
                    <m:r>
                      <a:rPr lang="en-AU" sz="54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𝒍</m:t>
                    </m:r>
                    <m:r>
                      <a:rPr lang="en-AU" sz="54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m:t>
                    </m:r>
                    <m:r>
                      <a:rPr lang="en-AU" sz="54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𝒘</m:t>
                    </m:r>
                    <m:r>
                      <a:rPr lang="en-AU" sz="54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m:t>
                    </m:r>
                    <m:r>
                      <a:rPr lang="en-AU" sz="54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𝒉</m:t>
                    </m:r>
                  </m:oMath>
                </a14:m>
                <a:endParaRPr lang="en-US" sz="5400" b="1" cap="none" spc="0" dirty="0">
                  <a:ln w="22225">
                    <a:solidFill>
                      <a:schemeClr val="accent2"/>
                    </a:solidFill>
                    <a:prstDash val="solid"/>
                  </a:ln>
                  <a:solidFill>
                    <a:schemeClr val="accent2">
                      <a:lumMod val="40000"/>
                      <a:lumOff val="60000"/>
                    </a:schemeClr>
                  </a:solidFill>
                  <a:effectLst/>
                </a:endParaRPr>
              </a:p>
            </p:txBody>
          </p:sp>
        </mc:Choice>
        <mc:Fallback xmlns="">
          <p:sp>
            <p:nvSpPr>
              <p:cNvPr id="9" name="Rectangle 8">
                <a:extLst>
                  <a:ext uri="{FF2B5EF4-FFF2-40B4-BE49-F238E27FC236}">
                    <a16:creationId xmlns:a16="http://schemas.microsoft.com/office/drawing/2014/main" id="{8F72290D-3FD1-4FBB-A981-BFABC0B71EDB}"/>
                  </a:ext>
                </a:extLst>
              </p:cNvPr>
              <p:cNvSpPr>
                <a:spLocks noRot="1" noChangeAspect="1" noMove="1" noResize="1" noEditPoints="1" noAdjustHandles="1" noChangeArrowheads="1" noChangeShapeType="1" noTextEdit="1"/>
              </p:cNvSpPr>
              <p:nvPr/>
            </p:nvSpPr>
            <p:spPr>
              <a:xfrm>
                <a:off x="6054056" y="3259435"/>
                <a:ext cx="4155305" cy="923330"/>
              </a:xfrm>
              <a:prstGeom prst="rect">
                <a:avLst/>
              </a:prstGeom>
              <a:blipFill>
                <a:blip r:embed="rId3"/>
                <a:stretch>
                  <a:fillRect/>
                </a:stretch>
              </a:blipFill>
            </p:spPr>
            <p:txBody>
              <a:bodyPr/>
              <a:lstStyle/>
              <a:p>
                <a:r>
                  <a:rPr lang="en-AU">
                    <a:noFill/>
                  </a:rPr>
                  <a:t> </a:t>
                </a:r>
              </a:p>
            </p:txBody>
          </p:sp>
        </mc:Fallback>
      </mc:AlternateContent>
      <p:pic>
        <p:nvPicPr>
          <p:cNvPr id="3074" name="Picture 2" descr="Triangular Prism Icons - Download Free Vector Icons | Noun Project">
            <a:extLst>
              <a:ext uri="{FF2B5EF4-FFF2-40B4-BE49-F238E27FC236}">
                <a16:creationId xmlns:a16="http://schemas.microsoft.com/office/drawing/2014/main" id="{8913BC7E-8E34-4D90-A539-659DE31C99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8194" y="4405668"/>
            <a:ext cx="2615048" cy="261504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775F7A37-037F-42AF-BCDD-2E313A2FB4B7}"/>
              </a:ext>
            </a:extLst>
          </p:cNvPr>
          <p:cNvSpPr txBox="1"/>
          <p:nvPr/>
        </p:nvSpPr>
        <p:spPr>
          <a:xfrm>
            <a:off x="4831538" y="6488668"/>
            <a:ext cx="308098" cy="369332"/>
          </a:xfrm>
          <a:prstGeom prst="rect">
            <a:avLst/>
          </a:prstGeom>
          <a:noFill/>
        </p:spPr>
        <p:txBody>
          <a:bodyPr wrap="none" rtlCol="0">
            <a:spAutoFit/>
          </a:bodyPr>
          <a:lstStyle/>
          <a:p>
            <a:r>
              <a:rPr lang="en-AU" dirty="0"/>
              <a:t>b</a:t>
            </a:r>
          </a:p>
        </p:txBody>
      </p:sp>
      <p:cxnSp>
        <p:nvCxnSpPr>
          <p:cNvPr id="12" name="Straight Connector 11">
            <a:extLst>
              <a:ext uri="{FF2B5EF4-FFF2-40B4-BE49-F238E27FC236}">
                <a16:creationId xmlns:a16="http://schemas.microsoft.com/office/drawing/2014/main" id="{FDD28A88-EE4A-48F0-A232-49E219B25BF5}"/>
              </a:ext>
            </a:extLst>
          </p:cNvPr>
          <p:cNvCxnSpPr>
            <a:cxnSpLocks/>
          </p:cNvCxnSpPr>
          <p:nvPr/>
        </p:nvCxnSpPr>
        <p:spPr>
          <a:xfrm flipH="1" flipV="1">
            <a:off x="4959350" y="5255514"/>
            <a:ext cx="837" cy="1264904"/>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B677F85-F666-4B3E-9B65-05B1CDAA2F1E}"/>
              </a:ext>
            </a:extLst>
          </p:cNvPr>
          <p:cNvSpPr txBox="1"/>
          <p:nvPr/>
        </p:nvSpPr>
        <p:spPr>
          <a:xfrm>
            <a:off x="4959350" y="5807186"/>
            <a:ext cx="308098" cy="369332"/>
          </a:xfrm>
          <a:prstGeom prst="rect">
            <a:avLst/>
          </a:prstGeom>
          <a:noFill/>
        </p:spPr>
        <p:txBody>
          <a:bodyPr wrap="none" rtlCol="0">
            <a:spAutoFit/>
          </a:bodyPr>
          <a:lstStyle/>
          <a:p>
            <a:r>
              <a:rPr lang="en-AU" dirty="0"/>
              <a:t>h</a:t>
            </a:r>
          </a:p>
        </p:txBody>
      </p:sp>
      <p:sp>
        <p:nvSpPr>
          <p:cNvPr id="25" name="TextBox 24">
            <a:extLst>
              <a:ext uri="{FF2B5EF4-FFF2-40B4-BE49-F238E27FC236}">
                <a16:creationId xmlns:a16="http://schemas.microsoft.com/office/drawing/2014/main" id="{338366C6-C906-4B06-9665-E99AF61901F6}"/>
              </a:ext>
            </a:extLst>
          </p:cNvPr>
          <p:cNvSpPr txBox="1"/>
          <p:nvPr/>
        </p:nvSpPr>
        <p:spPr>
          <a:xfrm>
            <a:off x="3525218" y="6283102"/>
            <a:ext cx="308098" cy="369332"/>
          </a:xfrm>
          <a:prstGeom prst="rect">
            <a:avLst/>
          </a:prstGeom>
          <a:noFill/>
        </p:spPr>
        <p:txBody>
          <a:bodyPr wrap="none" rtlCol="0">
            <a:spAutoFit/>
          </a:bodyPr>
          <a:lstStyle/>
          <a:p>
            <a:r>
              <a:rPr lang="en-AU" dirty="0"/>
              <a:t>d</a:t>
            </a:r>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9D7B487C-08A6-4502-98F6-36EDA39C3360}"/>
                  </a:ext>
                </a:extLst>
              </p:cNvPr>
              <p:cNvSpPr/>
              <p:nvPr/>
            </p:nvSpPr>
            <p:spPr>
              <a:xfrm>
                <a:off x="6030813" y="5255514"/>
                <a:ext cx="4201791" cy="1288686"/>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V = </a:t>
                </a:r>
                <a14:m>
                  <m:oMath xmlns:m="http://schemas.openxmlformats.org/officeDocument/2006/math">
                    <m:f>
                      <m:fPr>
                        <m:ctrlPr>
                          <a:rPr lang="en-AU" sz="54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ctrlPr>
                      </m:fPr>
                      <m:num>
                        <m:r>
                          <a:rPr lang="en-AU" sz="54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𝟏</m:t>
                        </m:r>
                      </m:num>
                      <m:den>
                        <m:r>
                          <a:rPr lang="en-AU" sz="54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𝟐</m:t>
                        </m:r>
                      </m:den>
                    </m:f>
                    <m:r>
                      <a:rPr lang="en-AU" sz="54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m:t>
                    </m:r>
                    <m:r>
                      <a:rPr lang="en-AU" sz="54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𝒃</m:t>
                    </m:r>
                    <m:r>
                      <a:rPr lang="en-AU" sz="54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m:t>
                    </m:r>
                    <m:r>
                      <a:rPr lang="en-AU" sz="54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𝒉</m:t>
                    </m:r>
                  </m:oMath>
                </a14:m>
                <a:endParaRPr lang="en-US" sz="5400" b="1" cap="none" spc="0" dirty="0">
                  <a:ln w="22225">
                    <a:solidFill>
                      <a:schemeClr val="accent2"/>
                    </a:solidFill>
                    <a:prstDash val="solid"/>
                  </a:ln>
                  <a:solidFill>
                    <a:schemeClr val="accent2">
                      <a:lumMod val="40000"/>
                      <a:lumOff val="60000"/>
                    </a:schemeClr>
                  </a:solidFill>
                  <a:effectLst/>
                </a:endParaRPr>
              </a:p>
            </p:txBody>
          </p:sp>
        </mc:Choice>
        <mc:Fallback xmlns="">
          <p:sp>
            <p:nvSpPr>
              <p:cNvPr id="26" name="Rectangle 25">
                <a:extLst>
                  <a:ext uri="{FF2B5EF4-FFF2-40B4-BE49-F238E27FC236}">
                    <a16:creationId xmlns:a16="http://schemas.microsoft.com/office/drawing/2014/main" id="{9D7B487C-08A6-4502-98F6-36EDA39C3360}"/>
                  </a:ext>
                </a:extLst>
              </p:cNvPr>
              <p:cNvSpPr>
                <a:spLocks noRot="1" noChangeAspect="1" noMove="1" noResize="1" noEditPoints="1" noAdjustHandles="1" noChangeArrowheads="1" noChangeShapeType="1" noTextEdit="1"/>
              </p:cNvSpPr>
              <p:nvPr/>
            </p:nvSpPr>
            <p:spPr>
              <a:xfrm>
                <a:off x="6030813" y="5255514"/>
                <a:ext cx="4201791" cy="1288686"/>
              </a:xfrm>
              <a:prstGeom prst="rect">
                <a:avLst/>
              </a:prstGeom>
              <a:blipFill>
                <a:blip r:embed="rId5"/>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1057914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0477D-6E86-4864-BFD7-885DACDE5528}"/>
              </a:ext>
            </a:extLst>
          </p:cNvPr>
          <p:cNvSpPr>
            <a:spLocks noGrp="1"/>
          </p:cNvSpPr>
          <p:nvPr>
            <p:ph type="title"/>
          </p:nvPr>
        </p:nvSpPr>
        <p:spPr>
          <a:xfrm>
            <a:off x="914400" y="41799"/>
            <a:ext cx="9601200" cy="1485900"/>
          </a:xfrm>
        </p:spPr>
        <p:txBody>
          <a:bodyPr/>
          <a:lstStyle/>
          <a:p>
            <a:r>
              <a:rPr lang="en-AU" dirty="0"/>
              <a:t>Volume of Prisms</a:t>
            </a:r>
          </a:p>
        </p:txBody>
      </p:sp>
      <p:sp>
        <p:nvSpPr>
          <p:cNvPr id="3" name="Text Placeholder 2">
            <a:extLst>
              <a:ext uri="{FF2B5EF4-FFF2-40B4-BE49-F238E27FC236}">
                <a16:creationId xmlns:a16="http://schemas.microsoft.com/office/drawing/2014/main" id="{E8F82F2E-3D14-441D-B40E-FD5D0080D5DE}"/>
              </a:ext>
            </a:extLst>
          </p:cNvPr>
          <p:cNvSpPr>
            <a:spLocks noGrp="1"/>
          </p:cNvSpPr>
          <p:nvPr>
            <p:ph type="body" idx="1"/>
          </p:nvPr>
        </p:nvSpPr>
        <p:spPr>
          <a:xfrm>
            <a:off x="1271016" y="918464"/>
            <a:ext cx="9697982" cy="823912"/>
          </a:xfrm>
        </p:spPr>
        <p:txBody>
          <a:bodyPr anchor="t"/>
          <a:lstStyle/>
          <a:p>
            <a:r>
              <a:rPr lang="en-AU" dirty="0"/>
              <a:t>It doesn’t make much sense to count every single block, so we use formulae to help us.</a:t>
            </a:r>
          </a:p>
        </p:txBody>
      </p:sp>
      <p:sp>
        <p:nvSpPr>
          <p:cNvPr id="4" name="Content Placeholder 3">
            <a:extLst>
              <a:ext uri="{FF2B5EF4-FFF2-40B4-BE49-F238E27FC236}">
                <a16:creationId xmlns:a16="http://schemas.microsoft.com/office/drawing/2014/main" id="{FAD50455-B8D9-4C1D-B182-96E2D2E81534}"/>
              </a:ext>
            </a:extLst>
          </p:cNvPr>
          <p:cNvSpPr>
            <a:spLocks noGrp="1"/>
          </p:cNvSpPr>
          <p:nvPr>
            <p:ph sz="half" idx="2"/>
          </p:nvPr>
        </p:nvSpPr>
        <p:spPr>
          <a:xfrm>
            <a:off x="775767" y="1634236"/>
            <a:ext cx="5257800" cy="3860800"/>
          </a:xfrm>
        </p:spPr>
        <p:txBody>
          <a:bodyPr/>
          <a:lstStyle/>
          <a:p>
            <a:r>
              <a:rPr lang="en-AU" dirty="0"/>
              <a:t>Some prisms have a specific formula to help us calculate their volume:</a:t>
            </a:r>
          </a:p>
        </p:txBody>
      </p:sp>
      <p:graphicFrame>
        <p:nvGraphicFramePr>
          <p:cNvPr id="5" name="Table 6">
            <a:extLst>
              <a:ext uri="{FF2B5EF4-FFF2-40B4-BE49-F238E27FC236}">
                <a16:creationId xmlns:a16="http://schemas.microsoft.com/office/drawing/2014/main" id="{886919AF-6263-4AB2-BFEB-42D7EC32D515}"/>
              </a:ext>
            </a:extLst>
          </p:cNvPr>
          <p:cNvGraphicFramePr>
            <a:graphicFrameLocks noGrp="1"/>
          </p:cNvGraphicFramePr>
          <p:nvPr>
            <p:extLst>
              <p:ext uri="{D42A27DB-BD31-4B8C-83A1-F6EECF244321}">
                <p14:modId xmlns:p14="http://schemas.microsoft.com/office/powerpoint/2010/main" val="3452923724"/>
              </p:ext>
            </p:extLst>
          </p:nvPr>
        </p:nvGraphicFramePr>
        <p:xfrm>
          <a:off x="2101850" y="2355850"/>
          <a:ext cx="8128000" cy="446035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814232920"/>
                    </a:ext>
                  </a:extLst>
                </a:gridCol>
                <a:gridCol w="4064000">
                  <a:extLst>
                    <a:ext uri="{9D8B030D-6E8A-4147-A177-3AD203B41FA5}">
                      <a16:colId xmlns:a16="http://schemas.microsoft.com/office/drawing/2014/main" val="1357858053"/>
                    </a:ext>
                  </a:extLst>
                </a:gridCol>
              </a:tblGrid>
              <a:tr h="453416">
                <a:tc>
                  <a:txBody>
                    <a:bodyPr/>
                    <a:lstStyle/>
                    <a:p>
                      <a:r>
                        <a:rPr lang="en-AU" dirty="0"/>
                        <a:t>Shape</a:t>
                      </a:r>
                    </a:p>
                  </a:txBody>
                  <a:tcPr/>
                </a:tc>
                <a:tc>
                  <a:txBody>
                    <a:bodyPr/>
                    <a:lstStyle/>
                    <a:p>
                      <a:r>
                        <a:rPr lang="en-AU" dirty="0"/>
                        <a:t>Volume</a:t>
                      </a:r>
                    </a:p>
                  </a:txBody>
                  <a:tcPr/>
                </a:tc>
                <a:extLst>
                  <a:ext uri="{0D108BD9-81ED-4DB2-BD59-A6C34878D82A}">
                    <a16:rowId xmlns:a16="http://schemas.microsoft.com/office/drawing/2014/main" val="1728401626"/>
                  </a:ext>
                </a:extLst>
              </a:tr>
              <a:tr h="2003467">
                <a:tc>
                  <a:txBody>
                    <a:bodyPr/>
                    <a:lstStyle/>
                    <a:p>
                      <a:r>
                        <a:rPr lang="en-AU" dirty="0"/>
                        <a:t>Cylinder</a:t>
                      </a:r>
                    </a:p>
                  </a:txBody>
                  <a:tcPr/>
                </a:tc>
                <a:tc>
                  <a:txBody>
                    <a:bodyPr/>
                    <a:lstStyle/>
                    <a:p>
                      <a:endParaRPr lang="en-AU" dirty="0"/>
                    </a:p>
                  </a:txBody>
                  <a:tcPr/>
                </a:tc>
                <a:extLst>
                  <a:ext uri="{0D108BD9-81ED-4DB2-BD59-A6C34878D82A}">
                    <a16:rowId xmlns:a16="http://schemas.microsoft.com/office/drawing/2014/main" val="707279738"/>
                  </a:ext>
                </a:extLst>
              </a:tr>
              <a:tr h="2003467">
                <a:tc>
                  <a:txBody>
                    <a:bodyPr/>
                    <a:lstStyle/>
                    <a:p>
                      <a:r>
                        <a:rPr lang="en-AU" dirty="0"/>
                        <a:t>Trapezoidal Prisms</a:t>
                      </a:r>
                    </a:p>
                  </a:txBody>
                  <a:tcPr/>
                </a:tc>
                <a:tc>
                  <a:txBody>
                    <a:bodyPr/>
                    <a:lstStyle/>
                    <a:p>
                      <a:endParaRPr lang="en-AU" dirty="0"/>
                    </a:p>
                  </a:txBody>
                  <a:tcPr/>
                </a:tc>
                <a:extLst>
                  <a:ext uri="{0D108BD9-81ED-4DB2-BD59-A6C34878D82A}">
                    <a16:rowId xmlns:a16="http://schemas.microsoft.com/office/drawing/2014/main" val="3634241192"/>
                  </a:ext>
                </a:extLst>
              </a:tr>
            </a:tbl>
          </a:graphicData>
        </a:graphic>
      </p:graphicFrame>
      <mc:AlternateContent xmlns:mc="http://schemas.openxmlformats.org/markup-compatibility/2006">
        <mc:Choice xmlns:a14="http://schemas.microsoft.com/office/drawing/2010/main" Requires="a14">
          <p:sp>
            <p:nvSpPr>
              <p:cNvPr id="9" name="Rectangle 8">
                <a:extLst>
                  <a:ext uri="{FF2B5EF4-FFF2-40B4-BE49-F238E27FC236}">
                    <a16:creationId xmlns:a16="http://schemas.microsoft.com/office/drawing/2014/main" id="{8F72290D-3FD1-4FBB-A981-BFABC0B71EDB}"/>
                  </a:ext>
                </a:extLst>
              </p:cNvPr>
              <p:cNvSpPr/>
              <p:nvPr/>
            </p:nvSpPr>
            <p:spPr>
              <a:xfrm>
                <a:off x="6109201" y="3259435"/>
                <a:ext cx="4045018" cy="847733"/>
              </a:xfrm>
              <a:prstGeom prst="rect">
                <a:avLst/>
              </a:prstGeom>
              <a:noFill/>
            </p:spPr>
            <p:txBody>
              <a:bodyPr wrap="none" lIns="91440" tIns="45720" rIns="91440" bIns="45720">
                <a:spAutoFit/>
              </a:bodyPr>
              <a:lstStyle/>
              <a:p>
                <a:pPr algn="ctr"/>
                <a:r>
                  <a:rPr lang="en-US" sz="4800" b="1" cap="none" spc="0" dirty="0">
                    <a:ln w="22225">
                      <a:solidFill>
                        <a:schemeClr val="accent2"/>
                      </a:solidFill>
                      <a:prstDash val="solid"/>
                    </a:ln>
                    <a:solidFill>
                      <a:schemeClr val="accent2">
                        <a:lumMod val="40000"/>
                        <a:lumOff val="60000"/>
                      </a:schemeClr>
                    </a:solidFill>
                    <a:effectLst/>
                  </a:rPr>
                  <a:t>V = </a:t>
                </a:r>
                <a14:m>
                  <m:oMath xmlns:m="http://schemas.openxmlformats.org/officeDocument/2006/math">
                    <m:r>
                      <a:rPr lang="en-AU" sz="48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𝝅</m:t>
                    </m:r>
                    <m:r>
                      <a:rPr lang="en-AU" sz="48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m:t>
                    </m:r>
                    <m:sSup>
                      <m:sSupPr>
                        <m:ctrlPr>
                          <a:rPr lang="en-AU" sz="48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ctrlPr>
                      </m:sSupPr>
                      <m:e>
                        <m:r>
                          <a:rPr lang="en-AU" sz="48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𝒓</m:t>
                        </m:r>
                      </m:e>
                      <m:sup>
                        <m:r>
                          <a:rPr lang="en-AU" sz="48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𝟐</m:t>
                        </m:r>
                      </m:sup>
                    </m:sSup>
                    <m:r>
                      <a:rPr lang="en-AU" sz="48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m:t>
                    </m:r>
                    <m:r>
                      <a:rPr lang="en-AU" sz="48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𝒉</m:t>
                    </m:r>
                  </m:oMath>
                </a14:m>
                <a:endParaRPr lang="en-US" sz="4800" b="1" cap="none" spc="0" dirty="0">
                  <a:ln w="22225">
                    <a:solidFill>
                      <a:schemeClr val="accent2"/>
                    </a:solidFill>
                    <a:prstDash val="solid"/>
                  </a:ln>
                  <a:solidFill>
                    <a:schemeClr val="accent2">
                      <a:lumMod val="40000"/>
                      <a:lumOff val="60000"/>
                    </a:schemeClr>
                  </a:solidFill>
                  <a:effectLst/>
                </a:endParaRPr>
              </a:p>
            </p:txBody>
          </p:sp>
        </mc:Choice>
        <mc:Fallback>
          <p:sp>
            <p:nvSpPr>
              <p:cNvPr id="9" name="Rectangle 8">
                <a:extLst>
                  <a:ext uri="{FF2B5EF4-FFF2-40B4-BE49-F238E27FC236}">
                    <a16:creationId xmlns:a16="http://schemas.microsoft.com/office/drawing/2014/main" id="{8F72290D-3FD1-4FBB-A981-BFABC0B71EDB}"/>
                  </a:ext>
                </a:extLst>
              </p:cNvPr>
              <p:cNvSpPr>
                <a:spLocks noRot="1" noChangeAspect="1" noMove="1" noResize="1" noEditPoints="1" noAdjustHandles="1" noChangeArrowheads="1" noChangeShapeType="1" noTextEdit="1"/>
              </p:cNvSpPr>
              <p:nvPr/>
            </p:nvSpPr>
            <p:spPr>
              <a:xfrm>
                <a:off x="6109201" y="3259435"/>
                <a:ext cx="4045018" cy="847733"/>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9D7B487C-08A6-4502-98F6-36EDA39C3360}"/>
                  </a:ext>
                </a:extLst>
              </p:cNvPr>
              <p:cNvSpPr/>
              <p:nvPr/>
            </p:nvSpPr>
            <p:spPr>
              <a:xfrm>
                <a:off x="6074590" y="5258530"/>
                <a:ext cx="4179798" cy="1166923"/>
              </a:xfrm>
              <a:prstGeom prst="rect">
                <a:avLst/>
              </a:prstGeom>
              <a:noFill/>
            </p:spPr>
            <p:txBody>
              <a:bodyPr wrap="none" lIns="91440" tIns="45720" rIns="91440" bIns="45720">
                <a:spAutoFit/>
              </a:bodyPr>
              <a:lstStyle/>
              <a:p>
                <a:pPr algn="ctr"/>
                <a:r>
                  <a:rPr lang="en-US" sz="4800" b="1" cap="none" spc="0" dirty="0">
                    <a:ln w="22225">
                      <a:solidFill>
                        <a:schemeClr val="accent2"/>
                      </a:solidFill>
                      <a:prstDash val="solid"/>
                    </a:ln>
                    <a:solidFill>
                      <a:schemeClr val="accent2">
                        <a:lumMod val="40000"/>
                        <a:lumOff val="60000"/>
                      </a:schemeClr>
                    </a:solidFill>
                    <a:effectLst/>
                  </a:rPr>
                  <a:t>V = </a:t>
                </a:r>
                <a14:m>
                  <m:oMath xmlns:m="http://schemas.openxmlformats.org/officeDocument/2006/math">
                    <m:f>
                      <m:fPr>
                        <m:ctrlPr>
                          <a:rPr lang="en-AU" sz="48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ctrlPr>
                      </m:fPr>
                      <m:num>
                        <m:r>
                          <a:rPr lang="en-AU" sz="48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𝒉</m:t>
                        </m:r>
                      </m:num>
                      <m:den>
                        <m:r>
                          <a:rPr lang="en-AU" sz="48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𝟐</m:t>
                        </m:r>
                      </m:den>
                    </m:f>
                    <m:r>
                      <a:rPr lang="en-AU" sz="48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m:t>
                    </m:r>
                    <m:r>
                      <a:rPr lang="en-AU" sz="48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𝒂</m:t>
                    </m:r>
                    <m:r>
                      <a:rPr lang="en-AU" sz="48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m:t>
                    </m:r>
                    <m:r>
                      <a:rPr lang="en-AU" sz="48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𝒃</m:t>
                    </m:r>
                    <m:r>
                      <a:rPr lang="en-AU" sz="4800" b="1" i="1" cap="none" spc="0" smtClean="0">
                        <a:ln w="22225">
                          <a:solidFill>
                            <a:schemeClr val="accent2"/>
                          </a:solidFill>
                          <a:prstDash val="solid"/>
                        </a:ln>
                        <a:solidFill>
                          <a:schemeClr val="accent2">
                            <a:lumMod val="40000"/>
                            <a:lumOff val="60000"/>
                          </a:schemeClr>
                        </a:solidFill>
                        <a:effectLst/>
                        <a:latin typeface="Cambria Math" panose="02040503050406030204" pitchFamily="18" charset="0"/>
                      </a:rPr>
                      <m:t>)</m:t>
                    </m:r>
                  </m:oMath>
                </a14:m>
                <a:endParaRPr lang="en-US" sz="4800" b="1" cap="none" spc="0" dirty="0">
                  <a:ln w="22225">
                    <a:solidFill>
                      <a:schemeClr val="accent2"/>
                    </a:solidFill>
                    <a:prstDash val="solid"/>
                  </a:ln>
                  <a:solidFill>
                    <a:schemeClr val="accent2">
                      <a:lumMod val="40000"/>
                      <a:lumOff val="60000"/>
                    </a:schemeClr>
                  </a:solidFill>
                  <a:effectLst/>
                </a:endParaRPr>
              </a:p>
            </p:txBody>
          </p:sp>
        </mc:Choice>
        <mc:Fallback xmlns="">
          <p:sp>
            <p:nvSpPr>
              <p:cNvPr id="26" name="Rectangle 25">
                <a:extLst>
                  <a:ext uri="{FF2B5EF4-FFF2-40B4-BE49-F238E27FC236}">
                    <a16:creationId xmlns:a16="http://schemas.microsoft.com/office/drawing/2014/main" id="{9D7B487C-08A6-4502-98F6-36EDA39C3360}"/>
                  </a:ext>
                </a:extLst>
              </p:cNvPr>
              <p:cNvSpPr>
                <a:spLocks noRot="1" noChangeAspect="1" noMove="1" noResize="1" noEditPoints="1" noAdjustHandles="1" noChangeArrowheads="1" noChangeShapeType="1" noTextEdit="1"/>
              </p:cNvSpPr>
              <p:nvPr/>
            </p:nvSpPr>
            <p:spPr>
              <a:xfrm>
                <a:off x="6074590" y="5258530"/>
                <a:ext cx="4179798" cy="1166923"/>
              </a:xfrm>
              <a:prstGeom prst="rect">
                <a:avLst/>
              </a:prstGeom>
              <a:blipFill>
                <a:blip r:embed="rId3"/>
                <a:stretch>
                  <a:fillRect/>
                </a:stretch>
              </a:blipFill>
            </p:spPr>
            <p:txBody>
              <a:bodyPr/>
              <a:lstStyle/>
              <a:p>
                <a:r>
                  <a:rPr lang="en-AU">
                    <a:noFill/>
                  </a:rPr>
                  <a:t> </a:t>
                </a:r>
              </a:p>
            </p:txBody>
          </p:sp>
        </mc:Fallback>
      </mc:AlternateContent>
      <p:pic>
        <p:nvPicPr>
          <p:cNvPr id="5122" name="Picture 2" descr="Volume of a Trapezoidal Prism Calculator">
            <a:extLst>
              <a:ext uri="{FF2B5EF4-FFF2-40B4-BE49-F238E27FC236}">
                <a16:creationId xmlns:a16="http://schemas.microsoft.com/office/drawing/2014/main" id="{27E875E3-5432-4F9B-B39E-B39EF2BD915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3528" b="13591"/>
          <a:stretch/>
        </p:blipFill>
        <p:spPr bwMode="auto">
          <a:xfrm>
            <a:off x="2540815" y="5079999"/>
            <a:ext cx="3533775" cy="163830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D79B67F8-8C76-4E05-9924-223C405715A8}"/>
              </a:ext>
            </a:extLst>
          </p:cNvPr>
          <p:cNvPicPr>
            <a:picLocks noChangeAspect="1"/>
          </p:cNvPicPr>
          <p:nvPr/>
        </p:nvPicPr>
        <p:blipFill rotWithShape="1">
          <a:blip r:embed="rId5"/>
          <a:srcRect l="36234" t="74593" r="61050" b="20834"/>
          <a:stretch/>
        </p:blipFill>
        <p:spPr>
          <a:xfrm>
            <a:off x="3740150" y="5841992"/>
            <a:ext cx="279400" cy="313626"/>
          </a:xfrm>
          <a:prstGeom prst="rect">
            <a:avLst/>
          </a:prstGeom>
        </p:spPr>
      </p:pic>
      <p:pic>
        <p:nvPicPr>
          <p:cNvPr id="16" name="Picture 2" descr="Total Surface Area of a Cylinder">
            <a:extLst>
              <a:ext uri="{FF2B5EF4-FFF2-40B4-BE49-F238E27FC236}">
                <a16:creationId xmlns:a16="http://schemas.microsoft.com/office/drawing/2014/main" id="{75354C36-9909-4BC0-B85C-7BAE5FC504F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74129" y="2675643"/>
            <a:ext cx="1485900"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6100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AF27-9D1A-47B2-B110-80572E25D71D}"/>
              </a:ext>
            </a:extLst>
          </p:cNvPr>
          <p:cNvSpPr>
            <a:spLocks noGrp="1"/>
          </p:cNvSpPr>
          <p:nvPr>
            <p:ph type="title"/>
          </p:nvPr>
        </p:nvSpPr>
        <p:spPr>
          <a:xfrm>
            <a:off x="806450" y="114300"/>
            <a:ext cx="9601200" cy="1485900"/>
          </a:xfrm>
        </p:spPr>
        <p:txBody>
          <a:bodyPr/>
          <a:lstStyle/>
          <a:p>
            <a:r>
              <a:rPr lang="en-AU" dirty="0"/>
              <a:t>Pyramids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F95DD1A-B23D-4360-9976-DCE6A3B26F81}"/>
                  </a:ext>
                </a:extLst>
              </p:cNvPr>
              <p:cNvSpPr>
                <a:spLocks noGrp="1"/>
              </p:cNvSpPr>
              <p:nvPr>
                <p:ph type="body" idx="1"/>
              </p:nvPr>
            </p:nvSpPr>
            <p:spPr>
              <a:xfrm>
                <a:off x="942321" y="867664"/>
                <a:ext cx="10026677" cy="823912"/>
              </a:xfrm>
            </p:spPr>
            <p:txBody>
              <a:bodyPr anchor="t"/>
              <a:lstStyle/>
              <a:p>
                <a:r>
                  <a:rPr lang="en-AU" dirty="0"/>
                  <a:t>All Pyramids have the general formula:</a:t>
                </a:r>
              </a:p>
              <a:p>
                <a:endParaRPr lang="en-AU" dirty="0"/>
              </a:p>
              <a:p>
                <a:endParaRPr lang="en-AU" dirty="0"/>
              </a:p>
              <a:p>
                <a:endParaRPr lang="en-AU" dirty="0"/>
              </a:p>
              <a:p>
                <a14:m>
                  <m:oMath xmlns:m="http://schemas.openxmlformats.org/officeDocument/2006/math">
                    <m:r>
                      <a:rPr lang="en-AU" b="0" i="1" smtClean="0">
                        <a:latin typeface="Cambria Math" panose="02040503050406030204" pitchFamily="18" charset="0"/>
                      </a:rPr>
                      <m:t>𝑉</m:t>
                    </m:r>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𝐵𝑎𝑠𝑒</m:t>
                        </m:r>
                        <m:r>
                          <a:rPr lang="en-AU" b="0" i="1" smtClean="0">
                            <a:latin typeface="Cambria Math" panose="02040503050406030204" pitchFamily="18" charset="0"/>
                          </a:rPr>
                          <m:t> </m:t>
                        </m:r>
                        <m:r>
                          <a:rPr lang="en-AU" b="0" i="1" smtClean="0">
                            <a:latin typeface="Cambria Math" panose="02040503050406030204" pitchFamily="18" charset="0"/>
                          </a:rPr>
                          <m:t>𝐴𝑟𝑒𝑎</m:t>
                        </m:r>
                        <m:r>
                          <a:rPr lang="en-AU" b="0" i="1" smtClean="0">
                            <a:latin typeface="Cambria Math" panose="02040503050406030204" pitchFamily="18" charset="0"/>
                          </a:rPr>
                          <m:t>×</m:t>
                        </m:r>
                        <m:r>
                          <a:rPr lang="en-AU" b="0" i="1" smtClean="0">
                            <a:latin typeface="Cambria Math" panose="02040503050406030204" pitchFamily="18" charset="0"/>
                          </a:rPr>
                          <m:t>𝐻𝑒𝑖𝑔h𝑡</m:t>
                        </m:r>
                      </m:num>
                      <m:den>
                        <m:r>
                          <a:rPr lang="en-AU" b="0" i="1" smtClean="0">
                            <a:latin typeface="Cambria Math" panose="02040503050406030204" pitchFamily="18" charset="0"/>
                          </a:rPr>
                          <m:t>3</m:t>
                        </m:r>
                      </m:den>
                    </m:f>
                  </m:oMath>
                </a14:m>
                <a:r>
                  <a:rPr lang="en-AU" dirty="0"/>
                  <a:t> </a:t>
                </a:r>
              </a:p>
            </p:txBody>
          </p:sp>
        </mc:Choice>
        <mc:Fallback xmlns="">
          <p:sp>
            <p:nvSpPr>
              <p:cNvPr id="3" name="Text Placeholder 2">
                <a:extLst>
                  <a:ext uri="{FF2B5EF4-FFF2-40B4-BE49-F238E27FC236}">
                    <a16:creationId xmlns:a16="http://schemas.microsoft.com/office/drawing/2014/main" id="{9F95DD1A-B23D-4360-9976-DCE6A3B26F81}"/>
                  </a:ext>
                </a:extLst>
              </p:cNvPr>
              <p:cNvSpPr>
                <a:spLocks noGrp="1" noRot="1" noChangeAspect="1" noMove="1" noResize="1" noEditPoints="1" noAdjustHandles="1" noChangeArrowheads="1" noChangeShapeType="1" noTextEdit="1"/>
              </p:cNvSpPr>
              <p:nvPr>
                <p:ph type="body" idx="1"/>
              </p:nvPr>
            </p:nvSpPr>
            <p:spPr>
              <a:xfrm>
                <a:off x="942321" y="867664"/>
                <a:ext cx="10026677" cy="823912"/>
              </a:xfrm>
              <a:blipFill>
                <a:blip r:embed="rId2"/>
                <a:stretch>
                  <a:fillRect l="-1460" t="-17778" b="-164444"/>
                </a:stretch>
              </a:blipFill>
            </p:spPr>
            <p:txBody>
              <a:bodyPr/>
              <a:lstStyle/>
              <a:p>
                <a:r>
                  <a:rPr lang="en-AU">
                    <a:noFill/>
                  </a:rPr>
                  <a:t> </a:t>
                </a:r>
              </a:p>
            </p:txBody>
          </p:sp>
        </mc:Fallback>
      </mc:AlternateContent>
      <p:pic>
        <p:nvPicPr>
          <p:cNvPr id="6146" name="Picture 2" descr="Great Pyramid of Giza - Wikipedia">
            <a:extLst>
              <a:ext uri="{FF2B5EF4-FFF2-40B4-BE49-F238E27FC236}">
                <a16:creationId xmlns:a16="http://schemas.microsoft.com/office/drawing/2014/main" id="{19E7122B-6D10-4902-9EDF-C2C510208F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2940" y="2190963"/>
            <a:ext cx="7599060" cy="4667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8270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93ED9-F5CE-4A39-98B1-585FE5B16A49}"/>
              </a:ext>
            </a:extLst>
          </p:cNvPr>
          <p:cNvSpPr>
            <a:spLocks noGrp="1"/>
          </p:cNvSpPr>
          <p:nvPr>
            <p:ph type="title"/>
          </p:nvPr>
        </p:nvSpPr>
        <p:spPr>
          <a:xfrm>
            <a:off x="914400" y="247650"/>
            <a:ext cx="10054598" cy="1530350"/>
          </a:xfrm>
        </p:spPr>
        <p:txBody>
          <a:bodyPr/>
          <a:lstStyle/>
          <a:p>
            <a:r>
              <a:rPr lang="en-AU" dirty="0"/>
              <a:t>Picture a 1cm cube: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FC8ABD5-19A6-4229-AE2E-8D519B642CCD}"/>
                  </a:ext>
                </a:extLst>
              </p:cNvPr>
              <p:cNvSpPr>
                <a:spLocks noGrp="1"/>
              </p:cNvSpPr>
              <p:nvPr>
                <p:ph sz="half" idx="2"/>
              </p:nvPr>
            </p:nvSpPr>
            <p:spPr>
              <a:xfrm>
                <a:off x="1371600" y="1073150"/>
                <a:ext cx="4443984" cy="5175250"/>
              </a:xfrm>
            </p:spPr>
            <p:txBody>
              <a:bodyPr>
                <a:normAutofit/>
              </a:bodyPr>
              <a:lstStyle/>
              <a:p>
                <a:r>
                  <a:rPr lang="en-AU" dirty="0"/>
                  <a:t>If we connect all the opposite corners to each other we cut the solid into 6 equal parts:</a:t>
                </a:r>
              </a:p>
              <a:p>
                <a:pPr lvl="1"/>
                <a:r>
                  <a:rPr lang="en-AU" dirty="0"/>
                  <a:t>Each part is a pyramid with the base as one whole side and the height as half of the cube.</a:t>
                </a:r>
              </a:p>
              <a:p>
                <a:pPr lvl="1"/>
                <a:endParaRPr lang="en-AU" dirty="0"/>
              </a:p>
              <a:p>
                <a:pPr lvl="1"/>
                <a:r>
                  <a:rPr lang="en-AU" dirty="0"/>
                  <a:t>The base area for each pyramid is:</a:t>
                </a:r>
              </a:p>
              <a:p>
                <a:pPr marL="530352" lvl="1" indent="0">
                  <a:buNone/>
                </a:pPr>
                <a:endParaRPr lang="en-AU" dirty="0"/>
              </a:p>
              <a:p>
                <a:pPr marL="530352" lvl="1"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𝑏𝑎𝑠𝑒</m:t>
                      </m:r>
                      <m:r>
                        <a:rPr lang="en-AU" b="0" i="1" smtClean="0">
                          <a:latin typeface="Cambria Math" panose="02040503050406030204" pitchFamily="18" charset="0"/>
                        </a:rPr>
                        <m:t> </m:t>
                      </m:r>
                      <m:r>
                        <a:rPr lang="en-AU" b="0" i="1" smtClean="0">
                          <a:latin typeface="Cambria Math" panose="02040503050406030204" pitchFamily="18" charset="0"/>
                        </a:rPr>
                        <m:t>𝑎𝑟𝑒𝑎</m:t>
                      </m:r>
                      <m:r>
                        <a:rPr lang="en-AU" b="0" i="1" smtClean="0">
                          <a:latin typeface="Cambria Math" panose="02040503050406030204" pitchFamily="18" charset="0"/>
                        </a:rPr>
                        <m:t>=</m:t>
                      </m:r>
                      <m:r>
                        <a:rPr lang="en-AU" b="0" i="1" smtClean="0">
                          <a:latin typeface="Cambria Math" panose="02040503050406030204" pitchFamily="18" charset="0"/>
                        </a:rPr>
                        <m:t>𝑙𝑒𝑛𝑔𝑡h</m:t>
                      </m:r>
                      <m:r>
                        <a:rPr lang="en-AU" b="0" i="1" smtClean="0">
                          <a:latin typeface="Cambria Math" panose="02040503050406030204" pitchFamily="18" charset="0"/>
                        </a:rPr>
                        <m:t>×</m:t>
                      </m:r>
                      <m:r>
                        <a:rPr lang="en-AU" b="0" i="1" smtClean="0">
                          <a:latin typeface="Cambria Math" panose="02040503050406030204" pitchFamily="18" charset="0"/>
                        </a:rPr>
                        <m:t>𝑤𝑖𝑑𝑡h</m:t>
                      </m:r>
                    </m:oMath>
                  </m:oMathPara>
                </a14:m>
                <a:endParaRPr lang="en-AU" dirty="0"/>
              </a:p>
              <a:p>
                <a:pPr marL="530352" lvl="1" indent="0">
                  <a:buNone/>
                </a:pPr>
                <a:endParaRPr lang="en-AU" dirty="0"/>
              </a:p>
              <a:p>
                <a:pPr lvl="1"/>
                <a:r>
                  <a:rPr lang="en-AU" dirty="0"/>
                  <a:t>The height for each pyramid is:</a:t>
                </a:r>
              </a:p>
              <a:p>
                <a:pPr lvl="1"/>
                <a:endParaRPr lang="en-AU" dirty="0"/>
              </a:p>
              <a:p>
                <a:pPr marL="530352" lvl="1"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h</m:t>
                      </m:r>
                      <m:r>
                        <a:rPr lang="en-AU" b="0" i="1" smtClean="0">
                          <a:latin typeface="Cambria Math" panose="02040503050406030204" pitchFamily="18" charset="0"/>
                        </a:rPr>
                        <m:t>=</m:t>
                      </m:r>
                      <m:r>
                        <a:rPr lang="en-AU" b="0" i="1" smtClean="0">
                          <a:latin typeface="Cambria Math" panose="02040503050406030204" pitchFamily="18" charset="0"/>
                        </a:rPr>
                        <m:t>h𝑒𝑖𝑔h𝑡</m:t>
                      </m:r>
                      <m:r>
                        <a:rPr lang="en-AU" b="0" i="1" smtClean="0">
                          <a:latin typeface="Cambria Math" panose="02040503050406030204" pitchFamily="18" charset="0"/>
                        </a:rPr>
                        <m:t>÷2</m:t>
                      </m:r>
                    </m:oMath>
                  </m:oMathPara>
                </a14:m>
                <a:endParaRPr lang="en-AU" dirty="0"/>
              </a:p>
              <a:p>
                <a:pPr marL="530352" lvl="1" indent="0">
                  <a:buNone/>
                </a:pPr>
                <a:endParaRPr lang="en-AU" dirty="0"/>
              </a:p>
            </p:txBody>
          </p:sp>
        </mc:Choice>
        <mc:Fallback xmlns="">
          <p:sp>
            <p:nvSpPr>
              <p:cNvPr id="4" name="Content Placeholder 3">
                <a:extLst>
                  <a:ext uri="{FF2B5EF4-FFF2-40B4-BE49-F238E27FC236}">
                    <a16:creationId xmlns:a16="http://schemas.microsoft.com/office/drawing/2014/main" id="{4FC8ABD5-19A6-4229-AE2E-8D519B642CCD}"/>
                  </a:ext>
                </a:extLst>
              </p:cNvPr>
              <p:cNvSpPr>
                <a:spLocks noGrp="1" noRot="1" noChangeAspect="1" noMove="1" noResize="1" noEditPoints="1" noAdjustHandles="1" noChangeArrowheads="1" noChangeShapeType="1" noTextEdit="1"/>
              </p:cNvSpPr>
              <p:nvPr>
                <p:ph sz="half" idx="2"/>
              </p:nvPr>
            </p:nvSpPr>
            <p:spPr>
              <a:xfrm>
                <a:off x="1371600" y="1073150"/>
                <a:ext cx="4443984" cy="5175250"/>
              </a:xfrm>
              <a:blipFill>
                <a:blip r:embed="rId2"/>
                <a:stretch>
                  <a:fillRect l="-1235" t="-942" r="-2469"/>
                </a:stretch>
              </a:blipFill>
            </p:spPr>
            <p:txBody>
              <a:bodyPr/>
              <a:lstStyle/>
              <a:p>
                <a:r>
                  <a:rPr lang="en-AU">
                    <a:noFill/>
                  </a:rPr>
                  <a:t> </a:t>
                </a:r>
              </a:p>
            </p:txBody>
          </p:sp>
        </mc:Fallback>
      </mc:AlternateContent>
      <p:sp>
        <p:nvSpPr>
          <p:cNvPr id="7" name="Cube 6">
            <a:extLst>
              <a:ext uri="{FF2B5EF4-FFF2-40B4-BE49-F238E27FC236}">
                <a16:creationId xmlns:a16="http://schemas.microsoft.com/office/drawing/2014/main" id="{E3527A48-2626-4D47-BA57-CC5B6EEFEB72}"/>
              </a:ext>
            </a:extLst>
          </p:cNvPr>
          <p:cNvSpPr/>
          <p:nvPr/>
        </p:nvSpPr>
        <p:spPr>
          <a:xfrm>
            <a:off x="6553200" y="1879600"/>
            <a:ext cx="3784600" cy="3784600"/>
          </a:xfrm>
          <a:prstGeom prst="cub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Cube 7">
            <a:extLst>
              <a:ext uri="{FF2B5EF4-FFF2-40B4-BE49-F238E27FC236}">
                <a16:creationId xmlns:a16="http://schemas.microsoft.com/office/drawing/2014/main" id="{7EA35E11-6617-43AC-80AA-0C4960D02808}"/>
              </a:ext>
            </a:extLst>
          </p:cNvPr>
          <p:cNvSpPr/>
          <p:nvPr/>
        </p:nvSpPr>
        <p:spPr>
          <a:xfrm rot="10800000">
            <a:off x="6553200" y="1879600"/>
            <a:ext cx="3784600" cy="3784600"/>
          </a:xfrm>
          <a:prstGeom prst="cub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8A6951DC-5EE4-423F-99A0-ED9A5AFD7F7B}"/>
              </a:ext>
            </a:extLst>
          </p:cNvPr>
          <p:cNvCxnSpPr/>
          <p:nvPr/>
        </p:nvCxnSpPr>
        <p:spPr>
          <a:xfrm>
            <a:off x="7524750" y="1879600"/>
            <a:ext cx="1835150" cy="3784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34AE9A9-3F36-4CE9-9C49-D049C2C795CB}"/>
              </a:ext>
            </a:extLst>
          </p:cNvPr>
          <p:cNvCxnSpPr>
            <a:cxnSpLocks/>
          </p:cNvCxnSpPr>
          <p:nvPr/>
        </p:nvCxnSpPr>
        <p:spPr>
          <a:xfrm flipH="1">
            <a:off x="6527800" y="1879600"/>
            <a:ext cx="3803650" cy="37401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C0424EE-4644-440F-884D-BA00D94A4C41}"/>
              </a:ext>
            </a:extLst>
          </p:cNvPr>
          <p:cNvCxnSpPr>
            <a:cxnSpLocks/>
          </p:cNvCxnSpPr>
          <p:nvPr/>
        </p:nvCxnSpPr>
        <p:spPr>
          <a:xfrm>
            <a:off x="6591300" y="2857500"/>
            <a:ext cx="3683000" cy="18351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69F04A78-175B-437A-A6EF-6590A04EEC2F}"/>
              </a:ext>
            </a:extLst>
          </p:cNvPr>
          <p:cNvSpPr/>
          <p:nvPr/>
        </p:nvSpPr>
        <p:spPr>
          <a:xfrm>
            <a:off x="6546850" y="3778250"/>
            <a:ext cx="2825750" cy="1866900"/>
          </a:xfrm>
          <a:custGeom>
            <a:avLst/>
            <a:gdLst>
              <a:gd name="connsiteX0" fmla="*/ 0 w 2825750"/>
              <a:gd name="connsiteY0" fmla="*/ 1866900 h 1866900"/>
              <a:gd name="connsiteX1" fmla="*/ 1866900 w 2825750"/>
              <a:gd name="connsiteY1" fmla="*/ 0 h 1866900"/>
              <a:gd name="connsiteX2" fmla="*/ 2825750 w 2825750"/>
              <a:gd name="connsiteY2" fmla="*/ 1854200 h 1866900"/>
              <a:gd name="connsiteX3" fmla="*/ 0 w 2825750"/>
              <a:gd name="connsiteY3" fmla="*/ 1866900 h 1866900"/>
            </a:gdLst>
            <a:ahLst/>
            <a:cxnLst>
              <a:cxn ang="0">
                <a:pos x="connsiteX0" y="connsiteY0"/>
              </a:cxn>
              <a:cxn ang="0">
                <a:pos x="connsiteX1" y="connsiteY1"/>
              </a:cxn>
              <a:cxn ang="0">
                <a:pos x="connsiteX2" y="connsiteY2"/>
              </a:cxn>
              <a:cxn ang="0">
                <a:pos x="connsiteX3" y="connsiteY3"/>
              </a:cxn>
            </a:cxnLst>
            <a:rect l="l" t="t" r="r" b="b"/>
            <a:pathLst>
              <a:path w="2825750" h="1866900">
                <a:moveTo>
                  <a:pt x="0" y="1866900"/>
                </a:moveTo>
                <a:lnTo>
                  <a:pt x="1866900" y="0"/>
                </a:lnTo>
                <a:lnTo>
                  <a:pt x="2825750" y="1854200"/>
                </a:lnTo>
                <a:lnTo>
                  <a:pt x="0" y="186690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Freeform: Shape 20">
            <a:extLst>
              <a:ext uri="{FF2B5EF4-FFF2-40B4-BE49-F238E27FC236}">
                <a16:creationId xmlns:a16="http://schemas.microsoft.com/office/drawing/2014/main" id="{054B2FDD-5F0C-486C-A4E6-C832D16D9840}"/>
              </a:ext>
            </a:extLst>
          </p:cNvPr>
          <p:cNvSpPr/>
          <p:nvPr/>
        </p:nvSpPr>
        <p:spPr>
          <a:xfrm>
            <a:off x="8432800" y="3803650"/>
            <a:ext cx="1885950" cy="1809750"/>
          </a:xfrm>
          <a:custGeom>
            <a:avLst/>
            <a:gdLst>
              <a:gd name="connsiteX0" fmla="*/ 1885950 w 1885950"/>
              <a:gd name="connsiteY0" fmla="*/ 914400 h 1809750"/>
              <a:gd name="connsiteX1" fmla="*/ 0 w 1885950"/>
              <a:gd name="connsiteY1" fmla="*/ 0 h 1809750"/>
              <a:gd name="connsiteX2" fmla="*/ 939800 w 1885950"/>
              <a:gd name="connsiteY2" fmla="*/ 1809750 h 1809750"/>
              <a:gd name="connsiteX3" fmla="*/ 1885950 w 1885950"/>
              <a:gd name="connsiteY3" fmla="*/ 914400 h 1809750"/>
            </a:gdLst>
            <a:ahLst/>
            <a:cxnLst>
              <a:cxn ang="0">
                <a:pos x="connsiteX0" y="connsiteY0"/>
              </a:cxn>
              <a:cxn ang="0">
                <a:pos x="connsiteX1" y="connsiteY1"/>
              </a:cxn>
              <a:cxn ang="0">
                <a:pos x="connsiteX2" y="connsiteY2"/>
              </a:cxn>
              <a:cxn ang="0">
                <a:pos x="connsiteX3" y="connsiteY3"/>
              </a:cxn>
            </a:cxnLst>
            <a:rect l="l" t="t" r="r" b="b"/>
            <a:pathLst>
              <a:path w="1885950" h="1809750">
                <a:moveTo>
                  <a:pt x="1885950" y="914400"/>
                </a:moveTo>
                <a:lnTo>
                  <a:pt x="0" y="0"/>
                </a:lnTo>
                <a:lnTo>
                  <a:pt x="939800" y="1809750"/>
                </a:lnTo>
                <a:lnTo>
                  <a:pt x="1885950" y="91440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098196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93ED9-F5CE-4A39-98B1-585FE5B16A49}"/>
              </a:ext>
            </a:extLst>
          </p:cNvPr>
          <p:cNvSpPr>
            <a:spLocks noGrp="1"/>
          </p:cNvSpPr>
          <p:nvPr>
            <p:ph type="title"/>
          </p:nvPr>
        </p:nvSpPr>
        <p:spPr>
          <a:xfrm>
            <a:off x="914400" y="247650"/>
            <a:ext cx="10054598" cy="1530350"/>
          </a:xfrm>
        </p:spPr>
        <p:txBody>
          <a:bodyPr/>
          <a:lstStyle/>
          <a:p>
            <a:r>
              <a:rPr lang="en-AU" dirty="0"/>
              <a:t>Picture a 1cm cube: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FC8ABD5-19A6-4229-AE2E-8D519B642CCD}"/>
                  </a:ext>
                </a:extLst>
              </p:cNvPr>
              <p:cNvSpPr>
                <a:spLocks noGrp="1"/>
              </p:cNvSpPr>
              <p:nvPr>
                <p:ph sz="half" idx="2"/>
              </p:nvPr>
            </p:nvSpPr>
            <p:spPr>
              <a:xfrm>
                <a:off x="1041400" y="1073150"/>
                <a:ext cx="5353050" cy="5175250"/>
              </a:xfrm>
            </p:spPr>
            <p:txBody>
              <a:bodyPr>
                <a:normAutofit/>
              </a:bodyPr>
              <a:lstStyle/>
              <a:p>
                <a:r>
                  <a:rPr lang="en-AU" dirty="0"/>
                  <a:t>The volume of the cube is </a:t>
                </a:r>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𝑉</m:t>
                      </m:r>
                      <m:r>
                        <a:rPr lang="en-AU" b="0" i="1" smtClean="0">
                          <a:latin typeface="Cambria Math" panose="02040503050406030204" pitchFamily="18" charset="0"/>
                        </a:rPr>
                        <m:t>= </m:t>
                      </m:r>
                      <m:r>
                        <a:rPr lang="en-AU" b="0" i="1" smtClean="0">
                          <a:latin typeface="Cambria Math" panose="02040503050406030204" pitchFamily="18" charset="0"/>
                        </a:rPr>
                        <m:t>𝑙𝑒𝑛𝑔𝑡h</m:t>
                      </m:r>
                      <m:r>
                        <a:rPr lang="en-AU" b="0" i="1" smtClean="0">
                          <a:latin typeface="Cambria Math" panose="02040503050406030204" pitchFamily="18" charset="0"/>
                        </a:rPr>
                        <m:t>×</m:t>
                      </m:r>
                      <m:r>
                        <a:rPr lang="en-AU" b="0" i="1" smtClean="0">
                          <a:latin typeface="Cambria Math" panose="02040503050406030204" pitchFamily="18" charset="0"/>
                        </a:rPr>
                        <m:t>𝑤𝑖𝑑𝑡h</m:t>
                      </m:r>
                      <m:r>
                        <a:rPr lang="en-AU" b="0" i="1" smtClean="0">
                          <a:latin typeface="Cambria Math" panose="02040503050406030204" pitchFamily="18" charset="0"/>
                        </a:rPr>
                        <m:t>×</m:t>
                      </m:r>
                      <m:r>
                        <a:rPr lang="en-AU" b="0" i="1" smtClean="0">
                          <a:latin typeface="Cambria Math" panose="02040503050406030204" pitchFamily="18" charset="0"/>
                        </a:rPr>
                        <m:t>h𝑒𝑖𝑔h𝑡</m:t>
                      </m:r>
                    </m:oMath>
                  </m:oMathPara>
                </a14:m>
                <a:endParaRPr lang="en-AU" dirty="0"/>
              </a:p>
              <a:p>
                <a:pPr marL="0" indent="0">
                  <a:buNone/>
                </a:pPr>
                <a:r>
                  <a:rPr lang="en-AU" dirty="0"/>
                  <a:t>and because there are 6 equal pyramids, each has a volume of</a:t>
                </a:r>
              </a:p>
              <a:p>
                <a:pPr marL="0" indent="0">
                  <a:buNone/>
                </a:pPr>
                <a:endParaRPr lang="en-AU" dirty="0"/>
              </a:p>
              <a:p>
                <a:pPr marL="0" indent="0">
                  <a:buNone/>
                </a:pPr>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𝑉</m:t>
                      </m:r>
                      <m:r>
                        <a:rPr lang="en-AU" i="1">
                          <a:latin typeface="Cambria Math" panose="02040503050406030204" pitchFamily="18" charset="0"/>
                        </a:rPr>
                        <m:t>=</m:t>
                      </m:r>
                      <m:f>
                        <m:fPr>
                          <m:ctrlPr>
                            <a:rPr lang="en-AU" b="0" i="1" smtClean="0">
                              <a:latin typeface="Cambria Math" panose="02040503050406030204" pitchFamily="18" charset="0"/>
                            </a:rPr>
                          </m:ctrlPr>
                        </m:fPr>
                        <m:num>
                          <m:r>
                            <a:rPr lang="en-AU" i="1">
                              <a:latin typeface="Cambria Math" panose="02040503050406030204" pitchFamily="18" charset="0"/>
                            </a:rPr>
                            <m:t>𝑙𝑒𝑛𝑔𝑡h</m:t>
                          </m:r>
                          <m:r>
                            <a:rPr lang="en-AU" i="1">
                              <a:latin typeface="Cambria Math" panose="02040503050406030204" pitchFamily="18" charset="0"/>
                            </a:rPr>
                            <m:t>×</m:t>
                          </m:r>
                          <m:r>
                            <a:rPr lang="en-AU" i="1">
                              <a:latin typeface="Cambria Math" panose="02040503050406030204" pitchFamily="18" charset="0"/>
                            </a:rPr>
                            <m:t>𝑤𝑖𝑑𝑡h</m:t>
                          </m:r>
                          <m:r>
                            <a:rPr lang="en-AU" i="1">
                              <a:latin typeface="Cambria Math" panose="02040503050406030204" pitchFamily="18" charset="0"/>
                            </a:rPr>
                            <m:t>×</m:t>
                          </m:r>
                          <m:r>
                            <a:rPr lang="en-AU" i="1">
                              <a:latin typeface="Cambria Math" panose="02040503050406030204" pitchFamily="18" charset="0"/>
                            </a:rPr>
                            <m:t>h𝑒𝑖𝑔h𝑡</m:t>
                          </m:r>
                        </m:num>
                        <m:den>
                          <m:r>
                            <a:rPr lang="en-AU" b="0" i="1" smtClean="0">
                              <a:latin typeface="Cambria Math" panose="02040503050406030204" pitchFamily="18" charset="0"/>
                            </a:rPr>
                            <m:t>6</m:t>
                          </m:r>
                        </m:den>
                      </m:f>
                    </m:oMath>
                  </m:oMathPara>
                </a14:m>
                <a:endParaRPr lang="en-AU" dirty="0"/>
              </a:p>
              <a:p>
                <a:r>
                  <a:rPr lang="en-AU" dirty="0"/>
                  <a:t>Substituting from our additional formula gives</a:t>
                </a:r>
              </a:p>
              <a:p>
                <a:endParaRPr lang="en-AU" sz="800" dirty="0"/>
              </a:p>
              <a:p>
                <a:pPr marL="530352" lvl="1"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𝑏𝑎𝑠𝑒</m:t>
                      </m:r>
                      <m:r>
                        <a:rPr lang="en-AU" b="0" i="1" smtClean="0">
                          <a:latin typeface="Cambria Math" panose="02040503050406030204" pitchFamily="18" charset="0"/>
                        </a:rPr>
                        <m:t> </m:t>
                      </m:r>
                      <m:r>
                        <a:rPr lang="en-AU" b="0" i="1" smtClean="0">
                          <a:latin typeface="Cambria Math" panose="02040503050406030204" pitchFamily="18" charset="0"/>
                        </a:rPr>
                        <m:t>𝑎𝑟𝑒𝑎</m:t>
                      </m:r>
                      <m:r>
                        <a:rPr lang="en-AU" b="0" i="1" smtClean="0">
                          <a:latin typeface="Cambria Math" panose="02040503050406030204" pitchFamily="18" charset="0"/>
                        </a:rPr>
                        <m:t>=</m:t>
                      </m:r>
                      <m:r>
                        <a:rPr lang="en-AU" b="0" i="1" smtClean="0">
                          <a:latin typeface="Cambria Math" panose="02040503050406030204" pitchFamily="18" charset="0"/>
                        </a:rPr>
                        <m:t>𝑙𝑒𝑛𝑔𝑡h</m:t>
                      </m:r>
                      <m:r>
                        <a:rPr lang="en-AU" b="0" i="1" smtClean="0">
                          <a:latin typeface="Cambria Math" panose="02040503050406030204" pitchFamily="18" charset="0"/>
                        </a:rPr>
                        <m:t>×</m:t>
                      </m:r>
                      <m:r>
                        <a:rPr lang="en-AU" b="0" i="1" smtClean="0">
                          <a:latin typeface="Cambria Math" panose="02040503050406030204" pitchFamily="18" charset="0"/>
                        </a:rPr>
                        <m:t>𝑤𝑖𝑑𝑡h</m:t>
                      </m:r>
                    </m:oMath>
                  </m:oMathPara>
                </a14:m>
                <a:endParaRPr lang="en-AU" dirty="0"/>
              </a:p>
              <a:p>
                <a:pPr marL="530352" lvl="1"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h</m:t>
                      </m:r>
                      <m:r>
                        <a:rPr lang="en-AU" b="0" i="1" smtClean="0">
                          <a:latin typeface="Cambria Math" panose="02040503050406030204" pitchFamily="18" charset="0"/>
                        </a:rPr>
                        <m:t>=</m:t>
                      </m:r>
                      <m:r>
                        <a:rPr lang="en-AU" b="0" i="1" smtClean="0">
                          <a:latin typeface="Cambria Math" panose="02040503050406030204" pitchFamily="18" charset="0"/>
                        </a:rPr>
                        <m:t>h𝑒𝑖𝑔h𝑡</m:t>
                      </m:r>
                      <m:r>
                        <a:rPr lang="en-AU" b="0" i="1" smtClean="0">
                          <a:latin typeface="Cambria Math" panose="02040503050406030204" pitchFamily="18" charset="0"/>
                        </a:rPr>
                        <m:t>÷2</m:t>
                      </m:r>
                    </m:oMath>
                  </m:oMathPara>
                </a14:m>
                <a:endParaRPr lang="en-AU" dirty="0"/>
              </a:p>
              <a:p>
                <a:pPr marL="530352" lvl="1" indent="0">
                  <a:buNone/>
                </a:pPr>
                <a:endParaRPr lang="en-AU" dirty="0"/>
              </a:p>
              <a:p>
                <a:pPr marL="530352" lvl="1" indent="0">
                  <a:buNone/>
                </a:pPr>
                <a14:m>
                  <m:oMathPara xmlns:m="http://schemas.openxmlformats.org/officeDocument/2006/math">
                    <m:oMathParaPr>
                      <m:jc m:val="centerGroup"/>
                    </m:oMathParaPr>
                    <m:oMath xmlns:m="http://schemas.openxmlformats.org/officeDocument/2006/math">
                      <m:r>
                        <a:rPr lang="en-AU">
                          <a:latin typeface="Cambria Math" panose="02040503050406030204" pitchFamily="18" charset="0"/>
                        </a:rPr>
                        <m:t>𝑉</m:t>
                      </m:r>
                      <m:r>
                        <a:rPr lang="en-AU">
                          <a:latin typeface="Cambria Math" panose="02040503050406030204" pitchFamily="18" charset="0"/>
                        </a:rPr>
                        <m:t>=</m:t>
                      </m:r>
                      <m:f>
                        <m:fPr>
                          <m:ctrlPr>
                            <a:rPr lang="en-AU" i="1">
                              <a:latin typeface="Cambria Math" panose="02040503050406030204" pitchFamily="18" charset="0"/>
                            </a:rPr>
                          </m:ctrlPr>
                        </m:fPr>
                        <m:num>
                          <m:r>
                            <a:rPr lang="en-AU" b="0" i="1" smtClean="0">
                              <a:latin typeface="Cambria Math" panose="02040503050406030204" pitchFamily="18" charset="0"/>
                            </a:rPr>
                            <m:t>𝑏𝑎𝑠𝑒</m:t>
                          </m:r>
                          <m:r>
                            <a:rPr lang="en-AU" b="0" i="1" smtClean="0">
                              <a:latin typeface="Cambria Math" panose="02040503050406030204" pitchFamily="18" charset="0"/>
                            </a:rPr>
                            <m:t> </m:t>
                          </m:r>
                          <m:r>
                            <a:rPr lang="en-AU" b="0" i="1" smtClean="0">
                              <a:latin typeface="Cambria Math" panose="02040503050406030204" pitchFamily="18" charset="0"/>
                            </a:rPr>
                            <m:t>𝑎𝑟𝑒𝑎</m:t>
                          </m:r>
                          <m:r>
                            <a:rPr lang="en-AU">
                              <a:latin typeface="Cambria Math" panose="02040503050406030204" pitchFamily="18" charset="0"/>
                            </a:rPr>
                            <m:t>×</m:t>
                          </m:r>
                          <m:r>
                            <a:rPr lang="en-AU" b="0" i="1" smtClean="0">
                              <a:latin typeface="Cambria Math" panose="02040503050406030204" pitchFamily="18" charset="0"/>
                            </a:rPr>
                            <m:t>2</m:t>
                          </m:r>
                          <m:r>
                            <a:rPr lang="en-AU" b="0" i="1" smtClean="0">
                              <a:latin typeface="Cambria Math" panose="02040503050406030204" pitchFamily="18" charset="0"/>
                            </a:rPr>
                            <m:t>h</m:t>
                          </m:r>
                        </m:num>
                        <m:den>
                          <m:r>
                            <a:rPr lang="en-AU">
                              <a:latin typeface="Cambria Math" panose="02040503050406030204" pitchFamily="18" charset="0"/>
                            </a:rPr>
                            <m:t>6</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𝑏𝑎𝑠𝑒</m:t>
                          </m:r>
                          <m:r>
                            <a:rPr lang="en-AU" b="0" i="1" smtClean="0">
                              <a:latin typeface="Cambria Math" panose="02040503050406030204" pitchFamily="18" charset="0"/>
                            </a:rPr>
                            <m:t> </m:t>
                          </m:r>
                          <m:r>
                            <a:rPr lang="en-AU" b="0" i="1" smtClean="0">
                              <a:latin typeface="Cambria Math" panose="02040503050406030204" pitchFamily="18" charset="0"/>
                            </a:rPr>
                            <m:t>𝑎𝑟𝑒𝑎</m:t>
                          </m:r>
                          <m:r>
                            <a:rPr lang="en-AU" b="0" i="1" smtClean="0">
                              <a:latin typeface="Cambria Math" panose="02040503050406030204" pitchFamily="18" charset="0"/>
                            </a:rPr>
                            <m:t>×</m:t>
                          </m:r>
                          <m:r>
                            <a:rPr lang="en-AU" b="0" i="1" smtClean="0">
                              <a:latin typeface="Cambria Math" panose="02040503050406030204" pitchFamily="18" charset="0"/>
                            </a:rPr>
                            <m:t>h</m:t>
                          </m:r>
                        </m:num>
                        <m:den>
                          <m:r>
                            <a:rPr lang="en-AU" b="0" i="1" smtClean="0">
                              <a:latin typeface="Cambria Math" panose="02040503050406030204" pitchFamily="18" charset="0"/>
                            </a:rPr>
                            <m:t>3</m:t>
                          </m:r>
                        </m:den>
                      </m:f>
                    </m:oMath>
                  </m:oMathPara>
                </a14:m>
                <a:endParaRPr lang="en-AU" dirty="0"/>
              </a:p>
              <a:p>
                <a:pPr marL="530352" lvl="1" indent="0">
                  <a:buNone/>
                </a:pPr>
                <a:endParaRPr lang="en-AU" dirty="0"/>
              </a:p>
            </p:txBody>
          </p:sp>
        </mc:Choice>
        <mc:Fallback xmlns="">
          <p:sp>
            <p:nvSpPr>
              <p:cNvPr id="4" name="Content Placeholder 3">
                <a:extLst>
                  <a:ext uri="{FF2B5EF4-FFF2-40B4-BE49-F238E27FC236}">
                    <a16:creationId xmlns:a16="http://schemas.microsoft.com/office/drawing/2014/main" id="{4FC8ABD5-19A6-4229-AE2E-8D519B642CCD}"/>
                  </a:ext>
                </a:extLst>
              </p:cNvPr>
              <p:cNvSpPr>
                <a:spLocks noGrp="1" noRot="1" noChangeAspect="1" noMove="1" noResize="1" noEditPoints="1" noAdjustHandles="1" noChangeArrowheads="1" noChangeShapeType="1" noTextEdit="1"/>
              </p:cNvSpPr>
              <p:nvPr>
                <p:ph sz="half" idx="2"/>
              </p:nvPr>
            </p:nvSpPr>
            <p:spPr>
              <a:xfrm>
                <a:off x="1041400" y="1073150"/>
                <a:ext cx="5353050" cy="5175250"/>
              </a:xfrm>
              <a:blipFill>
                <a:blip r:embed="rId2"/>
                <a:stretch>
                  <a:fillRect l="-1253" t="-942"/>
                </a:stretch>
              </a:blipFill>
            </p:spPr>
            <p:txBody>
              <a:bodyPr/>
              <a:lstStyle/>
              <a:p>
                <a:r>
                  <a:rPr lang="en-AU">
                    <a:noFill/>
                  </a:rPr>
                  <a:t> </a:t>
                </a:r>
              </a:p>
            </p:txBody>
          </p:sp>
        </mc:Fallback>
      </mc:AlternateContent>
      <p:sp>
        <p:nvSpPr>
          <p:cNvPr id="7" name="Cube 6">
            <a:extLst>
              <a:ext uri="{FF2B5EF4-FFF2-40B4-BE49-F238E27FC236}">
                <a16:creationId xmlns:a16="http://schemas.microsoft.com/office/drawing/2014/main" id="{E3527A48-2626-4D47-BA57-CC5B6EEFEB72}"/>
              </a:ext>
            </a:extLst>
          </p:cNvPr>
          <p:cNvSpPr/>
          <p:nvPr/>
        </p:nvSpPr>
        <p:spPr>
          <a:xfrm>
            <a:off x="6553200" y="1879600"/>
            <a:ext cx="3784600" cy="3784600"/>
          </a:xfrm>
          <a:prstGeom prst="cub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Cube 7">
            <a:extLst>
              <a:ext uri="{FF2B5EF4-FFF2-40B4-BE49-F238E27FC236}">
                <a16:creationId xmlns:a16="http://schemas.microsoft.com/office/drawing/2014/main" id="{7EA35E11-6617-43AC-80AA-0C4960D02808}"/>
              </a:ext>
            </a:extLst>
          </p:cNvPr>
          <p:cNvSpPr/>
          <p:nvPr/>
        </p:nvSpPr>
        <p:spPr>
          <a:xfrm rot="10800000">
            <a:off x="6553200" y="1879600"/>
            <a:ext cx="3784600" cy="3784600"/>
          </a:xfrm>
          <a:prstGeom prst="cub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Connector 9">
            <a:extLst>
              <a:ext uri="{FF2B5EF4-FFF2-40B4-BE49-F238E27FC236}">
                <a16:creationId xmlns:a16="http://schemas.microsoft.com/office/drawing/2014/main" id="{8A6951DC-5EE4-423F-99A0-ED9A5AFD7F7B}"/>
              </a:ext>
            </a:extLst>
          </p:cNvPr>
          <p:cNvCxnSpPr/>
          <p:nvPr/>
        </p:nvCxnSpPr>
        <p:spPr>
          <a:xfrm>
            <a:off x="7524750" y="1879600"/>
            <a:ext cx="1835150" cy="3784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34AE9A9-3F36-4CE9-9C49-D049C2C795CB}"/>
              </a:ext>
            </a:extLst>
          </p:cNvPr>
          <p:cNvCxnSpPr>
            <a:cxnSpLocks/>
          </p:cNvCxnSpPr>
          <p:nvPr/>
        </p:nvCxnSpPr>
        <p:spPr>
          <a:xfrm flipH="1">
            <a:off x="6527800" y="1879600"/>
            <a:ext cx="3803650" cy="37401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C0424EE-4644-440F-884D-BA00D94A4C41}"/>
              </a:ext>
            </a:extLst>
          </p:cNvPr>
          <p:cNvCxnSpPr>
            <a:cxnSpLocks/>
          </p:cNvCxnSpPr>
          <p:nvPr/>
        </p:nvCxnSpPr>
        <p:spPr>
          <a:xfrm>
            <a:off x="6591300" y="2857500"/>
            <a:ext cx="3683000" cy="18351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69F04A78-175B-437A-A6EF-6590A04EEC2F}"/>
              </a:ext>
            </a:extLst>
          </p:cNvPr>
          <p:cNvSpPr/>
          <p:nvPr/>
        </p:nvSpPr>
        <p:spPr>
          <a:xfrm>
            <a:off x="6546850" y="3778250"/>
            <a:ext cx="2825750" cy="1866900"/>
          </a:xfrm>
          <a:custGeom>
            <a:avLst/>
            <a:gdLst>
              <a:gd name="connsiteX0" fmla="*/ 0 w 2825750"/>
              <a:gd name="connsiteY0" fmla="*/ 1866900 h 1866900"/>
              <a:gd name="connsiteX1" fmla="*/ 1866900 w 2825750"/>
              <a:gd name="connsiteY1" fmla="*/ 0 h 1866900"/>
              <a:gd name="connsiteX2" fmla="*/ 2825750 w 2825750"/>
              <a:gd name="connsiteY2" fmla="*/ 1854200 h 1866900"/>
              <a:gd name="connsiteX3" fmla="*/ 0 w 2825750"/>
              <a:gd name="connsiteY3" fmla="*/ 1866900 h 1866900"/>
            </a:gdLst>
            <a:ahLst/>
            <a:cxnLst>
              <a:cxn ang="0">
                <a:pos x="connsiteX0" y="connsiteY0"/>
              </a:cxn>
              <a:cxn ang="0">
                <a:pos x="connsiteX1" y="connsiteY1"/>
              </a:cxn>
              <a:cxn ang="0">
                <a:pos x="connsiteX2" y="connsiteY2"/>
              </a:cxn>
              <a:cxn ang="0">
                <a:pos x="connsiteX3" y="connsiteY3"/>
              </a:cxn>
            </a:cxnLst>
            <a:rect l="l" t="t" r="r" b="b"/>
            <a:pathLst>
              <a:path w="2825750" h="1866900">
                <a:moveTo>
                  <a:pt x="0" y="1866900"/>
                </a:moveTo>
                <a:lnTo>
                  <a:pt x="1866900" y="0"/>
                </a:lnTo>
                <a:lnTo>
                  <a:pt x="2825750" y="1854200"/>
                </a:lnTo>
                <a:lnTo>
                  <a:pt x="0" y="186690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Freeform: Shape 20">
            <a:extLst>
              <a:ext uri="{FF2B5EF4-FFF2-40B4-BE49-F238E27FC236}">
                <a16:creationId xmlns:a16="http://schemas.microsoft.com/office/drawing/2014/main" id="{054B2FDD-5F0C-486C-A4E6-C832D16D9840}"/>
              </a:ext>
            </a:extLst>
          </p:cNvPr>
          <p:cNvSpPr/>
          <p:nvPr/>
        </p:nvSpPr>
        <p:spPr>
          <a:xfrm>
            <a:off x="8432800" y="3803650"/>
            <a:ext cx="1885950" cy="1809750"/>
          </a:xfrm>
          <a:custGeom>
            <a:avLst/>
            <a:gdLst>
              <a:gd name="connsiteX0" fmla="*/ 1885950 w 1885950"/>
              <a:gd name="connsiteY0" fmla="*/ 914400 h 1809750"/>
              <a:gd name="connsiteX1" fmla="*/ 0 w 1885950"/>
              <a:gd name="connsiteY1" fmla="*/ 0 h 1809750"/>
              <a:gd name="connsiteX2" fmla="*/ 939800 w 1885950"/>
              <a:gd name="connsiteY2" fmla="*/ 1809750 h 1809750"/>
              <a:gd name="connsiteX3" fmla="*/ 1885950 w 1885950"/>
              <a:gd name="connsiteY3" fmla="*/ 914400 h 1809750"/>
            </a:gdLst>
            <a:ahLst/>
            <a:cxnLst>
              <a:cxn ang="0">
                <a:pos x="connsiteX0" y="connsiteY0"/>
              </a:cxn>
              <a:cxn ang="0">
                <a:pos x="connsiteX1" y="connsiteY1"/>
              </a:cxn>
              <a:cxn ang="0">
                <a:pos x="connsiteX2" y="connsiteY2"/>
              </a:cxn>
              <a:cxn ang="0">
                <a:pos x="connsiteX3" y="connsiteY3"/>
              </a:cxn>
            </a:cxnLst>
            <a:rect l="l" t="t" r="r" b="b"/>
            <a:pathLst>
              <a:path w="1885950" h="1809750">
                <a:moveTo>
                  <a:pt x="1885950" y="914400"/>
                </a:moveTo>
                <a:lnTo>
                  <a:pt x="0" y="0"/>
                </a:lnTo>
                <a:lnTo>
                  <a:pt x="939800" y="1809750"/>
                </a:lnTo>
                <a:lnTo>
                  <a:pt x="1885950" y="91440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914989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D4ED1-E0A6-4656-9BAA-91AFA022DA1B}"/>
              </a:ext>
            </a:extLst>
          </p:cNvPr>
          <p:cNvSpPr>
            <a:spLocks noGrp="1"/>
          </p:cNvSpPr>
          <p:nvPr>
            <p:ph type="title"/>
          </p:nvPr>
        </p:nvSpPr>
        <p:spPr/>
        <p:txBody>
          <a:bodyPr/>
          <a:lstStyle/>
          <a:p>
            <a:r>
              <a:rPr lang="en-AU" dirty="0"/>
              <a:t>Spheres:</a:t>
            </a:r>
          </a:p>
        </p:txBody>
      </p:sp>
      <p:sp>
        <p:nvSpPr>
          <p:cNvPr id="3" name="Text Placeholder 2">
            <a:extLst>
              <a:ext uri="{FF2B5EF4-FFF2-40B4-BE49-F238E27FC236}">
                <a16:creationId xmlns:a16="http://schemas.microsoft.com/office/drawing/2014/main" id="{D99159AF-CAF4-459F-A355-D37161ADA2C7}"/>
              </a:ext>
            </a:extLst>
          </p:cNvPr>
          <p:cNvSpPr>
            <a:spLocks noGrp="1"/>
          </p:cNvSpPr>
          <p:nvPr>
            <p:ph type="body" idx="1"/>
          </p:nvPr>
        </p:nvSpPr>
        <p:spPr>
          <a:xfrm>
            <a:off x="1371600" y="1347788"/>
            <a:ext cx="9597398" cy="823912"/>
          </a:xfrm>
        </p:spPr>
        <p:txBody>
          <a:bodyPr anchor="t"/>
          <a:lstStyle/>
          <a:p>
            <a:r>
              <a:rPr lang="en-AU" dirty="0"/>
              <a:t>The volume of a sphere is determined by the formula:</a:t>
            </a:r>
          </a:p>
        </p:txBody>
      </p:sp>
      <p:pic>
        <p:nvPicPr>
          <p:cNvPr id="10242" name="Picture 2" descr="Volume of Sphere (formulas, worksheets, solutions, examples, videos)">
            <a:extLst>
              <a:ext uri="{FF2B5EF4-FFF2-40B4-BE49-F238E27FC236}">
                <a16:creationId xmlns:a16="http://schemas.microsoft.com/office/drawing/2014/main" id="{43BC8A5A-8E8C-41C4-AA4A-792C4A2B4D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6009" y="2275093"/>
            <a:ext cx="8513761" cy="3395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842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DB5E-406B-4DF8-8E46-82F672794B14}"/>
              </a:ext>
            </a:extLst>
          </p:cNvPr>
          <p:cNvSpPr>
            <a:spLocks noGrp="1"/>
          </p:cNvSpPr>
          <p:nvPr>
            <p:ph type="title"/>
          </p:nvPr>
        </p:nvSpPr>
        <p:spPr>
          <a:xfrm>
            <a:off x="862049" y="127388"/>
            <a:ext cx="9601200" cy="1485900"/>
          </a:xfrm>
        </p:spPr>
        <p:txBody>
          <a:bodyPr/>
          <a:lstStyle/>
          <a:p>
            <a:r>
              <a:rPr lang="en-AU" dirty="0"/>
              <a:t>Practice:</a:t>
            </a:r>
          </a:p>
        </p:txBody>
      </p:sp>
      <p:sp>
        <p:nvSpPr>
          <p:cNvPr id="3" name="Text Placeholder 2">
            <a:extLst>
              <a:ext uri="{FF2B5EF4-FFF2-40B4-BE49-F238E27FC236}">
                <a16:creationId xmlns:a16="http://schemas.microsoft.com/office/drawing/2014/main" id="{38FB14CA-3423-4C7D-83E4-0B05CB98AB45}"/>
              </a:ext>
            </a:extLst>
          </p:cNvPr>
          <p:cNvSpPr>
            <a:spLocks noGrp="1"/>
          </p:cNvSpPr>
          <p:nvPr>
            <p:ph type="body" idx="1"/>
          </p:nvPr>
        </p:nvSpPr>
        <p:spPr>
          <a:xfrm>
            <a:off x="862049" y="741208"/>
            <a:ext cx="7800320" cy="823912"/>
          </a:xfrm>
        </p:spPr>
        <p:txBody>
          <a:bodyPr anchor="t"/>
          <a:lstStyle/>
          <a:p>
            <a:r>
              <a:rPr lang="en-AU" dirty="0"/>
              <a:t>Calculate the volume of the following solids:</a:t>
            </a:r>
          </a:p>
        </p:txBody>
      </p:sp>
      <p:pic>
        <p:nvPicPr>
          <p:cNvPr id="7170" name="Picture 2" descr="Examples showing how to calculate volume">
            <a:extLst>
              <a:ext uri="{FF2B5EF4-FFF2-40B4-BE49-F238E27FC236}">
                <a16:creationId xmlns:a16="http://schemas.microsoft.com/office/drawing/2014/main" id="{DEF761C5-EA72-4D79-857B-7BD1D21939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163" y="1403883"/>
            <a:ext cx="4376455" cy="2246736"/>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Volume of Prisms &amp; Cylinders Examples">
            <a:extLst>
              <a:ext uri="{FF2B5EF4-FFF2-40B4-BE49-F238E27FC236}">
                <a16:creationId xmlns:a16="http://schemas.microsoft.com/office/drawing/2014/main" id="{4741F8E9-920A-4528-87AC-EB6A559152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0058" y="1120763"/>
            <a:ext cx="4255554" cy="3421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02491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DB5E-406B-4DF8-8E46-82F672794B14}"/>
              </a:ext>
            </a:extLst>
          </p:cNvPr>
          <p:cNvSpPr>
            <a:spLocks noGrp="1"/>
          </p:cNvSpPr>
          <p:nvPr>
            <p:ph type="title"/>
          </p:nvPr>
        </p:nvSpPr>
        <p:spPr>
          <a:xfrm>
            <a:off x="862049" y="127388"/>
            <a:ext cx="9601200" cy="1485900"/>
          </a:xfrm>
        </p:spPr>
        <p:txBody>
          <a:bodyPr/>
          <a:lstStyle/>
          <a:p>
            <a:r>
              <a:rPr lang="en-AU" dirty="0"/>
              <a:t>Practice:</a:t>
            </a:r>
          </a:p>
        </p:txBody>
      </p:sp>
      <p:sp>
        <p:nvSpPr>
          <p:cNvPr id="3" name="Text Placeholder 2">
            <a:extLst>
              <a:ext uri="{FF2B5EF4-FFF2-40B4-BE49-F238E27FC236}">
                <a16:creationId xmlns:a16="http://schemas.microsoft.com/office/drawing/2014/main" id="{38FB14CA-3423-4C7D-83E4-0B05CB98AB45}"/>
              </a:ext>
            </a:extLst>
          </p:cNvPr>
          <p:cNvSpPr>
            <a:spLocks noGrp="1"/>
          </p:cNvSpPr>
          <p:nvPr>
            <p:ph type="body" idx="1"/>
          </p:nvPr>
        </p:nvSpPr>
        <p:spPr>
          <a:xfrm>
            <a:off x="862049" y="741208"/>
            <a:ext cx="7800320" cy="823912"/>
          </a:xfrm>
        </p:spPr>
        <p:txBody>
          <a:bodyPr anchor="t"/>
          <a:lstStyle/>
          <a:p>
            <a:r>
              <a:rPr lang="en-AU" dirty="0"/>
              <a:t>Calculate the volume of the following solids:</a:t>
            </a:r>
          </a:p>
        </p:txBody>
      </p:sp>
      <p:pic>
        <p:nvPicPr>
          <p:cNvPr id="8194" name="Picture 2" descr="Geometry: Cross Sections &amp; Solids - Lessons - Tes Teach">
            <a:extLst>
              <a:ext uri="{FF2B5EF4-FFF2-40B4-BE49-F238E27FC236}">
                <a16:creationId xmlns:a16="http://schemas.microsoft.com/office/drawing/2014/main" id="{2D801114-2B7B-4A5D-B8CA-0DA0E1532E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049" y="1153164"/>
            <a:ext cx="4328260" cy="3282875"/>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Right Prisms And Cylinders | Measurement | Siyavula">
            <a:extLst>
              <a:ext uri="{FF2B5EF4-FFF2-40B4-BE49-F238E27FC236}">
                <a16:creationId xmlns:a16="http://schemas.microsoft.com/office/drawing/2014/main" id="{E9909217-7C44-42C7-AC3F-7E8E52E961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6563" y="1370613"/>
            <a:ext cx="2962275" cy="2847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3442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DB5E-406B-4DF8-8E46-82F672794B14}"/>
              </a:ext>
            </a:extLst>
          </p:cNvPr>
          <p:cNvSpPr>
            <a:spLocks noGrp="1"/>
          </p:cNvSpPr>
          <p:nvPr>
            <p:ph type="title"/>
          </p:nvPr>
        </p:nvSpPr>
        <p:spPr>
          <a:xfrm>
            <a:off x="862049" y="127388"/>
            <a:ext cx="9601200" cy="1485900"/>
          </a:xfrm>
        </p:spPr>
        <p:txBody>
          <a:bodyPr/>
          <a:lstStyle/>
          <a:p>
            <a:r>
              <a:rPr lang="en-AU" dirty="0"/>
              <a:t>Practice:</a:t>
            </a:r>
          </a:p>
        </p:txBody>
      </p:sp>
      <p:sp>
        <p:nvSpPr>
          <p:cNvPr id="3" name="Text Placeholder 2">
            <a:extLst>
              <a:ext uri="{FF2B5EF4-FFF2-40B4-BE49-F238E27FC236}">
                <a16:creationId xmlns:a16="http://schemas.microsoft.com/office/drawing/2014/main" id="{38FB14CA-3423-4C7D-83E4-0B05CB98AB45}"/>
              </a:ext>
            </a:extLst>
          </p:cNvPr>
          <p:cNvSpPr>
            <a:spLocks noGrp="1"/>
          </p:cNvSpPr>
          <p:nvPr>
            <p:ph type="body" idx="1"/>
          </p:nvPr>
        </p:nvSpPr>
        <p:spPr>
          <a:xfrm>
            <a:off x="862049" y="741208"/>
            <a:ext cx="7800320" cy="823912"/>
          </a:xfrm>
        </p:spPr>
        <p:txBody>
          <a:bodyPr anchor="t"/>
          <a:lstStyle/>
          <a:p>
            <a:r>
              <a:rPr lang="en-AU" dirty="0"/>
              <a:t>Calculate the volume of the following solids:</a:t>
            </a:r>
          </a:p>
        </p:txBody>
      </p:sp>
      <p:pic>
        <p:nvPicPr>
          <p:cNvPr id="9218" name="Picture 2" descr="Right Pyramids, Right Cones And Spheres | Measurements | Siyavula">
            <a:extLst>
              <a:ext uri="{FF2B5EF4-FFF2-40B4-BE49-F238E27FC236}">
                <a16:creationId xmlns:a16="http://schemas.microsoft.com/office/drawing/2014/main" id="{92185D24-BB2B-4FCA-A04C-E390795882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4206" y="1370613"/>
            <a:ext cx="2505075" cy="2609850"/>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Volume of Pyramids &amp; Cones Exercises">
            <a:extLst>
              <a:ext uri="{FF2B5EF4-FFF2-40B4-BE49-F238E27FC236}">
                <a16:creationId xmlns:a16="http://schemas.microsoft.com/office/drawing/2014/main" id="{C604FC62-324A-4AFF-91C5-A0A3C39424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6020" y="1576849"/>
            <a:ext cx="3829386" cy="2101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3967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DB5E-406B-4DF8-8E46-82F672794B14}"/>
              </a:ext>
            </a:extLst>
          </p:cNvPr>
          <p:cNvSpPr>
            <a:spLocks noGrp="1"/>
          </p:cNvSpPr>
          <p:nvPr>
            <p:ph type="title"/>
          </p:nvPr>
        </p:nvSpPr>
        <p:spPr>
          <a:xfrm>
            <a:off x="862049" y="127388"/>
            <a:ext cx="9601200" cy="1485900"/>
          </a:xfrm>
        </p:spPr>
        <p:txBody>
          <a:bodyPr/>
          <a:lstStyle/>
          <a:p>
            <a:r>
              <a:rPr lang="en-AU" dirty="0"/>
              <a:t>Practice:</a:t>
            </a:r>
          </a:p>
        </p:txBody>
      </p:sp>
      <p:sp>
        <p:nvSpPr>
          <p:cNvPr id="3" name="Text Placeholder 2">
            <a:extLst>
              <a:ext uri="{FF2B5EF4-FFF2-40B4-BE49-F238E27FC236}">
                <a16:creationId xmlns:a16="http://schemas.microsoft.com/office/drawing/2014/main" id="{38FB14CA-3423-4C7D-83E4-0B05CB98AB45}"/>
              </a:ext>
            </a:extLst>
          </p:cNvPr>
          <p:cNvSpPr>
            <a:spLocks noGrp="1"/>
          </p:cNvSpPr>
          <p:nvPr>
            <p:ph type="body" idx="1"/>
          </p:nvPr>
        </p:nvSpPr>
        <p:spPr>
          <a:xfrm>
            <a:off x="862049" y="741208"/>
            <a:ext cx="7800320" cy="823912"/>
          </a:xfrm>
        </p:spPr>
        <p:txBody>
          <a:bodyPr anchor="t"/>
          <a:lstStyle/>
          <a:p>
            <a:r>
              <a:rPr lang="en-AU" dirty="0"/>
              <a:t>Calculate the volume of the following solids:</a:t>
            </a:r>
          </a:p>
        </p:txBody>
      </p:sp>
      <p:pic>
        <p:nvPicPr>
          <p:cNvPr id="7170" name="Picture 2" descr="Examples showing how to calculate volume">
            <a:extLst>
              <a:ext uri="{FF2B5EF4-FFF2-40B4-BE49-F238E27FC236}">
                <a16:creationId xmlns:a16="http://schemas.microsoft.com/office/drawing/2014/main" id="{DEF761C5-EA72-4D79-857B-7BD1D21939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163" y="1403883"/>
            <a:ext cx="4376455" cy="2246736"/>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Volume of Prisms &amp; Cylinders Examples">
            <a:extLst>
              <a:ext uri="{FF2B5EF4-FFF2-40B4-BE49-F238E27FC236}">
                <a16:creationId xmlns:a16="http://schemas.microsoft.com/office/drawing/2014/main" id="{4741F8E9-920A-4528-87AC-EB6A559152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0058" y="1120763"/>
            <a:ext cx="4255554" cy="3421409"/>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291BBB83-2099-45A4-9F7E-57FCF1C23A20}"/>
              </a:ext>
            </a:extLst>
          </p:cNvPr>
          <p:cNvGrpSpPr/>
          <p:nvPr/>
        </p:nvGrpSpPr>
        <p:grpSpPr>
          <a:xfrm>
            <a:off x="1041958" y="3857469"/>
            <a:ext cx="225720" cy="609120"/>
            <a:chOff x="1041958" y="3857469"/>
            <a:chExt cx="225720" cy="609120"/>
          </a:xfrm>
        </p:grpSpPr>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4B9C797E-8548-41A8-9281-B650B1D60D5E}"/>
                    </a:ext>
                  </a:extLst>
                </p14:cNvPr>
                <p14:cNvContentPartPr/>
                <p14:nvPr/>
              </p14:nvContentPartPr>
              <p14:xfrm>
                <a:off x="1041958" y="3949629"/>
                <a:ext cx="6480" cy="2880"/>
              </p14:xfrm>
            </p:contentPart>
          </mc:Choice>
          <mc:Fallback xmlns="">
            <p:pic>
              <p:nvPicPr>
                <p:cNvPr id="4" name="Ink 3">
                  <a:extLst>
                    <a:ext uri="{FF2B5EF4-FFF2-40B4-BE49-F238E27FC236}">
                      <a16:creationId xmlns:a16="http://schemas.microsoft.com/office/drawing/2014/main" id="{4B9C797E-8548-41A8-9281-B650B1D60D5E}"/>
                    </a:ext>
                  </a:extLst>
                </p:cNvPr>
                <p:cNvPicPr/>
                <p:nvPr/>
              </p:nvPicPr>
              <p:blipFill>
                <a:blip r:embed="rId5"/>
                <a:stretch>
                  <a:fillRect/>
                </a:stretch>
              </p:blipFill>
              <p:spPr>
                <a:xfrm>
                  <a:off x="1033318" y="3940989"/>
                  <a:ext cx="2412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693BC028-6F3E-494F-A9BA-9280675C8F12}"/>
                    </a:ext>
                  </a:extLst>
                </p14:cNvPr>
                <p14:cNvContentPartPr/>
                <p14:nvPr/>
              </p14:nvContentPartPr>
              <p14:xfrm>
                <a:off x="1046998" y="3857469"/>
                <a:ext cx="220680" cy="609120"/>
              </p14:xfrm>
            </p:contentPart>
          </mc:Choice>
          <mc:Fallback xmlns="">
            <p:pic>
              <p:nvPicPr>
                <p:cNvPr id="5" name="Ink 4">
                  <a:extLst>
                    <a:ext uri="{FF2B5EF4-FFF2-40B4-BE49-F238E27FC236}">
                      <a16:creationId xmlns:a16="http://schemas.microsoft.com/office/drawing/2014/main" id="{693BC028-6F3E-494F-A9BA-9280675C8F12}"/>
                    </a:ext>
                  </a:extLst>
                </p:cNvPr>
                <p:cNvPicPr/>
                <p:nvPr/>
              </p:nvPicPr>
              <p:blipFill>
                <a:blip r:embed="rId7"/>
                <a:stretch>
                  <a:fillRect/>
                </a:stretch>
              </p:blipFill>
              <p:spPr>
                <a:xfrm>
                  <a:off x="1038358" y="3848829"/>
                  <a:ext cx="238320" cy="626760"/>
                </a:xfrm>
                <a:prstGeom prst="rect">
                  <a:avLst/>
                </a:prstGeom>
              </p:spPr>
            </p:pic>
          </mc:Fallback>
        </mc:AlternateContent>
      </p:grpSp>
      <p:grpSp>
        <p:nvGrpSpPr>
          <p:cNvPr id="17" name="Group 16">
            <a:extLst>
              <a:ext uri="{FF2B5EF4-FFF2-40B4-BE49-F238E27FC236}">
                <a16:creationId xmlns:a16="http://schemas.microsoft.com/office/drawing/2014/main" id="{1EBF9721-32EF-4460-87DF-8C370712D42B}"/>
              </a:ext>
            </a:extLst>
          </p:cNvPr>
          <p:cNvGrpSpPr/>
          <p:nvPr/>
        </p:nvGrpSpPr>
        <p:grpSpPr>
          <a:xfrm>
            <a:off x="1317540" y="3841877"/>
            <a:ext cx="1220760" cy="621720"/>
            <a:chOff x="1317540" y="3841877"/>
            <a:chExt cx="1220760" cy="621720"/>
          </a:xfrm>
        </p:grpSpPr>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418F2419-9F5D-47C2-93B7-D470421EB667}"/>
                    </a:ext>
                  </a:extLst>
                </p14:cNvPr>
                <p14:cNvContentPartPr/>
                <p14:nvPr/>
              </p14:nvContentPartPr>
              <p14:xfrm>
                <a:off x="1325100" y="4107197"/>
                <a:ext cx="153000" cy="34560"/>
              </p14:xfrm>
            </p:contentPart>
          </mc:Choice>
          <mc:Fallback xmlns="">
            <p:pic>
              <p:nvPicPr>
                <p:cNvPr id="7" name="Ink 6">
                  <a:extLst>
                    <a:ext uri="{FF2B5EF4-FFF2-40B4-BE49-F238E27FC236}">
                      <a16:creationId xmlns:a16="http://schemas.microsoft.com/office/drawing/2014/main" id="{418F2419-9F5D-47C2-93B7-D470421EB667}"/>
                    </a:ext>
                  </a:extLst>
                </p:cNvPr>
                <p:cNvPicPr/>
                <p:nvPr/>
              </p:nvPicPr>
              <p:blipFill>
                <a:blip r:embed="rId9"/>
                <a:stretch>
                  <a:fillRect/>
                </a:stretch>
              </p:blipFill>
              <p:spPr>
                <a:xfrm>
                  <a:off x="1316100" y="4098197"/>
                  <a:ext cx="17064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5BD17FF1-368E-4DF6-A3F3-B101339D7695}"/>
                    </a:ext>
                  </a:extLst>
                </p14:cNvPr>
                <p14:cNvContentPartPr/>
                <p14:nvPr/>
              </p14:nvContentPartPr>
              <p14:xfrm>
                <a:off x="1317540" y="4181357"/>
                <a:ext cx="173520" cy="22320"/>
              </p14:xfrm>
            </p:contentPart>
          </mc:Choice>
          <mc:Fallback xmlns="">
            <p:pic>
              <p:nvPicPr>
                <p:cNvPr id="8" name="Ink 7">
                  <a:extLst>
                    <a:ext uri="{FF2B5EF4-FFF2-40B4-BE49-F238E27FC236}">
                      <a16:creationId xmlns:a16="http://schemas.microsoft.com/office/drawing/2014/main" id="{5BD17FF1-368E-4DF6-A3F3-B101339D7695}"/>
                    </a:ext>
                  </a:extLst>
                </p:cNvPr>
                <p:cNvPicPr/>
                <p:nvPr/>
              </p:nvPicPr>
              <p:blipFill>
                <a:blip r:embed="rId11"/>
                <a:stretch>
                  <a:fillRect/>
                </a:stretch>
              </p:blipFill>
              <p:spPr>
                <a:xfrm>
                  <a:off x="1308900" y="4172717"/>
                  <a:ext cx="19116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58EB1C60-4AEB-4FB3-8761-142B72823CF9}"/>
                    </a:ext>
                  </a:extLst>
                </p14:cNvPr>
                <p14:cNvContentPartPr/>
                <p14:nvPr/>
              </p14:nvContentPartPr>
              <p14:xfrm>
                <a:off x="1576740" y="3841877"/>
                <a:ext cx="145440" cy="621720"/>
              </p14:xfrm>
            </p:contentPart>
          </mc:Choice>
          <mc:Fallback xmlns="">
            <p:pic>
              <p:nvPicPr>
                <p:cNvPr id="10" name="Ink 9">
                  <a:extLst>
                    <a:ext uri="{FF2B5EF4-FFF2-40B4-BE49-F238E27FC236}">
                      <a16:creationId xmlns:a16="http://schemas.microsoft.com/office/drawing/2014/main" id="{58EB1C60-4AEB-4FB3-8761-142B72823CF9}"/>
                    </a:ext>
                  </a:extLst>
                </p:cNvPr>
                <p:cNvPicPr/>
                <p:nvPr/>
              </p:nvPicPr>
              <p:blipFill>
                <a:blip r:embed="rId13"/>
                <a:stretch>
                  <a:fillRect/>
                </a:stretch>
              </p:blipFill>
              <p:spPr>
                <a:xfrm>
                  <a:off x="1567740" y="3833237"/>
                  <a:ext cx="163080" cy="639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7F2D297A-5197-46C1-8C32-75AC565DA9AA}"/>
                    </a:ext>
                  </a:extLst>
                </p14:cNvPr>
                <p14:cNvContentPartPr/>
                <p14:nvPr/>
              </p14:nvContentPartPr>
              <p14:xfrm>
                <a:off x="1741980" y="4132397"/>
                <a:ext cx="111960" cy="151560"/>
              </p14:xfrm>
            </p:contentPart>
          </mc:Choice>
          <mc:Fallback xmlns="">
            <p:pic>
              <p:nvPicPr>
                <p:cNvPr id="11" name="Ink 10">
                  <a:extLst>
                    <a:ext uri="{FF2B5EF4-FFF2-40B4-BE49-F238E27FC236}">
                      <a16:creationId xmlns:a16="http://schemas.microsoft.com/office/drawing/2014/main" id="{7F2D297A-5197-46C1-8C32-75AC565DA9AA}"/>
                    </a:ext>
                  </a:extLst>
                </p:cNvPr>
                <p:cNvPicPr/>
                <p:nvPr/>
              </p:nvPicPr>
              <p:blipFill>
                <a:blip r:embed="rId15"/>
                <a:stretch>
                  <a:fillRect/>
                </a:stretch>
              </p:blipFill>
              <p:spPr>
                <a:xfrm>
                  <a:off x="1733340" y="4123757"/>
                  <a:ext cx="12960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39A64E7B-236C-4F84-B3E3-95059FF6387D}"/>
                    </a:ext>
                  </a:extLst>
                </p14:cNvPr>
                <p14:cNvContentPartPr/>
                <p14:nvPr/>
              </p14:nvContentPartPr>
              <p14:xfrm>
                <a:off x="1745220" y="4124477"/>
                <a:ext cx="145080" cy="153360"/>
              </p14:xfrm>
            </p:contentPart>
          </mc:Choice>
          <mc:Fallback xmlns="">
            <p:pic>
              <p:nvPicPr>
                <p:cNvPr id="12" name="Ink 11">
                  <a:extLst>
                    <a:ext uri="{FF2B5EF4-FFF2-40B4-BE49-F238E27FC236}">
                      <a16:creationId xmlns:a16="http://schemas.microsoft.com/office/drawing/2014/main" id="{39A64E7B-236C-4F84-B3E3-95059FF6387D}"/>
                    </a:ext>
                  </a:extLst>
                </p:cNvPr>
                <p:cNvPicPr/>
                <p:nvPr/>
              </p:nvPicPr>
              <p:blipFill>
                <a:blip r:embed="rId17"/>
                <a:stretch>
                  <a:fillRect/>
                </a:stretch>
              </p:blipFill>
              <p:spPr>
                <a:xfrm>
                  <a:off x="1736580" y="4115477"/>
                  <a:ext cx="16272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16F9F504-D342-4EEB-803B-D536A5EFF6CD}"/>
                    </a:ext>
                  </a:extLst>
                </p14:cNvPr>
                <p14:cNvContentPartPr/>
                <p14:nvPr/>
              </p14:nvContentPartPr>
              <p14:xfrm>
                <a:off x="1920180" y="4068317"/>
                <a:ext cx="167040" cy="369000"/>
              </p14:xfrm>
            </p:contentPart>
          </mc:Choice>
          <mc:Fallback xmlns="">
            <p:pic>
              <p:nvPicPr>
                <p:cNvPr id="13" name="Ink 12">
                  <a:extLst>
                    <a:ext uri="{FF2B5EF4-FFF2-40B4-BE49-F238E27FC236}">
                      <a16:creationId xmlns:a16="http://schemas.microsoft.com/office/drawing/2014/main" id="{16F9F504-D342-4EEB-803B-D536A5EFF6CD}"/>
                    </a:ext>
                  </a:extLst>
                </p:cNvPr>
                <p:cNvPicPr/>
                <p:nvPr/>
              </p:nvPicPr>
              <p:blipFill>
                <a:blip r:embed="rId19"/>
                <a:stretch>
                  <a:fillRect/>
                </a:stretch>
              </p:blipFill>
              <p:spPr>
                <a:xfrm>
                  <a:off x="1911180" y="4059677"/>
                  <a:ext cx="184680" cy="386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512F9637-16EA-4A47-9EC7-9DFB9BC07587}"/>
                    </a:ext>
                  </a:extLst>
                </p14:cNvPr>
                <p14:cNvContentPartPr/>
                <p14:nvPr/>
              </p14:nvContentPartPr>
              <p14:xfrm>
                <a:off x="2202420" y="4228157"/>
                <a:ext cx="56160" cy="89640"/>
              </p14:xfrm>
            </p:contentPart>
          </mc:Choice>
          <mc:Fallback xmlns="">
            <p:pic>
              <p:nvPicPr>
                <p:cNvPr id="14" name="Ink 13">
                  <a:extLst>
                    <a:ext uri="{FF2B5EF4-FFF2-40B4-BE49-F238E27FC236}">
                      <a16:creationId xmlns:a16="http://schemas.microsoft.com/office/drawing/2014/main" id="{512F9637-16EA-4A47-9EC7-9DFB9BC07587}"/>
                    </a:ext>
                  </a:extLst>
                </p:cNvPr>
                <p:cNvPicPr/>
                <p:nvPr/>
              </p:nvPicPr>
              <p:blipFill>
                <a:blip r:embed="rId21"/>
                <a:stretch>
                  <a:fillRect/>
                </a:stretch>
              </p:blipFill>
              <p:spPr>
                <a:xfrm>
                  <a:off x="2193780" y="4219157"/>
                  <a:ext cx="7380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7384F557-2340-4042-937E-5D2263E5F01C}"/>
                    </a:ext>
                  </a:extLst>
                </p14:cNvPr>
                <p14:cNvContentPartPr/>
                <p14:nvPr/>
              </p14:nvContentPartPr>
              <p14:xfrm>
                <a:off x="2152380" y="4149317"/>
                <a:ext cx="127800" cy="195120"/>
              </p14:xfrm>
            </p:contentPart>
          </mc:Choice>
          <mc:Fallback xmlns="">
            <p:pic>
              <p:nvPicPr>
                <p:cNvPr id="15" name="Ink 14">
                  <a:extLst>
                    <a:ext uri="{FF2B5EF4-FFF2-40B4-BE49-F238E27FC236}">
                      <a16:creationId xmlns:a16="http://schemas.microsoft.com/office/drawing/2014/main" id="{7384F557-2340-4042-937E-5D2263E5F01C}"/>
                    </a:ext>
                  </a:extLst>
                </p:cNvPr>
                <p:cNvPicPr/>
                <p:nvPr/>
              </p:nvPicPr>
              <p:blipFill>
                <a:blip r:embed="rId23"/>
                <a:stretch>
                  <a:fillRect/>
                </a:stretch>
              </p:blipFill>
              <p:spPr>
                <a:xfrm>
                  <a:off x="2143380" y="4140317"/>
                  <a:ext cx="14544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17E67FB7-C375-4ED1-A569-DB86D1C0A890}"/>
                    </a:ext>
                  </a:extLst>
                </p14:cNvPr>
                <p14:cNvContentPartPr/>
                <p14:nvPr/>
              </p14:nvContentPartPr>
              <p14:xfrm>
                <a:off x="2325540" y="3917117"/>
                <a:ext cx="212760" cy="441000"/>
              </p14:xfrm>
            </p:contentPart>
          </mc:Choice>
          <mc:Fallback xmlns="">
            <p:pic>
              <p:nvPicPr>
                <p:cNvPr id="16" name="Ink 15">
                  <a:extLst>
                    <a:ext uri="{FF2B5EF4-FFF2-40B4-BE49-F238E27FC236}">
                      <a16:creationId xmlns:a16="http://schemas.microsoft.com/office/drawing/2014/main" id="{17E67FB7-C375-4ED1-A569-DB86D1C0A890}"/>
                    </a:ext>
                  </a:extLst>
                </p:cNvPr>
                <p:cNvPicPr/>
                <p:nvPr/>
              </p:nvPicPr>
              <p:blipFill>
                <a:blip r:embed="rId25"/>
                <a:stretch>
                  <a:fillRect/>
                </a:stretch>
              </p:blipFill>
              <p:spPr>
                <a:xfrm>
                  <a:off x="2316900" y="3908117"/>
                  <a:ext cx="230400" cy="458640"/>
                </a:xfrm>
                <a:prstGeom prst="rect">
                  <a:avLst/>
                </a:prstGeom>
              </p:spPr>
            </p:pic>
          </mc:Fallback>
        </mc:AlternateContent>
      </p:grpSp>
      <p:grpSp>
        <p:nvGrpSpPr>
          <p:cNvPr id="7168" name="Group 7167">
            <a:extLst>
              <a:ext uri="{FF2B5EF4-FFF2-40B4-BE49-F238E27FC236}">
                <a16:creationId xmlns:a16="http://schemas.microsoft.com/office/drawing/2014/main" id="{BFDE583D-04F7-4272-9698-47019D2B1A38}"/>
              </a:ext>
            </a:extLst>
          </p:cNvPr>
          <p:cNvGrpSpPr/>
          <p:nvPr/>
        </p:nvGrpSpPr>
        <p:grpSpPr>
          <a:xfrm>
            <a:off x="1311420" y="4622717"/>
            <a:ext cx="1533600" cy="440280"/>
            <a:chOff x="1311420" y="4622717"/>
            <a:chExt cx="1533600" cy="440280"/>
          </a:xfrm>
        </p:grpSpPr>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484FD7EC-E800-4B94-BCF5-698D54BC0715}"/>
                    </a:ext>
                  </a:extLst>
                </p14:cNvPr>
                <p14:cNvContentPartPr/>
                <p14:nvPr/>
              </p14:nvContentPartPr>
              <p14:xfrm>
                <a:off x="1311420" y="4862477"/>
                <a:ext cx="183240" cy="41760"/>
              </p14:xfrm>
            </p:contentPart>
          </mc:Choice>
          <mc:Fallback xmlns="">
            <p:pic>
              <p:nvPicPr>
                <p:cNvPr id="18" name="Ink 17">
                  <a:extLst>
                    <a:ext uri="{FF2B5EF4-FFF2-40B4-BE49-F238E27FC236}">
                      <a16:creationId xmlns:a16="http://schemas.microsoft.com/office/drawing/2014/main" id="{484FD7EC-E800-4B94-BCF5-698D54BC0715}"/>
                    </a:ext>
                  </a:extLst>
                </p:cNvPr>
                <p:cNvPicPr/>
                <p:nvPr/>
              </p:nvPicPr>
              <p:blipFill>
                <a:blip r:embed="rId27"/>
                <a:stretch>
                  <a:fillRect/>
                </a:stretch>
              </p:blipFill>
              <p:spPr>
                <a:xfrm>
                  <a:off x="1302780" y="4853477"/>
                  <a:ext cx="20088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D9407F5B-7275-4F77-8DEC-61D893E2C1A1}"/>
                    </a:ext>
                  </a:extLst>
                </p14:cNvPr>
                <p14:cNvContentPartPr/>
                <p14:nvPr/>
              </p14:nvContentPartPr>
              <p14:xfrm>
                <a:off x="1345260" y="4943117"/>
                <a:ext cx="119520" cy="39240"/>
              </p14:xfrm>
            </p:contentPart>
          </mc:Choice>
          <mc:Fallback xmlns="">
            <p:pic>
              <p:nvPicPr>
                <p:cNvPr id="19" name="Ink 18">
                  <a:extLst>
                    <a:ext uri="{FF2B5EF4-FFF2-40B4-BE49-F238E27FC236}">
                      <a16:creationId xmlns:a16="http://schemas.microsoft.com/office/drawing/2014/main" id="{D9407F5B-7275-4F77-8DEC-61D893E2C1A1}"/>
                    </a:ext>
                  </a:extLst>
                </p:cNvPr>
                <p:cNvPicPr/>
                <p:nvPr/>
              </p:nvPicPr>
              <p:blipFill>
                <a:blip r:embed="rId29"/>
                <a:stretch>
                  <a:fillRect/>
                </a:stretch>
              </p:blipFill>
              <p:spPr>
                <a:xfrm>
                  <a:off x="1336620" y="4934117"/>
                  <a:ext cx="13716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BD21C18A-46B9-4C2B-880D-D6A4B4F6AD3C}"/>
                    </a:ext>
                  </a:extLst>
                </p14:cNvPr>
                <p14:cNvContentPartPr/>
                <p14:nvPr/>
              </p14:nvContentPartPr>
              <p14:xfrm>
                <a:off x="1645500" y="4649717"/>
                <a:ext cx="209160" cy="413280"/>
              </p14:xfrm>
            </p:contentPart>
          </mc:Choice>
          <mc:Fallback xmlns="">
            <p:pic>
              <p:nvPicPr>
                <p:cNvPr id="21" name="Ink 20">
                  <a:extLst>
                    <a:ext uri="{FF2B5EF4-FFF2-40B4-BE49-F238E27FC236}">
                      <a16:creationId xmlns:a16="http://schemas.microsoft.com/office/drawing/2014/main" id="{BD21C18A-46B9-4C2B-880D-D6A4B4F6AD3C}"/>
                    </a:ext>
                  </a:extLst>
                </p:cNvPr>
                <p:cNvPicPr/>
                <p:nvPr/>
              </p:nvPicPr>
              <p:blipFill>
                <a:blip r:embed="rId31"/>
                <a:stretch>
                  <a:fillRect/>
                </a:stretch>
              </p:blipFill>
              <p:spPr>
                <a:xfrm>
                  <a:off x="1636860" y="4640717"/>
                  <a:ext cx="226800" cy="4309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CE63AE27-D51E-4408-B2B5-B1A9C9C486D6}"/>
                    </a:ext>
                  </a:extLst>
                </p14:cNvPr>
                <p14:cNvContentPartPr/>
                <p14:nvPr/>
              </p14:nvContentPartPr>
              <p14:xfrm>
                <a:off x="1914060" y="4807037"/>
                <a:ext cx="131760" cy="121680"/>
              </p14:xfrm>
            </p:contentPart>
          </mc:Choice>
          <mc:Fallback xmlns="">
            <p:pic>
              <p:nvPicPr>
                <p:cNvPr id="22" name="Ink 21">
                  <a:extLst>
                    <a:ext uri="{FF2B5EF4-FFF2-40B4-BE49-F238E27FC236}">
                      <a16:creationId xmlns:a16="http://schemas.microsoft.com/office/drawing/2014/main" id="{CE63AE27-D51E-4408-B2B5-B1A9C9C486D6}"/>
                    </a:ext>
                  </a:extLst>
                </p:cNvPr>
                <p:cNvPicPr/>
                <p:nvPr/>
              </p:nvPicPr>
              <p:blipFill>
                <a:blip r:embed="rId33"/>
                <a:stretch>
                  <a:fillRect/>
                </a:stretch>
              </p:blipFill>
              <p:spPr>
                <a:xfrm>
                  <a:off x="1905060" y="4798037"/>
                  <a:ext cx="1494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68BE6B76-7AF8-4BE6-90C9-BC4C5842C899}"/>
                    </a:ext>
                  </a:extLst>
                </p14:cNvPr>
                <p14:cNvContentPartPr/>
                <p14:nvPr/>
              </p14:nvContentPartPr>
              <p14:xfrm>
                <a:off x="1968420" y="4808837"/>
                <a:ext cx="111240" cy="146520"/>
              </p14:xfrm>
            </p:contentPart>
          </mc:Choice>
          <mc:Fallback xmlns="">
            <p:pic>
              <p:nvPicPr>
                <p:cNvPr id="23" name="Ink 22">
                  <a:extLst>
                    <a:ext uri="{FF2B5EF4-FFF2-40B4-BE49-F238E27FC236}">
                      <a16:creationId xmlns:a16="http://schemas.microsoft.com/office/drawing/2014/main" id="{68BE6B76-7AF8-4BE6-90C9-BC4C5842C899}"/>
                    </a:ext>
                  </a:extLst>
                </p:cNvPr>
                <p:cNvPicPr/>
                <p:nvPr/>
              </p:nvPicPr>
              <p:blipFill>
                <a:blip r:embed="rId35"/>
                <a:stretch>
                  <a:fillRect/>
                </a:stretch>
              </p:blipFill>
              <p:spPr>
                <a:xfrm>
                  <a:off x="1959780" y="4800197"/>
                  <a:ext cx="12888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BB7C122E-10A5-4DE0-BB1B-538AF4582F2E}"/>
                    </a:ext>
                  </a:extLst>
                </p14:cNvPr>
                <p14:cNvContentPartPr/>
                <p14:nvPr/>
              </p14:nvContentPartPr>
              <p14:xfrm>
                <a:off x="2127180" y="4682117"/>
                <a:ext cx="12600" cy="313560"/>
              </p14:xfrm>
            </p:contentPart>
          </mc:Choice>
          <mc:Fallback xmlns="">
            <p:pic>
              <p:nvPicPr>
                <p:cNvPr id="24" name="Ink 23">
                  <a:extLst>
                    <a:ext uri="{FF2B5EF4-FFF2-40B4-BE49-F238E27FC236}">
                      <a16:creationId xmlns:a16="http://schemas.microsoft.com/office/drawing/2014/main" id="{BB7C122E-10A5-4DE0-BB1B-538AF4582F2E}"/>
                    </a:ext>
                  </a:extLst>
                </p:cNvPr>
                <p:cNvPicPr/>
                <p:nvPr/>
              </p:nvPicPr>
              <p:blipFill>
                <a:blip r:embed="rId37"/>
                <a:stretch>
                  <a:fillRect/>
                </a:stretch>
              </p:blipFill>
              <p:spPr>
                <a:xfrm>
                  <a:off x="2118540" y="4673117"/>
                  <a:ext cx="3024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BA49433D-60F9-40F3-B997-4D87D8D9DC94}"/>
                    </a:ext>
                  </a:extLst>
                </p14:cNvPr>
                <p14:cNvContentPartPr/>
                <p14:nvPr/>
              </p14:nvContentPartPr>
              <p14:xfrm>
                <a:off x="2194500" y="4632437"/>
                <a:ext cx="233640" cy="368280"/>
              </p14:xfrm>
            </p:contentPart>
          </mc:Choice>
          <mc:Fallback xmlns="">
            <p:pic>
              <p:nvPicPr>
                <p:cNvPr id="25" name="Ink 24">
                  <a:extLst>
                    <a:ext uri="{FF2B5EF4-FFF2-40B4-BE49-F238E27FC236}">
                      <a16:creationId xmlns:a16="http://schemas.microsoft.com/office/drawing/2014/main" id="{BA49433D-60F9-40F3-B997-4D87D8D9DC94}"/>
                    </a:ext>
                  </a:extLst>
                </p:cNvPr>
                <p:cNvPicPr/>
                <p:nvPr/>
              </p:nvPicPr>
              <p:blipFill>
                <a:blip r:embed="rId39"/>
                <a:stretch>
                  <a:fillRect/>
                </a:stretch>
              </p:blipFill>
              <p:spPr>
                <a:xfrm>
                  <a:off x="2185500" y="4623437"/>
                  <a:ext cx="25128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67969DB3-2B36-49DB-AACD-F4A750399AB2}"/>
                    </a:ext>
                  </a:extLst>
                </p14:cNvPr>
                <p14:cNvContentPartPr/>
                <p14:nvPr/>
              </p14:nvContentPartPr>
              <p14:xfrm>
                <a:off x="2449020" y="4762397"/>
                <a:ext cx="105480" cy="111960"/>
              </p14:xfrm>
            </p:contentPart>
          </mc:Choice>
          <mc:Fallback xmlns="">
            <p:pic>
              <p:nvPicPr>
                <p:cNvPr id="26" name="Ink 25">
                  <a:extLst>
                    <a:ext uri="{FF2B5EF4-FFF2-40B4-BE49-F238E27FC236}">
                      <a16:creationId xmlns:a16="http://schemas.microsoft.com/office/drawing/2014/main" id="{67969DB3-2B36-49DB-AACD-F4A750399AB2}"/>
                    </a:ext>
                  </a:extLst>
                </p:cNvPr>
                <p:cNvPicPr/>
                <p:nvPr/>
              </p:nvPicPr>
              <p:blipFill>
                <a:blip r:embed="rId41"/>
                <a:stretch>
                  <a:fillRect/>
                </a:stretch>
              </p:blipFill>
              <p:spPr>
                <a:xfrm>
                  <a:off x="2440020" y="4753397"/>
                  <a:ext cx="12312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Ink 26">
                  <a:extLst>
                    <a:ext uri="{FF2B5EF4-FFF2-40B4-BE49-F238E27FC236}">
                      <a16:creationId xmlns:a16="http://schemas.microsoft.com/office/drawing/2014/main" id="{A0F42FE5-E8C7-4C22-A54B-A02F68589A01}"/>
                    </a:ext>
                  </a:extLst>
                </p14:cNvPr>
                <p14:cNvContentPartPr/>
                <p14:nvPr/>
              </p14:nvContentPartPr>
              <p14:xfrm>
                <a:off x="2472420" y="4739357"/>
                <a:ext cx="107640" cy="144360"/>
              </p14:xfrm>
            </p:contentPart>
          </mc:Choice>
          <mc:Fallback xmlns="">
            <p:pic>
              <p:nvPicPr>
                <p:cNvPr id="27" name="Ink 26">
                  <a:extLst>
                    <a:ext uri="{FF2B5EF4-FFF2-40B4-BE49-F238E27FC236}">
                      <a16:creationId xmlns:a16="http://schemas.microsoft.com/office/drawing/2014/main" id="{A0F42FE5-E8C7-4C22-A54B-A02F68589A01}"/>
                    </a:ext>
                  </a:extLst>
                </p:cNvPr>
                <p:cNvPicPr/>
                <p:nvPr/>
              </p:nvPicPr>
              <p:blipFill>
                <a:blip r:embed="rId43"/>
                <a:stretch>
                  <a:fillRect/>
                </a:stretch>
              </p:blipFill>
              <p:spPr>
                <a:xfrm>
                  <a:off x="2463420" y="4730717"/>
                  <a:ext cx="12528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8" name="Ink 27">
                  <a:extLst>
                    <a:ext uri="{FF2B5EF4-FFF2-40B4-BE49-F238E27FC236}">
                      <a16:creationId xmlns:a16="http://schemas.microsoft.com/office/drawing/2014/main" id="{F51AB816-7EEF-47CD-9AF2-A7089EE77146}"/>
                    </a:ext>
                  </a:extLst>
                </p14:cNvPr>
                <p14:cNvContentPartPr/>
                <p14:nvPr/>
              </p14:nvContentPartPr>
              <p14:xfrm>
                <a:off x="2665740" y="4622717"/>
                <a:ext cx="179280" cy="329760"/>
              </p14:xfrm>
            </p:contentPart>
          </mc:Choice>
          <mc:Fallback xmlns="">
            <p:pic>
              <p:nvPicPr>
                <p:cNvPr id="28" name="Ink 27">
                  <a:extLst>
                    <a:ext uri="{FF2B5EF4-FFF2-40B4-BE49-F238E27FC236}">
                      <a16:creationId xmlns:a16="http://schemas.microsoft.com/office/drawing/2014/main" id="{F51AB816-7EEF-47CD-9AF2-A7089EE77146}"/>
                    </a:ext>
                  </a:extLst>
                </p:cNvPr>
                <p:cNvPicPr/>
                <p:nvPr/>
              </p:nvPicPr>
              <p:blipFill>
                <a:blip r:embed="rId45"/>
                <a:stretch>
                  <a:fillRect/>
                </a:stretch>
              </p:blipFill>
              <p:spPr>
                <a:xfrm>
                  <a:off x="2656740" y="4613717"/>
                  <a:ext cx="196920" cy="347400"/>
                </a:xfrm>
                <a:prstGeom prst="rect">
                  <a:avLst/>
                </a:prstGeom>
              </p:spPr>
            </p:pic>
          </mc:Fallback>
        </mc:AlternateContent>
      </p:grpSp>
      <p:grpSp>
        <p:nvGrpSpPr>
          <p:cNvPr id="31" name="Group 30">
            <a:extLst>
              <a:ext uri="{FF2B5EF4-FFF2-40B4-BE49-F238E27FC236}">
                <a16:creationId xmlns:a16="http://schemas.microsoft.com/office/drawing/2014/main" id="{E72A7A49-479D-42E2-8E1A-F5821053CC21}"/>
              </a:ext>
            </a:extLst>
          </p:cNvPr>
          <p:cNvGrpSpPr/>
          <p:nvPr/>
        </p:nvGrpSpPr>
        <p:grpSpPr>
          <a:xfrm>
            <a:off x="1313940" y="5373317"/>
            <a:ext cx="171000" cy="114480"/>
            <a:chOff x="1313940" y="5373317"/>
            <a:chExt cx="171000" cy="114480"/>
          </a:xfrm>
        </p:grpSpPr>
        <mc:AlternateContent xmlns:mc="http://schemas.openxmlformats.org/markup-compatibility/2006" xmlns:p14="http://schemas.microsoft.com/office/powerpoint/2010/main">
          <mc:Choice Requires="p14">
            <p:contentPart p14:bwMode="auto" r:id="rId46">
              <p14:nvContentPartPr>
                <p14:cNvPr id="29" name="Ink 28">
                  <a:extLst>
                    <a:ext uri="{FF2B5EF4-FFF2-40B4-BE49-F238E27FC236}">
                      <a16:creationId xmlns:a16="http://schemas.microsoft.com/office/drawing/2014/main" id="{42961311-9B78-48C4-8CA9-B236E262682B}"/>
                    </a:ext>
                  </a:extLst>
                </p14:cNvPr>
                <p14:cNvContentPartPr/>
                <p14:nvPr/>
              </p14:nvContentPartPr>
              <p14:xfrm>
                <a:off x="1313940" y="5373317"/>
                <a:ext cx="124560" cy="42840"/>
              </p14:xfrm>
            </p:contentPart>
          </mc:Choice>
          <mc:Fallback xmlns="">
            <p:pic>
              <p:nvPicPr>
                <p:cNvPr id="29" name="Ink 28">
                  <a:extLst>
                    <a:ext uri="{FF2B5EF4-FFF2-40B4-BE49-F238E27FC236}">
                      <a16:creationId xmlns:a16="http://schemas.microsoft.com/office/drawing/2014/main" id="{42961311-9B78-48C4-8CA9-B236E262682B}"/>
                    </a:ext>
                  </a:extLst>
                </p:cNvPr>
                <p:cNvPicPr/>
                <p:nvPr/>
              </p:nvPicPr>
              <p:blipFill>
                <a:blip r:embed="rId47"/>
                <a:stretch>
                  <a:fillRect/>
                </a:stretch>
              </p:blipFill>
              <p:spPr>
                <a:xfrm>
                  <a:off x="1304940" y="5364317"/>
                  <a:ext cx="14220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15EFCE90-26ED-4885-85B0-C4E6955F912D}"/>
                    </a:ext>
                  </a:extLst>
                </p14:cNvPr>
                <p14:cNvContentPartPr/>
                <p14:nvPr/>
              </p14:nvContentPartPr>
              <p14:xfrm>
                <a:off x="1336260" y="5464037"/>
                <a:ext cx="148680" cy="23760"/>
              </p14:xfrm>
            </p:contentPart>
          </mc:Choice>
          <mc:Fallback xmlns="">
            <p:pic>
              <p:nvPicPr>
                <p:cNvPr id="30" name="Ink 29">
                  <a:extLst>
                    <a:ext uri="{FF2B5EF4-FFF2-40B4-BE49-F238E27FC236}">
                      <a16:creationId xmlns:a16="http://schemas.microsoft.com/office/drawing/2014/main" id="{15EFCE90-26ED-4885-85B0-C4E6955F912D}"/>
                    </a:ext>
                  </a:extLst>
                </p:cNvPr>
                <p:cNvPicPr/>
                <p:nvPr/>
              </p:nvPicPr>
              <p:blipFill>
                <a:blip r:embed="rId49"/>
                <a:stretch>
                  <a:fillRect/>
                </a:stretch>
              </p:blipFill>
              <p:spPr>
                <a:xfrm>
                  <a:off x="1327620" y="5455037"/>
                  <a:ext cx="166320" cy="41400"/>
                </a:xfrm>
                <a:prstGeom prst="rect">
                  <a:avLst/>
                </a:prstGeom>
              </p:spPr>
            </p:pic>
          </mc:Fallback>
        </mc:AlternateContent>
      </p:grpSp>
      <p:grpSp>
        <p:nvGrpSpPr>
          <p:cNvPr id="7185" name="Group 7184">
            <a:extLst>
              <a:ext uri="{FF2B5EF4-FFF2-40B4-BE49-F238E27FC236}">
                <a16:creationId xmlns:a16="http://schemas.microsoft.com/office/drawing/2014/main" id="{EED246C7-026B-423B-92F1-E6275A0F0F1D}"/>
              </a:ext>
            </a:extLst>
          </p:cNvPr>
          <p:cNvGrpSpPr/>
          <p:nvPr/>
        </p:nvGrpSpPr>
        <p:grpSpPr>
          <a:xfrm>
            <a:off x="1697700" y="5158397"/>
            <a:ext cx="1512000" cy="588960"/>
            <a:chOff x="1697700" y="5158397"/>
            <a:chExt cx="1512000" cy="588960"/>
          </a:xfrm>
        </p:grpSpPr>
        <mc:AlternateContent xmlns:mc="http://schemas.openxmlformats.org/markup-compatibility/2006" xmlns:p14="http://schemas.microsoft.com/office/powerpoint/2010/main">
          <mc:Choice Requires="p14">
            <p:contentPart p14:bwMode="auto" r:id="rId50">
              <p14:nvContentPartPr>
                <p14:cNvPr id="7169" name="Ink 7168">
                  <a:extLst>
                    <a:ext uri="{FF2B5EF4-FFF2-40B4-BE49-F238E27FC236}">
                      <a16:creationId xmlns:a16="http://schemas.microsoft.com/office/drawing/2014/main" id="{AD29FF96-B1A7-4941-9B51-6C00AFC909F3}"/>
                    </a:ext>
                  </a:extLst>
                </p14:cNvPr>
                <p14:cNvContentPartPr/>
                <p14:nvPr/>
              </p14:nvContentPartPr>
              <p14:xfrm>
                <a:off x="1697700" y="5247677"/>
                <a:ext cx="282240" cy="475920"/>
              </p14:xfrm>
            </p:contentPart>
          </mc:Choice>
          <mc:Fallback xmlns="">
            <p:pic>
              <p:nvPicPr>
                <p:cNvPr id="7169" name="Ink 7168">
                  <a:extLst>
                    <a:ext uri="{FF2B5EF4-FFF2-40B4-BE49-F238E27FC236}">
                      <a16:creationId xmlns:a16="http://schemas.microsoft.com/office/drawing/2014/main" id="{AD29FF96-B1A7-4941-9B51-6C00AFC909F3}"/>
                    </a:ext>
                  </a:extLst>
                </p:cNvPr>
                <p:cNvPicPr/>
                <p:nvPr/>
              </p:nvPicPr>
              <p:blipFill>
                <a:blip r:embed="rId51"/>
                <a:stretch>
                  <a:fillRect/>
                </a:stretch>
              </p:blipFill>
              <p:spPr>
                <a:xfrm>
                  <a:off x="1688700" y="5238677"/>
                  <a:ext cx="299880" cy="4935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7171" name="Ink 7170">
                  <a:extLst>
                    <a:ext uri="{FF2B5EF4-FFF2-40B4-BE49-F238E27FC236}">
                      <a16:creationId xmlns:a16="http://schemas.microsoft.com/office/drawing/2014/main" id="{48F80DE1-F324-466A-9365-8E00862C241A}"/>
                    </a:ext>
                  </a:extLst>
                </p14:cNvPr>
                <p14:cNvContentPartPr/>
                <p14:nvPr/>
              </p14:nvContentPartPr>
              <p14:xfrm>
                <a:off x="2006580" y="5302757"/>
                <a:ext cx="17280" cy="1440"/>
              </p14:xfrm>
            </p:contentPart>
          </mc:Choice>
          <mc:Fallback xmlns="">
            <p:pic>
              <p:nvPicPr>
                <p:cNvPr id="7171" name="Ink 7170">
                  <a:extLst>
                    <a:ext uri="{FF2B5EF4-FFF2-40B4-BE49-F238E27FC236}">
                      <a16:creationId xmlns:a16="http://schemas.microsoft.com/office/drawing/2014/main" id="{48F80DE1-F324-466A-9365-8E00862C241A}"/>
                    </a:ext>
                  </a:extLst>
                </p:cNvPr>
                <p:cNvPicPr/>
                <p:nvPr/>
              </p:nvPicPr>
              <p:blipFill>
                <a:blip r:embed="rId53"/>
                <a:stretch>
                  <a:fillRect/>
                </a:stretch>
              </p:blipFill>
              <p:spPr>
                <a:xfrm>
                  <a:off x="1997580" y="5293757"/>
                  <a:ext cx="3492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173" name="Ink 7172">
                  <a:extLst>
                    <a:ext uri="{FF2B5EF4-FFF2-40B4-BE49-F238E27FC236}">
                      <a16:creationId xmlns:a16="http://schemas.microsoft.com/office/drawing/2014/main" id="{BF36EAF4-8581-4994-BD3F-92E39700151E}"/>
                    </a:ext>
                  </a:extLst>
                </p14:cNvPr>
                <p14:cNvContentPartPr/>
                <p14:nvPr/>
              </p14:nvContentPartPr>
              <p14:xfrm>
                <a:off x="2169300" y="5291237"/>
                <a:ext cx="360" cy="360"/>
              </p14:xfrm>
            </p:contentPart>
          </mc:Choice>
          <mc:Fallback xmlns="">
            <p:pic>
              <p:nvPicPr>
                <p:cNvPr id="7173" name="Ink 7172">
                  <a:extLst>
                    <a:ext uri="{FF2B5EF4-FFF2-40B4-BE49-F238E27FC236}">
                      <a16:creationId xmlns:a16="http://schemas.microsoft.com/office/drawing/2014/main" id="{BF36EAF4-8581-4994-BD3F-92E39700151E}"/>
                    </a:ext>
                  </a:extLst>
                </p:cNvPr>
                <p:cNvPicPr/>
                <p:nvPr/>
              </p:nvPicPr>
              <p:blipFill>
                <a:blip r:embed="rId55"/>
                <a:stretch>
                  <a:fillRect/>
                </a:stretch>
              </p:blipFill>
              <p:spPr>
                <a:xfrm>
                  <a:off x="2160660" y="528223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174" name="Ink 7173">
                  <a:extLst>
                    <a:ext uri="{FF2B5EF4-FFF2-40B4-BE49-F238E27FC236}">
                      <a16:creationId xmlns:a16="http://schemas.microsoft.com/office/drawing/2014/main" id="{79E9C265-C507-4CF9-8BF2-0FDC5D41EFB8}"/>
                    </a:ext>
                  </a:extLst>
                </p14:cNvPr>
                <p14:cNvContentPartPr/>
                <p14:nvPr/>
              </p14:nvContentPartPr>
              <p14:xfrm>
                <a:off x="2137260" y="5286197"/>
                <a:ext cx="81720" cy="461160"/>
              </p14:xfrm>
            </p:contentPart>
          </mc:Choice>
          <mc:Fallback xmlns="">
            <p:pic>
              <p:nvPicPr>
                <p:cNvPr id="7174" name="Ink 7173">
                  <a:extLst>
                    <a:ext uri="{FF2B5EF4-FFF2-40B4-BE49-F238E27FC236}">
                      <a16:creationId xmlns:a16="http://schemas.microsoft.com/office/drawing/2014/main" id="{79E9C265-C507-4CF9-8BF2-0FDC5D41EFB8}"/>
                    </a:ext>
                  </a:extLst>
                </p:cNvPr>
                <p:cNvPicPr/>
                <p:nvPr/>
              </p:nvPicPr>
              <p:blipFill>
                <a:blip r:embed="rId57"/>
                <a:stretch>
                  <a:fillRect/>
                </a:stretch>
              </p:blipFill>
              <p:spPr>
                <a:xfrm>
                  <a:off x="2128260" y="5277557"/>
                  <a:ext cx="99360" cy="4788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176" name="Ink 7175">
                  <a:extLst>
                    <a:ext uri="{FF2B5EF4-FFF2-40B4-BE49-F238E27FC236}">
                      <a16:creationId xmlns:a16="http://schemas.microsoft.com/office/drawing/2014/main" id="{AF7965CA-522C-4E52-AE75-4FC48F2F57D1}"/>
                    </a:ext>
                  </a:extLst>
                </p14:cNvPr>
                <p14:cNvContentPartPr/>
                <p14:nvPr/>
              </p14:nvContentPartPr>
              <p14:xfrm>
                <a:off x="1994340" y="5252717"/>
                <a:ext cx="228960" cy="41040"/>
              </p14:xfrm>
            </p:contentPart>
          </mc:Choice>
          <mc:Fallback xmlns="">
            <p:pic>
              <p:nvPicPr>
                <p:cNvPr id="7176" name="Ink 7175">
                  <a:extLst>
                    <a:ext uri="{FF2B5EF4-FFF2-40B4-BE49-F238E27FC236}">
                      <a16:creationId xmlns:a16="http://schemas.microsoft.com/office/drawing/2014/main" id="{AF7965CA-522C-4E52-AE75-4FC48F2F57D1}"/>
                    </a:ext>
                  </a:extLst>
                </p:cNvPr>
                <p:cNvPicPr/>
                <p:nvPr/>
              </p:nvPicPr>
              <p:blipFill>
                <a:blip r:embed="rId59"/>
                <a:stretch>
                  <a:fillRect/>
                </a:stretch>
              </p:blipFill>
              <p:spPr>
                <a:xfrm>
                  <a:off x="1985700" y="5244077"/>
                  <a:ext cx="24660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177" name="Ink 7176">
                  <a:extLst>
                    <a:ext uri="{FF2B5EF4-FFF2-40B4-BE49-F238E27FC236}">
                      <a16:creationId xmlns:a16="http://schemas.microsoft.com/office/drawing/2014/main" id="{FC2C8909-B527-4F7A-BED7-2EFA6FD4696A}"/>
                    </a:ext>
                  </a:extLst>
                </p14:cNvPr>
                <p14:cNvContentPartPr/>
                <p14:nvPr/>
              </p14:nvContentPartPr>
              <p14:xfrm>
                <a:off x="2324820" y="5250917"/>
                <a:ext cx="204120" cy="429480"/>
              </p14:xfrm>
            </p:contentPart>
          </mc:Choice>
          <mc:Fallback xmlns="">
            <p:pic>
              <p:nvPicPr>
                <p:cNvPr id="7177" name="Ink 7176">
                  <a:extLst>
                    <a:ext uri="{FF2B5EF4-FFF2-40B4-BE49-F238E27FC236}">
                      <a16:creationId xmlns:a16="http://schemas.microsoft.com/office/drawing/2014/main" id="{FC2C8909-B527-4F7A-BED7-2EFA6FD4696A}"/>
                    </a:ext>
                  </a:extLst>
                </p:cNvPr>
                <p:cNvPicPr/>
                <p:nvPr/>
              </p:nvPicPr>
              <p:blipFill>
                <a:blip r:embed="rId61"/>
                <a:stretch>
                  <a:fillRect/>
                </a:stretch>
              </p:blipFill>
              <p:spPr>
                <a:xfrm>
                  <a:off x="2315820" y="5241917"/>
                  <a:ext cx="221760" cy="4471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179" name="Ink 7178">
                  <a:extLst>
                    <a:ext uri="{FF2B5EF4-FFF2-40B4-BE49-F238E27FC236}">
                      <a16:creationId xmlns:a16="http://schemas.microsoft.com/office/drawing/2014/main" id="{1B3EEE40-DF9A-4DB4-BF27-2213A194D73B}"/>
                    </a:ext>
                  </a:extLst>
                </p14:cNvPr>
                <p14:cNvContentPartPr/>
                <p14:nvPr/>
              </p14:nvContentPartPr>
              <p14:xfrm>
                <a:off x="2720820" y="5407157"/>
                <a:ext cx="12240" cy="53280"/>
              </p14:xfrm>
            </p:contentPart>
          </mc:Choice>
          <mc:Fallback xmlns="">
            <p:pic>
              <p:nvPicPr>
                <p:cNvPr id="7179" name="Ink 7178">
                  <a:extLst>
                    <a:ext uri="{FF2B5EF4-FFF2-40B4-BE49-F238E27FC236}">
                      <a16:creationId xmlns:a16="http://schemas.microsoft.com/office/drawing/2014/main" id="{1B3EEE40-DF9A-4DB4-BF27-2213A194D73B}"/>
                    </a:ext>
                  </a:extLst>
                </p:cNvPr>
                <p:cNvPicPr/>
                <p:nvPr/>
              </p:nvPicPr>
              <p:blipFill>
                <a:blip r:embed="rId63"/>
                <a:stretch>
                  <a:fillRect/>
                </a:stretch>
              </p:blipFill>
              <p:spPr>
                <a:xfrm>
                  <a:off x="2712180" y="5398157"/>
                  <a:ext cx="2988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7180" name="Ink 7179">
                  <a:extLst>
                    <a:ext uri="{FF2B5EF4-FFF2-40B4-BE49-F238E27FC236}">
                      <a16:creationId xmlns:a16="http://schemas.microsoft.com/office/drawing/2014/main" id="{C385E48D-E467-4CEF-B6D2-5FB9AFA75392}"/>
                    </a:ext>
                  </a:extLst>
                </p14:cNvPr>
                <p14:cNvContentPartPr/>
                <p14:nvPr/>
              </p14:nvContentPartPr>
              <p14:xfrm>
                <a:off x="2681940" y="5619197"/>
                <a:ext cx="67680" cy="56880"/>
              </p14:xfrm>
            </p:contentPart>
          </mc:Choice>
          <mc:Fallback xmlns="">
            <p:pic>
              <p:nvPicPr>
                <p:cNvPr id="7180" name="Ink 7179">
                  <a:extLst>
                    <a:ext uri="{FF2B5EF4-FFF2-40B4-BE49-F238E27FC236}">
                      <a16:creationId xmlns:a16="http://schemas.microsoft.com/office/drawing/2014/main" id="{C385E48D-E467-4CEF-B6D2-5FB9AFA75392}"/>
                    </a:ext>
                  </a:extLst>
                </p:cNvPr>
                <p:cNvPicPr/>
                <p:nvPr/>
              </p:nvPicPr>
              <p:blipFill>
                <a:blip r:embed="rId65"/>
                <a:stretch>
                  <a:fillRect/>
                </a:stretch>
              </p:blipFill>
              <p:spPr>
                <a:xfrm>
                  <a:off x="2672940" y="5610557"/>
                  <a:ext cx="8532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7181" name="Ink 7180">
                  <a:extLst>
                    <a:ext uri="{FF2B5EF4-FFF2-40B4-BE49-F238E27FC236}">
                      <a16:creationId xmlns:a16="http://schemas.microsoft.com/office/drawing/2014/main" id="{72669450-31BB-4308-8965-7E8E8F7576AF}"/>
                    </a:ext>
                  </a:extLst>
                </p14:cNvPr>
                <p14:cNvContentPartPr/>
                <p14:nvPr/>
              </p14:nvContentPartPr>
              <p14:xfrm>
                <a:off x="2618940" y="5500757"/>
                <a:ext cx="101160" cy="189360"/>
              </p14:xfrm>
            </p:contentPart>
          </mc:Choice>
          <mc:Fallback xmlns="">
            <p:pic>
              <p:nvPicPr>
                <p:cNvPr id="7181" name="Ink 7180">
                  <a:extLst>
                    <a:ext uri="{FF2B5EF4-FFF2-40B4-BE49-F238E27FC236}">
                      <a16:creationId xmlns:a16="http://schemas.microsoft.com/office/drawing/2014/main" id="{72669450-31BB-4308-8965-7E8E8F7576AF}"/>
                    </a:ext>
                  </a:extLst>
                </p:cNvPr>
                <p:cNvPicPr/>
                <p:nvPr/>
              </p:nvPicPr>
              <p:blipFill>
                <a:blip r:embed="rId67"/>
                <a:stretch>
                  <a:fillRect/>
                </a:stretch>
              </p:blipFill>
              <p:spPr>
                <a:xfrm>
                  <a:off x="2610300" y="5491757"/>
                  <a:ext cx="11880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7182" name="Ink 7181">
                  <a:extLst>
                    <a:ext uri="{FF2B5EF4-FFF2-40B4-BE49-F238E27FC236}">
                      <a16:creationId xmlns:a16="http://schemas.microsoft.com/office/drawing/2014/main" id="{648F6593-9E6B-40E2-9650-A2D5255B021B}"/>
                    </a:ext>
                  </a:extLst>
                </p14:cNvPr>
                <p14:cNvContentPartPr/>
                <p14:nvPr/>
              </p14:nvContentPartPr>
              <p14:xfrm>
                <a:off x="2603100" y="5361437"/>
                <a:ext cx="118800" cy="180360"/>
              </p14:xfrm>
            </p:contentPart>
          </mc:Choice>
          <mc:Fallback xmlns="">
            <p:pic>
              <p:nvPicPr>
                <p:cNvPr id="7182" name="Ink 7181">
                  <a:extLst>
                    <a:ext uri="{FF2B5EF4-FFF2-40B4-BE49-F238E27FC236}">
                      <a16:creationId xmlns:a16="http://schemas.microsoft.com/office/drawing/2014/main" id="{648F6593-9E6B-40E2-9650-A2D5255B021B}"/>
                    </a:ext>
                  </a:extLst>
                </p:cNvPr>
                <p:cNvPicPr/>
                <p:nvPr/>
              </p:nvPicPr>
              <p:blipFill>
                <a:blip r:embed="rId69"/>
                <a:stretch>
                  <a:fillRect/>
                </a:stretch>
              </p:blipFill>
              <p:spPr>
                <a:xfrm>
                  <a:off x="2594460" y="5352797"/>
                  <a:ext cx="13644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7183" name="Ink 7182">
                  <a:extLst>
                    <a:ext uri="{FF2B5EF4-FFF2-40B4-BE49-F238E27FC236}">
                      <a16:creationId xmlns:a16="http://schemas.microsoft.com/office/drawing/2014/main" id="{C86B3979-5E71-4874-89CA-DB0E343D99E2}"/>
                    </a:ext>
                  </a:extLst>
                </p14:cNvPr>
                <p14:cNvContentPartPr/>
                <p14:nvPr/>
              </p14:nvContentPartPr>
              <p14:xfrm>
                <a:off x="2798220" y="5421557"/>
                <a:ext cx="222840" cy="289080"/>
              </p14:xfrm>
            </p:contentPart>
          </mc:Choice>
          <mc:Fallback xmlns="">
            <p:pic>
              <p:nvPicPr>
                <p:cNvPr id="7183" name="Ink 7182">
                  <a:extLst>
                    <a:ext uri="{FF2B5EF4-FFF2-40B4-BE49-F238E27FC236}">
                      <a16:creationId xmlns:a16="http://schemas.microsoft.com/office/drawing/2014/main" id="{C86B3979-5E71-4874-89CA-DB0E343D99E2}"/>
                    </a:ext>
                  </a:extLst>
                </p:cNvPr>
                <p:cNvPicPr/>
                <p:nvPr/>
              </p:nvPicPr>
              <p:blipFill>
                <a:blip r:embed="rId71"/>
                <a:stretch>
                  <a:fillRect/>
                </a:stretch>
              </p:blipFill>
              <p:spPr>
                <a:xfrm>
                  <a:off x="2789580" y="5412557"/>
                  <a:ext cx="24048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7184" name="Ink 7183">
                  <a:extLst>
                    <a:ext uri="{FF2B5EF4-FFF2-40B4-BE49-F238E27FC236}">
                      <a16:creationId xmlns:a16="http://schemas.microsoft.com/office/drawing/2014/main" id="{47BDB9FE-7785-42F3-8BA6-BEE802091A7C}"/>
                    </a:ext>
                  </a:extLst>
                </p14:cNvPr>
                <p14:cNvContentPartPr/>
                <p14:nvPr/>
              </p14:nvContentPartPr>
              <p14:xfrm>
                <a:off x="3035100" y="5158397"/>
                <a:ext cx="174600" cy="188640"/>
              </p14:xfrm>
            </p:contentPart>
          </mc:Choice>
          <mc:Fallback xmlns="">
            <p:pic>
              <p:nvPicPr>
                <p:cNvPr id="7184" name="Ink 7183">
                  <a:extLst>
                    <a:ext uri="{FF2B5EF4-FFF2-40B4-BE49-F238E27FC236}">
                      <a16:creationId xmlns:a16="http://schemas.microsoft.com/office/drawing/2014/main" id="{47BDB9FE-7785-42F3-8BA6-BEE802091A7C}"/>
                    </a:ext>
                  </a:extLst>
                </p:cNvPr>
                <p:cNvPicPr/>
                <p:nvPr/>
              </p:nvPicPr>
              <p:blipFill>
                <a:blip r:embed="rId73"/>
                <a:stretch>
                  <a:fillRect/>
                </a:stretch>
              </p:blipFill>
              <p:spPr>
                <a:xfrm>
                  <a:off x="3026100" y="5149757"/>
                  <a:ext cx="192240" cy="206280"/>
                </a:xfrm>
                <a:prstGeom prst="rect">
                  <a:avLst/>
                </a:prstGeom>
              </p:spPr>
            </p:pic>
          </mc:Fallback>
        </mc:AlternateContent>
      </p:grpSp>
      <p:grpSp>
        <p:nvGrpSpPr>
          <p:cNvPr id="7189" name="Group 7188">
            <a:extLst>
              <a:ext uri="{FF2B5EF4-FFF2-40B4-BE49-F238E27FC236}">
                <a16:creationId xmlns:a16="http://schemas.microsoft.com/office/drawing/2014/main" id="{8BCF9314-FAE0-4E98-A685-77771D18E556}"/>
              </a:ext>
            </a:extLst>
          </p:cNvPr>
          <p:cNvGrpSpPr/>
          <p:nvPr/>
        </p:nvGrpSpPr>
        <p:grpSpPr>
          <a:xfrm>
            <a:off x="6178305" y="4745042"/>
            <a:ext cx="373680" cy="371520"/>
            <a:chOff x="6178305" y="4745042"/>
            <a:chExt cx="373680" cy="371520"/>
          </a:xfrm>
        </p:grpSpPr>
        <mc:AlternateContent xmlns:mc="http://schemas.openxmlformats.org/markup-compatibility/2006" xmlns:p14="http://schemas.microsoft.com/office/powerpoint/2010/main">
          <mc:Choice Requires="p14">
            <p:contentPart p14:bwMode="auto" r:id="rId74">
              <p14:nvContentPartPr>
                <p14:cNvPr id="7186" name="Ink 7185">
                  <a:extLst>
                    <a:ext uri="{FF2B5EF4-FFF2-40B4-BE49-F238E27FC236}">
                      <a16:creationId xmlns:a16="http://schemas.microsoft.com/office/drawing/2014/main" id="{3C19731D-0524-4477-81A1-2A757DB64185}"/>
                    </a:ext>
                  </a:extLst>
                </p14:cNvPr>
                <p14:cNvContentPartPr/>
                <p14:nvPr/>
              </p14:nvContentPartPr>
              <p14:xfrm>
                <a:off x="6178305" y="4745042"/>
                <a:ext cx="146880" cy="371520"/>
              </p14:xfrm>
            </p:contentPart>
          </mc:Choice>
          <mc:Fallback xmlns="">
            <p:pic>
              <p:nvPicPr>
                <p:cNvPr id="7186" name="Ink 7185">
                  <a:extLst>
                    <a:ext uri="{FF2B5EF4-FFF2-40B4-BE49-F238E27FC236}">
                      <a16:creationId xmlns:a16="http://schemas.microsoft.com/office/drawing/2014/main" id="{3C19731D-0524-4477-81A1-2A757DB64185}"/>
                    </a:ext>
                  </a:extLst>
                </p:cNvPr>
                <p:cNvPicPr/>
                <p:nvPr/>
              </p:nvPicPr>
              <p:blipFill>
                <a:blip r:embed="rId75"/>
                <a:stretch>
                  <a:fillRect/>
                </a:stretch>
              </p:blipFill>
              <p:spPr>
                <a:xfrm>
                  <a:off x="6169305" y="4736402"/>
                  <a:ext cx="16452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7187" name="Ink 7186">
                  <a:extLst>
                    <a:ext uri="{FF2B5EF4-FFF2-40B4-BE49-F238E27FC236}">
                      <a16:creationId xmlns:a16="http://schemas.microsoft.com/office/drawing/2014/main" id="{C29174E1-A583-4924-8D24-76270683E11D}"/>
                    </a:ext>
                  </a:extLst>
                </p14:cNvPr>
                <p14:cNvContentPartPr/>
                <p14:nvPr/>
              </p14:nvContentPartPr>
              <p14:xfrm>
                <a:off x="6425625" y="4869242"/>
                <a:ext cx="84240" cy="17640"/>
              </p14:xfrm>
            </p:contentPart>
          </mc:Choice>
          <mc:Fallback xmlns="">
            <p:pic>
              <p:nvPicPr>
                <p:cNvPr id="7187" name="Ink 7186">
                  <a:extLst>
                    <a:ext uri="{FF2B5EF4-FFF2-40B4-BE49-F238E27FC236}">
                      <a16:creationId xmlns:a16="http://schemas.microsoft.com/office/drawing/2014/main" id="{C29174E1-A583-4924-8D24-76270683E11D}"/>
                    </a:ext>
                  </a:extLst>
                </p:cNvPr>
                <p:cNvPicPr/>
                <p:nvPr/>
              </p:nvPicPr>
              <p:blipFill>
                <a:blip r:embed="rId77"/>
                <a:stretch>
                  <a:fillRect/>
                </a:stretch>
              </p:blipFill>
              <p:spPr>
                <a:xfrm>
                  <a:off x="6416625" y="4860602"/>
                  <a:ext cx="10188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7188" name="Ink 7187">
                  <a:extLst>
                    <a:ext uri="{FF2B5EF4-FFF2-40B4-BE49-F238E27FC236}">
                      <a16:creationId xmlns:a16="http://schemas.microsoft.com/office/drawing/2014/main" id="{8697F888-32BC-4D8A-904B-293E44B1B544}"/>
                    </a:ext>
                  </a:extLst>
                </p14:cNvPr>
                <p14:cNvContentPartPr/>
                <p14:nvPr/>
              </p14:nvContentPartPr>
              <p14:xfrm>
                <a:off x="6415545" y="4909922"/>
                <a:ext cx="136440" cy="14040"/>
              </p14:xfrm>
            </p:contentPart>
          </mc:Choice>
          <mc:Fallback xmlns="">
            <p:pic>
              <p:nvPicPr>
                <p:cNvPr id="7188" name="Ink 7187">
                  <a:extLst>
                    <a:ext uri="{FF2B5EF4-FFF2-40B4-BE49-F238E27FC236}">
                      <a16:creationId xmlns:a16="http://schemas.microsoft.com/office/drawing/2014/main" id="{8697F888-32BC-4D8A-904B-293E44B1B544}"/>
                    </a:ext>
                  </a:extLst>
                </p:cNvPr>
                <p:cNvPicPr/>
                <p:nvPr/>
              </p:nvPicPr>
              <p:blipFill>
                <a:blip r:embed="rId79"/>
                <a:stretch>
                  <a:fillRect/>
                </a:stretch>
              </p:blipFill>
              <p:spPr>
                <a:xfrm>
                  <a:off x="6406905" y="4900922"/>
                  <a:ext cx="154080" cy="31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0">
            <p14:nvContentPartPr>
              <p14:cNvPr id="7190" name="Ink 7189">
                <a:extLst>
                  <a:ext uri="{FF2B5EF4-FFF2-40B4-BE49-F238E27FC236}">
                    <a16:creationId xmlns:a16="http://schemas.microsoft.com/office/drawing/2014/main" id="{A86AE933-0116-4422-A7B7-5D8E4A0B87AE}"/>
                  </a:ext>
                </a:extLst>
              </p14:cNvPr>
              <p14:cNvContentPartPr/>
              <p14:nvPr/>
            </p14:nvContentPartPr>
            <p14:xfrm>
              <a:off x="6731265" y="4687082"/>
              <a:ext cx="170640" cy="272880"/>
            </p14:xfrm>
          </p:contentPart>
        </mc:Choice>
        <mc:Fallback xmlns="">
          <p:pic>
            <p:nvPicPr>
              <p:cNvPr id="7190" name="Ink 7189">
                <a:extLst>
                  <a:ext uri="{FF2B5EF4-FFF2-40B4-BE49-F238E27FC236}">
                    <a16:creationId xmlns:a16="http://schemas.microsoft.com/office/drawing/2014/main" id="{A86AE933-0116-4422-A7B7-5D8E4A0B87AE}"/>
                  </a:ext>
                </a:extLst>
              </p:cNvPr>
              <p:cNvPicPr/>
              <p:nvPr/>
            </p:nvPicPr>
            <p:blipFill>
              <a:blip r:embed="rId81"/>
              <a:stretch>
                <a:fillRect/>
              </a:stretch>
            </p:blipFill>
            <p:spPr>
              <a:xfrm>
                <a:off x="6722265" y="4678082"/>
                <a:ext cx="18828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7191" name="Ink 7190">
                <a:extLst>
                  <a:ext uri="{FF2B5EF4-FFF2-40B4-BE49-F238E27FC236}">
                    <a16:creationId xmlns:a16="http://schemas.microsoft.com/office/drawing/2014/main" id="{90AA3E4C-B0A0-4A44-BB56-09CAF91D2769}"/>
                  </a:ext>
                </a:extLst>
              </p14:cNvPr>
              <p14:cNvContentPartPr/>
              <p14:nvPr/>
            </p14:nvContentPartPr>
            <p14:xfrm>
              <a:off x="6638025" y="4930802"/>
              <a:ext cx="424800" cy="67320"/>
            </p14:xfrm>
          </p:contentPart>
        </mc:Choice>
        <mc:Fallback xmlns="">
          <p:pic>
            <p:nvPicPr>
              <p:cNvPr id="7191" name="Ink 7190">
                <a:extLst>
                  <a:ext uri="{FF2B5EF4-FFF2-40B4-BE49-F238E27FC236}">
                    <a16:creationId xmlns:a16="http://schemas.microsoft.com/office/drawing/2014/main" id="{90AA3E4C-B0A0-4A44-BB56-09CAF91D2769}"/>
                  </a:ext>
                </a:extLst>
              </p:cNvPr>
              <p:cNvPicPr/>
              <p:nvPr/>
            </p:nvPicPr>
            <p:blipFill>
              <a:blip r:embed="rId83"/>
              <a:stretch>
                <a:fillRect/>
              </a:stretch>
            </p:blipFill>
            <p:spPr>
              <a:xfrm>
                <a:off x="6629385" y="4921802"/>
                <a:ext cx="44244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7192" name="Ink 7191">
                <a:extLst>
                  <a:ext uri="{FF2B5EF4-FFF2-40B4-BE49-F238E27FC236}">
                    <a16:creationId xmlns:a16="http://schemas.microsoft.com/office/drawing/2014/main" id="{08F7A869-1A8C-41AA-B51C-6DC7A68EBA55}"/>
                  </a:ext>
                </a:extLst>
              </p14:cNvPr>
              <p14:cNvContentPartPr/>
              <p14:nvPr/>
            </p14:nvContentPartPr>
            <p14:xfrm>
              <a:off x="6770505" y="5040602"/>
              <a:ext cx="218520" cy="186840"/>
            </p14:xfrm>
          </p:contentPart>
        </mc:Choice>
        <mc:Fallback xmlns="">
          <p:pic>
            <p:nvPicPr>
              <p:cNvPr id="7192" name="Ink 7191">
                <a:extLst>
                  <a:ext uri="{FF2B5EF4-FFF2-40B4-BE49-F238E27FC236}">
                    <a16:creationId xmlns:a16="http://schemas.microsoft.com/office/drawing/2014/main" id="{08F7A869-1A8C-41AA-B51C-6DC7A68EBA55}"/>
                  </a:ext>
                </a:extLst>
              </p:cNvPr>
              <p:cNvPicPr/>
              <p:nvPr/>
            </p:nvPicPr>
            <p:blipFill>
              <a:blip r:embed="rId85"/>
              <a:stretch>
                <a:fillRect/>
              </a:stretch>
            </p:blipFill>
            <p:spPr>
              <a:xfrm>
                <a:off x="6761865" y="5031962"/>
                <a:ext cx="23616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7193" name="Ink 7192">
                <a:extLst>
                  <a:ext uri="{FF2B5EF4-FFF2-40B4-BE49-F238E27FC236}">
                    <a16:creationId xmlns:a16="http://schemas.microsoft.com/office/drawing/2014/main" id="{BF979738-CD30-4626-BE5A-8C8791B91493}"/>
                  </a:ext>
                </a:extLst>
              </p14:cNvPr>
              <p14:cNvContentPartPr/>
              <p14:nvPr/>
            </p14:nvContentPartPr>
            <p14:xfrm>
              <a:off x="7245705" y="4710122"/>
              <a:ext cx="360" cy="360"/>
            </p14:xfrm>
          </p:contentPart>
        </mc:Choice>
        <mc:Fallback xmlns="">
          <p:pic>
            <p:nvPicPr>
              <p:cNvPr id="7193" name="Ink 7192">
                <a:extLst>
                  <a:ext uri="{FF2B5EF4-FFF2-40B4-BE49-F238E27FC236}">
                    <a16:creationId xmlns:a16="http://schemas.microsoft.com/office/drawing/2014/main" id="{BF979738-CD30-4626-BE5A-8C8791B91493}"/>
                  </a:ext>
                </a:extLst>
              </p:cNvPr>
              <p:cNvPicPr/>
              <p:nvPr/>
            </p:nvPicPr>
            <p:blipFill>
              <a:blip r:embed="rId55"/>
              <a:stretch>
                <a:fillRect/>
              </a:stretch>
            </p:blipFill>
            <p:spPr>
              <a:xfrm>
                <a:off x="7237065" y="470148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7194" name="Ink 7193">
                <a:extLst>
                  <a:ext uri="{FF2B5EF4-FFF2-40B4-BE49-F238E27FC236}">
                    <a16:creationId xmlns:a16="http://schemas.microsoft.com/office/drawing/2014/main" id="{7D9ADAAE-C709-44A4-B48E-54CDE6F0EAEB}"/>
                  </a:ext>
                </a:extLst>
              </p14:cNvPr>
              <p14:cNvContentPartPr/>
              <p14:nvPr/>
            </p14:nvContentPartPr>
            <p14:xfrm>
              <a:off x="7191705" y="5080202"/>
              <a:ext cx="3960" cy="19080"/>
            </p14:xfrm>
          </p:contentPart>
        </mc:Choice>
        <mc:Fallback xmlns="">
          <p:pic>
            <p:nvPicPr>
              <p:cNvPr id="7194" name="Ink 7193">
                <a:extLst>
                  <a:ext uri="{FF2B5EF4-FFF2-40B4-BE49-F238E27FC236}">
                    <a16:creationId xmlns:a16="http://schemas.microsoft.com/office/drawing/2014/main" id="{7D9ADAAE-C709-44A4-B48E-54CDE6F0EAEB}"/>
                  </a:ext>
                </a:extLst>
              </p:cNvPr>
              <p:cNvPicPr/>
              <p:nvPr/>
            </p:nvPicPr>
            <p:blipFill>
              <a:blip r:embed="rId88"/>
              <a:stretch>
                <a:fillRect/>
              </a:stretch>
            </p:blipFill>
            <p:spPr>
              <a:xfrm>
                <a:off x="7183065" y="5071202"/>
                <a:ext cx="2160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7195" name="Ink 7194">
                <a:extLst>
                  <a:ext uri="{FF2B5EF4-FFF2-40B4-BE49-F238E27FC236}">
                    <a16:creationId xmlns:a16="http://schemas.microsoft.com/office/drawing/2014/main" id="{15E93F38-C35C-419D-AACC-4378C7BB9EAF}"/>
                  </a:ext>
                </a:extLst>
              </p14:cNvPr>
              <p14:cNvContentPartPr/>
              <p14:nvPr/>
            </p14:nvContentPartPr>
            <p14:xfrm>
              <a:off x="7110705" y="4752602"/>
              <a:ext cx="121320" cy="397800"/>
            </p14:xfrm>
          </p:contentPart>
        </mc:Choice>
        <mc:Fallback xmlns="">
          <p:pic>
            <p:nvPicPr>
              <p:cNvPr id="7195" name="Ink 7194">
                <a:extLst>
                  <a:ext uri="{FF2B5EF4-FFF2-40B4-BE49-F238E27FC236}">
                    <a16:creationId xmlns:a16="http://schemas.microsoft.com/office/drawing/2014/main" id="{15E93F38-C35C-419D-AACC-4378C7BB9EAF}"/>
                  </a:ext>
                </a:extLst>
              </p:cNvPr>
              <p:cNvPicPr/>
              <p:nvPr/>
            </p:nvPicPr>
            <p:blipFill>
              <a:blip r:embed="rId90"/>
              <a:stretch>
                <a:fillRect/>
              </a:stretch>
            </p:blipFill>
            <p:spPr>
              <a:xfrm>
                <a:off x="7102065" y="4743602"/>
                <a:ext cx="138960" cy="41544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7196" name="Ink 7195">
                <a:extLst>
                  <a:ext uri="{FF2B5EF4-FFF2-40B4-BE49-F238E27FC236}">
                    <a16:creationId xmlns:a16="http://schemas.microsoft.com/office/drawing/2014/main" id="{5C6723EC-E25E-4C51-A64B-6F2937929DC0}"/>
                  </a:ext>
                </a:extLst>
              </p14:cNvPr>
              <p14:cNvContentPartPr/>
              <p14:nvPr/>
            </p14:nvContentPartPr>
            <p14:xfrm>
              <a:off x="7215105" y="4866722"/>
              <a:ext cx="161640" cy="149040"/>
            </p14:xfrm>
          </p:contentPart>
        </mc:Choice>
        <mc:Fallback xmlns="">
          <p:pic>
            <p:nvPicPr>
              <p:cNvPr id="7196" name="Ink 7195">
                <a:extLst>
                  <a:ext uri="{FF2B5EF4-FFF2-40B4-BE49-F238E27FC236}">
                    <a16:creationId xmlns:a16="http://schemas.microsoft.com/office/drawing/2014/main" id="{5C6723EC-E25E-4C51-A64B-6F2937929DC0}"/>
                  </a:ext>
                </a:extLst>
              </p:cNvPr>
              <p:cNvPicPr/>
              <p:nvPr/>
            </p:nvPicPr>
            <p:blipFill>
              <a:blip r:embed="rId92"/>
              <a:stretch>
                <a:fillRect/>
              </a:stretch>
            </p:blipFill>
            <p:spPr>
              <a:xfrm>
                <a:off x="7206105" y="4857722"/>
                <a:ext cx="17928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7197" name="Ink 7196">
                <a:extLst>
                  <a:ext uri="{FF2B5EF4-FFF2-40B4-BE49-F238E27FC236}">
                    <a16:creationId xmlns:a16="http://schemas.microsoft.com/office/drawing/2014/main" id="{F3AB38D1-D055-4582-AB4E-ECEA7D615AB7}"/>
                  </a:ext>
                </a:extLst>
              </p14:cNvPr>
              <p14:cNvContentPartPr/>
              <p14:nvPr/>
            </p14:nvContentPartPr>
            <p14:xfrm>
              <a:off x="7448385" y="4857002"/>
              <a:ext cx="15120" cy="122400"/>
            </p14:xfrm>
          </p:contentPart>
        </mc:Choice>
        <mc:Fallback xmlns="">
          <p:pic>
            <p:nvPicPr>
              <p:cNvPr id="7197" name="Ink 7196">
                <a:extLst>
                  <a:ext uri="{FF2B5EF4-FFF2-40B4-BE49-F238E27FC236}">
                    <a16:creationId xmlns:a16="http://schemas.microsoft.com/office/drawing/2014/main" id="{F3AB38D1-D055-4582-AB4E-ECEA7D615AB7}"/>
                  </a:ext>
                </a:extLst>
              </p:cNvPr>
              <p:cNvPicPr/>
              <p:nvPr/>
            </p:nvPicPr>
            <p:blipFill>
              <a:blip r:embed="rId94"/>
              <a:stretch>
                <a:fillRect/>
              </a:stretch>
            </p:blipFill>
            <p:spPr>
              <a:xfrm>
                <a:off x="7439745" y="4848362"/>
                <a:ext cx="3276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7198" name="Ink 7197">
                <a:extLst>
                  <a:ext uri="{FF2B5EF4-FFF2-40B4-BE49-F238E27FC236}">
                    <a16:creationId xmlns:a16="http://schemas.microsoft.com/office/drawing/2014/main" id="{88D05241-CAB4-46D7-9410-E8B1F41E1386}"/>
                  </a:ext>
                </a:extLst>
              </p14:cNvPr>
              <p14:cNvContentPartPr/>
              <p14:nvPr/>
            </p14:nvContentPartPr>
            <p14:xfrm>
              <a:off x="7401225" y="4909562"/>
              <a:ext cx="109440" cy="11160"/>
            </p14:xfrm>
          </p:contentPart>
        </mc:Choice>
        <mc:Fallback xmlns="">
          <p:pic>
            <p:nvPicPr>
              <p:cNvPr id="7198" name="Ink 7197">
                <a:extLst>
                  <a:ext uri="{FF2B5EF4-FFF2-40B4-BE49-F238E27FC236}">
                    <a16:creationId xmlns:a16="http://schemas.microsoft.com/office/drawing/2014/main" id="{88D05241-CAB4-46D7-9410-E8B1F41E1386}"/>
                  </a:ext>
                </a:extLst>
              </p:cNvPr>
              <p:cNvPicPr/>
              <p:nvPr/>
            </p:nvPicPr>
            <p:blipFill>
              <a:blip r:embed="rId96"/>
              <a:stretch>
                <a:fillRect/>
              </a:stretch>
            </p:blipFill>
            <p:spPr>
              <a:xfrm>
                <a:off x="7392585" y="4900562"/>
                <a:ext cx="12708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7199" name="Ink 7198">
                <a:extLst>
                  <a:ext uri="{FF2B5EF4-FFF2-40B4-BE49-F238E27FC236}">
                    <a16:creationId xmlns:a16="http://schemas.microsoft.com/office/drawing/2014/main" id="{8766F4F2-5E24-4AAC-BDC7-C226DA25F279}"/>
                  </a:ext>
                </a:extLst>
              </p14:cNvPr>
              <p14:cNvContentPartPr/>
              <p14:nvPr/>
            </p14:nvContentPartPr>
            <p14:xfrm>
              <a:off x="7558905" y="4752602"/>
              <a:ext cx="124920" cy="230760"/>
            </p14:xfrm>
          </p:contentPart>
        </mc:Choice>
        <mc:Fallback xmlns="">
          <p:pic>
            <p:nvPicPr>
              <p:cNvPr id="7199" name="Ink 7198">
                <a:extLst>
                  <a:ext uri="{FF2B5EF4-FFF2-40B4-BE49-F238E27FC236}">
                    <a16:creationId xmlns:a16="http://schemas.microsoft.com/office/drawing/2014/main" id="{8766F4F2-5E24-4AAC-BDC7-C226DA25F279}"/>
                  </a:ext>
                </a:extLst>
              </p:cNvPr>
              <p:cNvPicPr/>
              <p:nvPr/>
            </p:nvPicPr>
            <p:blipFill>
              <a:blip r:embed="rId98"/>
              <a:stretch>
                <a:fillRect/>
              </a:stretch>
            </p:blipFill>
            <p:spPr>
              <a:xfrm>
                <a:off x="7550265" y="4743602"/>
                <a:ext cx="14256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7200" name="Ink 7199">
                <a:extLst>
                  <a:ext uri="{FF2B5EF4-FFF2-40B4-BE49-F238E27FC236}">
                    <a16:creationId xmlns:a16="http://schemas.microsoft.com/office/drawing/2014/main" id="{20803BA4-8661-45E3-877B-7EB5BF6D796C}"/>
                  </a:ext>
                </a:extLst>
              </p14:cNvPr>
              <p14:cNvContentPartPr/>
              <p14:nvPr/>
            </p14:nvContentPartPr>
            <p14:xfrm>
              <a:off x="7681665" y="4698242"/>
              <a:ext cx="138600" cy="342360"/>
            </p14:xfrm>
          </p:contentPart>
        </mc:Choice>
        <mc:Fallback xmlns="">
          <p:pic>
            <p:nvPicPr>
              <p:cNvPr id="7200" name="Ink 7199">
                <a:extLst>
                  <a:ext uri="{FF2B5EF4-FFF2-40B4-BE49-F238E27FC236}">
                    <a16:creationId xmlns:a16="http://schemas.microsoft.com/office/drawing/2014/main" id="{20803BA4-8661-45E3-877B-7EB5BF6D796C}"/>
                  </a:ext>
                </a:extLst>
              </p:cNvPr>
              <p:cNvPicPr/>
              <p:nvPr/>
            </p:nvPicPr>
            <p:blipFill>
              <a:blip r:embed="rId100"/>
              <a:stretch>
                <a:fillRect/>
              </a:stretch>
            </p:blipFill>
            <p:spPr>
              <a:xfrm>
                <a:off x="7672665" y="4689602"/>
                <a:ext cx="156240" cy="360000"/>
              </a:xfrm>
              <a:prstGeom prst="rect">
                <a:avLst/>
              </a:prstGeom>
            </p:spPr>
          </p:pic>
        </mc:Fallback>
      </mc:AlternateContent>
      <p:grpSp>
        <p:nvGrpSpPr>
          <p:cNvPr id="7208" name="Group 7207">
            <a:extLst>
              <a:ext uri="{FF2B5EF4-FFF2-40B4-BE49-F238E27FC236}">
                <a16:creationId xmlns:a16="http://schemas.microsoft.com/office/drawing/2014/main" id="{ADB334FE-4741-44F6-BEF8-91E4CDC18DD2}"/>
              </a:ext>
            </a:extLst>
          </p:cNvPr>
          <p:cNvGrpSpPr/>
          <p:nvPr/>
        </p:nvGrpSpPr>
        <p:grpSpPr>
          <a:xfrm>
            <a:off x="7932945" y="4683482"/>
            <a:ext cx="354960" cy="302040"/>
            <a:chOff x="7932945" y="4683482"/>
            <a:chExt cx="354960" cy="302040"/>
          </a:xfrm>
        </p:grpSpPr>
        <mc:AlternateContent xmlns:mc="http://schemas.openxmlformats.org/markup-compatibility/2006" xmlns:p14="http://schemas.microsoft.com/office/powerpoint/2010/main">
          <mc:Choice Requires="p14">
            <p:contentPart p14:bwMode="auto" r:id="rId101">
              <p14:nvContentPartPr>
                <p14:cNvPr id="7204" name="Ink 7203">
                  <a:extLst>
                    <a:ext uri="{FF2B5EF4-FFF2-40B4-BE49-F238E27FC236}">
                      <a16:creationId xmlns:a16="http://schemas.microsoft.com/office/drawing/2014/main" id="{F6C9D51F-7E6D-40B2-BCCB-F20E39D34F7F}"/>
                    </a:ext>
                  </a:extLst>
                </p14:cNvPr>
                <p14:cNvContentPartPr/>
                <p14:nvPr/>
              </p14:nvContentPartPr>
              <p14:xfrm>
                <a:off x="7946265" y="4824962"/>
                <a:ext cx="131040" cy="112320"/>
              </p14:xfrm>
            </p:contentPart>
          </mc:Choice>
          <mc:Fallback xmlns="">
            <p:pic>
              <p:nvPicPr>
                <p:cNvPr id="7204" name="Ink 7203">
                  <a:extLst>
                    <a:ext uri="{FF2B5EF4-FFF2-40B4-BE49-F238E27FC236}">
                      <a16:creationId xmlns:a16="http://schemas.microsoft.com/office/drawing/2014/main" id="{F6C9D51F-7E6D-40B2-BCCB-F20E39D34F7F}"/>
                    </a:ext>
                  </a:extLst>
                </p:cNvPr>
                <p:cNvPicPr/>
                <p:nvPr/>
              </p:nvPicPr>
              <p:blipFill>
                <a:blip r:embed="rId102"/>
                <a:stretch>
                  <a:fillRect/>
                </a:stretch>
              </p:blipFill>
              <p:spPr>
                <a:xfrm>
                  <a:off x="7937265" y="4816322"/>
                  <a:ext cx="14868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7205" name="Ink 7204">
                  <a:extLst>
                    <a:ext uri="{FF2B5EF4-FFF2-40B4-BE49-F238E27FC236}">
                      <a16:creationId xmlns:a16="http://schemas.microsoft.com/office/drawing/2014/main" id="{17FD1279-407B-4C68-8D6D-08D6AE623DC9}"/>
                    </a:ext>
                  </a:extLst>
                </p14:cNvPr>
                <p14:cNvContentPartPr/>
                <p14:nvPr/>
              </p14:nvContentPartPr>
              <p14:xfrm>
                <a:off x="7942665" y="4956002"/>
                <a:ext cx="15120" cy="12240"/>
              </p14:xfrm>
            </p:contentPart>
          </mc:Choice>
          <mc:Fallback xmlns="">
            <p:pic>
              <p:nvPicPr>
                <p:cNvPr id="7205" name="Ink 7204">
                  <a:extLst>
                    <a:ext uri="{FF2B5EF4-FFF2-40B4-BE49-F238E27FC236}">
                      <a16:creationId xmlns:a16="http://schemas.microsoft.com/office/drawing/2014/main" id="{17FD1279-407B-4C68-8D6D-08D6AE623DC9}"/>
                    </a:ext>
                  </a:extLst>
                </p:cNvPr>
                <p:cNvPicPr/>
                <p:nvPr/>
              </p:nvPicPr>
              <p:blipFill>
                <a:blip r:embed="rId104"/>
                <a:stretch>
                  <a:fillRect/>
                </a:stretch>
              </p:blipFill>
              <p:spPr>
                <a:xfrm>
                  <a:off x="7933665" y="4947002"/>
                  <a:ext cx="3276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7206" name="Ink 7205">
                  <a:extLst>
                    <a:ext uri="{FF2B5EF4-FFF2-40B4-BE49-F238E27FC236}">
                      <a16:creationId xmlns:a16="http://schemas.microsoft.com/office/drawing/2014/main" id="{0D0969EB-4F69-4542-A43F-B4861EFE2FC1}"/>
                    </a:ext>
                  </a:extLst>
                </p14:cNvPr>
                <p14:cNvContentPartPr/>
                <p14:nvPr/>
              </p14:nvContentPartPr>
              <p14:xfrm>
                <a:off x="7932945" y="4801202"/>
                <a:ext cx="145440" cy="184320"/>
              </p14:xfrm>
            </p:contentPart>
          </mc:Choice>
          <mc:Fallback xmlns="">
            <p:pic>
              <p:nvPicPr>
                <p:cNvPr id="7206" name="Ink 7205">
                  <a:extLst>
                    <a:ext uri="{FF2B5EF4-FFF2-40B4-BE49-F238E27FC236}">
                      <a16:creationId xmlns:a16="http://schemas.microsoft.com/office/drawing/2014/main" id="{0D0969EB-4F69-4542-A43F-B4861EFE2FC1}"/>
                    </a:ext>
                  </a:extLst>
                </p:cNvPr>
                <p:cNvPicPr/>
                <p:nvPr/>
              </p:nvPicPr>
              <p:blipFill>
                <a:blip r:embed="rId106"/>
                <a:stretch>
                  <a:fillRect/>
                </a:stretch>
              </p:blipFill>
              <p:spPr>
                <a:xfrm>
                  <a:off x="7924305" y="4792562"/>
                  <a:ext cx="16308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7207" name="Ink 7206">
                  <a:extLst>
                    <a:ext uri="{FF2B5EF4-FFF2-40B4-BE49-F238E27FC236}">
                      <a16:creationId xmlns:a16="http://schemas.microsoft.com/office/drawing/2014/main" id="{2DC5B513-2E52-47EC-8CDB-2F0ADBA6362B}"/>
                    </a:ext>
                  </a:extLst>
                </p14:cNvPr>
                <p14:cNvContentPartPr/>
                <p14:nvPr/>
              </p14:nvContentPartPr>
              <p14:xfrm>
                <a:off x="8133105" y="4683482"/>
                <a:ext cx="154800" cy="293040"/>
              </p14:xfrm>
            </p:contentPart>
          </mc:Choice>
          <mc:Fallback xmlns="">
            <p:pic>
              <p:nvPicPr>
                <p:cNvPr id="7207" name="Ink 7206">
                  <a:extLst>
                    <a:ext uri="{FF2B5EF4-FFF2-40B4-BE49-F238E27FC236}">
                      <a16:creationId xmlns:a16="http://schemas.microsoft.com/office/drawing/2014/main" id="{2DC5B513-2E52-47EC-8CDB-2F0ADBA6362B}"/>
                    </a:ext>
                  </a:extLst>
                </p:cNvPr>
                <p:cNvPicPr/>
                <p:nvPr/>
              </p:nvPicPr>
              <p:blipFill>
                <a:blip r:embed="rId108"/>
                <a:stretch>
                  <a:fillRect/>
                </a:stretch>
              </p:blipFill>
              <p:spPr>
                <a:xfrm>
                  <a:off x="8124465" y="4674842"/>
                  <a:ext cx="172440" cy="310680"/>
                </a:xfrm>
                <a:prstGeom prst="rect">
                  <a:avLst/>
                </a:prstGeom>
              </p:spPr>
            </p:pic>
          </mc:Fallback>
        </mc:AlternateContent>
      </p:grpSp>
      <p:grpSp>
        <p:nvGrpSpPr>
          <p:cNvPr id="7229" name="Group 7228">
            <a:extLst>
              <a:ext uri="{FF2B5EF4-FFF2-40B4-BE49-F238E27FC236}">
                <a16:creationId xmlns:a16="http://schemas.microsoft.com/office/drawing/2014/main" id="{959187D1-610C-40F4-9589-BBDB43FCDFB0}"/>
              </a:ext>
            </a:extLst>
          </p:cNvPr>
          <p:cNvGrpSpPr/>
          <p:nvPr/>
        </p:nvGrpSpPr>
        <p:grpSpPr>
          <a:xfrm>
            <a:off x="6375945" y="5414815"/>
            <a:ext cx="2134757" cy="777908"/>
            <a:chOff x="6375945" y="5414815"/>
            <a:chExt cx="2134757" cy="777908"/>
          </a:xfrm>
        </p:grpSpPr>
        <mc:AlternateContent xmlns:mc="http://schemas.openxmlformats.org/markup-compatibility/2006" xmlns:p14="http://schemas.microsoft.com/office/powerpoint/2010/main">
          <mc:Choice Requires="p14">
            <p:contentPart p14:bwMode="auto" r:id="rId109">
              <p14:nvContentPartPr>
                <p14:cNvPr id="7209" name="Ink 7208">
                  <a:extLst>
                    <a:ext uri="{FF2B5EF4-FFF2-40B4-BE49-F238E27FC236}">
                      <a16:creationId xmlns:a16="http://schemas.microsoft.com/office/drawing/2014/main" id="{8309726A-E083-479E-A6EB-E9D13A8C8FCA}"/>
                    </a:ext>
                  </a:extLst>
                </p14:cNvPr>
                <p14:cNvContentPartPr/>
                <p14:nvPr/>
              </p14:nvContentPartPr>
              <p14:xfrm>
                <a:off x="6375945" y="5575922"/>
                <a:ext cx="153720" cy="6120"/>
              </p14:xfrm>
            </p:contentPart>
          </mc:Choice>
          <mc:Fallback xmlns="">
            <p:pic>
              <p:nvPicPr>
                <p:cNvPr id="7209" name="Ink 7208">
                  <a:extLst>
                    <a:ext uri="{FF2B5EF4-FFF2-40B4-BE49-F238E27FC236}">
                      <a16:creationId xmlns:a16="http://schemas.microsoft.com/office/drawing/2014/main" id="{8309726A-E083-479E-A6EB-E9D13A8C8FCA}"/>
                    </a:ext>
                  </a:extLst>
                </p:cNvPr>
                <p:cNvPicPr/>
                <p:nvPr/>
              </p:nvPicPr>
              <p:blipFill>
                <a:blip r:embed="rId110"/>
                <a:stretch>
                  <a:fillRect/>
                </a:stretch>
              </p:blipFill>
              <p:spPr>
                <a:xfrm>
                  <a:off x="6366945" y="5567282"/>
                  <a:ext cx="17136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210" name="Ink 7209">
                  <a:extLst>
                    <a:ext uri="{FF2B5EF4-FFF2-40B4-BE49-F238E27FC236}">
                      <a16:creationId xmlns:a16="http://schemas.microsoft.com/office/drawing/2014/main" id="{50F6AA40-4140-4973-9B4C-C89AB0FE365E}"/>
                    </a:ext>
                  </a:extLst>
                </p14:cNvPr>
                <p14:cNvContentPartPr/>
                <p14:nvPr/>
              </p14:nvContentPartPr>
              <p14:xfrm>
                <a:off x="6401505" y="5675642"/>
                <a:ext cx="156240" cy="21960"/>
              </p14:xfrm>
            </p:contentPart>
          </mc:Choice>
          <mc:Fallback xmlns="">
            <p:pic>
              <p:nvPicPr>
                <p:cNvPr id="7210" name="Ink 7209">
                  <a:extLst>
                    <a:ext uri="{FF2B5EF4-FFF2-40B4-BE49-F238E27FC236}">
                      <a16:creationId xmlns:a16="http://schemas.microsoft.com/office/drawing/2014/main" id="{50F6AA40-4140-4973-9B4C-C89AB0FE365E}"/>
                    </a:ext>
                  </a:extLst>
                </p:cNvPr>
                <p:cNvPicPr/>
                <p:nvPr/>
              </p:nvPicPr>
              <p:blipFill>
                <a:blip r:embed="rId112"/>
                <a:stretch>
                  <a:fillRect/>
                </a:stretch>
              </p:blipFill>
              <p:spPr>
                <a:xfrm>
                  <a:off x="6392505" y="5667002"/>
                  <a:ext cx="17388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7211" name="Ink 7210">
                  <a:extLst>
                    <a:ext uri="{FF2B5EF4-FFF2-40B4-BE49-F238E27FC236}">
                      <a16:creationId xmlns:a16="http://schemas.microsoft.com/office/drawing/2014/main" id="{5072D004-383E-4331-84F9-5B4AE198B80F}"/>
                    </a:ext>
                  </a:extLst>
                </p14:cNvPr>
                <p14:cNvContentPartPr/>
                <p14:nvPr/>
              </p14:nvContentPartPr>
              <p14:xfrm>
                <a:off x="6838520" y="5471643"/>
                <a:ext cx="360" cy="360"/>
              </p14:xfrm>
            </p:contentPart>
          </mc:Choice>
          <mc:Fallback xmlns="">
            <p:pic>
              <p:nvPicPr>
                <p:cNvPr id="7211" name="Ink 7210">
                  <a:extLst>
                    <a:ext uri="{FF2B5EF4-FFF2-40B4-BE49-F238E27FC236}">
                      <a16:creationId xmlns:a16="http://schemas.microsoft.com/office/drawing/2014/main" id="{5072D004-383E-4331-84F9-5B4AE198B80F}"/>
                    </a:ext>
                  </a:extLst>
                </p:cNvPr>
                <p:cNvPicPr/>
                <p:nvPr/>
              </p:nvPicPr>
              <p:blipFill>
                <a:blip r:embed="rId55"/>
                <a:stretch>
                  <a:fillRect/>
                </a:stretch>
              </p:blipFill>
              <p:spPr>
                <a:xfrm>
                  <a:off x="6829880" y="546264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212" name="Ink 7211">
                  <a:extLst>
                    <a:ext uri="{FF2B5EF4-FFF2-40B4-BE49-F238E27FC236}">
                      <a16:creationId xmlns:a16="http://schemas.microsoft.com/office/drawing/2014/main" id="{35D060C6-9DE0-4161-88D3-361B4AF14A47}"/>
                    </a:ext>
                  </a:extLst>
                </p14:cNvPr>
                <p14:cNvContentPartPr/>
                <p14:nvPr/>
              </p14:nvContentPartPr>
              <p14:xfrm>
                <a:off x="6786320" y="5420523"/>
                <a:ext cx="284760" cy="335880"/>
              </p14:xfrm>
            </p:contentPart>
          </mc:Choice>
          <mc:Fallback xmlns="">
            <p:pic>
              <p:nvPicPr>
                <p:cNvPr id="7212" name="Ink 7211">
                  <a:extLst>
                    <a:ext uri="{FF2B5EF4-FFF2-40B4-BE49-F238E27FC236}">
                      <a16:creationId xmlns:a16="http://schemas.microsoft.com/office/drawing/2014/main" id="{35D060C6-9DE0-4161-88D3-361B4AF14A47}"/>
                    </a:ext>
                  </a:extLst>
                </p:cNvPr>
                <p:cNvPicPr/>
                <p:nvPr/>
              </p:nvPicPr>
              <p:blipFill>
                <a:blip r:embed="rId115"/>
                <a:stretch>
                  <a:fillRect/>
                </a:stretch>
              </p:blipFill>
              <p:spPr>
                <a:xfrm>
                  <a:off x="6777680" y="5411883"/>
                  <a:ext cx="302400" cy="3535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213" name="Ink 7212">
                  <a:extLst>
                    <a:ext uri="{FF2B5EF4-FFF2-40B4-BE49-F238E27FC236}">
                      <a16:creationId xmlns:a16="http://schemas.microsoft.com/office/drawing/2014/main" id="{7A5673B0-9EB3-41EC-A9B0-7294F5F8C3E4}"/>
                    </a:ext>
                  </a:extLst>
                </p14:cNvPr>
                <p14:cNvContentPartPr/>
                <p14:nvPr/>
              </p14:nvContentPartPr>
              <p14:xfrm>
                <a:off x="6694880" y="5751003"/>
                <a:ext cx="484920" cy="100800"/>
              </p14:xfrm>
            </p:contentPart>
          </mc:Choice>
          <mc:Fallback xmlns="">
            <p:pic>
              <p:nvPicPr>
                <p:cNvPr id="7213" name="Ink 7212">
                  <a:extLst>
                    <a:ext uri="{FF2B5EF4-FFF2-40B4-BE49-F238E27FC236}">
                      <a16:creationId xmlns:a16="http://schemas.microsoft.com/office/drawing/2014/main" id="{7A5673B0-9EB3-41EC-A9B0-7294F5F8C3E4}"/>
                    </a:ext>
                  </a:extLst>
                </p:cNvPr>
                <p:cNvPicPr/>
                <p:nvPr/>
              </p:nvPicPr>
              <p:blipFill>
                <a:blip r:embed="rId117"/>
                <a:stretch>
                  <a:fillRect/>
                </a:stretch>
              </p:blipFill>
              <p:spPr>
                <a:xfrm>
                  <a:off x="6686240" y="5742363"/>
                  <a:ext cx="50256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214" name="Ink 7213">
                  <a:extLst>
                    <a:ext uri="{FF2B5EF4-FFF2-40B4-BE49-F238E27FC236}">
                      <a16:creationId xmlns:a16="http://schemas.microsoft.com/office/drawing/2014/main" id="{D0984C66-A179-4155-B23E-E6C0B6A496F4}"/>
                    </a:ext>
                  </a:extLst>
                </p14:cNvPr>
                <p14:cNvContentPartPr/>
                <p14:nvPr/>
              </p14:nvContentPartPr>
              <p14:xfrm>
                <a:off x="6814760" y="5863683"/>
                <a:ext cx="307800" cy="329040"/>
              </p14:xfrm>
            </p:contentPart>
          </mc:Choice>
          <mc:Fallback xmlns="">
            <p:pic>
              <p:nvPicPr>
                <p:cNvPr id="7214" name="Ink 7213">
                  <a:extLst>
                    <a:ext uri="{FF2B5EF4-FFF2-40B4-BE49-F238E27FC236}">
                      <a16:creationId xmlns:a16="http://schemas.microsoft.com/office/drawing/2014/main" id="{D0984C66-A179-4155-B23E-E6C0B6A496F4}"/>
                    </a:ext>
                  </a:extLst>
                </p:cNvPr>
                <p:cNvPicPr/>
                <p:nvPr/>
              </p:nvPicPr>
              <p:blipFill>
                <a:blip r:embed="rId119"/>
                <a:stretch>
                  <a:fillRect/>
                </a:stretch>
              </p:blipFill>
              <p:spPr>
                <a:xfrm>
                  <a:off x="6806120" y="5855043"/>
                  <a:ext cx="325440" cy="3466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216" name="Ink 7215">
                  <a:extLst>
                    <a:ext uri="{FF2B5EF4-FFF2-40B4-BE49-F238E27FC236}">
                      <a16:creationId xmlns:a16="http://schemas.microsoft.com/office/drawing/2014/main" id="{425068D3-D87D-4B74-BA9F-F1022A050CC8}"/>
                    </a:ext>
                  </a:extLst>
                </p14:cNvPr>
                <p14:cNvContentPartPr/>
                <p14:nvPr/>
              </p14:nvContentPartPr>
              <p14:xfrm>
                <a:off x="7275920" y="5415483"/>
                <a:ext cx="86400" cy="531360"/>
              </p14:xfrm>
            </p:contentPart>
          </mc:Choice>
          <mc:Fallback xmlns="">
            <p:pic>
              <p:nvPicPr>
                <p:cNvPr id="7216" name="Ink 7215">
                  <a:extLst>
                    <a:ext uri="{FF2B5EF4-FFF2-40B4-BE49-F238E27FC236}">
                      <a16:creationId xmlns:a16="http://schemas.microsoft.com/office/drawing/2014/main" id="{425068D3-D87D-4B74-BA9F-F1022A050CC8}"/>
                    </a:ext>
                  </a:extLst>
                </p:cNvPr>
                <p:cNvPicPr/>
                <p:nvPr/>
              </p:nvPicPr>
              <p:blipFill>
                <a:blip r:embed="rId121"/>
                <a:stretch>
                  <a:fillRect/>
                </a:stretch>
              </p:blipFill>
              <p:spPr>
                <a:xfrm>
                  <a:off x="7267280" y="5406483"/>
                  <a:ext cx="104040" cy="5490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217" name="Ink 7216">
                  <a:extLst>
                    <a:ext uri="{FF2B5EF4-FFF2-40B4-BE49-F238E27FC236}">
                      <a16:creationId xmlns:a16="http://schemas.microsoft.com/office/drawing/2014/main" id="{B46A4820-6F9A-4D4C-A742-6E0988CE6AB3}"/>
                    </a:ext>
                  </a:extLst>
                </p14:cNvPr>
                <p14:cNvContentPartPr/>
                <p14:nvPr/>
              </p14:nvContentPartPr>
              <p14:xfrm>
                <a:off x="7375640" y="5569923"/>
                <a:ext cx="145440" cy="172440"/>
              </p14:xfrm>
            </p:contentPart>
          </mc:Choice>
          <mc:Fallback xmlns="">
            <p:pic>
              <p:nvPicPr>
                <p:cNvPr id="7217" name="Ink 7216">
                  <a:extLst>
                    <a:ext uri="{FF2B5EF4-FFF2-40B4-BE49-F238E27FC236}">
                      <a16:creationId xmlns:a16="http://schemas.microsoft.com/office/drawing/2014/main" id="{B46A4820-6F9A-4D4C-A742-6E0988CE6AB3}"/>
                    </a:ext>
                  </a:extLst>
                </p:cNvPr>
                <p:cNvPicPr/>
                <p:nvPr/>
              </p:nvPicPr>
              <p:blipFill>
                <a:blip r:embed="rId123"/>
                <a:stretch>
                  <a:fillRect/>
                </a:stretch>
              </p:blipFill>
              <p:spPr>
                <a:xfrm>
                  <a:off x="7367000" y="5560923"/>
                  <a:ext cx="16308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218" name="Ink 7217">
                  <a:extLst>
                    <a:ext uri="{FF2B5EF4-FFF2-40B4-BE49-F238E27FC236}">
                      <a16:creationId xmlns:a16="http://schemas.microsoft.com/office/drawing/2014/main" id="{11489477-8261-440A-A452-C4BDB56B1BCE}"/>
                    </a:ext>
                  </a:extLst>
                </p14:cNvPr>
                <p14:cNvContentPartPr/>
                <p14:nvPr/>
              </p14:nvContentPartPr>
              <p14:xfrm>
                <a:off x="7475360" y="5542203"/>
                <a:ext cx="13680" cy="294480"/>
              </p14:xfrm>
            </p:contentPart>
          </mc:Choice>
          <mc:Fallback xmlns="">
            <p:pic>
              <p:nvPicPr>
                <p:cNvPr id="7218" name="Ink 7217">
                  <a:extLst>
                    <a:ext uri="{FF2B5EF4-FFF2-40B4-BE49-F238E27FC236}">
                      <a16:creationId xmlns:a16="http://schemas.microsoft.com/office/drawing/2014/main" id="{11489477-8261-440A-A452-C4BDB56B1BCE}"/>
                    </a:ext>
                  </a:extLst>
                </p:cNvPr>
                <p:cNvPicPr/>
                <p:nvPr/>
              </p:nvPicPr>
              <p:blipFill>
                <a:blip r:embed="rId125"/>
                <a:stretch>
                  <a:fillRect/>
                </a:stretch>
              </p:blipFill>
              <p:spPr>
                <a:xfrm>
                  <a:off x="7466360" y="5533563"/>
                  <a:ext cx="3132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219" name="Ink 7218">
                  <a:extLst>
                    <a:ext uri="{FF2B5EF4-FFF2-40B4-BE49-F238E27FC236}">
                      <a16:creationId xmlns:a16="http://schemas.microsoft.com/office/drawing/2014/main" id="{27080D6D-8130-4A29-88AA-1B177E054348}"/>
                    </a:ext>
                  </a:extLst>
                </p14:cNvPr>
                <p14:cNvContentPartPr/>
                <p14:nvPr/>
              </p14:nvContentPartPr>
              <p14:xfrm>
                <a:off x="7589120" y="5625363"/>
                <a:ext cx="17280" cy="154440"/>
              </p14:xfrm>
            </p:contentPart>
          </mc:Choice>
          <mc:Fallback xmlns="">
            <p:pic>
              <p:nvPicPr>
                <p:cNvPr id="7219" name="Ink 7218">
                  <a:extLst>
                    <a:ext uri="{FF2B5EF4-FFF2-40B4-BE49-F238E27FC236}">
                      <a16:creationId xmlns:a16="http://schemas.microsoft.com/office/drawing/2014/main" id="{27080D6D-8130-4A29-88AA-1B177E054348}"/>
                    </a:ext>
                  </a:extLst>
                </p:cNvPr>
                <p:cNvPicPr/>
                <p:nvPr/>
              </p:nvPicPr>
              <p:blipFill>
                <a:blip r:embed="rId127"/>
                <a:stretch>
                  <a:fillRect/>
                </a:stretch>
              </p:blipFill>
              <p:spPr>
                <a:xfrm>
                  <a:off x="7580480" y="5616363"/>
                  <a:ext cx="3492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220" name="Ink 7219">
                  <a:extLst>
                    <a:ext uri="{FF2B5EF4-FFF2-40B4-BE49-F238E27FC236}">
                      <a16:creationId xmlns:a16="http://schemas.microsoft.com/office/drawing/2014/main" id="{7F956360-8E96-4F9D-AE31-CA85608F6FEF}"/>
                    </a:ext>
                  </a:extLst>
                </p14:cNvPr>
                <p14:cNvContentPartPr/>
                <p14:nvPr/>
              </p14:nvContentPartPr>
              <p14:xfrm>
                <a:off x="7604240" y="5671083"/>
                <a:ext cx="42120" cy="11880"/>
              </p14:xfrm>
            </p:contentPart>
          </mc:Choice>
          <mc:Fallback xmlns="">
            <p:pic>
              <p:nvPicPr>
                <p:cNvPr id="7220" name="Ink 7219">
                  <a:extLst>
                    <a:ext uri="{FF2B5EF4-FFF2-40B4-BE49-F238E27FC236}">
                      <a16:creationId xmlns:a16="http://schemas.microsoft.com/office/drawing/2014/main" id="{7F956360-8E96-4F9D-AE31-CA85608F6FEF}"/>
                    </a:ext>
                  </a:extLst>
                </p:cNvPr>
                <p:cNvPicPr/>
                <p:nvPr/>
              </p:nvPicPr>
              <p:blipFill>
                <a:blip r:embed="rId129"/>
                <a:stretch>
                  <a:fillRect/>
                </a:stretch>
              </p:blipFill>
              <p:spPr>
                <a:xfrm>
                  <a:off x="7595240" y="5662083"/>
                  <a:ext cx="5976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221" name="Ink 7220">
                  <a:extLst>
                    <a:ext uri="{FF2B5EF4-FFF2-40B4-BE49-F238E27FC236}">
                      <a16:creationId xmlns:a16="http://schemas.microsoft.com/office/drawing/2014/main" id="{EDFD0DDB-FA00-44BD-B1EC-1D71708AF8D6}"/>
                    </a:ext>
                  </a:extLst>
                </p14:cNvPr>
                <p14:cNvContentPartPr/>
                <p14:nvPr/>
              </p14:nvContentPartPr>
              <p14:xfrm>
                <a:off x="7725920" y="5531763"/>
                <a:ext cx="17280" cy="227520"/>
              </p14:xfrm>
            </p:contentPart>
          </mc:Choice>
          <mc:Fallback xmlns="">
            <p:pic>
              <p:nvPicPr>
                <p:cNvPr id="7221" name="Ink 7220">
                  <a:extLst>
                    <a:ext uri="{FF2B5EF4-FFF2-40B4-BE49-F238E27FC236}">
                      <a16:creationId xmlns:a16="http://schemas.microsoft.com/office/drawing/2014/main" id="{EDFD0DDB-FA00-44BD-B1EC-1D71708AF8D6}"/>
                    </a:ext>
                  </a:extLst>
                </p:cNvPr>
                <p:cNvPicPr/>
                <p:nvPr/>
              </p:nvPicPr>
              <p:blipFill>
                <a:blip r:embed="rId131"/>
                <a:stretch>
                  <a:fillRect/>
                </a:stretch>
              </p:blipFill>
              <p:spPr>
                <a:xfrm>
                  <a:off x="7716920" y="5522763"/>
                  <a:ext cx="3492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222" name="Ink 7221">
                  <a:extLst>
                    <a:ext uri="{FF2B5EF4-FFF2-40B4-BE49-F238E27FC236}">
                      <a16:creationId xmlns:a16="http://schemas.microsoft.com/office/drawing/2014/main" id="{BD309F27-7FF7-4468-8169-7B98A5F2B259}"/>
                    </a:ext>
                  </a:extLst>
                </p14:cNvPr>
                <p14:cNvContentPartPr/>
                <p14:nvPr/>
              </p14:nvContentPartPr>
              <p14:xfrm>
                <a:off x="7775240" y="5522403"/>
                <a:ext cx="92520" cy="185400"/>
              </p14:xfrm>
            </p:contentPart>
          </mc:Choice>
          <mc:Fallback xmlns="">
            <p:pic>
              <p:nvPicPr>
                <p:cNvPr id="7222" name="Ink 7221">
                  <a:extLst>
                    <a:ext uri="{FF2B5EF4-FFF2-40B4-BE49-F238E27FC236}">
                      <a16:creationId xmlns:a16="http://schemas.microsoft.com/office/drawing/2014/main" id="{BD309F27-7FF7-4468-8169-7B98A5F2B259}"/>
                    </a:ext>
                  </a:extLst>
                </p:cNvPr>
                <p:cNvPicPr/>
                <p:nvPr/>
              </p:nvPicPr>
              <p:blipFill>
                <a:blip r:embed="rId133"/>
                <a:stretch>
                  <a:fillRect/>
                </a:stretch>
              </p:blipFill>
              <p:spPr>
                <a:xfrm>
                  <a:off x="7766240" y="5513403"/>
                  <a:ext cx="11016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223" name="Ink 7222">
                  <a:extLst>
                    <a:ext uri="{FF2B5EF4-FFF2-40B4-BE49-F238E27FC236}">
                      <a16:creationId xmlns:a16="http://schemas.microsoft.com/office/drawing/2014/main" id="{F3A34B92-E7E4-4752-907D-7A3C012317D8}"/>
                    </a:ext>
                  </a:extLst>
                </p14:cNvPr>
                <p14:cNvContentPartPr/>
                <p14:nvPr/>
              </p14:nvContentPartPr>
              <p14:xfrm>
                <a:off x="7926440" y="5448243"/>
                <a:ext cx="69840" cy="373680"/>
              </p14:xfrm>
            </p:contentPart>
          </mc:Choice>
          <mc:Fallback xmlns="">
            <p:pic>
              <p:nvPicPr>
                <p:cNvPr id="7223" name="Ink 7222">
                  <a:extLst>
                    <a:ext uri="{FF2B5EF4-FFF2-40B4-BE49-F238E27FC236}">
                      <a16:creationId xmlns:a16="http://schemas.microsoft.com/office/drawing/2014/main" id="{F3A34B92-E7E4-4752-907D-7A3C012317D8}"/>
                    </a:ext>
                  </a:extLst>
                </p:cNvPr>
                <p:cNvPicPr/>
                <p:nvPr/>
              </p:nvPicPr>
              <p:blipFill>
                <a:blip r:embed="rId135"/>
                <a:stretch>
                  <a:fillRect/>
                </a:stretch>
              </p:blipFill>
              <p:spPr>
                <a:xfrm>
                  <a:off x="7917800" y="5439243"/>
                  <a:ext cx="87480" cy="3913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225" name="Ink 7224">
                  <a:extLst>
                    <a:ext uri="{FF2B5EF4-FFF2-40B4-BE49-F238E27FC236}">
                      <a16:creationId xmlns:a16="http://schemas.microsoft.com/office/drawing/2014/main" id="{A554A9BC-F7C6-4EE1-B94F-D3FB4EC57EB9}"/>
                    </a:ext>
                  </a:extLst>
                </p14:cNvPr>
                <p14:cNvContentPartPr/>
                <p14:nvPr/>
              </p14:nvContentPartPr>
              <p14:xfrm>
                <a:off x="8103560" y="5564883"/>
                <a:ext cx="108360" cy="133200"/>
              </p14:xfrm>
            </p:contentPart>
          </mc:Choice>
          <mc:Fallback xmlns="">
            <p:pic>
              <p:nvPicPr>
                <p:cNvPr id="7225" name="Ink 7224">
                  <a:extLst>
                    <a:ext uri="{FF2B5EF4-FFF2-40B4-BE49-F238E27FC236}">
                      <a16:creationId xmlns:a16="http://schemas.microsoft.com/office/drawing/2014/main" id="{A554A9BC-F7C6-4EE1-B94F-D3FB4EC57EB9}"/>
                    </a:ext>
                  </a:extLst>
                </p:cNvPr>
                <p:cNvPicPr/>
                <p:nvPr/>
              </p:nvPicPr>
              <p:blipFill>
                <a:blip r:embed="rId137"/>
                <a:stretch>
                  <a:fillRect/>
                </a:stretch>
              </p:blipFill>
              <p:spPr>
                <a:xfrm>
                  <a:off x="8094920" y="5556243"/>
                  <a:ext cx="12600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226" name="Ink 7225">
                  <a:extLst>
                    <a:ext uri="{FF2B5EF4-FFF2-40B4-BE49-F238E27FC236}">
                      <a16:creationId xmlns:a16="http://schemas.microsoft.com/office/drawing/2014/main" id="{4987AF3C-9DF3-4F3D-94CA-71A8872D03EE}"/>
                    </a:ext>
                  </a:extLst>
                </p14:cNvPr>
                <p14:cNvContentPartPr/>
                <p14:nvPr/>
              </p14:nvContentPartPr>
              <p14:xfrm>
                <a:off x="8090240" y="5566323"/>
                <a:ext cx="110880" cy="91800"/>
              </p14:xfrm>
            </p:contentPart>
          </mc:Choice>
          <mc:Fallback xmlns="">
            <p:pic>
              <p:nvPicPr>
                <p:cNvPr id="7226" name="Ink 7225">
                  <a:extLst>
                    <a:ext uri="{FF2B5EF4-FFF2-40B4-BE49-F238E27FC236}">
                      <a16:creationId xmlns:a16="http://schemas.microsoft.com/office/drawing/2014/main" id="{4987AF3C-9DF3-4F3D-94CA-71A8872D03EE}"/>
                    </a:ext>
                  </a:extLst>
                </p:cNvPr>
                <p:cNvPicPr/>
                <p:nvPr/>
              </p:nvPicPr>
              <p:blipFill>
                <a:blip r:embed="rId139"/>
                <a:stretch>
                  <a:fillRect/>
                </a:stretch>
              </p:blipFill>
              <p:spPr>
                <a:xfrm>
                  <a:off x="8081240" y="5557323"/>
                  <a:ext cx="12852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228" name="Ink 7227">
                  <a:extLst>
                    <a:ext uri="{FF2B5EF4-FFF2-40B4-BE49-F238E27FC236}">
                      <a16:creationId xmlns:a16="http://schemas.microsoft.com/office/drawing/2014/main" id="{3261D88F-A1CA-44B0-AD5B-3BBF800BA642}"/>
                    </a:ext>
                  </a:extLst>
                </p14:cNvPr>
                <p14:cNvContentPartPr/>
                <p14:nvPr/>
              </p14:nvContentPartPr>
              <p14:xfrm>
                <a:off x="8298302" y="5414815"/>
                <a:ext cx="212400" cy="336600"/>
              </p14:xfrm>
            </p:contentPart>
          </mc:Choice>
          <mc:Fallback xmlns="">
            <p:pic>
              <p:nvPicPr>
                <p:cNvPr id="7228" name="Ink 7227">
                  <a:extLst>
                    <a:ext uri="{FF2B5EF4-FFF2-40B4-BE49-F238E27FC236}">
                      <a16:creationId xmlns:a16="http://schemas.microsoft.com/office/drawing/2014/main" id="{3261D88F-A1CA-44B0-AD5B-3BBF800BA642}"/>
                    </a:ext>
                  </a:extLst>
                </p:cNvPr>
                <p:cNvPicPr/>
                <p:nvPr/>
              </p:nvPicPr>
              <p:blipFill>
                <a:blip r:embed="rId141"/>
                <a:stretch>
                  <a:fillRect/>
                </a:stretch>
              </p:blipFill>
              <p:spPr>
                <a:xfrm>
                  <a:off x="8289302" y="5406175"/>
                  <a:ext cx="230040" cy="354240"/>
                </a:xfrm>
                <a:prstGeom prst="rect">
                  <a:avLst/>
                </a:prstGeom>
              </p:spPr>
            </p:pic>
          </mc:Fallback>
        </mc:AlternateContent>
      </p:grpSp>
      <p:grpSp>
        <p:nvGrpSpPr>
          <p:cNvPr id="7244" name="Group 7243">
            <a:extLst>
              <a:ext uri="{FF2B5EF4-FFF2-40B4-BE49-F238E27FC236}">
                <a16:creationId xmlns:a16="http://schemas.microsoft.com/office/drawing/2014/main" id="{2D842F7A-A4D1-4740-90D3-170766FB057A}"/>
              </a:ext>
            </a:extLst>
          </p:cNvPr>
          <p:cNvGrpSpPr/>
          <p:nvPr/>
        </p:nvGrpSpPr>
        <p:grpSpPr>
          <a:xfrm>
            <a:off x="6498524" y="6404541"/>
            <a:ext cx="205200" cy="130320"/>
            <a:chOff x="6498524" y="6404541"/>
            <a:chExt cx="205200" cy="130320"/>
          </a:xfrm>
        </p:grpSpPr>
        <mc:AlternateContent xmlns:mc="http://schemas.openxmlformats.org/markup-compatibility/2006" xmlns:p14="http://schemas.microsoft.com/office/powerpoint/2010/main">
          <mc:Choice Requires="p14">
            <p:contentPart p14:bwMode="auto" r:id="rId142">
              <p14:nvContentPartPr>
                <p14:cNvPr id="7230" name="Ink 7229">
                  <a:extLst>
                    <a:ext uri="{FF2B5EF4-FFF2-40B4-BE49-F238E27FC236}">
                      <a16:creationId xmlns:a16="http://schemas.microsoft.com/office/drawing/2014/main" id="{62D75C42-A944-4973-8691-9502A3865D55}"/>
                    </a:ext>
                  </a:extLst>
                </p14:cNvPr>
                <p14:cNvContentPartPr/>
                <p14:nvPr/>
              </p14:nvContentPartPr>
              <p14:xfrm>
                <a:off x="6498524" y="6404541"/>
                <a:ext cx="188280" cy="25200"/>
              </p14:xfrm>
            </p:contentPart>
          </mc:Choice>
          <mc:Fallback xmlns="">
            <p:pic>
              <p:nvPicPr>
                <p:cNvPr id="7230" name="Ink 7229">
                  <a:extLst>
                    <a:ext uri="{FF2B5EF4-FFF2-40B4-BE49-F238E27FC236}">
                      <a16:creationId xmlns:a16="http://schemas.microsoft.com/office/drawing/2014/main" id="{62D75C42-A944-4973-8691-9502A3865D55}"/>
                    </a:ext>
                  </a:extLst>
                </p:cNvPr>
                <p:cNvPicPr/>
                <p:nvPr/>
              </p:nvPicPr>
              <p:blipFill>
                <a:blip r:embed="rId143"/>
                <a:stretch>
                  <a:fillRect/>
                </a:stretch>
              </p:blipFill>
              <p:spPr>
                <a:xfrm>
                  <a:off x="6489524" y="6395901"/>
                  <a:ext cx="20592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7231" name="Ink 7230">
                  <a:extLst>
                    <a:ext uri="{FF2B5EF4-FFF2-40B4-BE49-F238E27FC236}">
                      <a16:creationId xmlns:a16="http://schemas.microsoft.com/office/drawing/2014/main" id="{8B69CE24-9A87-457A-A29D-88C792AA058D}"/>
                    </a:ext>
                  </a:extLst>
                </p14:cNvPr>
                <p14:cNvContentPartPr/>
                <p14:nvPr/>
              </p14:nvContentPartPr>
              <p14:xfrm>
                <a:off x="6510764" y="6512181"/>
                <a:ext cx="360" cy="360"/>
              </p14:xfrm>
            </p:contentPart>
          </mc:Choice>
          <mc:Fallback xmlns="">
            <p:pic>
              <p:nvPicPr>
                <p:cNvPr id="7231" name="Ink 7230">
                  <a:extLst>
                    <a:ext uri="{FF2B5EF4-FFF2-40B4-BE49-F238E27FC236}">
                      <a16:creationId xmlns:a16="http://schemas.microsoft.com/office/drawing/2014/main" id="{8B69CE24-9A87-457A-A29D-88C792AA058D}"/>
                    </a:ext>
                  </a:extLst>
                </p:cNvPr>
                <p:cNvPicPr/>
                <p:nvPr/>
              </p:nvPicPr>
              <p:blipFill>
                <a:blip r:embed="rId55"/>
                <a:stretch>
                  <a:fillRect/>
                </a:stretch>
              </p:blipFill>
              <p:spPr>
                <a:xfrm>
                  <a:off x="6501764" y="650318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7232" name="Ink 7231">
                  <a:extLst>
                    <a:ext uri="{FF2B5EF4-FFF2-40B4-BE49-F238E27FC236}">
                      <a16:creationId xmlns:a16="http://schemas.microsoft.com/office/drawing/2014/main" id="{06ED5CEA-19C7-459D-B600-C09669ADD16A}"/>
                    </a:ext>
                  </a:extLst>
                </p14:cNvPr>
                <p14:cNvContentPartPr/>
                <p14:nvPr/>
              </p14:nvContentPartPr>
              <p14:xfrm>
                <a:off x="6575204" y="6522981"/>
                <a:ext cx="128520" cy="11880"/>
              </p14:xfrm>
            </p:contentPart>
          </mc:Choice>
          <mc:Fallback xmlns="">
            <p:pic>
              <p:nvPicPr>
                <p:cNvPr id="7232" name="Ink 7231">
                  <a:extLst>
                    <a:ext uri="{FF2B5EF4-FFF2-40B4-BE49-F238E27FC236}">
                      <a16:creationId xmlns:a16="http://schemas.microsoft.com/office/drawing/2014/main" id="{06ED5CEA-19C7-459D-B600-C09669ADD16A}"/>
                    </a:ext>
                  </a:extLst>
                </p:cNvPr>
                <p:cNvPicPr/>
                <p:nvPr/>
              </p:nvPicPr>
              <p:blipFill>
                <a:blip r:embed="rId146"/>
                <a:stretch>
                  <a:fillRect/>
                </a:stretch>
              </p:blipFill>
              <p:spPr>
                <a:xfrm>
                  <a:off x="6566204" y="6513981"/>
                  <a:ext cx="146160" cy="29520"/>
                </a:xfrm>
                <a:prstGeom prst="rect">
                  <a:avLst/>
                </a:prstGeom>
              </p:spPr>
            </p:pic>
          </mc:Fallback>
        </mc:AlternateContent>
      </p:grpSp>
      <p:grpSp>
        <p:nvGrpSpPr>
          <p:cNvPr id="7243" name="Group 7242">
            <a:extLst>
              <a:ext uri="{FF2B5EF4-FFF2-40B4-BE49-F238E27FC236}">
                <a16:creationId xmlns:a16="http://schemas.microsoft.com/office/drawing/2014/main" id="{96004BA4-540F-491C-9C78-61AD63D92658}"/>
              </a:ext>
            </a:extLst>
          </p:cNvPr>
          <p:cNvGrpSpPr/>
          <p:nvPr/>
        </p:nvGrpSpPr>
        <p:grpSpPr>
          <a:xfrm>
            <a:off x="6872564" y="6335781"/>
            <a:ext cx="1111680" cy="369000"/>
            <a:chOff x="6872564" y="6335781"/>
            <a:chExt cx="1111680" cy="369000"/>
          </a:xfrm>
        </p:grpSpPr>
        <mc:AlternateContent xmlns:mc="http://schemas.openxmlformats.org/markup-compatibility/2006" xmlns:p14="http://schemas.microsoft.com/office/powerpoint/2010/main">
          <mc:Choice Requires="p14">
            <p:contentPart p14:bwMode="auto" r:id="rId147">
              <p14:nvContentPartPr>
                <p14:cNvPr id="7233" name="Ink 7232">
                  <a:extLst>
                    <a:ext uri="{FF2B5EF4-FFF2-40B4-BE49-F238E27FC236}">
                      <a16:creationId xmlns:a16="http://schemas.microsoft.com/office/drawing/2014/main" id="{1233253A-7B45-4DC3-ABE9-965D68F0EB43}"/>
                    </a:ext>
                  </a:extLst>
                </p14:cNvPr>
                <p14:cNvContentPartPr/>
                <p14:nvPr/>
              </p14:nvContentPartPr>
              <p14:xfrm>
                <a:off x="6872564" y="6336141"/>
                <a:ext cx="29160" cy="330480"/>
              </p14:xfrm>
            </p:contentPart>
          </mc:Choice>
          <mc:Fallback xmlns="">
            <p:pic>
              <p:nvPicPr>
                <p:cNvPr id="7233" name="Ink 7232">
                  <a:extLst>
                    <a:ext uri="{FF2B5EF4-FFF2-40B4-BE49-F238E27FC236}">
                      <a16:creationId xmlns:a16="http://schemas.microsoft.com/office/drawing/2014/main" id="{1233253A-7B45-4DC3-ABE9-965D68F0EB43}"/>
                    </a:ext>
                  </a:extLst>
                </p:cNvPr>
                <p:cNvPicPr/>
                <p:nvPr/>
              </p:nvPicPr>
              <p:blipFill>
                <a:blip r:embed="rId148"/>
                <a:stretch>
                  <a:fillRect/>
                </a:stretch>
              </p:blipFill>
              <p:spPr>
                <a:xfrm>
                  <a:off x="6863924" y="6327501"/>
                  <a:ext cx="46800" cy="34812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7234" name="Ink 7233">
                  <a:extLst>
                    <a:ext uri="{FF2B5EF4-FFF2-40B4-BE49-F238E27FC236}">
                      <a16:creationId xmlns:a16="http://schemas.microsoft.com/office/drawing/2014/main" id="{F46708DB-7AE2-4F4B-B2B6-A4CD4DA0B731}"/>
                    </a:ext>
                  </a:extLst>
                </p14:cNvPr>
                <p14:cNvContentPartPr/>
                <p14:nvPr/>
              </p14:nvContentPartPr>
              <p14:xfrm>
                <a:off x="6991364" y="6530181"/>
                <a:ext cx="146160" cy="21600"/>
              </p14:xfrm>
            </p:contentPart>
          </mc:Choice>
          <mc:Fallback xmlns="">
            <p:pic>
              <p:nvPicPr>
                <p:cNvPr id="7234" name="Ink 7233">
                  <a:extLst>
                    <a:ext uri="{FF2B5EF4-FFF2-40B4-BE49-F238E27FC236}">
                      <a16:creationId xmlns:a16="http://schemas.microsoft.com/office/drawing/2014/main" id="{F46708DB-7AE2-4F4B-B2B6-A4CD4DA0B731}"/>
                    </a:ext>
                  </a:extLst>
                </p:cNvPr>
                <p:cNvPicPr/>
                <p:nvPr/>
              </p:nvPicPr>
              <p:blipFill>
                <a:blip r:embed="rId150"/>
                <a:stretch>
                  <a:fillRect/>
                </a:stretch>
              </p:blipFill>
              <p:spPr>
                <a:xfrm>
                  <a:off x="6982724" y="6521541"/>
                  <a:ext cx="1638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7235" name="Ink 7234">
                  <a:extLst>
                    <a:ext uri="{FF2B5EF4-FFF2-40B4-BE49-F238E27FC236}">
                      <a16:creationId xmlns:a16="http://schemas.microsoft.com/office/drawing/2014/main" id="{80A9084A-E0A8-4AE6-96B8-6EF1DF70681E}"/>
                    </a:ext>
                  </a:extLst>
                </p14:cNvPr>
                <p14:cNvContentPartPr/>
                <p14:nvPr/>
              </p14:nvContentPartPr>
              <p14:xfrm>
                <a:off x="6969764" y="6342261"/>
                <a:ext cx="57960" cy="234360"/>
              </p14:xfrm>
            </p:contentPart>
          </mc:Choice>
          <mc:Fallback xmlns="">
            <p:pic>
              <p:nvPicPr>
                <p:cNvPr id="7235" name="Ink 7234">
                  <a:extLst>
                    <a:ext uri="{FF2B5EF4-FFF2-40B4-BE49-F238E27FC236}">
                      <a16:creationId xmlns:a16="http://schemas.microsoft.com/office/drawing/2014/main" id="{80A9084A-E0A8-4AE6-96B8-6EF1DF70681E}"/>
                    </a:ext>
                  </a:extLst>
                </p:cNvPr>
                <p:cNvPicPr/>
                <p:nvPr/>
              </p:nvPicPr>
              <p:blipFill>
                <a:blip r:embed="rId152"/>
                <a:stretch>
                  <a:fillRect/>
                </a:stretch>
              </p:blipFill>
              <p:spPr>
                <a:xfrm>
                  <a:off x="6960764" y="6333261"/>
                  <a:ext cx="7560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7236" name="Ink 7235">
                  <a:extLst>
                    <a:ext uri="{FF2B5EF4-FFF2-40B4-BE49-F238E27FC236}">
                      <a16:creationId xmlns:a16="http://schemas.microsoft.com/office/drawing/2014/main" id="{E4563E05-AE1D-49CB-8275-7FF027317B47}"/>
                    </a:ext>
                  </a:extLst>
                </p14:cNvPr>
                <p14:cNvContentPartPr/>
                <p14:nvPr/>
              </p14:nvContentPartPr>
              <p14:xfrm>
                <a:off x="7065164" y="6335781"/>
                <a:ext cx="20520" cy="369000"/>
              </p14:xfrm>
            </p:contentPart>
          </mc:Choice>
          <mc:Fallback xmlns="">
            <p:pic>
              <p:nvPicPr>
                <p:cNvPr id="7236" name="Ink 7235">
                  <a:extLst>
                    <a:ext uri="{FF2B5EF4-FFF2-40B4-BE49-F238E27FC236}">
                      <a16:creationId xmlns:a16="http://schemas.microsoft.com/office/drawing/2014/main" id="{E4563E05-AE1D-49CB-8275-7FF027317B47}"/>
                    </a:ext>
                  </a:extLst>
                </p:cNvPr>
                <p:cNvPicPr/>
                <p:nvPr/>
              </p:nvPicPr>
              <p:blipFill>
                <a:blip r:embed="rId154"/>
                <a:stretch>
                  <a:fillRect/>
                </a:stretch>
              </p:blipFill>
              <p:spPr>
                <a:xfrm>
                  <a:off x="7056164" y="6327141"/>
                  <a:ext cx="38160" cy="38664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7237" name="Ink 7236">
                  <a:extLst>
                    <a:ext uri="{FF2B5EF4-FFF2-40B4-BE49-F238E27FC236}">
                      <a16:creationId xmlns:a16="http://schemas.microsoft.com/office/drawing/2014/main" id="{AA4D3242-D25B-4F68-B776-C3239A6A63CF}"/>
                    </a:ext>
                  </a:extLst>
                </p14:cNvPr>
                <p14:cNvContentPartPr/>
                <p14:nvPr/>
              </p14:nvContentPartPr>
              <p14:xfrm>
                <a:off x="7241564" y="6467901"/>
                <a:ext cx="111240" cy="124920"/>
              </p14:xfrm>
            </p:contentPart>
          </mc:Choice>
          <mc:Fallback xmlns="">
            <p:pic>
              <p:nvPicPr>
                <p:cNvPr id="7237" name="Ink 7236">
                  <a:extLst>
                    <a:ext uri="{FF2B5EF4-FFF2-40B4-BE49-F238E27FC236}">
                      <a16:creationId xmlns:a16="http://schemas.microsoft.com/office/drawing/2014/main" id="{AA4D3242-D25B-4F68-B776-C3239A6A63CF}"/>
                    </a:ext>
                  </a:extLst>
                </p:cNvPr>
                <p:cNvPicPr/>
                <p:nvPr/>
              </p:nvPicPr>
              <p:blipFill>
                <a:blip r:embed="rId156"/>
                <a:stretch>
                  <a:fillRect/>
                </a:stretch>
              </p:blipFill>
              <p:spPr>
                <a:xfrm>
                  <a:off x="7232924" y="6459261"/>
                  <a:ext cx="12888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7238" name="Ink 7237">
                  <a:extLst>
                    <a:ext uri="{FF2B5EF4-FFF2-40B4-BE49-F238E27FC236}">
                      <a16:creationId xmlns:a16="http://schemas.microsoft.com/office/drawing/2014/main" id="{BBDE782A-1789-4E81-BDB6-DE57D3188265}"/>
                    </a:ext>
                  </a:extLst>
                </p14:cNvPr>
                <p14:cNvContentPartPr/>
                <p14:nvPr/>
              </p14:nvContentPartPr>
              <p14:xfrm>
                <a:off x="7267484" y="6458901"/>
                <a:ext cx="104400" cy="140760"/>
              </p14:xfrm>
            </p:contentPart>
          </mc:Choice>
          <mc:Fallback xmlns="">
            <p:pic>
              <p:nvPicPr>
                <p:cNvPr id="7238" name="Ink 7237">
                  <a:extLst>
                    <a:ext uri="{FF2B5EF4-FFF2-40B4-BE49-F238E27FC236}">
                      <a16:creationId xmlns:a16="http://schemas.microsoft.com/office/drawing/2014/main" id="{BBDE782A-1789-4E81-BDB6-DE57D3188265}"/>
                    </a:ext>
                  </a:extLst>
                </p:cNvPr>
                <p:cNvPicPr/>
                <p:nvPr/>
              </p:nvPicPr>
              <p:blipFill>
                <a:blip r:embed="rId158"/>
                <a:stretch>
                  <a:fillRect/>
                </a:stretch>
              </p:blipFill>
              <p:spPr>
                <a:xfrm>
                  <a:off x="7258484" y="6449901"/>
                  <a:ext cx="12204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7239" name="Ink 7238">
                  <a:extLst>
                    <a:ext uri="{FF2B5EF4-FFF2-40B4-BE49-F238E27FC236}">
                      <a16:creationId xmlns:a16="http://schemas.microsoft.com/office/drawing/2014/main" id="{8198D590-AEAC-4450-92C8-366E67F61D13}"/>
                    </a:ext>
                  </a:extLst>
                </p14:cNvPr>
                <p14:cNvContentPartPr/>
                <p14:nvPr/>
              </p14:nvContentPartPr>
              <p14:xfrm>
                <a:off x="7468364" y="6350541"/>
                <a:ext cx="196920" cy="343080"/>
              </p14:xfrm>
            </p:contentPart>
          </mc:Choice>
          <mc:Fallback xmlns="">
            <p:pic>
              <p:nvPicPr>
                <p:cNvPr id="7239" name="Ink 7238">
                  <a:extLst>
                    <a:ext uri="{FF2B5EF4-FFF2-40B4-BE49-F238E27FC236}">
                      <a16:creationId xmlns:a16="http://schemas.microsoft.com/office/drawing/2014/main" id="{8198D590-AEAC-4450-92C8-366E67F61D13}"/>
                    </a:ext>
                  </a:extLst>
                </p:cNvPr>
                <p:cNvPicPr/>
                <p:nvPr/>
              </p:nvPicPr>
              <p:blipFill>
                <a:blip r:embed="rId160"/>
                <a:stretch>
                  <a:fillRect/>
                </a:stretch>
              </p:blipFill>
              <p:spPr>
                <a:xfrm>
                  <a:off x="7459724" y="6341541"/>
                  <a:ext cx="214560" cy="3607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7240" name="Ink 7239">
                  <a:extLst>
                    <a:ext uri="{FF2B5EF4-FFF2-40B4-BE49-F238E27FC236}">
                      <a16:creationId xmlns:a16="http://schemas.microsoft.com/office/drawing/2014/main" id="{57F7BA19-5564-4DFD-BA5E-A27724D40FB1}"/>
                    </a:ext>
                  </a:extLst>
                </p14:cNvPr>
                <p14:cNvContentPartPr/>
                <p14:nvPr/>
              </p14:nvContentPartPr>
              <p14:xfrm>
                <a:off x="7530644" y="6507501"/>
                <a:ext cx="131040" cy="9000"/>
              </p14:xfrm>
            </p:contentPart>
          </mc:Choice>
          <mc:Fallback xmlns="">
            <p:pic>
              <p:nvPicPr>
                <p:cNvPr id="7240" name="Ink 7239">
                  <a:extLst>
                    <a:ext uri="{FF2B5EF4-FFF2-40B4-BE49-F238E27FC236}">
                      <a16:creationId xmlns:a16="http://schemas.microsoft.com/office/drawing/2014/main" id="{57F7BA19-5564-4DFD-BA5E-A27724D40FB1}"/>
                    </a:ext>
                  </a:extLst>
                </p:cNvPr>
                <p:cNvPicPr/>
                <p:nvPr/>
              </p:nvPicPr>
              <p:blipFill>
                <a:blip r:embed="rId162"/>
                <a:stretch>
                  <a:fillRect/>
                </a:stretch>
              </p:blipFill>
              <p:spPr>
                <a:xfrm>
                  <a:off x="7522004" y="6498861"/>
                  <a:ext cx="1486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7241" name="Ink 7240">
                  <a:extLst>
                    <a:ext uri="{FF2B5EF4-FFF2-40B4-BE49-F238E27FC236}">
                      <a16:creationId xmlns:a16="http://schemas.microsoft.com/office/drawing/2014/main" id="{D37D80F5-5F60-41AB-91A9-21D148970F90}"/>
                    </a:ext>
                  </a:extLst>
                </p14:cNvPr>
                <p14:cNvContentPartPr/>
                <p14:nvPr/>
              </p14:nvContentPartPr>
              <p14:xfrm>
                <a:off x="7820804" y="6446301"/>
                <a:ext cx="163440" cy="14760"/>
              </p14:xfrm>
            </p:contentPart>
          </mc:Choice>
          <mc:Fallback xmlns="">
            <p:pic>
              <p:nvPicPr>
                <p:cNvPr id="7241" name="Ink 7240">
                  <a:extLst>
                    <a:ext uri="{FF2B5EF4-FFF2-40B4-BE49-F238E27FC236}">
                      <a16:creationId xmlns:a16="http://schemas.microsoft.com/office/drawing/2014/main" id="{D37D80F5-5F60-41AB-91A9-21D148970F90}"/>
                    </a:ext>
                  </a:extLst>
                </p:cNvPr>
                <p:cNvPicPr/>
                <p:nvPr/>
              </p:nvPicPr>
              <p:blipFill>
                <a:blip r:embed="rId164"/>
                <a:stretch>
                  <a:fillRect/>
                </a:stretch>
              </p:blipFill>
              <p:spPr>
                <a:xfrm>
                  <a:off x="7811804" y="6437301"/>
                  <a:ext cx="1810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7242" name="Ink 7241">
                  <a:extLst>
                    <a:ext uri="{FF2B5EF4-FFF2-40B4-BE49-F238E27FC236}">
                      <a16:creationId xmlns:a16="http://schemas.microsoft.com/office/drawing/2014/main" id="{1FB2E6C3-16C9-467D-B98D-9C6EAC14A1E8}"/>
                    </a:ext>
                  </a:extLst>
                </p14:cNvPr>
                <p14:cNvContentPartPr/>
                <p14:nvPr/>
              </p14:nvContentPartPr>
              <p14:xfrm>
                <a:off x="7807124" y="6504621"/>
                <a:ext cx="156600" cy="14760"/>
              </p14:xfrm>
            </p:contentPart>
          </mc:Choice>
          <mc:Fallback xmlns="">
            <p:pic>
              <p:nvPicPr>
                <p:cNvPr id="7242" name="Ink 7241">
                  <a:extLst>
                    <a:ext uri="{FF2B5EF4-FFF2-40B4-BE49-F238E27FC236}">
                      <a16:creationId xmlns:a16="http://schemas.microsoft.com/office/drawing/2014/main" id="{1FB2E6C3-16C9-467D-B98D-9C6EAC14A1E8}"/>
                    </a:ext>
                  </a:extLst>
                </p:cNvPr>
                <p:cNvPicPr/>
                <p:nvPr/>
              </p:nvPicPr>
              <p:blipFill>
                <a:blip r:embed="rId166"/>
                <a:stretch>
                  <a:fillRect/>
                </a:stretch>
              </p:blipFill>
              <p:spPr>
                <a:xfrm>
                  <a:off x="7798484" y="6495621"/>
                  <a:ext cx="174240" cy="32400"/>
                </a:xfrm>
                <a:prstGeom prst="rect">
                  <a:avLst/>
                </a:prstGeom>
              </p:spPr>
            </p:pic>
          </mc:Fallback>
        </mc:AlternateContent>
      </p:grpSp>
      <p:grpSp>
        <p:nvGrpSpPr>
          <p:cNvPr id="7255" name="Group 7254">
            <a:extLst>
              <a:ext uri="{FF2B5EF4-FFF2-40B4-BE49-F238E27FC236}">
                <a16:creationId xmlns:a16="http://schemas.microsoft.com/office/drawing/2014/main" id="{86957A12-1781-49E9-9A13-2F3B14678FD3}"/>
              </a:ext>
            </a:extLst>
          </p:cNvPr>
          <p:cNvGrpSpPr/>
          <p:nvPr/>
        </p:nvGrpSpPr>
        <p:grpSpPr>
          <a:xfrm>
            <a:off x="8262524" y="6130941"/>
            <a:ext cx="1016640" cy="515160"/>
            <a:chOff x="8262524" y="6130941"/>
            <a:chExt cx="1016640" cy="515160"/>
          </a:xfrm>
        </p:grpSpPr>
        <mc:AlternateContent xmlns:mc="http://schemas.openxmlformats.org/markup-compatibility/2006" xmlns:p14="http://schemas.microsoft.com/office/powerpoint/2010/main">
          <mc:Choice Requires="p14">
            <p:contentPart p14:bwMode="auto" r:id="rId167">
              <p14:nvContentPartPr>
                <p14:cNvPr id="7245" name="Ink 7244">
                  <a:extLst>
                    <a:ext uri="{FF2B5EF4-FFF2-40B4-BE49-F238E27FC236}">
                      <a16:creationId xmlns:a16="http://schemas.microsoft.com/office/drawing/2014/main" id="{6E799B5D-0298-4E85-B11D-6A88F5A278BF}"/>
                    </a:ext>
                  </a:extLst>
                </p14:cNvPr>
                <p14:cNvContentPartPr/>
                <p14:nvPr/>
              </p14:nvContentPartPr>
              <p14:xfrm>
                <a:off x="8262524" y="6234981"/>
                <a:ext cx="193320" cy="411120"/>
              </p14:xfrm>
            </p:contentPart>
          </mc:Choice>
          <mc:Fallback xmlns="">
            <p:pic>
              <p:nvPicPr>
                <p:cNvPr id="7245" name="Ink 7244">
                  <a:extLst>
                    <a:ext uri="{FF2B5EF4-FFF2-40B4-BE49-F238E27FC236}">
                      <a16:creationId xmlns:a16="http://schemas.microsoft.com/office/drawing/2014/main" id="{6E799B5D-0298-4E85-B11D-6A88F5A278BF}"/>
                    </a:ext>
                  </a:extLst>
                </p:cNvPr>
                <p:cNvPicPr/>
                <p:nvPr/>
              </p:nvPicPr>
              <p:blipFill>
                <a:blip r:embed="rId168"/>
                <a:stretch>
                  <a:fillRect/>
                </a:stretch>
              </p:blipFill>
              <p:spPr>
                <a:xfrm>
                  <a:off x="8253884" y="6226341"/>
                  <a:ext cx="210960" cy="42876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7246" name="Ink 7245">
                  <a:extLst>
                    <a:ext uri="{FF2B5EF4-FFF2-40B4-BE49-F238E27FC236}">
                      <a16:creationId xmlns:a16="http://schemas.microsoft.com/office/drawing/2014/main" id="{86F2DA2A-A58F-4D76-AAA0-CDEB4E478C75}"/>
                    </a:ext>
                  </a:extLst>
                </p14:cNvPr>
                <p14:cNvContentPartPr/>
                <p14:nvPr/>
              </p14:nvContentPartPr>
              <p14:xfrm>
                <a:off x="8513804" y="6249381"/>
                <a:ext cx="220680" cy="365760"/>
              </p14:xfrm>
            </p:contentPart>
          </mc:Choice>
          <mc:Fallback xmlns="">
            <p:pic>
              <p:nvPicPr>
                <p:cNvPr id="7246" name="Ink 7245">
                  <a:extLst>
                    <a:ext uri="{FF2B5EF4-FFF2-40B4-BE49-F238E27FC236}">
                      <a16:creationId xmlns:a16="http://schemas.microsoft.com/office/drawing/2014/main" id="{86F2DA2A-A58F-4D76-AAA0-CDEB4E478C75}"/>
                    </a:ext>
                  </a:extLst>
                </p:cNvPr>
                <p:cNvPicPr/>
                <p:nvPr/>
              </p:nvPicPr>
              <p:blipFill>
                <a:blip r:embed="rId170"/>
                <a:stretch>
                  <a:fillRect/>
                </a:stretch>
              </p:blipFill>
              <p:spPr>
                <a:xfrm>
                  <a:off x="8505164" y="6240381"/>
                  <a:ext cx="238320" cy="38340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7247" name="Ink 7246">
                  <a:extLst>
                    <a:ext uri="{FF2B5EF4-FFF2-40B4-BE49-F238E27FC236}">
                      <a16:creationId xmlns:a16="http://schemas.microsoft.com/office/drawing/2014/main" id="{660B30AF-98A8-47C6-9DF6-F85FF78E8E1F}"/>
                    </a:ext>
                  </a:extLst>
                </p14:cNvPr>
                <p14:cNvContentPartPr/>
                <p14:nvPr/>
              </p14:nvContentPartPr>
              <p14:xfrm>
                <a:off x="8868764" y="6491301"/>
                <a:ext cx="10440" cy="3240"/>
              </p14:xfrm>
            </p:contentPart>
          </mc:Choice>
          <mc:Fallback xmlns="">
            <p:pic>
              <p:nvPicPr>
                <p:cNvPr id="7247" name="Ink 7246">
                  <a:extLst>
                    <a:ext uri="{FF2B5EF4-FFF2-40B4-BE49-F238E27FC236}">
                      <a16:creationId xmlns:a16="http://schemas.microsoft.com/office/drawing/2014/main" id="{660B30AF-98A8-47C6-9DF6-F85FF78E8E1F}"/>
                    </a:ext>
                  </a:extLst>
                </p:cNvPr>
                <p:cNvPicPr/>
                <p:nvPr/>
              </p:nvPicPr>
              <p:blipFill>
                <a:blip r:embed="rId172"/>
                <a:stretch>
                  <a:fillRect/>
                </a:stretch>
              </p:blipFill>
              <p:spPr>
                <a:xfrm>
                  <a:off x="8860124" y="6482301"/>
                  <a:ext cx="2808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7248" name="Ink 7247">
                  <a:extLst>
                    <a:ext uri="{FF2B5EF4-FFF2-40B4-BE49-F238E27FC236}">
                      <a16:creationId xmlns:a16="http://schemas.microsoft.com/office/drawing/2014/main" id="{4C82814C-F105-48CD-A8AA-DA2C5FE58204}"/>
                    </a:ext>
                  </a:extLst>
                </p14:cNvPr>
                <p14:cNvContentPartPr/>
                <p14:nvPr/>
              </p14:nvContentPartPr>
              <p14:xfrm>
                <a:off x="8797484" y="6444141"/>
                <a:ext cx="360" cy="360"/>
              </p14:xfrm>
            </p:contentPart>
          </mc:Choice>
          <mc:Fallback xmlns="">
            <p:pic>
              <p:nvPicPr>
                <p:cNvPr id="7248" name="Ink 7247">
                  <a:extLst>
                    <a:ext uri="{FF2B5EF4-FFF2-40B4-BE49-F238E27FC236}">
                      <a16:creationId xmlns:a16="http://schemas.microsoft.com/office/drawing/2014/main" id="{4C82814C-F105-48CD-A8AA-DA2C5FE58204}"/>
                    </a:ext>
                  </a:extLst>
                </p:cNvPr>
                <p:cNvPicPr/>
                <p:nvPr/>
              </p:nvPicPr>
              <p:blipFill>
                <a:blip r:embed="rId55"/>
                <a:stretch>
                  <a:fillRect/>
                </a:stretch>
              </p:blipFill>
              <p:spPr>
                <a:xfrm>
                  <a:off x="8788844" y="643514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7249" name="Ink 7248">
                  <a:extLst>
                    <a:ext uri="{FF2B5EF4-FFF2-40B4-BE49-F238E27FC236}">
                      <a16:creationId xmlns:a16="http://schemas.microsoft.com/office/drawing/2014/main" id="{BF1F6344-7C29-4601-A35C-C8943E73C20C}"/>
                    </a:ext>
                  </a:extLst>
                </p14:cNvPr>
                <p14:cNvContentPartPr/>
                <p14:nvPr/>
              </p14:nvContentPartPr>
              <p14:xfrm>
                <a:off x="8801084" y="6489861"/>
                <a:ext cx="151920" cy="112320"/>
              </p14:xfrm>
            </p:contentPart>
          </mc:Choice>
          <mc:Fallback xmlns="">
            <p:pic>
              <p:nvPicPr>
                <p:cNvPr id="7249" name="Ink 7248">
                  <a:extLst>
                    <a:ext uri="{FF2B5EF4-FFF2-40B4-BE49-F238E27FC236}">
                      <a16:creationId xmlns:a16="http://schemas.microsoft.com/office/drawing/2014/main" id="{BF1F6344-7C29-4601-A35C-C8943E73C20C}"/>
                    </a:ext>
                  </a:extLst>
                </p:cNvPr>
                <p:cNvPicPr/>
                <p:nvPr/>
              </p:nvPicPr>
              <p:blipFill>
                <a:blip r:embed="rId175"/>
                <a:stretch>
                  <a:fillRect/>
                </a:stretch>
              </p:blipFill>
              <p:spPr>
                <a:xfrm>
                  <a:off x="8792084" y="6480861"/>
                  <a:ext cx="16956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7250" name="Ink 7249">
                  <a:extLst>
                    <a:ext uri="{FF2B5EF4-FFF2-40B4-BE49-F238E27FC236}">
                      <a16:creationId xmlns:a16="http://schemas.microsoft.com/office/drawing/2014/main" id="{17530061-D61D-459C-A501-718AF4F193E5}"/>
                    </a:ext>
                  </a:extLst>
                </p14:cNvPr>
                <p14:cNvContentPartPr/>
                <p14:nvPr/>
              </p14:nvContentPartPr>
              <p14:xfrm>
                <a:off x="8801444" y="6347661"/>
                <a:ext cx="87120" cy="242640"/>
              </p14:xfrm>
            </p:contentPart>
          </mc:Choice>
          <mc:Fallback xmlns="">
            <p:pic>
              <p:nvPicPr>
                <p:cNvPr id="7250" name="Ink 7249">
                  <a:extLst>
                    <a:ext uri="{FF2B5EF4-FFF2-40B4-BE49-F238E27FC236}">
                      <a16:creationId xmlns:a16="http://schemas.microsoft.com/office/drawing/2014/main" id="{17530061-D61D-459C-A501-718AF4F193E5}"/>
                    </a:ext>
                  </a:extLst>
                </p:cNvPr>
                <p:cNvPicPr/>
                <p:nvPr/>
              </p:nvPicPr>
              <p:blipFill>
                <a:blip r:embed="rId177"/>
                <a:stretch>
                  <a:fillRect/>
                </a:stretch>
              </p:blipFill>
              <p:spPr>
                <a:xfrm>
                  <a:off x="8792444" y="6339021"/>
                  <a:ext cx="10476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7251" name="Ink 7250">
                  <a:extLst>
                    <a:ext uri="{FF2B5EF4-FFF2-40B4-BE49-F238E27FC236}">
                      <a16:creationId xmlns:a16="http://schemas.microsoft.com/office/drawing/2014/main" id="{0B1334E7-A039-48D4-9DBE-95ABBCC8B98D}"/>
                    </a:ext>
                  </a:extLst>
                </p14:cNvPr>
                <p14:cNvContentPartPr/>
                <p14:nvPr/>
              </p14:nvContentPartPr>
              <p14:xfrm>
                <a:off x="8986124" y="6533061"/>
                <a:ext cx="1440" cy="44280"/>
              </p14:xfrm>
            </p:contentPart>
          </mc:Choice>
          <mc:Fallback xmlns="">
            <p:pic>
              <p:nvPicPr>
                <p:cNvPr id="7251" name="Ink 7250">
                  <a:extLst>
                    <a:ext uri="{FF2B5EF4-FFF2-40B4-BE49-F238E27FC236}">
                      <a16:creationId xmlns:a16="http://schemas.microsoft.com/office/drawing/2014/main" id="{0B1334E7-A039-48D4-9DBE-95ABBCC8B98D}"/>
                    </a:ext>
                  </a:extLst>
                </p:cNvPr>
                <p:cNvPicPr/>
                <p:nvPr/>
              </p:nvPicPr>
              <p:blipFill>
                <a:blip r:embed="rId179"/>
                <a:stretch>
                  <a:fillRect/>
                </a:stretch>
              </p:blipFill>
              <p:spPr>
                <a:xfrm>
                  <a:off x="8977484" y="6524421"/>
                  <a:ext cx="1908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7252" name="Ink 7251">
                  <a:extLst>
                    <a:ext uri="{FF2B5EF4-FFF2-40B4-BE49-F238E27FC236}">
                      <a16:creationId xmlns:a16="http://schemas.microsoft.com/office/drawing/2014/main" id="{DAE758E1-CFC7-491B-9F59-D1E0225BC2EC}"/>
                    </a:ext>
                  </a:extLst>
                </p14:cNvPr>
                <p14:cNvContentPartPr/>
                <p14:nvPr/>
              </p14:nvContentPartPr>
              <p14:xfrm>
                <a:off x="9025724" y="6385821"/>
                <a:ext cx="121680" cy="259920"/>
              </p14:xfrm>
            </p:contentPart>
          </mc:Choice>
          <mc:Fallback xmlns="">
            <p:pic>
              <p:nvPicPr>
                <p:cNvPr id="7252" name="Ink 7251">
                  <a:extLst>
                    <a:ext uri="{FF2B5EF4-FFF2-40B4-BE49-F238E27FC236}">
                      <a16:creationId xmlns:a16="http://schemas.microsoft.com/office/drawing/2014/main" id="{DAE758E1-CFC7-491B-9F59-D1E0225BC2EC}"/>
                    </a:ext>
                  </a:extLst>
                </p:cNvPr>
                <p:cNvPicPr/>
                <p:nvPr/>
              </p:nvPicPr>
              <p:blipFill>
                <a:blip r:embed="rId181"/>
                <a:stretch>
                  <a:fillRect/>
                </a:stretch>
              </p:blipFill>
              <p:spPr>
                <a:xfrm>
                  <a:off x="9017084" y="6376821"/>
                  <a:ext cx="13932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7253" name="Ink 7252">
                  <a:extLst>
                    <a:ext uri="{FF2B5EF4-FFF2-40B4-BE49-F238E27FC236}">
                      <a16:creationId xmlns:a16="http://schemas.microsoft.com/office/drawing/2014/main" id="{93C79CA0-8A55-4003-AC44-18526AB22347}"/>
                    </a:ext>
                  </a:extLst>
                </p14:cNvPr>
                <p14:cNvContentPartPr/>
                <p14:nvPr/>
              </p14:nvContentPartPr>
              <p14:xfrm>
                <a:off x="9188084" y="6130941"/>
                <a:ext cx="91080" cy="191880"/>
              </p14:xfrm>
            </p:contentPart>
          </mc:Choice>
          <mc:Fallback xmlns="">
            <p:pic>
              <p:nvPicPr>
                <p:cNvPr id="7253" name="Ink 7252">
                  <a:extLst>
                    <a:ext uri="{FF2B5EF4-FFF2-40B4-BE49-F238E27FC236}">
                      <a16:creationId xmlns:a16="http://schemas.microsoft.com/office/drawing/2014/main" id="{93C79CA0-8A55-4003-AC44-18526AB22347}"/>
                    </a:ext>
                  </a:extLst>
                </p:cNvPr>
                <p:cNvPicPr/>
                <p:nvPr/>
              </p:nvPicPr>
              <p:blipFill>
                <a:blip r:embed="rId183"/>
                <a:stretch>
                  <a:fillRect/>
                </a:stretch>
              </p:blipFill>
              <p:spPr>
                <a:xfrm>
                  <a:off x="9179444" y="6121941"/>
                  <a:ext cx="10872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7254" name="Ink 7253">
                  <a:extLst>
                    <a:ext uri="{FF2B5EF4-FFF2-40B4-BE49-F238E27FC236}">
                      <a16:creationId xmlns:a16="http://schemas.microsoft.com/office/drawing/2014/main" id="{DB36E6EE-F2B4-4D79-AC02-4D202A082B39}"/>
                    </a:ext>
                  </a:extLst>
                </p14:cNvPr>
                <p14:cNvContentPartPr/>
                <p14:nvPr/>
              </p14:nvContentPartPr>
              <p14:xfrm>
                <a:off x="8942204" y="6363141"/>
                <a:ext cx="112320" cy="232560"/>
              </p14:xfrm>
            </p:contentPart>
          </mc:Choice>
          <mc:Fallback xmlns="">
            <p:pic>
              <p:nvPicPr>
                <p:cNvPr id="7254" name="Ink 7253">
                  <a:extLst>
                    <a:ext uri="{FF2B5EF4-FFF2-40B4-BE49-F238E27FC236}">
                      <a16:creationId xmlns:a16="http://schemas.microsoft.com/office/drawing/2014/main" id="{DB36E6EE-F2B4-4D79-AC02-4D202A082B39}"/>
                    </a:ext>
                  </a:extLst>
                </p:cNvPr>
                <p:cNvPicPr/>
                <p:nvPr/>
              </p:nvPicPr>
              <p:blipFill>
                <a:blip r:embed="rId185"/>
                <a:stretch>
                  <a:fillRect/>
                </a:stretch>
              </p:blipFill>
              <p:spPr>
                <a:xfrm>
                  <a:off x="8933204" y="6354501"/>
                  <a:ext cx="129960" cy="250200"/>
                </a:xfrm>
                <a:prstGeom prst="rect">
                  <a:avLst/>
                </a:prstGeom>
              </p:spPr>
            </p:pic>
          </mc:Fallback>
        </mc:AlternateContent>
      </p:grpSp>
    </p:spTree>
    <p:extLst>
      <p:ext uri="{BB962C8B-B14F-4D97-AF65-F5344CB8AC3E}">
        <p14:creationId xmlns:p14="http://schemas.microsoft.com/office/powerpoint/2010/main" val="24400000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DB5E-406B-4DF8-8E46-82F672794B14}"/>
              </a:ext>
            </a:extLst>
          </p:cNvPr>
          <p:cNvSpPr>
            <a:spLocks noGrp="1"/>
          </p:cNvSpPr>
          <p:nvPr>
            <p:ph type="title"/>
          </p:nvPr>
        </p:nvSpPr>
        <p:spPr>
          <a:xfrm>
            <a:off x="862049" y="127388"/>
            <a:ext cx="9601200" cy="1485900"/>
          </a:xfrm>
        </p:spPr>
        <p:txBody>
          <a:bodyPr/>
          <a:lstStyle/>
          <a:p>
            <a:r>
              <a:rPr lang="en-AU" dirty="0"/>
              <a:t>Practice:</a:t>
            </a:r>
          </a:p>
        </p:txBody>
      </p:sp>
      <p:sp>
        <p:nvSpPr>
          <p:cNvPr id="3" name="Text Placeholder 2">
            <a:extLst>
              <a:ext uri="{FF2B5EF4-FFF2-40B4-BE49-F238E27FC236}">
                <a16:creationId xmlns:a16="http://schemas.microsoft.com/office/drawing/2014/main" id="{38FB14CA-3423-4C7D-83E4-0B05CB98AB45}"/>
              </a:ext>
            </a:extLst>
          </p:cNvPr>
          <p:cNvSpPr>
            <a:spLocks noGrp="1"/>
          </p:cNvSpPr>
          <p:nvPr>
            <p:ph type="body" idx="1"/>
          </p:nvPr>
        </p:nvSpPr>
        <p:spPr>
          <a:xfrm>
            <a:off x="862049" y="741208"/>
            <a:ext cx="7800320" cy="823912"/>
          </a:xfrm>
        </p:spPr>
        <p:txBody>
          <a:bodyPr anchor="t"/>
          <a:lstStyle/>
          <a:p>
            <a:r>
              <a:rPr lang="en-AU" dirty="0"/>
              <a:t>Calculate the volume of the following solids:</a:t>
            </a:r>
          </a:p>
        </p:txBody>
      </p:sp>
      <p:pic>
        <p:nvPicPr>
          <p:cNvPr id="8194" name="Picture 2" descr="Geometry: Cross Sections &amp; Solids - Lessons - Tes Teach">
            <a:extLst>
              <a:ext uri="{FF2B5EF4-FFF2-40B4-BE49-F238E27FC236}">
                <a16:creationId xmlns:a16="http://schemas.microsoft.com/office/drawing/2014/main" id="{2D801114-2B7B-4A5D-B8CA-0DA0E1532E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049" y="1153164"/>
            <a:ext cx="4328260" cy="3282875"/>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Right Prisms And Cylinders | Measurement | Siyavula">
            <a:extLst>
              <a:ext uri="{FF2B5EF4-FFF2-40B4-BE49-F238E27FC236}">
                <a16:creationId xmlns:a16="http://schemas.microsoft.com/office/drawing/2014/main" id="{E9909217-7C44-42C7-AC3F-7E8E52E961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6563" y="1370613"/>
            <a:ext cx="2962275" cy="2847975"/>
          </a:xfrm>
          <a:prstGeom prst="rect">
            <a:avLst/>
          </a:prstGeom>
          <a:noFill/>
          <a:extLst>
            <a:ext uri="{909E8E84-426E-40DD-AFC4-6F175D3DCCD1}">
              <a14:hiddenFill xmlns:a14="http://schemas.microsoft.com/office/drawing/2010/main">
                <a:solidFill>
                  <a:srgbClr val="FFFFFF"/>
                </a:solidFill>
              </a14:hiddenFill>
            </a:ext>
          </a:extLst>
        </p:spPr>
      </p:pic>
      <p:grpSp>
        <p:nvGrpSpPr>
          <p:cNvPr id="24" name="Group 23">
            <a:extLst>
              <a:ext uri="{FF2B5EF4-FFF2-40B4-BE49-F238E27FC236}">
                <a16:creationId xmlns:a16="http://schemas.microsoft.com/office/drawing/2014/main" id="{596628E9-FD79-4086-BFDC-B24BD80AC8D8}"/>
              </a:ext>
            </a:extLst>
          </p:cNvPr>
          <p:cNvGrpSpPr/>
          <p:nvPr/>
        </p:nvGrpSpPr>
        <p:grpSpPr>
          <a:xfrm>
            <a:off x="955027" y="4631181"/>
            <a:ext cx="2324160" cy="687600"/>
            <a:chOff x="955027" y="4631181"/>
            <a:chExt cx="2324160" cy="687600"/>
          </a:xfrm>
        </p:grpSpPr>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559BD2F4-F701-4E8B-8D57-27E6B8A5E393}"/>
                    </a:ext>
                  </a:extLst>
                </p14:cNvPr>
                <p14:cNvContentPartPr/>
                <p14:nvPr/>
              </p14:nvContentPartPr>
              <p14:xfrm>
                <a:off x="955027" y="4832061"/>
                <a:ext cx="360" cy="360"/>
              </p14:xfrm>
            </p:contentPart>
          </mc:Choice>
          <mc:Fallback xmlns="">
            <p:pic>
              <p:nvPicPr>
                <p:cNvPr id="4" name="Ink 3">
                  <a:extLst>
                    <a:ext uri="{FF2B5EF4-FFF2-40B4-BE49-F238E27FC236}">
                      <a16:creationId xmlns:a16="http://schemas.microsoft.com/office/drawing/2014/main" id="{559BD2F4-F701-4E8B-8D57-27E6B8A5E393}"/>
                    </a:ext>
                  </a:extLst>
                </p:cNvPr>
                <p:cNvPicPr/>
                <p:nvPr/>
              </p:nvPicPr>
              <p:blipFill>
                <a:blip r:embed="rId5"/>
                <a:stretch>
                  <a:fillRect/>
                </a:stretch>
              </p:blipFill>
              <p:spPr>
                <a:xfrm>
                  <a:off x="946387" y="482342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8A0ACAFA-6968-4573-815B-CE753C5C6777}"/>
                    </a:ext>
                  </a:extLst>
                </p14:cNvPr>
                <p14:cNvContentPartPr/>
                <p14:nvPr/>
              </p14:nvContentPartPr>
              <p14:xfrm>
                <a:off x="1048267" y="5086221"/>
                <a:ext cx="14760" cy="155520"/>
              </p14:xfrm>
            </p:contentPart>
          </mc:Choice>
          <mc:Fallback xmlns="">
            <p:pic>
              <p:nvPicPr>
                <p:cNvPr id="5" name="Ink 4">
                  <a:extLst>
                    <a:ext uri="{FF2B5EF4-FFF2-40B4-BE49-F238E27FC236}">
                      <a16:creationId xmlns:a16="http://schemas.microsoft.com/office/drawing/2014/main" id="{8A0ACAFA-6968-4573-815B-CE753C5C6777}"/>
                    </a:ext>
                  </a:extLst>
                </p:cNvPr>
                <p:cNvPicPr/>
                <p:nvPr/>
              </p:nvPicPr>
              <p:blipFill>
                <a:blip r:embed="rId7"/>
                <a:stretch>
                  <a:fillRect/>
                </a:stretch>
              </p:blipFill>
              <p:spPr>
                <a:xfrm>
                  <a:off x="1039267" y="5077221"/>
                  <a:ext cx="3240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E720EEE3-EC80-4E80-9DAC-761B268E44B0}"/>
                    </a:ext>
                  </a:extLst>
                </p14:cNvPr>
                <p14:cNvContentPartPr/>
                <p14:nvPr/>
              </p14:nvContentPartPr>
              <p14:xfrm>
                <a:off x="964747" y="4818021"/>
                <a:ext cx="204120" cy="442080"/>
              </p14:xfrm>
            </p:contentPart>
          </mc:Choice>
          <mc:Fallback xmlns="">
            <p:pic>
              <p:nvPicPr>
                <p:cNvPr id="6" name="Ink 5">
                  <a:extLst>
                    <a:ext uri="{FF2B5EF4-FFF2-40B4-BE49-F238E27FC236}">
                      <a16:creationId xmlns:a16="http://schemas.microsoft.com/office/drawing/2014/main" id="{E720EEE3-EC80-4E80-9DAC-761B268E44B0}"/>
                    </a:ext>
                  </a:extLst>
                </p:cNvPr>
                <p:cNvPicPr/>
                <p:nvPr/>
              </p:nvPicPr>
              <p:blipFill>
                <a:blip r:embed="rId9"/>
                <a:stretch>
                  <a:fillRect/>
                </a:stretch>
              </p:blipFill>
              <p:spPr>
                <a:xfrm>
                  <a:off x="955747" y="4809381"/>
                  <a:ext cx="221760" cy="459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1780D2E2-1B12-4937-9C65-D229025C772F}"/>
                    </a:ext>
                  </a:extLst>
                </p14:cNvPr>
                <p14:cNvContentPartPr/>
                <p14:nvPr/>
              </p14:nvContentPartPr>
              <p14:xfrm>
                <a:off x="1235827" y="4950861"/>
                <a:ext cx="167400" cy="29880"/>
              </p14:xfrm>
            </p:contentPart>
          </mc:Choice>
          <mc:Fallback xmlns="">
            <p:pic>
              <p:nvPicPr>
                <p:cNvPr id="7" name="Ink 6">
                  <a:extLst>
                    <a:ext uri="{FF2B5EF4-FFF2-40B4-BE49-F238E27FC236}">
                      <a16:creationId xmlns:a16="http://schemas.microsoft.com/office/drawing/2014/main" id="{1780D2E2-1B12-4937-9C65-D229025C772F}"/>
                    </a:ext>
                  </a:extLst>
                </p:cNvPr>
                <p:cNvPicPr/>
                <p:nvPr/>
              </p:nvPicPr>
              <p:blipFill>
                <a:blip r:embed="rId11"/>
                <a:stretch>
                  <a:fillRect/>
                </a:stretch>
              </p:blipFill>
              <p:spPr>
                <a:xfrm>
                  <a:off x="1227187" y="4942221"/>
                  <a:ext cx="18504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69FEF39C-DB37-4522-96F5-7AE6C03E30CC}"/>
                    </a:ext>
                  </a:extLst>
                </p14:cNvPr>
                <p14:cNvContentPartPr/>
                <p14:nvPr/>
              </p14:nvContentPartPr>
              <p14:xfrm>
                <a:off x="1232227" y="5031861"/>
                <a:ext cx="181800" cy="19800"/>
              </p14:xfrm>
            </p:contentPart>
          </mc:Choice>
          <mc:Fallback xmlns="">
            <p:pic>
              <p:nvPicPr>
                <p:cNvPr id="8" name="Ink 7">
                  <a:extLst>
                    <a:ext uri="{FF2B5EF4-FFF2-40B4-BE49-F238E27FC236}">
                      <a16:creationId xmlns:a16="http://schemas.microsoft.com/office/drawing/2014/main" id="{69FEF39C-DB37-4522-96F5-7AE6C03E30CC}"/>
                    </a:ext>
                  </a:extLst>
                </p:cNvPr>
                <p:cNvPicPr/>
                <p:nvPr/>
              </p:nvPicPr>
              <p:blipFill>
                <a:blip r:embed="rId13"/>
                <a:stretch>
                  <a:fillRect/>
                </a:stretch>
              </p:blipFill>
              <p:spPr>
                <a:xfrm>
                  <a:off x="1223227" y="5022861"/>
                  <a:ext cx="1994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F7648C1C-9DE0-4EC3-A52F-6076D34FFBB4}"/>
                    </a:ext>
                  </a:extLst>
                </p14:cNvPr>
                <p14:cNvContentPartPr/>
                <p14:nvPr/>
              </p14:nvContentPartPr>
              <p14:xfrm>
                <a:off x="1622107" y="4700661"/>
                <a:ext cx="360" cy="360"/>
              </p14:xfrm>
            </p:contentPart>
          </mc:Choice>
          <mc:Fallback xmlns="">
            <p:pic>
              <p:nvPicPr>
                <p:cNvPr id="9" name="Ink 8">
                  <a:extLst>
                    <a:ext uri="{FF2B5EF4-FFF2-40B4-BE49-F238E27FC236}">
                      <a16:creationId xmlns:a16="http://schemas.microsoft.com/office/drawing/2014/main" id="{F7648C1C-9DE0-4EC3-A52F-6076D34FFBB4}"/>
                    </a:ext>
                  </a:extLst>
                </p:cNvPr>
                <p:cNvPicPr/>
                <p:nvPr/>
              </p:nvPicPr>
              <p:blipFill>
                <a:blip r:embed="rId5"/>
                <a:stretch>
                  <a:fillRect/>
                </a:stretch>
              </p:blipFill>
              <p:spPr>
                <a:xfrm>
                  <a:off x="1613467" y="469166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A7FDEC57-ACCA-46B9-A742-A2E92102B6E4}"/>
                    </a:ext>
                  </a:extLst>
                </p14:cNvPr>
                <p14:cNvContentPartPr/>
                <p14:nvPr/>
              </p14:nvContentPartPr>
              <p14:xfrm>
                <a:off x="1628587" y="4832061"/>
                <a:ext cx="135000" cy="123120"/>
              </p14:xfrm>
            </p:contentPart>
          </mc:Choice>
          <mc:Fallback xmlns="">
            <p:pic>
              <p:nvPicPr>
                <p:cNvPr id="10" name="Ink 9">
                  <a:extLst>
                    <a:ext uri="{FF2B5EF4-FFF2-40B4-BE49-F238E27FC236}">
                      <a16:creationId xmlns:a16="http://schemas.microsoft.com/office/drawing/2014/main" id="{A7FDEC57-ACCA-46B9-A742-A2E92102B6E4}"/>
                    </a:ext>
                  </a:extLst>
                </p:cNvPr>
                <p:cNvPicPr/>
                <p:nvPr/>
              </p:nvPicPr>
              <p:blipFill>
                <a:blip r:embed="rId16"/>
                <a:stretch>
                  <a:fillRect/>
                </a:stretch>
              </p:blipFill>
              <p:spPr>
                <a:xfrm>
                  <a:off x="1619947" y="4823061"/>
                  <a:ext cx="1526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Ink 10">
                  <a:extLst>
                    <a:ext uri="{FF2B5EF4-FFF2-40B4-BE49-F238E27FC236}">
                      <a16:creationId xmlns:a16="http://schemas.microsoft.com/office/drawing/2014/main" id="{943378B4-54B1-42B7-B00F-82F9BF01BEB1}"/>
                    </a:ext>
                  </a:extLst>
                </p14:cNvPr>
                <p14:cNvContentPartPr/>
                <p14:nvPr/>
              </p14:nvContentPartPr>
              <p14:xfrm>
                <a:off x="1600867" y="4684461"/>
                <a:ext cx="45720" cy="282600"/>
              </p14:xfrm>
            </p:contentPart>
          </mc:Choice>
          <mc:Fallback xmlns="">
            <p:pic>
              <p:nvPicPr>
                <p:cNvPr id="11" name="Ink 10">
                  <a:extLst>
                    <a:ext uri="{FF2B5EF4-FFF2-40B4-BE49-F238E27FC236}">
                      <a16:creationId xmlns:a16="http://schemas.microsoft.com/office/drawing/2014/main" id="{943378B4-54B1-42B7-B00F-82F9BF01BEB1}"/>
                    </a:ext>
                  </a:extLst>
                </p:cNvPr>
                <p:cNvPicPr/>
                <p:nvPr/>
              </p:nvPicPr>
              <p:blipFill>
                <a:blip r:embed="rId18"/>
                <a:stretch>
                  <a:fillRect/>
                </a:stretch>
              </p:blipFill>
              <p:spPr>
                <a:xfrm>
                  <a:off x="1592227" y="4675821"/>
                  <a:ext cx="6336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F140FB80-F202-41C1-8F54-71CCE40C242A}"/>
                    </a:ext>
                  </a:extLst>
                </p14:cNvPr>
                <p14:cNvContentPartPr/>
                <p14:nvPr/>
              </p14:nvContentPartPr>
              <p14:xfrm>
                <a:off x="1531387" y="5012781"/>
                <a:ext cx="353880" cy="24480"/>
              </p14:xfrm>
            </p:contentPart>
          </mc:Choice>
          <mc:Fallback xmlns="">
            <p:pic>
              <p:nvPicPr>
                <p:cNvPr id="12" name="Ink 11">
                  <a:extLst>
                    <a:ext uri="{FF2B5EF4-FFF2-40B4-BE49-F238E27FC236}">
                      <a16:creationId xmlns:a16="http://schemas.microsoft.com/office/drawing/2014/main" id="{F140FB80-F202-41C1-8F54-71CCE40C242A}"/>
                    </a:ext>
                  </a:extLst>
                </p:cNvPr>
                <p:cNvPicPr/>
                <p:nvPr/>
              </p:nvPicPr>
              <p:blipFill>
                <a:blip r:embed="rId20"/>
                <a:stretch>
                  <a:fillRect/>
                </a:stretch>
              </p:blipFill>
              <p:spPr>
                <a:xfrm>
                  <a:off x="1522387" y="5003781"/>
                  <a:ext cx="3715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4F688130-7260-409C-844A-53CE6BF9901C}"/>
                    </a:ext>
                  </a:extLst>
                </p14:cNvPr>
                <p14:cNvContentPartPr/>
                <p14:nvPr/>
              </p14:nvContentPartPr>
              <p14:xfrm>
                <a:off x="1640467" y="5103501"/>
                <a:ext cx="187560" cy="215280"/>
              </p14:xfrm>
            </p:contentPart>
          </mc:Choice>
          <mc:Fallback xmlns="">
            <p:pic>
              <p:nvPicPr>
                <p:cNvPr id="13" name="Ink 12">
                  <a:extLst>
                    <a:ext uri="{FF2B5EF4-FFF2-40B4-BE49-F238E27FC236}">
                      <a16:creationId xmlns:a16="http://schemas.microsoft.com/office/drawing/2014/main" id="{4F688130-7260-409C-844A-53CE6BF9901C}"/>
                    </a:ext>
                  </a:extLst>
                </p:cNvPr>
                <p:cNvPicPr/>
                <p:nvPr/>
              </p:nvPicPr>
              <p:blipFill>
                <a:blip r:embed="rId22"/>
                <a:stretch>
                  <a:fillRect/>
                </a:stretch>
              </p:blipFill>
              <p:spPr>
                <a:xfrm>
                  <a:off x="1631827" y="5094501"/>
                  <a:ext cx="20520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Ink 13">
                  <a:extLst>
                    <a:ext uri="{FF2B5EF4-FFF2-40B4-BE49-F238E27FC236}">
                      <a16:creationId xmlns:a16="http://schemas.microsoft.com/office/drawing/2014/main" id="{910CC2B1-E9EF-4C1F-8487-8A6744261E64}"/>
                    </a:ext>
                  </a:extLst>
                </p14:cNvPr>
                <p14:cNvContentPartPr/>
                <p14:nvPr/>
              </p14:nvContentPartPr>
              <p14:xfrm>
                <a:off x="2012347" y="4709301"/>
                <a:ext cx="142920" cy="564840"/>
              </p14:xfrm>
            </p:contentPart>
          </mc:Choice>
          <mc:Fallback xmlns="">
            <p:pic>
              <p:nvPicPr>
                <p:cNvPr id="14" name="Ink 13">
                  <a:extLst>
                    <a:ext uri="{FF2B5EF4-FFF2-40B4-BE49-F238E27FC236}">
                      <a16:creationId xmlns:a16="http://schemas.microsoft.com/office/drawing/2014/main" id="{910CC2B1-E9EF-4C1F-8487-8A6744261E64}"/>
                    </a:ext>
                  </a:extLst>
                </p:cNvPr>
                <p:cNvPicPr/>
                <p:nvPr/>
              </p:nvPicPr>
              <p:blipFill>
                <a:blip r:embed="rId24"/>
                <a:stretch>
                  <a:fillRect/>
                </a:stretch>
              </p:blipFill>
              <p:spPr>
                <a:xfrm>
                  <a:off x="2003707" y="4700661"/>
                  <a:ext cx="160560" cy="5824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 name="Ink 14">
                  <a:extLst>
                    <a:ext uri="{FF2B5EF4-FFF2-40B4-BE49-F238E27FC236}">
                      <a16:creationId xmlns:a16="http://schemas.microsoft.com/office/drawing/2014/main" id="{5178655A-84EE-4C3D-811E-9A34C37786F6}"/>
                    </a:ext>
                  </a:extLst>
                </p14:cNvPr>
                <p14:cNvContentPartPr/>
                <p14:nvPr/>
              </p14:nvContentPartPr>
              <p14:xfrm>
                <a:off x="2112427" y="4911981"/>
                <a:ext cx="182520" cy="178560"/>
              </p14:xfrm>
            </p:contentPart>
          </mc:Choice>
          <mc:Fallback xmlns="">
            <p:pic>
              <p:nvPicPr>
                <p:cNvPr id="15" name="Ink 14">
                  <a:extLst>
                    <a:ext uri="{FF2B5EF4-FFF2-40B4-BE49-F238E27FC236}">
                      <a16:creationId xmlns:a16="http://schemas.microsoft.com/office/drawing/2014/main" id="{5178655A-84EE-4C3D-811E-9A34C37786F6}"/>
                    </a:ext>
                  </a:extLst>
                </p:cNvPr>
                <p:cNvPicPr/>
                <p:nvPr/>
              </p:nvPicPr>
              <p:blipFill>
                <a:blip r:embed="rId26"/>
                <a:stretch>
                  <a:fillRect/>
                </a:stretch>
              </p:blipFill>
              <p:spPr>
                <a:xfrm>
                  <a:off x="2103787" y="4903341"/>
                  <a:ext cx="20016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6" name="Ink 15">
                  <a:extLst>
                    <a:ext uri="{FF2B5EF4-FFF2-40B4-BE49-F238E27FC236}">
                      <a16:creationId xmlns:a16="http://schemas.microsoft.com/office/drawing/2014/main" id="{BFDEA293-468E-4698-8021-2ED06185FA71}"/>
                    </a:ext>
                  </a:extLst>
                </p14:cNvPr>
                <p14:cNvContentPartPr/>
                <p14:nvPr/>
              </p14:nvContentPartPr>
              <p14:xfrm>
                <a:off x="2373427" y="4915581"/>
                <a:ext cx="3240" cy="135720"/>
              </p14:xfrm>
            </p:contentPart>
          </mc:Choice>
          <mc:Fallback xmlns="">
            <p:pic>
              <p:nvPicPr>
                <p:cNvPr id="16" name="Ink 15">
                  <a:extLst>
                    <a:ext uri="{FF2B5EF4-FFF2-40B4-BE49-F238E27FC236}">
                      <a16:creationId xmlns:a16="http://schemas.microsoft.com/office/drawing/2014/main" id="{BFDEA293-468E-4698-8021-2ED06185FA71}"/>
                    </a:ext>
                  </a:extLst>
                </p:cNvPr>
                <p:cNvPicPr/>
                <p:nvPr/>
              </p:nvPicPr>
              <p:blipFill>
                <a:blip r:embed="rId28"/>
                <a:stretch>
                  <a:fillRect/>
                </a:stretch>
              </p:blipFill>
              <p:spPr>
                <a:xfrm>
                  <a:off x="2364427" y="4906941"/>
                  <a:ext cx="2088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7" name="Ink 16">
                  <a:extLst>
                    <a:ext uri="{FF2B5EF4-FFF2-40B4-BE49-F238E27FC236}">
                      <a16:creationId xmlns:a16="http://schemas.microsoft.com/office/drawing/2014/main" id="{A4C0B8CB-E97E-496A-AD20-1B4F5A12CA22}"/>
                    </a:ext>
                  </a:extLst>
                </p14:cNvPr>
                <p14:cNvContentPartPr/>
                <p14:nvPr/>
              </p14:nvContentPartPr>
              <p14:xfrm>
                <a:off x="2328427" y="4956261"/>
                <a:ext cx="124920" cy="41040"/>
              </p14:xfrm>
            </p:contentPart>
          </mc:Choice>
          <mc:Fallback xmlns="">
            <p:pic>
              <p:nvPicPr>
                <p:cNvPr id="17" name="Ink 16">
                  <a:extLst>
                    <a:ext uri="{FF2B5EF4-FFF2-40B4-BE49-F238E27FC236}">
                      <a16:creationId xmlns:a16="http://schemas.microsoft.com/office/drawing/2014/main" id="{A4C0B8CB-E97E-496A-AD20-1B4F5A12CA22}"/>
                    </a:ext>
                  </a:extLst>
                </p:cNvPr>
                <p:cNvPicPr/>
                <p:nvPr/>
              </p:nvPicPr>
              <p:blipFill>
                <a:blip r:embed="rId30"/>
                <a:stretch>
                  <a:fillRect/>
                </a:stretch>
              </p:blipFill>
              <p:spPr>
                <a:xfrm>
                  <a:off x="2319427" y="4947621"/>
                  <a:ext cx="14256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8" name="Ink 17">
                  <a:extLst>
                    <a:ext uri="{FF2B5EF4-FFF2-40B4-BE49-F238E27FC236}">
                      <a16:creationId xmlns:a16="http://schemas.microsoft.com/office/drawing/2014/main" id="{DA091363-80D1-47CB-96D8-4F580AACFEF7}"/>
                    </a:ext>
                  </a:extLst>
                </p14:cNvPr>
                <p14:cNvContentPartPr/>
                <p14:nvPr/>
              </p14:nvContentPartPr>
              <p14:xfrm>
                <a:off x="2526067" y="4789941"/>
                <a:ext cx="116280" cy="274320"/>
              </p14:xfrm>
            </p:contentPart>
          </mc:Choice>
          <mc:Fallback xmlns="">
            <p:pic>
              <p:nvPicPr>
                <p:cNvPr id="18" name="Ink 17">
                  <a:extLst>
                    <a:ext uri="{FF2B5EF4-FFF2-40B4-BE49-F238E27FC236}">
                      <a16:creationId xmlns:a16="http://schemas.microsoft.com/office/drawing/2014/main" id="{DA091363-80D1-47CB-96D8-4F580AACFEF7}"/>
                    </a:ext>
                  </a:extLst>
                </p:cNvPr>
                <p:cNvPicPr/>
                <p:nvPr/>
              </p:nvPicPr>
              <p:blipFill>
                <a:blip r:embed="rId32"/>
                <a:stretch>
                  <a:fillRect/>
                </a:stretch>
              </p:blipFill>
              <p:spPr>
                <a:xfrm>
                  <a:off x="2517067" y="4781301"/>
                  <a:ext cx="13392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9" name="Ink 18">
                  <a:extLst>
                    <a:ext uri="{FF2B5EF4-FFF2-40B4-BE49-F238E27FC236}">
                      <a16:creationId xmlns:a16="http://schemas.microsoft.com/office/drawing/2014/main" id="{6DD6BFA2-4DAC-43BA-8B1C-9129CAD4ECCB}"/>
                    </a:ext>
                  </a:extLst>
                </p14:cNvPr>
                <p14:cNvContentPartPr/>
                <p14:nvPr/>
              </p14:nvContentPartPr>
              <p14:xfrm>
                <a:off x="2664307" y="4673301"/>
                <a:ext cx="117360" cy="504000"/>
              </p14:xfrm>
            </p:contentPart>
          </mc:Choice>
          <mc:Fallback xmlns="">
            <p:pic>
              <p:nvPicPr>
                <p:cNvPr id="19" name="Ink 18">
                  <a:extLst>
                    <a:ext uri="{FF2B5EF4-FFF2-40B4-BE49-F238E27FC236}">
                      <a16:creationId xmlns:a16="http://schemas.microsoft.com/office/drawing/2014/main" id="{6DD6BFA2-4DAC-43BA-8B1C-9129CAD4ECCB}"/>
                    </a:ext>
                  </a:extLst>
                </p:cNvPr>
                <p:cNvPicPr/>
                <p:nvPr/>
              </p:nvPicPr>
              <p:blipFill>
                <a:blip r:embed="rId34"/>
                <a:stretch>
                  <a:fillRect/>
                </a:stretch>
              </p:blipFill>
              <p:spPr>
                <a:xfrm>
                  <a:off x="2655307" y="4664301"/>
                  <a:ext cx="135000" cy="5216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0" name="Ink 19">
                  <a:extLst>
                    <a:ext uri="{FF2B5EF4-FFF2-40B4-BE49-F238E27FC236}">
                      <a16:creationId xmlns:a16="http://schemas.microsoft.com/office/drawing/2014/main" id="{43B6C17C-9A54-47CB-8A1F-5479FC635F2C}"/>
                    </a:ext>
                  </a:extLst>
                </p14:cNvPr>
                <p14:cNvContentPartPr/>
                <p14:nvPr/>
              </p14:nvContentPartPr>
              <p14:xfrm>
                <a:off x="2875267" y="4879581"/>
                <a:ext cx="127440" cy="174240"/>
              </p14:xfrm>
            </p:contentPart>
          </mc:Choice>
          <mc:Fallback xmlns="">
            <p:pic>
              <p:nvPicPr>
                <p:cNvPr id="20" name="Ink 19">
                  <a:extLst>
                    <a:ext uri="{FF2B5EF4-FFF2-40B4-BE49-F238E27FC236}">
                      <a16:creationId xmlns:a16="http://schemas.microsoft.com/office/drawing/2014/main" id="{43B6C17C-9A54-47CB-8A1F-5479FC635F2C}"/>
                    </a:ext>
                  </a:extLst>
                </p:cNvPr>
                <p:cNvPicPr/>
                <p:nvPr/>
              </p:nvPicPr>
              <p:blipFill>
                <a:blip r:embed="rId36"/>
                <a:stretch>
                  <a:fillRect/>
                </a:stretch>
              </p:blipFill>
              <p:spPr>
                <a:xfrm>
                  <a:off x="2866267" y="4870581"/>
                  <a:ext cx="14508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1" name="Ink 20">
                  <a:extLst>
                    <a:ext uri="{FF2B5EF4-FFF2-40B4-BE49-F238E27FC236}">
                      <a16:creationId xmlns:a16="http://schemas.microsoft.com/office/drawing/2014/main" id="{2A56AF75-60D8-486A-A14C-AE7782849A8F}"/>
                    </a:ext>
                  </a:extLst>
                </p14:cNvPr>
                <p14:cNvContentPartPr/>
                <p14:nvPr/>
              </p14:nvContentPartPr>
              <p14:xfrm>
                <a:off x="2887147" y="4910901"/>
                <a:ext cx="90360" cy="123480"/>
              </p14:xfrm>
            </p:contentPart>
          </mc:Choice>
          <mc:Fallback xmlns="">
            <p:pic>
              <p:nvPicPr>
                <p:cNvPr id="21" name="Ink 20">
                  <a:extLst>
                    <a:ext uri="{FF2B5EF4-FFF2-40B4-BE49-F238E27FC236}">
                      <a16:creationId xmlns:a16="http://schemas.microsoft.com/office/drawing/2014/main" id="{2A56AF75-60D8-486A-A14C-AE7782849A8F}"/>
                    </a:ext>
                  </a:extLst>
                </p:cNvPr>
                <p:cNvPicPr/>
                <p:nvPr/>
              </p:nvPicPr>
              <p:blipFill>
                <a:blip r:embed="rId38"/>
                <a:stretch>
                  <a:fillRect/>
                </a:stretch>
              </p:blipFill>
              <p:spPr>
                <a:xfrm>
                  <a:off x="2878507" y="4901901"/>
                  <a:ext cx="10800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2" name="Ink 21">
                  <a:extLst>
                    <a:ext uri="{FF2B5EF4-FFF2-40B4-BE49-F238E27FC236}">
                      <a16:creationId xmlns:a16="http://schemas.microsoft.com/office/drawing/2014/main" id="{4FA9E2A0-74E6-47E2-968C-D9A2E06D864E}"/>
                    </a:ext>
                  </a:extLst>
                </p14:cNvPr>
                <p14:cNvContentPartPr/>
                <p14:nvPr/>
              </p14:nvContentPartPr>
              <p14:xfrm>
                <a:off x="3209707" y="4925661"/>
                <a:ext cx="360" cy="360"/>
              </p14:xfrm>
            </p:contentPart>
          </mc:Choice>
          <mc:Fallback xmlns="">
            <p:pic>
              <p:nvPicPr>
                <p:cNvPr id="22" name="Ink 21">
                  <a:extLst>
                    <a:ext uri="{FF2B5EF4-FFF2-40B4-BE49-F238E27FC236}">
                      <a16:creationId xmlns:a16="http://schemas.microsoft.com/office/drawing/2014/main" id="{4FA9E2A0-74E6-47E2-968C-D9A2E06D864E}"/>
                    </a:ext>
                  </a:extLst>
                </p:cNvPr>
                <p:cNvPicPr/>
                <p:nvPr/>
              </p:nvPicPr>
              <p:blipFill>
                <a:blip r:embed="rId5"/>
                <a:stretch>
                  <a:fillRect/>
                </a:stretch>
              </p:blipFill>
              <p:spPr>
                <a:xfrm>
                  <a:off x="3200707" y="491666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4D7CAAEC-7445-4016-9834-9246225A1A84}"/>
                    </a:ext>
                  </a:extLst>
                </p14:cNvPr>
                <p14:cNvContentPartPr/>
                <p14:nvPr/>
              </p14:nvContentPartPr>
              <p14:xfrm>
                <a:off x="3072187" y="4631181"/>
                <a:ext cx="207000" cy="393480"/>
              </p14:xfrm>
            </p:contentPart>
          </mc:Choice>
          <mc:Fallback xmlns="">
            <p:pic>
              <p:nvPicPr>
                <p:cNvPr id="23" name="Ink 22">
                  <a:extLst>
                    <a:ext uri="{FF2B5EF4-FFF2-40B4-BE49-F238E27FC236}">
                      <a16:creationId xmlns:a16="http://schemas.microsoft.com/office/drawing/2014/main" id="{4D7CAAEC-7445-4016-9834-9246225A1A84}"/>
                    </a:ext>
                  </a:extLst>
                </p:cNvPr>
                <p:cNvPicPr/>
                <p:nvPr/>
              </p:nvPicPr>
              <p:blipFill>
                <a:blip r:embed="rId41"/>
                <a:stretch>
                  <a:fillRect/>
                </a:stretch>
              </p:blipFill>
              <p:spPr>
                <a:xfrm>
                  <a:off x="3063547" y="4622181"/>
                  <a:ext cx="224640" cy="411120"/>
                </a:xfrm>
                <a:prstGeom prst="rect">
                  <a:avLst/>
                </a:prstGeom>
              </p:spPr>
            </p:pic>
          </mc:Fallback>
        </mc:AlternateContent>
      </p:grpSp>
      <p:grpSp>
        <p:nvGrpSpPr>
          <p:cNvPr id="27" name="Group 26">
            <a:extLst>
              <a:ext uri="{FF2B5EF4-FFF2-40B4-BE49-F238E27FC236}">
                <a16:creationId xmlns:a16="http://schemas.microsoft.com/office/drawing/2014/main" id="{6DE5CBCA-C25D-4002-BD17-C52839D615C2}"/>
              </a:ext>
            </a:extLst>
          </p:cNvPr>
          <p:cNvGrpSpPr/>
          <p:nvPr/>
        </p:nvGrpSpPr>
        <p:grpSpPr>
          <a:xfrm>
            <a:off x="1243387" y="5600661"/>
            <a:ext cx="185040" cy="94320"/>
            <a:chOff x="1243387" y="5600661"/>
            <a:chExt cx="185040" cy="94320"/>
          </a:xfrm>
        </p:grpSpPr>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0D7A1578-C591-466D-B859-17A93FA37D57}"/>
                    </a:ext>
                  </a:extLst>
                </p14:cNvPr>
                <p14:cNvContentPartPr/>
                <p14:nvPr/>
              </p14:nvContentPartPr>
              <p14:xfrm>
                <a:off x="1243387" y="5600661"/>
                <a:ext cx="163080" cy="21960"/>
              </p14:xfrm>
            </p:contentPart>
          </mc:Choice>
          <mc:Fallback xmlns="">
            <p:pic>
              <p:nvPicPr>
                <p:cNvPr id="25" name="Ink 24">
                  <a:extLst>
                    <a:ext uri="{FF2B5EF4-FFF2-40B4-BE49-F238E27FC236}">
                      <a16:creationId xmlns:a16="http://schemas.microsoft.com/office/drawing/2014/main" id="{0D7A1578-C591-466D-B859-17A93FA37D57}"/>
                    </a:ext>
                  </a:extLst>
                </p:cNvPr>
                <p:cNvPicPr/>
                <p:nvPr/>
              </p:nvPicPr>
              <p:blipFill>
                <a:blip r:embed="rId43"/>
                <a:stretch>
                  <a:fillRect/>
                </a:stretch>
              </p:blipFill>
              <p:spPr>
                <a:xfrm>
                  <a:off x="1234747" y="5592021"/>
                  <a:ext cx="18072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4015AD45-F2F5-40B2-A515-D71E6CDBDA14}"/>
                    </a:ext>
                  </a:extLst>
                </p14:cNvPr>
                <p14:cNvContentPartPr/>
                <p14:nvPr/>
              </p14:nvContentPartPr>
              <p14:xfrm>
                <a:off x="1324027" y="5671581"/>
                <a:ext cx="104400" cy="23400"/>
              </p14:xfrm>
            </p:contentPart>
          </mc:Choice>
          <mc:Fallback xmlns="">
            <p:pic>
              <p:nvPicPr>
                <p:cNvPr id="26" name="Ink 25">
                  <a:extLst>
                    <a:ext uri="{FF2B5EF4-FFF2-40B4-BE49-F238E27FC236}">
                      <a16:creationId xmlns:a16="http://schemas.microsoft.com/office/drawing/2014/main" id="{4015AD45-F2F5-40B2-A515-D71E6CDBDA14}"/>
                    </a:ext>
                  </a:extLst>
                </p:cNvPr>
                <p:cNvPicPr/>
                <p:nvPr/>
              </p:nvPicPr>
              <p:blipFill>
                <a:blip r:embed="rId45"/>
                <a:stretch>
                  <a:fillRect/>
                </a:stretch>
              </p:blipFill>
              <p:spPr>
                <a:xfrm>
                  <a:off x="1315027" y="5662581"/>
                  <a:ext cx="122040" cy="41040"/>
                </a:xfrm>
                <a:prstGeom prst="rect">
                  <a:avLst/>
                </a:prstGeom>
              </p:spPr>
            </p:pic>
          </mc:Fallback>
        </mc:AlternateContent>
      </p:grpSp>
      <p:grpSp>
        <p:nvGrpSpPr>
          <p:cNvPr id="8200" name="Group 8199">
            <a:extLst>
              <a:ext uri="{FF2B5EF4-FFF2-40B4-BE49-F238E27FC236}">
                <a16:creationId xmlns:a16="http://schemas.microsoft.com/office/drawing/2014/main" id="{2F54E8A1-102C-43F5-8436-EE0133E8E939}"/>
              </a:ext>
            </a:extLst>
          </p:cNvPr>
          <p:cNvGrpSpPr/>
          <p:nvPr/>
        </p:nvGrpSpPr>
        <p:grpSpPr>
          <a:xfrm>
            <a:off x="1606876" y="5465724"/>
            <a:ext cx="595440" cy="683280"/>
            <a:chOff x="1606876" y="5465724"/>
            <a:chExt cx="595440" cy="683280"/>
          </a:xfrm>
        </p:grpSpPr>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E48A5B2D-F41B-476F-BD5E-D2581354F350}"/>
                    </a:ext>
                  </a:extLst>
                </p14:cNvPr>
                <p14:cNvContentPartPr/>
                <p14:nvPr/>
              </p14:nvContentPartPr>
              <p14:xfrm>
                <a:off x="1687516" y="5465724"/>
                <a:ext cx="48240" cy="302040"/>
              </p14:xfrm>
            </p:contentPart>
          </mc:Choice>
          <mc:Fallback xmlns="">
            <p:pic>
              <p:nvPicPr>
                <p:cNvPr id="28" name="Ink 27">
                  <a:extLst>
                    <a:ext uri="{FF2B5EF4-FFF2-40B4-BE49-F238E27FC236}">
                      <a16:creationId xmlns:a16="http://schemas.microsoft.com/office/drawing/2014/main" id="{E48A5B2D-F41B-476F-BD5E-D2581354F350}"/>
                    </a:ext>
                  </a:extLst>
                </p:cNvPr>
                <p:cNvPicPr/>
                <p:nvPr/>
              </p:nvPicPr>
              <p:blipFill>
                <a:blip r:embed="rId47"/>
                <a:stretch>
                  <a:fillRect/>
                </a:stretch>
              </p:blipFill>
              <p:spPr>
                <a:xfrm>
                  <a:off x="1678876" y="5457084"/>
                  <a:ext cx="6588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4F7AA94D-00C6-4C68-8048-F005A5694108}"/>
                    </a:ext>
                  </a:extLst>
                </p14:cNvPr>
                <p14:cNvContentPartPr/>
                <p14:nvPr/>
              </p14:nvContentPartPr>
              <p14:xfrm>
                <a:off x="1695436" y="5656524"/>
                <a:ext cx="127440" cy="25560"/>
              </p14:xfrm>
            </p:contentPart>
          </mc:Choice>
          <mc:Fallback xmlns="">
            <p:pic>
              <p:nvPicPr>
                <p:cNvPr id="29" name="Ink 28">
                  <a:extLst>
                    <a:ext uri="{FF2B5EF4-FFF2-40B4-BE49-F238E27FC236}">
                      <a16:creationId xmlns:a16="http://schemas.microsoft.com/office/drawing/2014/main" id="{4F7AA94D-00C6-4C68-8048-F005A5694108}"/>
                    </a:ext>
                  </a:extLst>
                </p:cNvPr>
                <p:cNvPicPr/>
                <p:nvPr/>
              </p:nvPicPr>
              <p:blipFill>
                <a:blip r:embed="rId49"/>
                <a:stretch>
                  <a:fillRect/>
                </a:stretch>
              </p:blipFill>
              <p:spPr>
                <a:xfrm>
                  <a:off x="1686796" y="5647884"/>
                  <a:ext cx="14508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0" name="Ink 29">
                  <a:extLst>
                    <a:ext uri="{FF2B5EF4-FFF2-40B4-BE49-F238E27FC236}">
                      <a16:creationId xmlns:a16="http://schemas.microsoft.com/office/drawing/2014/main" id="{41CEF637-ABCC-4160-B66E-344A9E97B3A0}"/>
                    </a:ext>
                  </a:extLst>
                </p14:cNvPr>
                <p14:cNvContentPartPr/>
                <p14:nvPr/>
              </p14:nvContentPartPr>
              <p14:xfrm>
                <a:off x="1673836" y="5646084"/>
                <a:ext cx="189720" cy="130680"/>
              </p14:xfrm>
            </p:contentPart>
          </mc:Choice>
          <mc:Fallback xmlns="">
            <p:pic>
              <p:nvPicPr>
                <p:cNvPr id="30" name="Ink 29">
                  <a:extLst>
                    <a:ext uri="{FF2B5EF4-FFF2-40B4-BE49-F238E27FC236}">
                      <a16:creationId xmlns:a16="http://schemas.microsoft.com/office/drawing/2014/main" id="{41CEF637-ABCC-4160-B66E-344A9E97B3A0}"/>
                    </a:ext>
                  </a:extLst>
                </p:cNvPr>
                <p:cNvPicPr/>
                <p:nvPr/>
              </p:nvPicPr>
              <p:blipFill>
                <a:blip r:embed="rId51"/>
                <a:stretch>
                  <a:fillRect/>
                </a:stretch>
              </p:blipFill>
              <p:spPr>
                <a:xfrm>
                  <a:off x="1665196" y="5637084"/>
                  <a:ext cx="20736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1" name="Ink 30">
                  <a:extLst>
                    <a:ext uri="{FF2B5EF4-FFF2-40B4-BE49-F238E27FC236}">
                      <a16:creationId xmlns:a16="http://schemas.microsoft.com/office/drawing/2014/main" id="{80C47C15-DC6B-4787-B877-A85C9E4B2B6E}"/>
                    </a:ext>
                  </a:extLst>
                </p14:cNvPr>
                <p14:cNvContentPartPr/>
                <p14:nvPr/>
              </p14:nvContentPartPr>
              <p14:xfrm>
                <a:off x="1606876" y="5825364"/>
                <a:ext cx="346680" cy="20160"/>
              </p14:xfrm>
            </p:contentPart>
          </mc:Choice>
          <mc:Fallback xmlns="">
            <p:pic>
              <p:nvPicPr>
                <p:cNvPr id="31" name="Ink 30">
                  <a:extLst>
                    <a:ext uri="{FF2B5EF4-FFF2-40B4-BE49-F238E27FC236}">
                      <a16:creationId xmlns:a16="http://schemas.microsoft.com/office/drawing/2014/main" id="{80C47C15-DC6B-4787-B877-A85C9E4B2B6E}"/>
                    </a:ext>
                  </a:extLst>
                </p:cNvPr>
                <p:cNvPicPr/>
                <p:nvPr/>
              </p:nvPicPr>
              <p:blipFill>
                <a:blip r:embed="rId53"/>
                <a:stretch>
                  <a:fillRect/>
                </a:stretch>
              </p:blipFill>
              <p:spPr>
                <a:xfrm>
                  <a:off x="1597876" y="5816364"/>
                  <a:ext cx="36432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8195" name="Ink 8194">
                  <a:extLst>
                    <a:ext uri="{FF2B5EF4-FFF2-40B4-BE49-F238E27FC236}">
                      <a16:creationId xmlns:a16="http://schemas.microsoft.com/office/drawing/2014/main" id="{9589CBC6-EC7F-4EA2-9B23-5244B32CEEF2}"/>
                    </a:ext>
                  </a:extLst>
                </p14:cNvPr>
                <p14:cNvContentPartPr/>
                <p14:nvPr/>
              </p14:nvContentPartPr>
              <p14:xfrm>
                <a:off x="1727116" y="5881524"/>
                <a:ext cx="174960" cy="267480"/>
              </p14:xfrm>
            </p:contentPart>
          </mc:Choice>
          <mc:Fallback xmlns="">
            <p:pic>
              <p:nvPicPr>
                <p:cNvPr id="8195" name="Ink 8194">
                  <a:extLst>
                    <a:ext uri="{FF2B5EF4-FFF2-40B4-BE49-F238E27FC236}">
                      <a16:creationId xmlns:a16="http://schemas.microsoft.com/office/drawing/2014/main" id="{9589CBC6-EC7F-4EA2-9B23-5244B32CEEF2}"/>
                    </a:ext>
                  </a:extLst>
                </p:cNvPr>
                <p:cNvPicPr/>
                <p:nvPr/>
              </p:nvPicPr>
              <p:blipFill>
                <a:blip r:embed="rId55"/>
                <a:stretch>
                  <a:fillRect/>
                </a:stretch>
              </p:blipFill>
              <p:spPr>
                <a:xfrm>
                  <a:off x="1718476" y="5872524"/>
                  <a:ext cx="19260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8197" name="Ink 8196">
                  <a:extLst>
                    <a:ext uri="{FF2B5EF4-FFF2-40B4-BE49-F238E27FC236}">
                      <a16:creationId xmlns:a16="http://schemas.microsoft.com/office/drawing/2014/main" id="{4F418480-61E4-4247-9EE3-B58C74D10811}"/>
                    </a:ext>
                  </a:extLst>
                </p14:cNvPr>
                <p14:cNvContentPartPr/>
                <p14:nvPr/>
              </p14:nvContentPartPr>
              <p14:xfrm>
                <a:off x="1821076" y="6079164"/>
                <a:ext cx="128880" cy="46080"/>
              </p14:xfrm>
            </p:contentPart>
          </mc:Choice>
          <mc:Fallback xmlns="">
            <p:pic>
              <p:nvPicPr>
                <p:cNvPr id="8197" name="Ink 8196">
                  <a:extLst>
                    <a:ext uri="{FF2B5EF4-FFF2-40B4-BE49-F238E27FC236}">
                      <a16:creationId xmlns:a16="http://schemas.microsoft.com/office/drawing/2014/main" id="{4F418480-61E4-4247-9EE3-B58C74D10811}"/>
                    </a:ext>
                  </a:extLst>
                </p:cNvPr>
                <p:cNvPicPr/>
                <p:nvPr/>
              </p:nvPicPr>
              <p:blipFill>
                <a:blip r:embed="rId57"/>
                <a:stretch>
                  <a:fillRect/>
                </a:stretch>
              </p:blipFill>
              <p:spPr>
                <a:xfrm>
                  <a:off x="1812076" y="6070524"/>
                  <a:ext cx="14652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8198" name="Ink 8197">
                  <a:extLst>
                    <a:ext uri="{FF2B5EF4-FFF2-40B4-BE49-F238E27FC236}">
                      <a16:creationId xmlns:a16="http://schemas.microsoft.com/office/drawing/2014/main" id="{EB38604D-D278-4C8C-B5EF-E482DF465412}"/>
                    </a:ext>
                  </a:extLst>
                </p14:cNvPr>
                <p14:cNvContentPartPr/>
                <p14:nvPr/>
              </p14:nvContentPartPr>
              <p14:xfrm>
                <a:off x="2101516" y="5489844"/>
                <a:ext cx="100800" cy="493920"/>
              </p14:xfrm>
            </p:contentPart>
          </mc:Choice>
          <mc:Fallback xmlns="">
            <p:pic>
              <p:nvPicPr>
                <p:cNvPr id="8198" name="Ink 8197">
                  <a:extLst>
                    <a:ext uri="{FF2B5EF4-FFF2-40B4-BE49-F238E27FC236}">
                      <a16:creationId xmlns:a16="http://schemas.microsoft.com/office/drawing/2014/main" id="{EB38604D-D278-4C8C-B5EF-E482DF465412}"/>
                    </a:ext>
                  </a:extLst>
                </p:cNvPr>
                <p:cNvPicPr/>
                <p:nvPr/>
              </p:nvPicPr>
              <p:blipFill>
                <a:blip r:embed="rId59"/>
                <a:stretch>
                  <a:fillRect/>
                </a:stretch>
              </p:blipFill>
              <p:spPr>
                <a:xfrm>
                  <a:off x="2092516" y="5481204"/>
                  <a:ext cx="118440" cy="5115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8199" name="Ink 8198">
                  <a:extLst>
                    <a:ext uri="{FF2B5EF4-FFF2-40B4-BE49-F238E27FC236}">
                      <a16:creationId xmlns:a16="http://schemas.microsoft.com/office/drawing/2014/main" id="{7D375C27-AD57-4185-88F8-41E933F7F7EA}"/>
                    </a:ext>
                  </a:extLst>
                </p14:cNvPr>
                <p14:cNvContentPartPr/>
                <p14:nvPr/>
              </p14:nvContentPartPr>
              <p14:xfrm>
                <a:off x="1710196" y="6076644"/>
                <a:ext cx="82440" cy="59760"/>
              </p14:xfrm>
            </p:contentPart>
          </mc:Choice>
          <mc:Fallback xmlns="">
            <p:pic>
              <p:nvPicPr>
                <p:cNvPr id="8199" name="Ink 8198">
                  <a:extLst>
                    <a:ext uri="{FF2B5EF4-FFF2-40B4-BE49-F238E27FC236}">
                      <a16:creationId xmlns:a16="http://schemas.microsoft.com/office/drawing/2014/main" id="{7D375C27-AD57-4185-88F8-41E933F7F7EA}"/>
                    </a:ext>
                  </a:extLst>
                </p:cNvPr>
                <p:cNvPicPr/>
                <p:nvPr/>
              </p:nvPicPr>
              <p:blipFill>
                <a:blip r:embed="rId61"/>
                <a:stretch>
                  <a:fillRect/>
                </a:stretch>
              </p:blipFill>
              <p:spPr>
                <a:xfrm>
                  <a:off x="1701556" y="6068004"/>
                  <a:ext cx="100080" cy="77400"/>
                </a:xfrm>
                <a:prstGeom prst="rect">
                  <a:avLst/>
                </a:prstGeom>
              </p:spPr>
            </p:pic>
          </mc:Fallback>
        </mc:AlternateContent>
      </p:grpSp>
      <p:grpSp>
        <p:nvGrpSpPr>
          <p:cNvPr id="8208" name="Group 8207">
            <a:extLst>
              <a:ext uri="{FF2B5EF4-FFF2-40B4-BE49-F238E27FC236}">
                <a16:creationId xmlns:a16="http://schemas.microsoft.com/office/drawing/2014/main" id="{90A11D29-BC88-4CE0-86AB-176855BCA4A4}"/>
              </a:ext>
            </a:extLst>
          </p:cNvPr>
          <p:cNvGrpSpPr/>
          <p:nvPr/>
        </p:nvGrpSpPr>
        <p:grpSpPr>
          <a:xfrm>
            <a:off x="2247274" y="5539189"/>
            <a:ext cx="800280" cy="447840"/>
            <a:chOff x="2247274" y="5539189"/>
            <a:chExt cx="800280" cy="447840"/>
          </a:xfrm>
        </p:grpSpPr>
        <mc:AlternateContent xmlns:mc="http://schemas.openxmlformats.org/markup-compatibility/2006" xmlns:p14="http://schemas.microsoft.com/office/powerpoint/2010/main">
          <mc:Choice Requires="p14">
            <p:contentPart p14:bwMode="auto" r:id="rId62">
              <p14:nvContentPartPr>
                <p14:cNvPr id="8201" name="Ink 8200">
                  <a:extLst>
                    <a:ext uri="{FF2B5EF4-FFF2-40B4-BE49-F238E27FC236}">
                      <a16:creationId xmlns:a16="http://schemas.microsoft.com/office/drawing/2014/main" id="{BDC2476A-1182-454B-90EF-0473560F1291}"/>
                    </a:ext>
                  </a:extLst>
                </p14:cNvPr>
                <p14:cNvContentPartPr/>
                <p14:nvPr/>
              </p14:nvContentPartPr>
              <p14:xfrm>
                <a:off x="2247274" y="5556829"/>
                <a:ext cx="165600" cy="318960"/>
              </p14:xfrm>
            </p:contentPart>
          </mc:Choice>
          <mc:Fallback xmlns="">
            <p:pic>
              <p:nvPicPr>
                <p:cNvPr id="8201" name="Ink 8200">
                  <a:extLst>
                    <a:ext uri="{FF2B5EF4-FFF2-40B4-BE49-F238E27FC236}">
                      <a16:creationId xmlns:a16="http://schemas.microsoft.com/office/drawing/2014/main" id="{BDC2476A-1182-454B-90EF-0473560F1291}"/>
                    </a:ext>
                  </a:extLst>
                </p:cNvPr>
                <p:cNvPicPr/>
                <p:nvPr/>
              </p:nvPicPr>
              <p:blipFill>
                <a:blip r:embed="rId63"/>
                <a:stretch>
                  <a:fillRect/>
                </a:stretch>
              </p:blipFill>
              <p:spPr>
                <a:xfrm>
                  <a:off x="2238634" y="5547829"/>
                  <a:ext cx="18324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202" name="Ink 8201">
                  <a:extLst>
                    <a:ext uri="{FF2B5EF4-FFF2-40B4-BE49-F238E27FC236}">
                      <a16:creationId xmlns:a16="http://schemas.microsoft.com/office/drawing/2014/main" id="{88598012-19D3-4AF7-BCF0-715A2BFFE10E}"/>
                    </a:ext>
                  </a:extLst>
                </p14:cNvPr>
                <p14:cNvContentPartPr/>
                <p14:nvPr/>
              </p14:nvContentPartPr>
              <p14:xfrm>
                <a:off x="2487394" y="5679589"/>
                <a:ext cx="17640" cy="146160"/>
              </p14:xfrm>
            </p:contentPart>
          </mc:Choice>
          <mc:Fallback xmlns="">
            <p:pic>
              <p:nvPicPr>
                <p:cNvPr id="8202" name="Ink 8201">
                  <a:extLst>
                    <a:ext uri="{FF2B5EF4-FFF2-40B4-BE49-F238E27FC236}">
                      <a16:creationId xmlns:a16="http://schemas.microsoft.com/office/drawing/2014/main" id="{88598012-19D3-4AF7-BCF0-715A2BFFE10E}"/>
                    </a:ext>
                  </a:extLst>
                </p:cNvPr>
                <p:cNvPicPr/>
                <p:nvPr/>
              </p:nvPicPr>
              <p:blipFill>
                <a:blip r:embed="rId65"/>
                <a:stretch>
                  <a:fillRect/>
                </a:stretch>
              </p:blipFill>
              <p:spPr>
                <a:xfrm>
                  <a:off x="2478394" y="5670589"/>
                  <a:ext cx="3528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203" name="Ink 8202">
                  <a:extLst>
                    <a:ext uri="{FF2B5EF4-FFF2-40B4-BE49-F238E27FC236}">
                      <a16:creationId xmlns:a16="http://schemas.microsoft.com/office/drawing/2014/main" id="{47C8CD4C-EF65-4674-900D-B0DF134F19D8}"/>
                    </a:ext>
                  </a:extLst>
                </p14:cNvPr>
                <p14:cNvContentPartPr/>
                <p14:nvPr/>
              </p14:nvContentPartPr>
              <p14:xfrm>
                <a:off x="2429794" y="5718829"/>
                <a:ext cx="123120" cy="22320"/>
              </p14:xfrm>
            </p:contentPart>
          </mc:Choice>
          <mc:Fallback xmlns="">
            <p:pic>
              <p:nvPicPr>
                <p:cNvPr id="8203" name="Ink 8202">
                  <a:extLst>
                    <a:ext uri="{FF2B5EF4-FFF2-40B4-BE49-F238E27FC236}">
                      <a16:creationId xmlns:a16="http://schemas.microsoft.com/office/drawing/2014/main" id="{47C8CD4C-EF65-4674-900D-B0DF134F19D8}"/>
                    </a:ext>
                  </a:extLst>
                </p:cNvPr>
                <p:cNvPicPr/>
                <p:nvPr/>
              </p:nvPicPr>
              <p:blipFill>
                <a:blip r:embed="rId67"/>
                <a:stretch>
                  <a:fillRect/>
                </a:stretch>
              </p:blipFill>
              <p:spPr>
                <a:xfrm>
                  <a:off x="2421154" y="5710189"/>
                  <a:ext cx="14076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204" name="Ink 8203">
                  <a:extLst>
                    <a:ext uri="{FF2B5EF4-FFF2-40B4-BE49-F238E27FC236}">
                      <a16:creationId xmlns:a16="http://schemas.microsoft.com/office/drawing/2014/main" id="{119C5A7E-7CCF-46A6-AC25-D295891202D9}"/>
                    </a:ext>
                  </a:extLst>
                </p14:cNvPr>
                <p14:cNvContentPartPr/>
                <p14:nvPr/>
              </p14:nvContentPartPr>
              <p14:xfrm>
                <a:off x="2595394" y="5595349"/>
                <a:ext cx="148320" cy="287280"/>
              </p14:xfrm>
            </p:contentPart>
          </mc:Choice>
          <mc:Fallback xmlns="">
            <p:pic>
              <p:nvPicPr>
                <p:cNvPr id="8204" name="Ink 8203">
                  <a:extLst>
                    <a:ext uri="{FF2B5EF4-FFF2-40B4-BE49-F238E27FC236}">
                      <a16:creationId xmlns:a16="http://schemas.microsoft.com/office/drawing/2014/main" id="{119C5A7E-7CCF-46A6-AC25-D295891202D9}"/>
                    </a:ext>
                  </a:extLst>
                </p:cNvPr>
                <p:cNvPicPr/>
                <p:nvPr/>
              </p:nvPicPr>
              <p:blipFill>
                <a:blip r:embed="rId69"/>
                <a:stretch>
                  <a:fillRect/>
                </a:stretch>
              </p:blipFill>
              <p:spPr>
                <a:xfrm>
                  <a:off x="2586394" y="5586709"/>
                  <a:ext cx="16596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205" name="Ink 8204">
                  <a:extLst>
                    <a:ext uri="{FF2B5EF4-FFF2-40B4-BE49-F238E27FC236}">
                      <a16:creationId xmlns:a16="http://schemas.microsoft.com/office/drawing/2014/main" id="{232AE0C1-3463-4215-B126-514BBCBD3658}"/>
                    </a:ext>
                  </a:extLst>
                </p14:cNvPr>
                <p14:cNvContentPartPr/>
                <p14:nvPr/>
              </p14:nvContentPartPr>
              <p14:xfrm>
                <a:off x="2772154" y="5539189"/>
                <a:ext cx="125640" cy="447840"/>
              </p14:xfrm>
            </p:contentPart>
          </mc:Choice>
          <mc:Fallback xmlns="">
            <p:pic>
              <p:nvPicPr>
                <p:cNvPr id="8205" name="Ink 8204">
                  <a:extLst>
                    <a:ext uri="{FF2B5EF4-FFF2-40B4-BE49-F238E27FC236}">
                      <a16:creationId xmlns:a16="http://schemas.microsoft.com/office/drawing/2014/main" id="{232AE0C1-3463-4215-B126-514BBCBD3658}"/>
                    </a:ext>
                  </a:extLst>
                </p:cNvPr>
                <p:cNvPicPr/>
                <p:nvPr/>
              </p:nvPicPr>
              <p:blipFill>
                <a:blip r:embed="rId71"/>
                <a:stretch>
                  <a:fillRect/>
                </a:stretch>
              </p:blipFill>
              <p:spPr>
                <a:xfrm>
                  <a:off x="2763514" y="5530189"/>
                  <a:ext cx="143280" cy="4654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206" name="Ink 8205">
                  <a:extLst>
                    <a:ext uri="{FF2B5EF4-FFF2-40B4-BE49-F238E27FC236}">
                      <a16:creationId xmlns:a16="http://schemas.microsoft.com/office/drawing/2014/main" id="{817BCEFD-8088-4097-B2F8-57BEDC2FE949}"/>
                    </a:ext>
                  </a:extLst>
                </p14:cNvPr>
                <p14:cNvContentPartPr/>
                <p14:nvPr/>
              </p14:nvContentPartPr>
              <p14:xfrm>
                <a:off x="3009754" y="5724229"/>
                <a:ext cx="37800" cy="95400"/>
              </p14:xfrm>
            </p:contentPart>
          </mc:Choice>
          <mc:Fallback xmlns="">
            <p:pic>
              <p:nvPicPr>
                <p:cNvPr id="8206" name="Ink 8205">
                  <a:extLst>
                    <a:ext uri="{FF2B5EF4-FFF2-40B4-BE49-F238E27FC236}">
                      <a16:creationId xmlns:a16="http://schemas.microsoft.com/office/drawing/2014/main" id="{817BCEFD-8088-4097-B2F8-57BEDC2FE949}"/>
                    </a:ext>
                  </a:extLst>
                </p:cNvPr>
                <p:cNvPicPr/>
                <p:nvPr/>
              </p:nvPicPr>
              <p:blipFill>
                <a:blip r:embed="rId73"/>
                <a:stretch>
                  <a:fillRect/>
                </a:stretch>
              </p:blipFill>
              <p:spPr>
                <a:xfrm>
                  <a:off x="3001114" y="5715229"/>
                  <a:ext cx="5544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8207" name="Ink 8206">
                  <a:extLst>
                    <a:ext uri="{FF2B5EF4-FFF2-40B4-BE49-F238E27FC236}">
                      <a16:creationId xmlns:a16="http://schemas.microsoft.com/office/drawing/2014/main" id="{3BD0C061-138B-430D-BA72-B0B7B2E76F15}"/>
                    </a:ext>
                  </a:extLst>
                </p14:cNvPr>
                <p14:cNvContentPartPr/>
                <p14:nvPr/>
              </p14:nvContentPartPr>
              <p14:xfrm>
                <a:off x="2939194" y="5740429"/>
                <a:ext cx="103320" cy="100080"/>
              </p14:xfrm>
            </p:contentPart>
          </mc:Choice>
          <mc:Fallback xmlns="">
            <p:pic>
              <p:nvPicPr>
                <p:cNvPr id="8207" name="Ink 8206">
                  <a:extLst>
                    <a:ext uri="{FF2B5EF4-FFF2-40B4-BE49-F238E27FC236}">
                      <a16:creationId xmlns:a16="http://schemas.microsoft.com/office/drawing/2014/main" id="{3BD0C061-138B-430D-BA72-B0B7B2E76F15}"/>
                    </a:ext>
                  </a:extLst>
                </p:cNvPr>
                <p:cNvPicPr/>
                <p:nvPr/>
              </p:nvPicPr>
              <p:blipFill>
                <a:blip r:embed="rId75"/>
                <a:stretch>
                  <a:fillRect/>
                </a:stretch>
              </p:blipFill>
              <p:spPr>
                <a:xfrm>
                  <a:off x="2930194" y="5731429"/>
                  <a:ext cx="120960" cy="117720"/>
                </a:xfrm>
                <a:prstGeom prst="rect">
                  <a:avLst/>
                </a:prstGeom>
              </p:spPr>
            </p:pic>
          </mc:Fallback>
        </mc:AlternateContent>
      </p:grpSp>
      <p:grpSp>
        <p:nvGrpSpPr>
          <p:cNvPr id="8211" name="Group 8210">
            <a:extLst>
              <a:ext uri="{FF2B5EF4-FFF2-40B4-BE49-F238E27FC236}">
                <a16:creationId xmlns:a16="http://schemas.microsoft.com/office/drawing/2014/main" id="{124929E7-07CA-4C4B-B801-A01DBC10C3B7}"/>
              </a:ext>
            </a:extLst>
          </p:cNvPr>
          <p:cNvGrpSpPr/>
          <p:nvPr/>
        </p:nvGrpSpPr>
        <p:grpSpPr>
          <a:xfrm>
            <a:off x="3211714" y="5588869"/>
            <a:ext cx="310680" cy="312120"/>
            <a:chOff x="3211714" y="5588869"/>
            <a:chExt cx="310680" cy="312120"/>
          </a:xfrm>
        </p:grpSpPr>
        <mc:AlternateContent xmlns:mc="http://schemas.openxmlformats.org/markup-compatibility/2006" xmlns:p14="http://schemas.microsoft.com/office/powerpoint/2010/main">
          <mc:Choice Requires="p14">
            <p:contentPart p14:bwMode="auto" r:id="rId76">
              <p14:nvContentPartPr>
                <p14:cNvPr id="8209" name="Ink 8208">
                  <a:extLst>
                    <a:ext uri="{FF2B5EF4-FFF2-40B4-BE49-F238E27FC236}">
                      <a16:creationId xmlns:a16="http://schemas.microsoft.com/office/drawing/2014/main" id="{73B84C6E-3DA5-4332-92FF-7915EBE7A9CD}"/>
                    </a:ext>
                  </a:extLst>
                </p14:cNvPr>
                <p14:cNvContentPartPr/>
                <p14:nvPr/>
              </p14:nvContentPartPr>
              <p14:xfrm>
                <a:off x="3211714" y="5602549"/>
                <a:ext cx="46440" cy="298440"/>
              </p14:xfrm>
            </p:contentPart>
          </mc:Choice>
          <mc:Fallback xmlns="">
            <p:pic>
              <p:nvPicPr>
                <p:cNvPr id="8209" name="Ink 8208">
                  <a:extLst>
                    <a:ext uri="{FF2B5EF4-FFF2-40B4-BE49-F238E27FC236}">
                      <a16:creationId xmlns:a16="http://schemas.microsoft.com/office/drawing/2014/main" id="{73B84C6E-3DA5-4332-92FF-7915EBE7A9CD}"/>
                    </a:ext>
                  </a:extLst>
                </p:cNvPr>
                <p:cNvPicPr/>
                <p:nvPr/>
              </p:nvPicPr>
              <p:blipFill>
                <a:blip r:embed="rId77"/>
                <a:stretch>
                  <a:fillRect/>
                </a:stretch>
              </p:blipFill>
              <p:spPr>
                <a:xfrm>
                  <a:off x="3203074" y="5593549"/>
                  <a:ext cx="6408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8210" name="Ink 8209">
                  <a:extLst>
                    <a:ext uri="{FF2B5EF4-FFF2-40B4-BE49-F238E27FC236}">
                      <a16:creationId xmlns:a16="http://schemas.microsoft.com/office/drawing/2014/main" id="{59C69644-82DD-428A-861D-61F614B69AE2}"/>
                    </a:ext>
                  </a:extLst>
                </p14:cNvPr>
                <p14:cNvContentPartPr/>
                <p14:nvPr/>
              </p14:nvContentPartPr>
              <p14:xfrm>
                <a:off x="3308554" y="5588869"/>
                <a:ext cx="213840" cy="294480"/>
              </p14:xfrm>
            </p:contentPart>
          </mc:Choice>
          <mc:Fallback xmlns="">
            <p:pic>
              <p:nvPicPr>
                <p:cNvPr id="8210" name="Ink 8209">
                  <a:extLst>
                    <a:ext uri="{FF2B5EF4-FFF2-40B4-BE49-F238E27FC236}">
                      <a16:creationId xmlns:a16="http://schemas.microsoft.com/office/drawing/2014/main" id="{59C69644-82DD-428A-861D-61F614B69AE2}"/>
                    </a:ext>
                  </a:extLst>
                </p:cNvPr>
                <p:cNvPicPr/>
                <p:nvPr/>
              </p:nvPicPr>
              <p:blipFill>
                <a:blip r:embed="rId79"/>
                <a:stretch>
                  <a:fillRect/>
                </a:stretch>
              </p:blipFill>
              <p:spPr>
                <a:xfrm>
                  <a:off x="3299914" y="5580229"/>
                  <a:ext cx="231480" cy="312120"/>
                </a:xfrm>
                <a:prstGeom prst="rect">
                  <a:avLst/>
                </a:prstGeom>
              </p:spPr>
            </p:pic>
          </mc:Fallback>
        </mc:AlternateContent>
      </p:grpSp>
      <p:grpSp>
        <p:nvGrpSpPr>
          <p:cNvPr id="8219" name="Group 8218">
            <a:extLst>
              <a:ext uri="{FF2B5EF4-FFF2-40B4-BE49-F238E27FC236}">
                <a16:creationId xmlns:a16="http://schemas.microsoft.com/office/drawing/2014/main" id="{DE0A57AB-DB60-497A-AE84-3AC67812EF1F}"/>
              </a:ext>
            </a:extLst>
          </p:cNvPr>
          <p:cNvGrpSpPr/>
          <p:nvPr/>
        </p:nvGrpSpPr>
        <p:grpSpPr>
          <a:xfrm>
            <a:off x="1240079" y="6450261"/>
            <a:ext cx="169920" cy="108720"/>
            <a:chOff x="1240079" y="6450261"/>
            <a:chExt cx="169920" cy="108720"/>
          </a:xfrm>
        </p:grpSpPr>
        <mc:AlternateContent xmlns:mc="http://schemas.openxmlformats.org/markup-compatibility/2006" xmlns:p14="http://schemas.microsoft.com/office/powerpoint/2010/main">
          <mc:Choice Requires="p14">
            <p:contentPart p14:bwMode="auto" r:id="rId80">
              <p14:nvContentPartPr>
                <p14:cNvPr id="8212" name="Ink 8211">
                  <a:extLst>
                    <a:ext uri="{FF2B5EF4-FFF2-40B4-BE49-F238E27FC236}">
                      <a16:creationId xmlns:a16="http://schemas.microsoft.com/office/drawing/2014/main" id="{B92F192B-8C57-48C0-8A50-4AB601CFCFB9}"/>
                    </a:ext>
                  </a:extLst>
                </p14:cNvPr>
                <p14:cNvContentPartPr/>
                <p14:nvPr/>
              </p14:nvContentPartPr>
              <p14:xfrm>
                <a:off x="1240079" y="6450261"/>
                <a:ext cx="157320" cy="11880"/>
              </p14:xfrm>
            </p:contentPart>
          </mc:Choice>
          <mc:Fallback xmlns="">
            <p:pic>
              <p:nvPicPr>
                <p:cNvPr id="8212" name="Ink 8211">
                  <a:extLst>
                    <a:ext uri="{FF2B5EF4-FFF2-40B4-BE49-F238E27FC236}">
                      <a16:creationId xmlns:a16="http://schemas.microsoft.com/office/drawing/2014/main" id="{B92F192B-8C57-48C0-8A50-4AB601CFCFB9}"/>
                    </a:ext>
                  </a:extLst>
                </p:cNvPr>
                <p:cNvPicPr/>
                <p:nvPr/>
              </p:nvPicPr>
              <p:blipFill>
                <a:blip r:embed="rId81"/>
                <a:stretch>
                  <a:fillRect/>
                </a:stretch>
              </p:blipFill>
              <p:spPr>
                <a:xfrm>
                  <a:off x="1231439" y="6441621"/>
                  <a:ext cx="17496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8213" name="Ink 8212">
                  <a:extLst>
                    <a:ext uri="{FF2B5EF4-FFF2-40B4-BE49-F238E27FC236}">
                      <a16:creationId xmlns:a16="http://schemas.microsoft.com/office/drawing/2014/main" id="{5BE906C2-94B1-4662-92B4-08BC8CA05034}"/>
                    </a:ext>
                  </a:extLst>
                </p14:cNvPr>
                <p14:cNvContentPartPr/>
                <p14:nvPr/>
              </p14:nvContentPartPr>
              <p14:xfrm>
                <a:off x="1258799" y="6550701"/>
                <a:ext cx="151200" cy="8280"/>
              </p14:xfrm>
            </p:contentPart>
          </mc:Choice>
          <mc:Fallback xmlns="">
            <p:pic>
              <p:nvPicPr>
                <p:cNvPr id="8213" name="Ink 8212">
                  <a:extLst>
                    <a:ext uri="{FF2B5EF4-FFF2-40B4-BE49-F238E27FC236}">
                      <a16:creationId xmlns:a16="http://schemas.microsoft.com/office/drawing/2014/main" id="{5BE906C2-94B1-4662-92B4-08BC8CA05034}"/>
                    </a:ext>
                  </a:extLst>
                </p:cNvPr>
                <p:cNvPicPr/>
                <p:nvPr/>
              </p:nvPicPr>
              <p:blipFill>
                <a:blip r:embed="rId83"/>
                <a:stretch>
                  <a:fillRect/>
                </a:stretch>
              </p:blipFill>
              <p:spPr>
                <a:xfrm>
                  <a:off x="1250159" y="6542061"/>
                  <a:ext cx="168840" cy="25920"/>
                </a:xfrm>
                <a:prstGeom prst="rect">
                  <a:avLst/>
                </a:prstGeom>
              </p:spPr>
            </p:pic>
          </mc:Fallback>
        </mc:AlternateContent>
      </p:grpSp>
      <p:grpSp>
        <p:nvGrpSpPr>
          <p:cNvPr id="8221" name="Group 8220">
            <a:extLst>
              <a:ext uri="{FF2B5EF4-FFF2-40B4-BE49-F238E27FC236}">
                <a16:creationId xmlns:a16="http://schemas.microsoft.com/office/drawing/2014/main" id="{CAF2A72D-7487-4C6A-86A3-3C13BBA0FCE8}"/>
              </a:ext>
            </a:extLst>
          </p:cNvPr>
          <p:cNvGrpSpPr/>
          <p:nvPr/>
        </p:nvGrpSpPr>
        <p:grpSpPr>
          <a:xfrm>
            <a:off x="1647599" y="6343341"/>
            <a:ext cx="359640" cy="316440"/>
            <a:chOff x="1647599" y="6343341"/>
            <a:chExt cx="359640" cy="316440"/>
          </a:xfrm>
        </p:grpSpPr>
        <mc:AlternateContent xmlns:mc="http://schemas.openxmlformats.org/markup-compatibility/2006" xmlns:p14="http://schemas.microsoft.com/office/powerpoint/2010/main">
          <mc:Choice Requires="p14">
            <p:contentPart p14:bwMode="auto" r:id="rId84">
              <p14:nvContentPartPr>
                <p14:cNvPr id="8214" name="Ink 8213">
                  <a:extLst>
                    <a:ext uri="{FF2B5EF4-FFF2-40B4-BE49-F238E27FC236}">
                      <a16:creationId xmlns:a16="http://schemas.microsoft.com/office/drawing/2014/main" id="{5D1C3ACF-B712-4548-882F-3B0993DFD2C7}"/>
                    </a:ext>
                  </a:extLst>
                </p14:cNvPr>
                <p14:cNvContentPartPr/>
                <p14:nvPr/>
              </p14:nvContentPartPr>
              <p14:xfrm>
                <a:off x="1668839" y="6489501"/>
                <a:ext cx="209880" cy="170280"/>
              </p14:xfrm>
            </p:contentPart>
          </mc:Choice>
          <mc:Fallback xmlns="">
            <p:pic>
              <p:nvPicPr>
                <p:cNvPr id="8214" name="Ink 8213">
                  <a:extLst>
                    <a:ext uri="{FF2B5EF4-FFF2-40B4-BE49-F238E27FC236}">
                      <a16:creationId xmlns:a16="http://schemas.microsoft.com/office/drawing/2014/main" id="{5D1C3ACF-B712-4548-882F-3B0993DFD2C7}"/>
                    </a:ext>
                  </a:extLst>
                </p:cNvPr>
                <p:cNvPicPr/>
                <p:nvPr/>
              </p:nvPicPr>
              <p:blipFill>
                <a:blip r:embed="rId85"/>
                <a:stretch>
                  <a:fillRect/>
                </a:stretch>
              </p:blipFill>
              <p:spPr>
                <a:xfrm>
                  <a:off x="1659839" y="6480861"/>
                  <a:ext cx="22752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8215" name="Ink 8214">
                  <a:extLst>
                    <a:ext uri="{FF2B5EF4-FFF2-40B4-BE49-F238E27FC236}">
                      <a16:creationId xmlns:a16="http://schemas.microsoft.com/office/drawing/2014/main" id="{E481CBCD-968F-452D-AD43-3B5822ECDFC3}"/>
                    </a:ext>
                  </a:extLst>
                </p14:cNvPr>
                <p14:cNvContentPartPr/>
                <p14:nvPr/>
              </p14:nvContentPartPr>
              <p14:xfrm>
                <a:off x="1647599" y="6343341"/>
                <a:ext cx="135360" cy="137880"/>
              </p14:xfrm>
            </p:contentPart>
          </mc:Choice>
          <mc:Fallback xmlns="">
            <p:pic>
              <p:nvPicPr>
                <p:cNvPr id="8215" name="Ink 8214">
                  <a:extLst>
                    <a:ext uri="{FF2B5EF4-FFF2-40B4-BE49-F238E27FC236}">
                      <a16:creationId xmlns:a16="http://schemas.microsoft.com/office/drawing/2014/main" id="{E481CBCD-968F-452D-AD43-3B5822ECDFC3}"/>
                    </a:ext>
                  </a:extLst>
                </p:cNvPr>
                <p:cNvPicPr/>
                <p:nvPr/>
              </p:nvPicPr>
              <p:blipFill>
                <a:blip r:embed="rId87"/>
                <a:stretch>
                  <a:fillRect/>
                </a:stretch>
              </p:blipFill>
              <p:spPr>
                <a:xfrm>
                  <a:off x="1638959" y="6334701"/>
                  <a:ext cx="15300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8216" name="Ink 8215">
                  <a:extLst>
                    <a:ext uri="{FF2B5EF4-FFF2-40B4-BE49-F238E27FC236}">
                      <a16:creationId xmlns:a16="http://schemas.microsoft.com/office/drawing/2014/main" id="{4380742E-F6AE-4594-B3B8-59854B9B8F0A}"/>
                    </a:ext>
                  </a:extLst>
                </p14:cNvPr>
                <p14:cNvContentPartPr/>
                <p14:nvPr/>
              </p14:nvContentPartPr>
              <p14:xfrm>
                <a:off x="1923719" y="6466101"/>
                <a:ext cx="81360" cy="106920"/>
              </p14:xfrm>
            </p:contentPart>
          </mc:Choice>
          <mc:Fallback xmlns="">
            <p:pic>
              <p:nvPicPr>
                <p:cNvPr id="8216" name="Ink 8215">
                  <a:extLst>
                    <a:ext uri="{FF2B5EF4-FFF2-40B4-BE49-F238E27FC236}">
                      <a16:creationId xmlns:a16="http://schemas.microsoft.com/office/drawing/2014/main" id="{4380742E-F6AE-4594-B3B8-59854B9B8F0A}"/>
                    </a:ext>
                  </a:extLst>
                </p:cNvPr>
                <p:cNvPicPr/>
                <p:nvPr/>
              </p:nvPicPr>
              <p:blipFill>
                <a:blip r:embed="rId89"/>
                <a:stretch>
                  <a:fillRect/>
                </a:stretch>
              </p:blipFill>
              <p:spPr>
                <a:xfrm>
                  <a:off x="1915079" y="6457101"/>
                  <a:ext cx="9900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8217" name="Ink 8216">
                  <a:extLst>
                    <a:ext uri="{FF2B5EF4-FFF2-40B4-BE49-F238E27FC236}">
                      <a16:creationId xmlns:a16="http://schemas.microsoft.com/office/drawing/2014/main" id="{07EF0AF8-2B0A-43CC-B641-1AC947EF6548}"/>
                    </a:ext>
                  </a:extLst>
                </p14:cNvPr>
                <p14:cNvContentPartPr/>
                <p14:nvPr/>
              </p14:nvContentPartPr>
              <p14:xfrm>
                <a:off x="1966559" y="6466101"/>
                <a:ext cx="40680" cy="30240"/>
              </p14:xfrm>
            </p:contentPart>
          </mc:Choice>
          <mc:Fallback xmlns="">
            <p:pic>
              <p:nvPicPr>
                <p:cNvPr id="8217" name="Ink 8216">
                  <a:extLst>
                    <a:ext uri="{FF2B5EF4-FFF2-40B4-BE49-F238E27FC236}">
                      <a16:creationId xmlns:a16="http://schemas.microsoft.com/office/drawing/2014/main" id="{07EF0AF8-2B0A-43CC-B641-1AC947EF6548}"/>
                    </a:ext>
                  </a:extLst>
                </p:cNvPr>
                <p:cNvPicPr/>
                <p:nvPr/>
              </p:nvPicPr>
              <p:blipFill>
                <a:blip r:embed="rId91"/>
                <a:stretch>
                  <a:fillRect/>
                </a:stretch>
              </p:blipFill>
              <p:spPr>
                <a:xfrm>
                  <a:off x="1957919" y="6457101"/>
                  <a:ext cx="5832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8220" name="Ink 8219">
                  <a:extLst>
                    <a:ext uri="{FF2B5EF4-FFF2-40B4-BE49-F238E27FC236}">
                      <a16:creationId xmlns:a16="http://schemas.microsoft.com/office/drawing/2014/main" id="{C5CE5582-5E9E-4DCE-A355-995682035A9F}"/>
                    </a:ext>
                  </a:extLst>
                </p14:cNvPr>
                <p14:cNvContentPartPr/>
                <p14:nvPr/>
              </p14:nvContentPartPr>
              <p14:xfrm>
                <a:off x="1958999" y="6503541"/>
                <a:ext cx="360" cy="360"/>
              </p14:xfrm>
            </p:contentPart>
          </mc:Choice>
          <mc:Fallback xmlns="">
            <p:pic>
              <p:nvPicPr>
                <p:cNvPr id="8220" name="Ink 8219">
                  <a:extLst>
                    <a:ext uri="{FF2B5EF4-FFF2-40B4-BE49-F238E27FC236}">
                      <a16:creationId xmlns:a16="http://schemas.microsoft.com/office/drawing/2014/main" id="{C5CE5582-5E9E-4DCE-A355-995682035A9F}"/>
                    </a:ext>
                  </a:extLst>
                </p:cNvPr>
                <p:cNvPicPr/>
                <p:nvPr/>
              </p:nvPicPr>
              <p:blipFill>
                <a:blip r:embed="rId5"/>
                <a:stretch>
                  <a:fillRect/>
                </a:stretch>
              </p:blipFill>
              <p:spPr>
                <a:xfrm>
                  <a:off x="1950359" y="6494541"/>
                  <a:ext cx="18000" cy="18000"/>
                </a:xfrm>
                <a:prstGeom prst="rect">
                  <a:avLst/>
                </a:prstGeom>
              </p:spPr>
            </p:pic>
          </mc:Fallback>
        </mc:AlternateContent>
      </p:grpSp>
      <p:grpSp>
        <p:nvGrpSpPr>
          <p:cNvPr id="8232" name="Group 8231">
            <a:extLst>
              <a:ext uri="{FF2B5EF4-FFF2-40B4-BE49-F238E27FC236}">
                <a16:creationId xmlns:a16="http://schemas.microsoft.com/office/drawing/2014/main" id="{5A24F806-AFB0-4D21-8471-BA8BDF5D0DD7}"/>
              </a:ext>
            </a:extLst>
          </p:cNvPr>
          <p:cNvGrpSpPr/>
          <p:nvPr/>
        </p:nvGrpSpPr>
        <p:grpSpPr>
          <a:xfrm>
            <a:off x="2181119" y="6297981"/>
            <a:ext cx="934920" cy="351000"/>
            <a:chOff x="2181119" y="6297981"/>
            <a:chExt cx="934920" cy="351000"/>
          </a:xfrm>
        </p:grpSpPr>
        <mc:AlternateContent xmlns:mc="http://schemas.openxmlformats.org/markup-compatibility/2006" xmlns:p14="http://schemas.microsoft.com/office/powerpoint/2010/main">
          <mc:Choice Requires="p14">
            <p:contentPart p14:bwMode="auto" r:id="rId93">
              <p14:nvContentPartPr>
                <p14:cNvPr id="8222" name="Ink 8221">
                  <a:extLst>
                    <a:ext uri="{FF2B5EF4-FFF2-40B4-BE49-F238E27FC236}">
                      <a16:creationId xmlns:a16="http://schemas.microsoft.com/office/drawing/2014/main" id="{2B21B3C5-C280-4D7B-A5B5-EE282CD774B6}"/>
                    </a:ext>
                  </a:extLst>
                </p14:cNvPr>
                <p14:cNvContentPartPr/>
                <p14:nvPr/>
              </p14:nvContentPartPr>
              <p14:xfrm>
                <a:off x="2181119" y="6297981"/>
                <a:ext cx="22680" cy="351000"/>
              </p14:xfrm>
            </p:contentPart>
          </mc:Choice>
          <mc:Fallback xmlns="">
            <p:pic>
              <p:nvPicPr>
                <p:cNvPr id="8222" name="Ink 8221">
                  <a:extLst>
                    <a:ext uri="{FF2B5EF4-FFF2-40B4-BE49-F238E27FC236}">
                      <a16:creationId xmlns:a16="http://schemas.microsoft.com/office/drawing/2014/main" id="{2B21B3C5-C280-4D7B-A5B5-EE282CD774B6}"/>
                    </a:ext>
                  </a:extLst>
                </p:cNvPr>
                <p:cNvPicPr/>
                <p:nvPr/>
              </p:nvPicPr>
              <p:blipFill>
                <a:blip r:embed="rId94"/>
                <a:stretch>
                  <a:fillRect/>
                </a:stretch>
              </p:blipFill>
              <p:spPr>
                <a:xfrm>
                  <a:off x="2172119" y="6288981"/>
                  <a:ext cx="4032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8223" name="Ink 8222">
                  <a:extLst>
                    <a:ext uri="{FF2B5EF4-FFF2-40B4-BE49-F238E27FC236}">
                      <a16:creationId xmlns:a16="http://schemas.microsoft.com/office/drawing/2014/main" id="{49E888E1-FFAA-4EB9-A15C-8B2104F7ED0D}"/>
                    </a:ext>
                  </a:extLst>
                </p14:cNvPr>
                <p14:cNvContentPartPr/>
                <p14:nvPr/>
              </p14:nvContentPartPr>
              <p14:xfrm>
                <a:off x="2269679" y="6343701"/>
                <a:ext cx="200520" cy="290160"/>
              </p14:xfrm>
            </p:contentPart>
          </mc:Choice>
          <mc:Fallback xmlns="">
            <p:pic>
              <p:nvPicPr>
                <p:cNvPr id="8223" name="Ink 8222">
                  <a:extLst>
                    <a:ext uri="{FF2B5EF4-FFF2-40B4-BE49-F238E27FC236}">
                      <a16:creationId xmlns:a16="http://schemas.microsoft.com/office/drawing/2014/main" id="{49E888E1-FFAA-4EB9-A15C-8B2104F7ED0D}"/>
                    </a:ext>
                  </a:extLst>
                </p:cNvPr>
                <p:cNvPicPr/>
                <p:nvPr/>
              </p:nvPicPr>
              <p:blipFill>
                <a:blip r:embed="rId96"/>
                <a:stretch>
                  <a:fillRect/>
                </a:stretch>
              </p:blipFill>
              <p:spPr>
                <a:xfrm>
                  <a:off x="2260679" y="6335061"/>
                  <a:ext cx="21816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8225" name="Ink 8224">
                  <a:extLst>
                    <a:ext uri="{FF2B5EF4-FFF2-40B4-BE49-F238E27FC236}">
                      <a16:creationId xmlns:a16="http://schemas.microsoft.com/office/drawing/2014/main" id="{CA13E280-EAD2-42FB-8597-339077CF20D6}"/>
                    </a:ext>
                  </a:extLst>
                </p14:cNvPr>
                <p14:cNvContentPartPr/>
                <p14:nvPr/>
              </p14:nvContentPartPr>
              <p14:xfrm>
                <a:off x="2603759" y="6445941"/>
                <a:ext cx="132480" cy="120960"/>
              </p14:xfrm>
            </p:contentPart>
          </mc:Choice>
          <mc:Fallback xmlns="">
            <p:pic>
              <p:nvPicPr>
                <p:cNvPr id="8225" name="Ink 8224">
                  <a:extLst>
                    <a:ext uri="{FF2B5EF4-FFF2-40B4-BE49-F238E27FC236}">
                      <a16:creationId xmlns:a16="http://schemas.microsoft.com/office/drawing/2014/main" id="{CA13E280-EAD2-42FB-8597-339077CF20D6}"/>
                    </a:ext>
                  </a:extLst>
                </p:cNvPr>
                <p:cNvPicPr/>
                <p:nvPr/>
              </p:nvPicPr>
              <p:blipFill>
                <a:blip r:embed="rId98"/>
                <a:stretch>
                  <a:fillRect/>
                </a:stretch>
              </p:blipFill>
              <p:spPr>
                <a:xfrm>
                  <a:off x="2595119" y="6437301"/>
                  <a:ext cx="15012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8226" name="Ink 8225">
                  <a:extLst>
                    <a:ext uri="{FF2B5EF4-FFF2-40B4-BE49-F238E27FC236}">
                      <a16:creationId xmlns:a16="http://schemas.microsoft.com/office/drawing/2014/main" id="{51B97A11-A9C7-42AA-AE57-65EA3F219A9B}"/>
                    </a:ext>
                  </a:extLst>
                </p14:cNvPr>
                <p14:cNvContentPartPr/>
                <p14:nvPr/>
              </p14:nvContentPartPr>
              <p14:xfrm>
                <a:off x="2583959" y="6504261"/>
                <a:ext cx="38880" cy="62640"/>
              </p14:xfrm>
            </p:contentPart>
          </mc:Choice>
          <mc:Fallback xmlns="">
            <p:pic>
              <p:nvPicPr>
                <p:cNvPr id="8226" name="Ink 8225">
                  <a:extLst>
                    <a:ext uri="{FF2B5EF4-FFF2-40B4-BE49-F238E27FC236}">
                      <a16:creationId xmlns:a16="http://schemas.microsoft.com/office/drawing/2014/main" id="{51B97A11-A9C7-42AA-AE57-65EA3F219A9B}"/>
                    </a:ext>
                  </a:extLst>
                </p:cNvPr>
                <p:cNvPicPr/>
                <p:nvPr/>
              </p:nvPicPr>
              <p:blipFill>
                <a:blip r:embed="rId100"/>
                <a:stretch>
                  <a:fillRect/>
                </a:stretch>
              </p:blipFill>
              <p:spPr>
                <a:xfrm>
                  <a:off x="2575319" y="6495261"/>
                  <a:ext cx="5652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8227" name="Ink 8226">
                  <a:extLst>
                    <a:ext uri="{FF2B5EF4-FFF2-40B4-BE49-F238E27FC236}">
                      <a16:creationId xmlns:a16="http://schemas.microsoft.com/office/drawing/2014/main" id="{06ED1AB2-1A54-4292-9FA4-7AA04E51CFA7}"/>
                    </a:ext>
                  </a:extLst>
                </p14:cNvPr>
                <p14:cNvContentPartPr/>
                <p14:nvPr/>
              </p14:nvContentPartPr>
              <p14:xfrm>
                <a:off x="2678999" y="6414981"/>
                <a:ext cx="28440" cy="35640"/>
              </p14:xfrm>
            </p:contentPart>
          </mc:Choice>
          <mc:Fallback xmlns="">
            <p:pic>
              <p:nvPicPr>
                <p:cNvPr id="8227" name="Ink 8226">
                  <a:extLst>
                    <a:ext uri="{FF2B5EF4-FFF2-40B4-BE49-F238E27FC236}">
                      <a16:creationId xmlns:a16="http://schemas.microsoft.com/office/drawing/2014/main" id="{06ED1AB2-1A54-4292-9FA4-7AA04E51CFA7}"/>
                    </a:ext>
                  </a:extLst>
                </p:cNvPr>
                <p:cNvPicPr/>
                <p:nvPr/>
              </p:nvPicPr>
              <p:blipFill>
                <a:blip r:embed="rId102"/>
                <a:stretch>
                  <a:fillRect/>
                </a:stretch>
              </p:blipFill>
              <p:spPr>
                <a:xfrm>
                  <a:off x="2669999" y="6405981"/>
                  <a:ext cx="4608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8228" name="Ink 8227">
                  <a:extLst>
                    <a:ext uri="{FF2B5EF4-FFF2-40B4-BE49-F238E27FC236}">
                      <a16:creationId xmlns:a16="http://schemas.microsoft.com/office/drawing/2014/main" id="{FEAB2EC5-9BAE-4C76-B031-868FCAF77D1D}"/>
                    </a:ext>
                  </a:extLst>
                </p14:cNvPr>
                <p14:cNvContentPartPr/>
                <p14:nvPr/>
              </p14:nvContentPartPr>
              <p14:xfrm>
                <a:off x="2586119" y="6405261"/>
                <a:ext cx="109440" cy="138240"/>
              </p14:xfrm>
            </p:contentPart>
          </mc:Choice>
          <mc:Fallback xmlns="">
            <p:pic>
              <p:nvPicPr>
                <p:cNvPr id="8228" name="Ink 8227">
                  <a:extLst>
                    <a:ext uri="{FF2B5EF4-FFF2-40B4-BE49-F238E27FC236}">
                      <a16:creationId xmlns:a16="http://schemas.microsoft.com/office/drawing/2014/main" id="{FEAB2EC5-9BAE-4C76-B031-868FCAF77D1D}"/>
                    </a:ext>
                  </a:extLst>
                </p:cNvPr>
                <p:cNvPicPr/>
                <p:nvPr/>
              </p:nvPicPr>
              <p:blipFill>
                <a:blip r:embed="rId104"/>
                <a:stretch>
                  <a:fillRect/>
                </a:stretch>
              </p:blipFill>
              <p:spPr>
                <a:xfrm>
                  <a:off x="2577479" y="6396621"/>
                  <a:ext cx="12708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8229" name="Ink 8228">
                  <a:extLst>
                    <a:ext uri="{FF2B5EF4-FFF2-40B4-BE49-F238E27FC236}">
                      <a16:creationId xmlns:a16="http://schemas.microsoft.com/office/drawing/2014/main" id="{BB7103AC-3E27-46B8-93EB-3CC7FE996C6F}"/>
                    </a:ext>
                  </a:extLst>
                </p14:cNvPr>
                <p14:cNvContentPartPr/>
                <p14:nvPr/>
              </p14:nvContentPartPr>
              <p14:xfrm>
                <a:off x="2871959" y="6340821"/>
                <a:ext cx="7560" cy="270360"/>
              </p14:xfrm>
            </p:contentPart>
          </mc:Choice>
          <mc:Fallback xmlns="">
            <p:pic>
              <p:nvPicPr>
                <p:cNvPr id="8229" name="Ink 8228">
                  <a:extLst>
                    <a:ext uri="{FF2B5EF4-FFF2-40B4-BE49-F238E27FC236}">
                      <a16:creationId xmlns:a16="http://schemas.microsoft.com/office/drawing/2014/main" id="{BB7103AC-3E27-46B8-93EB-3CC7FE996C6F}"/>
                    </a:ext>
                  </a:extLst>
                </p:cNvPr>
                <p:cNvPicPr/>
                <p:nvPr/>
              </p:nvPicPr>
              <p:blipFill>
                <a:blip r:embed="rId106"/>
                <a:stretch>
                  <a:fillRect/>
                </a:stretch>
              </p:blipFill>
              <p:spPr>
                <a:xfrm>
                  <a:off x="2863319" y="6331821"/>
                  <a:ext cx="2520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8230" name="Ink 8229">
                  <a:extLst>
                    <a:ext uri="{FF2B5EF4-FFF2-40B4-BE49-F238E27FC236}">
                      <a16:creationId xmlns:a16="http://schemas.microsoft.com/office/drawing/2014/main" id="{A6F6E0CE-D016-4675-A081-AD4E59A254ED}"/>
                    </a:ext>
                  </a:extLst>
                </p14:cNvPr>
                <p14:cNvContentPartPr/>
                <p14:nvPr/>
              </p14:nvContentPartPr>
              <p14:xfrm>
                <a:off x="2977079" y="6336501"/>
                <a:ext cx="75600" cy="289800"/>
              </p14:xfrm>
            </p:contentPart>
          </mc:Choice>
          <mc:Fallback xmlns="">
            <p:pic>
              <p:nvPicPr>
                <p:cNvPr id="8230" name="Ink 8229">
                  <a:extLst>
                    <a:ext uri="{FF2B5EF4-FFF2-40B4-BE49-F238E27FC236}">
                      <a16:creationId xmlns:a16="http://schemas.microsoft.com/office/drawing/2014/main" id="{A6F6E0CE-D016-4675-A081-AD4E59A254ED}"/>
                    </a:ext>
                  </a:extLst>
                </p:cNvPr>
                <p:cNvPicPr/>
                <p:nvPr/>
              </p:nvPicPr>
              <p:blipFill>
                <a:blip r:embed="rId108"/>
                <a:stretch>
                  <a:fillRect/>
                </a:stretch>
              </p:blipFill>
              <p:spPr>
                <a:xfrm>
                  <a:off x="2968079" y="6327861"/>
                  <a:ext cx="9324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8231" name="Ink 8230">
                  <a:extLst>
                    <a:ext uri="{FF2B5EF4-FFF2-40B4-BE49-F238E27FC236}">
                      <a16:creationId xmlns:a16="http://schemas.microsoft.com/office/drawing/2014/main" id="{8DADACB7-2E5E-42A6-BE43-2B87E7A38632}"/>
                    </a:ext>
                  </a:extLst>
                </p14:cNvPr>
                <p14:cNvContentPartPr/>
                <p14:nvPr/>
              </p14:nvContentPartPr>
              <p14:xfrm>
                <a:off x="2927399" y="6555741"/>
                <a:ext cx="188640" cy="67320"/>
              </p14:xfrm>
            </p:contentPart>
          </mc:Choice>
          <mc:Fallback xmlns="">
            <p:pic>
              <p:nvPicPr>
                <p:cNvPr id="8231" name="Ink 8230">
                  <a:extLst>
                    <a:ext uri="{FF2B5EF4-FFF2-40B4-BE49-F238E27FC236}">
                      <a16:creationId xmlns:a16="http://schemas.microsoft.com/office/drawing/2014/main" id="{8DADACB7-2E5E-42A6-BE43-2B87E7A38632}"/>
                    </a:ext>
                  </a:extLst>
                </p:cNvPr>
                <p:cNvPicPr/>
                <p:nvPr/>
              </p:nvPicPr>
              <p:blipFill>
                <a:blip r:embed="rId110"/>
                <a:stretch>
                  <a:fillRect/>
                </a:stretch>
              </p:blipFill>
              <p:spPr>
                <a:xfrm>
                  <a:off x="2918399" y="6547101"/>
                  <a:ext cx="206280" cy="84960"/>
                </a:xfrm>
                <a:prstGeom prst="rect">
                  <a:avLst/>
                </a:prstGeom>
              </p:spPr>
            </p:pic>
          </mc:Fallback>
        </mc:AlternateContent>
      </p:grpSp>
      <p:grpSp>
        <p:nvGrpSpPr>
          <p:cNvPr id="8235" name="Group 8234">
            <a:extLst>
              <a:ext uri="{FF2B5EF4-FFF2-40B4-BE49-F238E27FC236}">
                <a16:creationId xmlns:a16="http://schemas.microsoft.com/office/drawing/2014/main" id="{687DBF4A-01A4-44A6-A17A-C2F2C73290FA}"/>
              </a:ext>
            </a:extLst>
          </p:cNvPr>
          <p:cNvGrpSpPr/>
          <p:nvPr/>
        </p:nvGrpSpPr>
        <p:grpSpPr>
          <a:xfrm>
            <a:off x="3348239" y="6453141"/>
            <a:ext cx="213120" cy="122760"/>
            <a:chOff x="3348239" y="6453141"/>
            <a:chExt cx="213120" cy="122760"/>
          </a:xfrm>
        </p:grpSpPr>
        <mc:AlternateContent xmlns:mc="http://schemas.openxmlformats.org/markup-compatibility/2006" xmlns:p14="http://schemas.microsoft.com/office/powerpoint/2010/main">
          <mc:Choice Requires="p14">
            <p:contentPart p14:bwMode="auto" r:id="rId111">
              <p14:nvContentPartPr>
                <p14:cNvPr id="8233" name="Ink 8232">
                  <a:extLst>
                    <a:ext uri="{FF2B5EF4-FFF2-40B4-BE49-F238E27FC236}">
                      <a16:creationId xmlns:a16="http://schemas.microsoft.com/office/drawing/2014/main" id="{5432313E-14CE-448A-9DD9-A2235FC94259}"/>
                    </a:ext>
                  </a:extLst>
                </p14:cNvPr>
                <p14:cNvContentPartPr/>
                <p14:nvPr/>
              </p14:nvContentPartPr>
              <p14:xfrm>
                <a:off x="3348239" y="6453141"/>
                <a:ext cx="206640" cy="32760"/>
              </p14:xfrm>
            </p:contentPart>
          </mc:Choice>
          <mc:Fallback xmlns="">
            <p:pic>
              <p:nvPicPr>
                <p:cNvPr id="8233" name="Ink 8232">
                  <a:extLst>
                    <a:ext uri="{FF2B5EF4-FFF2-40B4-BE49-F238E27FC236}">
                      <a16:creationId xmlns:a16="http://schemas.microsoft.com/office/drawing/2014/main" id="{5432313E-14CE-448A-9DD9-A2235FC94259}"/>
                    </a:ext>
                  </a:extLst>
                </p:cNvPr>
                <p:cNvPicPr/>
                <p:nvPr/>
              </p:nvPicPr>
              <p:blipFill>
                <a:blip r:embed="rId112"/>
                <a:stretch>
                  <a:fillRect/>
                </a:stretch>
              </p:blipFill>
              <p:spPr>
                <a:xfrm>
                  <a:off x="3339599" y="6444501"/>
                  <a:ext cx="22428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8234" name="Ink 8233">
                  <a:extLst>
                    <a:ext uri="{FF2B5EF4-FFF2-40B4-BE49-F238E27FC236}">
                      <a16:creationId xmlns:a16="http://schemas.microsoft.com/office/drawing/2014/main" id="{2B8174E5-7D68-4F5B-B561-026946968EFE}"/>
                    </a:ext>
                  </a:extLst>
                </p14:cNvPr>
                <p14:cNvContentPartPr/>
                <p14:nvPr/>
              </p14:nvContentPartPr>
              <p14:xfrm>
                <a:off x="3348959" y="6548901"/>
                <a:ext cx="212400" cy="27000"/>
              </p14:xfrm>
            </p:contentPart>
          </mc:Choice>
          <mc:Fallback xmlns="">
            <p:pic>
              <p:nvPicPr>
                <p:cNvPr id="8234" name="Ink 8233">
                  <a:extLst>
                    <a:ext uri="{FF2B5EF4-FFF2-40B4-BE49-F238E27FC236}">
                      <a16:creationId xmlns:a16="http://schemas.microsoft.com/office/drawing/2014/main" id="{2B8174E5-7D68-4F5B-B561-026946968EFE}"/>
                    </a:ext>
                  </a:extLst>
                </p:cNvPr>
                <p:cNvPicPr/>
                <p:nvPr/>
              </p:nvPicPr>
              <p:blipFill>
                <a:blip r:embed="rId114"/>
                <a:stretch>
                  <a:fillRect/>
                </a:stretch>
              </p:blipFill>
              <p:spPr>
                <a:xfrm>
                  <a:off x="3340319" y="6540261"/>
                  <a:ext cx="230040" cy="44640"/>
                </a:xfrm>
                <a:prstGeom prst="rect">
                  <a:avLst/>
                </a:prstGeom>
              </p:spPr>
            </p:pic>
          </mc:Fallback>
        </mc:AlternateContent>
      </p:grpSp>
      <p:grpSp>
        <p:nvGrpSpPr>
          <p:cNvPr id="8240" name="Group 8239">
            <a:extLst>
              <a:ext uri="{FF2B5EF4-FFF2-40B4-BE49-F238E27FC236}">
                <a16:creationId xmlns:a16="http://schemas.microsoft.com/office/drawing/2014/main" id="{1D8D6480-12BF-465A-8BFB-3F50231DA310}"/>
              </a:ext>
            </a:extLst>
          </p:cNvPr>
          <p:cNvGrpSpPr/>
          <p:nvPr/>
        </p:nvGrpSpPr>
        <p:grpSpPr>
          <a:xfrm>
            <a:off x="3714359" y="6369261"/>
            <a:ext cx="554400" cy="363960"/>
            <a:chOff x="3714359" y="6369261"/>
            <a:chExt cx="554400" cy="363960"/>
          </a:xfrm>
        </p:grpSpPr>
        <mc:AlternateContent xmlns:mc="http://schemas.openxmlformats.org/markup-compatibility/2006" xmlns:p14="http://schemas.microsoft.com/office/powerpoint/2010/main">
          <mc:Choice Requires="p14">
            <p:contentPart p14:bwMode="auto" r:id="rId115">
              <p14:nvContentPartPr>
                <p14:cNvPr id="8236" name="Ink 8235">
                  <a:extLst>
                    <a:ext uri="{FF2B5EF4-FFF2-40B4-BE49-F238E27FC236}">
                      <a16:creationId xmlns:a16="http://schemas.microsoft.com/office/drawing/2014/main" id="{EE4A3345-E48B-481C-ABC5-66B94882B1B1}"/>
                    </a:ext>
                  </a:extLst>
                </p14:cNvPr>
                <p14:cNvContentPartPr/>
                <p14:nvPr/>
              </p14:nvContentPartPr>
              <p14:xfrm>
                <a:off x="3714359" y="6374301"/>
                <a:ext cx="159120" cy="214560"/>
              </p14:xfrm>
            </p:contentPart>
          </mc:Choice>
          <mc:Fallback xmlns="">
            <p:pic>
              <p:nvPicPr>
                <p:cNvPr id="8236" name="Ink 8235">
                  <a:extLst>
                    <a:ext uri="{FF2B5EF4-FFF2-40B4-BE49-F238E27FC236}">
                      <a16:creationId xmlns:a16="http://schemas.microsoft.com/office/drawing/2014/main" id="{EE4A3345-E48B-481C-ABC5-66B94882B1B1}"/>
                    </a:ext>
                  </a:extLst>
                </p:cNvPr>
                <p:cNvPicPr/>
                <p:nvPr/>
              </p:nvPicPr>
              <p:blipFill>
                <a:blip r:embed="rId116"/>
                <a:stretch>
                  <a:fillRect/>
                </a:stretch>
              </p:blipFill>
              <p:spPr>
                <a:xfrm>
                  <a:off x="3705359" y="6365661"/>
                  <a:ext cx="17676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8237" name="Ink 8236">
                  <a:extLst>
                    <a:ext uri="{FF2B5EF4-FFF2-40B4-BE49-F238E27FC236}">
                      <a16:creationId xmlns:a16="http://schemas.microsoft.com/office/drawing/2014/main" id="{F3FB7D6A-A660-4120-BA40-702E6C3EFC7F}"/>
                    </a:ext>
                  </a:extLst>
                </p14:cNvPr>
                <p14:cNvContentPartPr/>
                <p14:nvPr/>
              </p14:nvContentPartPr>
              <p14:xfrm>
                <a:off x="3819839" y="6369261"/>
                <a:ext cx="37440" cy="335160"/>
              </p14:xfrm>
            </p:contentPart>
          </mc:Choice>
          <mc:Fallback xmlns="">
            <p:pic>
              <p:nvPicPr>
                <p:cNvPr id="8237" name="Ink 8236">
                  <a:extLst>
                    <a:ext uri="{FF2B5EF4-FFF2-40B4-BE49-F238E27FC236}">
                      <a16:creationId xmlns:a16="http://schemas.microsoft.com/office/drawing/2014/main" id="{F3FB7D6A-A660-4120-BA40-702E6C3EFC7F}"/>
                    </a:ext>
                  </a:extLst>
                </p:cNvPr>
                <p:cNvPicPr/>
                <p:nvPr/>
              </p:nvPicPr>
              <p:blipFill>
                <a:blip r:embed="rId118"/>
                <a:stretch>
                  <a:fillRect/>
                </a:stretch>
              </p:blipFill>
              <p:spPr>
                <a:xfrm>
                  <a:off x="3810839" y="6360261"/>
                  <a:ext cx="55080" cy="3528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8238" name="Ink 8237">
                  <a:extLst>
                    <a:ext uri="{FF2B5EF4-FFF2-40B4-BE49-F238E27FC236}">
                      <a16:creationId xmlns:a16="http://schemas.microsoft.com/office/drawing/2014/main" id="{E72CCD2C-A1B8-469E-8859-F215D90D1B34}"/>
                    </a:ext>
                  </a:extLst>
                </p14:cNvPr>
                <p14:cNvContentPartPr/>
                <p14:nvPr/>
              </p14:nvContentPartPr>
              <p14:xfrm>
                <a:off x="3905519" y="6387621"/>
                <a:ext cx="148320" cy="303480"/>
              </p14:xfrm>
            </p:contentPart>
          </mc:Choice>
          <mc:Fallback xmlns="">
            <p:pic>
              <p:nvPicPr>
                <p:cNvPr id="8238" name="Ink 8237">
                  <a:extLst>
                    <a:ext uri="{FF2B5EF4-FFF2-40B4-BE49-F238E27FC236}">
                      <a16:creationId xmlns:a16="http://schemas.microsoft.com/office/drawing/2014/main" id="{E72CCD2C-A1B8-469E-8859-F215D90D1B34}"/>
                    </a:ext>
                  </a:extLst>
                </p:cNvPr>
                <p:cNvPicPr/>
                <p:nvPr/>
              </p:nvPicPr>
              <p:blipFill>
                <a:blip r:embed="rId120"/>
                <a:stretch>
                  <a:fillRect/>
                </a:stretch>
              </p:blipFill>
              <p:spPr>
                <a:xfrm>
                  <a:off x="3896519" y="6378621"/>
                  <a:ext cx="16596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8239" name="Ink 8238">
                  <a:extLst>
                    <a:ext uri="{FF2B5EF4-FFF2-40B4-BE49-F238E27FC236}">
                      <a16:creationId xmlns:a16="http://schemas.microsoft.com/office/drawing/2014/main" id="{DDA01140-2C6C-457A-A1BB-A5BB58A474C8}"/>
                    </a:ext>
                  </a:extLst>
                </p14:cNvPr>
                <p14:cNvContentPartPr/>
                <p14:nvPr/>
              </p14:nvContentPartPr>
              <p14:xfrm>
                <a:off x="4100999" y="6400221"/>
                <a:ext cx="167760" cy="333000"/>
              </p14:xfrm>
            </p:contentPart>
          </mc:Choice>
          <mc:Fallback xmlns="">
            <p:pic>
              <p:nvPicPr>
                <p:cNvPr id="8239" name="Ink 8238">
                  <a:extLst>
                    <a:ext uri="{FF2B5EF4-FFF2-40B4-BE49-F238E27FC236}">
                      <a16:creationId xmlns:a16="http://schemas.microsoft.com/office/drawing/2014/main" id="{DDA01140-2C6C-457A-A1BB-A5BB58A474C8}"/>
                    </a:ext>
                  </a:extLst>
                </p:cNvPr>
                <p:cNvPicPr/>
                <p:nvPr/>
              </p:nvPicPr>
              <p:blipFill>
                <a:blip r:embed="rId122"/>
                <a:stretch>
                  <a:fillRect/>
                </a:stretch>
              </p:blipFill>
              <p:spPr>
                <a:xfrm>
                  <a:off x="4091999" y="6391581"/>
                  <a:ext cx="185400" cy="350640"/>
                </a:xfrm>
                <a:prstGeom prst="rect">
                  <a:avLst/>
                </a:prstGeom>
              </p:spPr>
            </p:pic>
          </mc:Fallback>
        </mc:AlternateContent>
      </p:grpSp>
      <p:grpSp>
        <p:nvGrpSpPr>
          <p:cNvPr id="8259" name="Group 8258">
            <a:extLst>
              <a:ext uri="{FF2B5EF4-FFF2-40B4-BE49-F238E27FC236}">
                <a16:creationId xmlns:a16="http://schemas.microsoft.com/office/drawing/2014/main" id="{0055A2AF-2780-4D41-B436-3D2C39ACC08B}"/>
              </a:ext>
            </a:extLst>
          </p:cNvPr>
          <p:cNvGrpSpPr/>
          <p:nvPr/>
        </p:nvGrpSpPr>
        <p:grpSpPr>
          <a:xfrm>
            <a:off x="4381079" y="6474741"/>
            <a:ext cx="476280" cy="343440"/>
            <a:chOff x="4381079" y="6474741"/>
            <a:chExt cx="476280" cy="343440"/>
          </a:xfrm>
        </p:grpSpPr>
        <mc:AlternateContent xmlns:mc="http://schemas.openxmlformats.org/markup-compatibility/2006" xmlns:p14="http://schemas.microsoft.com/office/powerpoint/2010/main">
          <mc:Choice Requires="p14">
            <p:contentPart p14:bwMode="auto" r:id="rId123">
              <p14:nvContentPartPr>
                <p14:cNvPr id="8252" name="Ink 8251">
                  <a:extLst>
                    <a:ext uri="{FF2B5EF4-FFF2-40B4-BE49-F238E27FC236}">
                      <a16:creationId xmlns:a16="http://schemas.microsoft.com/office/drawing/2014/main" id="{F9E2D051-9D4B-464C-ABDD-8FBE7ACD387D}"/>
                    </a:ext>
                  </a:extLst>
                </p14:cNvPr>
                <p14:cNvContentPartPr/>
                <p14:nvPr/>
              </p14:nvContentPartPr>
              <p14:xfrm>
                <a:off x="4381079" y="6547101"/>
                <a:ext cx="111240" cy="243000"/>
              </p14:xfrm>
            </p:contentPart>
          </mc:Choice>
          <mc:Fallback xmlns="">
            <p:pic>
              <p:nvPicPr>
                <p:cNvPr id="8252" name="Ink 8251">
                  <a:extLst>
                    <a:ext uri="{FF2B5EF4-FFF2-40B4-BE49-F238E27FC236}">
                      <a16:creationId xmlns:a16="http://schemas.microsoft.com/office/drawing/2014/main" id="{F9E2D051-9D4B-464C-ABDD-8FBE7ACD387D}"/>
                    </a:ext>
                  </a:extLst>
                </p:cNvPr>
                <p:cNvPicPr/>
                <p:nvPr/>
              </p:nvPicPr>
              <p:blipFill>
                <a:blip r:embed="rId124"/>
                <a:stretch>
                  <a:fillRect/>
                </a:stretch>
              </p:blipFill>
              <p:spPr>
                <a:xfrm>
                  <a:off x="4372079" y="6538461"/>
                  <a:ext cx="12888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8253" name="Ink 8252">
                  <a:extLst>
                    <a:ext uri="{FF2B5EF4-FFF2-40B4-BE49-F238E27FC236}">
                      <a16:creationId xmlns:a16="http://schemas.microsoft.com/office/drawing/2014/main" id="{B3627912-7F99-436F-A0C4-DCA1AC2CEC57}"/>
                    </a:ext>
                  </a:extLst>
                </p14:cNvPr>
                <p14:cNvContentPartPr/>
                <p14:nvPr/>
              </p14:nvContentPartPr>
              <p14:xfrm>
                <a:off x="4535159" y="6571581"/>
                <a:ext cx="85680" cy="219600"/>
              </p14:xfrm>
            </p:contentPart>
          </mc:Choice>
          <mc:Fallback xmlns="">
            <p:pic>
              <p:nvPicPr>
                <p:cNvPr id="8253" name="Ink 8252">
                  <a:extLst>
                    <a:ext uri="{FF2B5EF4-FFF2-40B4-BE49-F238E27FC236}">
                      <a16:creationId xmlns:a16="http://schemas.microsoft.com/office/drawing/2014/main" id="{B3627912-7F99-436F-A0C4-DCA1AC2CEC57}"/>
                    </a:ext>
                  </a:extLst>
                </p:cNvPr>
                <p:cNvPicPr/>
                <p:nvPr/>
              </p:nvPicPr>
              <p:blipFill>
                <a:blip r:embed="rId126"/>
                <a:stretch>
                  <a:fillRect/>
                </a:stretch>
              </p:blipFill>
              <p:spPr>
                <a:xfrm>
                  <a:off x="4526159" y="6562941"/>
                  <a:ext cx="10332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8254" name="Ink 8253">
                  <a:extLst>
                    <a:ext uri="{FF2B5EF4-FFF2-40B4-BE49-F238E27FC236}">
                      <a16:creationId xmlns:a16="http://schemas.microsoft.com/office/drawing/2014/main" id="{D621A165-CBA9-4FEA-B9D3-6C57C5F6DC2F}"/>
                    </a:ext>
                  </a:extLst>
                </p14:cNvPr>
                <p14:cNvContentPartPr/>
                <p14:nvPr/>
              </p14:nvContentPartPr>
              <p14:xfrm>
                <a:off x="4653239" y="6591021"/>
                <a:ext cx="25920" cy="227160"/>
              </p14:xfrm>
            </p:contentPart>
          </mc:Choice>
          <mc:Fallback xmlns="">
            <p:pic>
              <p:nvPicPr>
                <p:cNvPr id="8254" name="Ink 8253">
                  <a:extLst>
                    <a:ext uri="{FF2B5EF4-FFF2-40B4-BE49-F238E27FC236}">
                      <a16:creationId xmlns:a16="http://schemas.microsoft.com/office/drawing/2014/main" id="{D621A165-CBA9-4FEA-B9D3-6C57C5F6DC2F}"/>
                    </a:ext>
                  </a:extLst>
                </p:cNvPr>
                <p:cNvPicPr/>
                <p:nvPr/>
              </p:nvPicPr>
              <p:blipFill>
                <a:blip r:embed="rId128"/>
                <a:stretch>
                  <a:fillRect/>
                </a:stretch>
              </p:blipFill>
              <p:spPr>
                <a:xfrm>
                  <a:off x="4644239" y="6582021"/>
                  <a:ext cx="4356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8255" name="Ink 8254">
                  <a:extLst>
                    <a:ext uri="{FF2B5EF4-FFF2-40B4-BE49-F238E27FC236}">
                      <a16:creationId xmlns:a16="http://schemas.microsoft.com/office/drawing/2014/main" id="{FE0347C8-6219-44BE-B6D9-2C17C7BC6608}"/>
                    </a:ext>
                  </a:extLst>
                </p14:cNvPr>
                <p14:cNvContentPartPr/>
                <p14:nvPr/>
              </p14:nvContentPartPr>
              <p14:xfrm>
                <a:off x="4727399" y="6474741"/>
                <a:ext cx="28440" cy="341640"/>
              </p14:xfrm>
            </p:contentPart>
          </mc:Choice>
          <mc:Fallback xmlns="">
            <p:pic>
              <p:nvPicPr>
                <p:cNvPr id="8255" name="Ink 8254">
                  <a:extLst>
                    <a:ext uri="{FF2B5EF4-FFF2-40B4-BE49-F238E27FC236}">
                      <a16:creationId xmlns:a16="http://schemas.microsoft.com/office/drawing/2014/main" id="{FE0347C8-6219-44BE-B6D9-2C17C7BC6608}"/>
                    </a:ext>
                  </a:extLst>
                </p:cNvPr>
                <p:cNvPicPr/>
                <p:nvPr/>
              </p:nvPicPr>
              <p:blipFill>
                <a:blip r:embed="rId130"/>
                <a:stretch>
                  <a:fillRect/>
                </a:stretch>
              </p:blipFill>
              <p:spPr>
                <a:xfrm>
                  <a:off x="4718399" y="6465741"/>
                  <a:ext cx="46080" cy="35928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8256" name="Ink 8255">
                  <a:extLst>
                    <a:ext uri="{FF2B5EF4-FFF2-40B4-BE49-F238E27FC236}">
                      <a16:creationId xmlns:a16="http://schemas.microsoft.com/office/drawing/2014/main" id="{3946604A-A397-49D1-92E0-A7A8791187C8}"/>
                    </a:ext>
                  </a:extLst>
                </p14:cNvPr>
                <p14:cNvContentPartPr/>
                <p14:nvPr/>
              </p14:nvContentPartPr>
              <p14:xfrm>
                <a:off x="4699679" y="6614421"/>
                <a:ext cx="74160" cy="61920"/>
              </p14:xfrm>
            </p:contentPart>
          </mc:Choice>
          <mc:Fallback xmlns="">
            <p:pic>
              <p:nvPicPr>
                <p:cNvPr id="8256" name="Ink 8255">
                  <a:extLst>
                    <a:ext uri="{FF2B5EF4-FFF2-40B4-BE49-F238E27FC236}">
                      <a16:creationId xmlns:a16="http://schemas.microsoft.com/office/drawing/2014/main" id="{3946604A-A397-49D1-92E0-A7A8791187C8}"/>
                    </a:ext>
                  </a:extLst>
                </p:cNvPr>
                <p:cNvPicPr/>
                <p:nvPr/>
              </p:nvPicPr>
              <p:blipFill>
                <a:blip r:embed="rId132"/>
                <a:stretch>
                  <a:fillRect/>
                </a:stretch>
              </p:blipFill>
              <p:spPr>
                <a:xfrm>
                  <a:off x="4691039" y="6605781"/>
                  <a:ext cx="918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8257" name="Ink 8256">
                  <a:extLst>
                    <a:ext uri="{FF2B5EF4-FFF2-40B4-BE49-F238E27FC236}">
                      <a16:creationId xmlns:a16="http://schemas.microsoft.com/office/drawing/2014/main" id="{294444B5-DE6B-4D44-BCDD-C1B02B194AA9}"/>
                    </a:ext>
                  </a:extLst>
                </p14:cNvPr>
                <p14:cNvContentPartPr/>
                <p14:nvPr/>
              </p14:nvContentPartPr>
              <p14:xfrm>
                <a:off x="4802999" y="6609021"/>
                <a:ext cx="54360" cy="180720"/>
              </p14:xfrm>
            </p:contentPart>
          </mc:Choice>
          <mc:Fallback xmlns="">
            <p:pic>
              <p:nvPicPr>
                <p:cNvPr id="8257" name="Ink 8256">
                  <a:extLst>
                    <a:ext uri="{FF2B5EF4-FFF2-40B4-BE49-F238E27FC236}">
                      <a16:creationId xmlns:a16="http://schemas.microsoft.com/office/drawing/2014/main" id="{294444B5-DE6B-4D44-BCDD-C1B02B194AA9}"/>
                    </a:ext>
                  </a:extLst>
                </p:cNvPr>
                <p:cNvPicPr/>
                <p:nvPr/>
              </p:nvPicPr>
              <p:blipFill>
                <a:blip r:embed="rId134"/>
                <a:stretch>
                  <a:fillRect/>
                </a:stretch>
              </p:blipFill>
              <p:spPr>
                <a:xfrm>
                  <a:off x="4793999" y="6600021"/>
                  <a:ext cx="7200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8258" name="Ink 8257">
                  <a:extLst>
                    <a:ext uri="{FF2B5EF4-FFF2-40B4-BE49-F238E27FC236}">
                      <a16:creationId xmlns:a16="http://schemas.microsoft.com/office/drawing/2014/main" id="{5FBF13A3-E3A2-431A-82E8-6F31B57B648A}"/>
                    </a:ext>
                  </a:extLst>
                </p14:cNvPr>
                <p14:cNvContentPartPr/>
                <p14:nvPr/>
              </p14:nvContentPartPr>
              <p14:xfrm>
                <a:off x="4672679" y="6548181"/>
                <a:ext cx="360" cy="360"/>
              </p14:xfrm>
            </p:contentPart>
          </mc:Choice>
          <mc:Fallback xmlns="">
            <p:pic>
              <p:nvPicPr>
                <p:cNvPr id="8258" name="Ink 8257">
                  <a:extLst>
                    <a:ext uri="{FF2B5EF4-FFF2-40B4-BE49-F238E27FC236}">
                      <a16:creationId xmlns:a16="http://schemas.microsoft.com/office/drawing/2014/main" id="{5FBF13A3-E3A2-431A-82E8-6F31B57B648A}"/>
                    </a:ext>
                  </a:extLst>
                </p:cNvPr>
                <p:cNvPicPr/>
                <p:nvPr/>
              </p:nvPicPr>
              <p:blipFill>
                <a:blip r:embed="rId5"/>
                <a:stretch>
                  <a:fillRect/>
                </a:stretch>
              </p:blipFill>
              <p:spPr>
                <a:xfrm>
                  <a:off x="4664039" y="6539541"/>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6">
            <p14:nvContentPartPr>
              <p14:cNvPr id="8260" name="Ink 8259">
                <a:extLst>
                  <a:ext uri="{FF2B5EF4-FFF2-40B4-BE49-F238E27FC236}">
                    <a16:creationId xmlns:a16="http://schemas.microsoft.com/office/drawing/2014/main" id="{60C27791-EC36-4C42-A6EF-5D0ACD86C7B2}"/>
                  </a:ext>
                </a:extLst>
              </p14:cNvPr>
              <p14:cNvContentPartPr/>
              <p14:nvPr/>
            </p14:nvContentPartPr>
            <p14:xfrm>
              <a:off x="4919639" y="6358101"/>
              <a:ext cx="90720" cy="140400"/>
            </p14:xfrm>
          </p:contentPart>
        </mc:Choice>
        <mc:Fallback xmlns="">
          <p:pic>
            <p:nvPicPr>
              <p:cNvPr id="8260" name="Ink 8259">
                <a:extLst>
                  <a:ext uri="{FF2B5EF4-FFF2-40B4-BE49-F238E27FC236}">
                    <a16:creationId xmlns:a16="http://schemas.microsoft.com/office/drawing/2014/main" id="{60C27791-EC36-4C42-A6EF-5D0ACD86C7B2}"/>
                  </a:ext>
                </a:extLst>
              </p:cNvPr>
              <p:cNvPicPr/>
              <p:nvPr/>
            </p:nvPicPr>
            <p:blipFill>
              <a:blip r:embed="rId137"/>
              <a:stretch>
                <a:fillRect/>
              </a:stretch>
            </p:blipFill>
            <p:spPr>
              <a:xfrm>
                <a:off x="4910999" y="6349461"/>
                <a:ext cx="108360" cy="158040"/>
              </a:xfrm>
              <a:prstGeom prst="rect">
                <a:avLst/>
              </a:prstGeom>
            </p:spPr>
          </p:pic>
        </mc:Fallback>
      </mc:AlternateContent>
      <p:grpSp>
        <p:nvGrpSpPr>
          <p:cNvPr id="8282" name="Group 8281">
            <a:extLst>
              <a:ext uri="{FF2B5EF4-FFF2-40B4-BE49-F238E27FC236}">
                <a16:creationId xmlns:a16="http://schemas.microsoft.com/office/drawing/2014/main" id="{A2E7F225-79DC-4865-9B41-70C7B620E419}"/>
              </a:ext>
            </a:extLst>
          </p:cNvPr>
          <p:cNvGrpSpPr/>
          <p:nvPr/>
        </p:nvGrpSpPr>
        <p:grpSpPr>
          <a:xfrm>
            <a:off x="7320381" y="4360461"/>
            <a:ext cx="1635120" cy="486720"/>
            <a:chOff x="7320381" y="4360461"/>
            <a:chExt cx="1635120" cy="486720"/>
          </a:xfrm>
        </p:grpSpPr>
        <mc:AlternateContent xmlns:mc="http://schemas.openxmlformats.org/markup-compatibility/2006" xmlns:p14="http://schemas.microsoft.com/office/powerpoint/2010/main">
          <mc:Choice Requires="p14">
            <p:contentPart p14:bwMode="auto" r:id="rId138">
              <p14:nvContentPartPr>
                <p14:cNvPr id="8261" name="Ink 8260">
                  <a:extLst>
                    <a:ext uri="{FF2B5EF4-FFF2-40B4-BE49-F238E27FC236}">
                      <a16:creationId xmlns:a16="http://schemas.microsoft.com/office/drawing/2014/main" id="{63AD6233-9069-4BE8-A8A7-5D0089984611}"/>
                    </a:ext>
                  </a:extLst>
                </p14:cNvPr>
                <p14:cNvContentPartPr/>
                <p14:nvPr/>
              </p14:nvContentPartPr>
              <p14:xfrm>
                <a:off x="7320381" y="4380981"/>
                <a:ext cx="181800" cy="466200"/>
              </p14:xfrm>
            </p:contentPart>
          </mc:Choice>
          <mc:Fallback xmlns="">
            <p:pic>
              <p:nvPicPr>
                <p:cNvPr id="8261" name="Ink 8260">
                  <a:extLst>
                    <a:ext uri="{FF2B5EF4-FFF2-40B4-BE49-F238E27FC236}">
                      <a16:creationId xmlns:a16="http://schemas.microsoft.com/office/drawing/2014/main" id="{63AD6233-9069-4BE8-A8A7-5D0089984611}"/>
                    </a:ext>
                  </a:extLst>
                </p:cNvPr>
                <p:cNvPicPr/>
                <p:nvPr/>
              </p:nvPicPr>
              <p:blipFill>
                <a:blip r:embed="rId139"/>
                <a:stretch>
                  <a:fillRect/>
                </a:stretch>
              </p:blipFill>
              <p:spPr>
                <a:xfrm>
                  <a:off x="7311381" y="4371981"/>
                  <a:ext cx="199440" cy="4838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262" name="Ink 8261">
                  <a:extLst>
                    <a:ext uri="{FF2B5EF4-FFF2-40B4-BE49-F238E27FC236}">
                      <a16:creationId xmlns:a16="http://schemas.microsoft.com/office/drawing/2014/main" id="{5A7611D0-969B-4A0E-93D4-A85AFDCD0946}"/>
                    </a:ext>
                  </a:extLst>
                </p14:cNvPr>
                <p14:cNvContentPartPr/>
                <p14:nvPr/>
              </p14:nvContentPartPr>
              <p14:xfrm>
                <a:off x="7534941" y="4543701"/>
                <a:ext cx="190800" cy="55800"/>
              </p14:xfrm>
            </p:contentPart>
          </mc:Choice>
          <mc:Fallback xmlns="">
            <p:pic>
              <p:nvPicPr>
                <p:cNvPr id="8262" name="Ink 8261">
                  <a:extLst>
                    <a:ext uri="{FF2B5EF4-FFF2-40B4-BE49-F238E27FC236}">
                      <a16:creationId xmlns:a16="http://schemas.microsoft.com/office/drawing/2014/main" id="{5A7611D0-969B-4A0E-93D4-A85AFDCD0946}"/>
                    </a:ext>
                  </a:extLst>
                </p:cNvPr>
                <p:cNvPicPr/>
                <p:nvPr/>
              </p:nvPicPr>
              <p:blipFill>
                <a:blip r:embed="rId141"/>
                <a:stretch>
                  <a:fillRect/>
                </a:stretch>
              </p:blipFill>
              <p:spPr>
                <a:xfrm>
                  <a:off x="7526301" y="4534701"/>
                  <a:ext cx="20844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263" name="Ink 8262">
                  <a:extLst>
                    <a:ext uri="{FF2B5EF4-FFF2-40B4-BE49-F238E27FC236}">
                      <a16:creationId xmlns:a16="http://schemas.microsoft.com/office/drawing/2014/main" id="{0C151BC6-5D7D-4273-8AF8-F3CC62B98631}"/>
                    </a:ext>
                  </a:extLst>
                </p14:cNvPr>
                <p14:cNvContentPartPr/>
                <p14:nvPr/>
              </p14:nvContentPartPr>
              <p14:xfrm>
                <a:off x="7564101" y="4622901"/>
                <a:ext cx="146520" cy="29880"/>
              </p14:xfrm>
            </p:contentPart>
          </mc:Choice>
          <mc:Fallback xmlns="">
            <p:pic>
              <p:nvPicPr>
                <p:cNvPr id="8263" name="Ink 8262">
                  <a:extLst>
                    <a:ext uri="{FF2B5EF4-FFF2-40B4-BE49-F238E27FC236}">
                      <a16:creationId xmlns:a16="http://schemas.microsoft.com/office/drawing/2014/main" id="{0C151BC6-5D7D-4273-8AF8-F3CC62B98631}"/>
                    </a:ext>
                  </a:extLst>
                </p:cNvPr>
                <p:cNvPicPr/>
                <p:nvPr/>
              </p:nvPicPr>
              <p:blipFill>
                <a:blip r:embed="rId143"/>
                <a:stretch>
                  <a:fillRect/>
                </a:stretch>
              </p:blipFill>
              <p:spPr>
                <a:xfrm>
                  <a:off x="7555461" y="4614261"/>
                  <a:ext cx="16416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265" name="Ink 8264">
                  <a:extLst>
                    <a:ext uri="{FF2B5EF4-FFF2-40B4-BE49-F238E27FC236}">
                      <a16:creationId xmlns:a16="http://schemas.microsoft.com/office/drawing/2014/main" id="{DF243CE8-9D1D-41B2-871F-073FE7E6D1DF}"/>
                    </a:ext>
                  </a:extLst>
                </p14:cNvPr>
                <p14:cNvContentPartPr/>
                <p14:nvPr/>
              </p14:nvContentPartPr>
              <p14:xfrm>
                <a:off x="7948941" y="4485741"/>
                <a:ext cx="9360" cy="304200"/>
              </p14:xfrm>
            </p:contentPart>
          </mc:Choice>
          <mc:Fallback xmlns="">
            <p:pic>
              <p:nvPicPr>
                <p:cNvPr id="8265" name="Ink 8264">
                  <a:extLst>
                    <a:ext uri="{FF2B5EF4-FFF2-40B4-BE49-F238E27FC236}">
                      <a16:creationId xmlns:a16="http://schemas.microsoft.com/office/drawing/2014/main" id="{DF243CE8-9D1D-41B2-871F-073FE7E6D1DF}"/>
                    </a:ext>
                  </a:extLst>
                </p:cNvPr>
                <p:cNvPicPr/>
                <p:nvPr/>
              </p:nvPicPr>
              <p:blipFill>
                <a:blip r:embed="rId145"/>
                <a:stretch>
                  <a:fillRect/>
                </a:stretch>
              </p:blipFill>
              <p:spPr>
                <a:xfrm>
                  <a:off x="7940301" y="4476741"/>
                  <a:ext cx="2700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266" name="Ink 8265">
                  <a:extLst>
                    <a:ext uri="{FF2B5EF4-FFF2-40B4-BE49-F238E27FC236}">
                      <a16:creationId xmlns:a16="http://schemas.microsoft.com/office/drawing/2014/main" id="{28C61392-2267-4442-8C8F-37D7B2444688}"/>
                    </a:ext>
                  </a:extLst>
                </p14:cNvPr>
                <p14:cNvContentPartPr/>
                <p14:nvPr/>
              </p14:nvContentPartPr>
              <p14:xfrm>
                <a:off x="8048661" y="4540101"/>
                <a:ext cx="5040" cy="270000"/>
              </p14:xfrm>
            </p:contentPart>
          </mc:Choice>
          <mc:Fallback xmlns="">
            <p:pic>
              <p:nvPicPr>
                <p:cNvPr id="8266" name="Ink 8265">
                  <a:extLst>
                    <a:ext uri="{FF2B5EF4-FFF2-40B4-BE49-F238E27FC236}">
                      <a16:creationId xmlns:a16="http://schemas.microsoft.com/office/drawing/2014/main" id="{28C61392-2267-4442-8C8F-37D7B2444688}"/>
                    </a:ext>
                  </a:extLst>
                </p:cNvPr>
                <p:cNvPicPr/>
                <p:nvPr/>
              </p:nvPicPr>
              <p:blipFill>
                <a:blip r:embed="rId147"/>
                <a:stretch>
                  <a:fillRect/>
                </a:stretch>
              </p:blipFill>
              <p:spPr>
                <a:xfrm>
                  <a:off x="8040021" y="4531461"/>
                  <a:ext cx="2268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267" name="Ink 8266">
                  <a:extLst>
                    <a:ext uri="{FF2B5EF4-FFF2-40B4-BE49-F238E27FC236}">
                      <a16:creationId xmlns:a16="http://schemas.microsoft.com/office/drawing/2014/main" id="{6D3E8ABB-BB39-4D51-9625-96574B64B9F2}"/>
                    </a:ext>
                  </a:extLst>
                </p14:cNvPr>
                <p14:cNvContentPartPr/>
                <p14:nvPr/>
              </p14:nvContentPartPr>
              <p14:xfrm>
                <a:off x="7849941" y="4444341"/>
                <a:ext cx="304920" cy="140040"/>
              </p14:xfrm>
            </p:contentPart>
          </mc:Choice>
          <mc:Fallback xmlns="">
            <p:pic>
              <p:nvPicPr>
                <p:cNvPr id="8267" name="Ink 8266">
                  <a:extLst>
                    <a:ext uri="{FF2B5EF4-FFF2-40B4-BE49-F238E27FC236}">
                      <a16:creationId xmlns:a16="http://schemas.microsoft.com/office/drawing/2014/main" id="{6D3E8ABB-BB39-4D51-9625-96574B64B9F2}"/>
                    </a:ext>
                  </a:extLst>
                </p:cNvPr>
                <p:cNvPicPr/>
                <p:nvPr/>
              </p:nvPicPr>
              <p:blipFill>
                <a:blip r:embed="rId149"/>
                <a:stretch>
                  <a:fillRect/>
                </a:stretch>
              </p:blipFill>
              <p:spPr>
                <a:xfrm>
                  <a:off x="7840941" y="4435341"/>
                  <a:ext cx="32256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268" name="Ink 8267">
                  <a:extLst>
                    <a:ext uri="{FF2B5EF4-FFF2-40B4-BE49-F238E27FC236}">
                      <a16:creationId xmlns:a16="http://schemas.microsoft.com/office/drawing/2014/main" id="{572BC563-65BA-4292-A9FC-491D6A493D07}"/>
                    </a:ext>
                  </a:extLst>
                </p14:cNvPr>
                <p14:cNvContentPartPr/>
                <p14:nvPr/>
              </p14:nvContentPartPr>
              <p14:xfrm>
                <a:off x="8163861" y="4603461"/>
                <a:ext cx="113760" cy="161280"/>
              </p14:xfrm>
            </p:contentPart>
          </mc:Choice>
          <mc:Fallback xmlns="">
            <p:pic>
              <p:nvPicPr>
                <p:cNvPr id="8268" name="Ink 8267">
                  <a:extLst>
                    <a:ext uri="{FF2B5EF4-FFF2-40B4-BE49-F238E27FC236}">
                      <a16:creationId xmlns:a16="http://schemas.microsoft.com/office/drawing/2014/main" id="{572BC563-65BA-4292-A9FC-491D6A493D07}"/>
                    </a:ext>
                  </a:extLst>
                </p:cNvPr>
                <p:cNvPicPr/>
                <p:nvPr/>
              </p:nvPicPr>
              <p:blipFill>
                <a:blip r:embed="rId151"/>
                <a:stretch>
                  <a:fillRect/>
                </a:stretch>
              </p:blipFill>
              <p:spPr>
                <a:xfrm>
                  <a:off x="8154861" y="4594821"/>
                  <a:ext cx="13140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8269" name="Ink 8268">
                  <a:extLst>
                    <a:ext uri="{FF2B5EF4-FFF2-40B4-BE49-F238E27FC236}">
                      <a16:creationId xmlns:a16="http://schemas.microsoft.com/office/drawing/2014/main" id="{ED292BD2-B09B-4E1E-BED5-F0C02B857C8A}"/>
                    </a:ext>
                  </a:extLst>
                </p14:cNvPr>
                <p14:cNvContentPartPr/>
                <p14:nvPr/>
              </p14:nvContentPartPr>
              <p14:xfrm>
                <a:off x="8356821" y="4418061"/>
                <a:ext cx="92520" cy="118080"/>
              </p14:xfrm>
            </p:contentPart>
          </mc:Choice>
          <mc:Fallback xmlns="">
            <p:pic>
              <p:nvPicPr>
                <p:cNvPr id="8269" name="Ink 8268">
                  <a:extLst>
                    <a:ext uri="{FF2B5EF4-FFF2-40B4-BE49-F238E27FC236}">
                      <a16:creationId xmlns:a16="http://schemas.microsoft.com/office/drawing/2014/main" id="{ED292BD2-B09B-4E1E-BED5-F0C02B857C8A}"/>
                    </a:ext>
                  </a:extLst>
                </p:cNvPr>
                <p:cNvPicPr/>
                <p:nvPr/>
              </p:nvPicPr>
              <p:blipFill>
                <a:blip r:embed="rId153"/>
                <a:stretch>
                  <a:fillRect/>
                </a:stretch>
              </p:blipFill>
              <p:spPr>
                <a:xfrm>
                  <a:off x="8347821" y="4409421"/>
                  <a:ext cx="11016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270" name="Ink 8269">
                  <a:extLst>
                    <a:ext uri="{FF2B5EF4-FFF2-40B4-BE49-F238E27FC236}">
                      <a16:creationId xmlns:a16="http://schemas.microsoft.com/office/drawing/2014/main" id="{B66FECED-E6EC-443E-9AE3-D6038D35F565}"/>
                    </a:ext>
                  </a:extLst>
                </p14:cNvPr>
                <p14:cNvContentPartPr/>
                <p14:nvPr/>
              </p14:nvContentPartPr>
              <p14:xfrm>
                <a:off x="8324061" y="4360461"/>
                <a:ext cx="106200" cy="78840"/>
              </p14:xfrm>
            </p:contentPart>
          </mc:Choice>
          <mc:Fallback xmlns="">
            <p:pic>
              <p:nvPicPr>
                <p:cNvPr id="8270" name="Ink 8269">
                  <a:extLst>
                    <a:ext uri="{FF2B5EF4-FFF2-40B4-BE49-F238E27FC236}">
                      <a16:creationId xmlns:a16="http://schemas.microsoft.com/office/drawing/2014/main" id="{B66FECED-E6EC-443E-9AE3-D6038D35F565}"/>
                    </a:ext>
                  </a:extLst>
                </p:cNvPr>
                <p:cNvPicPr/>
                <p:nvPr/>
              </p:nvPicPr>
              <p:blipFill>
                <a:blip r:embed="rId155"/>
                <a:stretch>
                  <a:fillRect/>
                </a:stretch>
              </p:blipFill>
              <p:spPr>
                <a:xfrm>
                  <a:off x="8315421" y="4351821"/>
                  <a:ext cx="12384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8271" name="Ink 8270">
                  <a:extLst>
                    <a:ext uri="{FF2B5EF4-FFF2-40B4-BE49-F238E27FC236}">
                      <a16:creationId xmlns:a16="http://schemas.microsoft.com/office/drawing/2014/main" id="{6DF9A91D-D7CC-47DD-8741-7A2DCB17045A}"/>
                    </a:ext>
                  </a:extLst>
                </p14:cNvPr>
                <p14:cNvContentPartPr/>
                <p14:nvPr/>
              </p14:nvContentPartPr>
              <p14:xfrm>
                <a:off x="8541861" y="4580781"/>
                <a:ext cx="109440" cy="117720"/>
              </p14:xfrm>
            </p:contentPart>
          </mc:Choice>
          <mc:Fallback xmlns="">
            <p:pic>
              <p:nvPicPr>
                <p:cNvPr id="8271" name="Ink 8270">
                  <a:extLst>
                    <a:ext uri="{FF2B5EF4-FFF2-40B4-BE49-F238E27FC236}">
                      <a16:creationId xmlns:a16="http://schemas.microsoft.com/office/drawing/2014/main" id="{6DF9A91D-D7CC-47DD-8741-7A2DCB17045A}"/>
                    </a:ext>
                  </a:extLst>
                </p:cNvPr>
                <p:cNvPicPr/>
                <p:nvPr/>
              </p:nvPicPr>
              <p:blipFill>
                <a:blip r:embed="rId157"/>
                <a:stretch>
                  <a:fillRect/>
                </a:stretch>
              </p:blipFill>
              <p:spPr>
                <a:xfrm>
                  <a:off x="8532861" y="4572141"/>
                  <a:ext cx="12708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8272" name="Ink 8271">
                  <a:extLst>
                    <a:ext uri="{FF2B5EF4-FFF2-40B4-BE49-F238E27FC236}">
                      <a16:creationId xmlns:a16="http://schemas.microsoft.com/office/drawing/2014/main" id="{0672FE4A-6E53-4823-911B-95CB74FDC6FA}"/>
                    </a:ext>
                  </a:extLst>
                </p14:cNvPr>
                <p14:cNvContentPartPr/>
                <p14:nvPr/>
              </p14:nvContentPartPr>
              <p14:xfrm>
                <a:off x="8522061" y="4581501"/>
                <a:ext cx="125280" cy="102960"/>
              </p14:xfrm>
            </p:contentPart>
          </mc:Choice>
          <mc:Fallback xmlns="">
            <p:pic>
              <p:nvPicPr>
                <p:cNvPr id="8272" name="Ink 8271">
                  <a:extLst>
                    <a:ext uri="{FF2B5EF4-FFF2-40B4-BE49-F238E27FC236}">
                      <a16:creationId xmlns:a16="http://schemas.microsoft.com/office/drawing/2014/main" id="{0672FE4A-6E53-4823-911B-95CB74FDC6FA}"/>
                    </a:ext>
                  </a:extLst>
                </p:cNvPr>
                <p:cNvPicPr/>
                <p:nvPr/>
              </p:nvPicPr>
              <p:blipFill>
                <a:blip r:embed="rId159"/>
                <a:stretch>
                  <a:fillRect/>
                </a:stretch>
              </p:blipFill>
              <p:spPr>
                <a:xfrm>
                  <a:off x="8513421" y="4572861"/>
                  <a:ext cx="14292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8273" name="Ink 8272">
                  <a:extLst>
                    <a:ext uri="{FF2B5EF4-FFF2-40B4-BE49-F238E27FC236}">
                      <a16:creationId xmlns:a16="http://schemas.microsoft.com/office/drawing/2014/main" id="{675BECF5-11F4-4EEA-A5C8-64512984A85D}"/>
                    </a:ext>
                  </a:extLst>
                </p14:cNvPr>
                <p14:cNvContentPartPr/>
                <p14:nvPr/>
              </p14:nvContentPartPr>
              <p14:xfrm>
                <a:off x="8765781" y="4420221"/>
                <a:ext cx="189720" cy="307440"/>
              </p14:xfrm>
            </p:contentPart>
          </mc:Choice>
          <mc:Fallback xmlns="">
            <p:pic>
              <p:nvPicPr>
                <p:cNvPr id="8273" name="Ink 8272">
                  <a:extLst>
                    <a:ext uri="{FF2B5EF4-FFF2-40B4-BE49-F238E27FC236}">
                      <a16:creationId xmlns:a16="http://schemas.microsoft.com/office/drawing/2014/main" id="{675BECF5-11F4-4EEA-A5C8-64512984A85D}"/>
                    </a:ext>
                  </a:extLst>
                </p:cNvPr>
                <p:cNvPicPr/>
                <p:nvPr/>
              </p:nvPicPr>
              <p:blipFill>
                <a:blip r:embed="rId161"/>
                <a:stretch>
                  <a:fillRect/>
                </a:stretch>
              </p:blipFill>
              <p:spPr>
                <a:xfrm>
                  <a:off x="8757141" y="4411221"/>
                  <a:ext cx="207360" cy="325080"/>
                </a:xfrm>
                <a:prstGeom prst="rect">
                  <a:avLst/>
                </a:prstGeom>
              </p:spPr>
            </p:pic>
          </mc:Fallback>
        </mc:AlternateContent>
      </p:grpSp>
      <p:grpSp>
        <p:nvGrpSpPr>
          <p:cNvPr id="8288" name="Group 8287">
            <a:extLst>
              <a:ext uri="{FF2B5EF4-FFF2-40B4-BE49-F238E27FC236}">
                <a16:creationId xmlns:a16="http://schemas.microsoft.com/office/drawing/2014/main" id="{DBC235A9-FD51-419A-BA45-0EDC6D77F297}"/>
              </a:ext>
            </a:extLst>
          </p:cNvPr>
          <p:cNvGrpSpPr/>
          <p:nvPr/>
        </p:nvGrpSpPr>
        <p:grpSpPr>
          <a:xfrm>
            <a:off x="7550781" y="4993439"/>
            <a:ext cx="1531088" cy="405000"/>
            <a:chOff x="7550781" y="4993439"/>
            <a:chExt cx="1531088" cy="405000"/>
          </a:xfrm>
        </p:grpSpPr>
        <mc:AlternateContent xmlns:mc="http://schemas.openxmlformats.org/markup-compatibility/2006" xmlns:p14="http://schemas.microsoft.com/office/powerpoint/2010/main">
          <mc:Choice Requires="p14">
            <p:contentPart p14:bwMode="auto" r:id="rId162">
              <p14:nvContentPartPr>
                <p14:cNvPr id="8274" name="Ink 8273">
                  <a:extLst>
                    <a:ext uri="{FF2B5EF4-FFF2-40B4-BE49-F238E27FC236}">
                      <a16:creationId xmlns:a16="http://schemas.microsoft.com/office/drawing/2014/main" id="{8F96C714-403D-48C2-99EA-9AE60E4030B3}"/>
                    </a:ext>
                  </a:extLst>
                </p14:cNvPr>
                <p14:cNvContentPartPr/>
                <p14:nvPr/>
              </p14:nvContentPartPr>
              <p14:xfrm>
                <a:off x="7556181" y="5172261"/>
                <a:ext cx="165960" cy="14400"/>
              </p14:xfrm>
            </p:contentPart>
          </mc:Choice>
          <mc:Fallback xmlns="">
            <p:pic>
              <p:nvPicPr>
                <p:cNvPr id="8274" name="Ink 8273">
                  <a:extLst>
                    <a:ext uri="{FF2B5EF4-FFF2-40B4-BE49-F238E27FC236}">
                      <a16:creationId xmlns:a16="http://schemas.microsoft.com/office/drawing/2014/main" id="{8F96C714-403D-48C2-99EA-9AE60E4030B3}"/>
                    </a:ext>
                  </a:extLst>
                </p:cNvPr>
                <p:cNvPicPr/>
                <p:nvPr/>
              </p:nvPicPr>
              <p:blipFill>
                <a:blip r:embed="rId163"/>
                <a:stretch>
                  <a:fillRect/>
                </a:stretch>
              </p:blipFill>
              <p:spPr>
                <a:xfrm>
                  <a:off x="7547181" y="5163621"/>
                  <a:ext cx="1836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8275" name="Ink 8274">
                  <a:extLst>
                    <a:ext uri="{FF2B5EF4-FFF2-40B4-BE49-F238E27FC236}">
                      <a16:creationId xmlns:a16="http://schemas.microsoft.com/office/drawing/2014/main" id="{964F99A9-A115-4906-BBEE-C21A1D518B5F}"/>
                    </a:ext>
                  </a:extLst>
                </p14:cNvPr>
                <p14:cNvContentPartPr/>
                <p14:nvPr/>
              </p14:nvContentPartPr>
              <p14:xfrm>
                <a:off x="7550781" y="5261901"/>
                <a:ext cx="181800" cy="27720"/>
              </p14:xfrm>
            </p:contentPart>
          </mc:Choice>
          <mc:Fallback xmlns="">
            <p:pic>
              <p:nvPicPr>
                <p:cNvPr id="8275" name="Ink 8274">
                  <a:extLst>
                    <a:ext uri="{FF2B5EF4-FFF2-40B4-BE49-F238E27FC236}">
                      <a16:creationId xmlns:a16="http://schemas.microsoft.com/office/drawing/2014/main" id="{964F99A9-A115-4906-BBEE-C21A1D518B5F}"/>
                    </a:ext>
                  </a:extLst>
                </p:cNvPr>
                <p:cNvPicPr/>
                <p:nvPr/>
              </p:nvPicPr>
              <p:blipFill>
                <a:blip r:embed="rId165"/>
                <a:stretch>
                  <a:fillRect/>
                </a:stretch>
              </p:blipFill>
              <p:spPr>
                <a:xfrm>
                  <a:off x="7542141" y="5253261"/>
                  <a:ext cx="19944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8276" name="Ink 8275">
                  <a:extLst>
                    <a:ext uri="{FF2B5EF4-FFF2-40B4-BE49-F238E27FC236}">
                      <a16:creationId xmlns:a16="http://schemas.microsoft.com/office/drawing/2014/main" id="{E2B57CBF-7CB1-4F72-9360-8FF3B4610A9C}"/>
                    </a:ext>
                  </a:extLst>
                </p14:cNvPr>
                <p14:cNvContentPartPr/>
                <p14:nvPr/>
              </p14:nvContentPartPr>
              <p14:xfrm>
                <a:off x="7933461" y="5120061"/>
                <a:ext cx="5400" cy="229320"/>
              </p14:xfrm>
            </p:contentPart>
          </mc:Choice>
          <mc:Fallback xmlns="">
            <p:pic>
              <p:nvPicPr>
                <p:cNvPr id="8276" name="Ink 8275">
                  <a:extLst>
                    <a:ext uri="{FF2B5EF4-FFF2-40B4-BE49-F238E27FC236}">
                      <a16:creationId xmlns:a16="http://schemas.microsoft.com/office/drawing/2014/main" id="{E2B57CBF-7CB1-4F72-9360-8FF3B4610A9C}"/>
                    </a:ext>
                  </a:extLst>
                </p:cNvPr>
                <p:cNvPicPr/>
                <p:nvPr/>
              </p:nvPicPr>
              <p:blipFill>
                <a:blip r:embed="rId167"/>
                <a:stretch>
                  <a:fillRect/>
                </a:stretch>
              </p:blipFill>
              <p:spPr>
                <a:xfrm>
                  <a:off x="7924461" y="5111061"/>
                  <a:ext cx="2304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8277" name="Ink 8276">
                  <a:extLst>
                    <a:ext uri="{FF2B5EF4-FFF2-40B4-BE49-F238E27FC236}">
                      <a16:creationId xmlns:a16="http://schemas.microsoft.com/office/drawing/2014/main" id="{7D79645C-924C-4311-8977-ADAD9A921ECB}"/>
                    </a:ext>
                  </a:extLst>
                </p14:cNvPr>
                <p14:cNvContentPartPr/>
                <p14:nvPr/>
              </p14:nvContentPartPr>
              <p14:xfrm>
                <a:off x="7989621" y="5113221"/>
                <a:ext cx="32040" cy="275040"/>
              </p14:xfrm>
            </p:contentPart>
          </mc:Choice>
          <mc:Fallback xmlns="">
            <p:pic>
              <p:nvPicPr>
                <p:cNvPr id="8277" name="Ink 8276">
                  <a:extLst>
                    <a:ext uri="{FF2B5EF4-FFF2-40B4-BE49-F238E27FC236}">
                      <a16:creationId xmlns:a16="http://schemas.microsoft.com/office/drawing/2014/main" id="{7D79645C-924C-4311-8977-ADAD9A921ECB}"/>
                    </a:ext>
                  </a:extLst>
                </p:cNvPr>
                <p:cNvPicPr/>
                <p:nvPr/>
              </p:nvPicPr>
              <p:blipFill>
                <a:blip r:embed="rId169"/>
                <a:stretch>
                  <a:fillRect/>
                </a:stretch>
              </p:blipFill>
              <p:spPr>
                <a:xfrm>
                  <a:off x="7980621" y="5104581"/>
                  <a:ext cx="4968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8278" name="Ink 8277">
                  <a:extLst>
                    <a:ext uri="{FF2B5EF4-FFF2-40B4-BE49-F238E27FC236}">
                      <a16:creationId xmlns:a16="http://schemas.microsoft.com/office/drawing/2014/main" id="{83EF588D-818D-4E5A-8570-6B647B39F226}"/>
                    </a:ext>
                  </a:extLst>
                </p14:cNvPr>
                <p14:cNvContentPartPr/>
                <p14:nvPr/>
              </p14:nvContentPartPr>
              <p14:xfrm>
                <a:off x="7824381" y="5104581"/>
                <a:ext cx="317160" cy="41400"/>
              </p14:xfrm>
            </p:contentPart>
          </mc:Choice>
          <mc:Fallback xmlns="">
            <p:pic>
              <p:nvPicPr>
                <p:cNvPr id="8278" name="Ink 8277">
                  <a:extLst>
                    <a:ext uri="{FF2B5EF4-FFF2-40B4-BE49-F238E27FC236}">
                      <a16:creationId xmlns:a16="http://schemas.microsoft.com/office/drawing/2014/main" id="{83EF588D-818D-4E5A-8570-6B647B39F226}"/>
                    </a:ext>
                  </a:extLst>
                </p:cNvPr>
                <p:cNvPicPr/>
                <p:nvPr/>
              </p:nvPicPr>
              <p:blipFill>
                <a:blip r:embed="rId171"/>
                <a:stretch>
                  <a:fillRect/>
                </a:stretch>
              </p:blipFill>
              <p:spPr>
                <a:xfrm>
                  <a:off x="7815381" y="5095941"/>
                  <a:ext cx="33480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8279" name="Ink 8278">
                  <a:extLst>
                    <a:ext uri="{FF2B5EF4-FFF2-40B4-BE49-F238E27FC236}">
                      <a16:creationId xmlns:a16="http://schemas.microsoft.com/office/drawing/2014/main" id="{15038194-F6D2-4512-98C7-2C0AB0EDB63B}"/>
                    </a:ext>
                  </a:extLst>
                </p14:cNvPr>
                <p14:cNvContentPartPr/>
                <p14:nvPr/>
              </p14:nvContentPartPr>
              <p14:xfrm>
                <a:off x="8182581" y="5192061"/>
                <a:ext cx="120960" cy="75600"/>
              </p14:xfrm>
            </p:contentPart>
          </mc:Choice>
          <mc:Fallback xmlns="">
            <p:pic>
              <p:nvPicPr>
                <p:cNvPr id="8279" name="Ink 8278">
                  <a:extLst>
                    <a:ext uri="{FF2B5EF4-FFF2-40B4-BE49-F238E27FC236}">
                      <a16:creationId xmlns:a16="http://schemas.microsoft.com/office/drawing/2014/main" id="{15038194-F6D2-4512-98C7-2C0AB0EDB63B}"/>
                    </a:ext>
                  </a:extLst>
                </p:cNvPr>
                <p:cNvPicPr/>
                <p:nvPr/>
              </p:nvPicPr>
              <p:blipFill>
                <a:blip r:embed="rId173"/>
                <a:stretch>
                  <a:fillRect/>
                </a:stretch>
              </p:blipFill>
              <p:spPr>
                <a:xfrm>
                  <a:off x="8173581" y="5183061"/>
                  <a:ext cx="13860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8280" name="Ink 8279">
                  <a:extLst>
                    <a:ext uri="{FF2B5EF4-FFF2-40B4-BE49-F238E27FC236}">
                      <a16:creationId xmlns:a16="http://schemas.microsoft.com/office/drawing/2014/main" id="{5E480E8E-C915-4387-8629-A58CAA49FF86}"/>
                    </a:ext>
                  </a:extLst>
                </p14:cNvPr>
                <p14:cNvContentPartPr/>
                <p14:nvPr/>
              </p14:nvContentPartPr>
              <p14:xfrm>
                <a:off x="8171061" y="5161461"/>
                <a:ext cx="138600" cy="155880"/>
              </p14:xfrm>
            </p:contentPart>
          </mc:Choice>
          <mc:Fallback xmlns="">
            <p:pic>
              <p:nvPicPr>
                <p:cNvPr id="8280" name="Ink 8279">
                  <a:extLst>
                    <a:ext uri="{FF2B5EF4-FFF2-40B4-BE49-F238E27FC236}">
                      <a16:creationId xmlns:a16="http://schemas.microsoft.com/office/drawing/2014/main" id="{5E480E8E-C915-4387-8629-A58CAA49FF86}"/>
                    </a:ext>
                  </a:extLst>
                </p:cNvPr>
                <p:cNvPicPr/>
                <p:nvPr/>
              </p:nvPicPr>
              <p:blipFill>
                <a:blip r:embed="rId175"/>
                <a:stretch>
                  <a:fillRect/>
                </a:stretch>
              </p:blipFill>
              <p:spPr>
                <a:xfrm>
                  <a:off x="8162421" y="5152461"/>
                  <a:ext cx="15624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8283" name="Ink 8282">
                  <a:extLst>
                    <a:ext uri="{FF2B5EF4-FFF2-40B4-BE49-F238E27FC236}">
                      <a16:creationId xmlns:a16="http://schemas.microsoft.com/office/drawing/2014/main" id="{908C585B-7CB2-43D1-98EC-C359967356EC}"/>
                    </a:ext>
                  </a:extLst>
                </p14:cNvPr>
                <p14:cNvContentPartPr/>
                <p14:nvPr/>
              </p14:nvContentPartPr>
              <p14:xfrm>
                <a:off x="8479589" y="5099639"/>
                <a:ext cx="16560" cy="298800"/>
              </p14:xfrm>
            </p:contentPart>
          </mc:Choice>
          <mc:Fallback xmlns="">
            <p:pic>
              <p:nvPicPr>
                <p:cNvPr id="8283" name="Ink 8282">
                  <a:extLst>
                    <a:ext uri="{FF2B5EF4-FFF2-40B4-BE49-F238E27FC236}">
                      <a16:creationId xmlns:a16="http://schemas.microsoft.com/office/drawing/2014/main" id="{908C585B-7CB2-43D1-98EC-C359967356EC}"/>
                    </a:ext>
                  </a:extLst>
                </p:cNvPr>
                <p:cNvPicPr/>
                <p:nvPr/>
              </p:nvPicPr>
              <p:blipFill>
                <a:blip r:embed="rId177"/>
                <a:stretch>
                  <a:fillRect/>
                </a:stretch>
              </p:blipFill>
              <p:spPr>
                <a:xfrm>
                  <a:off x="8470949" y="5090639"/>
                  <a:ext cx="3420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8284" name="Ink 8283">
                  <a:extLst>
                    <a:ext uri="{FF2B5EF4-FFF2-40B4-BE49-F238E27FC236}">
                      <a16:creationId xmlns:a16="http://schemas.microsoft.com/office/drawing/2014/main" id="{961272A0-875D-417D-A818-B91A82A7F999}"/>
                    </a:ext>
                  </a:extLst>
                </p14:cNvPr>
                <p14:cNvContentPartPr/>
                <p14:nvPr/>
              </p14:nvContentPartPr>
              <p14:xfrm>
                <a:off x="8576789" y="5111159"/>
                <a:ext cx="128160" cy="235080"/>
              </p14:xfrm>
            </p:contentPart>
          </mc:Choice>
          <mc:Fallback xmlns="">
            <p:pic>
              <p:nvPicPr>
                <p:cNvPr id="8284" name="Ink 8283">
                  <a:extLst>
                    <a:ext uri="{FF2B5EF4-FFF2-40B4-BE49-F238E27FC236}">
                      <a16:creationId xmlns:a16="http://schemas.microsoft.com/office/drawing/2014/main" id="{961272A0-875D-417D-A818-B91A82A7F999}"/>
                    </a:ext>
                  </a:extLst>
                </p:cNvPr>
                <p:cNvPicPr/>
                <p:nvPr/>
              </p:nvPicPr>
              <p:blipFill>
                <a:blip r:embed="rId179"/>
                <a:stretch>
                  <a:fillRect/>
                </a:stretch>
              </p:blipFill>
              <p:spPr>
                <a:xfrm>
                  <a:off x="8568149" y="5102159"/>
                  <a:ext cx="14580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8285" name="Ink 8284">
                  <a:extLst>
                    <a:ext uri="{FF2B5EF4-FFF2-40B4-BE49-F238E27FC236}">
                      <a16:creationId xmlns:a16="http://schemas.microsoft.com/office/drawing/2014/main" id="{D8AF45F0-3647-4264-8B97-93ADB8BFB128}"/>
                    </a:ext>
                  </a:extLst>
                </p14:cNvPr>
                <p14:cNvContentPartPr/>
                <p14:nvPr/>
              </p14:nvContentPartPr>
              <p14:xfrm>
                <a:off x="8733029" y="4993439"/>
                <a:ext cx="111600" cy="106200"/>
              </p14:xfrm>
            </p:contentPart>
          </mc:Choice>
          <mc:Fallback xmlns="">
            <p:pic>
              <p:nvPicPr>
                <p:cNvPr id="8285" name="Ink 8284">
                  <a:extLst>
                    <a:ext uri="{FF2B5EF4-FFF2-40B4-BE49-F238E27FC236}">
                      <a16:creationId xmlns:a16="http://schemas.microsoft.com/office/drawing/2014/main" id="{D8AF45F0-3647-4264-8B97-93ADB8BFB128}"/>
                    </a:ext>
                  </a:extLst>
                </p:cNvPr>
                <p:cNvPicPr/>
                <p:nvPr/>
              </p:nvPicPr>
              <p:blipFill>
                <a:blip r:embed="rId181"/>
                <a:stretch>
                  <a:fillRect/>
                </a:stretch>
              </p:blipFill>
              <p:spPr>
                <a:xfrm>
                  <a:off x="8724029" y="4984439"/>
                  <a:ext cx="12924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8286" name="Ink 8285">
                  <a:extLst>
                    <a:ext uri="{FF2B5EF4-FFF2-40B4-BE49-F238E27FC236}">
                      <a16:creationId xmlns:a16="http://schemas.microsoft.com/office/drawing/2014/main" id="{4CBEEB85-D6A3-4BF2-9D2F-89644DD8F34C}"/>
                    </a:ext>
                  </a:extLst>
                </p14:cNvPr>
                <p14:cNvContentPartPr/>
                <p14:nvPr/>
              </p14:nvContentPartPr>
              <p14:xfrm>
                <a:off x="8966669" y="5134199"/>
                <a:ext cx="76680" cy="108720"/>
              </p14:xfrm>
            </p:contentPart>
          </mc:Choice>
          <mc:Fallback xmlns="">
            <p:pic>
              <p:nvPicPr>
                <p:cNvPr id="8286" name="Ink 8285">
                  <a:extLst>
                    <a:ext uri="{FF2B5EF4-FFF2-40B4-BE49-F238E27FC236}">
                      <a16:creationId xmlns:a16="http://schemas.microsoft.com/office/drawing/2014/main" id="{4CBEEB85-D6A3-4BF2-9D2F-89644DD8F34C}"/>
                    </a:ext>
                  </a:extLst>
                </p:cNvPr>
                <p:cNvPicPr/>
                <p:nvPr/>
              </p:nvPicPr>
              <p:blipFill>
                <a:blip r:embed="rId183"/>
                <a:stretch>
                  <a:fillRect/>
                </a:stretch>
              </p:blipFill>
              <p:spPr>
                <a:xfrm>
                  <a:off x="8958029" y="5125199"/>
                  <a:ext cx="9432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8287" name="Ink 8286">
                  <a:extLst>
                    <a:ext uri="{FF2B5EF4-FFF2-40B4-BE49-F238E27FC236}">
                      <a16:creationId xmlns:a16="http://schemas.microsoft.com/office/drawing/2014/main" id="{3B7AAF86-CF07-48C3-98C4-ACA6E60833DC}"/>
                    </a:ext>
                  </a:extLst>
                </p14:cNvPr>
                <p14:cNvContentPartPr/>
                <p14:nvPr/>
              </p14:nvContentPartPr>
              <p14:xfrm>
                <a:off x="8977109" y="5162279"/>
                <a:ext cx="104760" cy="92520"/>
              </p14:xfrm>
            </p:contentPart>
          </mc:Choice>
          <mc:Fallback xmlns="">
            <p:pic>
              <p:nvPicPr>
                <p:cNvPr id="8287" name="Ink 8286">
                  <a:extLst>
                    <a:ext uri="{FF2B5EF4-FFF2-40B4-BE49-F238E27FC236}">
                      <a16:creationId xmlns:a16="http://schemas.microsoft.com/office/drawing/2014/main" id="{3B7AAF86-CF07-48C3-98C4-ACA6E60833DC}"/>
                    </a:ext>
                  </a:extLst>
                </p:cNvPr>
                <p:cNvPicPr/>
                <p:nvPr/>
              </p:nvPicPr>
              <p:blipFill>
                <a:blip r:embed="rId185"/>
                <a:stretch>
                  <a:fillRect/>
                </a:stretch>
              </p:blipFill>
              <p:spPr>
                <a:xfrm>
                  <a:off x="8968469" y="5153279"/>
                  <a:ext cx="122400" cy="110160"/>
                </a:xfrm>
                <a:prstGeom prst="rect">
                  <a:avLst/>
                </a:prstGeom>
              </p:spPr>
            </p:pic>
          </mc:Fallback>
        </mc:AlternateContent>
      </p:grpSp>
      <p:grpSp>
        <p:nvGrpSpPr>
          <p:cNvPr id="8291" name="Group 8290">
            <a:extLst>
              <a:ext uri="{FF2B5EF4-FFF2-40B4-BE49-F238E27FC236}">
                <a16:creationId xmlns:a16="http://schemas.microsoft.com/office/drawing/2014/main" id="{E8053CFB-655D-4DC7-881D-E1EACCA4EA9B}"/>
              </a:ext>
            </a:extLst>
          </p:cNvPr>
          <p:cNvGrpSpPr/>
          <p:nvPr/>
        </p:nvGrpSpPr>
        <p:grpSpPr>
          <a:xfrm>
            <a:off x="9269429" y="5048159"/>
            <a:ext cx="446760" cy="356400"/>
            <a:chOff x="9269429" y="5048159"/>
            <a:chExt cx="446760" cy="356400"/>
          </a:xfrm>
        </p:grpSpPr>
        <mc:AlternateContent xmlns:mc="http://schemas.openxmlformats.org/markup-compatibility/2006" xmlns:p14="http://schemas.microsoft.com/office/powerpoint/2010/main">
          <mc:Choice Requires="p14">
            <p:contentPart p14:bwMode="auto" r:id="rId186">
              <p14:nvContentPartPr>
                <p14:cNvPr id="8289" name="Ink 8288">
                  <a:extLst>
                    <a:ext uri="{FF2B5EF4-FFF2-40B4-BE49-F238E27FC236}">
                      <a16:creationId xmlns:a16="http://schemas.microsoft.com/office/drawing/2014/main" id="{E75608A5-7F5B-491D-83B7-E5F8586B47D0}"/>
                    </a:ext>
                  </a:extLst>
                </p14:cNvPr>
                <p14:cNvContentPartPr/>
                <p14:nvPr/>
              </p14:nvContentPartPr>
              <p14:xfrm>
                <a:off x="9269429" y="5048159"/>
                <a:ext cx="203400" cy="356400"/>
              </p14:xfrm>
            </p:contentPart>
          </mc:Choice>
          <mc:Fallback xmlns="">
            <p:pic>
              <p:nvPicPr>
                <p:cNvPr id="8289" name="Ink 8288">
                  <a:extLst>
                    <a:ext uri="{FF2B5EF4-FFF2-40B4-BE49-F238E27FC236}">
                      <a16:creationId xmlns:a16="http://schemas.microsoft.com/office/drawing/2014/main" id="{E75608A5-7F5B-491D-83B7-E5F8586B47D0}"/>
                    </a:ext>
                  </a:extLst>
                </p:cNvPr>
                <p:cNvPicPr/>
                <p:nvPr/>
              </p:nvPicPr>
              <p:blipFill>
                <a:blip r:embed="rId187"/>
                <a:stretch>
                  <a:fillRect/>
                </a:stretch>
              </p:blipFill>
              <p:spPr>
                <a:xfrm>
                  <a:off x="9260789" y="5039519"/>
                  <a:ext cx="22104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8290" name="Ink 8289">
                  <a:extLst>
                    <a:ext uri="{FF2B5EF4-FFF2-40B4-BE49-F238E27FC236}">
                      <a16:creationId xmlns:a16="http://schemas.microsoft.com/office/drawing/2014/main" id="{65195FDE-54CB-4094-AB89-2D1595E54A45}"/>
                    </a:ext>
                  </a:extLst>
                </p14:cNvPr>
                <p14:cNvContentPartPr/>
                <p14:nvPr/>
              </p14:nvContentPartPr>
              <p14:xfrm>
                <a:off x="9570749" y="5086679"/>
                <a:ext cx="145440" cy="276120"/>
              </p14:xfrm>
            </p:contentPart>
          </mc:Choice>
          <mc:Fallback xmlns="">
            <p:pic>
              <p:nvPicPr>
                <p:cNvPr id="8290" name="Ink 8289">
                  <a:extLst>
                    <a:ext uri="{FF2B5EF4-FFF2-40B4-BE49-F238E27FC236}">
                      <a16:creationId xmlns:a16="http://schemas.microsoft.com/office/drawing/2014/main" id="{65195FDE-54CB-4094-AB89-2D1595E54A45}"/>
                    </a:ext>
                  </a:extLst>
                </p:cNvPr>
                <p:cNvPicPr/>
                <p:nvPr/>
              </p:nvPicPr>
              <p:blipFill>
                <a:blip r:embed="rId189"/>
                <a:stretch>
                  <a:fillRect/>
                </a:stretch>
              </p:blipFill>
              <p:spPr>
                <a:xfrm>
                  <a:off x="9561749" y="5077679"/>
                  <a:ext cx="163080" cy="293760"/>
                </a:xfrm>
                <a:prstGeom prst="rect">
                  <a:avLst/>
                </a:prstGeom>
              </p:spPr>
            </p:pic>
          </mc:Fallback>
        </mc:AlternateContent>
      </p:grpSp>
      <p:grpSp>
        <p:nvGrpSpPr>
          <p:cNvPr id="8340" name="Group 8339">
            <a:extLst>
              <a:ext uri="{FF2B5EF4-FFF2-40B4-BE49-F238E27FC236}">
                <a16:creationId xmlns:a16="http://schemas.microsoft.com/office/drawing/2014/main" id="{3E12BFB9-FD44-4C83-862D-C47025CEF183}"/>
              </a:ext>
            </a:extLst>
          </p:cNvPr>
          <p:cNvGrpSpPr/>
          <p:nvPr/>
        </p:nvGrpSpPr>
        <p:grpSpPr>
          <a:xfrm>
            <a:off x="7549709" y="5571599"/>
            <a:ext cx="3440880" cy="1071360"/>
            <a:chOff x="7549709" y="5571599"/>
            <a:chExt cx="3440880" cy="1071360"/>
          </a:xfrm>
        </p:grpSpPr>
        <mc:AlternateContent xmlns:mc="http://schemas.openxmlformats.org/markup-compatibility/2006" xmlns:p14="http://schemas.microsoft.com/office/powerpoint/2010/main">
          <mc:Choice Requires="p14">
            <p:contentPart p14:bwMode="auto" r:id="rId190">
              <p14:nvContentPartPr>
                <p14:cNvPr id="8292" name="Ink 8291">
                  <a:extLst>
                    <a:ext uri="{FF2B5EF4-FFF2-40B4-BE49-F238E27FC236}">
                      <a16:creationId xmlns:a16="http://schemas.microsoft.com/office/drawing/2014/main" id="{A04D180A-2768-4211-BFBB-F915170067FA}"/>
                    </a:ext>
                  </a:extLst>
                </p14:cNvPr>
                <p14:cNvContentPartPr/>
                <p14:nvPr/>
              </p14:nvContentPartPr>
              <p14:xfrm>
                <a:off x="7549709" y="5772119"/>
                <a:ext cx="191520" cy="7560"/>
              </p14:xfrm>
            </p:contentPart>
          </mc:Choice>
          <mc:Fallback xmlns="">
            <p:pic>
              <p:nvPicPr>
                <p:cNvPr id="8292" name="Ink 8291">
                  <a:extLst>
                    <a:ext uri="{FF2B5EF4-FFF2-40B4-BE49-F238E27FC236}">
                      <a16:creationId xmlns:a16="http://schemas.microsoft.com/office/drawing/2014/main" id="{A04D180A-2768-4211-BFBB-F915170067FA}"/>
                    </a:ext>
                  </a:extLst>
                </p:cNvPr>
                <p:cNvPicPr/>
                <p:nvPr/>
              </p:nvPicPr>
              <p:blipFill>
                <a:blip r:embed="rId191"/>
                <a:stretch>
                  <a:fillRect/>
                </a:stretch>
              </p:blipFill>
              <p:spPr>
                <a:xfrm>
                  <a:off x="7541069" y="5763119"/>
                  <a:ext cx="20916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8293" name="Ink 8292">
                  <a:extLst>
                    <a:ext uri="{FF2B5EF4-FFF2-40B4-BE49-F238E27FC236}">
                      <a16:creationId xmlns:a16="http://schemas.microsoft.com/office/drawing/2014/main" id="{532B2B55-52FB-4B17-BD70-6BC7E92B7032}"/>
                    </a:ext>
                  </a:extLst>
                </p14:cNvPr>
                <p14:cNvContentPartPr/>
                <p14:nvPr/>
              </p14:nvContentPartPr>
              <p14:xfrm>
                <a:off x="7590389" y="5822879"/>
                <a:ext cx="204840" cy="28800"/>
              </p14:xfrm>
            </p:contentPart>
          </mc:Choice>
          <mc:Fallback xmlns="">
            <p:pic>
              <p:nvPicPr>
                <p:cNvPr id="8293" name="Ink 8292">
                  <a:extLst>
                    <a:ext uri="{FF2B5EF4-FFF2-40B4-BE49-F238E27FC236}">
                      <a16:creationId xmlns:a16="http://schemas.microsoft.com/office/drawing/2014/main" id="{532B2B55-52FB-4B17-BD70-6BC7E92B7032}"/>
                    </a:ext>
                  </a:extLst>
                </p:cNvPr>
                <p:cNvPicPr/>
                <p:nvPr/>
              </p:nvPicPr>
              <p:blipFill>
                <a:blip r:embed="rId193"/>
                <a:stretch>
                  <a:fillRect/>
                </a:stretch>
              </p:blipFill>
              <p:spPr>
                <a:xfrm>
                  <a:off x="7581389" y="5814239"/>
                  <a:ext cx="22248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8295" name="Ink 8294">
                  <a:extLst>
                    <a:ext uri="{FF2B5EF4-FFF2-40B4-BE49-F238E27FC236}">
                      <a16:creationId xmlns:a16="http://schemas.microsoft.com/office/drawing/2014/main" id="{F6AADDF2-611D-4E56-AA8E-D5C2BA0A0EE5}"/>
                    </a:ext>
                  </a:extLst>
                </p14:cNvPr>
                <p14:cNvContentPartPr/>
                <p14:nvPr/>
              </p14:nvContentPartPr>
              <p14:xfrm>
                <a:off x="7996829" y="5680319"/>
                <a:ext cx="451440" cy="247680"/>
              </p14:xfrm>
            </p:contentPart>
          </mc:Choice>
          <mc:Fallback xmlns="">
            <p:pic>
              <p:nvPicPr>
                <p:cNvPr id="8295" name="Ink 8294">
                  <a:extLst>
                    <a:ext uri="{FF2B5EF4-FFF2-40B4-BE49-F238E27FC236}">
                      <a16:creationId xmlns:a16="http://schemas.microsoft.com/office/drawing/2014/main" id="{F6AADDF2-611D-4E56-AA8E-D5C2BA0A0EE5}"/>
                    </a:ext>
                  </a:extLst>
                </p:cNvPr>
                <p:cNvPicPr/>
                <p:nvPr/>
              </p:nvPicPr>
              <p:blipFill>
                <a:blip r:embed="rId195"/>
                <a:stretch>
                  <a:fillRect/>
                </a:stretch>
              </p:blipFill>
              <p:spPr>
                <a:xfrm>
                  <a:off x="7987829" y="5671679"/>
                  <a:ext cx="46908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8296" name="Ink 8295">
                  <a:extLst>
                    <a:ext uri="{FF2B5EF4-FFF2-40B4-BE49-F238E27FC236}">
                      <a16:creationId xmlns:a16="http://schemas.microsoft.com/office/drawing/2014/main" id="{B8962AF4-BF75-46DD-8EE6-1593794E57BA}"/>
                    </a:ext>
                  </a:extLst>
                </p14:cNvPr>
                <p14:cNvContentPartPr/>
                <p14:nvPr/>
              </p14:nvContentPartPr>
              <p14:xfrm>
                <a:off x="8492549" y="5699399"/>
                <a:ext cx="154440" cy="213120"/>
              </p14:xfrm>
            </p:contentPart>
          </mc:Choice>
          <mc:Fallback xmlns="">
            <p:pic>
              <p:nvPicPr>
                <p:cNvPr id="8296" name="Ink 8295">
                  <a:extLst>
                    <a:ext uri="{FF2B5EF4-FFF2-40B4-BE49-F238E27FC236}">
                      <a16:creationId xmlns:a16="http://schemas.microsoft.com/office/drawing/2014/main" id="{B8962AF4-BF75-46DD-8EE6-1593794E57BA}"/>
                    </a:ext>
                  </a:extLst>
                </p:cNvPr>
                <p:cNvPicPr/>
                <p:nvPr/>
              </p:nvPicPr>
              <p:blipFill>
                <a:blip r:embed="rId197"/>
                <a:stretch>
                  <a:fillRect/>
                </a:stretch>
              </p:blipFill>
              <p:spPr>
                <a:xfrm>
                  <a:off x="8483549" y="5690759"/>
                  <a:ext cx="17208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8297" name="Ink 8296">
                  <a:extLst>
                    <a:ext uri="{FF2B5EF4-FFF2-40B4-BE49-F238E27FC236}">
                      <a16:creationId xmlns:a16="http://schemas.microsoft.com/office/drawing/2014/main" id="{B5027E0A-462B-4A7E-B73F-CDA790DFA8F9}"/>
                    </a:ext>
                  </a:extLst>
                </p14:cNvPr>
                <p14:cNvContentPartPr/>
                <p14:nvPr/>
              </p14:nvContentPartPr>
              <p14:xfrm>
                <a:off x="8693789" y="5698679"/>
                <a:ext cx="154440" cy="199800"/>
              </p14:xfrm>
            </p:contentPart>
          </mc:Choice>
          <mc:Fallback xmlns="">
            <p:pic>
              <p:nvPicPr>
                <p:cNvPr id="8297" name="Ink 8296">
                  <a:extLst>
                    <a:ext uri="{FF2B5EF4-FFF2-40B4-BE49-F238E27FC236}">
                      <a16:creationId xmlns:a16="http://schemas.microsoft.com/office/drawing/2014/main" id="{B5027E0A-462B-4A7E-B73F-CDA790DFA8F9}"/>
                    </a:ext>
                  </a:extLst>
                </p:cNvPr>
                <p:cNvPicPr/>
                <p:nvPr/>
              </p:nvPicPr>
              <p:blipFill>
                <a:blip r:embed="rId199"/>
                <a:stretch>
                  <a:fillRect/>
                </a:stretch>
              </p:blipFill>
              <p:spPr>
                <a:xfrm>
                  <a:off x="8684789" y="5690039"/>
                  <a:ext cx="17208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8298" name="Ink 8297">
                  <a:extLst>
                    <a:ext uri="{FF2B5EF4-FFF2-40B4-BE49-F238E27FC236}">
                      <a16:creationId xmlns:a16="http://schemas.microsoft.com/office/drawing/2014/main" id="{10F872E1-C56C-4380-8957-242E4D6BA991}"/>
                    </a:ext>
                  </a:extLst>
                </p14:cNvPr>
                <p14:cNvContentPartPr/>
                <p14:nvPr/>
              </p14:nvContentPartPr>
              <p14:xfrm>
                <a:off x="9080789" y="5706599"/>
                <a:ext cx="12600" cy="190800"/>
              </p14:xfrm>
            </p:contentPart>
          </mc:Choice>
          <mc:Fallback xmlns="">
            <p:pic>
              <p:nvPicPr>
                <p:cNvPr id="8298" name="Ink 8297">
                  <a:extLst>
                    <a:ext uri="{FF2B5EF4-FFF2-40B4-BE49-F238E27FC236}">
                      <a16:creationId xmlns:a16="http://schemas.microsoft.com/office/drawing/2014/main" id="{10F872E1-C56C-4380-8957-242E4D6BA991}"/>
                    </a:ext>
                  </a:extLst>
                </p:cNvPr>
                <p:cNvPicPr/>
                <p:nvPr/>
              </p:nvPicPr>
              <p:blipFill>
                <a:blip r:embed="rId201"/>
                <a:stretch>
                  <a:fillRect/>
                </a:stretch>
              </p:blipFill>
              <p:spPr>
                <a:xfrm>
                  <a:off x="9071789" y="5697599"/>
                  <a:ext cx="3024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8299" name="Ink 8298">
                  <a:extLst>
                    <a:ext uri="{FF2B5EF4-FFF2-40B4-BE49-F238E27FC236}">
                      <a16:creationId xmlns:a16="http://schemas.microsoft.com/office/drawing/2014/main" id="{97BB7290-64EC-4595-8FE0-F5354F85F421}"/>
                    </a:ext>
                  </a:extLst>
                </p14:cNvPr>
                <p14:cNvContentPartPr/>
                <p14:nvPr/>
              </p14:nvContentPartPr>
              <p14:xfrm>
                <a:off x="9157469" y="5705159"/>
                <a:ext cx="7920" cy="223560"/>
              </p14:xfrm>
            </p:contentPart>
          </mc:Choice>
          <mc:Fallback xmlns="">
            <p:pic>
              <p:nvPicPr>
                <p:cNvPr id="8299" name="Ink 8298">
                  <a:extLst>
                    <a:ext uri="{FF2B5EF4-FFF2-40B4-BE49-F238E27FC236}">
                      <a16:creationId xmlns:a16="http://schemas.microsoft.com/office/drawing/2014/main" id="{97BB7290-64EC-4595-8FE0-F5354F85F421}"/>
                    </a:ext>
                  </a:extLst>
                </p:cNvPr>
                <p:cNvPicPr/>
                <p:nvPr/>
              </p:nvPicPr>
              <p:blipFill>
                <a:blip r:embed="rId203"/>
                <a:stretch>
                  <a:fillRect/>
                </a:stretch>
              </p:blipFill>
              <p:spPr>
                <a:xfrm>
                  <a:off x="9148469" y="5696519"/>
                  <a:ext cx="2556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8300" name="Ink 8299">
                  <a:extLst>
                    <a:ext uri="{FF2B5EF4-FFF2-40B4-BE49-F238E27FC236}">
                      <a16:creationId xmlns:a16="http://schemas.microsoft.com/office/drawing/2014/main" id="{534313A3-18F8-4A2D-9679-FE0115795306}"/>
                    </a:ext>
                  </a:extLst>
                </p14:cNvPr>
                <p14:cNvContentPartPr/>
                <p14:nvPr/>
              </p14:nvContentPartPr>
              <p14:xfrm>
                <a:off x="9007349" y="5689319"/>
                <a:ext cx="255960" cy="54360"/>
              </p14:xfrm>
            </p:contentPart>
          </mc:Choice>
          <mc:Fallback xmlns="">
            <p:pic>
              <p:nvPicPr>
                <p:cNvPr id="8300" name="Ink 8299">
                  <a:extLst>
                    <a:ext uri="{FF2B5EF4-FFF2-40B4-BE49-F238E27FC236}">
                      <a16:creationId xmlns:a16="http://schemas.microsoft.com/office/drawing/2014/main" id="{534313A3-18F8-4A2D-9679-FE0115795306}"/>
                    </a:ext>
                  </a:extLst>
                </p:cNvPr>
                <p:cNvPicPr/>
                <p:nvPr/>
              </p:nvPicPr>
              <p:blipFill>
                <a:blip r:embed="rId205"/>
                <a:stretch>
                  <a:fillRect/>
                </a:stretch>
              </p:blipFill>
              <p:spPr>
                <a:xfrm>
                  <a:off x="8998349" y="5680319"/>
                  <a:ext cx="2736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8302" name="Ink 8301">
                  <a:extLst>
                    <a:ext uri="{FF2B5EF4-FFF2-40B4-BE49-F238E27FC236}">
                      <a16:creationId xmlns:a16="http://schemas.microsoft.com/office/drawing/2014/main" id="{2678FDFD-1BEC-40D5-A781-00FE3F269C84}"/>
                    </a:ext>
                  </a:extLst>
                </p14:cNvPr>
                <p14:cNvContentPartPr/>
                <p14:nvPr/>
              </p14:nvContentPartPr>
              <p14:xfrm>
                <a:off x="9496229" y="5915039"/>
                <a:ext cx="109080" cy="11520"/>
              </p14:xfrm>
            </p:contentPart>
          </mc:Choice>
          <mc:Fallback xmlns="">
            <p:pic>
              <p:nvPicPr>
                <p:cNvPr id="8302" name="Ink 8301">
                  <a:extLst>
                    <a:ext uri="{FF2B5EF4-FFF2-40B4-BE49-F238E27FC236}">
                      <a16:creationId xmlns:a16="http://schemas.microsoft.com/office/drawing/2014/main" id="{2678FDFD-1BEC-40D5-A781-00FE3F269C84}"/>
                    </a:ext>
                  </a:extLst>
                </p:cNvPr>
                <p:cNvPicPr/>
                <p:nvPr/>
              </p:nvPicPr>
              <p:blipFill>
                <a:blip r:embed="rId207"/>
                <a:stretch>
                  <a:fillRect/>
                </a:stretch>
              </p:blipFill>
              <p:spPr>
                <a:xfrm>
                  <a:off x="9487589" y="5906039"/>
                  <a:ext cx="12672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8303" name="Ink 8302">
                  <a:extLst>
                    <a:ext uri="{FF2B5EF4-FFF2-40B4-BE49-F238E27FC236}">
                      <a16:creationId xmlns:a16="http://schemas.microsoft.com/office/drawing/2014/main" id="{DDB0100D-50D0-45FF-9776-4BD45E44E239}"/>
                    </a:ext>
                  </a:extLst>
                </p14:cNvPr>
                <p14:cNvContentPartPr/>
                <p14:nvPr/>
              </p14:nvContentPartPr>
              <p14:xfrm>
                <a:off x="9553109" y="5896319"/>
                <a:ext cx="16920" cy="1080"/>
              </p14:xfrm>
            </p:contentPart>
          </mc:Choice>
          <mc:Fallback xmlns="">
            <p:pic>
              <p:nvPicPr>
                <p:cNvPr id="8303" name="Ink 8302">
                  <a:extLst>
                    <a:ext uri="{FF2B5EF4-FFF2-40B4-BE49-F238E27FC236}">
                      <a16:creationId xmlns:a16="http://schemas.microsoft.com/office/drawing/2014/main" id="{DDB0100D-50D0-45FF-9776-4BD45E44E239}"/>
                    </a:ext>
                  </a:extLst>
                </p:cNvPr>
                <p:cNvPicPr/>
                <p:nvPr/>
              </p:nvPicPr>
              <p:blipFill>
                <a:blip r:embed="rId209"/>
                <a:stretch>
                  <a:fillRect/>
                </a:stretch>
              </p:blipFill>
              <p:spPr>
                <a:xfrm>
                  <a:off x="9544469" y="5887319"/>
                  <a:ext cx="3456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8305" name="Ink 8304">
                  <a:extLst>
                    <a:ext uri="{FF2B5EF4-FFF2-40B4-BE49-F238E27FC236}">
                      <a16:creationId xmlns:a16="http://schemas.microsoft.com/office/drawing/2014/main" id="{52E159CB-3667-48C1-943B-2422788EE689}"/>
                    </a:ext>
                  </a:extLst>
                </p14:cNvPr>
                <p14:cNvContentPartPr/>
                <p14:nvPr/>
              </p14:nvContentPartPr>
              <p14:xfrm>
                <a:off x="9464549" y="5718119"/>
                <a:ext cx="147960" cy="194040"/>
              </p14:xfrm>
            </p:contentPart>
          </mc:Choice>
          <mc:Fallback xmlns="">
            <p:pic>
              <p:nvPicPr>
                <p:cNvPr id="8305" name="Ink 8304">
                  <a:extLst>
                    <a:ext uri="{FF2B5EF4-FFF2-40B4-BE49-F238E27FC236}">
                      <a16:creationId xmlns:a16="http://schemas.microsoft.com/office/drawing/2014/main" id="{52E159CB-3667-48C1-943B-2422788EE689}"/>
                    </a:ext>
                  </a:extLst>
                </p:cNvPr>
                <p:cNvPicPr/>
                <p:nvPr/>
              </p:nvPicPr>
              <p:blipFill>
                <a:blip r:embed="rId211"/>
                <a:stretch>
                  <a:fillRect/>
                </a:stretch>
              </p:blipFill>
              <p:spPr>
                <a:xfrm>
                  <a:off x="9455909" y="5709479"/>
                  <a:ext cx="16560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8306" name="Ink 8305">
                  <a:extLst>
                    <a:ext uri="{FF2B5EF4-FFF2-40B4-BE49-F238E27FC236}">
                      <a16:creationId xmlns:a16="http://schemas.microsoft.com/office/drawing/2014/main" id="{3CB505D1-8880-465E-914F-D2670DBE5115}"/>
                    </a:ext>
                  </a:extLst>
                </p14:cNvPr>
                <p14:cNvContentPartPr/>
                <p14:nvPr/>
              </p14:nvContentPartPr>
              <p14:xfrm>
                <a:off x="9662549" y="5767799"/>
                <a:ext cx="165240" cy="172440"/>
              </p14:xfrm>
            </p:contentPart>
          </mc:Choice>
          <mc:Fallback xmlns="">
            <p:pic>
              <p:nvPicPr>
                <p:cNvPr id="8306" name="Ink 8305">
                  <a:extLst>
                    <a:ext uri="{FF2B5EF4-FFF2-40B4-BE49-F238E27FC236}">
                      <a16:creationId xmlns:a16="http://schemas.microsoft.com/office/drawing/2014/main" id="{3CB505D1-8880-465E-914F-D2670DBE5115}"/>
                    </a:ext>
                  </a:extLst>
                </p:cNvPr>
                <p:cNvPicPr/>
                <p:nvPr/>
              </p:nvPicPr>
              <p:blipFill>
                <a:blip r:embed="rId213"/>
                <a:stretch>
                  <a:fillRect/>
                </a:stretch>
              </p:blipFill>
              <p:spPr>
                <a:xfrm>
                  <a:off x="9653549" y="5758799"/>
                  <a:ext cx="18288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8307" name="Ink 8306">
                  <a:extLst>
                    <a:ext uri="{FF2B5EF4-FFF2-40B4-BE49-F238E27FC236}">
                      <a16:creationId xmlns:a16="http://schemas.microsoft.com/office/drawing/2014/main" id="{83DFF60E-40EF-4170-BF9B-671452C1D22E}"/>
                    </a:ext>
                  </a:extLst>
                </p14:cNvPr>
                <p14:cNvContentPartPr/>
                <p14:nvPr/>
              </p14:nvContentPartPr>
              <p14:xfrm>
                <a:off x="9855509" y="5606879"/>
                <a:ext cx="83880" cy="145800"/>
              </p14:xfrm>
            </p:contentPart>
          </mc:Choice>
          <mc:Fallback xmlns="">
            <p:pic>
              <p:nvPicPr>
                <p:cNvPr id="8307" name="Ink 8306">
                  <a:extLst>
                    <a:ext uri="{FF2B5EF4-FFF2-40B4-BE49-F238E27FC236}">
                      <a16:creationId xmlns:a16="http://schemas.microsoft.com/office/drawing/2014/main" id="{83DFF60E-40EF-4170-BF9B-671452C1D22E}"/>
                    </a:ext>
                  </a:extLst>
                </p:cNvPr>
                <p:cNvPicPr/>
                <p:nvPr/>
              </p:nvPicPr>
              <p:blipFill>
                <a:blip r:embed="rId215"/>
                <a:stretch>
                  <a:fillRect/>
                </a:stretch>
              </p:blipFill>
              <p:spPr>
                <a:xfrm>
                  <a:off x="9846509" y="5597879"/>
                  <a:ext cx="10152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8309" name="Ink 8308">
                  <a:extLst>
                    <a:ext uri="{FF2B5EF4-FFF2-40B4-BE49-F238E27FC236}">
                      <a16:creationId xmlns:a16="http://schemas.microsoft.com/office/drawing/2014/main" id="{7375CD7B-2637-4FA0-BCE5-A58858AB51EA}"/>
                    </a:ext>
                  </a:extLst>
                </p14:cNvPr>
                <p14:cNvContentPartPr/>
                <p14:nvPr/>
              </p14:nvContentPartPr>
              <p14:xfrm>
                <a:off x="10094909" y="5571599"/>
                <a:ext cx="167400" cy="540720"/>
              </p14:xfrm>
            </p:contentPart>
          </mc:Choice>
          <mc:Fallback xmlns="">
            <p:pic>
              <p:nvPicPr>
                <p:cNvPr id="8309" name="Ink 8308">
                  <a:extLst>
                    <a:ext uri="{FF2B5EF4-FFF2-40B4-BE49-F238E27FC236}">
                      <a16:creationId xmlns:a16="http://schemas.microsoft.com/office/drawing/2014/main" id="{7375CD7B-2637-4FA0-BCE5-A58858AB51EA}"/>
                    </a:ext>
                  </a:extLst>
                </p:cNvPr>
                <p:cNvPicPr/>
                <p:nvPr/>
              </p:nvPicPr>
              <p:blipFill>
                <a:blip r:embed="rId217"/>
                <a:stretch>
                  <a:fillRect/>
                </a:stretch>
              </p:blipFill>
              <p:spPr>
                <a:xfrm>
                  <a:off x="10086269" y="5562599"/>
                  <a:ext cx="185040" cy="55836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8310" name="Ink 8309">
                  <a:extLst>
                    <a:ext uri="{FF2B5EF4-FFF2-40B4-BE49-F238E27FC236}">
                      <a16:creationId xmlns:a16="http://schemas.microsoft.com/office/drawing/2014/main" id="{91C20B94-2839-4774-8473-0AA03FCCBE4B}"/>
                    </a:ext>
                  </a:extLst>
                </p14:cNvPr>
                <p14:cNvContentPartPr/>
                <p14:nvPr/>
              </p14:nvContentPartPr>
              <p14:xfrm>
                <a:off x="10189589" y="5750519"/>
                <a:ext cx="257400" cy="270000"/>
              </p14:xfrm>
            </p:contentPart>
          </mc:Choice>
          <mc:Fallback xmlns="">
            <p:pic>
              <p:nvPicPr>
                <p:cNvPr id="8310" name="Ink 8309">
                  <a:extLst>
                    <a:ext uri="{FF2B5EF4-FFF2-40B4-BE49-F238E27FC236}">
                      <a16:creationId xmlns:a16="http://schemas.microsoft.com/office/drawing/2014/main" id="{91C20B94-2839-4774-8473-0AA03FCCBE4B}"/>
                    </a:ext>
                  </a:extLst>
                </p:cNvPr>
                <p:cNvPicPr/>
                <p:nvPr/>
              </p:nvPicPr>
              <p:blipFill>
                <a:blip r:embed="rId219"/>
                <a:stretch>
                  <a:fillRect/>
                </a:stretch>
              </p:blipFill>
              <p:spPr>
                <a:xfrm>
                  <a:off x="10180949" y="5741519"/>
                  <a:ext cx="27504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8312" name="Ink 8311">
                  <a:extLst>
                    <a:ext uri="{FF2B5EF4-FFF2-40B4-BE49-F238E27FC236}">
                      <a16:creationId xmlns:a16="http://schemas.microsoft.com/office/drawing/2014/main" id="{5DB852E3-EF61-4621-AA6A-8CEB86D6E79C}"/>
                    </a:ext>
                  </a:extLst>
                </p14:cNvPr>
                <p14:cNvContentPartPr/>
                <p14:nvPr/>
              </p14:nvContentPartPr>
              <p14:xfrm>
                <a:off x="10371029" y="5786519"/>
                <a:ext cx="121680" cy="241920"/>
              </p14:xfrm>
            </p:contentPart>
          </mc:Choice>
          <mc:Fallback xmlns="">
            <p:pic>
              <p:nvPicPr>
                <p:cNvPr id="8312" name="Ink 8311">
                  <a:extLst>
                    <a:ext uri="{FF2B5EF4-FFF2-40B4-BE49-F238E27FC236}">
                      <a16:creationId xmlns:a16="http://schemas.microsoft.com/office/drawing/2014/main" id="{5DB852E3-EF61-4621-AA6A-8CEB86D6E79C}"/>
                    </a:ext>
                  </a:extLst>
                </p:cNvPr>
                <p:cNvPicPr/>
                <p:nvPr/>
              </p:nvPicPr>
              <p:blipFill>
                <a:blip r:embed="rId221"/>
                <a:stretch>
                  <a:fillRect/>
                </a:stretch>
              </p:blipFill>
              <p:spPr>
                <a:xfrm>
                  <a:off x="10362389" y="5777879"/>
                  <a:ext cx="13932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8313" name="Ink 8312">
                  <a:extLst>
                    <a:ext uri="{FF2B5EF4-FFF2-40B4-BE49-F238E27FC236}">
                      <a16:creationId xmlns:a16="http://schemas.microsoft.com/office/drawing/2014/main" id="{22A55A88-4F2B-4989-8A19-F86551B55B99}"/>
                    </a:ext>
                  </a:extLst>
                </p14:cNvPr>
                <p14:cNvContentPartPr/>
                <p14:nvPr/>
              </p14:nvContentPartPr>
              <p14:xfrm>
                <a:off x="10484429" y="5807039"/>
                <a:ext cx="138600" cy="168840"/>
              </p14:xfrm>
            </p:contentPart>
          </mc:Choice>
          <mc:Fallback xmlns="">
            <p:pic>
              <p:nvPicPr>
                <p:cNvPr id="8313" name="Ink 8312">
                  <a:extLst>
                    <a:ext uri="{FF2B5EF4-FFF2-40B4-BE49-F238E27FC236}">
                      <a16:creationId xmlns:a16="http://schemas.microsoft.com/office/drawing/2014/main" id="{22A55A88-4F2B-4989-8A19-F86551B55B99}"/>
                    </a:ext>
                  </a:extLst>
                </p:cNvPr>
                <p:cNvPicPr/>
                <p:nvPr/>
              </p:nvPicPr>
              <p:blipFill>
                <a:blip r:embed="rId223"/>
                <a:stretch>
                  <a:fillRect/>
                </a:stretch>
              </p:blipFill>
              <p:spPr>
                <a:xfrm>
                  <a:off x="10475429" y="5798399"/>
                  <a:ext cx="15624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8314" name="Ink 8313">
                  <a:extLst>
                    <a:ext uri="{FF2B5EF4-FFF2-40B4-BE49-F238E27FC236}">
                      <a16:creationId xmlns:a16="http://schemas.microsoft.com/office/drawing/2014/main" id="{C8C8B6D1-5410-4935-BFB7-E8DDFC2492FD}"/>
                    </a:ext>
                  </a:extLst>
                </p14:cNvPr>
                <p14:cNvContentPartPr/>
                <p14:nvPr/>
              </p14:nvContentPartPr>
              <p14:xfrm>
                <a:off x="10630589" y="5970479"/>
                <a:ext cx="14760" cy="1440"/>
              </p14:xfrm>
            </p:contentPart>
          </mc:Choice>
          <mc:Fallback xmlns="">
            <p:pic>
              <p:nvPicPr>
                <p:cNvPr id="8314" name="Ink 8313">
                  <a:extLst>
                    <a:ext uri="{FF2B5EF4-FFF2-40B4-BE49-F238E27FC236}">
                      <a16:creationId xmlns:a16="http://schemas.microsoft.com/office/drawing/2014/main" id="{C8C8B6D1-5410-4935-BFB7-E8DDFC2492FD}"/>
                    </a:ext>
                  </a:extLst>
                </p:cNvPr>
                <p:cNvPicPr/>
                <p:nvPr/>
              </p:nvPicPr>
              <p:blipFill>
                <a:blip r:embed="rId225"/>
                <a:stretch>
                  <a:fillRect/>
                </a:stretch>
              </p:blipFill>
              <p:spPr>
                <a:xfrm>
                  <a:off x="10621949" y="5961839"/>
                  <a:ext cx="3240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8315" name="Ink 8314">
                  <a:extLst>
                    <a:ext uri="{FF2B5EF4-FFF2-40B4-BE49-F238E27FC236}">
                      <a16:creationId xmlns:a16="http://schemas.microsoft.com/office/drawing/2014/main" id="{621DB319-1CDA-4692-85A1-85203A0DFCAB}"/>
                    </a:ext>
                  </a:extLst>
                </p14:cNvPr>
                <p14:cNvContentPartPr/>
                <p14:nvPr/>
              </p14:nvContentPartPr>
              <p14:xfrm>
                <a:off x="10740029" y="5621999"/>
                <a:ext cx="70560" cy="382320"/>
              </p14:xfrm>
            </p:contentPart>
          </mc:Choice>
          <mc:Fallback xmlns="">
            <p:pic>
              <p:nvPicPr>
                <p:cNvPr id="8315" name="Ink 8314">
                  <a:extLst>
                    <a:ext uri="{FF2B5EF4-FFF2-40B4-BE49-F238E27FC236}">
                      <a16:creationId xmlns:a16="http://schemas.microsoft.com/office/drawing/2014/main" id="{621DB319-1CDA-4692-85A1-85203A0DFCAB}"/>
                    </a:ext>
                  </a:extLst>
                </p:cNvPr>
                <p:cNvPicPr/>
                <p:nvPr/>
              </p:nvPicPr>
              <p:blipFill>
                <a:blip r:embed="rId227"/>
                <a:stretch>
                  <a:fillRect/>
                </a:stretch>
              </p:blipFill>
              <p:spPr>
                <a:xfrm>
                  <a:off x="10731029" y="5612999"/>
                  <a:ext cx="88200" cy="3999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8316" name="Ink 8315">
                  <a:extLst>
                    <a:ext uri="{FF2B5EF4-FFF2-40B4-BE49-F238E27FC236}">
                      <a16:creationId xmlns:a16="http://schemas.microsoft.com/office/drawing/2014/main" id="{3C1ED5F9-D9A5-4E5E-A7A8-2052CB74C2BC}"/>
                    </a:ext>
                  </a:extLst>
                </p14:cNvPr>
                <p14:cNvContentPartPr/>
                <p14:nvPr/>
              </p14:nvContentPartPr>
              <p14:xfrm>
                <a:off x="10702949" y="5785439"/>
                <a:ext cx="162720" cy="59040"/>
              </p14:xfrm>
            </p:contentPart>
          </mc:Choice>
          <mc:Fallback xmlns="">
            <p:pic>
              <p:nvPicPr>
                <p:cNvPr id="8316" name="Ink 8315">
                  <a:extLst>
                    <a:ext uri="{FF2B5EF4-FFF2-40B4-BE49-F238E27FC236}">
                      <a16:creationId xmlns:a16="http://schemas.microsoft.com/office/drawing/2014/main" id="{3C1ED5F9-D9A5-4E5E-A7A8-2052CB74C2BC}"/>
                    </a:ext>
                  </a:extLst>
                </p:cNvPr>
                <p:cNvPicPr/>
                <p:nvPr/>
              </p:nvPicPr>
              <p:blipFill>
                <a:blip r:embed="rId229"/>
                <a:stretch>
                  <a:fillRect/>
                </a:stretch>
              </p:blipFill>
              <p:spPr>
                <a:xfrm>
                  <a:off x="10693949" y="5776799"/>
                  <a:ext cx="18036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8317" name="Ink 8316">
                  <a:extLst>
                    <a:ext uri="{FF2B5EF4-FFF2-40B4-BE49-F238E27FC236}">
                      <a16:creationId xmlns:a16="http://schemas.microsoft.com/office/drawing/2014/main" id="{F8A2627C-268F-4CC2-A031-9818290571C2}"/>
                    </a:ext>
                  </a:extLst>
                </p14:cNvPr>
                <p14:cNvContentPartPr/>
                <p14:nvPr/>
              </p14:nvContentPartPr>
              <p14:xfrm>
                <a:off x="10601429" y="5823239"/>
                <a:ext cx="99360" cy="172080"/>
              </p14:xfrm>
            </p:contentPart>
          </mc:Choice>
          <mc:Fallback xmlns="">
            <p:pic>
              <p:nvPicPr>
                <p:cNvPr id="8317" name="Ink 8316">
                  <a:extLst>
                    <a:ext uri="{FF2B5EF4-FFF2-40B4-BE49-F238E27FC236}">
                      <a16:creationId xmlns:a16="http://schemas.microsoft.com/office/drawing/2014/main" id="{F8A2627C-268F-4CC2-A031-9818290571C2}"/>
                    </a:ext>
                  </a:extLst>
                </p:cNvPr>
                <p:cNvPicPr/>
                <p:nvPr/>
              </p:nvPicPr>
              <p:blipFill>
                <a:blip r:embed="rId231"/>
                <a:stretch>
                  <a:fillRect/>
                </a:stretch>
              </p:blipFill>
              <p:spPr>
                <a:xfrm>
                  <a:off x="10592789" y="5814239"/>
                  <a:ext cx="11700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8318" name="Ink 8317">
                  <a:extLst>
                    <a:ext uri="{FF2B5EF4-FFF2-40B4-BE49-F238E27FC236}">
                      <a16:creationId xmlns:a16="http://schemas.microsoft.com/office/drawing/2014/main" id="{D5E77566-04A9-4AE9-8C25-7DF406DAB221}"/>
                    </a:ext>
                  </a:extLst>
                </p14:cNvPr>
                <p14:cNvContentPartPr/>
                <p14:nvPr/>
              </p14:nvContentPartPr>
              <p14:xfrm>
                <a:off x="10855949" y="5576999"/>
                <a:ext cx="134640" cy="449640"/>
              </p14:xfrm>
            </p:contentPart>
          </mc:Choice>
          <mc:Fallback xmlns="">
            <p:pic>
              <p:nvPicPr>
                <p:cNvPr id="8318" name="Ink 8317">
                  <a:extLst>
                    <a:ext uri="{FF2B5EF4-FFF2-40B4-BE49-F238E27FC236}">
                      <a16:creationId xmlns:a16="http://schemas.microsoft.com/office/drawing/2014/main" id="{D5E77566-04A9-4AE9-8C25-7DF406DAB221}"/>
                    </a:ext>
                  </a:extLst>
                </p:cNvPr>
                <p:cNvPicPr/>
                <p:nvPr/>
              </p:nvPicPr>
              <p:blipFill>
                <a:blip r:embed="rId233"/>
                <a:stretch>
                  <a:fillRect/>
                </a:stretch>
              </p:blipFill>
              <p:spPr>
                <a:xfrm>
                  <a:off x="10846949" y="5568359"/>
                  <a:ext cx="152280" cy="4672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8323" name="Ink 8322">
                  <a:extLst>
                    <a:ext uri="{FF2B5EF4-FFF2-40B4-BE49-F238E27FC236}">
                      <a16:creationId xmlns:a16="http://schemas.microsoft.com/office/drawing/2014/main" id="{81BC9AA4-F48C-4181-A54B-5E6F712A9F34}"/>
                    </a:ext>
                  </a:extLst>
                </p14:cNvPr>
                <p14:cNvContentPartPr/>
                <p14:nvPr/>
              </p14:nvContentPartPr>
              <p14:xfrm>
                <a:off x="7935269" y="6147239"/>
                <a:ext cx="162720" cy="372240"/>
              </p14:xfrm>
            </p:contentPart>
          </mc:Choice>
          <mc:Fallback xmlns="">
            <p:pic>
              <p:nvPicPr>
                <p:cNvPr id="8323" name="Ink 8322">
                  <a:extLst>
                    <a:ext uri="{FF2B5EF4-FFF2-40B4-BE49-F238E27FC236}">
                      <a16:creationId xmlns:a16="http://schemas.microsoft.com/office/drawing/2014/main" id="{81BC9AA4-F48C-4181-A54B-5E6F712A9F34}"/>
                    </a:ext>
                  </a:extLst>
                </p:cNvPr>
                <p:cNvPicPr/>
                <p:nvPr/>
              </p:nvPicPr>
              <p:blipFill>
                <a:blip r:embed="rId235"/>
                <a:stretch>
                  <a:fillRect/>
                </a:stretch>
              </p:blipFill>
              <p:spPr>
                <a:xfrm>
                  <a:off x="7926269" y="6138239"/>
                  <a:ext cx="180360" cy="38988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8324" name="Ink 8323">
                  <a:extLst>
                    <a:ext uri="{FF2B5EF4-FFF2-40B4-BE49-F238E27FC236}">
                      <a16:creationId xmlns:a16="http://schemas.microsoft.com/office/drawing/2014/main" id="{126FF4A4-4F32-4687-BD6E-7EF12022DF17}"/>
                    </a:ext>
                  </a:extLst>
                </p14:cNvPr>
                <p14:cNvContentPartPr/>
                <p14:nvPr/>
              </p14:nvContentPartPr>
              <p14:xfrm>
                <a:off x="8131829" y="6192959"/>
                <a:ext cx="217800" cy="320760"/>
              </p14:xfrm>
            </p:contentPart>
          </mc:Choice>
          <mc:Fallback xmlns="">
            <p:pic>
              <p:nvPicPr>
                <p:cNvPr id="8324" name="Ink 8323">
                  <a:extLst>
                    <a:ext uri="{FF2B5EF4-FFF2-40B4-BE49-F238E27FC236}">
                      <a16:creationId xmlns:a16="http://schemas.microsoft.com/office/drawing/2014/main" id="{126FF4A4-4F32-4687-BD6E-7EF12022DF17}"/>
                    </a:ext>
                  </a:extLst>
                </p:cNvPr>
                <p:cNvPicPr/>
                <p:nvPr/>
              </p:nvPicPr>
              <p:blipFill>
                <a:blip r:embed="rId237"/>
                <a:stretch>
                  <a:fillRect/>
                </a:stretch>
              </p:blipFill>
              <p:spPr>
                <a:xfrm>
                  <a:off x="8123189" y="6184319"/>
                  <a:ext cx="235440" cy="3384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8325" name="Ink 8324">
                  <a:extLst>
                    <a:ext uri="{FF2B5EF4-FFF2-40B4-BE49-F238E27FC236}">
                      <a16:creationId xmlns:a16="http://schemas.microsoft.com/office/drawing/2014/main" id="{422D306B-2A05-4F13-A0FE-AF730AAE19DA}"/>
                    </a:ext>
                  </a:extLst>
                </p14:cNvPr>
                <p14:cNvContentPartPr/>
                <p14:nvPr/>
              </p14:nvContentPartPr>
              <p14:xfrm>
                <a:off x="8364389" y="6187559"/>
                <a:ext cx="202680" cy="348480"/>
              </p14:xfrm>
            </p:contentPart>
          </mc:Choice>
          <mc:Fallback xmlns="">
            <p:pic>
              <p:nvPicPr>
                <p:cNvPr id="8325" name="Ink 8324">
                  <a:extLst>
                    <a:ext uri="{FF2B5EF4-FFF2-40B4-BE49-F238E27FC236}">
                      <a16:creationId xmlns:a16="http://schemas.microsoft.com/office/drawing/2014/main" id="{422D306B-2A05-4F13-A0FE-AF730AAE19DA}"/>
                    </a:ext>
                  </a:extLst>
                </p:cNvPr>
                <p:cNvPicPr/>
                <p:nvPr/>
              </p:nvPicPr>
              <p:blipFill>
                <a:blip r:embed="rId239"/>
                <a:stretch>
                  <a:fillRect/>
                </a:stretch>
              </p:blipFill>
              <p:spPr>
                <a:xfrm>
                  <a:off x="8355749" y="6178559"/>
                  <a:ext cx="22032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8329" name="Ink 8328">
                  <a:extLst>
                    <a:ext uri="{FF2B5EF4-FFF2-40B4-BE49-F238E27FC236}">
                      <a16:creationId xmlns:a16="http://schemas.microsoft.com/office/drawing/2014/main" id="{05D9E535-A201-4197-9926-257DA315F984}"/>
                    </a:ext>
                  </a:extLst>
                </p14:cNvPr>
                <p14:cNvContentPartPr/>
                <p14:nvPr/>
              </p14:nvContentPartPr>
              <p14:xfrm>
                <a:off x="8670749" y="6184319"/>
                <a:ext cx="223560" cy="267120"/>
              </p14:xfrm>
            </p:contentPart>
          </mc:Choice>
          <mc:Fallback xmlns="">
            <p:pic>
              <p:nvPicPr>
                <p:cNvPr id="8329" name="Ink 8328">
                  <a:extLst>
                    <a:ext uri="{FF2B5EF4-FFF2-40B4-BE49-F238E27FC236}">
                      <a16:creationId xmlns:a16="http://schemas.microsoft.com/office/drawing/2014/main" id="{05D9E535-A201-4197-9926-257DA315F984}"/>
                    </a:ext>
                  </a:extLst>
                </p:cNvPr>
                <p:cNvPicPr/>
                <p:nvPr/>
              </p:nvPicPr>
              <p:blipFill>
                <a:blip r:embed="rId241"/>
                <a:stretch>
                  <a:fillRect/>
                </a:stretch>
              </p:blipFill>
              <p:spPr>
                <a:xfrm>
                  <a:off x="8661749" y="6175319"/>
                  <a:ext cx="24120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8320" name="Ink 8319">
                  <a:extLst>
                    <a:ext uri="{FF2B5EF4-FFF2-40B4-BE49-F238E27FC236}">
                      <a16:creationId xmlns:a16="http://schemas.microsoft.com/office/drawing/2014/main" id="{B03333E9-07C6-4892-A649-BF7807A62C32}"/>
                    </a:ext>
                  </a:extLst>
                </p14:cNvPr>
                <p14:cNvContentPartPr/>
                <p14:nvPr/>
              </p14:nvContentPartPr>
              <p14:xfrm>
                <a:off x="7590389" y="6298799"/>
                <a:ext cx="160200" cy="19080"/>
              </p14:xfrm>
            </p:contentPart>
          </mc:Choice>
          <mc:Fallback xmlns="">
            <p:pic>
              <p:nvPicPr>
                <p:cNvPr id="8320" name="Ink 8319">
                  <a:extLst>
                    <a:ext uri="{FF2B5EF4-FFF2-40B4-BE49-F238E27FC236}">
                      <a16:creationId xmlns:a16="http://schemas.microsoft.com/office/drawing/2014/main" id="{B03333E9-07C6-4892-A649-BF7807A62C32}"/>
                    </a:ext>
                  </a:extLst>
                </p:cNvPr>
                <p:cNvPicPr/>
                <p:nvPr/>
              </p:nvPicPr>
              <p:blipFill>
                <a:blip r:embed="rId243"/>
                <a:stretch>
                  <a:fillRect/>
                </a:stretch>
              </p:blipFill>
              <p:spPr>
                <a:xfrm>
                  <a:off x="7581389" y="6290159"/>
                  <a:ext cx="17784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8321" name="Ink 8320">
                  <a:extLst>
                    <a:ext uri="{FF2B5EF4-FFF2-40B4-BE49-F238E27FC236}">
                      <a16:creationId xmlns:a16="http://schemas.microsoft.com/office/drawing/2014/main" id="{C7970F70-FE02-405A-B08B-1B607298A853}"/>
                    </a:ext>
                  </a:extLst>
                </p14:cNvPr>
                <p14:cNvContentPartPr/>
                <p14:nvPr/>
              </p14:nvContentPartPr>
              <p14:xfrm>
                <a:off x="7651949" y="6401759"/>
                <a:ext cx="12600" cy="360"/>
              </p14:xfrm>
            </p:contentPart>
          </mc:Choice>
          <mc:Fallback xmlns="">
            <p:pic>
              <p:nvPicPr>
                <p:cNvPr id="8321" name="Ink 8320">
                  <a:extLst>
                    <a:ext uri="{FF2B5EF4-FFF2-40B4-BE49-F238E27FC236}">
                      <a16:creationId xmlns:a16="http://schemas.microsoft.com/office/drawing/2014/main" id="{C7970F70-FE02-405A-B08B-1B607298A853}"/>
                    </a:ext>
                  </a:extLst>
                </p:cNvPr>
                <p:cNvPicPr/>
                <p:nvPr/>
              </p:nvPicPr>
              <p:blipFill>
                <a:blip r:embed="rId225"/>
                <a:stretch>
                  <a:fillRect/>
                </a:stretch>
              </p:blipFill>
              <p:spPr>
                <a:xfrm>
                  <a:off x="7642949" y="6392759"/>
                  <a:ext cx="302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8330" name="Ink 8329">
                  <a:extLst>
                    <a:ext uri="{FF2B5EF4-FFF2-40B4-BE49-F238E27FC236}">
                      <a16:creationId xmlns:a16="http://schemas.microsoft.com/office/drawing/2014/main" id="{BF0B6BB3-0D46-49A8-AEDC-214C6C1DE160}"/>
                    </a:ext>
                  </a:extLst>
                </p14:cNvPr>
                <p14:cNvContentPartPr/>
                <p14:nvPr/>
              </p14:nvContentPartPr>
              <p14:xfrm>
                <a:off x="7565549" y="6393119"/>
                <a:ext cx="194040" cy="21600"/>
              </p14:xfrm>
            </p:contentPart>
          </mc:Choice>
          <mc:Fallback xmlns="">
            <p:pic>
              <p:nvPicPr>
                <p:cNvPr id="8330" name="Ink 8329">
                  <a:extLst>
                    <a:ext uri="{FF2B5EF4-FFF2-40B4-BE49-F238E27FC236}">
                      <a16:creationId xmlns:a16="http://schemas.microsoft.com/office/drawing/2014/main" id="{BF0B6BB3-0D46-49A8-AEDC-214C6C1DE160}"/>
                    </a:ext>
                  </a:extLst>
                </p:cNvPr>
                <p:cNvPicPr/>
                <p:nvPr/>
              </p:nvPicPr>
              <p:blipFill>
                <a:blip r:embed="rId246"/>
                <a:stretch>
                  <a:fillRect/>
                </a:stretch>
              </p:blipFill>
              <p:spPr>
                <a:xfrm>
                  <a:off x="7556549" y="6384119"/>
                  <a:ext cx="21168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8332" name="Ink 8331">
                  <a:extLst>
                    <a:ext uri="{FF2B5EF4-FFF2-40B4-BE49-F238E27FC236}">
                      <a16:creationId xmlns:a16="http://schemas.microsoft.com/office/drawing/2014/main" id="{A2AB21B6-F46F-421D-8B34-6345EB79BAC7}"/>
                    </a:ext>
                  </a:extLst>
                </p14:cNvPr>
                <p14:cNvContentPartPr/>
                <p14:nvPr/>
              </p14:nvContentPartPr>
              <p14:xfrm>
                <a:off x="9015629" y="6337319"/>
                <a:ext cx="52920" cy="52200"/>
              </p14:xfrm>
            </p:contentPart>
          </mc:Choice>
          <mc:Fallback xmlns="">
            <p:pic>
              <p:nvPicPr>
                <p:cNvPr id="8332" name="Ink 8331">
                  <a:extLst>
                    <a:ext uri="{FF2B5EF4-FFF2-40B4-BE49-F238E27FC236}">
                      <a16:creationId xmlns:a16="http://schemas.microsoft.com/office/drawing/2014/main" id="{A2AB21B6-F46F-421D-8B34-6345EB79BAC7}"/>
                    </a:ext>
                  </a:extLst>
                </p:cNvPr>
                <p:cNvPicPr/>
                <p:nvPr/>
              </p:nvPicPr>
              <p:blipFill>
                <a:blip r:embed="rId248"/>
                <a:stretch>
                  <a:fillRect/>
                </a:stretch>
              </p:blipFill>
              <p:spPr>
                <a:xfrm>
                  <a:off x="9006989" y="6328679"/>
                  <a:ext cx="7056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8333" name="Ink 8332">
                  <a:extLst>
                    <a:ext uri="{FF2B5EF4-FFF2-40B4-BE49-F238E27FC236}">
                      <a16:creationId xmlns:a16="http://schemas.microsoft.com/office/drawing/2014/main" id="{74A2D5AF-E88A-4AF9-8C2C-69AB7B9E2996}"/>
                    </a:ext>
                  </a:extLst>
                </p14:cNvPr>
                <p14:cNvContentPartPr/>
                <p14:nvPr/>
              </p14:nvContentPartPr>
              <p14:xfrm>
                <a:off x="9204269" y="6184679"/>
                <a:ext cx="11160" cy="390600"/>
              </p14:xfrm>
            </p:contentPart>
          </mc:Choice>
          <mc:Fallback xmlns="">
            <p:pic>
              <p:nvPicPr>
                <p:cNvPr id="8333" name="Ink 8332">
                  <a:extLst>
                    <a:ext uri="{FF2B5EF4-FFF2-40B4-BE49-F238E27FC236}">
                      <a16:creationId xmlns:a16="http://schemas.microsoft.com/office/drawing/2014/main" id="{74A2D5AF-E88A-4AF9-8C2C-69AB7B9E2996}"/>
                    </a:ext>
                  </a:extLst>
                </p:cNvPr>
                <p:cNvPicPr/>
                <p:nvPr/>
              </p:nvPicPr>
              <p:blipFill>
                <a:blip r:embed="rId250"/>
                <a:stretch>
                  <a:fillRect/>
                </a:stretch>
              </p:blipFill>
              <p:spPr>
                <a:xfrm>
                  <a:off x="9195269" y="6175679"/>
                  <a:ext cx="28800" cy="40824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8334" name="Ink 8333">
                  <a:extLst>
                    <a:ext uri="{FF2B5EF4-FFF2-40B4-BE49-F238E27FC236}">
                      <a16:creationId xmlns:a16="http://schemas.microsoft.com/office/drawing/2014/main" id="{8F06E8B0-EFCF-441C-A61F-21D3F86041A6}"/>
                    </a:ext>
                  </a:extLst>
                </p14:cNvPr>
                <p14:cNvContentPartPr/>
                <p14:nvPr/>
              </p14:nvContentPartPr>
              <p14:xfrm>
                <a:off x="9298229" y="6179279"/>
                <a:ext cx="140040" cy="420840"/>
              </p14:xfrm>
            </p:contentPart>
          </mc:Choice>
          <mc:Fallback xmlns="">
            <p:pic>
              <p:nvPicPr>
                <p:cNvPr id="8334" name="Ink 8333">
                  <a:extLst>
                    <a:ext uri="{FF2B5EF4-FFF2-40B4-BE49-F238E27FC236}">
                      <a16:creationId xmlns:a16="http://schemas.microsoft.com/office/drawing/2014/main" id="{8F06E8B0-EFCF-441C-A61F-21D3F86041A6}"/>
                    </a:ext>
                  </a:extLst>
                </p:cNvPr>
                <p:cNvPicPr/>
                <p:nvPr/>
              </p:nvPicPr>
              <p:blipFill>
                <a:blip r:embed="rId252"/>
                <a:stretch>
                  <a:fillRect/>
                </a:stretch>
              </p:blipFill>
              <p:spPr>
                <a:xfrm>
                  <a:off x="9289589" y="6170279"/>
                  <a:ext cx="157680" cy="43848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8335" name="Ink 8334">
                  <a:extLst>
                    <a:ext uri="{FF2B5EF4-FFF2-40B4-BE49-F238E27FC236}">
                      <a16:creationId xmlns:a16="http://schemas.microsoft.com/office/drawing/2014/main" id="{94250E53-1DB9-4117-8336-392753E2F0EA}"/>
                    </a:ext>
                  </a:extLst>
                </p14:cNvPr>
                <p14:cNvContentPartPr/>
                <p14:nvPr/>
              </p14:nvContentPartPr>
              <p14:xfrm>
                <a:off x="9531509" y="6393479"/>
                <a:ext cx="153000" cy="241200"/>
              </p14:xfrm>
            </p:contentPart>
          </mc:Choice>
          <mc:Fallback xmlns="">
            <p:pic>
              <p:nvPicPr>
                <p:cNvPr id="8335" name="Ink 8334">
                  <a:extLst>
                    <a:ext uri="{FF2B5EF4-FFF2-40B4-BE49-F238E27FC236}">
                      <a16:creationId xmlns:a16="http://schemas.microsoft.com/office/drawing/2014/main" id="{94250E53-1DB9-4117-8336-392753E2F0EA}"/>
                    </a:ext>
                  </a:extLst>
                </p:cNvPr>
                <p:cNvPicPr/>
                <p:nvPr/>
              </p:nvPicPr>
              <p:blipFill>
                <a:blip r:embed="rId254"/>
                <a:stretch>
                  <a:fillRect/>
                </a:stretch>
              </p:blipFill>
              <p:spPr>
                <a:xfrm>
                  <a:off x="9522869" y="6384479"/>
                  <a:ext cx="17064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8336" name="Ink 8335">
                  <a:extLst>
                    <a:ext uri="{FF2B5EF4-FFF2-40B4-BE49-F238E27FC236}">
                      <a16:creationId xmlns:a16="http://schemas.microsoft.com/office/drawing/2014/main" id="{ED3877D8-50AD-4AA1-AE0B-9A34F743CEBA}"/>
                    </a:ext>
                  </a:extLst>
                </p14:cNvPr>
                <p14:cNvContentPartPr/>
                <p14:nvPr/>
              </p14:nvContentPartPr>
              <p14:xfrm>
                <a:off x="9724109" y="6427679"/>
                <a:ext cx="181080" cy="215280"/>
              </p14:xfrm>
            </p:contentPart>
          </mc:Choice>
          <mc:Fallback xmlns="">
            <p:pic>
              <p:nvPicPr>
                <p:cNvPr id="8336" name="Ink 8335">
                  <a:extLst>
                    <a:ext uri="{FF2B5EF4-FFF2-40B4-BE49-F238E27FC236}">
                      <a16:creationId xmlns:a16="http://schemas.microsoft.com/office/drawing/2014/main" id="{ED3877D8-50AD-4AA1-AE0B-9A34F743CEBA}"/>
                    </a:ext>
                  </a:extLst>
                </p:cNvPr>
                <p:cNvPicPr/>
                <p:nvPr/>
              </p:nvPicPr>
              <p:blipFill>
                <a:blip r:embed="rId256"/>
                <a:stretch>
                  <a:fillRect/>
                </a:stretch>
              </p:blipFill>
              <p:spPr>
                <a:xfrm>
                  <a:off x="9715109" y="6419039"/>
                  <a:ext cx="19872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8337" name="Ink 8336">
                  <a:extLst>
                    <a:ext uri="{FF2B5EF4-FFF2-40B4-BE49-F238E27FC236}">
                      <a16:creationId xmlns:a16="http://schemas.microsoft.com/office/drawing/2014/main" id="{25C93D8E-4E29-4D16-935F-775CFD107B98}"/>
                    </a:ext>
                  </a:extLst>
                </p14:cNvPr>
                <p14:cNvContentPartPr/>
                <p14:nvPr/>
              </p14:nvContentPartPr>
              <p14:xfrm>
                <a:off x="9923549" y="6199799"/>
                <a:ext cx="101520" cy="198720"/>
              </p14:xfrm>
            </p:contentPart>
          </mc:Choice>
          <mc:Fallback xmlns="">
            <p:pic>
              <p:nvPicPr>
                <p:cNvPr id="8337" name="Ink 8336">
                  <a:extLst>
                    <a:ext uri="{FF2B5EF4-FFF2-40B4-BE49-F238E27FC236}">
                      <a16:creationId xmlns:a16="http://schemas.microsoft.com/office/drawing/2014/main" id="{25C93D8E-4E29-4D16-935F-775CFD107B98}"/>
                    </a:ext>
                  </a:extLst>
                </p:cNvPr>
                <p:cNvPicPr/>
                <p:nvPr/>
              </p:nvPicPr>
              <p:blipFill>
                <a:blip r:embed="rId258"/>
                <a:stretch>
                  <a:fillRect/>
                </a:stretch>
              </p:blipFill>
              <p:spPr>
                <a:xfrm>
                  <a:off x="9914549" y="6190799"/>
                  <a:ext cx="11916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8338" name="Ink 8337">
                  <a:extLst>
                    <a:ext uri="{FF2B5EF4-FFF2-40B4-BE49-F238E27FC236}">
                      <a16:creationId xmlns:a16="http://schemas.microsoft.com/office/drawing/2014/main" id="{DC412358-3647-4021-800F-ED802ABF5B1B}"/>
                    </a:ext>
                  </a:extLst>
                </p14:cNvPr>
                <p14:cNvContentPartPr/>
                <p14:nvPr/>
              </p14:nvContentPartPr>
              <p14:xfrm>
                <a:off x="10267349" y="6137159"/>
                <a:ext cx="75960" cy="485640"/>
              </p14:xfrm>
            </p:contentPart>
          </mc:Choice>
          <mc:Fallback xmlns="">
            <p:pic>
              <p:nvPicPr>
                <p:cNvPr id="8338" name="Ink 8337">
                  <a:extLst>
                    <a:ext uri="{FF2B5EF4-FFF2-40B4-BE49-F238E27FC236}">
                      <a16:creationId xmlns:a16="http://schemas.microsoft.com/office/drawing/2014/main" id="{DC412358-3647-4021-800F-ED802ABF5B1B}"/>
                    </a:ext>
                  </a:extLst>
                </p:cNvPr>
                <p:cNvPicPr/>
                <p:nvPr/>
              </p:nvPicPr>
              <p:blipFill>
                <a:blip r:embed="rId260"/>
                <a:stretch>
                  <a:fillRect/>
                </a:stretch>
              </p:blipFill>
              <p:spPr>
                <a:xfrm>
                  <a:off x="10258709" y="6128519"/>
                  <a:ext cx="93600" cy="50328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8339" name="Ink 8338">
                  <a:extLst>
                    <a:ext uri="{FF2B5EF4-FFF2-40B4-BE49-F238E27FC236}">
                      <a16:creationId xmlns:a16="http://schemas.microsoft.com/office/drawing/2014/main" id="{F0FDEF17-EFF4-4E4B-85E3-FA599A22581F}"/>
                    </a:ext>
                  </a:extLst>
                </p14:cNvPr>
                <p14:cNvContentPartPr/>
                <p14:nvPr/>
              </p14:nvContentPartPr>
              <p14:xfrm>
                <a:off x="10373189" y="6203759"/>
                <a:ext cx="193320" cy="380160"/>
              </p14:xfrm>
            </p:contentPart>
          </mc:Choice>
          <mc:Fallback xmlns="">
            <p:pic>
              <p:nvPicPr>
                <p:cNvPr id="8339" name="Ink 8338">
                  <a:extLst>
                    <a:ext uri="{FF2B5EF4-FFF2-40B4-BE49-F238E27FC236}">
                      <a16:creationId xmlns:a16="http://schemas.microsoft.com/office/drawing/2014/main" id="{F0FDEF17-EFF4-4E4B-85E3-FA599A22581F}"/>
                    </a:ext>
                  </a:extLst>
                </p:cNvPr>
                <p:cNvPicPr/>
                <p:nvPr/>
              </p:nvPicPr>
              <p:blipFill>
                <a:blip r:embed="rId262"/>
                <a:stretch>
                  <a:fillRect/>
                </a:stretch>
              </p:blipFill>
              <p:spPr>
                <a:xfrm>
                  <a:off x="10364189" y="6194759"/>
                  <a:ext cx="210960" cy="397800"/>
                </a:xfrm>
                <a:prstGeom prst="rect">
                  <a:avLst/>
                </a:prstGeom>
              </p:spPr>
            </p:pic>
          </mc:Fallback>
        </mc:AlternateContent>
      </p:grpSp>
      <p:grpSp>
        <p:nvGrpSpPr>
          <p:cNvPr id="8345" name="Group 8344">
            <a:extLst>
              <a:ext uri="{FF2B5EF4-FFF2-40B4-BE49-F238E27FC236}">
                <a16:creationId xmlns:a16="http://schemas.microsoft.com/office/drawing/2014/main" id="{0AA5E977-1785-4336-830E-4CDAF7918287}"/>
              </a:ext>
            </a:extLst>
          </p:cNvPr>
          <p:cNvGrpSpPr/>
          <p:nvPr/>
        </p:nvGrpSpPr>
        <p:grpSpPr>
          <a:xfrm>
            <a:off x="10791149" y="6190799"/>
            <a:ext cx="599760" cy="491400"/>
            <a:chOff x="10791149" y="6190799"/>
            <a:chExt cx="599760" cy="491400"/>
          </a:xfrm>
        </p:grpSpPr>
        <mc:AlternateContent xmlns:mc="http://schemas.openxmlformats.org/markup-compatibility/2006" xmlns:p14="http://schemas.microsoft.com/office/powerpoint/2010/main">
          <mc:Choice Requires="p14">
            <p:contentPart p14:bwMode="auto" r:id="rId263">
              <p14:nvContentPartPr>
                <p14:cNvPr id="8341" name="Ink 8340">
                  <a:extLst>
                    <a:ext uri="{FF2B5EF4-FFF2-40B4-BE49-F238E27FC236}">
                      <a16:creationId xmlns:a16="http://schemas.microsoft.com/office/drawing/2014/main" id="{9358A0A5-20E7-4486-96B7-E936B1604626}"/>
                    </a:ext>
                  </a:extLst>
                </p14:cNvPr>
                <p14:cNvContentPartPr/>
                <p14:nvPr/>
              </p14:nvContentPartPr>
              <p14:xfrm>
                <a:off x="10791149" y="6221759"/>
                <a:ext cx="168120" cy="365760"/>
              </p14:xfrm>
            </p:contentPart>
          </mc:Choice>
          <mc:Fallback xmlns="">
            <p:pic>
              <p:nvPicPr>
                <p:cNvPr id="8341" name="Ink 8340">
                  <a:extLst>
                    <a:ext uri="{FF2B5EF4-FFF2-40B4-BE49-F238E27FC236}">
                      <a16:creationId xmlns:a16="http://schemas.microsoft.com/office/drawing/2014/main" id="{9358A0A5-20E7-4486-96B7-E936B1604626}"/>
                    </a:ext>
                  </a:extLst>
                </p:cNvPr>
                <p:cNvPicPr/>
                <p:nvPr/>
              </p:nvPicPr>
              <p:blipFill>
                <a:blip r:embed="rId264"/>
                <a:stretch>
                  <a:fillRect/>
                </a:stretch>
              </p:blipFill>
              <p:spPr>
                <a:xfrm>
                  <a:off x="10782149" y="6213119"/>
                  <a:ext cx="185760" cy="38340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8342" name="Ink 8341">
                  <a:extLst>
                    <a:ext uri="{FF2B5EF4-FFF2-40B4-BE49-F238E27FC236}">
                      <a16:creationId xmlns:a16="http://schemas.microsoft.com/office/drawing/2014/main" id="{CCB05F8B-0EFC-40D2-89C8-F5D2221B3FF8}"/>
                    </a:ext>
                  </a:extLst>
                </p14:cNvPr>
                <p14:cNvContentPartPr/>
                <p14:nvPr/>
              </p14:nvContentPartPr>
              <p14:xfrm>
                <a:off x="11027309" y="6520559"/>
                <a:ext cx="360" cy="360"/>
              </p14:xfrm>
            </p:contentPart>
          </mc:Choice>
          <mc:Fallback xmlns="">
            <p:pic>
              <p:nvPicPr>
                <p:cNvPr id="8342" name="Ink 8341">
                  <a:extLst>
                    <a:ext uri="{FF2B5EF4-FFF2-40B4-BE49-F238E27FC236}">
                      <a16:creationId xmlns:a16="http://schemas.microsoft.com/office/drawing/2014/main" id="{CCB05F8B-0EFC-40D2-89C8-F5D2221B3FF8}"/>
                    </a:ext>
                  </a:extLst>
                </p:cNvPr>
                <p:cNvPicPr/>
                <p:nvPr/>
              </p:nvPicPr>
              <p:blipFill>
                <a:blip r:embed="rId5"/>
                <a:stretch>
                  <a:fillRect/>
                </a:stretch>
              </p:blipFill>
              <p:spPr>
                <a:xfrm>
                  <a:off x="11018669" y="651191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8343" name="Ink 8342">
                  <a:extLst>
                    <a:ext uri="{FF2B5EF4-FFF2-40B4-BE49-F238E27FC236}">
                      <a16:creationId xmlns:a16="http://schemas.microsoft.com/office/drawing/2014/main" id="{0C95C4CE-F898-498B-A86A-874F9D2AEF15}"/>
                    </a:ext>
                  </a:extLst>
                </p14:cNvPr>
                <p14:cNvContentPartPr/>
                <p14:nvPr/>
              </p14:nvContentPartPr>
              <p14:xfrm>
                <a:off x="11131709" y="6332279"/>
                <a:ext cx="111600" cy="349920"/>
              </p14:xfrm>
            </p:contentPart>
          </mc:Choice>
          <mc:Fallback xmlns="">
            <p:pic>
              <p:nvPicPr>
                <p:cNvPr id="8343" name="Ink 8342">
                  <a:extLst>
                    <a:ext uri="{FF2B5EF4-FFF2-40B4-BE49-F238E27FC236}">
                      <a16:creationId xmlns:a16="http://schemas.microsoft.com/office/drawing/2014/main" id="{0C95C4CE-F898-498B-A86A-874F9D2AEF15}"/>
                    </a:ext>
                  </a:extLst>
                </p:cNvPr>
                <p:cNvPicPr/>
                <p:nvPr/>
              </p:nvPicPr>
              <p:blipFill>
                <a:blip r:embed="rId267"/>
                <a:stretch>
                  <a:fillRect/>
                </a:stretch>
              </p:blipFill>
              <p:spPr>
                <a:xfrm>
                  <a:off x="11123069" y="6323639"/>
                  <a:ext cx="129240" cy="36756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8344" name="Ink 8343">
                  <a:extLst>
                    <a:ext uri="{FF2B5EF4-FFF2-40B4-BE49-F238E27FC236}">
                      <a16:creationId xmlns:a16="http://schemas.microsoft.com/office/drawing/2014/main" id="{7F7CA7C0-C2FE-442D-8A1F-3012BC2EC55B}"/>
                    </a:ext>
                  </a:extLst>
                </p14:cNvPr>
                <p14:cNvContentPartPr/>
                <p14:nvPr/>
              </p14:nvContentPartPr>
              <p14:xfrm>
                <a:off x="11321069" y="6190799"/>
                <a:ext cx="69840" cy="400320"/>
              </p14:xfrm>
            </p:contentPart>
          </mc:Choice>
          <mc:Fallback xmlns="">
            <p:pic>
              <p:nvPicPr>
                <p:cNvPr id="8344" name="Ink 8343">
                  <a:extLst>
                    <a:ext uri="{FF2B5EF4-FFF2-40B4-BE49-F238E27FC236}">
                      <a16:creationId xmlns:a16="http://schemas.microsoft.com/office/drawing/2014/main" id="{7F7CA7C0-C2FE-442D-8A1F-3012BC2EC55B}"/>
                    </a:ext>
                  </a:extLst>
                </p:cNvPr>
                <p:cNvPicPr/>
                <p:nvPr/>
              </p:nvPicPr>
              <p:blipFill>
                <a:blip r:embed="rId269"/>
                <a:stretch>
                  <a:fillRect/>
                </a:stretch>
              </p:blipFill>
              <p:spPr>
                <a:xfrm>
                  <a:off x="11312069" y="6181799"/>
                  <a:ext cx="87480" cy="417960"/>
                </a:xfrm>
                <a:prstGeom prst="rect">
                  <a:avLst/>
                </a:prstGeom>
              </p:spPr>
            </p:pic>
          </mc:Fallback>
        </mc:AlternateContent>
      </p:grpSp>
    </p:spTree>
    <p:extLst>
      <p:ext uri="{BB962C8B-B14F-4D97-AF65-F5344CB8AC3E}">
        <p14:creationId xmlns:p14="http://schemas.microsoft.com/office/powerpoint/2010/main" val="6183005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DB5E-406B-4DF8-8E46-82F672794B14}"/>
              </a:ext>
            </a:extLst>
          </p:cNvPr>
          <p:cNvSpPr>
            <a:spLocks noGrp="1"/>
          </p:cNvSpPr>
          <p:nvPr>
            <p:ph type="title"/>
          </p:nvPr>
        </p:nvSpPr>
        <p:spPr>
          <a:xfrm>
            <a:off x="862049" y="127388"/>
            <a:ext cx="9601200" cy="1485900"/>
          </a:xfrm>
        </p:spPr>
        <p:txBody>
          <a:bodyPr/>
          <a:lstStyle/>
          <a:p>
            <a:r>
              <a:rPr lang="en-AU" dirty="0"/>
              <a:t>Practice:</a:t>
            </a:r>
          </a:p>
        </p:txBody>
      </p:sp>
      <p:sp>
        <p:nvSpPr>
          <p:cNvPr id="3" name="Text Placeholder 2">
            <a:extLst>
              <a:ext uri="{FF2B5EF4-FFF2-40B4-BE49-F238E27FC236}">
                <a16:creationId xmlns:a16="http://schemas.microsoft.com/office/drawing/2014/main" id="{38FB14CA-3423-4C7D-83E4-0B05CB98AB45}"/>
              </a:ext>
            </a:extLst>
          </p:cNvPr>
          <p:cNvSpPr>
            <a:spLocks noGrp="1"/>
          </p:cNvSpPr>
          <p:nvPr>
            <p:ph type="body" idx="1"/>
          </p:nvPr>
        </p:nvSpPr>
        <p:spPr>
          <a:xfrm>
            <a:off x="862049" y="741208"/>
            <a:ext cx="7800320" cy="823912"/>
          </a:xfrm>
        </p:spPr>
        <p:txBody>
          <a:bodyPr anchor="t"/>
          <a:lstStyle/>
          <a:p>
            <a:r>
              <a:rPr lang="en-AU" dirty="0"/>
              <a:t>Calculate the volume of the following solids:</a:t>
            </a:r>
          </a:p>
        </p:txBody>
      </p:sp>
      <p:pic>
        <p:nvPicPr>
          <p:cNvPr id="9218" name="Picture 2" descr="Right Pyramids, Right Cones And Spheres | Measurements | Siyavula">
            <a:extLst>
              <a:ext uri="{FF2B5EF4-FFF2-40B4-BE49-F238E27FC236}">
                <a16:creationId xmlns:a16="http://schemas.microsoft.com/office/drawing/2014/main" id="{92185D24-BB2B-4FCA-A04C-E390795882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4206" y="1370613"/>
            <a:ext cx="2505075" cy="2609850"/>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Volume of Pyramids &amp; Cones Exercises">
            <a:extLst>
              <a:ext uri="{FF2B5EF4-FFF2-40B4-BE49-F238E27FC236}">
                <a16:creationId xmlns:a16="http://schemas.microsoft.com/office/drawing/2014/main" id="{C604FC62-324A-4AFF-91C5-A0A3C39424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6020" y="1576849"/>
            <a:ext cx="3829386" cy="2101189"/>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Group 18">
            <a:extLst>
              <a:ext uri="{FF2B5EF4-FFF2-40B4-BE49-F238E27FC236}">
                <a16:creationId xmlns:a16="http://schemas.microsoft.com/office/drawing/2014/main" id="{6992DA3E-77D1-499B-8778-E32DB404B30E}"/>
              </a:ext>
            </a:extLst>
          </p:cNvPr>
          <p:cNvGrpSpPr/>
          <p:nvPr/>
        </p:nvGrpSpPr>
        <p:grpSpPr>
          <a:xfrm>
            <a:off x="1034227" y="4465931"/>
            <a:ext cx="1754280" cy="446400"/>
            <a:chOff x="1034227" y="4465931"/>
            <a:chExt cx="1754280" cy="446400"/>
          </a:xfrm>
        </p:grpSpPr>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97CDDA7C-5283-4272-B4D3-E2A6E28373F1}"/>
                    </a:ext>
                  </a:extLst>
                </p14:cNvPr>
                <p14:cNvContentPartPr/>
                <p14:nvPr/>
              </p14:nvContentPartPr>
              <p14:xfrm>
                <a:off x="1034227" y="4465931"/>
                <a:ext cx="219600" cy="409320"/>
              </p14:xfrm>
            </p:contentPart>
          </mc:Choice>
          <mc:Fallback xmlns="">
            <p:pic>
              <p:nvPicPr>
                <p:cNvPr id="4" name="Ink 3">
                  <a:extLst>
                    <a:ext uri="{FF2B5EF4-FFF2-40B4-BE49-F238E27FC236}">
                      <a16:creationId xmlns:a16="http://schemas.microsoft.com/office/drawing/2014/main" id="{97CDDA7C-5283-4272-B4D3-E2A6E28373F1}"/>
                    </a:ext>
                  </a:extLst>
                </p:cNvPr>
                <p:cNvPicPr/>
                <p:nvPr/>
              </p:nvPicPr>
              <p:blipFill>
                <a:blip r:embed="rId5"/>
                <a:stretch>
                  <a:fillRect/>
                </a:stretch>
              </p:blipFill>
              <p:spPr>
                <a:xfrm>
                  <a:off x="1025227" y="4457291"/>
                  <a:ext cx="237240" cy="426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917A65E6-5FB2-40D7-8E21-963950A0C9A9}"/>
                    </a:ext>
                  </a:extLst>
                </p14:cNvPr>
                <p14:cNvContentPartPr/>
                <p14:nvPr/>
              </p14:nvContentPartPr>
              <p14:xfrm>
                <a:off x="1326907" y="4625051"/>
                <a:ext cx="111600" cy="10440"/>
              </p14:xfrm>
            </p:contentPart>
          </mc:Choice>
          <mc:Fallback xmlns="">
            <p:pic>
              <p:nvPicPr>
                <p:cNvPr id="5" name="Ink 4">
                  <a:extLst>
                    <a:ext uri="{FF2B5EF4-FFF2-40B4-BE49-F238E27FC236}">
                      <a16:creationId xmlns:a16="http://schemas.microsoft.com/office/drawing/2014/main" id="{917A65E6-5FB2-40D7-8E21-963950A0C9A9}"/>
                    </a:ext>
                  </a:extLst>
                </p:cNvPr>
                <p:cNvPicPr/>
                <p:nvPr/>
              </p:nvPicPr>
              <p:blipFill>
                <a:blip r:embed="rId7"/>
                <a:stretch>
                  <a:fillRect/>
                </a:stretch>
              </p:blipFill>
              <p:spPr>
                <a:xfrm>
                  <a:off x="1318267" y="4616411"/>
                  <a:ext cx="1292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F05452A8-F30A-4C4F-833A-D6F81336E67A}"/>
                    </a:ext>
                  </a:extLst>
                </p14:cNvPr>
                <p14:cNvContentPartPr/>
                <p14:nvPr/>
              </p14:nvContentPartPr>
              <p14:xfrm>
                <a:off x="1329427" y="4695251"/>
                <a:ext cx="110160" cy="10080"/>
              </p14:xfrm>
            </p:contentPart>
          </mc:Choice>
          <mc:Fallback xmlns="">
            <p:pic>
              <p:nvPicPr>
                <p:cNvPr id="6" name="Ink 5">
                  <a:extLst>
                    <a:ext uri="{FF2B5EF4-FFF2-40B4-BE49-F238E27FC236}">
                      <a16:creationId xmlns:a16="http://schemas.microsoft.com/office/drawing/2014/main" id="{F05452A8-F30A-4C4F-833A-D6F81336E67A}"/>
                    </a:ext>
                  </a:extLst>
                </p:cNvPr>
                <p:cNvPicPr/>
                <p:nvPr/>
              </p:nvPicPr>
              <p:blipFill>
                <a:blip r:embed="rId9"/>
                <a:stretch>
                  <a:fillRect/>
                </a:stretch>
              </p:blipFill>
              <p:spPr>
                <a:xfrm>
                  <a:off x="1320427" y="4686251"/>
                  <a:ext cx="12780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7BB04316-DB59-4544-9B4F-A4CF77D0DAF3}"/>
                    </a:ext>
                  </a:extLst>
                </p14:cNvPr>
                <p14:cNvContentPartPr/>
                <p14:nvPr/>
              </p14:nvContentPartPr>
              <p14:xfrm>
                <a:off x="1721107" y="4472771"/>
                <a:ext cx="10800" cy="173880"/>
              </p14:xfrm>
            </p:contentPart>
          </mc:Choice>
          <mc:Fallback xmlns="">
            <p:pic>
              <p:nvPicPr>
                <p:cNvPr id="8" name="Ink 7">
                  <a:extLst>
                    <a:ext uri="{FF2B5EF4-FFF2-40B4-BE49-F238E27FC236}">
                      <a16:creationId xmlns:a16="http://schemas.microsoft.com/office/drawing/2014/main" id="{7BB04316-DB59-4544-9B4F-A4CF77D0DAF3}"/>
                    </a:ext>
                  </a:extLst>
                </p:cNvPr>
                <p:cNvPicPr/>
                <p:nvPr/>
              </p:nvPicPr>
              <p:blipFill>
                <a:blip r:embed="rId11"/>
                <a:stretch>
                  <a:fillRect/>
                </a:stretch>
              </p:blipFill>
              <p:spPr>
                <a:xfrm>
                  <a:off x="1712107" y="4464131"/>
                  <a:ext cx="2844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DCB81271-6844-4338-A165-BD4AC28336FC}"/>
                    </a:ext>
                  </a:extLst>
                </p14:cNvPr>
                <p14:cNvContentPartPr/>
                <p14:nvPr/>
              </p14:nvContentPartPr>
              <p14:xfrm>
                <a:off x="1573867" y="4633691"/>
                <a:ext cx="297720" cy="82800"/>
              </p14:xfrm>
            </p:contentPart>
          </mc:Choice>
          <mc:Fallback xmlns="">
            <p:pic>
              <p:nvPicPr>
                <p:cNvPr id="9" name="Ink 8">
                  <a:extLst>
                    <a:ext uri="{FF2B5EF4-FFF2-40B4-BE49-F238E27FC236}">
                      <a16:creationId xmlns:a16="http://schemas.microsoft.com/office/drawing/2014/main" id="{DCB81271-6844-4338-A165-BD4AC28336FC}"/>
                    </a:ext>
                  </a:extLst>
                </p:cNvPr>
                <p:cNvPicPr/>
                <p:nvPr/>
              </p:nvPicPr>
              <p:blipFill>
                <a:blip r:embed="rId13"/>
                <a:stretch>
                  <a:fillRect/>
                </a:stretch>
              </p:blipFill>
              <p:spPr>
                <a:xfrm>
                  <a:off x="1565227" y="4624691"/>
                  <a:ext cx="31536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FBD08939-A55D-4386-8CDB-583619C1666C}"/>
                    </a:ext>
                  </a:extLst>
                </p14:cNvPr>
                <p14:cNvContentPartPr/>
                <p14:nvPr/>
              </p14:nvContentPartPr>
              <p14:xfrm>
                <a:off x="1635427" y="4709291"/>
                <a:ext cx="201600" cy="203040"/>
              </p14:xfrm>
            </p:contentPart>
          </mc:Choice>
          <mc:Fallback xmlns="">
            <p:pic>
              <p:nvPicPr>
                <p:cNvPr id="10" name="Ink 9">
                  <a:extLst>
                    <a:ext uri="{FF2B5EF4-FFF2-40B4-BE49-F238E27FC236}">
                      <a16:creationId xmlns:a16="http://schemas.microsoft.com/office/drawing/2014/main" id="{FBD08939-A55D-4386-8CDB-583619C1666C}"/>
                    </a:ext>
                  </a:extLst>
                </p:cNvPr>
                <p:cNvPicPr/>
                <p:nvPr/>
              </p:nvPicPr>
              <p:blipFill>
                <a:blip r:embed="rId15"/>
                <a:stretch>
                  <a:fillRect/>
                </a:stretch>
              </p:blipFill>
              <p:spPr>
                <a:xfrm>
                  <a:off x="1626787" y="4700291"/>
                  <a:ext cx="21924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6608B938-7143-49A8-8E0B-BA4BD24DB29D}"/>
                    </a:ext>
                  </a:extLst>
                </p14:cNvPr>
                <p14:cNvContentPartPr/>
                <p14:nvPr/>
              </p14:nvContentPartPr>
              <p14:xfrm>
                <a:off x="1928827" y="4674011"/>
                <a:ext cx="93960" cy="104760"/>
              </p14:xfrm>
            </p:contentPart>
          </mc:Choice>
          <mc:Fallback xmlns="">
            <p:pic>
              <p:nvPicPr>
                <p:cNvPr id="11" name="Ink 10">
                  <a:extLst>
                    <a:ext uri="{FF2B5EF4-FFF2-40B4-BE49-F238E27FC236}">
                      <a16:creationId xmlns:a16="http://schemas.microsoft.com/office/drawing/2014/main" id="{6608B938-7143-49A8-8E0B-BA4BD24DB29D}"/>
                    </a:ext>
                  </a:extLst>
                </p:cNvPr>
                <p:cNvPicPr/>
                <p:nvPr/>
              </p:nvPicPr>
              <p:blipFill>
                <a:blip r:embed="rId17"/>
                <a:stretch>
                  <a:fillRect/>
                </a:stretch>
              </p:blipFill>
              <p:spPr>
                <a:xfrm>
                  <a:off x="1919827" y="4665011"/>
                  <a:ext cx="11160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76DEC89F-DE98-481C-91C8-6B2AB45A5B3A}"/>
                    </a:ext>
                  </a:extLst>
                </p14:cNvPr>
                <p14:cNvContentPartPr/>
                <p14:nvPr/>
              </p14:nvContentPartPr>
              <p14:xfrm>
                <a:off x="1913347" y="4685171"/>
                <a:ext cx="92880" cy="97920"/>
              </p14:xfrm>
            </p:contentPart>
          </mc:Choice>
          <mc:Fallback xmlns="">
            <p:pic>
              <p:nvPicPr>
                <p:cNvPr id="12" name="Ink 11">
                  <a:extLst>
                    <a:ext uri="{FF2B5EF4-FFF2-40B4-BE49-F238E27FC236}">
                      <a16:creationId xmlns:a16="http://schemas.microsoft.com/office/drawing/2014/main" id="{76DEC89F-DE98-481C-91C8-6B2AB45A5B3A}"/>
                    </a:ext>
                  </a:extLst>
                </p:cNvPr>
                <p:cNvPicPr/>
                <p:nvPr/>
              </p:nvPicPr>
              <p:blipFill>
                <a:blip r:embed="rId19"/>
                <a:stretch>
                  <a:fillRect/>
                </a:stretch>
              </p:blipFill>
              <p:spPr>
                <a:xfrm>
                  <a:off x="1904707" y="4676531"/>
                  <a:ext cx="11052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BDE06F02-2F66-4602-A1D6-6605D6BD4743}"/>
                    </a:ext>
                  </a:extLst>
                </p14:cNvPr>
                <p14:cNvContentPartPr/>
                <p14:nvPr/>
              </p14:nvContentPartPr>
              <p14:xfrm>
                <a:off x="2144827" y="4636211"/>
                <a:ext cx="132480" cy="124200"/>
              </p14:xfrm>
            </p:contentPart>
          </mc:Choice>
          <mc:Fallback xmlns="">
            <p:pic>
              <p:nvPicPr>
                <p:cNvPr id="13" name="Ink 12">
                  <a:extLst>
                    <a:ext uri="{FF2B5EF4-FFF2-40B4-BE49-F238E27FC236}">
                      <a16:creationId xmlns:a16="http://schemas.microsoft.com/office/drawing/2014/main" id="{BDE06F02-2F66-4602-A1D6-6605D6BD4743}"/>
                    </a:ext>
                  </a:extLst>
                </p:cNvPr>
                <p:cNvPicPr/>
                <p:nvPr/>
              </p:nvPicPr>
              <p:blipFill>
                <a:blip r:embed="rId21"/>
                <a:stretch>
                  <a:fillRect/>
                </a:stretch>
              </p:blipFill>
              <p:spPr>
                <a:xfrm>
                  <a:off x="2136187" y="4627571"/>
                  <a:ext cx="15012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9055BE4D-5323-467A-A4AA-81043A3A167D}"/>
                    </a:ext>
                  </a:extLst>
                </p14:cNvPr>
                <p14:cNvContentPartPr/>
                <p14:nvPr/>
              </p14:nvContentPartPr>
              <p14:xfrm>
                <a:off x="2161387" y="4488251"/>
                <a:ext cx="13320" cy="228600"/>
              </p14:xfrm>
            </p:contentPart>
          </mc:Choice>
          <mc:Fallback xmlns="">
            <p:pic>
              <p:nvPicPr>
                <p:cNvPr id="14" name="Ink 13">
                  <a:extLst>
                    <a:ext uri="{FF2B5EF4-FFF2-40B4-BE49-F238E27FC236}">
                      <a16:creationId xmlns:a16="http://schemas.microsoft.com/office/drawing/2014/main" id="{9055BE4D-5323-467A-A4AA-81043A3A167D}"/>
                    </a:ext>
                  </a:extLst>
                </p:cNvPr>
                <p:cNvPicPr/>
                <p:nvPr/>
              </p:nvPicPr>
              <p:blipFill>
                <a:blip r:embed="rId23"/>
                <a:stretch>
                  <a:fillRect/>
                </a:stretch>
              </p:blipFill>
              <p:spPr>
                <a:xfrm>
                  <a:off x="2152747" y="4479611"/>
                  <a:ext cx="3096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490269AC-E756-410B-B7B0-3B7DBC51B89A}"/>
                    </a:ext>
                  </a:extLst>
                </p14:cNvPr>
                <p14:cNvContentPartPr/>
                <p14:nvPr/>
              </p14:nvContentPartPr>
              <p14:xfrm>
                <a:off x="2353267" y="4634771"/>
                <a:ext cx="92520" cy="111960"/>
              </p14:xfrm>
            </p:contentPart>
          </mc:Choice>
          <mc:Fallback xmlns="">
            <p:pic>
              <p:nvPicPr>
                <p:cNvPr id="16" name="Ink 15">
                  <a:extLst>
                    <a:ext uri="{FF2B5EF4-FFF2-40B4-BE49-F238E27FC236}">
                      <a16:creationId xmlns:a16="http://schemas.microsoft.com/office/drawing/2014/main" id="{490269AC-E756-410B-B7B0-3B7DBC51B89A}"/>
                    </a:ext>
                  </a:extLst>
                </p:cNvPr>
                <p:cNvPicPr/>
                <p:nvPr/>
              </p:nvPicPr>
              <p:blipFill>
                <a:blip r:embed="rId25"/>
                <a:stretch>
                  <a:fillRect/>
                </a:stretch>
              </p:blipFill>
              <p:spPr>
                <a:xfrm>
                  <a:off x="2344627" y="4626131"/>
                  <a:ext cx="11016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C10E7B1B-2047-4763-99C5-A17BA5784BD5}"/>
                    </a:ext>
                  </a:extLst>
                </p14:cNvPr>
                <p14:cNvContentPartPr/>
                <p14:nvPr/>
              </p14:nvContentPartPr>
              <p14:xfrm>
                <a:off x="2343187" y="4635131"/>
                <a:ext cx="106560" cy="87480"/>
              </p14:xfrm>
            </p:contentPart>
          </mc:Choice>
          <mc:Fallback xmlns="">
            <p:pic>
              <p:nvPicPr>
                <p:cNvPr id="17" name="Ink 16">
                  <a:extLst>
                    <a:ext uri="{FF2B5EF4-FFF2-40B4-BE49-F238E27FC236}">
                      <a16:creationId xmlns:a16="http://schemas.microsoft.com/office/drawing/2014/main" id="{C10E7B1B-2047-4763-99C5-A17BA5784BD5}"/>
                    </a:ext>
                  </a:extLst>
                </p:cNvPr>
                <p:cNvPicPr/>
                <p:nvPr/>
              </p:nvPicPr>
              <p:blipFill>
                <a:blip r:embed="rId27"/>
                <a:stretch>
                  <a:fillRect/>
                </a:stretch>
              </p:blipFill>
              <p:spPr>
                <a:xfrm>
                  <a:off x="2334187" y="4626491"/>
                  <a:ext cx="12420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CEBE1297-1F82-497A-891E-E3BBD8D3D0A3}"/>
                    </a:ext>
                  </a:extLst>
                </p14:cNvPr>
                <p14:cNvContentPartPr/>
                <p14:nvPr/>
              </p14:nvContentPartPr>
              <p14:xfrm>
                <a:off x="2609227" y="4483931"/>
                <a:ext cx="179280" cy="252360"/>
              </p14:xfrm>
            </p:contentPart>
          </mc:Choice>
          <mc:Fallback xmlns="">
            <p:pic>
              <p:nvPicPr>
                <p:cNvPr id="18" name="Ink 17">
                  <a:extLst>
                    <a:ext uri="{FF2B5EF4-FFF2-40B4-BE49-F238E27FC236}">
                      <a16:creationId xmlns:a16="http://schemas.microsoft.com/office/drawing/2014/main" id="{CEBE1297-1F82-497A-891E-E3BBD8D3D0A3}"/>
                    </a:ext>
                  </a:extLst>
                </p:cNvPr>
                <p:cNvPicPr/>
                <p:nvPr/>
              </p:nvPicPr>
              <p:blipFill>
                <a:blip r:embed="rId29"/>
                <a:stretch>
                  <a:fillRect/>
                </a:stretch>
              </p:blipFill>
              <p:spPr>
                <a:xfrm>
                  <a:off x="2600227" y="4474931"/>
                  <a:ext cx="196920" cy="270000"/>
                </a:xfrm>
                <a:prstGeom prst="rect">
                  <a:avLst/>
                </a:prstGeom>
              </p:spPr>
            </p:pic>
          </mc:Fallback>
        </mc:AlternateContent>
      </p:grpSp>
      <p:grpSp>
        <p:nvGrpSpPr>
          <p:cNvPr id="9222" name="Group 9221">
            <a:extLst>
              <a:ext uri="{FF2B5EF4-FFF2-40B4-BE49-F238E27FC236}">
                <a16:creationId xmlns:a16="http://schemas.microsoft.com/office/drawing/2014/main" id="{AE06D8A7-837F-4E53-B324-4149614785AD}"/>
              </a:ext>
            </a:extLst>
          </p:cNvPr>
          <p:cNvGrpSpPr/>
          <p:nvPr/>
        </p:nvGrpSpPr>
        <p:grpSpPr>
          <a:xfrm>
            <a:off x="1330147" y="5051291"/>
            <a:ext cx="1977498" cy="527040"/>
            <a:chOff x="1330147" y="5051291"/>
            <a:chExt cx="1977498" cy="527040"/>
          </a:xfrm>
        </p:grpSpPr>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41AC9E95-279B-40A3-B51D-6021AA1DBB38}"/>
                    </a:ext>
                  </a:extLst>
                </p14:cNvPr>
                <p14:cNvContentPartPr/>
                <p14:nvPr/>
              </p14:nvContentPartPr>
              <p14:xfrm>
                <a:off x="1330147" y="5234891"/>
                <a:ext cx="154440" cy="7200"/>
              </p14:xfrm>
            </p:contentPart>
          </mc:Choice>
          <mc:Fallback xmlns="">
            <p:pic>
              <p:nvPicPr>
                <p:cNvPr id="20" name="Ink 19">
                  <a:extLst>
                    <a:ext uri="{FF2B5EF4-FFF2-40B4-BE49-F238E27FC236}">
                      <a16:creationId xmlns:a16="http://schemas.microsoft.com/office/drawing/2014/main" id="{41AC9E95-279B-40A3-B51D-6021AA1DBB38}"/>
                    </a:ext>
                  </a:extLst>
                </p:cNvPr>
                <p:cNvPicPr/>
                <p:nvPr/>
              </p:nvPicPr>
              <p:blipFill>
                <a:blip r:embed="rId31"/>
                <a:stretch>
                  <a:fillRect/>
                </a:stretch>
              </p:blipFill>
              <p:spPr>
                <a:xfrm>
                  <a:off x="1321147" y="5225891"/>
                  <a:ext cx="17208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E41F88EC-C677-4DE7-A975-51D0DDB5B364}"/>
                    </a:ext>
                  </a:extLst>
                </p14:cNvPr>
                <p14:cNvContentPartPr/>
                <p14:nvPr/>
              </p14:nvContentPartPr>
              <p14:xfrm>
                <a:off x="1336627" y="5301851"/>
                <a:ext cx="139680" cy="19440"/>
              </p14:xfrm>
            </p:contentPart>
          </mc:Choice>
          <mc:Fallback xmlns="">
            <p:pic>
              <p:nvPicPr>
                <p:cNvPr id="21" name="Ink 20">
                  <a:extLst>
                    <a:ext uri="{FF2B5EF4-FFF2-40B4-BE49-F238E27FC236}">
                      <a16:creationId xmlns:a16="http://schemas.microsoft.com/office/drawing/2014/main" id="{E41F88EC-C677-4DE7-A975-51D0DDB5B364}"/>
                    </a:ext>
                  </a:extLst>
                </p:cNvPr>
                <p:cNvPicPr/>
                <p:nvPr/>
              </p:nvPicPr>
              <p:blipFill>
                <a:blip r:embed="rId33"/>
                <a:stretch>
                  <a:fillRect/>
                </a:stretch>
              </p:blipFill>
              <p:spPr>
                <a:xfrm>
                  <a:off x="1327627" y="5292851"/>
                  <a:ext cx="15732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6FDE71A9-1D4C-4F2D-AB09-5E7123383D9C}"/>
                    </a:ext>
                  </a:extLst>
                </p14:cNvPr>
                <p14:cNvContentPartPr/>
                <p14:nvPr/>
              </p14:nvContentPartPr>
              <p14:xfrm>
                <a:off x="1761067" y="5051291"/>
                <a:ext cx="5040" cy="263520"/>
              </p14:xfrm>
            </p:contentPart>
          </mc:Choice>
          <mc:Fallback xmlns="">
            <p:pic>
              <p:nvPicPr>
                <p:cNvPr id="22" name="Ink 21">
                  <a:extLst>
                    <a:ext uri="{FF2B5EF4-FFF2-40B4-BE49-F238E27FC236}">
                      <a16:creationId xmlns:a16="http://schemas.microsoft.com/office/drawing/2014/main" id="{6FDE71A9-1D4C-4F2D-AB09-5E7123383D9C}"/>
                    </a:ext>
                  </a:extLst>
                </p:cNvPr>
                <p:cNvPicPr/>
                <p:nvPr/>
              </p:nvPicPr>
              <p:blipFill>
                <a:blip r:embed="rId35"/>
                <a:stretch>
                  <a:fillRect/>
                </a:stretch>
              </p:blipFill>
              <p:spPr>
                <a:xfrm>
                  <a:off x="1752067" y="5042651"/>
                  <a:ext cx="2268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0A492A1A-1CE2-4754-BC21-2BD6539AC02F}"/>
                    </a:ext>
                  </a:extLst>
                </p14:cNvPr>
                <p14:cNvContentPartPr/>
                <p14:nvPr/>
              </p14:nvContentPartPr>
              <p14:xfrm>
                <a:off x="1608427" y="5302931"/>
                <a:ext cx="282960" cy="28080"/>
              </p14:xfrm>
            </p:contentPart>
          </mc:Choice>
          <mc:Fallback xmlns="">
            <p:pic>
              <p:nvPicPr>
                <p:cNvPr id="23" name="Ink 22">
                  <a:extLst>
                    <a:ext uri="{FF2B5EF4-FFF2-40B4-BE49-F238E27FC236}">
                      <a16:creationId xmlns:a16="http://schemas.microsoft.com/office/drawing/2014/main" id="{0A492A1A-1CE2-4754-BC21-2BD6539AC02F}"/>
                    </a:ext>
                  </a:extLst>
                </p:cNvPr>
                <p:cNvPicPr/>
                <p:nvPr/>
              </p:nvPicPr>
              <p:blipFill>
                <a:blip r:embed="rId37"/>
                <a:stretch>
                  <a:fillRect/>
                </a:stretch>
              </p:blipFill>
              <p:spPr>
                <a:xfrm>
                  <a:off x="1599787" y="5293931"/>
                  <a:ext cx="30060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E06152D0-1EC1-4C0A-A21A-798578BE5CC8}"/>
                    </a:ext>
                  </a:extLst>
                </p14:cNvPr>
                <p14:cNvContentPartPr/>
                <p14:nvPr/>
              </p14:nvContentPartPr>
              <p14:xfrm>
                <a:off x="1669267" y="5366291"/>
                <a:ext cx="193680" cy="212040"/>
              </p14:xfrm>
            </p:contentPart>
          </mc:Choice>
          <mc:Fallback xmlns="">
            <p:pic>
              <p:nvPicPr>
                <p:cNvPr id="24" name="Ink 23">
                  <a:extLst>
                    <a:ext uri="{FF2B5EF4-FFF2-40B4-BE49-F238E27FC236}">
                      <a16:creationId xmlns:a16="http://schemas.microsoft.com/office/drawing/2014/main" id="{E06152D0-1EC1-4C0A-A21A-798578BE5CC8}"/>
                    </a:ext>
                  </a:extLst>
                </p:cNvPr>
                <p:cNvPicPr/>
                <p:nvPr/>
              </p:nvPicPr>
              <p:blipFill>
                <a:blip r:embed="rId39"/>
                <a:stretch>
                  <a:fillRect/>
                </a:stretch>
              </p:blipFill>
              <p:spPr>
                <a:xfrm>
                  <a:off x="1660627" y="5357291"/>
                  <a:ext cx="21132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48897EB2-A65A-4095-8401-57D77B11AB46}"/>
                    </a:ext>
                  </a:extLst>
                </p14:cNvPr>
                <p14:cNvContentPartPr/>
                <p14:nvPr/>
              </p14:nvContentPartPr>
              <p14:xfrm>
                <a:off x="1992547" y="5237051"/>
                <a:ext cx="114480" cy="139680"/>
              </p14:xfrm>
            </p:contentPart>
          </mc:Choice>
          <mc:Fallback xmlns="">
            <p:pic>
              <p:nvPicPr>
                <p:cNvPr id="25" name="Ink 24">
                  <a:extLst>
                    <a:ext uri="{FF2B5EF4-FFF2-40B4-BE49-F238E27FC236}">
                      <a16:creationId xmlns:a16="http://schemas.microsoft.com/office/drawing/2014/main" id="{48897EB2-A65A-4095-8401-57D77B11AB46}"/>
                    </a:ext>
                  </a:extLst>
                </p:cNvPr>
                <p:cNvPicPr/>
                <p:nvPr/>
              </p:nvPicPr>
              <p:blipFill>
                <a:blip r:embed="rId41"/>
                <a:stretch>
                  <a:fillRect/>
                </a:stretch>
              </p:blipFill>
              <p:spPr>
                <a:xfrm>
                  <a:off x="1983907" y="5228051"/>
                  <a:ext cx="13212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287DE5B1-DA46-4551-9A4A-0C534B436328}"/>
                    </a:ext>
                  </a:extLst>
                </p14:cNvPr>
                <p14:cNvContentPartPr/>
                <p14:nvPr/>
              </p14:nvContentPartPr>
              <p14:xfrm>
                <a:off x="2009107" y="5250371"/>
                <a:ext cx="106920" cy="95760"/>
              </p14:xfrm>
            </p:contentPart>
          </mc:Choice>
          <mc:Fallback xmlns="">
            <p:pic>
              <p:nvPicPr>
                <p:cNvPr id="26" name="Ink 25">
                  <a:extLst>
                    <a:ext uri="{FF2B5EF4-FFF2-40B4-BE49-F238E27FC236}">
                      <a16:creationId xmlns:a16="http://schemas.microsoft.com/office/drawing/2014/main" id="{287DE5B1-DA46-4551-9A4A-0C534B436328}"/>
                    </a:ext>
                  </a:extLst>
                </p:cNvPr>
                <p:cNvPicPr/>
                <p:nvPr/>
              </p:nvPicPr>
              <p:blipFill>
                <a:blip r:embed="rId43"/>
                <a:stretch>
                  <a:fillRect/>
                </a:stretch>
              </p:blipFill>
              <p:spPr>
                <a:xfrm>
                  <a:off x="2000467" y="5241371"/>
                  <a:ext cx="12456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8" name="Ink 27">
                  <a:extLst>
                    <a:ext uri="{FF2B5EF4-FFF2-40B4-BE49-F238E27FC236}">
                      <a16:creationId xmlns:a16="http://schemas.microsoft.com/office/drawing/2014/main" id="{703F980B-D99A-4848-A56B-F18A45C99195}"/>
                    </a:ext>
                  </a:extLst>
                </p14:cNvPr>
                <p14:cNvContentPartPr/>
                <p14:nvPr/>
              </p14:nvContentPartPr>
              <p14:xfrm>
                <a:off x="2263267" y="5135891"/>
                <a:ext cx="195120" cy="283680"/>
              </p14:xfrm>
            </p:contentPart>
          </mc:Choice>
          <mc:Fallback xmlns="">
            <p:pic>
              <p:nvPicPr>
                <p:cNvPr id="28" name="Ink 27">
                  <a:extLst>
                    <a:ext uri="{FF2B5EF4-FFF2-40B4-BE49-F238E27FC236}">
                      <a16:creationId xmlns:a16="http://schemas.microsoft.com/office/drawing/2014/main" id="{703F980B-D99A-4848-A56B-F18A45C99195}"/>
                    </a:ext>
                  </a:extLst>
                </p:cNvPr>
                <p:cNvPicPr/>
                <p:nvPr/>
              </p:nvPicPr>
              <p:blipFill>
                <a:blip r:embed="rId45"/>
                <a:stretch>
                  <a:fillRect/>
                </a:stretch>
              </p:blipFill>
              <p:spPr>
                <a:xfrm>
                  <a:off x="2254627" y="5126891"/>
                  <a:ext cx="21276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9" name="Ink 28">
                  <a:extLst>
                    <a:ext uri="{FF2B5EF4-FFF2-40B4-BE49-F238E27FC236}">
                      <a16:creationId xmlns:a16="http://schemas.microsoft.com/office/drawing/2014/main" id="{496C997F-DFF3-427D-B285-77A2BCCD4E2A}"/>
                    </a:ext>
                  </a:extLst>
                </p14:cNvPr>
                <p14:cNvContentPartPr/>
                <p14:nvPr/>
              </p14:nvContentPartPr>
              <p14:xfrm>
                <a:off x="2446867" y="5262251"/>
                <a:ext cx="100440" cy="93240"/>
              </p14:xfrm>
            </p:contentPart>
          </mc:Choice>
          <mc:Fallback xmlns="">
            <p:pic>
              <p:nvPicPr>
                <p:cNvPr id="29" name="Ink 28">
                  <a:extLst>
                    <a:ext uri="{FF2B5EF4-FFF2-40B4-BE49-F238E27FC236}">
                      <a16:creationId xmlns:a16="http://schemas.microsoft.com/office/drawing/2014/main" id="{496C997F-DFF3-427D-B285-77A2BCCD4E2A}"/>
                    </a:ext>
                  </a:extLst>
                </p:cNvPr>
                <p:cNvPicPr/>
                <p:nvPr/>
              </p:nvPicPr>
              <p:blipFill>
                <a:blip r:embed="rId47"/>
                <a:stretch>
                  <a:fillRect/>
                </a:stretch>
              </p:blipFill>
              <p:spPr>
                <a:xfrm>
                  <a:off x="2438227" y="5253611"/>
                  <a:ext cx="11808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4EB68E25-C24E-416B-94A0-78A73582B7F2}"/>
                    </a:ext>
                  </a:extLst>
                </p14:cNvPr>
                <p14:cNvContentPartPr/>
                <p14:nvPr/>
              </p14:nvContentPartPr>
              <p14:xfrm>
                <a:off x="2454067" y="5269091"/>
                <a:ext cx="93960" cy="96840"/>
              </p14:xfrm>
            </p:contentPart>
          </mc:Choice>
          <mc:Fallback xmlns="">
            <p:pic>
              <p:nvPicPr>
                <p:cNvPr id="30" name="Ink 29">
                  <a:extLst>
                    <a:ext uri="{FF2B5EF4-FFF2-40B4-BE49-F238E27FC236}">
                      <a16:creationId xmlns:a16="http://schemas.microsoft.com/office/drawing/2014/main" id="{4EB68E25-C24E-416B-94A0-78A73582B7F2}"/>
                    </a:ext>
                  </a:extLst>
                </p:cNvPr>
                <p:cNvPicPr/>
                <p:nvPr/>
              </p:nvPicPr>
              <p:blipFill>
                <a:blip r:embed="rId49"/>
                <a:stretch>
                  <a:fillRect/>
                </a:stretch>
              </p:blipFill>
              <p:spPr>
                <a:xfrm>
                  <a:off x="2445427" y="5260091"/>
                  <a:ext cx="11160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C6C671A3-68CA-4408-9EB0-F9ED98D1AE10}"/>
                    </a:ext>
                  </a:extLst>
                </p14:cNvPr>
                <p14:cNvContentPartPr/>
                <p14:nvPr/>
              </p14:nvContentPartPr>
              <p14:xfrm>
                <a:off x="2559547" y="5116091"/>
                <a:ext cx="203400" cy="313200"/>
              </p14:xfrm>
            </p:contentPart>
          </mc:Choice>
          <mc:Fallback xmlns="">
            <p:pic>
              <p:nvPicPr>
                <p:cNvPr id="31" name="Ink 30">
                  <a:extLst>
                    <a:ext uri="{FF2B5EF4-FFF2-40B4-BE49-F238E27FC236}">
                      <a16:creationId xmlns:a16="http://schemas.microsoft.com/office/drawing/2014/main" id="{C6C671A3-68CA-4408-9EB0-F9ED98D1AE10}"/>
                    </a:ext>
                  </a:extLst>
                </p:cNvPr>
                <p:cNvPicPr/>
                <p:nvPr/>
              </p:nvPicPr>
              <p:blipFill>
                <a:blip r:embed="rId51"/>
                <a:stretch>
                  <a:fillRect/>
                </a:stretch>
              </p:blipFill>
              <p:spPr>
                <a:xfrm>
                  <a:off x="2550907" y="5107451"/>
                  <a:ext cx="221040" cy="3308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9216" name="Ink 9215">
                  <a:extLst>
                    <a:ext uri="{FF2B5EF4-FFF2-40B4-BE49-F238E27FC236}">
                      <a16:creationId xmlns:a16="http://schemas.microsoft.com/office/drawing/2014/main" id="{FB495B9D-ABF6-4797-B428-251B2B079143}"/>
                    </a:ext>
                  </a:extLst>
                </p14:cNvPr>
                <p14:cNvContentPartPr/>
                <p14:nvPr/>
              </p14:nvContentPartPr>
              <p14:xfrm>
                <a:off x="2793187" y="5233451"/>
                <a:ext cx="128880" cy="71280"/>
              </p14:xfrm>
            </p:contentPart>
          </mc:Choice>
          <mc:Fallback xmlns="">
            <p:pic>
              <p:nvPicPr>
                <p:cNvPr id="9216" name="Ink 9215">
                  <a:extLst>
                    <a:ext uri="{FF2B5EF4-FFF2-40B4-BE49-F238E27FC236}">
                      <a16:creationId xmlns:a16="http://schemas.microsoft.com/office/drawing/2014/main" id="{FB495B9D-ABF6-4797-B428-251B2B079143}"/>
                    </a:ext>
                  </a:extLst>
                </p:cNvPr>
                <p:cNvPicPr/>
                <p:nvPr/>
              </p:nvPicPr>
              <p:blipFill>
                <a:blip r:embed="rId53"/>
                <a:stretch>
                  <a:fillRect/>
                </a:stretch>
              </p:blipFill>
              <p:spPr>
                <a:xfrm>
                  <a:off x="2784547" y="5224811"/>
                  <a:ext cx="14652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9217" name="Ink 9216">
                  <a:extLst>
                    <a:ext uri="{FF2B5EF4-FFF2-40B4-BE49-F238E27FC236}">
                      <a16:creationId xmlns:a16="http://schemas.microsoft.com/office/drawing/2014/main" id="{341BAA0F-ACC5-4B2A-B135-11B604A3C8EB}"/>
                    </a:ext>
                  </a:extLst>
                </p14:cNvPr>
                <p14:cNvContentPartPr/>
                <p14:nvPr/>
              </p14:nvContentPartPr>
              <p14:xfrm>
                <a:off x="2805427" y="5224091"/>
                <a:ext cx="111600" cy="144360"/>
              </p14:xfrm>
            </p:contentPart>
          </mc:Choice>
          <mc:Fallback xmlns="">
            <p:pic>
              <p:nvPicPr>
                <p:cNvPr id="9217" name="Ink 9216">
                  <a:extLst>
                    <a:ext uri="{FF2B5EF4-FFF2-40B4-BE49-F238E27FC236}">
                      <a16:creationId xmlns:a16="http://schemas.microsoft.com/office/drawing/2014/main" id="{341BAA0F-ACC5-4B2A-B135-11B604A3C8EB}"/>
                    </a:ext>
                  </a:extLst>
                </p:cNvPr>
                <p:cNvPicPr/>
                <p:nvPr/>
              </p:nvPicPr>
              <p:blipFill>
                <a:blip r:embed="rId55"/>
                <a:stretch>
                  <a:fillRect/>
                </a:stretch>
              </p:blipFill>
              <p:spPr>
                <a:xfrm>
                  <a:off x="2796427" y="5215451"/>
                  <a:ext cx="12924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9221" name="Ink 9220">
                  <a:extLst>
                    <a:ext uri="{FF2B5EF4-FFF2-40B4-BE49-F238E27FC236}">
                      <a16:creationId xmlns:a16="http://schemas.microsoft.com/office/drawing/2014/main" id="{E03BD69F-32B6-45AD-B482-C75DE381ADE4}"/>
                    </a:ext>
                  </a:extLst>
                </p14:cNvPr>
                <p14:cNvContentPartPr/>
                <p14:nvPr/>
              </p14:nvContentPartPr>
              <p14:xfrm>
                <a:off x="3084085" y="5101208"/>
                <a:ext cx="223560" cy="330480"/>
              </p14:xfrm>
            </p:contentPart>
          </mc:Choice>
          <mc:Fallback xmlns="">
            <p:pic>
              <p:nvPicPr>
                <p:cNvPr id="9221" name="Ink 9220">
                  <a:extLst>
                    <a:ext uri="{FF2B5EF4-FFF2-40B4-BE49-F238E27FC236}">
                      <a16:creationId xmlns:a16="http://schemas.microsoft.com/office/drawing/2014/main" id="{E03BD69F-32B6-45AD-B482-C75DE381ADE4}"/>
                    </a:ext>
                  </a:extLst>
                </p:cNvPr>
                <p:cNvPicPr/>
                <p:nvPr/>
              </p:nvPicPr>
              <p:blipFill>
                <a:blip r:embed="rId57"/>
                <a:stretch>
                  <a:fillRect/>
                </a:stretch>
              </p:blipFill>
              <p:spPr>
                <a:xfrm>
                  <a:off x="3075445" y="5092208"/>
                  <a:ext cx="241200" cy="348120"/>
                </a:xfrm>
                <a:prstGeom prst="rect">
                  <a:avLst/>
                </a:prstGeom>
              </p:spPr>
            </p:pic>
          </mc:Fallback>
        </mc:AlternateContent>
      </p:grpSp>
      <p:grpSp>
        <p:nvGrpSpPr>
          <p:cNvPr id="9232" name="Group 9231">
            <a:extLst>
              <a:ext uri="{FF2B5EF4-FFF2-40B4-BE49-F238E27FC236}">
                <a16:creationId xmlns:a16="http://schemas.microsoft.com/office/drawing/2014/main" id="{07E2A8E5-C4ED-4C27-8E27-D7D0D25C557A}"/>
              </a:ext>
            </a:extLst>
          </p:cNvPr>
          <p:cNvGrpSpPr/>
          <p:nvPr/>
        </p:nvGrpSpPr>
        <p:grpSpPr>
          <a:xfrm>
            <a:off x="1294507" y="5743581"/>
            <a:ext cx="1289520" cy="546480"/>
            <a:chOff x="1294507" y="5743581"/>
            <a:chExt cx="1289520" cy="546480"/>
          </a:xfrm>
        </p:grpSpPr>
        <mc:AlternateContent xmlns:mc="http://schemas.openxmlformats.org/markup-compatibility/2006" xmlns:p14="http://schemas.microsoft.com/office/powerpoint/2010/main">
          <mc:Choice Requires="p14">
            <p:contentPart p14:bwMode="auto" r:id="rId58">
              <p14:nvContentPartPr>
                <p14:cNvPr id="9223" name="Ink 9222">
                  <a:extLst>
                    <a:ext uri="{FF2B5EF4-FFF2-40B4-BE49-F238E27FC236}">
                      <a16:creationId xmlns:a16="http://schemas.microsoft.com/office/drawing/2014/main" id="{03567E90-DBCE-4B73-9CB1-4B77866E06CC}"/>
                    </a:ext>
                  </a:extLst>
                </p14:cNvPr>
                <p14:cNvContentPartPr/>
                <p14:nvPr/>
              </p14:nvContentPartPr>
              <p14:xfrm>
                <a:off x="1325827" y="5976501"/>
                <a:ext cx="150120" cy="6120"/>
              </p14:xfrm>
            </p:contentPart>
          </mc:Choice>
          <mc:Fallback xmlns="">
            <p:pic>
              <p:nvPicPr>
                <p:cNvPr id="9223" name="Ink 9222">
                  <a:extLst>
                    <a:ext uri="{FF2B5EF4-FFF2-40B4-BE49-F238E27FC236}">
                      <a16:creationId xmlns:a16="http://schemas.microsoft.com/office/drawing/2014/main" id="{03567E90-DBCE-4B73-9CB1-4B77866E06CC}"/>
                    </a:ext>
                  </a:extLst>
                </p:cNvPr>
                <p:cNvPicPr/>
                <p:nvPr/>
              </p:nvPicPr>
              <p:blipFill>
                <a:blip r:embed="rId59"/>
                <a:stretch>
                  <a:fillRect/>
                </a:stretch>
              </p:blipFill>
              <p:spPr>
                <a:xfrm>
                  <a:off x="1316827" y="5967861"/>
                  <a:ext cx="16776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9224" name="Ink 9223">
                  <a:extLst>
                    <a:ext uri="{FF2B5EF4-FFF2-40B4-BE49-F238E27FC236}">
                      <a16:creationId xmlns:a16="http://schemas.microsoft.com/office/drawing/2014/main" id="{2E740618-1399-4372-BDD1-743A96CED835}"/>
                    </a:ext>
                  </a:extLst>
                </p14:cNvPr>
                <p14:cNvContentPartPr/>
                <p14:nvPr/>
              </p14:nvContentPartPr>
              <p14:xfrm>
                <a:off x="1474147" y="6054621"/>
                <a:ext cx="22320" cy="4680"/>
              </p14:xfrm>
            </p:contentPart>
          </mc:Choice>
          <mc:Fallback xmlns="">
            <p:pic>
              <p:nvPicPr>
                <p:cNvPr id="9224" name="Ink 9223">
                  <a:extLst>
                    <a:ext uri="{FF2B5EF4-FFF2-40B4-BE49-F238E27FC236}">
                      <a16:creationId xmlns:a16="http://schemas.microsoft.com/office/drawing/2014/main" id="{2E740618-1399-4372-BDD1-743A96CED835}"/>
                    </a:ext>
                  </a:extLst>
                </p:cNvPr>
                <p:cNvPicPr/>
                <p:nvPr/>
              </p:nvPicPr>
              <p:blipFill>
                <a:blip r:embed="rId61"/>
                <a:stretch>
                  <a:fillRect/>
                </a:stretch>
              </p:blipFill>
              <p:spPr>
                <a:xfrm>
                  <a:off x="1465147" y="6045981"/>
                  <a:ext cx="3996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9225" name="Ink 9224">
                  <a:extLst>
                    <a:ext uri="{FF2B5EF4-FFF2-40B4-BE49-F238E27FC236}">
                      <a16:creationId xmlns:a16="http://schemas.microsoft.com/office/drawing/2014/main" id="{7D0745C7-C4FC-4801-937F-3A222F687566}"/>
                    </a:ext>
                  </a:extLst>
                </p14:cNvPr>
                <p14:cNvContentPartPr/>
                <p14:nvPr/>
              </p14:nvContentPartPr>
              <p14:xfrm>
                <a:off x="1294507" y="6059301"/>
                <a:ext cx="267840" cy="28080"/>
              </p14:xfrm>
            </p:contentPart>
          </mc:Choice>
          <mc:Fallback xmlns="">
            <p:pic>
              <p:nvPicPr>
                <p:cNvPr id="9225" name="Ink 9224">
                  <a:extLst>
                    <a:ext uri="{FF2B5EF4-FFF2-40B4-BE49-F238E27FC236}">
                      <a16:creationId xmlns:a16="http://schemas.microsoft.com/office/drawing/2014/main" id="{7D0745C7-C4FC-4801-937F-3A222F687566}"/>
                    </a:ext>
                  </a:extLst>
                </p:cNvPr>
                <p:cNvPicPr/>
                <p:nvPr/>
              </p:nvPicPr>
              <p:blipFill>
                <a:blip r:embed="rId63"/>
                <a:stretch>
                  <a:fillRect/>
                </a:stretch>
              </p:blipFill>
              <p:spPr>
                <a:xfrm>
                  <a:off x="1285867" y="6050301"/>
                  <a:ext cx="28548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9226" name="Ink 9225">
                  <a:extLst>
                    <a:ext uri="{FF2B5EF4-FFF2-40B4-BE49-F238E27FC236}">
                      <a16:creationId xmlns:a16="http://schemas.microsoft.com/office/drawing/2014/main" id="{EE0A788B-09EC-4BEF-80CF-209CCE3DE137}"/>
                    </a:ext>
                  </a:extLst>
                </p14:cNvPr>
                <p14:cNvContentPartPr/>
                <p14:nvPr/>
              </p14:nvContentPartPr>
              <p14:xfrm>
                <a:off x="1727227" y="5855181"/>
                <a:ext cx="237600" cy="243000"/>
              </p14:xfrm>
            </p:contentPart>
          </mc:Choice>
          <mc:Fallback xmlns="">
            <p:pic>
              <p:nvPicPr>
                <p:cNvPr id="9226" name="Ink 9225">
                  <a:extLst>
                    <a:ext uri="{FF2B5EF4-FFF2-40B4-BE49-F238E27FC236}">
                      <a16:creationId xmlns:a16="http://schemas.microsoft.com/office/drawing/2014/main" id="{EE0A788B-09EC-4BEF-80CF-209CCE3DE137}"/>
                    </a:ext>
                  </a:extLst>
                </p:cNvPr>
                <p:cNvPicPr/>
                <p:nvPr/>
              </p:nvPicPr>
              <p:blipFill>
                <a:blip r:embed="rId65"/>
                <a:stretch>
                  <a:fillRect/>
                </a:stretch>
              </p:blipFill>
              <p:spPr>
                <a:xfrm>
                  <a:off x="1718227" y="5846181"/>
                  <a:ext cx="25524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9227" name="Ink 9226">
                  <a:extLst>
                    <a:ext uri="{FF2B5EF4-FFF2-40B4-BE49-F238E27FC236}">
                      <a16:creationId xmlns:a16="http://schemas.microsoft.com/office/drawing/2014/main" id="{4832361D-1CE3-45B0-A449-4F340B900AE7}"/>
                    </a:ext>
                  </a:extLst>
                </p14:cNvPr>
                <p14:cNvContentPartPr/>
                <p14:nvPr/>
              </p14:nvContentPartPr>
              <p14:xfrm>
                <a:off x="1855387" y="5854461"/>
                <a:ext cx="29160" cy="435600"/>
              </p14:xfrm>
            </p:contentPart>
          </mc:Choice>
          <mc:Fallback xmlns="">
            <p:pic>
              <p:nvPicPr>
                <p:cNvPr id="9227" name="Ink 9226">
                  <a:extLst>
                    <a:ext uri="{FF2B5EF4-FFF2-40B4-BE49-F238E27FC236}">
                      <a16:creationId xmlns:a16="http://schemas.microsoft.com/office/drawing/2014/main" id="{4832361D-1CE3-45B0-A449-4F340B900AE7}"/>
                    </a:ext>
                  </a:extLst>
                </p:cNvPr>
                <p:cNvPicPr/>
                <p:nvPr/>
              </p:nvPicPr>
              <p:blipFill>
                <a:blip r:embed="rId67"/>
                <a:stretch>
                  <a:fillRect/>
                </a:stretch>
              </p:blipFill>
              <p:spPr>
                <a:xfrm>
                  <a:off x="1846387" y="5845821"/>
                  <a:ext cx="46800" cy="4532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9229" name="Ink 9228">
                  <a:extLst>
                    <a:ext uri="{FF2B5EF4-FFF2-40B4-BE49-F238E27FC236}">
                      <a16:creationId xmlns:a16="http://schemas.microsoft.com/office/drawing/2014/main" id="{9C812174-C12B-4E18-8CAC-AB61B6A66CB8}"/>
                    </a:ext>
                  </a:extLst>
                </p14:cNvPr>
                <p14:cNvContentPartPr/>
                <p14:nvPr/>
              </p14:nvContentPartPr>
              <p14:xfrm>
                <a:off x="2006227" y="5985861"/>
                <a:ext cx="134640" cy="284040"/>
              </p14:xfrm>
            </p:contentPart>
          </mc:Choice>
          <mc:Fallback xmlns="">
            <p:pic>
              <p:nvPicPr>
                <p:cNvPr id="9229" name="Ink 9228">
                  <a:extLst>
                    <a:ext uri="{FF2B5EF4-FFF2-40B4-BE49-F238E27FC236}">
                      <a16:creationId xmlns:a16="http://schemas.microsoft.com/office/drawing/2014/main" id="{9C812174-C12B-4E18-8CAC-AB61B6A66CB8}"/>
                    </a:ext>
                  </a:extLst>
                </p:cNvPr>
                <p:cNvPicPr/>
                <p:nvPr/>
              </p:nvPicPr>
              <p:blipFill>
                <a:blip r:embed="rId69"/>
                <a:stretch>
                  <a:fillRect/>
                </a:stretch>
              </p:blipFill>
              <p:spPr>
                <a:xfrm>
                  <a:off x="1997587" y="5977221"/>
                  <a:ext cx="15228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9230" name="Ink 9229">
                  <a:extLst>
                    <a:ext uri="{FF2B5EF4-FFF2-40B4-BE49-F238E27FC236}">
                      <a16:creationId xmlns:a16="http://schemas.microsoft.com/office/drawing/2014/main" id="{697F7ECC-9207-4802-9457-C891F355EF72}"/>
                    </a:ext>
                  </a:extLst>
                </p14:cNvPr>
                <p14:cNvContentPartPr/>
                <p14:nvPr/>
              </p14:nvContentPartPr>
              <p14:xfrm>
                <a:off x="2176507" y="6003501"/>
                <a:ext cx="231120" cy="272160"/>
              </p14:xfrm>
            </p:contentPart>
          </mc:Choice>
          <mc:Fallback xmlns="">
            <p:pic>
              <p:nvPicPr>
                <p:cNvPr id="9230" name="Ink 9229">
                  <a:extLst>
                    <a:ext uri="{FF2B5EF4-FFF2-40B4-BE49-F238E27FC236}">
                      <a16:creationId xmlns:a16="http://schemas.microsoft.com/office/drawing/2014/main" id="{697F7ECC-9207-4802-9457-C891F355EF72}"/>
                    </a:ext>
                  </a:extLst>
                </p:cNvPr>
                <p:cNvPicPr/>
                <p:nvPr/>
              </p:nvPicPr>
              <p:blipFill>
                <a:blip r:embed="rId71"/>
                <a:stretch>
                  <a:fillRect/>
                </a:stretch>
              </p:blipFill>
              <p:spPr>
                <a:xfrm>
                  <a:off x="2167867" y="5994861"/>
                  <a:ext cx="24876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9231" name="Ink 9230">
                  <a:extLst>
                    <a:ext uri="{FF2B5EF4-FFF2-40B4-BE49-F238E27FC236}">
                      <a16:creationId xmlns:a16="http://schemas.microsoft.com/office/drawing/2014/main" id="{FA37B6E3-49FF-42DA-AAFE-DC121EC2BC0A}"/>
                    </a:ext>
                  </a:extLst>
                </p14:cNvPr>
                <p14:cNvContentPartPr/>
                <p14:nvPr/>
              </p14:nvContentPartPr>
              <p14:xfrm>
                <a:off x="2455507" y="5743581"/>
                <a:ext cx="128520" cy="226080"/>
              </p14:xfrm>
            </p:contentPart>
          </mc:Choice>
          <mc:Fallback xmlns="">
            <p:pic>
              <p:nvPicPr>
                <p:cNvPr id="9231" name="Ink 9230">
                  <a:extLst>
                    <a:ext uri="{FF2B5EF4-FFF2-40B4-BE49-F238E27FC236}">
                      <a16:creationId xmlns:a16="http://schemas.microsoft.com/office/drawing/2014/main" id="{FA37B6E3-49FF-42DA-AAFE-DC121EC2BC0A}"/>
                    </a:ext>
                  </a:extLst>
                </p:cNvPr>
                <p:cNvPicPr/>
                <p:nvPr/>
              </p:nvPicPr>
              <p:blipFill>
                <a:blip r:embed="rId73"/>
                <a:stretch>
                  <a:fillRect/>
                </a:stretch>
              </p:blipFill>
              <p:spPr>
                <a:xfrm>
                  <a:off x="2446867" y="5734581"/>
                  <a:ext cx="146160" cy="243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4">
            <p14:nvContentPartPr>
              <p14:cNvPr id="9233" name="Ink 9232">
                <a:extLst>
                  <a:ext uri="{FF2B5EF4-FFF2-40B4-BE49-F238E27FC236}">
                    <a16:creationId xmlns:a16="http://schemas.microsoft.com/office/drawing/2014/main" id="{A17A4867-4D17-4F66-9818-8ECCA379E8C9}"/>
                  </a:ext>
                </a:extLst>
              </p14:cNvPr>
              <p14:cNvContentPartPr/>
              <p14:nvPr/>
            </p14:nvContentPartPr>
            <p14:xfrm>
              <a:off x="6969587" y="4204485"/>
              <a:ext cx="145080" cy="522360"/>
            </p14:xfrm>
          </p:contentPart>
        </mc:Choice>
        <mc:Fallback xmlns="">
          <p:pic>
            <p:nvPicPr>
              <p:cNvPr id="9233" name="Ink 9232">
                <a:extLst>
                  <a:ext uri="{FF2B5EF4-FFF2-40B4-BE49-F238E27FC236}">
                    <a16:creationId xmlns:a16="http://schemas.microsoft.com/office/drawing/2014/main" id="{A17A4867-4D17-4F66-9818-8ECCA379E8C9}"/>
                  </a:ext>
                </a:extLst>
              </p:cNvPr>
              <p:cNvPicPr/>
              <p:nvPr/>
            </p:nvPicPr>
            <p:blipFill>
              <a:blip r:embed="rId75"/>
              <a:stretch>
                <a:fillRect/>
              </a:stretch>
            </p:blipFill>
            <p:spPr>
              <a:xfrm>
                <a:off x="6960947" y="4195845"/>
                <a:ext cx="162720" cy="54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9234" name="Ink 9233">
                <a:extLst>
                  <a:ext uri="{FF2B5EF4-FFF2-40B4-BE49-F238E27FC236}">
                    <a16:creationId xmlns:a16="http://schemas.microsoft.com/office/drawing/2014/main" id="{B4C6C173-3B37-45B3-B846-383294917720}"/>
                  </a:ext>
                </a:extLst>
              </p14:cNvPr>
              <p14:cNvContentPartPr/>
              <p14:nvPr/>
            </p14:nvContentPartPr>
            <p14:xfrm>
              <a:off x="7208627" y="4385925"/>
              <a:ext cx="178920" cy="12240"/>
            </p14:xfrm>
          </p:contentPart>
        </mc:Choice>
        <mc:Fallback xmlns="">
          <p:pic>
            <p:nvPicPr>
              <p:cNvPr id="9234" name="Ink 9233">
                <a:extLst>
                  <a:ext uri="{FF2B5EF4-FFF2-40B4-BE49-F238E27FC236}">
                    <a16:creationId xmlns:a16="http://schemas.microsoft.com/office/drawing/2014/main" id="{B4C6C173-3B37-45B3-B846-383294917720}"/>
                  </a:ext>
                </a:extLst>
              </p:cNvPr>
              <p:cNvPicPr/>
              <p:nvPr/>
            </p:nvPicPr>
            <p:blipFill>
              <a:blip r:embed="rId77"/>
              <a:stretch>
                <a:fillRect/>
              </a:stretch>
            </p:blipFill>
            <p:spPr>
              <a:xfrm>
                <a:off x="7199627" y="4376925"/>
                <a:ext cx="19656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235" name="Ink 9234">
                <a:extLst>
                  <a:ext uri="{FF2B5EF4-FFF2-40B4-BE49-F238E27FC236}">
                    <a16:creationId xmlns:a16="http://schemas.microsoft.com/office/drawing/2014/main" id="{7B743DA1-F3DB-448F-ACCC-0A422797EF87}"/>
                  </a:ext>
                </a:extLst>
              </p14:cNvPr>
              <p14:cNvContentPartPr/>
              <p14:nvPr/>
            </p14:nvContentPartPr>
            <p14:xfrm>
              <a:off x="7216907" y="4458285"/>
              <a:ext cx="152280" cy="32400"/>
            </p14:xfrm>
          </p:contentPart>
        </mc:Choice>
        <mc:Fallback xmlns="">
          <p:pic>
            <p:nvPicPr>
              <p:cNvPr id="9235" name="Ink 9234">
                <a:extLst>
                  <a:ext uri="{FF2B5EF4-FFF2-40B4-BE49-F238E27FC236}">
                    <a16:creationId xmlns:a16="http://schemas.microsoft.com/office/drawing/2014/main" id="{7B743DA1-F3DB-448F-ACCC-0A422797EF87}"/>
                  </a:ext>
                </a:extLst>
              </p:cNvPr>
              <p:cNvPicPr/>
              <p:nvPr/>
            </p:nvPicPr>
            <p:blipFill>
              <a:blip r:embed="rId79"/>
              <a:stretch>
                <a:fillRect/>
              </a:stretch>
            </p:blipFill>
            <p:spPr>
              <a:xfrm>
                <a:off x="7207907" y="4449285"/>
                <a:ext cx="16992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9237" name="Ink 9236">
                <a:extLst>
                  <a:ext uri="{FF2B5EF4-FFF2-40B4-BE49-F238E27FC236}">
                    <a16:creationId xmlns:a16="http://schemas.microsoft.com/office/drawing/2014/main" id="{2EE222AD-5B6A-4281-93A8-46EDA1C1C578}"/>
                  </a:ext>
                </a:extLst>
              </p14:cNvPr>
              <p14:cNvContentPartPr/>
              <p14:nvPr/>
            </p14:nvContentPartPr>
            <p14:xfrm>
              <a:off x="7710467" y="4208085"/>
              <a:ext cx="23040" cy="334440"/>
            </p14:xfrm>
          </p:contentPart>
        </mc:Choice>
        <mc:Fallback xmlns="">
          <p:pic>
            <p:nvPicPr>
              <p:cNvPr id="9237" name="Ink 9236">
                <a:extLst>
                  <a:ext uri="{FF2B5EF4-FFF2-40B4-BE49-F238E27FC236}">
                    <a16:creationId xmlns:a16="http://schemas.microsoft.com/office/drawing/2014/main" id="{2EE222AD-5B6A-4281-93A8-46EDA1C1C578}"/>
                  </a:ext>
                </a:extLst>
              </p:cNvPr>
              <p:cNvPicPr/>
              <p:nvPr/>
            </p:nvPicPr>
            <p:blipFill>
              <a:blip r:embed="rId81"/>
              <a:stretch>
                <a:fillRect/>
              </a:stretch>
            </p:blipFill>
            <p:spPr>
              <a:xfrm>
                <a:off x="7701467" y="4199085"/>
                <a:ext cx="4068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9238" name="Ink 9237">
                <a:extLst>
                  <a:ext uri="{FF2B5EF4-FFF2-40B4-BE49-F238E27FC236}">
                    <a16:creationId xmlns:a16="http://schemas.microsoft.com/office/drawing/2014/main" id="{71494C11-9D60-4592-B024-EF911DDF3343}"/>
                  </a:ext>
                </a:extLst>
              </p14:cNvPr>
              <p14:cNvContentPartPr/>
              <p14:nvPr/>
            </p14:nvContentPartPr>
            <p14:xfrm>
              <a:off x="7520387" y="4527765"/>
              <a:ext cx="362880" cy="74520"/>
            </p14:xfrm>
          </p:contentPart>
        </mc:Choice>
        <mc:Fallback xmlns="">
          <p:pic>
            <p:nvPicPr>
              <p:cNvPr id="9238" name="Ink 9237">
                <a:extLst>
                  <a:ext uri="{FF2B5EF4-FFF2-40B4-BE49-F238E27FC236}">
                    <a16:creationId xmlns:a16="http://schemas.microsoft.com/office/drawing/2014/main" id="{71494C11-9D60-4592-B024-EF911DDF3343}"/>
                  </a:ext>
                </a:extLst>
              </p:cNvPr>
              <p:cNvPicPr/>
              <p:nvPr/>
            </p:nvPicPr>
            <p:blipFill>
              <a:blip r:embed="rId83"/>
              <a:stretch>
                <a:fillRect/>
              </a:stretch>
            </p:blipFill>
            <p:spPr>
              <a:xfrm>
                <a:off x="7511387" y="4518765"/>
                <a:ext cx="38052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9239" name="Ink 9238">
                <a:extLst>
                  <a:ext uri="{FF2B5EF4-FFF2-40B4-BE49-F238E27FC236}">
                    <a16:creationId xmlns:a16="http://schemas.microsoft.com/office/drawing/2014/main" id="{6D680364-47A4-45E0-9EF4-46C33E972701}"/>
                  </a:ext>
                </a:extLst>
              </p14:cNvPr>
              <p14:cNvContentPartPr/>
              <p14:nvPr/>
            </p14:nvContentPartPr>
            <p14:xfrm>
              <a:off x="7594907" y="4623525"/>
              <a:ext cx="238320" cy="262440"/>
            </p14:xfrm>
          </p:contentPart>
        </mc:Choice>
        <mc:Fallback xmlns="">
          <p:pic>
            <p:nvPicPr>
              <p:cNvPr id="9239" name="Ink 9238">
                <a:extLst>
                  <a:ext uri="{FF2B5EF4-FFF2-40B4-BE49-F238E27FC236}">
                    <a16:creationId xmlns:a16="http://schemas.microsoft.com/office/drawing/2014/main" id="{6D680364-47A4-45E0-9EF4-46C33E972701}"/>
                  </a:ext>
                </a:extLst>
              </p:cNvPr>
              <p:cNvPicPr/>
              <p:nvPr/>
            </p:nvPicPr>
            <p:blipFill>
              <a:blip r:embed="rId85"/>
              <a:stretch>
                <a:fillRect/>
              </a:stretch>
            </p:blipFill>
            <p:spPr>
              <a:xfrm>
                <a:off x="7586267" y="4614885"/>
                <a:ext cx="25596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9240" name="Ink 9239">
                <a:extLst>
                  <a:ext uri="{FF2B5EF4-FFF2-40B4-BE49-F238E27FC236}">
                    <a16:creationId xmlns:a16="http://schemas.microsoft.com/office/drawing/2014/main" id="{87E3DC8F-5918-410E-B7E7-1520AF2A38E1}"/>
                  </a:ext>
                </a:extLst>
              </p14:cNvPr>
              <p14:cNvContentPartPr/>
              <p14:nvPr/>
            </p14:nvContentPartPr>
            <p14:xfrm>
              <a:off x="7993787" y="4426245"/>
              <a:ext cx="146520" cy="177480"/>
            </p14:xfrm>
          </p:contentPart>
        </mc:Choice>
        <mc:Fallback xmlns="">
          <p:pic>
            <p:nvPicPr>
              <p:cNvPr id="9240" name="Ink 9239">
                <a:extLst>
                  <a:ext uri="{FF2B5EF4-FFF2-40B4-BE49-F238E27FC236}">
                    <a16:creationId xmlns:a16="http://schemas.microsoft.com/office/drawing/2014/main" id="{87E3DC8F-5918-410E-B7E7-1520AF2A38E1}"/>
                  </a:ext>
                </a:extLst>
              </p:cNvPr>
              <p:cNvPicPr/>
              <p:nvPr/>
            </p:nvPicPr>
            <p:blipFill>
              <a:blip r:embed="rId87"/>
              <a:stretch>
                <a:fillRect/>
              </a:stretch>
            </p:blipFill>
            <p:spPr>
              <a:xfrm>
                <a:off x="7984787" y="4417245"/>
                <a:ext cx="16416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9241" name="Ink 9240">
                <a:extLst>
                  <a:ext uri="{FF2B5EF4-FFF2-40B4-BE49-F238E27FC236}">
                    <a16:creationId xmlns:a16="http://schemas.microsoft.com/office/drawing/2014/main" id="{4F0E6A31-8091-452B-A7A4-7CDF8D71697E}"/>
                  </a:ext>
                </a:extLst>
              </p14:cNvPr>
              <p14:cNvContentPartPr/>
              <p14:nvPr/>
            </p14:nvContentPartPr>
            <p14:xfrm>
              <a:off x="8001707" y="4437045"/>
              <a:ext cx="121680" cy="187560"/>
            </p14:xfrm>
          </p:contentPart>
        </mc:Choice>
        <mc:Fallback xmlns="">
          <p:pic>
            <p:nvPicPr>
              <p:cNvPr id="9241" name="Ink 9240">
                <a:extLst>
                  <a:ext uri="{FF2B5EF4-FFF2-40B4-BE49-F238E27FC236}">
                    <a16:creationId xmlns:a16="http://schemas.microsoft.com/office/drawing/2014/main" id="{4F0E6A31-8091-452B-A7A4-7CDF8D71697E}"/>
                  </a:ext>
                </a:extLst>
              </p:cNvPr>
              <p:cNvPicPr/>
              <p:nvPr/>
            </p:nvPicPr>
            <p:blipFill>
              <a:blip r:embed="rId89"/>
              <a:stretch>
                <a:fillRect/>
              </a:stretch>
            </p:blipFill>
            <p:spPr>
              <a:xfrm>
                <a:off x="7992707" y="4428045"/>
                <a:ext cx="139320" cy="205200"/>
              </a:xfrm>
              <a:prstGeom prst="rect">
                <a:avLst/>
              </a:prstGeom>
            </p:spPr>
          </p:pic>
        </mc:Fallback>
      </mc:AlternateContent>
      <p:grpSp>
        <p:nvGrpSpPr>
          <p:cNvPr id="9248" name="Group 9247">
            <a:extLst>
              <a:ext uri="{FF2B5EF4-FFF2-40B4-BE49-F238E27FC236}">
                <a16:creationId xmlns:a16="http://schemas.microsoft.com/office/drawing/2014/main" id="{C3BE9010-DD42-4DFC-8303-20195B0B8C80}"/>
              </a:ext>
            </a:extLst>
          </p:cNvPr>
          <p:cNvGrpSpPr/>
          <p:nvPr/>
        </p:nvGrpSpPr>
        <p:grpSpPr>
          <a:xfrm>
            <a:off x="8332547" y="4174245"/>
            <a:ext cx="688320" cy="403560"/>
            <a:chOff x="8332547" y="4174245"/>
            <a:chExt cx="688320" cy="403560"/>
          </a:xfrm>
        </p:grpSpPr>
        <mc:AlternateContent xmlns:mc="http://schemas.openxmlformats.org/markup-compatibility/2006" xmlns:p14="http://schemas.microsoft.com/office/powerpoint/2010/main">
          <mc:Choice Requires="p14">
            <p:contentPart p14:bwMode="auto" r:id="rId90">
              <p14:nvContentPartPr>
                <p14:cNvPr id="9242" name="Ink 9241">
                  <a:extLst>
                    <a:ext uri="{FF2B5EF4-FFF2-40B4-BE49-F238E27FC236}">
                      <a16:creationId xmlns:a16="http://schemas.microsoft.com/office/drawing/2014/main" id="{C3886256-7551-4DFC-9FCD-1D150B443432}"/>
                    </a:ext>
                  </a:extLst>
                </p14:cNvPr>
                <p14:cNvContentPartPr/>
                <p14:nvPr/>
              </p14:nvContentPartPr>
              <p14:xfrm>
                <a:off x="8332547" y="4213125"/>
                <a:ext cx="193320" cy="364680"/>
              </p14:xfrm>
            </p:contentPart>
          </mc:Choice>
          <mc:Fallback xmlns="">
            <p:pic>
              <p:nvPicPr>
                <p:cNvPr id="9242" name="Ink 9241">
                  <a:extLst>
                    <a:ext uri="{FF2B5EF4-FFF2-40B4-BE49-F238E27FC236}">
                      <a16:creationId xmlns:a16="http://schemas.microsoft.com/office/drawing/2014/main" id="{C3886256-7551-4DFC-9FCD-1D150B443432}"/>
                    </a:ext>
                  </a:extLst>
                </p:cNvPr>
                <p:cNvPicPr/>
                <p:nvPr/>
              </p:nvPicPr>
              <p:blipFill>
                <a:blip r:embed="rId91"/>
                <a:stretch>
                  <a:fillRect/>
                </a:stretch>
              </p:blipFill>
              <p:spPr>
                <a:xfrm>
                  <a:off x="8323907" y="4204485"/>
                  <a:ext cx="210960" cy="3823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9243" name="Ink 9242">
                  <a:extLst>
                    <a:ext uri="{FF2B5EF4-FFF2-40B4-BE49-F238E27FC236}">
                      <a16:creationId xmlns:a16="http://schemas.microsoft.com/office/drawing/2014/main" id="{84926ED2-A02E-478C-AA3E-41B7DBBE7AFB}"/>
                    </a:ext>
                  </a:extLst>
                </p14:cNvPr>
                <p14:cNvContentPartPr/>
                <p14:nvPr/>
              </p14:nvContentPartPr>
              <p14:xfrm>
                <a:off x="8603627" y="4361445"/>
                <a:ext cx="130680" cy="167760"/>
              </p14:xfrm>
            </p:contentPart>
          </mc:Choice>
          <mc:Fallback xmlns="">
            <p:pic>
              <p:nvPicPr>
                <p:cNvPr id="9243" name="Ink 9242">
                  <a:extLst>
                    <a:ext uri="{FF2B5EF4-FFF2-40B4-BE49-F238E27FC236}">
                      <a16:creationId xmlns:a16="http://schemas.microsoft.com/office/drawing/2014/main" id="{84926ED2-A02E-478C-AA3E-41B7DBBE7AFB}"/>
                    </a:ext>
                  </a:extLst>
                </p:cNvPr>
                <p:cNvPicPr/>
                <p:nvPr/>
              </p:nvPicPr>
              <p:blipFill>
                <a:blip r:embed="rId93"/>
                <a:stretch>
                  <a:fillRect/>
                </a:stretch>
              </p:blipFill>
              <p:spPr>
                <a:xfrm>
                  <a:off x="8594987" y="4352445"/>
                  <a:ext cx="14832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9244" name="Ink 9243">
                  <a:extLst>
                    <a:ext uri="{FF2B5EF4-FFF2-40B4-BE49-F238E27FC236}">
                      <a16:creationId xmlns:a16="http://schemas.microsoft.com/office/drawing/2014/main" id="{B2D79CC5-6B77-4F97-9E16-215622CC1EB9}"/>
                    </a:ext>
                  </a:extLst>
                </p14:cNvPr>
                <p14:cNvContentPartPr/>
                <p14:nvPr/>
              </p14:nvContentPartPr>
              <p14:xfrm>
                <a:off x="8588507" y="4446045"/>
                <a:ext cx="62640" cy="81360"/>
              </p14:xfrm>
            </p:contentPart>
          </mc:Choice>
          <mc:Fallback xmlns="">
            <p:pic>
              <p:nvPicPr>
                <p:cNvPr id="9244" name="Ink 9243">
                  <a:extLst>
                    <a:ext uri="{FF2B5EF4-FFF2-40B4-BE49-F238E27FC236}">
                      <a16:creationId xmlns:a16="http://schemas.microsoft.com/office/drawing/2014/main" id="{B2D79CC5-6B77-4F97-9E16-215622CC1EB9}"/>
                    </a:ext>
                  </a:extLst>
                </p:cNvPr>
                <p:cNvPicPr/>
                <p:nvPr/>
              </p:nvPicPr>
              <p:blipFill>
                <a:blip r:embed="rId95"/>
                <a:stretch>
                  <a:fillRect/>
                </a:stretch>
              </p:blipFill>
              <p:spPr>
                <a:xfrm>
                  <a:off x="8579867" y="4437045"/>
                  <a:ext cx="8028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9246" name="Ink 9245">
                  <a:extLst>
                    <a:ext uri="{FF2B5EF4-FFF2-40B4-BE49-F238E27FC236}">
                      <a16:creationId xmlns:a16="http://schemas.microsoft.com/office/drawing/2014/main" id="{A5B7B4C3-E720-4BE3-98B8-5BB4F71CCF25}"/>
                    </a:ext>
                  </a:extLst>
                </p14:cNvPr>
                <p14:cNvContentPartPr/>
                <p14:nvPr/>
              </p14:nvContentPartPr>
              <p14:xfrm>
                <a:off x="8609747" y="4352805"/>
                <a:ext cx="100080" cy="153720"/>
              </p14:xfrm>
            </p:contentPart>
          </mc:Choice>
          <mc:Fallback xmlns="">
            <p:pic>
              <p:nvPicPr>
                <p:cNvPr id="9246" name="Ink 9245">
                  <a:extLst>
                    <a:ext uri="{FF2B5EF4-FFF2-40B4-BE49-F238E27FC236}">
                      <a16:creationId xmlns:a16="http://schemas.microsoft.com/office/drawing/2014/main" id="{A5B7B4C3-E720-4BE3-98B8-5BB4F71CCF25}"/>
                    </a:ext>
                  </a:extLst>
                </p:cNvPr>
                <p:cNvPicPr/>
                <p:nvPr/>
              </p:nvPicPr>
              <p:blipFill>
                <a:blip r:embed="rId97"/>
                <a:stretch>
                  <a:fillRect/>
                </a:stretch>
              </p:blipFill>
              <p:spPr>
                <a:xfrm>
                  <a:off x="8601107" y="4343805"/>
                  <a:ext cx="11772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9247" name="Ink 9246">
                  <a:extLst>
                    <a:ext uri="{FF2B5EF4-FFF2-40B4-BE49-F238E27FC236}">
                      <a16:creationId xmlns:a16="http://schemas.microsoft.com/office/drawing/2014/main" id="{EDA54FC7-3E69-4218-AFCA-11D9EC382F02}"/>
                    </a:ext>
                  </a:extLst>
                </p14:cNvPr>
                <p14:cNvContentPartPr/>
                <p14:nvPr/>
              </p14:nvContentPartPr>
              <p14:xfrm>
                <a:off x="8864987" y="4174245"/>
                <a:ext cx="155880" cy="365760"/>
              </p14:xfrm>
            </p:contentPart>
          </mc:Choice>
          <mc:Fallback xmlns="">
            <p:pic>
              <p:nvPicPr>
                <p:cNvPr id="9247" name="Ink 9246">
                  <a:extLst>
                    <a:ext uri="{FF2B5EF4-FFF2-40B4-BE49-F238E27FC236}">
                      <a16:creationId xmlns:a16="http://schemas.microsoft.com/office/drawing/2014/main" id="{EDA54FC7-3E69-4218-AFCA-11D9EC382F02}"/>
                    </a:ext>
                  </a:extLst>
                </p:cNvPr>
                <p:cNvPicPr/>
                <p:nvPr/>
              </p:nvPicPr>
              <p:blipFill>
                <a:blip r:embed="rId99"/>
                <a:stretch>
                  <a:fillRect/>
                </a:stretch>
              </p:blipFill>
              <p:spPr>
                <a:xfrm>
                  <a:off x="8855987" y="4165245"/>
                  <a:ext cx="173520" cy="383400"/>
                </a:xfrm>
                <a:prstGeom prst="rect">
                  <a:avLst/>
                </a:prstGeom>
              </p:spPr>
            </p:pic>
          </mc:Fallback>
        </mc:AlternateContent>
      </p:grpSp>
      <p:grpSp>
        <p:nvGrpSpPr>
          <p:cNvPr id="9251" name="Group 9250">
            <a:extLst>
              <a:ext uri="{FF2B5EF4-FFF2-40B4-BE49-F238E27FC236}">
                <a16:creationId xmlns:a16="http://schemas.microsoft.com/office/drawing/2014/main" id="{12183458-712B-4F1F-B6A4-027E48CD054E}"/>
              </a:ext>
            </a:extLst>
          </p:cNvPr>
          <p:cNvGrpSpPr/>
          <p:nvPr/>
        </p:nvGrpSpPr>
        <p:grpSpPr>
          <a:xfrm>
            <a:off x="7206107" y="5209605"/>
            <a:ext cx="209160" cy="114480"/>
            <a:chOff x="7206107" y="5209605"/>
            <a:chExt cx="209160" cy="114480"/>
          </a:xfrm>
        </p:grpSpPr>
        <mc:AlternateContent xmlns:mc="http://schemas.openxmlformats.org/markup-compatibility/2006" xmlns:p14="http://schemas.microsoft.com/office/powerpoint/2010/main">
          <mc:Choice Requires="p14">
            <p:contentPart p14:bwMode="auto" r:id="rId100">
              <p14:nvContentPartPr>
                <p14:cNvPr id="9249" name="Ink 9248">
                  <a:extLst>
                    <a:ext uri="{FF2B5EF4-FFF2-40B4-BE49-F238E27FC236}">
                      <a16:creationId xmlns:a16="http://schemas.microsoft.com/office/drawing/2014/main" id="{ECB69F0C-859D-45A9-A3FF-D0EBF4C767C8}"/>
                    </a:ext>
                  </a:extLst>
                </p14:cNvPr>
                <p14:cNvContentPartPr/>
                <p14:nvPr/>
              </p14:nvContentPartPr>
              <p14:xfrm>
                <a:off x="7211867" y="5209605"/>
                <a:ext cx="162000" cy="18360"/>
              </p14:xfrm>
            </p:contentPart>
          </mc:Choice>
          <mc:Fallback xmlns="">
            <p:pic>
              <p:nvPicPr>
                <p:cNvPr id="9249" name="Ink 9248">
                  <a:extLst>
                    <a:ext uri="{FF2B5EF4-FFF2-40B4-BE49-F238E27FC236}">
                      <a16:creationId xmlns:a16="http://schemas.microsoft.com/office/drawing/2014/main" id="{ECB69F0C-859D-45A9-A3FF-D0EBF4C767C8}"/>
                    </a:ext>
                  </a:extLst>
                </p:cNvPr>
                <p:cNvPicPr/>
                <p:nvPr/>
              </p:nvPicPr>
              <p:blipFill>
                <a:blip r:embed="rId101"/>
                <a:stretch>
                  <a:fillRect/>
                </a:stretch>
              </p:blipFill>
              <p:spPr>
                <a:xfrm>
                  <a:off x="7202867" y="5200605"/>
                  <a:ext cx="1796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9250" name="Ink 9249">
                  <a:extLst>
                    <a:ext uri="{FF2B5EF4-FFF2-40B4-BE49-F238E27FC236}">
                      <a16:creationId xmlns:a16="http://schemas.microsoft.com/office/drawing/2014/main" id="{5ABC2F12-D502-4F90-820C-C5FF2609CFCD}"/>
                    </a:ext>
                  </a:extLst>
                </p14:cNvPr>
                <p14:cNvContentPartPr/>
                <p14:nvPr/>
              </p14:nvContentPartPr>
              <p14:xfrm>
                <a:off x="7206107" y="5285925"/>
                <a:ext cx="209160" cy="38160"/>
              </p14:xfrm>
            </p:contentPart>
          </mc:Choice>
          <mc:Fallback xmlns="">
            <p:pic>
              <p:nvPicPr>
                <p:cNvPr id="9250" name="Ink 9249">
                  <a:extLst>
                    <a:ext uri="{FF2B5EF4-FFF2-40B4-BE49-F238E27FC236}">
                      <a16:creationId xmlns:a16="http://schemas.microsoft.com/office/drawing/2014/main" id="{5ABC2F12-D502-4F90-820C-C5FF2609CFCD}"/>
                    </a:ext>
                  </a:extLst>
                </p:cNvPr>
                <p:cNvPicPr/>
                <p:nvPr/>
              </p:nvPicPr>
              <p:blipFill>
                <a:blip r:embed="rId103"/>
                <a:stretch>
                  <a:fillRect/>
                </a:stretch>
              </p:blipFill>
              <p:spPr>
                <a:xfrm>
                  <a:off x="7197467" y="5276925"/>
                  <a:ext cx="226800" cy="55800"/>
                </a:xfrm>
                <a:prstGeom prst="rect">
                  <a:avLst/>
                </a:prstGeom>
              </p:spPr>
            </p:pic>
          </mc:Fallback>
        </mc:AlternateContent>
      </p:grpSp>
      <p:grpSp>
        <p:nvGrpSpPr>
          <p:cNvPr id="9266" name="Group 9265">
            <a:extLst>
              <a:ext uri="{FF2B5EF4-FFF2-40B4-BE49-F238E27FC236}">
                <a16:creationId xmlns:a16="http://schemas.microsoft.com/office/drawing/2014/main" id="{EB04355A-C2C8-4F8A-AD4C-D9C7437124DA}"/>
              </a:ext>
            </a:extLst>
          </p:cNvPr>
          <p:cNvGrpSpPr/>
          <p:nvPr/>
        </p:nvGrpSpPr>
        <p:grpSpPr>
          <a:xfrm>
            <a:off x="7612547" y="4993965"/>
            <a:ext cx="1544400" cy="805680"/>
            <a:chOff x="7612547" y="4993965"/>
            <a:chExt cx="1544400" cy="805680"/>
          </a:xfrm>
        </p:grpSpPr>
        <mc:AlternateContent xmlns:mc="http://schemas.openxmlformats.org/markup-compatibility/2006" xmlns:p14="http://schemas.microsoft.com/office/powerpoint/2010/main">
          <mc:Choice Requires="p14">
            <p:contentPart p14:bwMode="auto" r:id="rId104">
              <p14:nvContentPartPr>
                <p14:cNvPr id="9252" name="Ink 9251">
                  <a:extLst>
                    <a:ext uri="{FF2B5EF4-FFF2-40B4-BE49-F238E27FC236}">
                      <a16:creationId xmlns:a16="http://schemas.microsoft.com/office/drawing/2014/main" id="{81AB8A19-00AE-4C2F-AC7E-7221CC6DF08C}"/>
                    </a:ext>
                  </a:extLst>
                </p14:cNvPr>
                <p14:cNvContentPartPr/>
                <p14:nvPr/>
              </p14:nvContentPartPr>
              <p14:xfrm>
                <a:off x="7763387" y="5088645"/>
                <a:ext cx="12960" cy="310680"/>
              </p14:xfrm>
            </p:contentPart>
          </mc:Choice>
          <mc:Fallback xmlns="">
            <p:pic>
              <p:nvPicPr>
                <p:cNvPr id="9252" name="Ink 9251">
                  <a:extLst>
                    <a:ext uri="{FF2B5EF4-FFF2-40B4-BE49-F238E27FC236}">
                      <a16:creationId xmlns:a16="http://schemas.microsoft.com/office/drawing/2014/main" id="{81AB8A19-00AE-4C2F-AC7E-7221CC6DF08C}"/>
                    </a:ext>
                  </a:extLst>
                </p:cNvPr>
                <p:cNvPicPr/>
                <p:nvPr/>
              </p:nvPicPr>
              <p:blipFill>
                <a:blip r:embed="rId105"/>
                <a:stretch>
                  <a:fillRect/>
                </a:stretch>
              </p:blipFill>
              <p:spPr>
                <a:xfrm>
                  <a:off x="7754387" y="5080005"/>
                  <a:ext cx="3060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9253" name="Ink 9252">
                  <a:extLst>
                    <a:ext uri="{FF2B5EF4-FFF2-40B4-BE49-F238E27FC236}">
                      <a16:creationId xmlns:a16="http://schemas.microsoft.com/office/drawing/2014/main" id="{B12DA482-471C-4F26-8A44-1B319A2323D7}"/>
                    </a:ext>
                  </a:extLst>
                </p14:cNvPr>
                <p14:cNvContentPartPr/>
                <p14:nvPr/>
              </p14:nvContentPartPr>
              <p14:xfrm>
                <a:off x="7612547" y="5383845"/>
                <a:ext cx="341640" cy="44280"/>
              </p14:xfrm>
            </p:contentPart>
          </mc:Choice>
          <mc:Fallback xmlns="">
            <p:pic>
              <p:nvPicPr>
                <p:cNvPr id="9253" name="Ink 9252">
                  <a:extLst>
                    <a:ext uri="{FF2B5EF4-FFF2-40B4-BE49-F238E27FC236}">
                      <a16:creationId xmlns:a16="http://schemas.microsoft.com/office/drawing/2014/main" id="{B12DA482-471C-4F26-8A44-1B319A2323D7}"/>
                    </a:ext>
                  </a:extLst>
                </p:cNvPr>
                <p:cNvPicPr/>
                <p:nvPr/>
              </p:nvPicPr>
              <p:blipFill>
                <a:blip r:embed="rId107"/>
                <a:stretch>
                  <a:fillRect/>
                </a:stretch>
              </p:blipFill>
              <p:spPr>
                <a:xfrm>
                  <a:off x="7603907" y="5374845"/>
                  <a:ext cx="35928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9254" name="Ink 9253">
                  <a:extLst>
                    <a:ext uri="{FF2B5EF4-FFF2-40B4-BE49-F238E27FC236}">
                      <a16:creationId xmlns:a16="http://schemas.microsoft.com/office/drawing/2014/main" id="{EC5A42C3-9A87-4626-87F6-A0E961B52695}"/>
                    </a:ext>
                  </a:extLst>
                </p14:cNvPr>
                <p14:cNvContentPartPr/>
                <p14:nvPr/>
              </p14:nvContentPartPr>
              <p14:xfrm>
                <a:off x="7677347" y="5473845"/>
                <a:ext cx="257400" cy="325800"/>
              </p14:xfrm>
            </p:contentPart>
          </mc:Choice>
          <mc:Fallback xmlns="">
            <p:pic>
              <p:nvPicPr>
                <p:cNvPr id="9254" name="Ink 9253">
                  <a:extLst>
                    <a:ext uri="{FF2B5EF4-FFF2-40B4-BE49-F238E27FC236}">
                      <a16:creationId xmlns:a16="http://schemas.microsoft.com/office/drawing/2014/main" id="{EC5A42C3-9A87-4626-87F6-A0E961B52695}"/>
                    </a:ext>
                  </a:extLst>
                </p:cNvPr>
                <p:cNvPicPr/>
                <p:nvPr/>
              </p:nvPicPr>
              <p:blipFill>
                <a:blip r:embed="rId109"/>
                <a:stretch>
                  <a:fillRect/>
                </a:stretch>
              </p:blipFill>
              <p:spPr>
                <a:xfrm>
                  <a:off x="7668707" y="5464845"/>
                  <a:ext cx="27504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9255" name="Ink 9254">
                  <a:extLst>
                    <a:ext uri="{FF2B5EF4-FFF2-40B4-BE49-F238E27FC236}">
                      <a16:creationId xmlns:a16="http://schemas.microsoft.com/office/drawing/2014/main" id="{9F402424-8B97-434F-ADE9-9A104BC13C5F}"/>
                    </a:ext>
                  </a:extLst>
                </p14:cNvPr>
                <p14:cNvContentPartPr/>
                <p14:nvPr/>
              </p14:nvContentPartPr>
              <p14:xfrm>
                <a:off x="8017187" y="5323725"/>
                <a:ext cx="117360" cy="142560"/>
              </p14:xfrm>
            </p:contentPart>
          </mc:Choice>
          <mc:Fallback xmlns="">
            <p:pic>
              <p:nvPicPr>
                <p:cNvPr id="9255" name="Ink 9254">
                  <a:extLst>
                    <a:ext uri="{FF2B5EF4-FFF2-40B4-BE49-F238E27FC236}">
                      <a16:creationId xmlns:a16="http://schemas.microsoft.com/office/drawing/2014/main" id="{9F402424-8B97-434F-ADE9-9A104BC13C5F}"/>
                    </a:ext>
                  </a:extLst>
                </p:cNvPr>
                <p:cNvPicPr/>
                <p:nvPr/>
              </p:nvPicPr>
              <p:blipFill>
                <a:blip r:embed="rId111"/>
                <a:stretch>
                  <a:fillRect/>
                </a:stretch>
              </p:blipFill>
              <p:spPr>
                <a:xfrm>
                  <a:off x="8008187" y="5315085"/>
                  <a:ext cx="13500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9256" name="Ink 9255">
                  <a:extLst>
                    <a:ext uri="{FF2B5EF4-FFF2-40B4-BE49-F238E27FC236}">
                      <a16:creationId xmlns:a16="http://schemas.microsoft.com/office/drawing/2014/main" id="{66D07111-1624-410A-9551-8AACF9E7465B}"/>
                    </a:ext>
                  </a:extLst>
                </p14:cNvPr>
                <p14:cNvContentPartPr/>
                <p14:nvPr/>
              </p14:nvContentPartPr>
              <p14:xfrm>
                <a:off x="8007467" y="5300325"/>
                <a:ext cx="124920" cy="160920"/>
              </p14:xfrm>
            </p:contentPart>
          </mc:Choice>
          <mc:Fallback xmlns="">
            <p:pic>
              <p:nvPicPr>
                <p:cNvPr id="9256" name="Ink 9255">
                  <a:extLst>
                    <a:ext uri="{FF2B5EF4-FFF2-40B4-BE49-F238E27FC236}">
                      <a16:creationId xmlns:a16="http://schemas.microsoft.com/office/drawing/2014/main" id="{66D07111-1624-410A-9551-8AACF9E7465B}"/>
                    </a:ext>
                  </a:extLst>
                </p:cNvPr>
                <p:cNvPicPr/>
                <p:nvPr/>
              </p:nvPicPr>
              <p:blipFill>
                <a:blip r:embed="rId113"/>
                <a:stretch>
                  <a:fillRect/>
                </a:stretch>
              </p:blipFill>
              <p:spPr>
                <a:xfrm>
                  <a:off x="7998467" y="5291325"/>
                  <a:ext cx="14256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9258" name="Ink 9257">
                  <a:extLst>
                    <a:ext uri="{FF2B5EF4-FFF2-40B4-BE49-F238E27FC236}">
                      <a16:creationId xmlns:a16="http://schemas.microsoft.com/office/drawing/2014/main" id="{F5EEFCF1-2277-4FA3-A1E3-39070987FF05}"/>
                    </a:ext>
                  </a:extLst>
                </p14:cNvPr>
                <p14:cNvContentPartPr/>
                <p14:nvPr/>
              </p14:nvContentPartPr>
              <p14:xfrm>
                <a:off x="8341547" y="5110605"/>
                <a:ext cx="15480" cy="252360"/>
              </p14:xfrm>
            </p:contentPart>
          </mc:Choice>
          <mc:Fallback xmlns="">
            <p:pic>
              <p:nvPicPr>
                <p:cNvPr id="9258" name="Ink 9257">
                  <a:extLst>
                    <a:ext uri="{FF2B5EF4-FFF2-40B4-BE49-F238E27FC236}">
                      <a16:creationId xmlns:a16="http://schemas.microsoft.com/office/drawing/2014/main" id="{F5EEFCF1-2277-4FA3-A1E3-39070987FF05}"/>
                    </a:ext>
                  </a:extLst>
                </p:cNvPr>
                <p:cNvPicPr/>
                <p:nvPr/>
              </p:nvPicPr>
              <p:blipFill>
                <a:blip r:embed="rId115"/>
                <a:stretch>
                  <a:fillRect/>
                </a:stretch>
              </p:blipFill>
              <p:spPr>
                <a:xfrm>
                  <a:off x="8332907" y="5101965"/>
                  <a:ext cx="3312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9259" name="Ink 9258">
                  <a:extLst>
                    <a:ext uri="{FF2B5EF4-FFF2-40B4-BE49-F238E27FC236}">
                      <a16:creationId xmlns:a16="http://schemas.microsoft.com/office/drawing/2014/main" id="{0C701764-8883-408C-A937-34979C68831B}"/>
                    </a:ext>
                  </a:extLst>
                </p14:cNvPr>
                <p14:cNvContentPartPr/>
                <p14:nvPr/>
              </p14:nvContentPartPr>
              <p14:xfrm>
                <a:off x="8417507" y="5190885"/>
                <a:ext cx="2520" cy="180360"/>
              </p14:xfrm>
            </p:contentPart>
          </mc:Choice>
          <mc:Fallback xmlns="">
            <p:pic>
              <p:nvPicPr>
                <p:cNvPr id="9259" name="Ink 9258">
                  <a:extLst>
                    <a:ext uri="{FF2B5EF4-FFF2-40B4-BE49-F238E27FC236}">
                      <a16:creationId xmlns:a16="http://schemas.microsoft.com/office/drawing/2014/main" id="{0C701764-8883-408C-A937-34979C68831B}"/>
                    </a:ext>
                  </a:extLst>
                </p:cNvPr>
                <p:cNvPicPr/>
                <p:nvPr/>
              </p:nvPicPr>
              <p:blipFill>
                <a:blip r:embed="rId117"/>
                <a:stretch>
                  <a:fillRect/>
                </a:stretch>
              </p:blipFill>
              <p:spPr>
                <a:xfrm>
                  <a:off x="8408507" y="5181885"/>
                  <a:ext cx="2016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9260" name="Ink 9259">
                  <a:extLst>
                    <a:ext uri="{FF2B5EF4-FFF2-40B4-BE49-F238E27FC236}">
                      <a16:creationId xmlns:a16="http://schemas.microsoft.com/office/drawing/2014/main" id="{750F598A-037B-403F-8CF6-9204043AFBF1}"/>
                    </a:ext>
                  </a:extLst>
                </p14:cNvPr>
                <p14:cNvContentPartPr/>
                <p14:nvPr/>
              </p14:nvContentPartPr>
              <p14:xfrm>
                <a:off x="8290427" y="5091525"/>
                <a:ext cx="262440" cy="49680"/>
              </p14:xfrm>
            </p:contentPart>
          </mc:Choice>
          <mc:Fallback xmlns="">
            <p:pic>
              <p:nvPicPr>
                <p:cNvPr id="9260" name="Ink 9259">
                  <a:extLst>
                    <a:ext uri="{FF2B5EF4-FFF2-40B4-BE49-F238E27FC236}">
                      <a16:creationId xmlns:a16="http://schemas.microsoft.com/office/drawing/2014/main" id="{750F598A-037B-403F-8CF6-9204043AFBF1}"/>
                    </a:ext>
                  </a:extLst>
                </p:cNvPr>
                <p:cNvPicPr/>
                <p:nvPr/>
              </p:nvPicPr>
              <p:blipFill>
                <a:blip r:embed="rId119"/>
                <a:stretch>
                  <a:fillRect/>
                </a:stretch>
              </p:blipFill>
              <p:spPr>
                <a:xfrm>
                  <a:off x="8281427" y="5082885"/>
                  <a:ext cx="28008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9261" name="Ink 9260">
                  <a:extLst>
                    <a:ext uri="{FF2B5EF4-FFF2-40B4-BE49-F238E27FC236}">
                      <a16:creationId xmlns:a16="http://schemas.microsoft.com/office/drawing/2014/main" id="{082B03CD-A6C5-4B51-A735-E5BE8BFF9272}"/>
                    </a:ext>
                  </a:extLst>
                </p14:cNvPr>
                <p14:cNvContentPartPr/>
                <p14:nvPr/>
              </p14:nvContentPartPr>
              <p14:xfrm>
                <a:off x="8488067" y="5178645"/>
                <a:ext cx="141120" cy="173880"/>
              </p14:xfrm>
            </p:contentPart>
          </mc:Choice>
          <mc:Fallback xmlns="">
            <p:pic>
              <p:nvPicPr>
                <p:cNvPr id="9261" name="Ink 9260">
                  <a:extLst>
                    <a:ext uri="{FF2B5EF4-FFF2-40B4-BE49-F238E27FC236}">
                      <a16:creationId xmlns:a16="http://schemas.microsoft.com/office/drawing/2014/main" id="{082B03CD-A6C5-4B51-A735-E5BE8BFF9272}"/>
                    </a:ext>
                  </a:extLst>
                </p:cNvPr>
                <p:cNvPicPr/>
                <p:nvPr/>
              </p:nvPicPr>
              <p:blipFill>
                <a:blip r:embed="rId121"/>
                <a:stretch>
                  <a:fillRect/>
                </a:stretch>
              </p:blipFill>
              <p:spPr>
                <a:xfrm>
                  <a:off x="8479067" y="5170005"/>
                  <a:ext cx="15876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9262" name="Ink 9261">
                  <a:extLst>
                    <a:ext uri="{FF2B5EF4-FFF2-40B4-BE49-F238E27FC236}">
                      <a16:creationId xmlns:a16="http://schemas.microsoft.com/office/drawing/2014/main" id="{F8ADE48E-3A9C-4EB0-A114-5B628051E4E5}"/>
                    </a:ext>
                  </a:extLst>
                </p14:cNvPr>
                <p14:cNvContentPartPr/>
                <p14:nvPr/>
              </p14:nvContentPartPr>
              <p14:xfrm>
                <a:off x="8645747" y="4993965"/>
                <a:ext cx="130320" cy="133200"/>
              </p14:xfrm>
            </p:contentPart>
          </mc:Choice>
          <mc:Fallback xmlns="">
            <p:pic>
              <p:nvPicPr>
                <p:cNvPr id="9262" name="Ink 9261">
                  <a:extLst>
                    <a:ext uri="{FF2B5EF4-FFF2-40B4-BE49-F238E27FC236}">
                      <a16:creationId xmlns:a16="http://schemas.microsoft.com/office/drawing/2014/main" id="{F8ADE48E-3A9C-4EB0-A114-5B628051E4E5}"/>
                    </a:ext>
                  </a:extLst>
                </p:cNvPr>
                <p:cNvPicPr/>
                <p:nvPr/>
              </p:nvPicPr>
              <p:blipFill>
                <a:blip r:embed="rId123"/>
                <a:stretch>
                  <a:fillRect/>
                </a:stretch>
              </p:blipFill>
              <p:spPr>
                <a:xfrm>
                  <a:off x="8637107" y="4985325"/>
                  <a:ext cx="14796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9263" name="Ink 9262">
                  <a:extLst>
                    <a:ext uri="{FF2B5EF4-FFF2-40B4-BE49-F238E27FC236}">
                      <a16:creationId xmlns:a16="http://schemas.microsoft.com/office/drawing/2014/main" id="{5C7DC8DC-5FA4-4CEC-8F64-DDDB1BFFA8C3}"/>
                    </a:ext>
                  </a:extLst>
                </p14:cNvPr>
                <p14:cNvContentPartPr/>
                <p14:nvPr/>
              </p14:nvContentPartPr>
              <p14:xfrm>
                <a:off x="8856707" y="5167485"/>
                <a:ext cx="96840" cy="101880"/>
              </p14:xfrm>
            </p:contentPart>
          </mc:Choice>
          <mc:Fallback xmlns="">
            <p:pic>
              <p:nvPicPr>
                <p:cNvPr id="9263" name="Ink 9262">
                  <a:extLst>
                    <a:ext uri="{FF2B5EF4-FFF2-40B4-BE49-F238E27FC236}">
                      <a16:creationId xmlns:a16="http://schemas.microsoft.com/office/drawing/2014/main" id="{5C7DC8DC-5FA4-4CEC-8F64-DDDB1BFFA8C3}"/>
                    </a:ext>
                  </a:extLst>
                </p:cNvPr>
                <p:cNvPicPr/>
                <p:nvPr/>
              </p:nvPicPr>
              <p:blipFill>
                <a:blip r:embed="rId125"/>
                <a:stretch>
                  <a:fillRect/>
                </a:stretch>
              </p:blipFill>
              <p:spPr>
                <a:xfrm>
                  <a:off x="8848067" y="5158485"/>
                  <a:ext cx="11448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9264" name="Ink 9263">
                  <a:extLst>
                    <a:ext uri="{FF2B5EF4-FFF2-40B4-BE49-F238E27FC236}">
                      <a16:creationId xmlns:a16="http://schemas.microsoft.com/office/drawing/2014/main" id="{3406FFA0-E2D9-4172-8A5C-E681F97C46FF}"/>
                    </a:ext>
                  </a:extLst>
                </p14:cNvPr>
                <p14:cNvContentPartPr/>
                <p14:nvPr/>
              </p14:nvContentPartPr>
              <p14:xfrm>
                <a:off x="8832587" y="5185845"/>
                <a:ext cx="119160" cy="138240"/>
              </p14:xfrm>
            </p:contentPart>
          </mc:Choice>
          <mc:Fallback xmlns="">
            <p:pic>
              <p:nvPicPr>
                <p:cNvPr id="9264" name="Ink 9263">
                  <a:extLst>
                    <a:ext uri="{FF2B5EF4-FFF2-40B4-BE49-F238E27FC236}">
                      <a16:creationId xmlns:a16="http://schemas.microsoft.com/office/drawing/2014/main" id="{3406FFA0-E2D9-4172-8A5C-E681F97C46FF}"/>
                    </a:ext>
                  </a:extLst>
                </p:cNvPr>
                <p:cNvPicPr/>
                <p:nvPr/>
              </p:nvPicPr>
              <p:blipFill>
                <a:blip r:embed="rId127"/>
                <a:stretch>
                  <a:fillRect/>
                </a:stretch>
              </p:blipFill>
              <p:spPr>
                <a:xfrm>
                  <a:off x="8823587" y="5177205"/>
                  <a:ext cx="13680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9265" name="Ink 9264">
                  <a:extLst>
                    <a:ext uri="{FF2B5EF4-FFF2-40B4-BE49-F238E27FC236}">
                      <a16:creationId xmlns:a16="http://schemas.microsoft.com/office/drawing/2014/main" id="{A59B67A9-0345-4ADD-B720-17B8EB0A0B48}"/>
                    </a:ext>
                  </a:extLst>
                </p14:cNvPr>
                <p14:cNvContentPartPr/>
                <p14:nvPr/>
              </p14:nvContentPartPr>
              <p14:xfrm>
                <a:off x="9038147" y="5025285"/>
                <a:ext cx="118800" cy="294120"/>
              </p14:xfrm>
            </p:contentPart>
          </mc:Choice>
          <mc:Fallback xmlns="">
            <p:pic>
              <p:nvPicPr>
                <p:cNvPr id="9265" name="Ink 9264">
                  <a:extLst>
                    <a:ext uri="{FF2B5EF4-FFF2-40B4-BE49-F238E27FC236}">
                      <a16:creationId xmlns:a16="http://schemas.microsoft.com/office/drawing/2014/main" id="{A59B67A9-0345-4ADD-B720-17B8EB0A0B48}"/>
                    </a:ext>
                  </a:extLst>
                </p:cNvPr>
                <p:cNvPicPr/>
                <p:nvPr/>
              </p:nvPicPr>
              <p:blipFill>
                <a:blip r:embed="rId129"/>
                <a:stretch>
                  <a:fillRect/>
                </a:stretch>
              </p:blipFill>
              <p:spPr>
                <a:xfrm>
                  <a:off x="9029147" y="5016285"/>
                  <a:ext cx="136440" cy="311760"/>
                </a:xfrm>
                <a:prstGeom prst="rect">
                  <a:avLst/>
                </a:prstGeom>
              </p:spPr>
            </p:pic>
          </mc:Fallback>
        </mc:AlternateContent>
      </p:grpSp>
      <p:grpSp>
        <p:nvGrpSpPr>
          <p:cNvPr id="9285" name="Group 9284">
            <a:extLst>
              <a:ext uri="{FF2B5EF4-FFF2-40B4-BE49-F238E27FC236}">
                <a16:creationId xmlns:a16="http://schemas.microsoft.com/office/drawing/2014/main" id="{B28029AF-1A69-4709-86CC-9C697834867C}"/>
              </a:ext>
            </a:extLst>
          </p:cNvPr>
          <p:cNvGrpSpPr/>
          <p:nvPr/>
        </p:nvGrpSpPr>
        <p:grpSpPr>
          <a:xfrm>
            <a:off x="7149227" y="5964525"/>
            <a:ext cx="181800" cy="96840"/>
            <a:chOff x="7149227" y="5964525"/>
            <a:chExt cx="181800" cy="96840"/>
          </a:xfrm>
        </p:grpSpPr>
        <mc:AlternateContent xmlns:mc="http://schemas.openxmlformats.org/markup-compatibility/2006" xmlns:p14="http://schemas.microsoft.com/office/powerpoint/2010/main">
          <mc:Choice Requires="p14">
            <p:contentPart p14:bwMode="auto" r:id="rId130">
              <p14:nvContentPartPr>
                <p14:cNvPr id="9267" name="Ink 9266">
                  <a:extLst>
                    <a:ext uri="{FF2B5EF4-FFF2-40B4-BE49-F238E27FC236}">
                      <a16:creationId xmlns:a16="http://schemas.microsoft.com/office/drawing/2014/main" id="{A655669E-825E-4D34-90D3-0ED7CD96EC6F}"/>
                    </a:ext>
                  </a:extLst>
                </p14:cNvPr>
                <p14:cNvContentPartPr/>
                <p14:nvPr/>
              </p14:nvContentPartPr>
              <p14:xfrm>
                <a:off x="7149227" y="5964525"/>
                <a:ext cx="136080" cy="12600"/>
              </p14:xfrm>
            </p:contentPart>
          </mc:Choice>
          <mc:Fallback xmlns="">
            <p:pic>
              <p:nvPicPr>
                <p:cNvPr id="9267" name="Ink 9266">
                  <a:extLst>
                    <a:ext uri="{FF2B5EF4-FFF2-40B4-BE49-F238E27FC236}">
                      <a16:creationId xmlns:a16="http://schemas.microsoft.com/office/drawing/2014/main" id="{A655669E-825E-4D34-90D3-0ED7CD96EC6F}"/>
                    </a:ext>
                  </a:extLst>
                </p:cNvPr>
                <p:cNvPicPr/>
                <p:nvPr/>
              </p:nvPicPr>
              <p:blipFill>
                <a:blip r:embed="rId131"/>
                <a:stretch>
                  <a:fillRect/>
                </a:stretch>
              </p:blipFill>
              <p:spPr>
                <a:xfrm>
                  <a:off x="7140227" y="5955885"/>
                  <a:ext cx="15372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268" name="Ink 9267">
                  <a:extLst>
                    <a:ext uri="{FF2B5EF4-FFF2-40B4-BE49-F238E27FC236}">
                      <a16:creationId xmlns:a16="http://schemas.microsoft.com/office/drawing/2014/main" id="{DBCD0E20-227E-4386-B944-8131FEC4040F}"/>
                    </a:ext>
                  </a:extLst>
                </p14:cNvPr>
                <p14:cNvContentPartPr/>
                <p14:nvPr/>
              </p14:nvContentPartPr>
              <p14:xfrm>
                <a:off x="7182347" y="6049485"/>
                <a:ext cx="148680" cy="11880"/>
              </p14:xfrm>
            </p:contentPart>
          </mc:Choice>
          <mc:Fallback xmlns="">
            <p:pic>
              <p:nvPicPr>
                <p:cNvPr id="9268" name="Ink 9267">
                  <a:extLst>
                    <a:ext uri="{FF2B5EF4-FFF2-40B4-BE49-F238E27FC236}">
                      <a16:creationId xmlns:a16="http://schemas.microsoft.com/office/drawing/2014/main" id="{DBCD0E20-227E-4386-B944-8131FEC4040F}"/>
                    </a:ext>
                  </a:extLst>
                </p:cNvPr>
                <p:cNvPicPr/>
                <p:nvPr/>
              </p:nvPicPr>
              <p:blipFill>
                <a:blip r:embed="rId133"/>
                <a:stretch>
                  <a:fillRect/>
                </a:stretch>
              </p:blipFill>
              <p:spPr>
                <a:xfrm>
                  <a:off x="7173347" y="6040485"/>
                  <a:ext cx="166320" cy="29520"/>
                </a:xfrm>
                <a:prstGeom prst="rect">
                  <a:avLst/>
                </a:prstGeom>
              </p:spPr>
            </p:pic>
          </mc:Fallback>
        </mc:AlternateContent>
      </p:grpSp>
      <p:grpSp>
        <p:nvGrpSpPr>
          <p:cNvPr id="9291" name="Group 9290">
            <a:extLst>
              <a:ext uri="{FF2B5EF4-FFF2-40B4-BE49-F238E27FC236}">
                <a16:creationId xmlns:a16="http://schemas.microsoft.com/office/drawing/2014/main" id="{A7363FB2-4E97-496C-9B68-DC0E343B735D}"/>
              </a:ext>
            </a:extLst>
          </p:cNvPr>
          <p:cNvGrpSpPr/>
          <p:nvPr/>
        </p:nvGrpSpPr>
        <p:grpSpPr>
          <a:xfrm>
            <a:off x="7516067" y="5690205"/>
            <a:ext cx="2018752" cy="600120"/>
            <a:chOff x="7516067" y="5690205"/>
            <a:chExt cx="2018752" cy="600120"/>
          </a:xfrm>
        </p:grpSpPr>
        <mc:AlternateContent xmlns:mc="http://schemas.openxmlformats.org/markup-compatibility/2006" xmlns:p14="http://schemas.microsoft.com/office/powerpoint/2010/main">
          <mc:Choice Requires="p14">
            <p:contentPart p14:bwMode="auto" r:id="rId134">
              <p14:nvContentPartPr>
                <p14:cNvPr id="9269" name="Ink 9268">
                  <a:extLst>
                    <a:ext uri="{FF2B5EF4-FFF2-40B4-BE49-F238E27FC236}">
                      <a16:creationId xmlns:a16="http://schemas.microsoft.com/office/drawing/2014/main" id="{3C7CDA05-13FF-4764-BFC3-D00DB443B4D5}"/>
                    </a:ext>
                  </a:extLst>
                </p14:cNvPr>
                <p14:cNvContentPartPr/>
                <p14:nvPr/>
              </p14:nvContentPartPr>
              <p14:xfrm>
                <a:off x="7644227" y="5845365"/>
                <a:ext cx="14760" cy="165600"/>
              </p14:xfrm>
            </p:contentPart>
          </mc:Choice>
          <mc:Fallback xmlns="">
            <p:pic>
              <p:nvPicPr>
                <p:cNvPr id="9269" name="Ink 9268">
                  <a:extLst>
                    <a:ext uri="{FF2B5EF4-FFF2-40B4-BE49-F238E27FC236}">
                      <a16:creationId xmlns:a16="http://schemas.microsoft.com/office/drawing/2014/main" id="{3C7CDA05-13FF-4764-BFC3-D00DB443B4D5}"/>
                    </a:ext>
                  </a:extLst>
                </p:cNvPr>
                <p:cNvPicPr/>
                <p:nvPr/>
              </p:nvPicPr>
              <p:blipFill>
                <a:blip r:embed="rId135"/>
                <a:stretch>
                  <a:fillRect/>
                </a:stretch>
              </p:blipFill>
              <p:spPr>
                <a:xfrm>
                  <a:off x="7635587" y="5836365"/>
                  <a:ext cx="3240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270" name="Ink 9269">
                  <a:extLst>
                    <a:ext uri="{FF2B5EF4-FFF2-40B4-BE49-F238E27FC236}">
                      <a16:creationId xmlns:a16="http://schemas.microsoft.com/office/drawing/2014/main" id="{11163B23-C2B2-43F1-A2E3-93A764AEBFF9}"/>
                    </a:ext>
                  </a:extLst>
                </p14:cNvPr>
                <p14:cNvContentPartPr/>
                <p14:nvPr/>
              </p14:nvContentPartPr>
              <p14:xfrm>
                <a:off x="7516067" y="6064605"/>
                <a:ext cx="237240" cy="44640"/>
              </p14:xfrm>
            </p:contentPart>
          </mc:Choice>
          <mc:Fallback xmlns="">
            <p:pic>
              <p:nvPicPr>
                <p:cNvPr id="9270" name="Ink 9269">
                  <a:extLst>
                    <a:ext uri="{FF2B5EF4-FFF2-40B4-BE49-F238E27FC236}">
                      <a16:creationId xmlns:a16="http://schemas.microsoft.com/office/drawing/2014/main" id="{11163B23-C2B2-43F1-A2E3-93A764AEBFF9}"/>
                    </a:ext>
                  </a:extLst>
                </p:cNvPr>
                <p:cNvPicPr/>
                <p:nvPr/>
              </p:nvPicPr>
              <p:blipFill>
                <a:blip r:embed="rId137"/>
                <a:stretch>
                  <a:fillRect/>
                </a:stretch>
              </p:blipFill>
              <p:spPr>
                <a:xfrm>
                  <a:off x="7507067" y="6055605"/>
                  <a:ext cx="25488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271" name="Ink 9270">
                  <a:extLst>
                    <a:ext uri="{FF2B5EF4-FFF2-40B4-BE49-F238E27FC236}">
                      <a16:creationId xmlns:a16="http://schemas.microsoft.com/office/drawing/2014/main" id="{45904198-CC74-4E54-8353-8976EEB0C770}"/>
                    </a:ext>
                  </a:extLst>
                </p14:cNvPr>
                <p14:cNvContentPartPr/>
                <p14:nvPr/>
              </p14:nvContentPartPr>
              <p14:xfrm>
                <a:off x="7599227" y="6121485"/>
                <a:ext cx="145080" cy="168840"/>
              </p14:xfrm>
            </p:contentPart>
          </mc:Choice>
          <mc:Fallback xmlns="">
            <p:pic>
              <p:nvPicPr>
                <p:cNvPr id="9271" name="Ink 9270">
                  <a:extLst>
                    <a:ext uri="{FF2B5EF4-FFF2-40B4-BE49-F238E27FC236}">
                      <a16:creationId xmlns:a16="http://schemas.microsoft.com/office/drawing/2014/main" id="{45904198-CC74-4E54-8353-8976EEB0C770}"/>
                    </a:ext>
                  </a:extLst>
                </p:cNvPr>
                <p:cNvPicPr/>
                <p:nvPr/>
              </p:nvPicPr>
              <p:blipFill>
                <a:blip r:embed="rId139"/>
                <a:stretch>
                  <a:fillRect/>
                </a:stretch>
              </p:blipFill>
              <p:spPr>
                <a:xfrm>
                  <a:off x="7590227" y="6112845"/>
                  <a:ext cx="16272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272" name="Ink 9271">
                  <a:extLst>
                    <a:ext uri="{FF2B5EF4-FFF2-40B4-BE49-F238E27FC236}">
                      <a16:creationId xmlns:a16="http://schemas.microsoft.com/office/drawing/2014/main" id="{08992ED1-58FF-4574-BA46-A6131B6986A8}"/>
                    </a:ext>
                  </a:extLst>
                </p14:cNvPr>
                <p14:cNvContentPartPr/>
                <p14:nvPr/>
              </p14:nvContentPartPr>
              <p14:xfrm>
                <a:off x="7906667" y="6023925"/>
                <a:ext cx="107280" cy="86400"/>
              </p14:xfrm>
            </p:contentPart>
          </mc:Choice>
          <mc:Fallback xmlns="">
            <p:pic>
              <p:nvPicPr>
                <p:cNvPr id="9272" name="Ink 9271">
                  <a:extLst>
                    <a:ext uri="{FF2B5EF4-FFF2-40B4-BE49-F238E27FC236}">
                      <a16:creationId xmlns:a16="http://schemas.microsoft.com/office/drawing/2014/main" id="{08992ED1-58FF-4574-BA46-A6131B6986A8}"/>
                    </a:ext>
                  </a:extLst>
                </p:cNvPr>
                <p:cNvPicPr/>
                <p:nvPr/>
              </p:nvPicPr>
              <p:blipFill>
                <a:blip r:embed="rId141"/>
                <a:stretch>
                  <a:fillRect/>
                </a:stretch>
              </p:blipFill>
              <p:spPr>
                <a:xfrm>
                  <a:off x="7897667" y="6015285"/>
                  <a:ext cx="1249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273" name="Ink 9272">
                  <a:extLst>
                    <a:ext uri="{FF2B5EF4-FFF2-40B4-BE49-F238E27FC236}">
                      <a16:creationId xmlns:a16="http://schemas.microsoft.com/office/drawing/2014/main" id="{E08B6242-D621-4FDB-B359-B51F5BEF58F1}"/>
                    </a:ext>
                  </a:extLst>
                </p14:cNvPr>
                <p14:cNvContentPartPr/>
                <p14:nvPr/>
              </p14:nvContentPartPr>
              <p14:xfrm>
                <a:off x="7882907" y="6016725"/>
                <a:ext cx="129600" cy="132840"/>
              </p14:xfrm>
            </p:contentPart>
          </mc:Choice>
          <mc:Fallback xmlns="">
            <p:pic>
              <p:nvPicPr>
                <p:cNvPr id="9273" name="Ink 9272">
                  <a:extLst>
                    <a:ext uri="{FF2B5EF4-FFF2-40B4-BE49-F238E27FC236}">
                      <a16:creationId xmlns:a16="http://schemas.microsoft.com/office/drawing/2014/main" id="{E08B6242-D621-4FDB-B359-B51F5BEF58F1}"/>
                    </a:ext>
                  </a:extLst>
                </p:cNvPr>
                <p:cNvPicPr/>
                <p:nvPr/>
              </p:nvPicPr>
              <p:blipFill>
                <a:blip r:embed="rId143"/>
                <a:stretch>
                  <a:fillRect/>
                </a:stretch>
              </p:blipFill>
              <p:spPr>
                <a:xfrm>
                  <a:off x="7874267" y="6008085"/>
                  <a:ext cx="14724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274" name="Ink 9273">
                  <a:extLst>
                    <a:ext uri="{FF2B5EF4-FFF2-40B4-BE49-F238E27FC236}">
                      <a16:creationId xmlns:a16="http://schemas.microsoft.com/office/drawing/2014/main" id="{091E4DC2-46FB-441A-81EE-54E8A78C337B}"/>
                    </a:ext>
                  </a:extLst>
                </p14:cNvPr>
                <p14:cNvContentPartPr/>
                <p14:nvPr/>
              </p14:nvContentPartPr>
              <p14:xfrm>
                <a:off x="8123747" y="5883165"/>
                <a:ext cx="6840" cy="157680"/>
              </p14:xfrm>
            </p:contentPart>
          </mc:Choice>
          <mc:Fallback xmlns="">
            <p:pic>
              <p:nvPicPr>
                <p:cNvPr id="9274" name="Ink 9273">
                  <a:extLst>
                    <a:ext uri="{FF2B5EF4-FFF2-40B4-BE49-F238E27FC236}">
                      <a16:creationId xmlns:a16="http://schemas.microsoft.com/office/drawing/2014/main" id="{091E4DC2-46FB-441A-81EE-54E8A78C337B}"/>
                    </a:ext>
                  </a:extLst>
                </p:cNvPr>
                <p:cNvPicPr/>
                <p:nvPr/>
              </p:nvPicPr>
              <p:blipFill>
                <a:blip r:embed="rId145"/>
                <a:stretch>
                  <a:fillRect/>
                </a:stretch>
              </p:blipFill>
              <p:spPr>
                <a:xfrm>
                  <a:off x="8114747" y="5874525"/>
                  <a:ext cx="2448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275" name="Ink 9274">
                  <a:extLst>
                    <a:ext uri="{FF2B5EF4-FFF2-40B4-BE49-F238E27FC236}">
                      <a16:creationId xmlns:a16="http://schemas.microsoft.com/office/drawing/2014/main" id="{CC7F55A5-6A12-4606-9135-68FF26DC33A0}"/>
                    </a:ext>
                  </a:extLst>
                </p14:cNvPr>
                <p14:cNvContentPartPr/>
                <p14:nvPr/>
              </p14:nvContentPartPr>
              <p14:xfrm>
                <a:off x="8182067" y="6030045"/>
                <a:ext cx="360" cy="360"/>
              </p14:xfrm>
            </p:contentPart>
          </mc:Choice>
          <mc:Fallback xmlns="">
            <p:pic>
              <p:nvPicPr>
                <p:cNvPr id="9275" name="Ink 9274">
                  <a:extLst>
                    <a:ext uri="{FF2B5EF4-FFF2-40B4-BE49-F238E27FC236}">
                      <a16:creationId xmlns:a16="http://schemas.microsoft.com/office/drawing/2014/main" id="{CC7F55A5-6A12-4606-9135-68FF26DC33A0}"/>
                    </a:ext>
                  </a:extLst>
                </p:cNvPr>
                <p:cNvPicPr/>
                <p:nvPr/>
              </p:nvPicPr>
              <p:blipFill>
                <a:blip r:embed="rId147"/>
                <a:stretch>
                  <a:fillRect/>
                </a:stretch>
              </p:blipFill>
              <p:spPr>
                <a:xfrm>
                  <a:off x="8173427" y="602140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276" name="Ink 9275">
                  <a:extLst>
                    <a:ext uri="{FF2B5EF4-FFF2-40B4-BE49-F238E27FC236}">
                      <a16:creationId xmlns:a16="http://schemas.microsoft.com/office/drawing/2014/main" id="{AA7417CB-D1A2-405B-961C-1B7F43E036DD}"/>
                    </a:ext>
                  </a:extLst>
                </p14:cNvPr>
                <p14:cNvContentPartPr/>
                <p14:nvPr/>
              </p14:nvContentPartPr>
              <p14:xfrm>
                <a:off x="8034107" y="5826645"/>
                <a:ext cx="230400" cy="72360"/>
              </p14:xfrm>
            </p:contentPart>
          </mc:Choice>
          <mc:Fallback xmlns="">
            <p:pic>
              <p:nvPicPr>
                <p:cNvPr id="9276" name="Ink 9275">
                  <a:extLst>
                    <a:ext uri="{FF2B5EF4-FFF2-40B4-BE49-F238E27FC236}">
                      <a16:creationId xmlns:a16="http://schemas.microsoft.com/office/drawing/2014/main" id="{AA7417CB-D1A2-405B-961C-1B7F43E036DD}"/>
                    </a:ext>
                  </a:extLst>
                </p:cNvPr>
                <p:cNvPicPr/>
                <p:nvPr/>
              </p:nvPicPr>
              <p:blipFill>
                <a:blip r:embed="rId149"/>
                <a:stretch>
                  <a:fillRect/>
                </a:stretch>
              </p:blipFill>
              <p:spPr>
                <a:xfrm>
                  <a:off x="8025467" y="5818005"/>
                  <a:ext cx="24804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277" name="Ink 9276">
                  <a:extLst>
                    <a:ext uri="{FF2B5EF4-FFF2-40B4-BE49-F238E27FC236}">
                      <a16:creationId xmlns:a16="http://schemas.microsoft.com/office/drawing/2014/main" id="{124F8A62-DFB5-43A4-81B6-BFA26E084389}"/>
                    </a:ext>
                  </a:extLst>
                </p14:cNvPr>
                <p14:cNvContentPartPr/>
                <p14:nvPr/>
              </p14:nvContentPartPr>
              <p14:xfrm>
                <a:off x="8190707" y="5891445"/>
                <a:ext cx="16200" cy="170640"/>
              </p14:xfrm>
            </p:contentPart>
          </mc:Choice>
          <mc:Fallback xmlns="">
            <p:pic>
              <p:nvPicPr>
                <p:cNvPr id="9277" name="Ink 9276">
                  <a:extLst>
                    <a:ext uri="{FF2B5EF4-FFF2-40B4-BE49-F238E27FC236}">
                      <a16:creationId xmlns:a16="http://schemas.microsoft.com/office/drawing/2014/main" id="{124F8A62-DFB5-43A4-81B6-BFA26E084389}"/>
                    </a:ext>
                  </a:extLst>
                </p:cNvPr>
                <p:cNvPicPr/>
                <p:nvPr/>
              </p:nvPicPr>
              <p:blipFill>
                <a:blip r:embed="rId151"/>
                <a:stretch>
                  <a:fillRect/>
                </a:stretch>
              </p:blipFill>
              <p:spPr>
                <a:xfrm>
                  <a:off x="8182067" y="5882445"/>
                  <a:ext cx="3384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278" name="Ink 9277">
                  <a:extLst>
                    <a:ext uri="{FF2B5EF4-FFF2-40B4-BE49-F238E27FC236}">
                      <a16:creationId xmlns:a16="http://schemas.microsoft.com/office/drawing/2014/main" id="{12CF9093-3CD4-4B56-A9EA-4AE31CACC279}"/>
                    </a:ext>
                  </a:extLst>
                </p14:cNvPr>
                <p14:cNvContentPartPr/>
                <p14:nvPr/>
              </p14:nvContentPartPr>
              <p14:xfrm>
                <a:off x="8272427" y="5908365"/>
                <a:ext cx="62280" cy="95040"/>
              </p14:xfrm>
            </p:contentPart>
          </mc:Choice>
          <mc:Fallback xmlns="">
            <p:pic>
              <p:nvPicPr>
                <p:cNvPr id="9278" name="Ink 9277">
                  <a:extLst>
                    <a:ext uri="{FF2B5EF4-FFF2-40B4-BE49-F238E27FC236}">
                      <a16:creationId xmlns:a16="http://schemas.microsoft.com/office/drawing/2014/main" id="{12CF9093-3CD4-4B56-A9EA-4AE31CACC279}"/>
                    </a:ext>
                  </a:extLst>
                </p:cNvPr>
                <p:cNvPicPr/>
                <p:nvPr/>
              </p:nvPicPr>
              <p:blipFill>
                <a:blip r:embed="rId153"/>
                <a:stretch>
                  <a:fillRect/>
                </a:stretch>
              </p:blipFill>
              <p:spPr>
                <a:xfrm>
                  <a:off x="8263427" y="5899725"/>
                  <a:ext cx="799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279" name="Ink 9278">
                  <a:extLst>
                    <a:ext uri="{FF2B5EF4-FFF2-40B4-BE49-F238E27FC236}">
                      <a16:creationId xmlns:a16="http://schemas.microsoft.com/office/drawing/2014/main" id="{4A103A0A-7E10-4266-87B6-6AB4F9B02654}"/>
                    </a:ext>
                  </a:extLst>
                </p14:cNvPr>
                <p14:cNvContentPartPr/>
                <p14:nvPr/>
              </p14:nvContentPartPr>
              <p14:xfrm>
                <a:off x="8275307" y="5901885"/>
                <a:ext cx="79560" cy="106560"/>
              </p14:xfrm>
            </p:contentPart>
          </mc:Choice>
          <mc:Fallback xmlns="">
            <p:pic>
              <p:nvPicPr>
                <p:cNvPr id="9279" name="Ink 9278">
                  <a:extLst>
                    <a:ext uri="{FF2B5EF4-FFF2-40B4-BE49-F238E27FC236}">
                      <a16:creationId xmlns:a16="http://schemas.microsoft.com/office/drawing/2014/main" id="{4A103A0A-7E10-4266-87B6-6AB4F9B02654}"/>
                    </a:ext>
                  </a:extLst>
                </p:cNvPr>
                <p:cNvPicPr/>
                <p:nvPr/>
              </p:nvPicPr>
              <p:blipFill>
                <a:blip r:embed="rId155"/>
                <a:stretch>
                  <a:fillRect/>
                </a:stretch>
              </p:blipFill>
              <p:spPr>
                <a:xfrm>
                  <a:off x="8266307" y="5893245"/>
                  <a:ext cx="9720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280" name="Ink 9279">
                  <a:extLst>
                    <a:ext uri="{FF2B5EF4-FFF2-40B4-BE49-F238E27FC236}">
                      <a16:creationId xmlns:a16="http://schemas.microsoft.com/office/drawing/2014/main" id="{19341CB4-560E-43FB-912D-0D5AD08C3B39}"/>
                    </a:ext>
                  </a:extLst>
                </p14:cNvPr>
                <p14:cNvContentPartPr/>
                <p14:nvPr/>
              </p14:nvContentPartPr>
              <p14:xfrm>
                <a:off x="8410307" y="5818725"/>
                <a:ext cx="130320" cy="221400"/>
              </p14:xfrm>
            </p:contentPart>
          </mc:Choice>
          <mc:Fallback xmlns="">
            <p:pic>
              <p:nvPicPr>
                <p:cNvPr id="9280" name="Ink 9279">
                  <a:extLst>
                    <a:ext uri="{FF2B5EF4-FFF2-40B4-BE49-F238E27FC236}">
                      <a16:creationId xmlns:a16="http://schemas.microsoft.com/office/drawing/2014/main" id="{19341CB4-560E-43FB-912D-0D5AD08C3B39}"/>
                    </a:ext>
                  </a:extLst>
                </p:cNvPr>
                <p:cNvPicPr/>
                <p:nvPr/>
              </p:nvPicPr>
              <p:blipFill>
                <a:blip r:embed="rId157"/>
                <a:stretch>
                  <a:fillRect/>
                </a:stretch>
              </p:blipFill>
              <p:spPr>
                <a:xfrm>
                  <a:off x="8401307" y="5809725"/>
                  <a:ext cx="14796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281" name="Ink 9280">
                  <a:extLst>
                    <a:ext uri="{FF2B5EF4-FFF2-40B4-BE49-F238E27FC236}">
                      <a16:creationId xmlns:a16="http://schemas.microsoft.com/office/drawing/2014/main" id="{1FC62077-E5E8-46F1-94EF-AF13F89BDE62}"/>
                    </a:ext>
                  </a:extLst>
                </p14:cNvPr>
                <p14:cNvContentPartPr/>
                <p14:nvPr/>
              </p14:nvContentPartPr>
              <p14:xfrm>
                <a:off x="8541707" y="5690205"/>
                <a:ext cx="77760" cy="136800"/>
              </p14:xfrm>
            </p:contentPart>
          </mc:Choice>
          <mc:Fallback xmlns="">
            <p:pic>
              <p:nvPicPr>
                <p:cNvPr id="9281" name="Ink 9280">
                  <a:extLst>
                    <a:ext uri="{FF2B5EF4-FFF2-40B4-BE49-F238E27FC236}">
                      <a16:creationId xmlns:a16="http://schemas.microsoft.com/office/drawing/2014/main" id="{1FC62077-E5E8-46F1-94EF-AF13F89BDE62}"/>
                    </a:ext>
                  </a:extLst>
                </p:cNvPr>
                <p:cNvPicPr/>
                <p:nvPr/>
              </p:nvPicPr>
              <p:blipFill>
                <a:blip r:embed="rId159"/>
                <a:stretch>
                  <a:fillRect/>
                </a:stretch>
              </p:blipFill>
              <p:spPr>
                <a:xfrm>
                  <a:off x="8532707" y="5681205"/>
                  <a:ext cx="9540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282" name="Ink 9281">
                  <a:extLst>
                    <a:ext uri="{FF2B5EF4-FFF2-40B4-BE49-F238E27FC236}">
                      <a16:creationId xmlns:a16="http://schemas.microsoft.com/office/drawing/2014/main" id="{84B44519-5B1E-43E1-945A-CCE6A27D5620}"/>
                    </a:ext>
                  </a:extLst>
                </p14:cNvPr>
                <p14:cNvContentPartPr/>
                <p14:nvPr/>
              </p14:nvContentPartPr>
              <p14:xfrm>
                <a:off x="8734667" y="5833845"/>
                <a:ext cx="83520" cy="98280"/>
              </p14:xfrm>
            </p:contentPart>
          </mc:Choice>
          <mc:Fallback xmlns="">
            <p:pic>
              <p:nvPicPr>
                <p:cNvPr id="9282" name="Ink 9281">
                  <a:extLst>
                    <a:ext uri="{FF2B5EF4-FFF2-40B4-BE49-F238E27FC236}">
                      <a16:creationId xmlns:a16="http://schemas.microsoft.com/office/drawing/2014/main" id="{84B44519-5B1E-43E1-945A-CCE6A27D5620}"/>
                    </a:ext>
                  </a:extLst>
                </p:cNvPr>
                <p:cNvPicPr/>
                <p:nvPr/>
              </p:nvPicPr>
              <p:blipFill>
                <a:blip r:embed="rId161"/>
                <a:stretch>
                  <a:fillRect/>
                </a:stretch>
              </p:blipFill>
              <p:spPr>
                <a:xfrm>
                  <a:off x="8725667" y="5825205"/>
                  <a:ext cx="10116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283" name="Ink 9282">
                  <a:extLst>
                    <a:ext uri="{FF2B5EF4-FFF2-40B4-BE49-F238E27FC236}">
                      <a16:creationId xmlns:a16="http://schemas.microsoft.com/office/drawing/2014/main" id="{3C14985B-FACB-434D-ACDA-0FC8AF1BD145}"/>
                    </a:ext>
                  </a:extLst>
                </p14:cNvPr>
                <p14:cNvContentPartPr/>
                <p14:nvPr/>
              </p14:nvContentPartPr>
              <p14:xfrm>
                <a:off x="8725667" y="5848605"/>
                <a:ext cx="80640" cy="100080"/>
              </p14:xfrm>
            </p:contentPart>
          </mc:Choice>
          <mc:Fallback xmlns="">
            <p:pic>
              <p:nvPicPr>
                <p:cNvPr id="9283" name="Ink 9282">
                  <a:extLst>
                    <a:ext uri="{FF2B5EF4-FFF2-40B4-BE49-F238E27FC236}">
                      <a16:creationId xmlns:a16="http://schemas.microsoft.com/office/drawing/2014/main" id="{3C14985B-FACB-434D-ACDA-0FC8AF1BD145}"/>
                    </a:ext>
                  </a:extLst>
                </p:cNvPr>
                <p:cNvPicPr/>
                <p:nvPr/>
              </p:nvPicPr>
              <p:blipFill>
                <a:blip r:embed="rId163"/>
                <a:stretch>
                  <a:fillRect/>
                </a:stretch>
              </p:blipFill>
              <p:spPr>
                <a:xfrm>
                  <a:off x="8716667" y="5839965"/>
                  <a:ext cx="9828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286" name="Ink 9285">
                  <a:extLst>
                    <a:ext uri="{FF2B5EF4-FFF2-40B4-BE49-F238E27FC236}">
                      <a16:creationId xmlns:a16="http://schemas.microsoft.com/office/drawing/2014/main" id="{148A26AD-850A-4CC5-A8D7-70717C48ACB9}"/>
                    </a:ext>
                  </a:extLst>
                </p14:cNvPr>
                <p14:cNvContentPartPr/>
                <p14:nvPr/>
              </p14:nvContentPartPr>
              <p14:xfrm>
                <a:off x="8935419" y="5786421"/>
                <a:ext cx="254160" cy="388440"/>
              </p14:xfrm>
            </p:contentPart>
          </mc:Choice>
          <mc:Fallback xmlns="">
            <p:pic>
              <p:nvPicPr>
                <p:cNvPr id="9286" name="Ink 9285">
                  <a:extLst>
                    <a:ext uri="{FF2B5EF4-FFF2-40B4-BE49-F238E27FC236}">
                      <a16:creationId xmlns:a16="http://schemas.microsoft.com/office/drawing/2014/main" id="{148A26AD-850A-4CC5-A8D7-70717C48ACB9}"/>
                    </a:ext>
                  </a:extLst>
                </p:cNvPr>
                <p:cNvPicPr/>
                <p:nvPr/>
              </p:nvPicPr>
              <p:blipFill>
                <a:blip r:embed="rId165"/>
                <a:stretch>
                  <a:fillRect/>
                </a:stretch>
              </p:blipFill>
              <p:spPr>
                <a:xfrm>
                  <a:off x="8926779" y="5777421"/>
                  <a:ext cx="271800" cy="4060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9287" name="Ink 9286">
                  <a:extLst>
                    <a:ext uri="{FF2B5EF4-FFF2-40B4-BE49-F238E27FC236}">
                      <a16:creationId xmlns:a16="http://schemas.microsoft.com/office/drawing/2014/main" id="{017E217A-DA73-483B-B4A8-68B5C2FEBAB8}"/>
                    </a:ext>
                  </a:extLst>
                </p14:cNvPr>
                <p14:cNvContentPartPr/>
                <p14:nvPr/>
              </p14:nvContentPartPr>
              <p14:xfrm>
                <a:off x="9011379" y="5923581"/>
                <a:ext cx="144000" cy="45360"/>
              </p14:xfrm>
            </p:contentPart>
          </mc:Choice>
          <mc:Fallback xmlns="">
            <p:pic>
              <p:nvPicPr>
                <p:cNvPr id="9287" name="Ink 9286">
                  <a:extLst>
                    <a:ext uri="{FF2B5EF4-FFF2-40B4-BE49-F238E27FC236}">
                      <a16:creationId xmlns:a16="http://schemas.microsoft.com/office/drawing/2014/main" id="{017E217A-DA73-483B-B4A8-68B5C2FEBAB8}"/>
                    </a:ext>
                  </a:extLst>
                </p:cNvPr>
                <p:cNvPicPr/>
                <p:nvPr/>
              </p:nvPicPr>
              <p:blipFill>
                <a:blip r:embed="rId167"/>
                <a:stretch>
                  <a:fillRect/>
                </a:stretch>
              </p:blipFill>
              <p:spPr>
                <a:xfrm>
                  <a:off x="9002379" y="5914581"/>
                  <a:ext cx="16164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9289" name="Ink 9288">
                  <a:extLst>
                    <a:ext uri="{FF2B5EF4-FFF2-40B4-BE49-F238E27FC236}">
                      <a16:creationId xmlns:a16="http://schemas.microsoft.com/office/drawing/2014/main" id="{0F66FC99-1505-4571-BCF4-88438F0740DC}"/>
                    </a:ext>
                  </a:extLst>
                </p14:cNvPr>
                <p14:cNvContentPartPr/>
                <p14:nvPr/>
              </p14:nvContentPartPr>
              <p14:xfrm>
                <a:off x="9339339" y="5904861"/>
                <a:ext cx="162720" cy="8640"/>
              </p14:xfrm>
            </p:contentPart>
          </mc:Choice>
          <mc:Fallback xmlns="">
            <p:pic>
              <p:nvPicPr>
                <p:cNvPr id="9289" name="Ink 9288">
                  <a:extLst>
                    <a:ext uri="{FF2B5EF4-FFF2-40B4-BE49-F238E27FC236}">
                      <a16:creationId xmlns:a16="http://schemas.microsoft.com/office/drawing/2014/main" id="{0F66FC99-1505-4571-BCF4-88438F0740DC}"/>
                    </a:ext>
                  </a:extLst>
                </p:cNvPr>
                <p:cNvPicPr/>
                <p:nvPr/>
              </p:nvPicPr>
              <p:blipFill>
                <a:blip r:embed="rId169"/>
                <a:stretch>
                  <a:fillRect/>
                </a:stretch>
              </p:blipFill>
              <p:spPr>
                <a:xfrm>
                  <a:off x="9330699" y="5895861"/>
                  <a:ext cx="18036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9290" name="Ink 9289">
                  <a:extLst>
                    <a:ext uri="{FF2B5EF4-FFF2-40B4-BE49-F238E27FC236}">
                      <a16:creationId xmlns:a16="http://schemas.microsoft.com/office/drawing/2014/main" id="{54CA4795-1162-4B64-87EA-941156705C11}"/>
                    </a:ext>
                  </a:extLst>
                </p14:cNvPr>
                <p14:cNvContentPartPr/>
                <p14:nvPr/>
              </p14:nvContentPartPr>
              <p14:xfrm>
                <a:off x="9368139" y="5947701"/>
                <a:ext cx="166680" cy="40680"/>
              </p14:xfrm>
            </p:contentPart>
          </mc:Choice>
          <mc:Fallback xmlns="">
            <p:pic>
              <p:nvPicPr>
                <p:cNvPr id="9290" name="Ink 9289">
                  <a:extLst>
                    <a:ext uri="{FF2B5EF4-FFF2-40B4-BE49-F238E27FC236}">
                      <a16:creationId xmlns:a16="http://schemas.microsoft.com/office/drawing/2014/main" id="{54CA4795-1162-4B64-87EA-941156705C11}"/>
                    </a:ext>
                  </a:extLst>
                </p:cNvPr>
                <p:cNvPicPr/>
                <p:nvPr/>
              </p:nvPicPr>
              <p:blipFill>
                <a:blip r:embed="rId171"/>
                <a:stretch>
                  <a:fillRect/>
                </a:stretch>
              </p:blipFill>
              <p:spPr>
                <a:xfrm>
                  <a:off x="9359499" y="5938701"/>
                  <a:ext cx="184320" cy="58320"/>
                </a:xfrm>
                <a:prstGeom prst="rect">
                  <a:avLst/>
                </a:prstGeom>
              </p:spPr>
            </p:pic>
          </mc:Fallback>
        </mc:AlternateContent>
      </p:grpSp>
      <p:grpSp>
        <p:nvGrpSpPr>
          <p:cNvPr id="9294" name="Group 9293">
            <a:extLst>
              <a:ext uri="{FF2B5EF4-FFF2-40B4-BE49-F238E27FC236}">
                <a16:creationId xmlns:a16="http://schemas.microsoft.com/office/drawing/2014/main" id="{3DEFBD1B-EBD7-4761-92EB-FCB89EC682B9}"/>
              </a:ext>
            </a:extLst>
          </p:cNvPr>
          <p:cNvGrpSpPr/>
          <p:nvPr/>
        </p:nvGrpSpPr>
        <p:grpSpPr>
          <a:xfrm>
            <a:off x="9754779" y="5698941"/>
            <a:ext cx="312840" cy="377280"/>
            <a:chOff x="9754779" y="5698941"/>
            <a:chExt cx="312840" cy="377280"/>
          </a:xfrm>
        </p:grpSpPr>
        <mc:AlternateContent xmlns:mc="http://schemas.openxmlformats.org/markup-compatibility/2006" xmlns:p14="http://schemas.microsoft.com/office/powerpoint/2010/main">
          <mc:Choice Requires="p14">
            <p:contentPart p14:bwMode="auto" r:id="rId172">
              <p14:nvContentPartPr>
                <p14:cNvPr id="9292" name="Ink 9291">
                  <a:extLst>
                    <a:ext uri="{FF2B5EF4-FFF2-40B4-BE49-F238E27FC236}">
                      <a16:creationId xmlns:a16="http://schemas.microsoft.com/office/drawing/2014/main" id="{5999E91A-6B0E-4A5E-B039-5A9E1F16B07E}"/>
                    </a:ext>
                  </a:extLst>
                </p14:cNvPr>
                <p14:cNvContentPartPr/>
                <p14:nvPr/>
              </p14:nvContentPartPr>
              <p14:xfrm>
                <a:off x="9754779" y="5698941"/>
                <a:ext cx="236160" cy="377280"/>
              </p14:xfrm>
            </p:contentPart>
          </mc:Choice>
          <mc:Fallback xmlns="">
            <p:pic>
              <p:nvPicPr>
                <p:cNvPr id="9292" name="Ink 9291">
                  <a:extLst>
                    <a:ext uri="{FF2B5EF4-FFF2-40B4-BE49-F238E27FC236}">
                      <a16:creationId xmlns:a16="http://schemas.microsoft.com/office/drawing/2014/main" id="{5999E91A-6B0E-4A5E-B039-5A9E1F16B07E}"/>
                    </a:ext>
                  </a:extLst>
                </p:cNvPr>
                <p:cNvPicPr/>
                <p:nvPr/>
              </p:nvPicPr>
              <p:blipFill>
                <a:blip r:embed="rId173"/>
                <a:stretch>
                  <a:fillRect/>
                </a:stretch>
              </p:blipFill>
              <p:spPr>
                <a:xfrm>
                  <a:off x="9745779" y="5690301"/>
                  <a:ext cx="253800" cy="3949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9293" name="Ink 9292">
                  <a:extLst>
                    <a:ext uri="{FF2B5EF4-FFF2-40B4-BE49-F238E27FC236}">
                      <a16:creationId xmlns:a16="http://schemas.microsoft.com/office/drawing/2014/main" id="{9F55F751-3AD7-4B56-9737-16B04CCD47AD}"/>
                    </a:ext>
                  </a:extLst>
                </p14:cNvPr>
                <p14:cNvContentPartPr/>
                <p14:nvPr/>
              </p14:nvContentPartPr>
              <p14:xfrm>
                <a:off x="10051779" y="5733501"/>
                <a:ext cx="15840" cy="332280"/>
              </p14:xfrm>
            </p:contentPart>
          </mc:Choice>
          <mc:Fallback xmlns="">
            <p:pic>
              <p:nvPicPr>
                <p:cNvPr id="9293" name="Ink 9292">
                  <a:extLst>
                    <a:ext uri="{FF2B5EF4-FFF2-40B4-BE49-F238E27FC236}">
                      <a16:creationId xmlns:a16="http://schemas.microsoft.com/office/drawing/2014/main" id="{9F55F751-3AD7-4B56-9737-16B04CCD47AD}"/>
                    </a:ext>
                  </a:extLst>
                </p:cNvPr>
                <p:cNvPicPr/>
                <p:nvPr/>
              </p:nvPicPr>
              <p:blipFill>
                <a:blip r:embed="rId175"/>
                <a:stretch>
                  <a:fillRect/>
                </a:stretch>
              </p:blipFill>
              <p:spPr>
                <a:xfrm>
                  <a:off x="10042779" y="5724501"/>
                  <a:ext cx="33480" cy="349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6">
            <p14:nvContentPartPr>
              <p14:cNvPr id="9295" name="Ink 9294">
                <a:extLst>
                  <a:ext uri="{FF2B5EF4-FFF2-40B4-BE49-F238E27FC236}">
                    <a16:creationId xmlns:a16="http://schemas.microsoft.com/office/drawing/2014/main" id="{EC01B2B5-DB59-4065-8479-ADBBD1718192}"/>
                  </a:ext>
                </a:extLst>
              </p14:cNvPr>
              <p14:cNvContentPartPr/>
              <p14:nvPr/>
            </p14:nvContentPartPr>
            <p14:xfrm>
              <a:off x="10223139" y="5755821"/>
              <a:ext cx="16560" cy="299160"/>
            </p14:xfrm>
          </p:contentPart>
        </mc:Choice>
        <mc:Fallback xmlns="">
          <p:pic>
            <p:nvPicPr>
              <p:cNvPr id="9295" name="Ink 9294">
                <a:extLst>
                  <a:ext uri="{FF2B5EF4-FFF2-40B4-BE49-F238E27FC236}">
                    <a16:creationId xmlns:a16="http://schemas.microsoft.com/office/drawing/2014/main" id="{EC01B2B5-DB59-4065-8479-ADBBD1718192}"/>
                  </a:ext>
                </a:extLst>
              </p:cNvPr>
              <p:cNvPicPr/>
              <p:nvPr/>
            </p:nvPicPr>
            <p:blipFill>
              <a:blip r:embed="rId177"/>
              <a:stretch>
                <a:fillRect/>
              </a:stretch>
            </p:blipFill>
            <p:spPr>
              <a:xfrm>
                <a:off x="10214499" y="5746821"/>
                <a:ext cx="3420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9296" name="Ink 9295">
                <a:extLst>
                  <a:ext uri="{FF2B5EF4-FFF2-40B4-BE49-F238E27FC236}">
                    <a16:creationId xmlns:a16="http://schemas.microsoft.com/office/drawing/2014/main" id="{4CCDCADD-CA03-4D9F-B8D9-8C35DCD6F13E}"/>
                  </a:ext>
                </a:extLst>
              </p14:cNvPr>
              <p14:cNvContentPartPr/>
              <p14:nvPr/>
            </p14:nvContentPartPr>
            <p14:xfrm>
              <a:off x="10350579" y="5765541"/>
              <a:ext cx="24480" cy="329400"/>
            </p14:xfrm>
          </p:contentPart>
        </mc:Choice>
        <mc:Fallback xmlns="">
          <p:pic>
            <p:nvPicPr>
              <p:cNvPr id="9296" name="Ink 9295">
                <a:extLst>
                  <a:ext uri="{FF2B5EF4-FFF2-40B4-BE49-F238E27FC236}">
                    <a16:creationId xmlns:a16="http://schemas.microsoft.com/office/drawing/2014/main" id="{4CCDCADD-CA03-4D9F-B8D9-8C35DCD6F13E}"/>
                  </a:ext>
                </a:extLst>
              </p:cNvPr>
              <p:cNvPicPr/>
              <p:nvPr/>
            </p:nvPicPr>
            <p:blipFill>
              <a:blip r:embed="rId179"/>
              <a:stretch>
                <a:fillRect/>
              </a:stretch>
            </p:blipFill>
            <p:spPr>
              <a:xfrm>
                <a:off x="10341579" y="5756901"/>
                <a:ext cx="4212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9297" name="Ink 9296">
                <a:extLst>
                  <a:ext uri="{FF2B5EF4-FFF2-40B4-BE49-F238E27FC236}">
                    <a16:creationId xmlns:a16="http://schemas.microsoft.com/office/drawing/2014/main" id="{2A46F127-6E0A-4371-9B20-FF1D577CE761}"/>
                  </a:ext>
                </a:extLst>
              </p14:cNvPr>
              <p14:cNvContentPartPr/>
              <p14:nvPr/>
            </p14:nvContentPartPr>
            <p14:xfrm>
              <a:off x="10159419" y="5748261"/>
              <a:ext cx="325800" cy="28800"/>
            </p14:xfrm>
          </p:contentPart>
        </mc:Choice>
        <mc:Fallback xmlns="">
          <p:pic>
            <p:nvPicPr>
              <p:cNvPr id="9297" name="Ink 9296">
                <a:extLst>
                  <a:ext uri="{FF2B5EF4-FFF2-40B4-BE49-F238E27FC236}">
                    <a16:creationId xmlns:a16="http://schemas.microsoft.com/office/drawing/2014/main" id="{2A46F127-6E0A-4371-9B20-FF1D577CE761}"/>
                  </a:ext>
                </a:extLst>
              </p:cNvPr>
              <p:cNvPicPr/>
              <p:nvPr/>
            </p:nvPicPr>
            <p:blipFill>
              <a:blip r:embed="rId181"/>
              <a:stretch>
                <a:fillRect/>
              </a:stretch>
            </p:blipFill>
            <p:spPr>
              <a:xfrm>
                <a:off x="10150419" y="5739621"/>
                <a:ext cx="343440" cy="46440"/>
              </a:xfrm>
              <a:prstGeom prst="rect">
                <a:avLst/>
              </a:prstGeom>
            </p:spPr>
          </p:pic>
        </mc:Fallback>
      </mc:AlternateContent>
      <p:grpSp>
        <p:nvGrpSpPr>
          <p:cNvPr id="9317" name="Group 9316">
            <a:extLst>
              <a:ext uri="{FF2B5EF4-FFF2-40B4-BE49-F238E27FC236}">
                <a16:creationId xmlns:a16="http://schemas.microsoft.com/office/drawing/2014/main" id="{A46AB328-74F6-49DF-92BC-1B47198E589B}"/>
              </a:ext>
            </a:extLst>
          </p:cNvPr>
          <p:cNvGrpSpPr/>
          <p:nvPr/>
        </p:nvGrpSpPr>
        <p:grpSpPr>
          <a:xfrm>
            <a:off x="10618059" y="5513181"/>
            <a:ext cx="1184400" cy="705960"/>
            <a:chOff x="10618059" y="5513181"/>
            <a:chExt cx="1184400" cy="705960"/>
          </a:xfrm>
        </p:grpSpPr>
        <mc:AlternateContent xmlns:mc="http://schemas.openxmlformats.org/markup-compatibility/2006" xmlns:p14="http://schemas.microsoft.com/office/powerpoint/2010/main">
          <mc:Choice Requires="p14">
            <p:contentPart p14:bwMode="auto" r:id="rId182">
              <p14:nvContentPartPr>
                <p14:cNvPr id="9301" name="Ink 9300">
                  <a:extLst>
                    <a:ext uri="{FF2B5EF4-FFF2-40B4-BE49-F238E27FC236}">
                      <a16:creationId xmlns:a16="http://schemas.microsoft.com/office/drawing/2014/main" id="{12EDAD91-F031-4E60-A4C5-10AD1B628D3B}"/>
                    </a:ext>
                  </a:extLst>
                </p14:cNvPr>
                <p14:cNvContentPartPr/>
                <p14:nvPr/>
              </p14:nvContentPartPr>
              <p14:xfrm>
                <a:off x="10618059" y="5856261"/>
                <a:ext cx="109800" cy="231480"/>
              </p14:xfrm>
            </p:contentPart>
          </mc:Choice>
          <mc:Fallback xmlns="">
            <p:pic>
              <p:nvPicPr>
                <p:cNvPr id="9301" name="Ink 9300">
                  <a:extLst>
                    <a:ext uri="{FF2B5EF4-FFF2-40B4-BE49-F238E27FC236}">
                      <a16:creationId xmlns:a16="http://schemas.microsoft.com/office/drawing/2014/main" id="{12EDAD91-F031-4E60-A4C5-10AD1B628D3B}"/>
                    </a:ext>
                  </a:extLst>
                </p:cNvPr>
                <p:cNvPicPr/>
                <p:nvPr/>
              </p:nvPicPr>
              <p:blipFill>
                <a:blip r:embed="rId183"/>
                <a:stretch>
                  <a:fillRect/>
                </a:stretch>
              </p:blipFill>
              <p:spPr>
                <a:xfrm>
                  <a:off x="10609419" y="5847261"/>
                  <a:ext cx="12744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9302" name="Ink 9301">
                  <a:extLst>
                    <a:ext uri="{FF2B5EF4-FFF2-40B4-BE49-F238E27FC236}">
                      <a16:creationId xmlns:a16="http://schemas.microsoft.com/office/drawing/2014/main" id="{31F1ECD1-3D0D-4109-8EE7-296C9636D77D}"/>
                    </a:ext>
                  </a:extLst>
                </p14:cNvPr>
                <p14:cNvContentPartPr/>
                <p14:nvPr/>
              </p14:nvContentPartPr>
              <p14:xfrm>
                <a:off x="10781859" y="5895861"/>
                <a:ext cx="174600" cy="177480"/>
              </p14:xfrm>
            </p:contentPart>
          </mc:Choice>
          <mc:Fallback xmlns="">
            <p:pic>
              <p:nvPicPr>
                <p:cNvPr id="9302" name="Ink 9301">
                  <a:extLst>
                    <a:ext uri="{FF2B5EF4-FFF2-40B4-BE49-F238E27FC236}">
                      <a16:creationId xmlns:a16="http://schemas.microsoft.com/office/drawing/2014/main" id="{31F1ECD1-3D0D-4109-8EE7-296C9636D77D}"/>
                    </a:ext>
                  </a:extLst>
                </p:cNvPr>
                <p:cNvPicPr/>
                <p:nvPr/>
              </p:nvPicPr>
              <p:blipFill>
                <a:blip r:embed="rId185"/>
                <a:stretch>
                  <a:fillRect/>
                </a:stretch>
              </p:blipFill>
              <p:spPr>
                <a:xfrm>
                  <a:off x="10772859" y="5887221"/>
                  <a:ext cx="19224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9303" name="Ink 9302">
                  <a:extLst>
                    <a:ext uri="{FF2B5EF4-FFF2-40B4-BE49-F238E27FC236}">
                      <a16:creationId xmlns:a16="http://schemas.microsoft.com/office/drawing/2014/main" id="{06BE75D3-4FB7-4199-82F5-01681B601F00}"/>
                    </a:ext>
                  </a:extLst>
                </p14:cNvPr>
                <p14:cNvContentPartPr/>
                <p14:nvPr/>
              </p14:nvContentPartPr>
              <p14:xfrm>
                <a:off x="10990299" y="5622261"/>
                <a:ext cx="91800" cy="63720"/>
              </p14:xfrm>
            </p:contentPart>
          </mc:Choice>
          <mc:Fallback xmlns="">
            <p:pic>
              <p:nvPicPr>
                <p:cNvPr id="9303" name="Ink 9302">
                  <a:extLst>
                    <a:ext uri="{FF2B5EF4-FFF2-40B4-BE49-F238E27FC236}">
                      <a16:creationId xmlns:a16="http://schemas.microsoft.com/office/drawing/2014/main" id="{06BE75D3-4FB7-4199-82F5-01681B601F00}"/>
                    </a:ext>
                  </a:extLst>
                </p:cNvPr>
                <p:cNvPicPr/>
                <p:nvPr/>
              </p:nvPicPr>
              <p:blipFill>
                <a:blip r:embed="rId187"/>
                <a:stretch>
                  <a:fillRect/>
                </a:stretch>
              </p:blipFill>
              <p:spPr>
                <a:xfrm>
                  <a:off x="10981659" y="5613261"/>
                  <a:ext cx="10944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9304" name="Ink 9303">
                  <a:extLst>
                    <a:ext uri="{FF2B5EF4-FFF2-40B4-BE49-F238E27FC236}">
                      <a16:creationId xmlns:a16="http://schemas.microsoft.com/office/drawing/2014/main" id="{72DE75EB-9C07-438D-89E0-A9485F2976F3}"/>
                    </a:ext>
                  </a:extLst>
                </p14:cNvPr>
                <p14:cNvContentPartPr/>
                <p14:nvPr/>
              </p14:nvContentPartPr>
              <p14:xfrm>
                <a:off x="11342019" y="5513181"/>
                <a:ext cx="360" cy="360"/>
              </p14:xfrm>
            </p:contentPart>
          </mc:Choice>
          <mc:Fallback xmlns="">
            <p:pic>
              <p:nvPicPr>
                <p:cNvPr id="9304" name="Ink 9303">
                  <a:extLst>
                    <a:ext uri="{FF2B5EF4-FFF2-40B4-BE49-F238E27FC236}">
                      <a16:creationId xmlns:a16="http://schemas.microsoft.com/office/drawing/2014/main" id="{72DE75EB-9C07-438D-89E0-A9485F2976F3}"/>
                    </a:ext>
                  </a:extLst>
                </p:cNvPr>
                <p:cNvPicPr/>
                <p:nvPr/>
              </p:nvPicPr>
              <p:blipFill>
                <a:blip r:embed="rId147"/>
                <a:stretch>
                  <a:fillRect/>
                </a:stretch>
              </p:blipFill>
              <p:spPr>
                <a:xfrm>
                  <a:off x="11333019" y="550454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9305" name="Ink 9304">
                  <a:extLst>
                    <a:ext uri="{FF2B5EF4-FFF2-40B4-BE49-F238E27FC236}">
                      <a16:creationId xmlns:a16="http://schemas.microsoft.com/office/drawing/2014/main" id="{66405C86-6E14-400E-A7A3-8D82A5AC58F7}"/>
                    </a:ext>
                  </a:extLst>
                </p14:cNvPr>
                <p14:cNvContentPartPr/>
                <p14:nvPr/>
              </p14:nvContentPartPr>
              <p14:xfrm>
                <a:off x="11179299" y="5581221"/>
                <a:ext cx="109440" cy="637920"/>
              </p14:xfrm>
            </p:contentPart>
          </mc:Choice>
          <mc:Fallback xmlns="">
            <p:pic>
              <p:nvPicPr>
                <p:cNvPr id="9305" name="Ink 9304">
                  <a:extLst>
                    <a:ext uri="{FF2B5EF4-FFF2-40B4-BE49-F238E27FC236}">
                      <a16:creationId xmlns:a16="http://schemas.microsoft.com/office/drawing/2014/main" id="{66405C86-6E14-400E-A7A3-8D82A5AC58F7}"/>
                    </a:ext>
                  </a:extLst>
                </p:cNvPr>
                <p:cNvPicPr/>
                <p:nvPr/>
              </p:nvPicPr>
              <p:blipFill>
                <a:blip r:embed="rId190"/>
                <a:stretch>
                  <a:fillRect/>
                </a:stretch>
              </p:blipFill>
              <p:spPr>
                <a:xfrm>
                  <a:off x="11170659" y="5572581"/>
                  <a:ext cx="127080" cy="65556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9306" name="Ink 9305">
                  <a:extLst>
                    <a:ext uri="{FF2B5EF4-FFF2-40B4-BE49-F238E27FC236}">
                      <a16:creationId xmlns:a16="http://schemas.microsoft.com/office/drawing/2014/main" id="{6AA478F4-AF04-4D5F-BE00-F24A02DF1617}"/>
                    </a:ext>
                  </a:extLst>
                </p14:cNvPr>
                <p14:cNvContentPartPr/>
                <p14:nvPr/>
              </p14:nvContentPartPr>
              <p14:xfrm>
                <a:off x="10972659" y="5690661"/>
                <a:ext cx="107640" cy="82800"/>
              </p14:xfrm>
            </p:contentPart>
          </mc:Choice>
          <mc:Fallback xmlns="">
            <p:pic>
              <p:nvPicPr>
                <p:cNvPr id="9306" name="Ink 9305">
                  <a:extLst>
                    <a:ext uri="{FF2B5EF4-FFF2-40B4-BE49-F238E27FC236}">
                      <a16:creationId xmlns:a16="http://schemas.microsoft.com/office/drawing/2014/main" id="{6AA478F4-AF04-4D5F-BE00-F24A02DF1617}"/>
                    </a:ext>
                  </a:extLst>
                </p:cNvPr>
                <p:cNvPicPr/>
                <p:nvPr/>
              </p:nvPicPr>
              <p:blipFill>
                <a:blip r:embed="rId192"/>
                <a:stretch>
                  <a:fillRect/>
                </a:stretch>
              </p:blipFill>
              <p:spPr>
                <a:xfrm>
                  <a:off x="10963659" y="5682021"/>
                  <a:ext cx="12528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9307" name="Ink 9306">
                  <a:extLst>
                    <a:ext uri="{FF2B5EF4-FFF2-40B4-BE49-F238E27FC236}">
                      <a16:creationId xmlns:a16="http://schemas.microsoft.com/office/drawing/2014/main" id="{F722947F-F171-4CE9-9D5C-154B41F9EFA4}"/>
                    </a:ext>
                  </a:extLst>
                </p14:cNvPr>
                <p14:cNvContentPartPr/>
                <p14:nvPr/>
              </p14:nvContentPartPr>
              <p14:xfrm>
                <a:off x="11255979" y="5853741"/>
                <a:ext cx="162720" cy="217800"/>
              </p14:xfrm>
            </p:contentPart>
          </mc:Choice>
          <mc:Fallback xmlns="">
            <p:pic>
              <p:nvPicPr>
                <p:cNvPr id="9307" name="Ink 9306">
                  <a:extLst>
                    <a:ext uri="{FF2B5EF4-FFF2-40B4-BE49-F238E27FC236}">
                      <a16:creationId xmlns:a16="http://schemas.microsoft.com/office/drawing/2014/main" id="{F722947F-F171-4CE9-9D5C-154B41F9EFA4}"/>
                    </a:ext>
                  </a:extLst>
                </p:cNvPr>
                <p:cNvPicPr/>
                <p:nvPr/>
              </p:nvPicPr>
              <p:blipFill>
                <a:blip r:embed="rId194"/>
                <a:stretch>
                  <a:fillRect/>
                </a:stretch>
              </p:blipFill>
              <p:spPr>
                <a:xfrm>
                  <a:off x="11247339" y="5844741"/>
                  <a:ext cx="18036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9308" name="Ink 9307">
                  <a:extLst>
                    <a:ext uri="{FF2B5EF4-FFF2-40B4-BE49-F238E27FC236}">
                      <a16:creationId xmlns:a16="http://schemas.microsoft.com/office/drawing/2014/main" id="{B250FF75-AF06-4452-9B09-D69B2CCBA101}"/>
                    </a:ext>
                  </a:extLst>
                </p14:cNvPr>
                <p14:cNvContentPartPr/>
                <p14:nvPr/>
              </p14:nvContentPartPr>
              <p14:xfrm>
                <a:off x="11326899" y="5886861"/>
                <a:ext cx="96840" cy="168480"/>
              </p14:xfrm>
            </p:contentPart>
          </mc:Choice>
          <mc:Fallback xmlns="">
            <p:pic>
              <p:nvPicPr>
                <p:cNvPr id="9308" name="Ink 9307">
                  <a:extLst>
                    <a:ext uri="{FF2B5EF4-FFF2-40B4-BE49-F238E27FC236}">
                      <a16:creationId xmlns:a16="http://schemas.microsoft.com/office/drawing/2014/main" id="{B250FF75-AF06-4452-9B09-D69B2CCBA101}"/>
                    </a:ext>
                  </a:extLst>
                </p:cNvPr>
                <p:cNvPicPr/>
                <p:nvPr/>
              </p:nvPicPr>
              <p:blipFill>
                <a:blip r:embed="rId196"/>
                <a:stretch>
                  <a:fillRect/>
                </a:stretch>
              </p:blipFill>
              <p:spPr>
                <a:xfrm>
                  <a:off x="11317899" y="5877861"/>
                  <a:ext cx="11448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9309" name="Ink 9308">
                  <a:extLst>
                    <a:ext uri="{FF2B5EF4-FFF2-40B4-BE49-F238E27FC236}">
                      <a16:creationId xmlns:a16="http://schemas.microsoft.com/office/drawing/2014/main" id="{823AD52E-73C9-4CD3-8A05-D3A395329E96}"/>
                    </a:ext>
                  </a:extLst>
                </p14:cNvPr>
                <p14:cNvContentPartPr/>
                <p14:nvPr/>
              </p14:nvContentPartPr>
              <p14:xfrm>
                <a:off x="11414379" y="5886501"/>
                <a:ext cx="90000" cy="167760"/>
              </p14:xfrm>
            </p:contentPart>
          </mc:Choice>
          <mc:Fallback xmlns="">
            <p:pic>
              <p:nvPicPr>
                <p:cNvPr id="9309" name="Ink 9308">
                  <a:extLst>
                    <a:ext uri="{FF2B5EF4-FFF2-40B4-BE49-F238E27FC236}">
                      <a16:creationId xmlns:a16="http://schemas.microsoft.com/office/drawing/2014/main" id="{823AD52E-73C9-4CD3-8A05-D3A395329E96}"/>
                    </a:ext>
                  </a:extLst>
                </p:cNvPr>
                <p:cNvPicPr/>
                <p:nvPr/>
              </p:nvPicPr>
              <p:blipFill>
                <a:blip r:embed="rId198"/>
                <a:stretch>
                  <a:fillRect/>
                </a:stretch>
              </p:blipFill>
              <p:spPr>
                <a:xfrm>
                  <a:off x="11405379" y="5877861"/>
                  <a:ext cx="10764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9310" name="Ink 9309">
                  <a:extLst>
                    <a:ext uri="{FF2B5EF4-FFF2-40B4-BE49-F238E27FC236}">
                      <a16:creationId xmlns:a16="http://schemas.microsoft.com/office/drawing/2014/main" id="{FC87AAB4-9E42-432F-B484-C176235D159C}"/>
                    </a:ext>
                  </a:extLst>
                </p14:cNvPr>
                <p14:cNvContentPartPr/>
                <p14:nvPr/>
              </p14:nvContentPartPr>
              <p14:xfrm>
                <a:off x="11490339" y="5890101"/>
                <a:ext cx="92160" cy="179280"/>
              </p14:xfrm>
            </p:contentPart>
          </mc:Choice>
          <mc:Fallback xmlns="">
            <p:pic>
              <p:nvPicPr>
                <p:cNvPr id="9310" name="Ink 9309">
                  <a:extLst>
                    <a:ext uri="{FF2B5EF4-FFF2-40B4-BE49-F238E27FC236}">
                      <a16:creationId xmlns:a16="http://schemas.microsoft.com/office/drawing/2014/main" id="{FC87AAB4-9E42-432F-B484-C176235D159C}"/>
                    </a:ext>
                  </a:extLst>
                </p:cNvPr>
                <p:cNvPicPr/>
                <p:nvPr/>
              </p:nvPicPr>
              <p:blipFill>
                <a:blip r:embed="rId200"/>
                <a:stretch>
                  <a:fillRect/>
                </a:stretch>
              </p:blipFill>
              <p:spPr>
                <a:xfrm>
                  <a:off x="11481699" y="5881101"/>
                  <a:ext cx="10980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9311" name="Ink 9310">
                  <a:extLst>
                    <a:ext uri="{FF2B5EF4-FFF2-40B4-BE49-F238E27FC236}">
                      <a16:creationId xmlns:a16="http://schemas.microsoft.com/office/drawing/2014/main" id="{804F0E04-4A3E-4A50-A0D6-BDCB7941F5C8}"/>
                    </a:ext>
                  </a:extLst>
                </p14:cNvPr>
                <p14:cNvContentPartPr/>
                <p14:nvPr/>
              </p14:nvContentPartPr>
              <p14:xfrm>
                <a:off x="11654859" y="5712261"/>
                <a:ext cx="23040" cy="317160"/>
              </p14:xfrm>
            </p:contentPart>
          </mc:Choice>
          <mc:Fallback xmlns="">
            <p:pic>
              <p:nvPicPr>
                <p:cNvPr id="9311" name="Ink 9310">
                  <a:extLst>
                    <a:ext uri="{FF2B5EF4-FFF2-40B4-BE49-F238E27FC236}">
                      <a16:creationId xmlns:a16="http://schemas.microsoft.com/office/drawing/2014/main" id="{804F0E04-4A3E-4A50-A0D6-BDCB7941F5C8}"/>
                    </a:ext>
                  </a:extLst>
                </p:cNvPr>
                <p:cNvPicPr/>
                <p:nvPr/>
              </p:nvPicPr>
              <p:blipFill>
                <a:blip r:embed="rId202"/>
                <a:stretch>
                  <a:fillRect/>
                </a:stretch>
              </p:blipFill>
              <p:spPr>
                <a:xfrm>
                  <a:off x="11645859" y="5703621"/>
                  <a:ext cx="4068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9312" name="Ink 9311">
                  <a:extLst>
                    <a:ext uri="{FF2B5EF4-FFF2-40B4-BE49-F238E27FC236}">
                      <a16:creationId xmlns:a16="http://schemas.microsoft.com/office/drawing/2014/main" id="{12D12090-6B72-4484-B7AB-93E8EB638CD2}"/>
                    </a:ext>
                  </a:extLst>
                </p14:cNvPr>
                <p14:cNvContentPartPr/>
                <p14:nvPr/>
              </p14:nvContentPartPr>
              <p14:xfrm>
                <a:off x="11659899" y="5877141"/>
                <a:ext cx="52200" cy="13680"/>
              </p14:xfrm>
            </p:contentPart>
          </mc:Choice>
          <mc:Fallback xmlns="">
            <p:pic>
              <p:nvPicPr>
                <p:cNvPr id="9312" name="Ink 9311">
                  <a:extLst>
                    <a:ext uri="{FF2B5EF4-FFF2-40B4-BE49-F238E27FC236}">
                      <a16:creationId xmlns:a16="http://schemas.microsoft.com/office/drawing/2014/main" id="{12D12090-6B72-4484-B7AB-93E8EB638CD2}"/>
                    </a:ext>
                  </a:extLst>
                </p:cNvPr>
                <p:cNvPicPr/>
                <p:nvPr/>
              </p:nvPicPr>
              <p:blipFill>
                <a:blip r:embed="rId204"/>
                <a:stretch>
                  <a:fillRect/>
                </a:stretch>
              </p:blipFill>
              <p:spPr>
                <a:xfrm>
                  <a:off x="11650899" y="5868141"/>
                  <a:ext cx="6984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9313" name="Ink 9312">
                  <a:extLst>
                    <a:ext uri="{FF2B5EF4-FFF2-40B4-BE49-F238E27FC236}">
                      <a16:creationId xmlns:a16="http://schemas.microsoft.com/office/drawing/2014/main" id="{09F7C2E2-2C79-47AB-8ED8-18B28904905E}"/>
                    </a:ext>
                  </a:extLst>
                </p14:cNvPr>
                <p14:cNvContentPartPr/>
                <p14:nvPr/>
              </p14:nvContentPartPr>
              <p14:xfrm>
                <a:off x="11735859" y="5611461"/>
                <a:ext cx="66600" cy="554400"/>
              </p14:xfrm>
            </p:contentPart>
          </mc:Choice>
          <mc:Fallback xmlns="">
            <p:pic>
              <p:nvPicPr>
                <p:cNvPr id="9313" name="Ink 9312">
                  <a:extLst>
                    <a:ext uri="{FF2B5EF4-FFF2-40B4-BE49-F238E27FC236}">
                      <a16:creationId xmlns:a16="http://schemas.microsoft.com/office/drawing/2014/main" id="{09F7C2E2-2C79-47AB-8ED8-18B28904905E}"/>
                    </a:ext>
                  </a:extLst>
                </p:cNvPr>
                <p:cNvPicPr/>
                <p:nvPr/>
              </p:nvPicPr>
              <p:blipFill>
                <a:blip r:embed="rId206"/>
                <a:stretch>
                  <a:fillRect/>
                </a:stretch>
              </p:blipFill>
              <p:spPr>
                <a:xfrm>
                  <a:off x="11726859" y="5602461"/>
                  <a:ext cx="84240" cy="572040"/>
                </a:xfrm>
                <a:prstGeom prst="rect">
                  <a:avLst/>
                </a:prstGeom>
              </p:spPr>
            </p:pic>
          </mc:Fallback>
        </mc:AlternateContent>
      </p:grpSp>
      <p:grpSp>
        <p:nvGrpSpPr>
          <p:cNvPr id="9316" name="Group 9315">
            <a:extLst>
              <a:ext uri="{FF2B5EF4-FFF2-40B4-BE49-F238E27FC236}">
                <a16:creationId xmlns:a16="http://schemas.microsoft.com/office/drawing/2014/main" id="{EE2E8AAB-87E1-4159-8C63-63BB8F150463}"/>
              </a:ext>
            </a:extLst>
          </p:cNvPr>
          <p:cNvGrpSpPr/>
          <p:nvPr/>
        </p:nvGrpSpPr>
        <p:grpSpPr>
          <a:xfrm>
            <a:off x="9360939" y="6514701"/>
            <a:ext cx="128880" cy="81000"/>
            <a:chOff x="9360939" y="6514701"/>
            <a:chExt cx="128880" cy="81000"/>
          </a:xfrm>
        </p:grpSpPr>
        <mc:AlternateContent xmlns:mc="http://schemas.openxmlformats.org/markup-compatibility/2006" xmlns:p14="http://schemas.microsoft.com/office/powerpoint/2010/main">
          <mc:Choice Requires="p14">
            <p:contentPart p14:bwMode="auto" r:id="rId207">
              <p14:nvContentPartPr>
                <p14:cNvPr id="9314" name="Ink 9313">
                  <a:extLst>
                    <a:ext uri="{FF2B5EF4-FFF2-40B4-BE49-F238E27FC236}">
                      <a16:creationId xmlns:a16="http://schemas.microsoft.com/office/drawing/2014/main" id="{13A72B11-3490-460F-9863-92A4CCFD606D}"/>
                    </a:ext>
                  </a:extLst>
                </p14:cNvPr>
                <p14:cNvContentPartPr/>
                <p14:nvPr/>
              </p14:nvContentPartPr>
              <p14:xfrm>
                <a:off x="9360939" y="6514701"/>
                <a:ext cx="128880" cy="19080"/>
              </p14:xfrm>
            </p:contentPart>
          </mc:Choice>
          <mc:Fallback xmlns="">
            <p:pic>
              <p:nvPicPr>
                <p:cNvPr id="9314" name="Ink 9313">
                  <a:extLst>
                    <a:ext uri="{FF2B5EF4-FFF2-40B4-BE49-F238E27FC236}">
                      <a16:creationId xmlns:a16="http://schemas.microsoft.com/office/drawing/2014/main" id="{13A72B11-3490-460F-9863-92A4CCFD606D}"/>
                    </a:ext>
                  </a:extLst>
                </p:cNvPr>
                <p:cNvPicPr/>
                <p:nvPr/>
              </p:nvPicPr>
              <p:blipFill>
                <a:blip r:embed="rId208"/>
                <a:stretch>
                  <a:fillRect/>
                </a:stretch>
              </p:blipFill>
              <p:spPr>
                <a:xfrm>
                  <a:off x="9351939" y="6506061"/>
                  <a:ext cx="14652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9315" name="Ink 9314">
                  <a:extLst>
                    <a:ext uri="{FF2B5EF4-FFF2-40B4-BE49-F238E27FC236}">
                      <a16:creationId xmlns:a16="http://schemas.microsoft.com/office/drawing/2014/main" id="{B881FBB5-81A5-450C-9D46-17FE71C69EBF}"/>
                    </a:ext>
                  </a:extLst>
                </p14:cNvPr>
                <p14:cNvContentPartPr/>
                <p14:nvPr/>
              </p14:nvContentPartPr>
              <p14:xfrm>
                <a:off x="9372099" y="6585621"/>
                <a:ext cx="88560" cy="10080"/>
              </p14:xfrm>
            </p:contentPart>
          </mc:Choice>
          <mc:Fallback xmlns="">
            <p:pic>
              <p:nvPicPr>
                <p:cNvPr id="9315" name="Ink 9314">
                  <a:extLst>
                    <a:ext uri="{FF2B5EF4-FFF2-40B4-BE49-F238E27FC236}">
                      <a16:creationId xmlns:a16="http://schemas.microsoft.com/office/drawing/2014/main" id="{B881FBB5-81A5-450C-9D46-17FE71C69EBF}"/>
                    </a:ext>
                  </a:extLst>
                </p:cNvPr>
                <p:cNvPicPr/>
                <p:nvPr/>
              </p:nvPicPr>
              <p:blipFill>
                <a:blip r:embed="rId210"/>
                <a:stretch>
                  <a:fillRect/>
                </a:stretch>
              </p:blipFill>
              <p:spPr>
                <a:xfrm>
                  <a:off x="9363099" y="6576981"/>
                  <a:ext cx="106200" cy="27720"/>
                </a:xfrm>
                <a:prstGeom prst="rect">
                  <a:avLst/>
                </a:prstGeom>
              </p:spPr>
            </p:pic>
          </mc:Fallback>
        </mc:AlternateContent>
      </p:grpSp>
      <p:grpSp>
        <p:nvGrpSpPr>
          <p:cNvPr id="9335" name="Group 9334">
            <a:extLst>
              <a:ext uri="{FF2B5EF4-FFF2-40B4-BE49-F238E27FC236}">
                <a16:creationId xmlns:a16="http://schemas.microsoft.com/office/drawing/2014/main" id="{7A6B2949-BF13-463C-9F34-83D26D6D42BF}"/>
              </a:ext>
            </a:extLst>
          </p:cNvPr>
          <p:cNvGrpSpPr/>
          <p:nvPr/>
        </p:nvGrpSpPr>
        <p:grpSpPr>
          <a:xfrm>
            <a:off x="9748659" y="6310941"/>
            <a:ext cx="2133000" cy="546120"/>
            <a:chOff x="9748659" y="6310941"/>
            <a:chExt cx="2133000" cy="546120"/>
          </a:xfrm>
        </p:grpSpPr>
        <mc:AlternateContent xmlns:mc="http://schemas.openxmlformats.org/markup-compatibility/2006" xmlns:p14="http://schemas.microsoft.com/office/powerpoint/2010/main">
          <mc:Choice Requires="p14">
            <p:contentPart p14:bwMode="auto" r:id="rId211">
              <p14:nvContentPartPr>
                <p14:cNvPr id="9318" name="Ink 9317">
                  <a:extLst>
                    <a:ext uri="{FF2B5EF4-FFF2-40B4-BE49-F238E27FC236}">
                      <a16:creationId xmlns:a16="http://schemas.microsoft.com/office/drawing/2014/main" id="{A1B8B534-9482-491E-8A72-F755B47357BD}"/>
                    </a:ext>
                  </a:extLst>
                </p14:cNvPr>
                <p14:cNvContentPartPr/>
                <p14:nvPr/>
              </p14:nvContentPartPr>
              <p14:xfrm>
                <a:off x="9748659" y="6386541"/>
                <a:ext cx="131400" cy="329040"/>
              </p14:xfrm>
            </p:contentPart>
          </mc:Choice>
          <mc:Fallback xmlns="">
            <p:pic>
              <p:nvPicPr>
                <p:cNvPr id="9318" name="Ink 9317">
                  <a:extLst>
                    <a:ext uri="{FF2B5EF4-FFF2-40B4-BE49-F238E27FC236}">
                      <a16:creationId xmlns:a16="http://schemas.microsoft.com/office/drawing/2014/main" id="{A1B8B534-9482-491E-8A72-F755B47357BD}"/>
                    </a:ext>
                  </a:extLst>
                </p:cNvPr>
                <p:cNvPicPr/>
                <p:nvPr/>
              </p:nvPicPr>
              <p:blipFill>
                <a:blip r:embed="rId212"/>
                <a:stretch>
                  <a:fillRect/>
                </a:stretch>
              </p:blipFill>
              <p:spPr>
                <a:xfrm>
                  <a:off x="9740019" y="6377901"/>
                  <a:ext cx="149040" cy="34668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9319" name="Ink 9318">
                  <a:extLst>
                    <a:ext uri="{FF2B5EF4-FFF2-40B4-BE49-F238E27FC236}">
                      <a16:creationId xmlns:a16="http://schemas.microsoft.com/office/drawing/2014/main" id="{4C1C85E4-7F4B-4ACB-9A2E-B83CDB1E5E0B}"/>
                    </a:ext>
                  </a:extLst>
                </p14:cNvPr>
                <p14:cNvContentPartPr/>
                <p14:nvPr/>
              </p14:nvContentPartPr>
              <p14:xfrm>
                <a:off x="9938739" y="6355941"/>
                <a:ext cx="187200" cy="342720"/>
              </p14:xfrm>
            </p:contentPart>
          </mc:Choice>
          <mc:Fallback xmlns="">
            <p:pic>
              <p:nvPicPr>
                <p:cNvPr id="9319" name="Ink 9318">
                  <a:extLst>
                    <a:ext uri="{FF2B5EF4-FFF2-40B4-BE49-F238E27FC236}">
                      <a16:creationId xmlns:a16="http://schemas.microsoft.com/office/drawing/2014/main" id="{4C1C85E4-7F4B-4ACB-9A2E-B83CDB1E5E0B}"/>
                    </a:ext>
                  </a:extLst>
                </p:cNvPr>
                <p:cNvPicPr/>
                <p:nvPr/>
              </p:nvPicPr>
              <p:blipFill>
                <a:blip r:embed="rId214"/>
                <a:stretch>
                  <a:fillRect/>
                </a:stretch>
              </p:blipFill>
              <p:spPr>
                <a:xfrm>
                  <a:off x="9929739" y="6347301"/>
                  <a:ext cx="20484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9320" name="Ink 9319">
                  <a:extLst>
                    <a:ext uri="{FF2B5EF4-FFF2-40B4-BE49-F238E27FC236}">
                      <a16:creationId xmlns:a16="http://schemas.microsoft.com/office/drawing/2014/main" id="{E4010F96-8247-4937-B4CD-8C37AEBBD5A5}"/>
                    </a:ext>
                  </a:extLst>
                </p14:cNvPr>
                <p14:cNvContentPartPr/>
                <p14:nvPr/>
              </p14:nvContentPartPr>
              <p14:xfrm>
                <a:off x="10215579" y="6526941"/>
                <a:ext cx="21240" cy="45360"/>
              </p14:xfrm>
            </p:contentPart>
          </mc:Choice>
          <mc:Fallback xmlns="">
            <p:pic>
              <p:nvPicPr>
                <p:cNvPr id="9320" name="Ink 9319">
                  <a:extLst>
                    <a:ext uri="{FF2B5EF4-FFF2-40B4-BE49-F238E27FC236}">
                      <a16:creationId xmlns:a16="http://schemas.microsoft.com/office/drawing/2014/main" id="{E4010F96-8247-4937-B4CD-8C37AEBBD5A5}"/>
                    </a:ext>
                  </a:extLst>
                </p:cNvPr>
                <p:cNvPicPr/>
                <p:nvPr/>
              </p:nvPicPr>
              <p:blipFill>
                <a:blip r:embed="rId216"/>
                <a:stretch>
                  <a:fillRect/>
                </a:stretch>
              </p:blipFill>
              <p:spPr>
                <a:xfrm>
                  <a:off x="10206939" y="6518301"/>
                  <a:ext cx="3888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9321" name="Ink 9320">
                  <a:extLst>
                    <a:ext uri="{FF2B5EF4-FFF2-40B4-BE49-F238E27FC236}">
                      <a16:creationId xmlns:a16="http://schemas.microsoft.com/office/drawing/2014/main" id="{E3C2BC68-A344-4BCE-9EF4-5721B33B4C81}"/>
                    </a:ext>
                  </a:extLst>
                </p14:cNvPr>
                <p14:cNvContentPartPr/>
                <p14:nvPr/>
              </p14:nvContentPartPr>
              <p14:xfrm>
                <a:off x="10330059" y="6368181"/>
                <a:ext cx="136080" cy="321480"/>
              </p14:xfrm>
            </p:contentPart>
          </mc:Choice>
          <mc:Fallback xmlns="">
            <p:pic>
              <p:nvPicPr>
                <p:cNvPr id="9321" name="Ink 9320">
                  <a:extLst>
                    <a:ext uri="{FF2B5EF4-FFF2-40B4-BE49-F238E27FC236}">
                      <a16:creationId xmlns:a16="http://schemas.microsoft.com/office/drawing/2014/main" id="{E3C2BC68-A344-4BCE-9EF4-5721B33B4C81}"/>
                    </a:ext>
                  </a:extLst>
                </p:cNvPr>
                <p:cNvPicPr/>
                <p:nvPr/>
              </p:nvPicPr>
              <p:blipFill>
                <a:blip r:embed="rId218"/>
                <a:stretch>
                  <a:fillRect/>
                </a:stretch>
              </p:blipFill>
              <p:spPr>
                <a:xfrm>
                  <a:off x="10321419" y="6359541"/>
                  <a:ext cx="153720" cy="33912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9322" name="Ink 9321">
                  <a:extLst>
                    <a:ext uri="{FF2B5EF4-FFF2-40B4-BE49-F238E27FC236}">
                      <a16:creationId xmlns:a16="http://schemas.microsoft.com/office/drawing/2014/main" id="{E6E403E0-2D66-4472-B978-1320FB1A6307}"/>
                    </a:ext>
                  </a:extLst>
                </p14:cNvPr>
                <p14:cNvContentPartPr/>
                <p14:nvPr/>
              </p14:nvContentPartPr>
              <p14:xfrm>
                <a:off x="10538859" y="6371421"/>
                <a:ext cx="126360" cy="357120"/>
              </p14:xfrm>
            </p:contentPart>
          </mc:Choice>
          <mc:Fallback xmlns="">
            <p:pic>
              <p:nvPicPr>
                <p:cNvPr id="9322" name="Ink 9321">
                  <a:extLst>
                    <a:ext uri="{FF2B5EF4-FFF2-40B4-BE49-F238E27FC236}">
                      <a16:creationId xmlns:a16="http://schemas.microsoft.com/office/drawing/2014/main" id="{E6E403E0-2D66-4472-B978-1320FB1A6307}"/>
                    </a:ext>
                  </a:extLst>
                </p:cNvPr>
                <p:cNvPicPr/>
                <p:nvPr/>
              </p:nvPicPr>
              <p:blipFill>
                <a:blip r:embed="rId220"/>
                <a:stretch>
                  <a:fillRect/>
                </a:stretch>
              </p:blipFill>
              <p:spPr>
                <a:xfrm>
                  <a:off x="10529859" y="6362781"/>
                  <a:ext cx="144000" cy="37476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9323" name="Ink 9322">
                  <a:extLst>
                    <a:ext uri="{FF2B5EF4-FFF2-40B4-BE49-F238E27FC236}">
                      <a16:creationId xmlns:a16="http://schemas.microsoft.com/office/drawing/2014/main" id="{219208E3-02CB-47EF-A181-AAB7E9B7E8D3}"/>
                    </a:ext>
                  </a:extLst>
                </p14:cNvPr>
                <p14:cNvContentPartPr/>
                <p14:nvPr/>
              </p14:nvContentPartPr>
              <p14:xfrm>
                <a:off x="10514019" y="6520461"/>
                <a:ext cx="112680" cy="54000"/>
              </p14:xfrm>
            </p:contentPart>
          </mc:Choice>
          <mc:Fallback xmlns="">
            <p:pic>
              <p:nvPicPr>
                <p:cNvPr id="9323" name="Ink 9322">
                  <a:extLst>
                    <a:ext uri="{FF2B5EF4-FFF2-40B4-BE49-F238E27FC236}">
                      <a16:creationId xmlns:a16="http://schemas.microsoft.com/office/drawing/2014/main" id="{219208E3-02CB-47EF-A181-AAB7E9B7E8D3}"/>
                    </a:ext>
                  </a:extLst>
                </p:cNvPr>
                <p:cNvPicPr/>
                <p:nvPr/>
              </p:nvPicPr>
              <p:blipFill>
                <a:blip r:embed="rId222"/>
                <a:stretch>
                  <a:fillRect/>
                </a:stretch>
              </p:blipFill>
              <p:spPr>
                <a:xfrm>
                  <a:off x="10505019" y="6511821"/>
                  <a:ext cx="13032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9324" name="Ink 9323">
                  <a:extLst>
                    <a:ext uri="{FF2B5EF4-FFF2-40B4-BE49-F238E27FC236}">
                      <a16:creationId xmlns:a16="http://schemas.microsoft.com/office/drawing/2014/main" id="{AE3D64F1-6265-42E8-A349-DC4C09547F79}"/>
                    </a:ext>
                  </a:extLst>
                </p14:cNvPr>
                <p14:cNvContentPartPr/>
                <p14:nvPr/>
              </p14:nvContentPartPr>
              <p14:xfrm>
                <a:off x="10669899" y="6544941"/>
                <a:ext cx="87840" cy="210600"/>
              </p14:xfrm>
            </p:contentPart>
          </mc:Choice>
          <mc:Fallback xmlns="">
            <p:pic>
              <p:nvPicPr>
                <p:cNvPr id="9324" name="Ink 9323">
                  <a:extLst>
                    <a:ext uri="{FF2B5EF4-FFF2-40B4-BE49-F238E27FC236}">
                      <a16:creationId xmlns:a16="http://schemas.microsoft.com/office/drawing/2014/main" id="{AE3D64F1-6265-42E8-A349-DC4C09547F79}"/>
                    </a:ext>
                  </a:extLst>
                </p:cNvPr>
                <p:cNvPicPr/>
                <p:nvPr/>
              </p:nvPicPr>
              <p:blipFill>
                <a:blip r:embed="rId224"/>
                <a:stretch>
                  <a:fillRect/>
                </a:stretch>
              </p:blipFill>
              <p:spPr>
                <a:xfrm>
                  <a:off x="10660899" y="6535941"/>
                  <a:ext cx="10548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9325" name="Ink 9324">
                  <a:extLst>
                    <a:ext uri="{FF2B5EF4-FFF2-40B4-BE49-F238E27FC236}">
                      <a16:creationId xmlns:a16="http://schemas.microsoft.com/office/drawing/2014/main" id="{7332AA2D-36D0-4389-B771-41FA8B30A386}"/>
                    </a:ext>
                  </a:extLst>
                </p14:cNvPr>
                <p14:cNvContentPartPr/>
                <p14:nvPr/>
              </p14:nvContentPartPr>
              <p14:xfrm>
                <a:off x="10797339" y="6572301"/>
                <a:ext cx="165240" cy="222480"/>
              </p14:xfrm>
            </p:contentPart>
          </mc:Choice>
          <mc:Fallback xmlns="">
            <p:pic>
              <p:nvPicPr>
                <p:cNvPr id="9325" name="Ink 9324">
                  <a:extLst>
                    <a:ext uri="{FF2B5EF4-FFF2-40B4-BE49-F238E27FC236}">
                      <a16:creationId xmlns:a16="http://schemas.microsoft.com/office/drawing/2014/main" id="{7332AA2D-36D0-4389-B771-41FA8B30A386}"/>
                    </a:ext>
                  </a:extLst>
                </p:cNvPr>
                <p:cNvPicPr/>
                <p:nvPr/>
              </p:nvPicPr>
              <p:blipFill>
                <a:blip r:embed="rId226"/>
                <a:stretch>
                  <a:fillRect/>
                </a:stretch>
              </p:blipFill>
              <p:spPr>
                <a:xfrm>
                  <a:off x="10788339" y="6563661"/>
                  <a:ext cx="18288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9326" name="Ink 9325">
                  <a:extLst>
                    <a:ext uri="{FF2B5EF4-FFF2-40B4-BE49-F238E27FC236}">
                      <a16:creationId xmlns:a16="http://schemas.microsoft.com/office/drawing/2014/main" id="{C1206C43-F343-4EF7-BDA5-901E2ACA6B0A}"/>
                    </a:ext>
                  </a:extLst>
                </p14:cNvPr>
                <p14:cNvContentPartPr/>
                <p14:nvPr/>
              </p14:nvContentPartPr>
              <p14:xfrm>
                <a:off x="10978779" y="6349821"/>
                <a:ext cx="157320" cy="150120"/>
              </p14:xfrm>
            </p:contentPart>
          </mc:Choice>
          <mc:Fallback xmlns="">
            <p:pic>
              <p:nvPicPr>
                <p:cNvPr id="9326" name="Ink 9325">
                  <a:extLst>
                    <a:ext uri="{FF2B5EF4-FFF2-40B4-BE49-F238E27FC236}">
                      <a16:creationId xmlns:a16="http://schemas.microsoft.com/office/drawing/2014/main" id="{C1206C43-F343-4EF7-BDA5-901E2ACA6B0A}"/>
                    </a:ext>
                  </a:extLst>
                </p:cNvPr>
                <p:cNvPicPr/>
                <p:nvPr/>
              </p:nvPicPr>
              <p:blipFill>
                <a:blip r:embed="rId228"/>
                <a:stretch>
                  <a:fillRect/>
                </a:stretch>
              </p:blipFill>
              <p:spPr>
                <a:xfrm>
                  <a:off x="10970139" y="6341181"/>
                  <a:ext cx="17496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9328" name="Ink 9327">
                  <a:extLst>
                    <a:ext uri="{FF2B5EF4-FFF2-40B4-BE49-F238E27FC236}">
                      <a16:creationId xmlns:a16="http://schemas.microsoft.com/office/drawing/2014/main" id="{86C2BB87-556C-4571-8823-BA5DD2634039}"/>
                    </a:ext>
                  </a:extLst>
                </p14:cNvPr>
                <p14:cNvContentPartPr/>
                <p14:nvPr/>
              </p14:nvContentPartPr>
              <p14:xfrm>
                <a:off x="11250219" y="6310941"/>
                <a:ext cx="132480" cy="546120"/>
              </p14:xfrm>
            </p:contentPart>
          </mc:Choice>
          <mc:Fallback xmlns="">
            <p:pic>
              <p:nvPicPr>
                <p:cNvPr id="9328" name="Ink 9327">
                  <a:extLst>
                    <a:ext uri="{FF2B5EF4-FFF2-40B4-BE49-F238E27FC236}">
                      <a16:creationId xmlns:a16="http://schemas.microsoft.com/office/drawing/2014/main" id="{86C2BB87-556C-4571-8823-BA5DD2634039}"/>
                    </a:ext>
                  </a:extLst>
                </p:cNvPr>
                <p:cNvPicPr/>
                <p:nvPr/>
              </p:nvPicPr>
              <p:blipFill>
                <a:blip r:embed="rId230"/>
                <a:stretch>
                  <a:fillRect/>
                </a:stretch>
              </p:blipFill>
              <p:spPr>
                <a:xfrm>
                  <a:off x="11241579" y="6302301"/>
                  <a:ext cx="150120" cy="56376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9329" name="Ink 9328">
                  <a:extLst>
                    <a:ext uri="{FF2B5EF4-FFF2-40B4-BE49-F238E27FC236}">
                      <a16:creationId xmlns:a16="http://schemas.microsoft.com/office/drawing/2014/main" id="{D29831F3-D139-4686-84DF-F04FEE25F865}"/>
                    </a:ext>
                  </a:extLst>
                </p14:cNvPr>
                <p14:cNvContentPartPr/>
                <p14:nvPr/>
              </p14:nvContentPartPr>
              <p14:xfrm>
                <a:off x="11364339" y="6420021"/>
                <a:ext cx="172800" cy="322560"/>
              </p14:xfrm>
            </p:contentPart>
          </mc:Choice>
          <mc:Fallback xmlns="">
            <p:pic>
              <p:nvPicPr>
                <p:cNvPr id="9329" name="Ink 9328">
                  <a:extLst>
                    <a:ext uri="{FF2B5EF4-FFF2-40B4-BE49-F238E27FC236}">
                      <a16:creationId xmlns:a16="http://schemas.microsoft.com/office/drawing/2014/main" id="{D29831F3-D139-4686-84DF-F04FEE25F865}"/>
                    </a:ext>
                  </a:extLst>
                </p:cNvPr>
                <p:cNvPicPr/>
                <p:nvPr/>
              </p:nvPicPr>
              <p:blipFill>
                <a:blip r:embed="rId232"/>
                <a:stretch>
                  <a:fillRect/>
                </a:stretch>
              </p:blipFill>
              <p:spPr>
                <a:xfrm>
                  <a:off x="11355699" y="6411021"/>
                  <a:ext cx="190440" cy="34020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9330" name="Ink 9329">
                  <a:extLst>
                    <a:ext uri="{FF2B5EF4-FFF2-40B4-BE49-F238E27FC236}">
                      <a16:creationId xmlns:a16="http://schemas.microsoft.com/office/drawing/2014/main" id="{BC1AAE75-2BCC-4828-A2C3-BFD32698549B}"/>
                    </a:ext>
                  </a:extLst>
                </p14:cNvPr>
                <p14:cNvContentPartPr/>
                <p14:nvPr/>
              </p14:nvContentPartPr>
              <p14:xfrm>
                <a:off x="11566299" y="6411021"/>
                <a:ext cx="147240" cy="280440"/>
              </p14:xfrm>
            </p:contentPart>
          </mc:Choice>
          <mc:Fallback xmlns="">
            <p:pic>
              <p:nvPicPr>
                <p:cNvPr id="9330" name="Ink 9329">
                  <a:extLst>
                    <a:ext uri="{FF2B5EF4-FFF2-40B4-BE49-F238E27FC236}">
                      <a16:creationId xmlns:a16="http://schemas.microsoft.com/office/drawing/2014/main" id="{BC1AAE75-2BCC-4828-A2C3-BFD32698549B}"/>
                    </a:ext>
                  </a:extLst>
                </p:cNvPr>
                <p:cNvPicPr/>
                <p:nvPr/>
              </p:nvPicPr>
              <p:blipFill>
                <a:blip r:embed="rId234"/>
                <a:stretch>
                  <a:fillRect/>
                </a:stretch>
              </p:blipFill>
              <p:spPr>
                <a:xfrm>
                  <a:off x="11557659" y="6402381"/>
                  <a:ext cx="16488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9331" name="Ink 9330">
                  <a:extLst>
                    <a:ext uri="{FF2B5EF4-FFF2-40B4-BE49-F238E27FC236}">
                      <a16:creationId xmlns:a16="http://schemas.microsoft.com/office/drawing/2014/main" id="{A63F8CF9-4603-47C1-9241-2D55D9EC0382}"/>
                    </a:ext>
                  </a:extLst>
                </p14:cNvPr>
                <p14:cNvContentPartPr/>
                <p14:nvPr/>
              </p14:nvContentPartPr>
              <p14:xfrm>
                <a:off x="11716419" y="6570141"/>
                <a:ext cx="91440" cy="241560"/>
              </p14:xfrm>
            </p:contentPart>
          </mc:Choice>
          <mc:Fallback xmlns="">
            <p:pic>
              <p:nvPicPr>
                <p:cNvPr id="9331" name="Ink 9330">
                  <a:extLst>
                    <a:ext uri="{FF2B5EF4-FFF2-40B4-BE49-F238E27FC236}">
                      <a16:creationId xmlns:a16="http://schemas.microsoft.com/office/drawing/2014/main" id="{A63F8CF9-4603-47C1-9241-2D55D9EC0382}"/>
                    </a:ext>
                  </a:extLst>
                </p:cNvPr>
                <p:cNvPicPr/>
                <p:nvPr/>
              </p:nvPicPr>
              <p:blipFill>
                <a:blip r:embed="rId236"/>
                <a:stretch>
                  <a:fillRect/>
                </a:stretch>
              </p:blipFill>
              <p:spPr>
                <a:xfrm>
                  <a:off x="11707419" y="6561501"/>
                  <a:ext cx="10908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9332" name="Ink 9331">
                  <a:extLst>
                    <a:ext uri="{FF2B5EF4-FFF2-40B4-BE49-F238E27FC236}">
                      <a16:creationId xmlns:a16="http://schemas.microsoft.com/office/drawing/2014/main" id="{975A0487-0205-4C80-B604-DF7CFCC54058}"/>
                    </a:ext>
                  </a:extLst>
                </p14:cNvPr>
                <p14:cNvContentPartPr/>
                <p14:nvPr/>
              </p14:nvContentPartPr>
              <p14:xfrm>
                <a:off x="11687619" y="6670581"/>
                <a:ext cx="6840" cy="15120"/>
              </p14:xfrm>
            </p:contentPart>
          </mc:Choice>
          <mc:Fallback xmlns="">
            <p:pic>
              <p:nvPicPr>
                <p:cNvPr id="9332" name="Ink 9331">
                  <a:extLst>
                    <a:ext uri="{FF2B5EF4-FFF2-40B4-BE49-F238E27FC236}">
                      <a16:creationId xmlns:a16="http://schemas.microsoft.com/office/drawing/2014/main" id="{975A0487-0205-4C80-B604-DF7CFCC54058}"/>
                    </a:ext>
                  </a:extLst>
                </p:cNvPr>
                <p:cNvPicPr/>
                <p:nvPr/>
              </p:nvPicPr>
              <p:blipFill>
                <a:blip r:embed="rId238"/>
                <a:stretch>
                  <a:fillRect/>
                </a:stretch>
              </p:blipFill>
              <p:spPr>
                <a:xfrm>
                  <a:off x="11678979" y="6661941"/>
                  <a:ext cx="2448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9333" name="Ink 9332">
                  <a:extLst>
                    <a:ext uri="{FF2B5EF4-FFF2-40B4-BE49-F238E27FC236}">
                      <a16:creationId xmlns:a16="http://schemas.microsoft.com/office/drawing/2014/main" id="{3B0BA803-334E-45BF-93D1-376EB09B9CDB}"/>
                    </a:ext>
                  </a:extLst>
                </p14:cNvPr>
                <p14:cNvContentPartPr/>
                <p14:nvPr/>
              </p14:nvContentPartPr>
              <p14:xfrm>
                <a:off x="11788059" y="6696501"/>
                <a:ext cx="360" cy="360"/>
              </p14:xfrm>
            </p:contentPart>
          </mc:Choice>
          <mc:Fallback xmlns="">
            <p:pic>
              <p:nvPicPr>
                <p:cNvPr id="9333" name="Ink 9332">
                  <a:extLst>
                    <a:ext uri="{FF2B5EF4-FFF2-40B4-BE49-F238E27FC236}">
                      <a16:creationId xmlns:a16="http://schemas.microsoft.com/office/drawing/2014/main" id="{3B0BA803-334E-45BF-93D1-376EB09B9CDB}"/>
                    </a:ext>
                  </a:extLst>
                </p:cNvPr>
                <p:cNvPicPr/>
                <p:nvPr/>
              </p:nvPicPr>
              <p:blipFill>
                <a:blip r:embed="rId147"/>
                <a:stretch>
                  <a:fillRect/>
                </a:stretch>
              </p:blipFill>
              <p:spPr>
                <a:xfrm>
                  <a:off x="11779419" y="668750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9334" name="Ink 9333">
                  <a:extLst>
                    <a:ext uri="{FF2B5EF4-FFF2-40B4-BE49-F238E27FC236}">
                      <a16:creationId xmlns:a16="http://schemas.microsoft.com/office/drawing/2014/main" id="{3295CD25-A736-4A53-B225-F59CEBB004F3}"/>
                    </a:ext>
                  </a:extLst>
                </p14:cNvPr>
                <p14:cNvContentPartPr/>
                <p14:nvPr/>
              </p14:nvContentPartPr>
              <p14:xfrm>
                <a:off x="11811459" y="6399501"/>
                <a:ext cx="70200" cy="393480"/>
              </p14:xfrm>
            </p:contentPart>
          </mc:Choice>
          <mc:Fallback xmlns="">
            <p:pic>
              <p:nvPicPr>
                <p:cNvPr id="9334" name="Ink 9333">
                  <a:extLst>
                    <a:ext uri="{FF2B5EF4-FFF2-40B4-BE49-F238E27FC236}">
                      <a16:creationId xmlns:a16="http://schemas.microsoft.com/office/drawing/2014/main" id="{3295CD25-A736-4A53-B225-F59CEBB004F3}"/>
                    </a:ext>
                  </a:extLst>
                </p:cNvPr>
                <p:cNvPicPr/>
                <p:nvPr/>
              </p:nvPicPr>
              <p:blipFill>
                <a:blip r:embed="rId241"/>
                <a:stretch>
                  <a:fillRect/>
                </a:stretch>
              </p:blipFill>
              <p:spPr>
                <a:xfrm>
                  <a:off x="11802459" y="6390501"/>
                  <a:ext cx="87840" cy="411120"/>
                </a:xfrm>
                <a:prstGeom prst="rect">
                  <a:avLst/>
                </a:prstGeom>
              </p:spPr>
            </p:pic>
          </mc:Fallback>
        </mc:AlternateContent>
      </p:grpSp>
    </p:spTree>
    <p:extLst>
      <p:ext uri="{BB962C8B-B14F-4D97-AF65-F5344CB8AC3E}">
        <p14:creationId xmlns:p14="http://schemas.microsoft.com/office/powerpoint/2010/main" val="731419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FB65A-420B-4C57-86CF-7E7E9944DAB9}"/>
              </a:ext>
            </a:extLst>
          </p:cNvPr>
          <p:cNvSpPr>
            <a:spLocks noGrp="1"/>
          </p:cNvSpPr>
          <p:nvPr>
            <p:ph type="title"/>
          </p:nvPr>
        </p:nvSpPr>
        <p:spPr>
          <a:xfrm>
            <a:off x="736406" y="0"/>
            <a:ext cx="9601200" cy="1485900"/>
          </a:xfrm>
        </p:spPr>
        <p:txBody>
          <a:bodyPr/>
          <a:lstStyle/>
          <a:p>
            <a:r>
              <a:rPr lang="en-AU" dirty="0"/>
              <a:t>Composite Solids</a:t>
            </a:r>
          </a:p>
        </p:txBody>
      </p:sp>
      <p:sp>
        <p:nvSpPr>
          <p:cNvPr id="3" name="Text Placeholder 2">
            <a:extLst>
              <a:ext uri="{FF2B5EF4-FFF2-40B4-BE49-F238E27FC236}">
                <a16:creationId xmlns:a16="http://schemas.microsoft.com/office/drawing/2014/main" id="{67D90D7B-F763-4D10-84DE-43602A1FDDF2}"/>
              </a:ext>
            </a:extLst>
          </p:cNvPr>
          <p:cNvSpPr>
            <a:spLocks noGrp="1"/>
          </p:cNvSpPr>
          <p:nvPr>
            <p:ph type="body" idx="1"/>
          </p:nvPr>
        </p:nvSpPr>
        <p:spPr>
          <a:xfrm>
            <a:off x="1371599" y="742950"/>
            <a:ext cx="9664022" cy="823912"/>
          </a:xfrm>
        </p:spPr>
        <p:txBody>
          <a:bodyPr anchor="t"/>
          <a:lstStyle/>
          <a:p>
            <a:r>
              <a:rPr lang="en-AU" dirty="0"/>
              <a:t>When working with composite solids, the steps are very similar to surface area: </a:t>
            </a:r>
          </a:p>
        </p:txBody>
      </p:sp>
      <p:sp>
        <p:nvSpPr>
          <p:cNvPr id="4" name="Content Placeholder 3">
            <a:extLst>
              <a:ext uri="{FF2B5EF4-FFF2-40B4-BE49-F238E27FC236}">
                <a16:creationId xmlns:a16="http://schemas.microsoft.com/office/drawing/2014/main" id="{80BF3655-747B-45C4-9628-E28986D8773A}"/>
              </a:ext>
            </a:extLst>
          </p:cNvPr>
          <p:cNvSpPr>
            <a:spLocks noGrp="1"/>
          </p:cNvSpPr>
          <p:nvPr>
            <p:ph sz="half" idx="2"/>
          </p:nvPr>
        </p:nvSpPr>
        <p:spPr>
          <a:xfrm>
            <a:off x="1371600" y="1800879"/>
            <a:ext cx="4443984" cy="4066521"/>
          </a:xfrm>
        </p:spPr>
        <p:txBody>
          <a:bodyPr/>
          <a:lstStyle/>
          <a:p>
            <a:pPr marL="457200" indent="-457200">
              <a:buFont typeface="+mj-lt"/>
              <a:buAutoNum type="arabicPeriod"/>
            </a:pPr>
            <a:r>
              <a:rPr lang="en-AU" dirty="0"/>
              <a:t>Split the solid up into manageable solids. </a:t>
            </a:r>
          </a:p>
          <a:p>
            <a:pPr marL="457200" indent="-457200">
              <a:buFont typeface="+mj-lt"/>
              <a:buAutoNum type="arabicPeriod"/>
            </a:pPr>
            <a:r>
              <a:rPr lang="en-AU" dirty="0"/>
              <a:t>Identify if they need to be added or subtracted from the total volume</a:t>
            </a:r>
          </a:p>
          <a:p>
            <a:pPr marL="457200" indent="-457200">
              <a:buFont typeface="+mj-lt"/>
              <a:buAutoNum type="arabicPeriod"/>
            </a:pPr>
            <a:r>
              <a:rPr lang="en-AU" dirty="0"/>
              <a:t>Work out the volume of each partial solid</a:t>
            </a:r>
          </a:p>
          <a:p>
            <a:pPr marL="457200" indent="-457200">
              <a:buFont typeface="+mj-lt"/>
              <a:buAutoNum type="arabicPeriod"/>
            </a:pPr>
            <a:r>
              <a:rPr lang="en-AU" dirty="0"/>
              <a:t>Add your answers together to get a total volume</a:t>
            </a:r>
          </a:p>
        </p:txBody>
      </p:sp>
      <p:pic>
        <p:nvPicPr>
          <p:cNvPr id="11266" name="Picture 2" descr="Composite Solid Volume - Bing images | Area perimeter math, Solid ...">
            <a:extLst>
              <a:ext uri="{FF2B5EF4-FFF2-40B4-BE49-F238E27FC236}">
                <a16:creationId xmlns:a16="http://schemas.microsoft.com/office/drawing/2014/main" id="{EE0980CA-894E-449B-9EBE-951EE4ECD2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7156" y="1809894"/>
            <a:ext cx="4335790" cy="3495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6860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FB65A-420B-4C57-86CF-7E7E9944DAB9}"/>
              </a:ext>
            </a:extLst>
          </p:cNvPr>
          <p:cNvSpPr>
            <a:spLocks noGrp="1"/>
          </p:cNvSpPr>
          <p:nvPr>
            <p:ph type="title"/>
          </p:nvPr>
        </p:nvSpPr>
        <p:spPr>
          <a:xfrm>
            <a:off x="736406" y="0"/>
            <a:ext cx="9601200" cy="1485900"/>
          </a:xfrm>
        </p:spPr>
        <p:txBody>
          <a:bodyPr/>
          <a:lstStyle/>
          <a:p>
            <a:r>
              <a:rPr lang="en-AU" dirty="0"/>
              <a:t>Composite Solids</a:t>
            </a:r>
          </a:p>
        </p:txBody>
      </p:sp>
      <p:sp>
        <p:nvSpPr>
          <p:cNvPr id="3" name="Text Placeholder 2">
            <a:extLst>
              <a:ext uri="{FF2B5EF4-FFF2-40B4-BE49-F238E27FC236}">
                <a16:creationId xmlns:a16="http://schemas.microsoft.com/office/drawing/2014/main" id="{67D90D7B-F763-4D10-84DE-43602A1FDDF2}"/>
              </a:ext>
            </a:extLst>
          </p:cNvPr>
          <p:cNvSpPr>
            <a:spLocks noGrp="1"/>
          </p:cNvSpPr>
          <p:nvPr>
            <p:ph type="body" idx="1"/>
          </p:nvPr>
        </p:nvSpPr>
        <p:spPr>
          <a:xfrm>
            <a:off x="1371599" y="742950"/>
            <a:ext cx="9664022" cy="823912"/>
          </a:xfrm>
        </p:spPr>
        <p:txBody>
          <a:bodyPr anchor="t"/>
          <a:lstStyle/>
          <a:p>
            <a:r>
              <a:rPr lang="en-AU" dirty="0"/>
              <a:t>When working with composite solids, the steps are very similar to surface area: </a:t>
            </a:r>
          </a:p>
        </p:txBody>
      </p:sp>
      <p:sp>
        <p:nvSpPr>
          <p:cNvPr id="4" name="Content Placeholder 3">
            <a:extLst>
              <a:ext uri="{FF2B5EF4-FFF2-40B4-BE49-F238E27FC236}">
                <a16:creationId xmlns:a16="http://schemas.microsoft.com/office/drawing/2014/main" id="{80BF3655-747B-45C4-9628-E28986D8773A}"/>
              </a:ext>
            </a:extLst>
          </p:cNvPr>
          <p:cNvSpPr>
            <a:spLocks noGrp="1"/>
          </p:cNvSpPr>
          <p:nvPr>
            <p:ph sz="half" idx="2"/>
          </p:nvPr>
        </p:nvSpPr>
        <p:spPr>
          <a:xfrm>
            <a:off x="1371600" y="1800879"/>
            <a:ext cx="4443984" cy="4066521"/>
          </a:xfrm>
        </p:spPr>
        <p:txBody>
          <a:bodyPr/>
          <a:lstStyle/>
          <a:p>
            <a:pPr marL="457200" indent="-457200">
              <a:buFont typeface="+mj-lt"/>
              <a:buAutoNum type="arabicPeriod"/>
            </a:pPr>
            <a:r>
              <a:rPr lang="en-AU" dirty="0"/>
              <a:t>Split the solid up into manageable solids. </a:t>
            </a:r>
          </a:p>
          <a:p>
            <a:pPr marL="457200" indent="-457200">
              <a:buFont typeface="+mj-lt"/>
              <a:buAutoNum type="arabicPeriod"/>
            </a:pPr>
            <a:endParaRPr lang="en-AU" dirty="0"/>
          </a:p>
          <a:p>
            <a:pPr marL="457200" indent="-457200">
              <a:buFont typeface="+mj-lt"/>
              <a:buAutoNum type="arabicPeriod"/>
            </a:pPr>
            <a:endParaRPr lang="en-AU" dirty="0"/>
          </a:p>
          <a:p>
            <a:pPr marL="457200" indent="-457200">
              <a:buFont typeface="+mj-lt"/>
              <a:buAutoNum type="arabicPeriod"/>
            </a:pPr>
            <a:endParaRPr lang="en-AU" dirty="0"/>
          </a:p>
          <a:p>
            <a:pPr marL="0" indent="0">
              <a:buNone/>
            </a:pPr>
            <a:endParaRPr lang="en-AU" dirty="0"/>
          </a:p>
          <a:p>
            <a:pPr marL="457200" indent="-457200">
              <a:buFont typeface="+mj-lt"/>
              <a:buAutoNum type="arabicPeriod" startAt="2"/>
            </a:pPr>
            <a:r>
              <a:rPr lang="en-AU" dirty="0"/>
              <a:t>Identify if they need to be added or subtracted from the total volume</a:t>
            </a:r>
          </a:p>
          <a:p>
            <a:pPr marL="0" indent="0">
              <a:buNone/>
            </a:pPr>
            <a:r>
              <a:rPr lang="en-AU" dirty="0"/>
              <a:t>All need to be added together.</a:t>
            </a:r>
          </a:p>
        </p:txBody>
      </p:sp>
      <p:pic>
        <p:nvPicPr>
          <p:cNvPr id="11266" name="Picture 2" descr="Composite Solid Volume - Bing images | Area perimeter math, Solid ...">
            <a:extLst>
              <a:ext uri="{FF2B5EF4-FFF2-40B4-BE49-F238E27FC236}">
                <a16:creationId xmlns:a16="http://schemas.microsoft.com/office/drawing/2014/main" id="{EE0980CA-894E-449B-9EBE-951EE4ECD2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7156" y="1809894"/>
            <a:ext cx="4335790" cy="3495373"/>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3ED3CC9F-99A5-4215-A10D-B902E2069731}"/>
              </a:ext>
            </a:extLst>
          </p:cNvPr>
          <p:cNvSpPr/>
          <p:nvPr/>
        </p:nvSpPr>
        <p:spPr>
          <a:xfrm>
            <a:off x="8001582" y="3834139"/>
            <a:ext cx="702669" cy="70266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dirty="0">
                <a:solidFill>
                  <a:schemeClr val="tx1"/>
                </a:solidFill>
              </a:rPr>
              <a:t>1</a:t>
            </a:r>
            <a:endParaRPr lang="en-AU" dirty="0">
              <a:solidFill>
                <a:schemeClr val="tx1"/>
              </a:solidFill>
            </a:endParaRPr>
          </a:p>
        </p:txBody>
      </p:sp>
      <p:sp>
        <p:nvSpPr>
          <p:cNvPr id="7" name="Oval 6">
            <a:extLst>
              <a:ext uri="{FF2B5EF4-FFF2-40B4-BE49-F238E27FC236}">
                <a16:creationId xmlns:a16="http://schemas.microsoft.com/office/drawing/2014/main" id="{25E42865-F4FF-4AC3-BC14-945FE3ACB93B}"/>
              </a:ext>
            </a:extLst>
          </p:cNvPr>
          <p:cNvSpPr/>
          <p:nvPr/>
        </p:nvSpPr>
        <p:spPr>
          <a:xfrm>
            <a:off x="9047441" y="2534667"/>
            <a:ext cx="702669" cy="70266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dirty="0">
                <a:solidFill>
                  <a:schemeClr val="tx1"/>
                </a:solidFill>
              </a:rPr>
              <a:t>2</a:t>
            </a:r>
            <a:endParaRPr lang="en-AU" dirty="0">
              <a:solidFill>
                <a:schemeClr val="tx1"/>
              </a:solidFill>
            </a:endParaRPr>
          </a:p>
        </p:txBody>
      </p:sp>
    </p:spTree>
    <p:extLst>
      <p:ext uri="{BB962C8B-B14F-4D97-AF65-F5344CB8AC3E}">
        <p14:creationId xmlns:p14="http://schemas.microsoft.com/office/powerpoint/2010/main" val="162273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FB65A-420B-4C57-86CF-7E7E9944DAB9}"/>
              </a:ext>
            </a:extLst>
          </p:cNvPr>
          <p:cNvSpPr>
            <a:spLocks noGrp="1"/>
          </p:cNvSpPr>
          <p:nvPr>
            <p:ph type="title"/>
          </p:nvPr>
        </p:nvSpPr>
        <p:spPr>
          <a:xfrm>
            <a:off x="736406" y="0"/>
            <a:ext cx="9601200" cy="1485900"/>
          </a:xfrm>
        </p:spPr>
        <p:txBody>
          <a:bodyPr/>
          <a:lstStyle/>
          <a:p>
            <a:r>
              <a:rPr lang="en-AU" dirty="0"/>
              <a:t>Composite Solids</a:t>
            </a:r>
          </a:p>
        </p:txBody>
      </p:sp>
      <p:sp>
        <p:nvSpPr>
          <p:cNvPr id="3" name="Text Placeholder 2">
            <a:extLst>
              <a:ext uri="{FF2B5EF4-FFF2-40B4-BE49-F238E27FC236}">
                <a16:creationId xmlns:a16="http://schemas.microsoft.com/office/drawing/2014/main" id="{67D90D7B-F763-4D10-84DE-43602A1FDDF2}"/>
              </a:ext>
            </a:extLst>
          </p:cNvPr>
          <p:cNvSpPr>
            <a:spLocks noGrp="1"/>
          </p:cNvSpPr>
          <p:nvPr>
            <p:ph type="body" idx="1"/>
          </p:nvPr>
        </p:nvSpPr>
        <p:spPr>
          <a:xfrm>
            <a:off x="1371599" y="742950"/>
            <a:ext cx="9664022" cy="823912"/>
          </a:xfrm>
        </p:spPr>
        <p:txBody>
          <a:bodyPr anchor="t"/>
          <a:lstStyle/>
          <a:p>
            <a:r>
              <a:rPr lang="en-AU" dirty="0"/>
              <a:t>When working with composite solids, the steps are very similar to surface area: </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0BF3655-747B-45C4-9628-E28986D8773A}"/>
                  </a:ext>
                </a:extLst>
              </p:cNvPr>
              <p:cNvSpPr>
                <a:spLocks noGrp="1"/>
              </p:cNvSpPr>
              <p:nvPr>
                <p:ph sz="half" idx="2"/>
              </p:nvPr>
            </p:nvSpPr>
            <p:spPr>
              <a:xfrm>
                <a:off x="1371600" y="1800879"/>
                <a:ext cx="4443984" cy="4872147"/>
              </a:xfrm>
            </p:spPr>
            <p:txBody>
              <a:bodyPr>
                <a:normAutofit/>
              </a:bodyPr>
              <a:lstStyle/>
              <a:p>
                <a:pPr marL="457200" indent="-457200">
                  <a:buFont typeface="+mj-lt"/>
                  <a:buAutoNum type="arabicPeriod" startAt="3"/>
                </a:pPr>
                <a:r>
                  <a:rPr lang="en-AU" dirty="0"/>
                  <a:t>Work out the volume of each partial solid</a:t>
                </a:r>
              </a:p>
              <a:p>
                <a:pPr marL="0" indent="0">
                  <a:buNone/>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1 </m:t>
                          </m:r>
                        </m:sub>
                      </m:sSub>
                      <m:d>
                        <m:dPr>
                          <m:ctrlPr>
                            <a:rPr lang="en-AU" b="0" i="1" smtClean="0">
                              <a:latin typeface="Cambria Math" panose="02040503050406030204" pitchFamily="18" charset="0"/>
                            </a:rPr>
                          </m:ctrlPr>
                        </m:dPr>
                        <m:e>
                          <m:r>
                            <a:rPr lang="en-AU" b="0" i="1" smtClean="0">
                              <a:latin typeface="Cambria Math" panose="02040503050406030204" pitchFamily="18" charset="0"/>
                            </a:rPr>
                            <m:t>𝑉𝑜𝑙𝑢𝑚𝑒</m:t>
                          </m:r>
                          <m:r>
                            <a:rPr lang="en-AU" b="0" i="1" smtClean="0">
                              <a:latin typeface="Cambria Math" panose="02040503050406030204" pitchFamily="18" charset="0"/>
                            </a:rPr>
                            <m:t> </m:t>
                          </m:r>
                          <m:r>
                            <a:rPr lang="en-AU" b="0" i="1" smtClean="0">
                              <a:latin typeface="Cambria Math" panose="02040503050406030204" pitchFamily="18" charset="0"/>
                            </a:rPr>
                            <m:t>𝑜𝑓</m:t>
                          </m:r>
                          <m:r>
                            <a:rPr lang="en-AU" b="0" i="1" smtClean="0">
                              <a:latin typeface="Cambria Math" panose="02040503050406030204" pitchFamily="18" charset="0"/>
                            </a:rPr>
                            <m:t> </m:t>
                          </m:r>
                          <m:r>
                            <a:rPr lang="en-AU" b="0" i="1" smtClean="0">
                              <a:latin typeface="Cambria Math" panose="02040503050406030204" pitchFamily="18" charset="0"/>
                            </a:rPr>
                            <m:t>𝑠𝑜𝑙𝑖𝑑</m:t>
                          </m:r>
                          <m:r>
                            <a:rPr lang="en-AU" b="0" i="1" smtClean="0">
                              <a:latin typeface="Cambria Math" panose="02040503050406030204" pitchFamily="18" charset="0"/>
                            </a:rPr>
                            <m:t> 1</m:t>
                          </m:r>
                        </m:e>
                      </m:d>
                      <m:r>
                        <a:rPr lang="en-AU" b="0" i="1" smtClean="0">
                          <a:latin typeface="Cambria Math" panose="02040503050406030204" pitchFamily="18" charset="0"/>
                        </a:rPr>
                        <m:t>=</m:t>
                      </m:r>
                      <m:r>
                        <a:rPr lang="en-AU" b="0" i="1" smtClean="0">
                          <a:latin typeface="Cambria Math" panose="02040503050406030204" pitchFamily="18" charset="0"/>
                        </a:rPr>
                        <m:t>𝑙𝑤h</m:t>
                      </m:r>
                    </m:oMath>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1</m:t>
                          </m:r>
                        </m:sub>
                      </m:sSub>
                      <m:r>
                        <a:rPr lang="en-AU" b="0" i="1" smtClean="0">
                          <a:latin typeface="Cambria Math" panose="02040503050406030204" pitchFamily="18" charset="0"/>
                        </a:rPr>
                        <m:t>=9×4×5</m:t>
                      </m:r>
                    </m:oMath>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1</m:t>
                          </m:r>
                        </m:sub>
                      </m:sSub>
                      <m:r>
                        <a:rPr lang="en-AU" b="0" i="1" smtClean="0">
                          <a:latin typeface="Cambria Math" panose="02040503050406030204" pitchFamily="18" charset="0"/>
                        </a:rPr>
                        <m:t>=180</m:t>
                      </m:r>
                      <m:r>
                        <a:rPr lang="en-AU" b="0" i="1" smtClean="0">
                          <a:latin typeface="Cambria Math" panose="02040503050406030204" pitchFamily="18" charset="0"/>
                        </a:rPr>
                        <m:t>𝑐</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𝑚</m:t>
                          </m:r>
                        </m:e>
                        <m:sup>
                          <m:r>
                            <a:rPr lang="en-AU" b="0" i="1" smtClean="0">
                              <a:latin typeface="Cambria Math" panose="02040503050406030204" pitchFamily="18" charset="0"/>
                            </a:rPr>
                            <m:t>3</m:t>
                          </m:r>
                        </m:sup>
                      </m:sSup>
                    </m:oMath>
                  </m:oMathPara>
                </a14:m>
                <a:endParaRPr lang="en-AU" b="0" dirty="0"/>
              </a:p>
              <a:p>
                <a:pPr marL="0" indent="0">
                  <a:buNone/>
                </a:pPr>
                <a:endParaRPr lang="en-AU" dirty="0"/>
              </a:p>
              <a:p>
                <a:pPr marL="0" indent="0">
                  <a:buNone/>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2</m:t>
                          </m:r>
                        </m:sub>
                      </m:sSub>
                      <m:r>
                        <a:rPr lang="en-AU" b="0" i="1" smtClean="0">
                          <a:latin typeface="Cambria Math" panose="02040503050406030204" pitchFamily="18" charset="0"/>
                        </a:rPr>
                        <m:t> </m:t>
                      </m:r>
                      <m:d>
                        <m:dPr>
                          <m:ctrlPr>
                            <a:rPr lang="en-AU" b="0" i="1" smtClean="0">
                              <a:latin typeface="Cambria Math" panose="02040503050406030204" pitchFamily="18" charset="0"/>
                            </a:rPr>
                          </m:ctrlPr>
                        </m:dPr>
                        <m:e>
                          <m:r>
                            <a:rPr lang="en-AU" b="0" i="1" smtClean="0">
                              <a:latin typeface="Cambria Math" panose="02040503050406030204" pitchFamily="18" charset="0"/>
                            </a:rPr>
                            <m:t>𝑉𝑜𝑙𝑢𝑚𝑒</m:t>
                          </m:r>
                          <m:r>
                            <a:rPr lang="en-AU" b="0" i="1" smtClean="0">
                              <a:latin typeface="Cambria Math" panose="02040503050406030204" pitchFamily="18" charset="0"/>
                            </a:rPr>
                            <m:t> </m:t>
                          </m:r>
                          <m:r>
                            <a:rPr lang="en-AU" b="0" i="1" smtClean="0">
                              <a:latin typeface="Cambria Math" panose="02040503050406030204" pitchFamily="18" charset="0"/>
                            </a:rPr>
                            <m:t>𝑜𝑓</m:t>
                          </m:r>
                          <m:r>
                            <a:rPr lang="en-AU" b="0" i="1" smtClean="0">
                              <a:latin typeface="Cambria Math" panose="02040503050406030204" pitchFamily="18" charset="0"/>
                            </a:rPr>
                            <m:t> </m:t>
                          </m:r>
                          <m:r>
                            <a:rPr lang="en-AU" b="0" i="1" smtClean="0">
                              <a:latin typeface="Cambria Math" panose="02040503050406030204" pitchFamily="18" charset="0"/>
                            </a:rPr>
                            <m:t>𝑠𝑜𝑙𝑖𝑑</m:t>
                          </m:r>
                          <m:r>
                            <a:rPr lang="en-AU" b="0" i="1" smtClean="0">
                              <a:latin typeface="Cambria Math" panose="02040503050406030204" pitchFamily="18" charset="0"/>
                            </a:rPr>
                            <m:t> 2</m:t>
                          </m:r>
                        </m:e>
                      </m:d>
                      <m:r>
                        <a:rPr lang="en-AU" b="0" i="1" smtClean="0">
                          <a:latin typeface="Cambria Math" panose="02040503050406030204" pitchFamily="18" charset="0"/>
                        </a:rPr>
                        <m:t>=</m:t>
                      </m:r>
                      <m:r>
                        <a:rPr lang="en-AU" b="0" i="1" smtClean="0">
                          <a:latin typeface="Cambria Math" panose="02040503050406030204" pitchFamily="18" charset="0"/>
                        </a:rPr>
                        <m:t>𝜋</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𝑟</m:t>
                          </m:r>
                        </m:e>
                        <m:sup>
                          <m:r>
                            <a:rPr lang="en-AU" b="0" i="1" smtClean="0">
                              <a:latin typeface="Cambria Math" panose="02040503050406030204" pitchFamily="18" charset="0"/>
                            </a:rPr>
                            <m:t>2</m:t>
                          </m:r>
                        </m:sup>
                      </m:sSup>
                      <m:r>
                        <a:rPr lang="en-AU" b="0" i="1" smtClean="0">
                          <a:latin typeface="Cambria Math" panose="02040503050406030204" pitchFamily="18" charset="0"/>
                        </a:rPr>
                        <m:t>h</m:t>
                      </m:r>
                    </m:oMath>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2</m:t>
                          </m:r>
                        </m:sub>
                      </m:sSub>
                      <m:r>
                        <a:rPr lang="en-AU" b="0" i="1" smtClean="0">
                          <a:latin typeface="Cambria Math" panose="02040503050406030204" pitchFamily="18" charset="0"/>
                        </a:rPr>
                        <m:t>=</m:t>
                      </m:r>
                      <m:r>
                        <a:rPr lang="en-AU" b="0" i="1" smtClean="0">
                          <a:latin typeface="Cambria Math" panose="02040503050406030204" pitchFamily="18" charset="0"/>
                        </a:rPr>
                        <m:t>𝜋</m:t>
                      </m:r>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r>
                            <a:rPr lang="en-AU" b="0" i="1" smtClean="0">
                              <a:latin typeface="Cambria Math" panose="02040503050406030204" pitchFamily="18" charset="0"/>
                            </a:rPr>
                            <m:t>2</m:t>
                          </m:r>
                        </m:e>
                        <m:sup>
                          <m:r>
                            <a:rPr lang="en-AU" b="0" i="1" smtClean="0">
                              <a:latin typeface="Cambria Math" panose="02040503050406030204" pitchFamily="18" charset="0"/>
                            </a:rPr>
                            <m:t>2</m:t>
                          </m:r>
                        </m:sup>
                      </m:sSup>
                      <m:r>
                        <a:rPr lang="en-AU" b="0" i="1" smtClean="0">
                          <a:latin typeface="Cambria Math" panose="02040503050406030204" pitchFamily="18" charset="0"/>
                        </a:rPr>
                        <m:t>×3</m:t>
                      </m:r>
                    </m:oMath>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2</m:t>
                          </m:r>
                        </m:sub>
                      </m:sSub>
                      <m:r>
                        <a:rPr lang="en-AU" b="0" i="1" smtClean="0">
                          <a:latin typeface="Cambria Math" panose="02040503050406030204" pitchFamily="18" charset="0"/>
                        </a:rPr>
                        <m:t>=12</m:t>
                      </m:r>
                      <m:r>
                        <a:rPr lang="en-AU" b="0" i="1" smtClean="0">
                          <a:latin typeface="Cambria Math" panose="02040503050406030204" pitchFamily="18" charset="0"/>
                        </a:rPr>
                        <m:t>𝜋</m:t>
                      </m:r>
                      <m:r>
                        <a:rPr lang="en-AU" b="0" i="1" smtClean="0">
                          <a:latin typeface="Cambria Math" panose="02040503050406030204" pitchFamily="18" charset="0"/>
                        </a:rPr>
                        <m:t> </m:t>
                      </m:r>
                      <m:d>
                        <m:dPr>
                          <m:ctrlPr>
                            <a:rPr lang="en-AU" b="0" i="1" smtClean="0">
                              <a:latin typeface="Cambria Math" panose="02040503050406030204" pitchFamily="18" charset="0"/>
                            </a:rPr>
                          </m:ctrlPr>
                        </m:dPr>
                        <m:e>
                          <m:r>
                            <a:rPr lang="en-AU" b="0" i="1" smtClean="0">
                              <a:latin typeface="Cambria Math" panose="02040503050406030204" pitchFamily="18" charset="0"/>
                            </a:rPr>
                            <m:t>𝑒𝑥𝑎𝑐𝑡</m:t>
                          </m:r>
                        </m:e>
                      </m:d>
                      <m:r>
                        <a:rPr lang="en-AU" b="0" i="1" smtClean="0">
                          <a:latin typeface="Cambria Math" panose="02040503050406030204" pitchFamily="18" charset="0"/>
                        </a:rPr>
                        <m:t>=37.70</m:t>
                      </m:r>
                      <m:r>
                        <a:rPr lang="en-AU" b="0" i="1" smtClean="0">
                          <a:latin typeface="Cambria Math" panose="02040503050406030204" pitchFamily="18" charset="0"/>
                        </a:rPr>
                        <m:t>𝑐</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𝑚</m:t>
                          </m:r>
                        </m:e>
                        <m:sup>
                          <m:r>
                            <a:rPr lang="en-AU" b="0" i="1" smtClean="0">
                              <a:latin typeface="Cambria Math" panose="02040503050406030204" pitchFamily="18" charset="0"/>
                            </a:rPr>
                            <m:t>3</m:t>
                          </m:r>
                        </m:sup>
                      </m:sSup>
                    </m:oMath>
                  </m:oMathPara>
                </a14:m>
                <a:endParaRPr lang="en-AU" dirty="0"/>
              </a:p>
              <a:p>
                <a:pPr marL="457200" indent="-457200">
                  <a:buFont typeface="+mj-lt"/>
                  <a:buAutoNum type="arabicPeriod" startAt="4"/>
                </a:pPr>
                <a:r>
                  <a:rPr lang="en-AU" dirty="0"/>
                  <a:t>Add your answers together to get a total volume</a:t>
                </a:r>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𝑉</m:t>
                      </m:r>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1</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2</m:t>
                          </m:r>
                        </m:sub>
                      </m:sSub>
                    </m:oMath>
                    <m:oMath xmlns:m="http://schemas.openxmlformats.org/officeDocument/2006/math">
                      <m:r>
                        <a:rPr lang="en-AU" b="0" i="1" smtClean="0">
                          <a:latin typeface="Cambria Math" panose="02040503050406030204" pitchFamily="18" charset="0"/>
                        </a:rPr>
                        <m:t>𝑉</m:t>
                      </m:r>
                      <m:r>
                        <a:rPr lang="en-AU" b="0" i="1" smtClean="0">
                          <a:latin typeface="Cambria Math" panose="02040503050406030204" pitchFamily="18" charset="0"/>
                        </a:rPr>
                        <m:t>=180+12</m:t>
                      </m:r>
                      <m:r>
                        <a:rPr lang="en-AU" b="0" i="1" smtClean="0">
                          <a:latin typeface="Cambria Math" panose="02040503050406030204" pitchFamily="18" charset="0"/>
                        </a:rPr>
                        <m:t>𝜋</m:t>
                      </m:r>
                      <m:r>
                        <a:rPr lang="en-AU" b="0" i="1" smtClean="0">
                          <a:latin typeface="Cambria Math" panose="02040503050406030204" pitchFamily="18" charset="0"/>
                        </a:rPr>
                        <m:t> </m:t>
                      </m:r>
                      <m:r>
                        <a:rPr lang="en-AU" b="0" i="1" smtClean="0">
                          <a:latin typeface="Cambria Math" panose="02040503050406030204" pitchFamily="18" charset="0"/>
                        </a:rPr>
                        <m:t>𝑐</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𝑚</m:t>
                          </m:r>
                        </m:e>
                        <m:sup>
                          <m:r>
                            <a:rPr lang="en-AU" b="0" i="1" smtClean="0">
                              <a:latin typeface="Cambria Math" panose="02040503050406030204" pitchFamily="18" charset="0"/>
                            </a:rPr>
                            <m:t>3</m:t>
                          </m:r>
                        </m:sup>
                      </m:sSup>
                      <m:d>
                        <m:dPr>
                          <m:ctrlPr>
                            <a:rPr lang="en-AU" b="0" i="1" smtClean="0">
                              <a:latin typeface="Cambria Math" panose="02040503050406030204" pitchFamily="18" charset="0"/>
                            </a:rPr>
                          </m:ctrlPr>
                        </m:dPr>
                        <m:e>
                          <m:r>
                            <a:rPr lang="en-AU" b="0" i="1" smtClean="0">
                              <a:latin typeface="Cambria Math" panose="02040503050406030204" pitchFamily="18" charset="0"/>
                            </a:rPr>
                            <m:t>𝑒𝑥𝑎𝑐𝑡</m:t>
                          </m:r>
                        </m:e>
                      </m:d>
                    </m:oMath>
                    <m:oMath xmlns:m="http://schemas.openxmlformats.org/officeDocument/2006/math">
                      <m:r>
                        <a:rPr lang="en-AU" b="0" i="1" smtClean="0">
                          <a:latin typeface="Cambria Math" panose="02040503050406030204" pitchFamily="18" charset="0"/>
                        </a:rPr>
                        <m:t>𝑉</m:t>
                      </m:r>
                      <m:r>
                        <a:rPr lang="en-AU" b="0" i="1" smtClean="0">
                          <a:latin typeface="Cambria Math" panose="02040503050406030204" pitchFamily="18" charset="0"/>
                        </a:rPr>
                        <m:t>=217.70</m:t>
                      </m:r>
                      <m:r>
                        <a:rPr lang="en-AU" b="0" i="1" smtClean="0">
                          <a:latin typeface="Cambria Math" panose="02040503050406030204" pitchFamily="18" charset="0"/>
                        </a:rPr>
                        <m:t>𝑐</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𝑚</m:t>
                          </m:r>
                        </m:e>
                        <m:sup>
                          <m:r>
                            <a:rPr lang="en-AU" b="0" i="1" smtClean="0">
                              <a:latin typeface="Cambria Math" panose="02040503050406030204" pitchFamily="18" charset="0"/>
                            </a:rPr>
                            <m:t>3</m:t>
                          </m:r>
                        </m:sup>
                      </m:sSup>
                      <m:r>
                        <a:rPr lang="en-AU" b="0" i="1" smtClean="0">
                          <a:latin typeface="Cambria Math" panose="02040503050406030204" pitchFamily="18" charset="0"/>
                        </a:rPr>
                        <m:t> (2 </m:t>
                      </m:r>
                      <m:r>
                        <a:rPr lang="en-AU" b="0" i="1" smtClean="0">
                          <a:latin typeface="Cambria Math" panose="02040503050406030204" pitchFamily="18" charset="0"/>
                        </a:rPr>
                        <m:t>𝑑</m:t>
                      </m:r>
                      <m:r>
                        <a:rPr lang="en-AU" b="0" i="1" smtClean="0">
                          <a:latin typeface="Cambria Math" panose="02040503050406030204" pitchFamily="18" charset="0"/>
                        </a:rPr>
                        <m:t>.</m:t>
                      </m:r>
                      <m:r>
                        <a:rPr lang="en-AU" b="0" i="1" smtClean="0">
                          <a:latin typeface="Cambria Math" panose="02040503050406030204" pitchFamily="18" charset="0"/>
                        </a:rPr>
                        <m:t>𝑝</m:t>
                      </m:r>
                      <m:r>
                        <a:rPr lang="en-AU" b="0" i="1" smtClean="0">
                          <a:latin typeface="Cambria Math" panose="02040503050406030204" pitchFamily="18" charset="0"/>
                        </a:rPr>
                        <m:t>.)</m:t>
                      </m:r>
                    </m:oMath>
                  </m:oMathPara>
                </a14:m>
                <a:endParaRPr lang="en-AU" dirty="0"/>
              </a:p>
            </p:txBody>
          </p:sp>
        </mc:Choice>
        <mc:Fallback xmlns="">
          <p:sp>
            <p:nvSpPr>
              <p:cNvPr id="4" name="Content Placeholder 3">
                <a:extLst>
                  <a:ext uri="{FF2B5EF4-FFF2-40B4-BE49-F238E27FC236}">
                    <a16:creationId xmlns:a16="http://schemas.microsoft.com/office/drawing/2014/main" id="{80BF3655-747B-45C4-9628-E28986D8773A}"/>
                  </a:ext>
                </a:extLst>
              </p:cNvPr>
              <p:cNvSpPr>
                <a:spLocks noGrp="1" noRot="1" noChangeAspect="1" noMove="1" noResize="1" noEditPoints="1" noAdjustHandles="1" noChangeArrowheads="1" noChangeShapeType="1" noTextEdit="1"/>
              </p:cNvSpPr>
              <p:nvPr>
                <p:ph sz="half" idx="2"/>
              </p:nvPr>
            </p:nvSpPr>
            <p:spPr>
              <a:xfrm>
                <a:off x="1371600" y="1800879"/>
                <a:ext cx="4443984" cy="4872147"/>
              </a:xfrm>
              <a:blipFill>
                <a:blip r:embed="rId2"/>
                <a:stretch>
                  <a:fillRect l="-1235" t="-1000"/>
                </a:stretch>
              </a:blipFill>
            </p:spPr>
            <p:txBody>
              <a:bodyPr/>
              <a:lstStyle/>
              <a:p>
                <a:r>
                  <a:rPr lang="en-AU">
                    <a:noFill/>
                  </a:rPr>
                  <a:t> </a:t>
                </a:r>
              </a:p>
            </p:txBody>
          </p:sp>
        </mc:Fallback>
      </mc:AlternateContent>
      <p:pic>
        <p:nvPicPr>
          <p:cNvPr id="6" name="Picture 2" descr="Composite Solid Volume - Bing images | Area perimeter math, Solid ...">
            <a:extLst>
              <a:ext uri="{FF2B5EF4-FFF2-40B4-BE49-F238E27FC236}">
                <a16:creationId xmlns:a16="http://schemas.microsoft.com/office/drawing/2014/main" id="{F2FD15FF-3C53-41C4-9EDB-378265AB33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7156" y="1809894"/>
            <a:ext cx="4335790" cy="3495373"/>
          </a:xfrm>
          <a:prstGeom prst="rect">
            <a:avLst/>
          </a:prstGeom>
          <a:noFill/>
          <a:extLst>
            <a:ext uri="{909E8E84-426E-40DD-AFC4-6F175D3DCCD1}">
              <a14:hiddenFill xmlns:a14="http://schemas.microsoft.com/office/drawing/2010/main">
                <a:solidFill>
                  <a:srgbClr val="FFFFFF"/>
                </a:solidFill>
              </a14:hiddenFill>
            </a:ext>
          </a:extLst>
        </p:spPr>
      </p:pic>
      <p:sp>
        <p:nvSpPr>
          <p:cNvPr id="7" name="Oval 6">
            <a:extLst>
              <a:ext uri="{FF2B5EF4-FFF2-40B4-BE49-F238E27FC236}">
                <a16:creationId xmlns:a16="http://schemas.microsoft.com/office/drawing/2014/main" id="{FB5821F1-2953-415D-A73D-1FEA177228AF}"/>
              </a:ext>
            </a:extLst>
          </p:cNvPr>
          <p:cNvSpPr/>
          <p:nvPr/>
        </p:nvSpPr>
        <p:spPr>
          <a:xfrm>
            <a:off x="8001582" y="3834139"/>
            <a:ext cx="702669" cy="70266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dirty="0">
                <a:solidFill>
                  <a:schemeClr val="tx1"/>
                </a:solidFill>
              </a:rPr>
              <a:t>1</a:t>
            </a:r>
            <a:endParaRPr lang="en-AU" dirty="0">
              <a:solidFill>
                <a:schemeClr val="tx1"/>
              </a:solidFill>
            </a:endParaRPr>
          </a:p>
        </p:txBody>
      </p:sp>
      <p:sp>
        <p:nvSpPr>
          <p:cNvPr id="8" name="Oval 7">
            <a:extLst>
              <a:ext uri="{FF2B5EF4-FFF2-40B4-BE49-F238E27FC236}">
                <a16:creationId xmlns:a16="http://schemas.microsoft.com/office/drawing/2014/main" id="{741443AA-7911-4860-8877-DEE72829E4D2}"/>
              </a:ext>
            </a:extLst>
          </p:cNvPr>
          <p:cNvSpPr/>
          <p:nvPr/>
        </p:nvSpPr>
        <p:spPr>
          <a:xfrm>
            <a:off x="9047441" y="2534667"/>
            <a:ext cx="702669" cy="70266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dirty="0">
                <a:solidFill>
                  <a:schemeClr val="tx1"/>
                </a:solidFill>
              </a:rPr>
              <a:t>2</a:t>
            </a:r>
            <a:endParaRPr lang="en-AU" dirty="0">
              <a:solidFill>
                <a:schemeClr val="tx1"/>
              </a:solidFill>
            </a:endParaRPr>
          </a:p>
        </p:txBody>
      </p:sp>
    </p:spTree>
    <p:extLst>
      <p:ext uri="{BB962C8B-B14F-4D97-AF65-F5344CB8AC3E}">
        <p14:creationId xmlns:p14="http://schemas.microsoft.com/office/powerpoint/2010/main" val="19460103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4" descr="Composite Solids ( Read ) | Geometry | CK-12 Foundation">
            <a:extLst>
              <a:ext uri="{FF2B5EF4-FFF2-40B4-BE49-F238E27FC236}">
                <a16:creationId xmlns:a16="http://schemas.microsoft.com/office/drawing/2014/main" id="{A2D31175-ECF7-4844-9E38-540695FFDF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3746" y="2228850"/>
            <a:ext cx="4766327" cy="33284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5AFB65A-420B-4C57-86CF-7E7E9944DAB9}"/>
              </a:ext>
            </a:extLst>
          </p:cNvPr>
          <p:cNvSpPr>
            <a:spLocks noGrp="1"/>
          </p:cNvSpPr>
          <p:nvPr>
            <p:ph type="title"/>
          </p:nvPr>
        </p:nvSpPr>
        <p:spPr>
          <a:xfrm>
            <a:off x="736406" y="0"/>
            <a:ext cx="9601200" cy="1485900"/>
          </a:xfrm>
        </p:spPr>
        <p:txBody>
          <a:bodyPr/>
          <a:lstStyle/>
          <a:p>
            <a:r>
              <a:rPr lang="en-AU" dirty="0"/>
              <a:t>Composite Solids</a:t>
            </a:r>
          </a:p>
        </p:txBody>
      </p:sp>
      <p:sp>
        <p:nvSpPr>
          <p:cNvPr id="3" name="Text Placeholder 2">
            <a:extLst>
              <a:ext uri="{FF2B5EF4-FFF2-40B4-BE49-F238E27FC236}">
                <a16:creationId xmlns:a16="http://schemas.microsoft.com/office/drawing/2014/main" id="{67D90D7B-F763-4D10-84DE-43602A1FDDF2}"/>
              </a:ext>
            </a:extLst>
          </p:cNvPr>
          <p:cNvSpPr>
            <a:spLocks noGrp="1"/>
          </p:cNvSpPr>
          <p:nvPr>
            <p:ph type="body" idx="1"/>
          </p:nvPr>
        </p:nvSpPr>
        <p:spPr>
          <a:xfrm>
            <a:off x="1371599" y="742950"/>
            <a:ext cx="9664022" cy="823912"/>
          </a:xfrm>
        </p:spPr>
        <p:txBody>
          <a:bodyPr anchor="t"/>
          <a:lstStyle/>
          <a:p>
            <a:r>
              <a:rPr lang="en-AU" dirty="0"/>
              <a:t>When working with composite solids, the steps are very similar to surface area: </a:t>
            </a:r>
          </a:p>
        </p:txBody>
      </p:sp>
      <p:sp>
        <p:nvSpPr>
          <p:cNvPr id="4" name="Content Placeholder 3">
            <a:extLst>
              <a:ext uri="{FF2B5EF4-FFF2-40B4-BE49-F238E27FC236}">
                <a16:creationId xmlns:a16="http://schemas.microsoft.com/office/drawing/2014/main" id="{80BF3655-747B-45C4-9628-E28986D8773A}"/>
              </a:ext>
            </a:extLst>
          </p:cNvPr>
          <p:cNvSpPr>
            <a:spLocks noGrp="1"/>
          </p:cNvSpPr>
          <p:nvPr>
            <p:ph sz="half" idx="2"/>
          </p:nvPr>
        </p:nvSpPr>
        <p:spPr>
          <a:xfrm>
            <a:off x="1371600" y="1800879"/>
            <a:ext cx="4443984" cy="4066521"/>
          </a:xfrm>
        </p:spPr>
        <p:txBody>
          <a:bodyPr/>
          <a:lstStyle/>
          <a:p>
            <a:pPr marL="457200" indent="-457200">
              <a:buFont typeface="+mj-lt"/>
              <a:buAutoNum type="arabicPeriod"/>
            </a:pPr>
            <a:r>
              <a:rPr lang="en-AU" dirty="0"/>
              <a:t>Split the solid up into manageable solids. </a:t>
            </a:r>
          </a:p>
          <a:p>
            <a:pPr marL="457200" indent="-457200">
              <a:buFont typeface="+mj-lt"/>
              <a:buAutoNum type="arabicPeriod"/>
            </a:pPr>
            <a:endParaRPr lang="en-AU" dirty="0"/>
          </a:p>
          <a:p>
            <a:pPr marL="457200" indent="-457200">
              <a:buFont typeface="+mj-lt"/>
              <a:buAutoNum type="arabicPeriod"/>
            </a:pPr>
            <a:endParaRPr lang="en-AU" dirty="0"/>
          </a:p>
          <a:p>
            <a:pPr marL="457200" indent="-457200">
              <a:buFont typeface="+mj-lt"/>
              <a:buAutoNum type="arabicPeriod"/>
            </a:pPr>
            <a:endParaRPr lang="en-AU" dirty="0"/>
          </a:p>
          <a:p>
            <a:pPr marL="0" indent="0">
              <a:buNone/>
            </a:pPr>
            <a:endParaRPr lang="en-AU" dirty="0"/>
          </a:p>
          <a:p>
            <a:pPr marL="457200" indent="-457200">
              <a:buFont typeface="+mj-lt"/>
              <a:buAutoNum type="arabicPeriod" startAt="2"/>
            </a:pPr>
            <a:r>
              <a:rPr lang="en-AU" dirty="0"/>
              <a:t>Identify if they need to be added or subtracted from the total volume</a:t>
            </a:r>
          </a:p>
          <a:p>
            <a:pPr marL="0" indent="0">
              <a:buNone/>
            </a:pPr>
            <a:r>
              <a:rPr lang="en-AU" dirty="0"/>
              <a:t>The cone will need to be subtracted from the cube</a:t>
            </a:r>
          </a:p>
        </p:txBody>
      </p:sp>
      <p:sp>
        <p:nvSpPr>
          <p:cNvPr id="5" name="Oval 4">
            <a:extLst>
              <a:ext uri="{FF2B5EF4-FFF2-40B4-BE49-F238E27FC236}">
                <a16:creationId xmlns:a16="http://schemas.microsoft.com/office/drawing/2014/main" id="{3ED3CC9F-99A5-4215-A10D-B902E2069731}"/>
              </a:ext>
            </a:extLst>
          </p:cNvPr>
          <p:cNvSpPr/>
          <p:nvPr/>
        </p:nvSpPr>
        <p:spPr>
          <a:xfrm>
            <a:off x="9292911" y="4001663"/>
            <a:ext cx="702669" cy="70266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dirty="0">
                <a:solidFill>
                  <a:schemeClr val="tx1"/>
                </a:solidFill>
              </a:rPr>
              <a:t>1</a:t>
            </a:r>
            <a:endParaRPr lang="en-AU" dirty="0">
              <a:solidFill>
                <a:schemeClr val="tx1"/>
              </a:solidFill>
            </a:endParaRPr>
          </a:p>
        </p:txBody>
      </p:sp>
      <p:sp>
        <p:nvSpPr>
          <p:cNvPr id="7" name="Oval 6">
            <a:extLst>
              <a:ext uri="{FF2B5EF4-FFF2-40B4-BE49-F238E27FC236}">
                <a16:creationId xmlns:a16="http://schemas.microsoft.com/office/drawing/2014/main" id="{25E42865-F4FF-4AC3-BC14-945FE3ACB93B}"/>
              </a:ext>
            </a:extLst>
          </p:cNvPr>
          <p:cNvSpPr/>
          <p:nvPr/>
        </p:nvSpPr>
        <p:spPr>
          <a:xfrm>
            <a:off x="8293585" y="2932536"/>
            <a:ext cx="702669" cy="70266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dirty="0">
                <a:solidFill>
                  <a:schemeClr val="tx1"/>
                </a:solidFill>
              </a:rPr>
              <a:t>2</a:t>
            </a:r>
            <a:endParaRPr lang="en-AU" dirty="0">
              <a:solidFill>
                <a:schemeClr val="tx1"/>
              </a:solidFill>
            </a:endParaRPr>
          </a:p>
        </p:txBody>
      </p:sp>
    </p:spTree>
    <p:extLst>
      <p:ext uri="{BB962C8B-B14F-4D97-AF65-F5344CB8AC3E}">
        <p14:creationId xmlns:p14="http://schemas.microsoft.com/office/powerpoint/2010/main" val="16430037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FB65A-420B-4C57-86CF-7E7E9944DAB9}"/>
              </a:ext>
            </a:extLst>
          </p:cNvPr>
          <p:cNvSpPr>
            <a:spLocks noGrp="1"/>
          </p:cNvSpPr>
          <p:nvPr>
            <p:ph type="title"/>
          </p:nvPr>
        </p:nvSpPr>
        <p:spPr>
          <a:xfrm>
            <a:off x="736406" y="0"/>
            <a:ext cx="9601200" cy="1485900"/>
          </a:xfrm>
        </p:spPr>
        <p:txBody>
          <a:bodyPr/>
          <a:lstStyle/>
          <a:p>
            <a:r>
              <a:rPr lang="en-AU" dirty="0"/>
              <a:t>Composite Solids</a:t>
            </a:r>
          </a:p>
        </p:txBody>
      </p:sp>
      <p:sp>
        <p:nvSpPr>
          <p:cNvPr id="3" name="Text Placeholder 2">
            <a:extLst>
              <a:ext uri="{FF2B5EF4-FFF2-40B4-BE49-F238E27FC236}">
                <a16:creationId xmlns:a16="http://schemas.microsoft.com/office/drawing/2014/main" id="{67D90D7B-F763-4D10-84DE-43602A1FDDF2}"/>
              </a:ext>
            </a:extLst>
          </p:cNvPr>
          <p:cNvSpPr>
            <a:spLocks noGrp="1"/>
          </p:cNvSpPr>
          <p:nvPr>
            <p:ph type="body" idx="1"/>
          </p:nvPr>
        </p:nvSpPr>
        <p:spPr>
          <a:xfrm>
            <a:off x="1371599" y="742950"/>
            <a:ext cx="9664022" cy="823912"/>
          </a:xfrm>
        </p:spPr>
        <p:txBody>
          <a:bodyPr anchor="t"/>
          <a:lstStyle/>
          <a:p>
            <a:r>
              <a:rPr lang="en-AU" dirty="0"/>
              <a:t>When working with composite solids, the steps are very similar to surface area: </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0BF3655-747B-45C4-9628-E28986D8773A}"/>
                  </a:ext>
                </a:extLst>
              </p:cNvPr>
              <p:cNvSpPr>
                <a:spLocks noGrp="1"/>
              </p:cNvSpPr>
              <p:nvPr>
                <p:ph sz="half" idx="2"/>
              </p:nvPr>
            </p:nvSpPr>
            <p:spPr>
              <a:xfrm>
                <a:off x="1371600" y="1800879"/>
                <a:ext cx="4443984" cy="4872147"/>
              </a:xfrm>
            </p:spPr>
            <p:txBody>
              <a:bodyPr>
                <a:normAutofit fontScale="92500"/>
              </a:bodyPr>
              <a:lstStyle/>
              <a:p>
                <a:pPr marL="457200" indent="-457200">
                  <a:buFont typeface="+mj-lt"/>
                  <a:buAutoNum type="arabicPeriod" startAt="3"/>
                </a:pPr>
                <a:r>
                  <a:rPr lang="en-AU" dirty="0"/>
                  <a:t>Work out the volume of each partial solid</a:t>
                </a:r>
              </a:p>
              <a:p>
                <a:pPr marL="0" indent="0">
                  <a:buNone/>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1 </m:t>
                          </m:r>
                        </m:sub>
                      </m:sSub>
                      <m:r>
                        <a:rPr lang="en-AU" b="0" i="1" smtClean="0">
                          <a:latin typeface="Cambria Math" panose="02040503050406030204" pitchFamily="18" charset="0"/>
                        </a:rPr>
                        <m:t>=</m:t>
                      </m:r>
                      <m:r>
                        <a:rPr lang="en-AU" b="0" i="1" smtClean="0">
                          <a:latin typeface="Cambria Math" panose="02040503050406030204" pitchFamily="18" charset="0"/>
                        </a:rPr>
                        <m:t>𝑙𝑤h</m:t>
                      </m:r>
                    </m:oMath>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1</m:t>
                          </m:r>
                        </m:sub>
                      </m:sSub>
                      <m:r>
                        <a:rPr lang="en-AU" b="0" i="1" smtClean="0">
                          <a:latin typeface="Cambria Math" panose="02040503050406030204" pitchFamily="18" charset="0"/>
                        </a:rPr>
                        <m:t>=6×6×6</m:t>
                      </m:r>
                    </m:oMath>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1</m:t>
                          </m:r>
                        </m:sub>
                      </m:sSub>
                      <m:r>
                        <a:rPr lang="en-AU" b="0" i="1" smtClean="0">
                          <a:latin typeface="Cambria Math" panose="02040503050406030204" pitchFamily="18" charset="0"/>
                        </a:rPr>
                        <m:t>=216</m:t>
                      </m:r>
                      <m:r>
                        <a:rPr lang="en-AU" b="0" i="1" smtClean="0">
                          <a:latin typeface="Cambria Math" panose="02040503050406030204" pitchFamily="18" charset="0"/>
                        </a:rPr>
                        <m:t>𝑐</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𝑚</m:t>
                          </m:r>
                        </m:e>
                        <m:sup>
                          <m:r>
                            <a:rPr lang="en-AU" b="0" i="1" smtClean="0">
                              <a:latin typeface="Cambria Math" panose="02040503050406030204" pitchFamily="18" charset="0"/>
                            </a:rPr>
                            <m:t>3</m:t>
                          </m:r>
                        </m:sup>
                      </m:sSup>
                    </m:oMath>
                  </m:oMathPara>
                </a14:m>
                <a:endParaRPr lang="en-AU" b="0" dirty="0"/>
              </a:p>
              <a:p>
                <a:pPr marL="0" indent="0">
                  <a:buNone/>
                </a:pPr>
                <a:endParaRPr lang="en-AU" dirty="0"/>
              </a:p>
              <a:p>
                <a:pPr marL="0" indent="0">
                  <a:buNone/>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2</m:t>
                          </m:r>
                        </m:sub>
                      </m:sSub>
                      <m:r>
                        <a:rPr lang="en-AU" b="0" i="1" smtClean="0">
                          <a:latin typeface="Cambria Math" panose="02040503050406030204" pitchFamily="18" charset="0"/>
                        </a:rPr>
                        <m:t> =</m:t>
                      </m:r>
                      <m:f>
                        <m:fPr>
                          <m:ctrlPr>
                            <a:rPr lang="en-AU" b="0" i="1" smtClean="0">
                              <a:latin typeface="Cambria Math" panose="02040503050406030204" pitchFamily="18" charset="0"/>
                            </a:rPr>
                          </m:ctrlPr>
                        </m:fPr>
                        <m:num>
                          <m:r>
                            <a:rPr lang="en-AU" b="0" i="1" smtClean="0">
                              <a:latin typeface="Cambria Math" panose="02040503050406030204" pitchFamily="18" charset="0"/>
                            </a:rPr>
                            <m:t>𝜋</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𝑟</m:t>
                              </m:r>
                            </m:e>
                            <m:sup>
                              <m:r>
                                <a:rPr lang="en-AU" b="0" i="1" smtClean="0">
                                  <a:latin typeface="Cambria Math" panose="02040503050406030204" pitchFamily="18" charset="0"/>
                                </a:rPr>
                                <m:t>2</m:t>
                              </m:r>
                            </m:sup>
                          </m:sSup>
                          <m:r>
                            <a:rPr lang="en-AU" b="0" i="1" smtClean="0">
                              <a:latin typeface="Cambria Math" panose="02040503050406030204" pitchFamily="18" charset="0"/>
                            </a:rPr>
                            <m:t>h</m:t>
                          </m:r>
                        </m:num>
                        <m:den>
                          <m:r>
                            <a:rPr lang="en-AU" b="0" i="1" smtClean="0">
                              <a:latin typeface="Cambria Math" panose="02040503050406030204" pitchFamily="18" charset="0"/>
                            </a:rPr>
                            <m:t>3</m:t>
                          </m:r>
                        </m:den>
                      </m:f>
                    </m:oMath>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2</m:t>
                          </m:r>
                        </m:sub>
                      </m:sSub>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𝜋</m:t>
                          </m:r>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r>
                                <a:rPr lang="en-AU" b="0" i="1" smtClean="0">
                                  <a:latin typeface="Cambria Math" panose="02040503050406030204" pitchFamily="18" charset="0"/>
                                </a:rPr>
                                <m:t>2</m:t>
                              </m:r>
                            </m:e>
                            <m:sup>
                              <m:r>
                                <a:rPr lang="en-AU" b="0" i="1" smtClean="0">
                                  <a:latin typeface="Cambria Math" panose="02040503050406030204" pitchFamily="18" charset="0"/>
                                </a:rPr>
                                <m:t>2</m:t>
                              </m:r>
                            </m:sup>
                          </m:sSup>
                          <m:r>
                            <a:rPr lang="en-AU" b="0" i="1" smtClean="0">
                              <a:latin typeface="Cambria Math" panose="02040503050406030204" pitchFamily="18" charset="0"/>
                            </a:rPr>
                            <m:t>×6</m:t>
                          </m:r>
                        </m:num>
                        <m:den>
                          <m:r>
                            <a:rPr lang="en-AU" b="0" i="1" smtClean="0">
                              <a:latin typeface="Cambria Math" panose="02040503050406030204" pitchFamily="18" charset="0"/>
                            </a:rPr>
                            <m:t>3</m:t>
                          </m:r>
                        </m:den>
                      </m:f>
                    </m:oMath>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2</m:t>
                          </m:r>
                        </m:sub>
                      </m:sSub>
                      <m:r>
                        <a:rPr lang="en-AU" b="0" i="1" smtClean="0">
                          <a:latin typeface="Cambria Math" panose="02040503050406030204" pitchFamily="18" charset="0"/>
                        </a:rPr>
                        <m:t>=8</m:t>
                      </m:r>
                      <m:r>
                        <a:rPr lang="en-AU" b="0" i="1" smtClean="0">
                          <a:latin typeface="Cambria Math" panose="02040503050406030204" pitchFamily="18" charset="0"/>
                        </a:rPr>
                        <m:t>𝜋</m:t>
                      </m:r>
                      <m:r>
                        <a:rPr lang="en-AU" b="0" i="1" smtClean="0">
                          <a:latin typeface="Cambria Math" panose="02040503050406030204" pitchFamily="18" charset="0"/>
                        </a:rPr>
                        <m:t> </m:t>
                      </m:r>
                      <m:d>
                        <m:dPr>
                          <m:ctrlPr>
                            <a:rPr lang="en-AU" b="0" i="1" smtClean="0">
                              <a:latin typeface="Cambria Math" panose="02040503050406030204" pitchFamily="18" charset="0"/>
                            </a:rPr>
                          </m:ctrlPr>
                        </m:dPr>
                        <m:e>
                          <m:r>
                            <a:rPr lang="en-AU" b="0" i="1" smtClean="0">
                              <a:latin typeface="Cambria Math" panose="02040503050406030204" pitchFamily="18" charset="0"/>
                            </a:rPr>
                            <m:t>𝑒𝑥𝑎𝑐𝑡</m:t>
                          </m:r>
                        </m:e>
                      </m:d>
                      <m:r>
                        <a:rPr lang="en-AU" b="0" i="1" smtClean="0">
                          <a:latin typeface="Cambria Math" panose="02040503050406030204" pitchFamily="18" charset="0"/>
                        </a:rPr>
                        <m:t>=25.13</m:t>
                      </m:r>
                      <m:r>
                        <a:rPr lang="en-AU" b="0" i="1" smtClean="0">
                          <a:latin typeface="Cambria Math" panose="02040503050406030204" pitchFamily="18" charset="0"/>
                        </a:rPr>
                        <m:t>𝑐</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𝑚</m:t>
                          </m:r>
                        </m:e>
                        <m:sup>
                          <m:r>
                            <a:rPr lang="en-AU" b="0" i="1" smtClean="0">
                              <a:latin typeface="Cambria Math" panose="02040503050406030204" pitchFamily="18" charset="0"/>
                            </a:rPr>
                            <m:t>3</m:t>
                          </m:r>
                        </m:sup>
                      </m:sSup>
                    </m:oMath>
                  </m:oMathPara>
                </a14:m>
                <a:endParaRPr lang="en-AU" dirty="0"/>
              </a:p>
              <a:p>
                <a:pPr marL="457200" indent="-457200">
                  <a:buFont typeface="+mj-lt"/>
                  <a:buAutoNum type="arabicPeriod" startAt="4"/>
                </a:pPr>
                <a:r>
                  <a:rPr lang="en-AU" dirty="0"/>
                  <a:t>Add your answers together to get a total volume</a:t>
                </a:r>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𝑉</m:t>
                      </m:r>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1</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2</m:t>
                          </m:r>
                        </m:sub>
                      </m:sSub>
                    </m:oMath>
                    <m:oMath xmlns:m="http://schemas.openxmlformats.org/officeDocument/2006/math">
                      <m:r>
                        <a:rPr lang="en-AU" b="0" i="1" smtClean="0">
                          <a:latin typeface="Cambria Math" panose="02040503050406030204" pitchFamily="18" charset="0"/>
                        </a:rPr>
                        <m:t>𝑉</m:t>
                      </m:r>
                      <m:r>
                        <a:rPr lang="en-AU" b="0" i="1" smtClean="0">
                          <a:latin typeface="Cambria Math" panose="02040503050406030204" pitchFamily="18" charset="0"/>
                        </a:rPr>
                        <m:t>=216+8</m:t>
                      </m:r>
                      <m:r>
                        <a:rPr lang="en-AU" b="0" i="1" smtClean="0">
                          <a:latin typeface="Cambria Math" panose="02040503050406030204" pitchFamily="18" charset="0"/>
                        </a:rPr>
                        <m:t>𝜋</m:t>
                      </m:r>
                      <m:r>
                        <a:rPr lang="en-AU" b="0" i="1" smtClean="0">
                          <a:latin typeface="Cambria Math" panose="02040503050406030204" pitchFamily="18" charset="0"/>
                        </a:rPr>
                        <m:t> </m:t>
                      </m:r>
                      <m:r>
                        <a:rPr lang="en-AU" b="0" i="1" smtClean="0">
                          <a:latin typeface="Cambria Math" panose="02040503050406030204" pitchFamily="18" charset="0"/>
                        </a:rPr>
                        <m:t>𝑐</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𝑚</m:t>
                          </m:r>
                        </m:e>
                        <m:sup>
                          <m:r>
                            <a:rPr lang="en-AU" b="0" i="1" smtClean="0">
                              <a:latin typeface="Cambria Math" panose="02040503050406030204" pitchFamily="18" charset="0"/>
                            </a:rPr>
                            <m:t>3</m:t>
                          </m:r>
                        </m:sup>
                      </m:sSup>
                      <m:d>
                        <m:dPr>
                          <m:ctrlPr>
                            <a:rPr lang="en-AU" b="0" i="1" smtClean="0">
                              <a:latin typeface="Cambria Math" panose="02040503050406030204" pitchFamily="18" charset="0"/>
                            </a:rPr>
                          </m:ctrlPr>
                        </m:dPr>
                        <m:e>
                          <m:r>
                            <a:rPr lang="en-AU" b="0" i="1" smtClean="0">
                              <a:latin typeface="Cambria Math" panose="02040503050406030204" pitchFamily="18" charset="0"/>
                            </a:rPr>
                            <m:t>𝑒𝑥𝑎𝑐𝑡</m:t>
                          </m:r>
                        </m:e>
                      </m:d>
                    </m:oMath>
                    <m:oMath xmlns:m="http://schemas.openxmlformats.org/officeDocument/2006/math">
                      <m:r>
                        <a:rPr lang="en-AU" b="0" i="1" smtClean="0">
                          <a:latin typeface="Cambria Math" panose="02040503050406030204" pitchFamily="18" charset="0"/>
                        </a:rPr>
                        <m:t>𝑉</m:t>
                      </m:r>
                      <m:r>
                        <a:rPr lang="en-AU" b="0" i="1" smtClean="0">
                          <a:latin typeface="Cambria Math" panose="02040503050406030204" pitchFamily="18" charset="0"/>
                        </a:rPr>
                        <m:t>=241.13</m:t>
                      </m:r>
                      <m:r>
                        <a:rPr lang="en-AU" b="0" i="1" smtClean="0">
                          <a:latin typeface="Cambria Math" panose="02040503050406030204" pitchFamily="18" charset="0"/>
                        </a:rPr>
                        <m:t>𝑐</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𝑚</m:t>
                          </m:r>
                        </m:e>
                        <m:sup>
                          <m:r>
                            <a:rPr lang="en-AU" b="0" i="1" smtClean="0">
                              <a:latin typeface="Cambria Math" panose="02040503050406030204" pitchFamily="18" charset="0"/>
                            </a:rPr>
                            <m:t>3</m:t>
                          </m:r>
                        </m:sup>
                      </m:sSup>
                      <m:r>
                        <a:rPr lang="en-AU" b="0" i="1" smtClean="0">
                          <a:latin typeface="Cambria Math" panose="02040503050406030204" pitchFamily="18" charset="0"/>
                        </a:rPr>
                        <m:t> (2 </m:t>
                      </m:r>
                      <m:r>
                        <a:rPr lang="en-AU" b="0" i="1" smtClean="0">
                          <a:latin typeface="Cambria Math" panose="02040503050406030204" pitchFamily="18" charset="0"/>
                        </a:rPr>
                        <m:t>𝑑</m:t>
                      </m:r>
                      <m:r>
                        <a:rPr lang="en-AU" b="0" i="1" smtClean="0">
                          <a:latin typeface="Cambria Math" panose="02040503050406030204" pitchFamily="18" charset="0"/>
                        </a:rPr>
                        <m:t>.</m:t>
                      </m:r>
                      <m:r>
                        <a:rPr lang="en-AU" b="0" i="1" smtClean="0">
                          <a:latin typeface="Cambria Math" panose="02040503050406030204" pitchFamily="18" charset="0"/>
                        </a:rPr>
                        <m:t>𝑝</m:t>
                      </m:r>
                      <m:r>
                        <a:rPr lang="en-AU" b="0" i="1" smtClean="0">
                          <a:latin typeface="Cambria Math" panose="02040503050406030204" pitchFamily="18" charset="0"/>
                        </a:rPr>
                        <m:t>.)</m:t>
                      </m:r>
                    </m:oMath>
                  </m:oMathPara>
                </a14:m>
                <a:endParaRPr lang="en-AU" dirty="0"/>
              </a:p>
            </p:txBody>
          </p:sp>
        </mc:Choice>
        <mc:Fallback xmlns="">
          <p:sp>
            <p:nvSpPr>
              <p:cNvPr id="4" name="Content Placeholder 3">
                <a:extLst>
                  <a:ext uri="{FF2B5EF4-FFF2-40B4-BE49-F238E27FC236}">
                    <a16:creationId xmlns:a16="http://schemas.microsoft.com/office/drawing/2014/main" id="{80BF3655-747B-45C4-9628-E28986D8773A}"/>
                  </a:ext>
                </a:extLst>
              </p:cNvPr>
              <p:cNvSpPr>
                <a:spLocks noGrp="1" noRot="1" noChangeAspect="1" noMove="1" noResize="1" noEditPoints="1" noAdjustHandles="1" noChangeArrowheads="1" noChangeShapeType="1" noTextEdit="1"/>
              </p:cNvSpPr>
              <p:nvPr>
                <p:ph sz="half" idx="2"/>
              </p:nvPr>
            </p:nvSpPr>
            <p:spPr>
              <a:xfrm>
                <a:off x="1371600" y="1800879"/>
                <a:ext cx="4443984" cy="4872147"/>
              </a:xfrm>
              <a:blipFill>
                <a:blip r:embed="rId2"/>
                <a:stretch>
                  <a:fillRect l="-1097" t="-1000" b="-500"/>
                </a:stretch>
              </a:blipFill>
            </p:spPr>
            <p:txBody>
              <a:bodyPr/>
              <a:lstStyle/>
              <a:p>
                <a:r>
                  <a:rPr lang="en-AU">
                    <a:noFill/>
                  </a:rPr>
                  <a:t> </a:t>
                </a:r>
              </a:p>
            </p:txBody>
          </p:sp>
        </mc:Fallback>
      </mc:AlternateContent>
      <p:pic>
        <p:nvPicPr>
          <p:cNvPr id="9" name="Picture 4" descr="Composite Solids ( Read ) | Geometry | CK-12 Foundation">
            <a:extLst>
              <a:ext uri="{FF2B5EF4-FFF2-40B4-BE49-F238E27FC236}">
                <a16:creationId xmlns:a16="http://schemas.microsoft.com/office/drawing/2014/main" id="{17B5C1F9-5B2D-4CEC-961B-51A472BE09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3746" y="2228850"/>
            <a:ext cx="4766327" cy="3328400"/>
          </a:xfrm>
          <a:prstGeom prst="rect">
            <a:avLst/>
          </a:prstGeom>
          <a:noFill/>
          <a:extLst>
            <a:ext uri="{909E8E84-426E-40DD-AFC4-6F175D3DCCD1}">
              <a14:hiddenFill xmlns:a14="http://schemas.microsoft.com/office/drawing/2010/main">
                <a:solidFill>
                  <a:srgbClr val="FFFFFF"/>
                </a:solidFill>
              </a14:hiddenFill>
            </a:ext>
          </a:extLst>
        </p:spPr>
      </p:pic>
      <p:sp>
        <p:nvSpPr>
          <p:cNvPr id="10" name="Oval 9">
            <a:extLst>
              <a:ext uri="{FF2B5EF4-FFF2-40B4-BE49-F238E27FC236}">
                <a16:creationId xmlns:a16="http://schemas.microsoft.com/office/drawing/2014/main" id="{73140CD8-302C-4FCF-8CA8-D801A000C047}"/>
              </a:ext>
            </a:extLst>
          </p:cNvPr>
          <p:cNvSpPr/>
          <p:nvPr/>
        </p:nvSpPr>
        <p:spPr>
          <a:xfrm>
            <a:off x="9292911" y="4001663"/>
            <a:ext cx="702669" cy="70266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dirty="0">
                <a:solidFill>
                  <a:schemeClr val="tx1"/>
                </a:solidFill>
              </a:rPr>
              <a:t>1</a:t>
            </a:r>
            <a:endParaRPr lang="en-AU" dirty="0">
              <a:solidFill>
                <a:schemeClr val="tx1"/>
              </a:solidFill>
            </a:endParaRPr>
          </a:p>
        </p:txBody>
      </p:sp>
      <p:sp>
        <p:nvSpPr>
          <p:cNvPr id="11" name="Oval 10">
            <a:extLst>
              <a:ext uri="{FF2B5EF4-FFF2-40B4-BE49-F238E27FC236}">
                <a16:creationId xmlns:a16="http://schemas.microsoft.com/office/drawing/2014/main" id="{C79D68D1-3528-45B6-8521-E86BCA26AE97}"/>
              </a:ext>
            </a:extLst>
          </p:cNvPr>
          <p:cNvSpPr/>
          <p:nvPr/>
        </p:nvSpPr>
        <p:spPr>
          <a:xfrm>
            <a:off x="8293585" y="2932536"/>
            <a:ext cx="702669" cy="70266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dirty="0">
                <a:solidFill>
                  <a:schemeClr val="tx1"/>
                </a:solidFill>
              </a:rPr>
              <a:t>2</a:t>
            </a:r>
            <a:endParaRPr lang="en-AU" dirty="0">
              <a:solidFill>
                <a:schemeClr val="tx1"/>
              </a:solidFill>
            </a:endParaRPr>
          </a:p>
        </p:txBody>
      </p:sp>
    </p:spTree>
    <p:extLst>
      <p:ext uri="{BB962C8B-B14F-4D97-AF65-F5344CB8AC3E}">
        <p14:creationId xmlns:p14="http://schemas.microsoft.com/office/powerpoint/2010/main" val="2181144825"/>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4A2318"/>
      </a:dk2>
      <a:lt2>
        <a:srgbClr val="EDECEB"/>
      </a:lt2>
      <a:accent1>
        <a:srgbClr val="F3C82E"/>
      </a:accent1>
      <a:accent2>
        <a:srgbClr val="A26176"/>
      </a:accent2>
      <a:accent3>
        <a:srgbClr val="74A94E"/>
      </a:accent3>
      <a:accent4>
        <a:srgbClr val="188E8D"/>
      </a:accent4>
      <a:accent5>
        <a:srgbClr val="EE913A"/>
      </a:accent5>
      <a:accent6>
        <a:srgbClr val="DF5D4A"/>
      </a:accent6>
      <a:hlink>
        <a:srgbClr val="188E8D"/>
      </a:hlink>
      <a:folHlink>
        <a:srgbClr val="A26176"/>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D7AA1D6E-F3E9-4763-A3BC-84DF2E02F60F}"/>
    </a:ext>
  </a:extLst>
</a:theme>
</file>

<file path=docProps/app.xml><?xml version="1.0" encoding="utf-8"?>
<Properties xmlns="http://schemas.openxmlformats.org/officeDocument/2006/extended-properties" xmlns:vt="http://schemas.openxmlformats.org/officeDocument/2006/docPropsVTypes">
  <Template>TM10001105[[fn=Crop]]</Template>
  <TotalTime>1606</TotalTime>
  <Words>1250</Words>
  <Application>Microsoft Office PowerPoint</Application>
  <PresentationFormat>Widescreen</PresentationFormat>
  <Paragraphs>196</Paragraphs>
  <Slides>28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Cambria Math</vt:lpstr>
      <vt:lpstr>Franklin Gothic Book</vt:lpstr>
      <vt:lpstr>Crop</vt:lpstr>
      <vt:lpstr>Volume</vt:lpstr>
      <vt:lpstr>Do It Now:</vt:lpstr>
      <vt:lpstr>Volume</vt:lpstr>
      <vt:lpstr>How is volume measured?</vt:lpstr>
      <vt:lpstr>Converting metric measurements of volume</vt:lpstr>
      <vt:lpstr>Converting Units Examples</vt:lpstr>
      <vt:lpstr>Converting Units Examples</vt:lpstr>
      <vt:lpstr>Converting Units Examples</vt:lpstr>
      <vt:lpstr>Basics of Volume</vt:lpstr>
      <vt:lpstr>Volume of Prisms</vt:lpstr>
      <vt:lpstr>Volume of Prisms</vt:lpstr>
      <vt:lpstr>Volume of Prisms</vt:lpstr>
      <vt:lpstr>Volume of Prisms</vt:lpstr>
      <vt:lpstr>Pyramids</vt:lpstr>
      <vt:lpstr>Picture a 1cm cube:</vt:lpstr>
      <vt:lpstr>Picture a 1cm cube:</vt:lpstr>
      <vt:lpstr>Spheres:</vt:lpstr>
      <vt:lpstr>Practice:</vt:lpstr>
      <vt:lpstr>Practice:</vt:lpstr>
      <vt:lpstr>Practice:</vt:lpstr>
      <vt:lpstr>Practice:</vt:lpstr>
      <vt:lpstr>Practice:</vt:lpstr>
      <vt:lpstr>Practice:</vt:lpstr>
      <vt:lpstr>Composite Solids</vt:lpstr>
      <vt:lpstr>Composite Solids</vt:lpstr>
      <vt:lpstr>Composite Solids</vt:lpstr>
      <vt:lpstr>Composite Solids</vt:lpstr>
      <vt:lpstr>Composite Solids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GLASS Samuel [Joseph Banks Secondary College]</dc:creator>
  <cp:lastModifiedBy>Tony Nguyen</cp:lastModifiedBy>
  <cp:revision>25</cp:revision>
  <dcterms:created xsi:type="dcterms:W3CDTF">2020-02-08T04:51:04Z</dcterms:created>
  <dcterms:modified xsi:type="dcterms:W3CDTF">2021-06-02T12:09:03Z</dcterms:modified>
</cp:coreProperties>
</file>