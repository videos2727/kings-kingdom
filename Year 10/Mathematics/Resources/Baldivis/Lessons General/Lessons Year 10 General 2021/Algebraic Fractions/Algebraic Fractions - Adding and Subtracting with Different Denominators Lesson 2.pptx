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10" r:id="rId3"/>
    <p:sldId id="258" r:id="rId4"/>
    <p:sldId id="259" r:id="rId5"/>
    <p:sldId id="285" r:id="rId6"/>
    <p:sldId id="276" r:id="rId7"/>
    <p:sldId id="277" r:id="rId8"/>
    <p:sldId id="328" r:id="rId9"/>
    <p:sldId id="329" r:id="rId10"/>
    <p:sldId id="292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/>
    <p:restoredTop sz="96197"/>
  </p:normalViewPr>
  <p:slideViewPr>
    <p:cSldViewPr snapToGrid="0" snapToObjects="1">
      <p:cViewPr>
        <p:scale>
          <a:sx n="110" d="100"/>
          <a:sy n="110" d="100"/>
        </p:scale>
        <p:origin x="1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E203B-3964-634F-83D1-A159E116CF2B}" type="datetimeFigureOut">
              <a:rPr lang="en-US" smtClean="0"/>
              <a:t>2/5/21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72E08-2DE0-2242-99BC-66B1D55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0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7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48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45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63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85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higher ability classes this slide could be easily skipped and instead the lesson could start as follows.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 recommend teaching as:</a:t>
            </a:r>
          </a:p>
          <a:p>
            <a:r>
              <a:rPr lang="en-GB" dirty="0"/>
              <a:t>Ex1 – Teacher walkthrough.</a:t>
            </a:r>
          </a:p>
          <a:p>
            <a:r>
              <a:rPr lang="en-GB" dirty="0"/>
              <a:t>Ex2 – Teacher half-walkthrough, students finish.</a:t>
            </a:r>
          </a:p>
          <a:p>
            <a:r>
              <a:rPr lang="en-GB" dirty="0"/>
              <a:t>Ex3 – Students attempt.</a:t>
            </a:r>
          </a:p>
          <a:p>
            <a:endParaRPr lang="en-GB" dirty="0"/>
          </a:p>
          <a:p>
            <a:r>
              <a:rPr lang="en-GB" dirty="0"/>
              <a:t>Ex4 – Teacher walkthrough.</a:t>
            </a:r>
          </a:p>
          <a:p>
            <a:r>
              <a:rPr lang="en-GB" dirty="0"/>
              <a:t>Ex5 – Teacher half-walkthrough, students finish.</a:t>
            </a:r>
          </a:p>
          <a:p>
            <a:r>
              <a:rPr lang="en-GB" dirty="0"/>
              <a:t>Ex6 – Students attempt.</a:t>
            </a:r>
          </a:p>
          <a:p>
            <a:endParaRPr lang="en-GB" dirty="0"/>
          </a:p>
          <a:p>
            <a:r>
              <a:rPr lang="en-GB" dirty="0"/>
              <a:t>Continue with lesson as normal.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377F-1BD6-9941-B405-1638211A94B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824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42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26076-1F8C-1D4E-A3BD-6209D591A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46365-FEC2-8D46-AA45-7A00D0CCC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5EF33-91EB-1240-A651-1BB1CFA2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8FB59-8C73-7B4A-ABC0-E6DC63E6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D974A-1E4B-B044-9B55-27A381E7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0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718D-3BA5-2040-A6C3-1728A682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37DE-E8B1-4B44-A09C-021E01F57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3261-B884-B845-80B4-C0A529A0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EC98C-C4A1-8B48-8F99-A5107A16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C7B0B-9017-B54F-AD13-C0461C4B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73A4-30F8-3549-B4D2-8768A7E4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23CBC-41E2-BE4C-B66B-F3CDF76B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C445C-604A-CA4D-A87E-712BA62D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6EF59-46A8-8E45-84B8-DCD288CE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813D7-8660-1549-BBE7-15282E44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DEE0-7282-AB47-BD80-8D3A96E8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BCB6-45B6-6446-AC97-893C814F9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ADB5F-FF79-8B4D-B8A4-6453C8D4E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7B005-05D9-8F4E-849D-F5EE24EB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014AF-02CF-3B4A-8C4D-01F8B4CB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100D3-8ADA-884E-80E3-35A85003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6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74DB-22CA-6D43-9AAE-009615D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16024-B3D9-CD4E-9B02-5A24C550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E26F8-8345-2C43-ABE9-CEE0B49C7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0B6D1-FAA2-FE48-B377-4AC00236D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ADED6-4B90-C74B-9217-259A72B32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419B5-7404-454C-B65C-4696D34C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198F7-5A5B-2941-B568-0F9F1302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D755A-F0A4-514F-A380-08C6A45C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0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6F1B-5272-3E4D-AC0C-E7B8BC54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3BAF5-F903-1C40-9659-5C547510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3F5C9-9841-3542-A03B-EC003A16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2CD38-7C61-F744-8032-9B5EF5ED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1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1F47A-4000-A849-AA66-3DB6DAE5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49447-DE2A-C84A-8102-C17C5471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5F27-8C49-514C-BAB6-5E7AFA04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2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AF02-7882-884D-9A4C-99F7E5E2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89213-36ED-3141-AD24-9CA4F7D4A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82106-9098-1949-A9FA-36FCB70A0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726C9-CFBF-BF46-8739-C76F94CD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40420-0260-8443-ACA9-6326FE8D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C35A6-5287-0843-99C6-F7347FBF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8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BA97-E969-7346-87CA-C3440C82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9840B-BB6B-3F47-A9C3-ADAFC95A4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29804-5B47-A148-BE65-0F22BB7AF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C0058-A0F3-E64F-98EB-4C355963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03B48-3A2B-1B45-82F0-9F1821CB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6846A-E97D-EE49-B6C3-F8F1B46A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5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5B20-F929-6542-8D10-B4FDB1F8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6A8B6-B212-A44F-863A-6D57E4979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E8-E49D-2E41-BD66-A1FF2535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9157-2F24-E54B-AF5C-9E08AF2A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05A34-CFAB-844F-9C62-8CE378F3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4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02F13-477E-0247-B5F6-362614994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25B1F-1062-7C4A-8D0D-69EAA18BE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7211-7F59-B847-9C52-0A98AA5F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62BF1-907F-6A4E-A148-9E145FA7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94BA1-2ACF-5C4A-87E9-644DE818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36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72116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92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FA1BA-050C-9C41-8ED5-95CC059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8BD07-A986-CC4F-83D8-E06CA569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676B3-C858-954A-897A-337D7C846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EBEA8-35EB-634C-90E6-01E21EFC6E4D}" type="datetimeFigureOut">
              <a:rPr lang="en-US" smtClean="0"/>
              <a:t>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4687-0655-FA4D-BDA7-FA8FDF20F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C1F6-8BC1-9F42-ADDC-046667D5A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CAC0-7D10-8943-B84A-87B3868D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7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26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34" Type="http://schemas.openxmlformats.org/officeDocument/2006/relationships/image" Target="../media/image3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5.png"/><Relationship Id="rId23" Type="http://schemas.openxmlformats.org/officeDocument/2006/relationships/image" Target="../media/image210.png"/><Relationship Id="rId28" Type="http://schemas.openxmlformats.org/officeDocument/2006/relationships/image" Target="../media/image26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31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36.png"/><Relationship Id="rId21" Type="http://schemas.openxmlformats.org/officeDocument/2006/relationships/image" Target="../media/image50.png"/><Relationship Id="rId34" Type="http://schemas.openxmlformats.org/officeDocument/2006/relationships/image" Target="../media/image6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60.png"/><Relationship Id="rId25" Type="http://schemas.openxmlformats.org/officeDocument/2006/relationships/image" Target="../media/image53.png"/><Relationship Id="rId3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0.png"/><Relationship Id="rId11" Type="http://schemas.openxmlformats.org/officeDocument/2006/relationships/image" Target="../media/image5.png"/><Relationship Id="rId24" Type="http://schemas.openxmlformats.org/officeDocument/2006/relationships/image" Target="../media/image52.png"/><Relationship Id="rId32" Type="http://schemas.openxmlformats.org/officeDocument/2006/relationships/image" Target="../media/image58.png"/><Relationship Id="rId15" Type="http://schemas.openxmlformats.org/officeDocument/2006/relationships/image" Target="../media/image44.png"/><Relationship Id="rId23" Type="http://schemas.openxmlformats.org/officeDocument/2006/relationships/image" Target="../media/image51.png"/><Relationship Id="rId28" Type="http://schemas.openxmlformats.org/officeDocument/2006/relationships/image" Target="../media/image54.png"/><Relationship Id="rId36" Type="http://schemas.openxmlformats.org/officeDocument/2006/relationships/image" Target="../media/image61.png"/><Relationship Id="rId10" Type="http://schemas.openxmlformats.org/officeDocument/2006/relationships/image" Target="../media/image41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Relationship Id="rId14" Type="http://schemas.openxmlformats.org/officeDocument/2006/relationships/image" Target="../media/image17.png"/><Relationship Id="rId22" Type="http://schemas.openxmlformats.org/officeDocument/2006/relationships/image" Target="../media/image49.png"/><Relationship Id="rId27" Type="http://schemas.openxmlformats.org/officeDocument/2006/relationships/image" Target="../media/image55.png"/><Relationship Id="rId30" Type="http://schemas.openxmlformats.org/officeDocument/2006/relationships/image" Target="../media/image56.png"/><Relationship Id="rId35" Type="http://schemas.openxmlformats.org/officeDocument/2006/relationships/image" Target="../media/image63.png"/><Relationship Id="rId8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4145865"/>
            <a:ext cx="9652164" cy="1261011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355600" y="3105835"/>
            <a:ext cx="11531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add and subtract algebraic fractions with different denominators?</a:t>
            </a:r>
          </a:p>
        </p:txBody>
      </p:sp>
    </p:spTree>
    <p:extLst>
      <p:ext uri="{BB962C8B-B14F-4D97-AF65-F5344CB8AC3E}">
        <p14:creationId xmlns:p14="http://schemas.microsoft.com/office/powerpoint/2010/main" val="164810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7" y="1591340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523" y="2834640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Fill in the missing words: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In 3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3 is the _______, and 5 is the _________ 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2p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12m</a:t>
                </a:r>
                <a:r>
                  <a:rPr lang="en-AU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6m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(x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lang="en-CA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CA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following: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523" y="2834640"/>
                <a:ext cx="9720073" cy="4023360"/>
              </a:xfrm>
              <a:blipFill>
                <a:blip r:embed="rId3"/>
                <a:stretch>
                  <a:fillRect l="-1305" t="-2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15147" y="182716"/>
            <a:ext cx="6549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Topic: Algebraic Fractions</a:t>
            </a:r>
            <a:endParaRPr lang="en-AU" sz="32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5147" y="705936"/>
            <a:ext cx="109584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tx2"/>
                </a:solidFill>
              </a:rPr>
              <a:t>EQ – </a:t>
            </a:r>
            <a:r>
              <a:rPr lang="en-AU" sz="3200" dirty="0">
                <a:solidFill>
                  <a:schemeClr val="tx2"/>
                </a:solidFill>
                <a:latin typeface="Kiwi School Handwriting" panose="00000500000000000000" pitchFamily="2" charset="0"/>
              </a:rPr>
              <a:t>How do we add and subtract algebraic fractions with different denominators?</a:t>
            </a:r>
            <a:endParaRPr lang="en-A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08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Define the steps taken to get a Lowest Common Denominator (LCD)</a:t>
            </a:r>
          </a:p>
          <a:p>
            <a:r>
              <a:rPr lang="en-US" sz="2400" dirty="0"/>
              <a:t>Apply LCD to algebraic fractions with different denominators</a:t>
            </a:r>
          </a:p>
          <a:p>
            <a:r>
              <a:rPr lang="en-US" sz="2400" dirty="0"/>
              <a:t>Add and subtract algebraic fractions with different denominators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359379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3052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add and subtract algebraic fractions with different denominators?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1B148B-79EC-CD4B-9528-0B6A4C6FACB5}"/>
              </a:ext>
            </a:extLst>
          </p:cNvPr>
          <p:cNvCxnSpPr>
            <a:cxnSpLocks/>
          </p:cNvCxnSpPr>
          <p:nvPr/>
        </p:nvCxnSpPr>
        <p:spPr>
          <a:xfrm>
            <a:off x="0" y="133871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1767EA-A3E6-7844-8725-CC36C4ED42E0}"/>
              </a:ext>
            </a:extLst>
          </p:cNvPr>
          <p:cNvGrpSpPr/>
          <p:nvPr/>
        </p:nvGrpSpPr>
        <p:grpSpPr>
          <a:xfrm>
            <a:off x="4301756" y="5060919"/>
            <a:ext cx="1176809" cy="462612"/>
            <a:chOff x="344232" y="769765"/>
            <a:chExt cx="882607" cy="346959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F594FD8-A3AD-6A4B-9534-ED4315298B89}"/>
                </a:ext>
              </a:extLst>
            </p:cNvPr>
            <p:cNvSpPr/>
            <p:nvPr/>
          </p:nvSpPr>
          <p:spPr>
            <a:xfrm>
              <a:off x="1001822" y="769765"/>
              <a:ext cx="113145" cy="266307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E0C82D-3D72-FC49-97D4-C96620AB8E9C}"/>
                    </a:ext>
                  </a:extLst>
                </p:cNvPr>
                <p:cNvSpPr/>
                <p:nvPr/>
              </p:nvSpPr>
              <p:spPr>
                <a:xfrm>
                  <a:off x="344232" y="889029"/>
                  <a:ext cx="882607" cy="22769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GB" sz="1867" b="1" dirty="0">
                      <a:solidFill>
                        <a:schemeClr val="tx2"/>
                      </a:solidFill>
                    </a:rPr>
                    <a:t>5 </a:t>
                  </a:r>
                  <a14:m>
                    <m:oMath xmlns:m="http://schemas.openxmlformats.org/officeDocument/2006/math">
                      <m:r>
                        <a:rPr lang="en-GB" sz="1867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sz="1867" b="1" dirty="0">
                      <a:solidFill>
                        <a:schemeClr val="tx2"/>
                      </a:solidFill>
                    </a:rPr>
                    <a:t> 2 </a:t>
                  </a:r>
                  <a14:m>
                    <m:oMath xmlns:m="http://schemas.openxmlformats.org/officeDocument/2006/math">
                      <m:r>
                        <a:rPr lang="en-GB" sz="1867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sz="1867" b="1" dirty="0">
                      <a:solidFill>
                        <a:schemeClr val="tx2"/>
                      </a:solidFill>
                    </a:rPr>
                    <a:t> </a:t>
                  </a:r>
                  <a:r>
                    <a:rPr lang="en-GB" sz="1867" b="1" dirty="0">
                      <a:solidFill>
                        <a:schemeClr val="accent2"/>
                      </a:solidFill>
                    </a:rPr>
                    <a:t>10</a:t>
                  </a:r>
                </a:p>
              </p:txBody>
            </p:sp>
          </mc:Choice>
          <mc:Fallback xmlns=""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7DC675BC-1CD7-AD45-8F39-319778D79C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232" y="889029"/>
                  <a:ext cx="882607" cy="227695"/>
                </a:xfrm>
                <a:prstGeom prst="rect">
                  <a:avLst/>
                </a:prstGeom>
                <a:blipFill>
                  <a:blip r:embed="rId3"/>
                  <a:stretch>
                    <a:fillRect l="-5634" t="-21053" r="-5634" b="-4210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81181D5-90FB-104B-962F-FE9985C8A4A4}"/>
              </a:ext>
            </a:extLst>
          </p:cNvPr>
          <p:cNvSpPr/>
          <p:nvPr/>
        </p:nvSpPr>
        <p:spPr>
          <a:xfrm>
            <a:off x="2309494" y="4696540"/>
            <a:ext cx="509060" cy="803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5C8CD7-C0E1-2F48-A5CD-5E1D78A5A099}"/>
              </a:ext>
            </a:extLst>
          </p:cNvPr>
          <p:cNvSpPr/>
          <p:nvPr/>
        </p:nvSpPr>
        <p:spPr>
          <a:xfrm>
            <a:off x="1444639" y="4223726"/>
            <a:ext cx="382465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1305F-DE5A-8444-94B7-0CAAF1D390E2}"/>
              </a:ext>
            </a:extLst>
          </p:cNvPr>
          <p:cNvSpPr/>
          <p:nvPr/>
        </p:nvSpPr>
        <p:spPr>
          <a:xfrm>
            <a:off x="3268832" y="4223726"/>
            <a:ext cx="420711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6EFBD3-AA95-9C45-BC56-17D766C9A366}"/>
              </a:ext>
            </a:extLst>
          </p:cNvPr>
          <p:cNvSpPr/>
          <p:nvPr/>
        </p:nvSpPr>
        <p:spPr>
          <a:xfrm>
            <a:off x="664880" y="4223726"/>
            <a:ext cx="287352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A595C8-560E-0040-8B3F-86BDC40C5FEE}"/>
              </a:ext>
            </a:extLst>
          </p:cNvPr>
          <p:cNvSpPr/>
          <p:nvPr/>
        </p:nvSpPr>
        <p:spPr>
          <a:xfrm>
            <a:off x="2359269" y="4223726"/>
            <a:ext cx="420711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569C8-A7CB-EC4F-BD61-D05FE204D717}"/>
              </a:ext>
            </a:extLst>
          </p:cNvPr>
          <p:cNvSpPr/>
          <p:nvPr/>
        </p:nvSpPr>
        <p:spPr>
          <a:xfrm>
            <a:off x="3268832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BFD30A-8380-3849-9A88-C046FCC7D260}"/>
              </a:ext>
            </a:extLst>
          </p:cNvPr>
          <p:cNvSpPr/>
          <p:nvPr/>
        </p:nvSpPr>
        <p:spPr>
          <a:xfrm>
            <a:off x="2359269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39ECC0-241E-C74B-A0F8-8AD5F5E3ECFE}"/>
              </a:ext>
            </a:extLst>
          </p:cNvPr>
          <p:cNvGrpSpPr/>
          <p:nvPr/>
        </p:nvGrpSpPr>
        <p:grpSpPr>
          <a:xfrm>
            <a:off x="180402" y="5060919"/>
            <a:ext cx="1375732" cy="666479"/>
            <a:chOff x="352677" y="769765"/>
            <a:chExt cx="1031799" cy="499859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6CCC549-9AEF-494C-BC54-B1A14A566FAE}"/>
                </a:ext>
              </a:extLst>
            </p:cNvPr>
            <p:cNvSpPr/>
            <p:nvPr/>
          </p:nvSpPr>
          <p:spPr>
            <a:xfrm>
              <a:off x="1001822" y="769765"/>
              <a:ext cx="113145" cy="266307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218E44-7341-D446-9F1C-4C9CFDDEAEB1}"/>
                </a:ext>
              </a:extLst>
            </p:cNvPr>
            <p:cNvSpPr/>
            <p:nvPr/>
          </p:nvSpPr>
          <p:spPr>
            <a:xfrm>
              <a:off x="352677" y="902918"/>
              <a:ext cx="1031799" cy="3667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2"/>
                  </a:solidFill>
                </a:rPr>
                <a:t>16 is the fourth multiple of 4.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0A7AE9-83AB-E94D-BF15-098B8476D66C}"/>
              </a:ext>
            </a:extLst>
          </p:cNvPr>
          <p:cNvGrpSpPr/>
          <p:nvPr/>
        </p:nvGrpSpPr>
        <p:grpSpPr>
          <a:xfrm>
            <a:off x="206298" y="1405709"/>
            <a:ext cx="11429893" cy="757517"/>
            <a:chOff x="235404" y="1001436"/>
            <a:chExt cx="8572420" cy="56813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C00880A-F2DB-D846-AE9B-928CCD4E27A6}"/>
                </a:ext>
              </a:extLst>
            </p:cNvPr>
            <p:cNvSpPr/>
            <p:nvPr/>
          </p:nvSpPr>
          <p:spPr>
            <a:xfrm>
              <a:off x="5129562" y="1001436"/>
              <a:ext cx="3223360" cy="30755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0B94A4-2366-BD48-9702-B24A26FF073F}"/>
                </a:ext>
              </a:extLst>
            </p:cNvPr>
            <p:cNvSpPr/>
            <p:nvPr/>
          </p:nvSpPr>
          <p:spPr>
            <a:xfrm>
              <a:off x="1008070" y="1001436"/>
              <a:ext cx="3483641" cy="30755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C20E8B-8A40-C74C-829E-C3FD56A7099A}"/>
                </a:ext>
              </a:extLst>
            </p:cNvPr>
            <p:cNvSpPr txBox="1"/>
            <p:nvPr/>
          </p:nvSpPr>
          <p:spPr>
            <a:xfrm>
              <a:off x="235404" y="1015576"/>
              <a:ext cx="8572420" cy="553998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pPr>
                <a:defRPr/>
              </a:pPr>
              <a:r>
                <a:rPr lang="en-GB" altLang="en-US" sz="2400" dirty="0"/>
                <a:t>We can  </a:t>
              </a:r>
              <a:r>
                <a:rPr lang="en-GB" altLang="en-US" sz="2400" b="1" dirty="0"/>
                <a:t>add and subtract algebraic fractions  </a:t>
              </a:r>
              <a:r>
                <a:rPr lang="en-GB" altLang="en-US" sz="2400" dirty="0"/>
                <a:t>in the  </a:t>
              </a:r>
              <a:r>
                <a:rPr lang="en-GB" altLang="en-US" sz="2400" b="1" dirty="0"/>
                <a:t>same way as numerical fractions</a:t>
              </a:r>
              <a:r>
                <a:rPr lang="en-GB" altLang="en-US" sz="2400" dirty="0"/>
                <a:t>. The </a:t>
              </a:r>
              <a:r>
                <a:rPr lang="en-GB" altLang="en-US" sz="2400" b="1" u="sng" dirty="0">
                  <a:highlight>
                    <a:srgbClr val="808080"/>
                  </a:highlight>
                </a:rPr>
                <a:t>key</a:t>
              </a:r>
              <a:r>
                <a:rPr lang="en-GB" altLang="en-US" sz="2400" dirty="0"/>
                <a:t> is to find a common denominator</a:t>
              </a:r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9E4392-DBFF-4A47-9F51-2A671272E0A5}"/>
              </a:ext>
            </a:extLst>
          </p:cNvPr>
          <p:cNvCxnSpPr>
            <a:cxnSpLocks/>
          </p:cNvCxnSpPr>
          <p:nvPr/>
        </p:nvCxnSpPr>
        <p:spPr>
          <a:xfrm flipH="1">
            <a:off x="-5865" y="2304148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F5298B0-27AE-A64D-83DC-8B45CD2D64B4}"/>
              </a:ext>
            </a:extLst>
          </p:cNvPr>
          <p:cNvSpPr txBox="1"/>
          <p:nvPr/>
        </p:nvSpPr>
        <p:spPr>
          <a:xfrm>
            <a:off x="64828" y="2385251"/>
            <a:ext cx="684403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400" b="1" dirty="0"/>
              <a:t>Ex1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D9BF15-3860-D740-9B00-12F8DE8526A5}"/>
              </a:ext>
            </a:extLst>
          </p:cNvPr>
          <p:cNvSpPr txBox="1"/>
          <p:nvPr/>
        </p:nvSpPr>
        <p:spPr>
          <a:xfrm>
            <a:off x="607702" y="2385251"/>
            <a:ext cx="2754583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pPr>
              <a:defRPr/>
            </a:pPr>
            <a:r>
              <a:rPr lang="en-GB" altLang="en-US" sz="2400" dirty="0"/>
              <a:t>Work out: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6376E7-C87F-0C42-BD0D-1171EA4A94FE}"/>
              </a:ext>
            </a:extLst>
          </p:cNvPr>
          <p:cNvSpPr txBox="1"/>
          <p:nvPr/>
        </p:nvSpPr>
        <p:spPr>
          <a:xfrm>
            <a:off x="8187288" y="2385251"/>
            <a:ext cx="684403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400" b="1" dirty="0"/>
              <a:t>Ex3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E42CD5-E681-9949-B73C-A67DE07538D5}"/>
              </a:ext>
            </a:extLst>
          </p:cNvPr>
          <p:cNvSpPr txBox="1"/>
          <p:nvPr/>
        </p:nvSpPr>
        <p:spPr>
          <a:xfrm>
            <a:off x="8730162" y="2385251"/>
            <a:ext cx="2640556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pPr>
              <a:defRPr/>
            </a:pPr>
            <a:r>
              <a:rPr lang="en-GB" altLang="en-US" sz="2400" dirty="0"/>
              <a:t>Work out: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F1666E-EBAA-2741-9A89-E0D8AA7E56F4}"/>
              </a:ext>
            </a:extLst>
          </p:cNvPr>
          <p:cNvCxnSpPr>
            <a:cxnSpLocks/>
          </p:cNvCxnSpPr>
          <p:nvPr/>
        </p:nvCxnSpPr>
        <p:spPr>
          <a:xfrm flipV="1">
            <a:off x="8122135" y="2313248"/>
            <a:ext cx="0" cy="41117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BFC013E-FC37-6448-8226-58F58D44D978}"/>
              </a:ext>
            </a:extLst>
          </p:cNvPr>
          <p:cNvSpPr txBox="1"/>
          <p:nvPr/>
        </p:nvSpPr>
        <p:spPr>
          <a:xfrm>
            <a:off x="4123208" y="2385251"/>
            <a:ext cx="684403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r>
              <a:rPr lang="en-GB" sz="2400" b="1" dirty="0"/>
              <a:t>Ex2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431DA-0A14-334D-B1CA-29766D0266FC}"/>
              </a:ext>
            </a:extLst>
          </p:cNvPr>
          <p:cNvSpPr txBox="1"/>
          <p:nvPr/>
        </p:nvSpPr>
        <p:spPr>
          <a:xfrm>
            <a:off x="4666082" y="2385251"/>
            <a:ext cx="2859836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pPr>
              <a:defRPr/>
            </a:pPr>
            <a:r>
              <a:rPr lang="en-GB" altLang="en-US" sz="2400" dirty="0"/>
              <a:t>Work out: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37D1AF4-6FC7-9043-8BC2-A624CC397FAB}"/>
              </a:ext>
            </a:extLst>
          </p:cNvPr>
          <p:cNvCxnSpPr>
            <a:cxnSpLocks/>
          </p:cNvCxnSpPr>
          <p:nvPr/>
        </p:nvCxnSpPr>
        <p:spPr>
          <a:xfrm flipV="1">
            <a:off x="4058135" y="2313248"/>
            <a:ext cx="0" cy="41117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0C88E9B4-CBA9-8747-9A57-42207C234FF8}"/>
              </a:ext>
            </a:extLst>
          </p:cNvPr>
          <p:cNvSpPr/>
          <p:nvPr/>
        </p:nvSpPr>
        <p:spPr>
          <a:xfrm rot="16200000">
            <a:off x="-172626" y="3084350"/>
            <a:ext cx="1027806" cy="35106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BADB26-B104-6045-9B5F-A8A311083523}"/>
              </a:ext>
            </a:extLst>
          </p:cNvPr>
          <p:cNvSpPr/>
          <p:nvPr/>
        </p:nvSpPr>
        <p:spPr>
          <a:xfrm rot="16200000">
            <a:off x="7891696" y="3145316"/>
            <a:ext cx="1078165" cy="279487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793ABB-4EAA-6546-930C-FBAF6CFEF616}"/>
              </a:ext>
            </a:extLst>
          </p:cNvPr>
          <p:cNvSpPr/>
          <p:nvPr/>
        </p:nvSpPr>
        <p:spPr>
          <a:xfrm rot="16200000">
            <a:off x="3875732" y="3103156"/>
            <a:ext cx="1027804" cy="313448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384360-2FB3-F541-9CB5-8A39A73A9CD6}"/>
                  </a:ext>
                </a:extLst>
              </p:cNvPr>
              <p:cNvSpPr txBox="1"/>
              <p:nvPr/>
            </p:nvSpPr>
            <p:spPr>
              <a:xfrm>
                <a:off x="1861954" y="3944405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384360-2FB3-F541-9CB5-8A39A73A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54" y="3944405"/>
                <a:ext cx="472500" cy="410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5AC61CCC-7C26-F344-BF4E-9938C29B3C68}"/>
              </a:ext>
            </a:extLst>
          </p:cNvPr>
          <p:cNvGrpSpPr/>
          <p:nvPr/>
        </p:nvGrpSpPr>
        <p:grpSpPr>
          <a:xfrm>
            <a:off x="125383" y="4399803"/>
            <a:ext cx="1430753" cy="759840"/>
            <a:chOff x="176198" y="769765"/>
            <a:chExt cx="1073065" cy="569880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785CF82-5038-3847-931A-02FB06235640}"/>
                </a:ext>
              </a:extLst>
            </p:cNvPr>
            <p:cNvSpPr/>
            <p:nvPr/>
          </p:nvSpPr>
          <p:spPr>
            <a:xfrm flipH="1">
              <a:off x="866042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5E07B43-28E9-3D41-83DE-3A267BB38D27}"/>
                </a:ext>
              </a:extLst>
            </p:cNvPr>
            <p:cNvSpPr/>
            <p:nvPr/>
          </p:nvSpPr>
          <p:spPr>
            <a:xfrm>
              <a:off x="978732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DEE9DFA-8150-9940-9827-E6FDCC63AAE2}"/>
                </a:ext>
              </a:extLst>
            </p:cNvPr>
            <p:cNvSpPr/>
            <p:nvPr/>
          </p:nvSpPr>
          <p:spPr>
            <a:xfrm>
              <a:off x="176198" y="972942"/>
              <a:ext cx="1073065" cy="3667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Find a common denominator.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37A8A8-69FD-4248-98EE-288F329C5F50}"/>
              </a:ext>
            </a:extLst>
          </p:cNvPr>
          <p:cNvGrpSpPr/>
          <p:nvPr/>
        </p:nvGrpSpPr>
        <p:grpSpPr>
          <a:xfrm>
            <a:off x="1456312" y="2672005"/>
            <a:ext cx="1189739" cy="857416"/>
            <a:chOff x="1150470" y="1748312"/>
            <a:chExt cx="737442" cy="64306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B9E6F15-62FD-F540-90D5-2006744D3B13}"/>
                </a:ext>
              </a:extLst>
            </p:cNvPr>
            <p:cNvGrpSpPr/>
            <p:nvPr/>
          </p:nvGrpSpPr>
          <p:grpSpPr>
            <a:xfrm>
              <a:off x="1150470" y="1748313"/>
              <a:ext cx="210865" cy="643061"/>
              <a:chOff x="1724458" y="3523131"/>
              <a:chExt cx="308726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1AA761E-47BD-DF46-942E-F7ED27B20679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1AA761E-47BD-DF46-942E-F7ED27B206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0E35397-5030-E348-BE95-A9B1D8FCAF5A}"/>
                  </a:ext>
                </a:extLst>
              </p:cNvPr>
              <p:cNvGrpSpPr/>
              <p:nvPr/>
            </p:nvGrpSpPr>
            <p:grpSpPr>
              <a:xfrm>
                <a:off x="1755612" y="3765306"/>
                <a:ext cx="246419" cy="240967"/>
                <a:chOff x="1359044" y="1517825"/>
                <a:chExt cx="246419" cy="240967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3939805-3678-F844-BCD4-334C0A4ACDC5}"/>
                    </a:ext>
                  </a:extLst>
                </p:cNvPr>
                <p:cNvSpPr txBox="1"/>
                <p:nvPr/>
              </p:nvSpPr>
              <p:spPr>
                <a:xfrm>
                  <a:off x="1372237" y="1527519"/>
                  <a:ext cx="220037" cy="2312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4</a:t>
                  </a:r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CF241C6E-A80B-D44B-A5D8-81EF4DB3A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39BA47F-DCED-DD4B-8697-6B5A18C59542}"/>
                    </a:ext>
                  </a:extLst>
                </p:cNvPr>
                <p:cNvSpPr txBox="1"/>
                <p:nvPr/>
              </p:nvSpPr>
              <p:spPr>
                <a:xfrm>
                  <a:off x="1334209" y="1915935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39BA47F-DCED-DD4B-8697-6B5A18C59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209" y="1915935"/>
                  <a:ext cx="354375" cy="307825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4B8F0F1-7DF3-484B-839C-522DC0DFF47A}"/>
                </a:ext>
              </a:extLst>
            </p:cNvPr>
            <p:cNvGrpSpPr/>
            <p:nvPr/>
          </p:nvGrpSpPr>
          <p:grpSpPr>
            <a:xfrm>
              <a:off x="1645869" y="1748312"/>
              <a:ext cx="242043" cy="643061"/>
              <a:chOff x="1701637" y="3523130"/>
              <a:chExt cx="354374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1D9A16C5-EA52-1E4A-A00B-1F74F39607FE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0"/>
                    <a:ext cx="308726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1D9A16C5-EA52-1E4A-A00B-1F74F39607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0"/>
                    <a:ext cx="308726" cy="23127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1C97461-F251-7D4F-BEB4-3059E83F77ED}"/>
                  </a:ext>
                </a:extLst>
              </p:cNvPr>
              <p:cNvGrpSpPr/>
              <p:nvPr/>
            </p:nvGrpSpPr>
            <p:grpSpPr>
              <a:xfrm>
                <a:off x="1701637" y="3765306"/>
                <a:ext cx="354374" cy="240966"/>
                <a:chOff x="1305069" y="1517825"/>
                <a:chExt cx="354374" cy="240966"/>
              </a:xfrm>
            </p:grpSpPr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7323025-B5CE-7441-AB46-0BC5861CC633}"/>
                    </a:ext>
                  </a:extLst>
                </p:cNvPr>
                <p:cNvSpPr txBox="1"/>
                <p:nvPr/>
              </p:nvSpPr>
              <p:spPr>
                <a:xfrm>
                  <a:off x="1305069" y="1527518"/>
                  <a:ext cx="354374" cy="2312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16</a:t>
                  </a:r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09A3DB97-68C9-3F4D-8C87-38AD18196F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8262" y="1517825"/>
                  <a:ext cx="327984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EB2A3EC-E0AE-FC45-9403-0B1CBA5CA439}"/>
              </a:ext>
            </a:extLst>
          </p:cNvPr>
          <p:cNvGrpSpPr/>
          <p:nvPr/>
        </p:nvGrpSpPr>
        <p:grpSpPr>
          <a:xfrm>
            <a:off x="638140" y="3720872"/>
            <a:ext cx="1209263" cy="857419"/>
            <a:chOff x="1150470" y="1748310"/>
            <a:chExt cx="749544" cy="64306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BD604CB-2671-E64A-8554-B3F7D41EDA67}"/>
                </a:ext>
              </a:extLst>
            </p:cNvPr>
            <p:cNvGrpSpPr/>
            <p:nvPr/>
          </p:nvGrpSpPr>
          <p:grpSpPr>
            <a:xfrm>
              <a:off x="1150470" y="1748313"/>
              <a:ext cx="210865" cy="643061"/>
              <a:chOff x="1724458" y="3523131"/>
              <a:chExt cx="308726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3E181FE4-A52D-A94A-9720-23BFEC8625B8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3E181FE4-A52D-A94A-9720-23BFEC8625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704" r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1B213B0-FC63-FE45-B641-646193A69305}"/>
                  </a:ext>
                </a:extLst>
              </p:cNvPr>
              <p:cNvGrpSpPr/>
              <p:nvPr/>
            </p:nvGrpSpPr>
            <p:grpSpPr>
              <a:xfrm>
                <a:off x="1755612" y="3765306"/>
                <a:ext cx="246419" cy="240967"/>
                <a:chOff x="1359044" y="1517825"/>
                <a:chExt cx="246419" cy="240967"/>
              </a:xfrm>
            </p:grpSpPr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3629430-A243-B249-9A43-57BF012DCB4D}"/>
                    </a:ext>
                  </a:extLst>
                </p:cNvPr>
                <p:cNvSpPr txBox="1"/>
                <p:nvPr/>
              </p:nvSpPr>
              <p:spPr>
                <a:xfrm>
                  <a:off x="1372235" y="1527519"/>
                  <a:ext cx="220037" cy="2312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4</a:t>
                  </a:r>
                </a:p>
              </p:txBody>
            </p: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09CC9817-08A5-4B4D-9549-C0B81D580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5E9DBF0-0397-A74B-AADA-F2F79F45EF6F}"/>
                    </a:ext>
                  </a:extLst>
                </p:cNvPr>
                <p:cNvSpPr txBox="1"/>
                <p:nvPr/>
              </p:nvSpPr>
              <p:spPr>
                <a:xfrm>
                  <a:off x="1334209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5E9DBF0-0397-A74B-AADA-F2F79F45E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209" y="1915936"/>
                  <a:ext cx="354375" cy="307825"/>
                </a:xfrm>
                <a:prstGeom prst="rect">
                  <a:avLst/>
                </a:prstGeom>
                <a:blipFill>
                  <a:blip r:embed="rId8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030D8D9-4DBD-8049-8E16-E4FB75EE1EF0}"/>
                </a:ext>
              </a:extLst>
            </p:cNvPr>
            <p:cNvGrpSpPr/>
            <p:nvPr/>
          </p:nvGrpSpPr>
          <p:grpSpPr>
            <a:xfrm>
              <a:off x="1633767" y="1748310"/>
              <a:ext cx="266247" cy="643062"/>
              <a:chOff x="1683919" y="3523131"/>
              <a:chExt cx="389811" cy="48314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9A561C16-4ED1-B543-BCE1-5524C34790B2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1"/>
                    <a:ext cx="30872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9A561C16-4ED1-B543-BCE1-5524C34790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1"/>
                    <a:ext cx="308727" cy="23127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F7A0B4D-5928-274E-8EC3-A2765D9C2C15}"/>
                  </a:ext>
                </a:extLst>
              </p:cNvPr>
              <p:cNvGrpSpPr/>
              <p:nvPr/>
            </p:nvGrpSpPr>
            <p:grpSpPr>
              <a:xfrm>
                <a:off x="1683919" y="3765305"/>
                <a:ext cx="389811" cy="240969"/>
                <a:chOff x="1287351" y="1517824"/>
                <a:chExt cx="389811" cy="240969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7D83B8F-F002-FC40-98E8-C17C2EDD919D}"/>
                    </a:ext>
                  </a:extLst>
                </p:cNvPr>
                <p:cNvSpPr txBox="1"/>
                <p:nvPr/>
              </p:nvSpPr>
              <p:spPr>
                <a:xfrm>
                  <a:off x="1287351" y="1527519"/>
                  <a:ext cx="389811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16</a:t>
                  </a: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10642CB4-0371-B34B-80CF-90A77E59A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8260" y="1517824"/>
                  <a:ext cx="327984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18579A-F6B2-3145-9861-8CB05F382D17}"/>
              </a:ext>
            </a:extLst>
          </p:cNvPr>
          <p:cNvGrpSpPr/>
          <p:nvPr/>
        </p:nvGrpSpPr>
        <p:grpSpPr>
          <a:xfrm>
            <a:off x="2303893" y="3720875"/>
            <a:ext cx="1430005" cy="857416"/>
            <a:chOff x="1094824" y="1748313"/>
            <a:chExt cx="886367" cy="643062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079B63A-C9CC-C843-BFCC-36DBD79423B9}"/>
                </a:ext>
              </a:extLst>
            </p:cNvPr>
            <p:cNvGrpSpPr/>
            <p:nvPr/>
          </p:nvGrpSpPr>
          <p:grpSpPr>
            <a:xfrm>
              <a:off x="1094824" y="1748313"/>
              <a:ext cx="322160" cy="643061"/>
              <a:chOff x="1642991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EBDE41F-47EA-F242-8833-9486FA225B26}"/>
                      </a:ext>
                    </a:extLst>
                  </p:cNvPr>
                  <p:cNvSpPr txBox="1"/>
                  <p:nvPr/>
                </p:nvSpPr>
                <p:spPr>
                  <a:xfrm>
                    <a:off x="1692041" y="3523131"/>
                    <a:ext cx="373559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EBDE41F-47EA-F242-8833-9486FA225B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041" y="3523131"/>
                    <a:ext cx="373559" cy="23127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2424" t="-20588" r="-15152" b="-470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A027D3B0-85B4-114C-A1E2-C380AD894817}"/>
                  </a:ext>
                </a:extLst>
              </p:cNvPr>
              <p:cNvGrpSpPr/>
              <p:nvPr/>
            </p:nvGrpSpPr>
            <p:grpSpPr>
              <a:xfrm>
                <a:off x="1642991" y="3765306"/>
                <a:ext cx="471673" cy="240967"/>
                <a:chOff x="1246423" y="1517825"/>
                <a:chExt cx="471673" cy="240967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16393B5-FEF6-8349-A2C1-FC4B977D8FBC}"/>
                    </a:ext>
                  </a:extLst>
                </p:cNvPr>
                <p:cNvSpPr txBox="1"/>
                <p:nvPr/>
              </p:nvSpPr>
              <p:spPr>
                <a:xfrm>
                  <a:off x="1246423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16</a:t>
                  </a:r>
                </a:p>
              </p:txBody>
            </p: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81054B9-7194-E347-867C-577C60F87F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8262" y="1517825"/>
                  <a:ext cx="32798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E7E8268-10DD-764A-B689-1209BACB7842}"/>
                    </a:ext>
                  </a:extLst>
                </p:cNvPr>
                <p:cNvSpPr txBox="1"/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E7E8268-10DD-764A-B689-1209BACB7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blipFill>
                  <a:blip r:embed="rId10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13C287F-2A6A-EC41-BD71-E241EACD4C9E}"/>
                </a:ext>
              </a:extLst>
            </p:cNvPr>
            <p:cNvGrpSpPr/>
            <p:nvPr/>
          </p:nvGrpSpPr>
          <p:grpSpPr>
            <a:xfrm>
              <a:off x="1659031" y="1748314"/>
              <a:ext cx="322160" cy="643061"/>
              <a:chOff x="1720906" y="3523131"/>
              <a:chExt cx="471672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05B4B3C4-F28B-E94E-8A5E-A10618A02225}"/>
                      </a:ext>
                    </a:extLst>
                  </p:cNvPr>
                  <p:cNvSpPr txBox="1"/>
                  <p:nvPr/>
                </p:nvSpPr>
                <p:spPr>
                  <a:xfrm>
                    <a:off x="1769959" y="3523131"/>
                    <a:ext cx="373559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05B4B3C4-F28B-E94E-8A5E-A10618A022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9959" y="3523131"/>
                    <a:ext cx="373559" cy="23127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A3C6C43-1576-9E48-A611-C5D639106C74}"/>
                  </a:ext>
                </a:extLst>
              </p:cNvPr>
              <p:cNvGrpSpPr/>
              <p:nvPr/>
            </p:nvGrpSpPr>
            <p:grpSpPr>
              <a:xfrm>
                <a:off x="1720906" y="3765306"/>
                <a:ext cx="471672" cy="240967"/>
                <a:chOff x="1324338" y="1517825"/>
                <a:chExt cx="471672" cy="240967"/>
              </a:xfrm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2416146-CE67-2347-94F1-B6CF3BAC6D30}"/>
                    </a:ext>
                  </a:extLst>
                </p:cNvPr>
                <p:cNvSpPr txBox="1"/>
                <p:nvPr/>
              </p:nvSpPr>
              <p:spPr>
                <a:xfrm>
                  <a:off x="1324338" y="1527518"/>
                  <a:ext cx="471672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16</a:t>
                  </a:r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5873A429-700F-5D4D-9D3F-0D3DE2EF6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6179" y="1517825"/>
                  <a:ext cx="327984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4A2F4C1A-A954-F44A-B85C-FA84442DAE66}"/>
              </a:ext>
            </a:extLst>
          </p:cNvPr>
          <p:cNvSpPr/>
          <p:nvPr/>
        </p:nvSpPr>
        <p:spPr>
          <a:xfrm>
            <a:off x="2359269" y="3773782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A1AE626-A092-C047-8367-4F986309326D}"/>
              </a:ext>
            </a:extLst>
          </p:cNvPr>
          <p:cNvSpPr/>
          <p:nvPr/>
        </p:nvSpPr>
        <p:spPr>
          <a:xfrm>
            <a:off x="3260790" y="3773782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30CA9C-F149-D44C-A399-336B93E50D14}"/>
                  </a:ext>
                </a:extLst>
              </p:cNvPr>
              <p:cNvSpPr txBox="1"/>
              <p:nvPr/>
            </p:nvSpPr>
            <p:spPr>
              <a:xfrm>
                <a:off x="1861954" y="4885898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30CA9C-F149-D44C-A399-336B93E50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54" y="4885898"/>
                <a:ext cx="472500" cy="410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F25DC47A-4A1A-F045-A23D-58D309A58694}"/>
              </a:ext>
            </a:extLst>
          </p:cNvPr>
          <p:cNvGrpSpPr/>
          <p:nvPr/>
        </p:nvGrpSpPr>
        <p:grpSpPr>
          <a:xfrm>
            <a:off x="2304147" y="4662374"/>
            <a:ext cx="519752" cy="857415"/>
            <a:chOff x="1642991" y="3523131"/>
            <a:chExt cx="471673" cy="4831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C380577-4FFB-E44E-90DA-FF72D394352F}"/>
                    </a:ext>
                  </a:extLst>
                </p:cNvPr>
                <p:cNvSpPr txBox="1"/>
                <p:nvPr/>
              </p:nvSpPr>
              <p:spPr>
                <a:xfrm>
                  <a:off x="1692041" y="3523131"/>
                  <a:ext cx="373559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C380577-4FFB-E44E-90DA-FF72D39435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041" y="3523131"/>
                  <a:ext cx="373559" cy="231274"/>
                </a:xfrm>
                <a:prstGeom prst="rect">
                  <a:avLst/>
                </a:prstGeom>
                <a:blipFill>
                  <a:blip r:embed="rId13"/>
                  <a:stretch>
                    <a:fillRect l="-42424" t="-24242" r="-15152" b="-484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0F0E997-F8E2-2948-9BB2-2C37973670F4}"/>
                </a:ext>
              </a:extLst>
            </p:cNvPr>
            <p:cNvGrpSpPr/>
            <p:nvPr/>
          </p:nvGrpSpPr>
          <p:grpSpPr>
            <a:xfrm>
              <a:off x="1642991" y="3765306"/>
              <a:ext cx="471673" cy="240967"/>
              <a:chOff x="1246423" y="1517825"/>
              <a:chExt cx="471673" cy="240967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E613A6C-418D-824E-B12B-DB5C52CB7D61}"/>
                  </a:ext>
                </a:extLst>
              </p:cNvPr>
              <p:cNvSpPr txBox="1"/>
              <p:nvPr/>
            </p:nvSpPr>
            <p:spPr>
              <a:xfrm>
                <a:off x="1246423" y="1527518"/>
                <a:ext cx="471673" cy="2312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16</a:t>
                </a:r>
              </a:p>
            </p:txBody>
          </p: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741968D6-B998-5A44-BCEC-0DADDF256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8262" y="1517825"/>
                <a:ext cx="327983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F0F51C8-2400-F54E-B3E3-B84CB7A7B841}"/>
              </a:ext>
            </a:extLst>
          </p:cNvPr>
          <p:cNvGrpSpPr/>
          <p:nvPr/>
        </p:nvGrpSpPr>
        <p:grpSpPr>
          <a:xfrm>
            <a:off x="2173884" y="3488879"/>
            <a:ext cx="1819100" cy="2701747"/>
            <a:chOff x="1634811" y="2304143"/>
            <a:chExt cx="1364325" cy="202631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30FD56-89D8-FC47-B8F2-FE1693B97E9D}"/>
                </a:ext>
              </a:extLst>
            </p:cNvPr>
            <p:cNvGrpSpPr/>
            <p:nvPr/>
          </p:nvGrpSpPr>
          <p:grpSpPr>
            <a:xfrm>
              <a:off x="1924311" y="2304143"/>
              <a:ext cx="942259" cy="1712686"/>
              <a:chOff x="1924311" y="2304143"/>
              <a:chExt cx="942259" cy="1712686"/>
            </a:xfrm>
          </p:grpSpPr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E4EFF317-5E3F-F441-84C7-B260F577046B}"/>
                  </a:ext>
                </a:extLst>
              </p:cNvPr>
              <p:cNvSpPr/>
              <p:nvPr/>
            </p:nvSpPr>
            <p:spPr>
              <a:xfrm>
                <a:off x="1924311" y="2304143"/>
                <a:ext cx="942259" cy="1712686"/>
              </a:xfrm>
              <a:custGeom>
                <a:avLst/>
                <a:gdLst>
                  <a:gd name="connsiteX0" fmla="*/ 0 w 1005114"/>
                  <a:gd name="connsiteY0" fmla="*/ 137886 h 1712686"/>
                  <a:gd name="connsiteX1" fmla="*/ 0 w 1005114"/>
                  <a:gd name="connsiteY1" fmla="*/ 0 h 1712686"/>
                  <a:gd name="connsiteX2" fmla="*/ 1005114 w 1005114"/>
                  <a:gd name="connsiteY2" fmla="*/ 0 h 1712686"/>
                  <a:gd name="connsiteX3" fmla="*/ 1005114 w 1005114"/>
                  <a:gd name="connsiteY3" fmla="*/ 1712686 h 171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114" h="1712686">
                    <a:moveTo>
                      <a:pt x="0" y="137886"/>
                    </a:moveTo>
                    <a:lnTo>
                      <a:pt x="0" y="0"/>
                    </a:lnTo>
                    <a:lnTo>
                      <a:pt x="1005114" y="0"/>
                    </a:lnTo>
                    <a:lnTo>
                      <a:pt x="1005114" y="1712686"/>
                    </a:lnTo>
                  </a:path>
                </a:pathLst>
              </a:custGeom>
              <a:noFill/>
              <a:ln w="28575">
                <a:solidFill>
                  <a:schemeClr val="accent2">
                    <a:lumMod val="50000"/>
                  </a:schemeClr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805CBD4E-8F38-FD4B-A9CD-D3020E1FD105}"/>
                  </a:ext>
                </a:extLst>
              </p:cNvPr>
              <p:cNvSpPr/>
              <p:nvPr/>
            </p:nvSpPr>
            <p:spPr>
              <a:xfrm>
                <a:off x="2614200" y="2304143"/>
                <a:ext cx="252370" cy="1712686"/>
              </a:xfrm>
              <a:custGeom>
                <a:avLst/>
                <a:gdLst>
                  <a:gd name="connsiteX0" fmla="*/ 0 w 1005114"/>
                  <a:gd name="connsiteY0" fmla="*/ 137886 h 1712686"/>
                  <a:gd name="connsiteX1" fmla="*/ 0 w 1005114"/>
                  <a:gd name="connsiteY1" fmla="*/ 0 h 1712686"/>
                  <a:gd name="connsiteX2" fmla="*/ 1005114 w 1005114"/>
                  <a:gd name="connsiteY2" fmla="*/ 0 h 1712686"/>
                  <a:gd name="connsiteX3" fmla="*/ 1005114 w 1005114"/>
                  <a:gd name="connsiteY3" fmla="*/ 1712686 h 1712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114" h="1712686">
                    <a:moveTo>
                      <a:pt x="0" y="137886"/>
                    </a:moveTo>
                    <a:lnTo>
                      <a:pt x="0" y="0"/>
                    </a:lnTo>
                    <a:lnTo>
                      <a:pt x="1005114" y="0"/>
                    </a:lnTo>
                    <a:lnTo>
                      <a:pt x="1005114" y="1712686"/>
                    </a:lnTo>
                  </a:path>
                </a:pathLst>
              </a:custGeom>
              <a:noFill/>
              <a:ln w="28575">
                <a:solidFill>
                  <a:schemeClr val="accent2">
                    <a:lumMod val="50000"/>
                  </a:schemeClr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0FD2F74-AEE2-C446-86CF-C48294431C85}"/>
                </a:ext>
              </a:extLst>
            </p:cNvPr>
            <p:cNvSpPr/>
            <p:nvPr/>
          </p:nvSpPr>
          <p:spPr>
            <a:xfrm>
              <a:off x="1634811" y="3954657"/>
              <a:ext cx="1364325" cy="3757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2"/>
                  </a:solidFill>
                </a:rPr>
                <a:t>Find the equivalent fractions.</a:t>
              </a: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ABDE0531-AB12-D240-8C61-A89BE0EDFA44}"/>
              </a:ext>
            </a:extLst>
          </p:cNvPr>
          <p:cNvSpPr/>
          <p:nvPr/>
        </p:nvSpPr>
        <p:spPr>
          <a:xfrm>
            <a:off x="6354124" y="4702697"/>
            <a:ext cx="561201" cy="803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2028AD7-939C-7145-BB59-5C9D69E27823}"/>
              </a:ext>
            </a:extLst>
          </p:cNvPr>
          <p:cNvSpPr/>
          <p:nvPr/>
        </p:nvSpPr>
        <p:spPr>
          <a:xfrm>
            <a:off x="5580148" y="4223726"/>
            <a:ext cx="287352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EF0A0E3-0D72-464B-B5B7-D88EC501AC47}"/>
              </a:ext>
            </a:extLst>
          </p:cNvPr>
          <p:cNvSpPr/>
          <p:nvPr/>
        </p:nvSpPr>
        <p:spPr>
          <a:xfrm>
            <a:off x="7322920" y="4223726"/>
            <a:ext cx="420711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A0B7E1D-9786-8844-A218-BDEE1D4F6FA5}"/>
              </a:ext>
            </a:extLst>
          </p:cNvPr>
          <p:cNvSpPr/>
          <p:nvPr/>
        </p:nvSpPr>
        <p:spPr>
          <a:xfrm>
            <a:off x="4693290" y="4223726"/>
            <a:ext cx="287352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7A09F2C-AB6A-3D4F-886B-C46C7BC2F8FD}"/>
              </a:ext>
            </a:extLst>
          </p:cNvPr>
          <p:cNvSpPr/>
          <p:nvPr/>
        </p:nvSpPr>
        <p:spPr>
          <a:xfrm>
            <a:off x="6413357" y="4223726"/>
            <a:ext cx="420711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0BAC08B-EA27-144B-8465-EAF6A3C79F43}"/>
              </a:ext>
            </a:extLst>
          </p:cNvPr>
          <p:cNvSpPr/>
          <p:nvPr/>
        </p:nvSpPr>
        <p:spPr>
          <a:xfrm>
            <a:off x="7322920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11803C8-288F-4748-B33D-6EBF5F924827}"/>
              </a:ext>
            </a:extLst>
          </p:cNvPr>
          <p:cNvSpPr/>
          <p:nvPr/>
        </p:nvSpPr>
        <p:spPr>
          <a:xfrm>
            <a:off x="6413357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0852D19-ADD3-804F-9470-A49767A0C0B1}"/>
                  </a:ext>
                </a:extLst>
              </p:cNvPr>
              <p:cNvSpPr txBox="1"/>
              <p:nvPr/>
            </p:nvSpPr>
            <p:spPr>
              <a:xfrm>
                <a:off x="5916042" y="3944405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0852D19-ADD3-804F-9470-A49767A0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042" y="3944405"/>
                <a:ext cx="472500" cy="4103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597C883-B5C9-1E40-AC0A-E088CFD01E7D}"/>
              </a:ext>
            </a:extLst>
          </p:cNvPr>
          <p:cNvGrpSpPr/>
          <p:nvPr/>
        </p:nvGrpSpPr>
        <p:grpSpPr>
          <a:xfrm>
            <a:off x="4179471" y="4399803"/>
            <a:ext cx="1430753" cy="759840"/>
            <a:chOff x="176198" y="769765"/>
            <a:chExt cx="1073065" cy="569880"/>
          </a:xfrm>
        </p:grpSpPr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61481C85-725A-7B40-BCF9-64D7CEA6806F}"/>
                </a:ext>
              </a:extLst>
            </p:cNvPr>
            <p:cNvSpPr/>
            <p:nvPr/>
          </p:nvSpPr>
          <p:spPr>
            <a:xfrm flipH="1">
              <a:off x="881216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A513D6D-2592-E24C-B41B-1650ED9D69C3}"/>
                </a:ext>
              </a:extLst>
            </p:cNvPr>
            <p:cNvSpPr/>
            <p:nvPr/>
          </p:nvSpPr>
          <p:spPr>
            <a:xfrm>
              <a:off x="993906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1897FB-559C-FC40-A2A4-AA916ABF4677}"/>
                </a:ext>
              </a:extLst>
            </p:cNvPr>
            <p:cNvSpPr/>
            <p:nvPr/>
          </p:nvSpPr>
          <p:spPr>
            <a:xfrm>
              <a:off x="176198" y="972942"/>
              <a:ext cx="1073065" cy="3667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Find a common denominator.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8E4AD78-94F5-CF49-915A-AD69B39EB496}"/>
              </a:ext>
            </a:extLst>
          </p:cNvPr>
          <p:cNvGrpSpPr/>
          <p:nvPr/>
        </p:nvGrpSpPr>
        <p:grpSpPr>
          <a:xfrm>
            <a:off x="5376321" y="2466854"/>
            <a:ext cx="1305045" cy="1062568"/>
            <a:chOff x="1063408" y="1594449"/>
            <a:chExt cx="808915" cy="79692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84AEBA4-9915-124A-B065-D381920D0972}"/>
                </a:ext>
              </a:extLst>
            </p:cNvPr>
            <p:cNvGrpSpPr/>
            <p:nvPr/>
          </p:nvGrpSpPr>
          <p:grpSpPr>
            <a:xfrm>
              <a:off x="1063408" y="1594449"/>
              <a:ext cx="308728" cy="796902"/>
              <a:chOff x="1596994" y="3407530"/>
              <a:chExt cx="452006" cy="5987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D30A2C2A-31C7-A243-A55C-926E5BB14FBD}"/>
                      </a:ext>
                    </a:extLst>
                  </p:cNvPr>
                  <p:cNvSpPr txBox="1"/>
                  <p:nvPr/>
                </p:nvSpPr>
                <p:spPr>
                  <a:xfrm>
                    <a:off x="1596994" y="3407530"/>
                    <a:ext cx="452006" cy="4624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201C0173-AE54-FD4D-BFC7-F2A09A284B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6994" y="3407530"/>
                    <a:ext cx="452006" cy="46247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6667" r="-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5037389B-EAD8-6E4A-B611-9F4F49267F40}"/>
                  </a:ext>
                </a:extLst>
              </p:cNvPr>
              <p:cNvGrpSpPr/>
              <p:nvPr/>
            </p:nvGrpSpPr>
            <p:grpSpPr>
              <a:xfrm>
                <a:off x="1642608" y="3765306"/>
                <a:ext cx="360782" cy="240949"/>
                <a:chOff x="1246040" y="1517825"/>
                <a:chExt cx="360782" cy="240949"/>
              </a:xfrm>
            </p:grpSpPr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FED204A-C2F8-2241-9645-189402567124}"/>
                    </a:ext>
                  </a:extLst>
                </p:cNvPr>
                <p:cNvSpPr txBox="1"/>
                <p:nvPr/>
              </p:nvSpPr>
              <p:spPr>
                <a:xfrm>
                  <a:off x="1265362" y="1527536"/>
                  <a:ext cx="322157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</a:p>
              </p:txBody>
            </p: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3FAFC7B2-6C34-E041-8A63-02981011F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6040" y="1517825"/>
                  <a:ext cx="3607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9E69727-3281-7F48-BA04-2141902AC424}"/>
                    </a:ext>
                  </a:extLst>
                </p:cNvPr>
                <p:cNvSpPr txBox="1"/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9E69727-3281-7F48-BA04-2141902AC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blipFill>
                  <a:blip r:embed="rId1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3B8F9B3-18CC-5747-824A-4B2242FF2EC9}"/>
                </a:ext>
              </a:extLst>
            </p:cNvPr>
            <p:cNvGrpSpPr/>
            <p:nvPr/>
          </p:nvGrpSpPr>
          <p:grpSpPr>
            <a:xfrm>
              <a:off x="1661458" y="1748314"/>
              <a:ext cx="210865" cy="643061"/>
              <a:chOff x="1724458" y="3523131"/>
              <a:chExt cx="308726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06D66408-D0E3-8048-9402-5606EB27CA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06D66408-D0E3-8048-9402-5606EB27CA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B681E1E0-DB87-8441-9CC0-F77C3BFAB60C}"/>
                  </a:ext>
                </a:extLst>
              </p:cNvPr>
              <p:cNvGrpSpPr/>
              <p:nvPr/>
            </p:nvGrpSpPr>
            <p:grpSpPr>
              <a:xfrm>
                <a:off x="1755612" y="3765306"/>
                <a:ext cx="246419" cy="240967"/>
                <a:chOff x="1359044" y="1517825"/>
                <a:chExt cx="246419" cy="240967"/>
              </a:xfrm>
            </p:grpSpPr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1B87F03-A526-2D48-9F5E-307B75467936}"/>
                    </a:ext>
                  </a:extLst>
                </p:cNvPr>
                <p:cNvSpPr txBox="1"/>
                <p:nvPr/>
              </p:nvSpPr>
              <p:spPr>
                <a:xfrm>
                  <a:off x="1372237" y="1527518"/>
                  <a:ext cx="220037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</a:t>
                  </a:r>
                </a:p>
              </p:txBody>
            </p: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3326D2D0-6E84-1043-BF6B-EE0D6017E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7BE4961-7A6C-064F-9955-66242D7295EE}"/>
              </a:ext>
            </a:extLst>
          </p:cNvPr>
          <p:cNvGrpSpPr/>
          <p:nvPr/>
        </p:nvGrpSpPr>
        <p:grpSpPr>
          <a:xfrm>
            <a:off x="6357981" y="3723422"/>
            <a:ext cx="1430005" cy="857415"/>
            <a:chOff x="1094824" y="1748313"/>
            <a:chExt cx="886367" cy="64306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BC53134C-F90A-9C48-A583-B3F51EEDCBAD}"/>
                </a:ext>
              </a:extLst>
            </p:cNvPr>
            <p:cNvGrpSpPr/>
            <p:nvPr/>
          </p:nvGrpSpPr>
          <p:grpSpPr>
            <a:xfrm>
              <a:off x="1094824" y="1748313"/>
              <a:ext cx="322160" cy="643061"/>
              <a:chOff x="1642991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5B5B04A2-0233-374C-B4FC-41F714F0C609}"/>
                      </a:ext>
                    </a:extLst>
                  </p:cNvPr>
                  <p:cNvSpPr txBox="1"/>
                  <p:nvPr/>
                </p:nvSpPr>
                <p:spPr>
                  <a:xfrm>
                    <a:off x="1692041" y="3523131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5B5B04A2-0233-374C-B4FC-41F714F0C6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041" y="3523131"/>
                    <a:ext cx="373559" cy="23127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1176" t="-24242" r="-11765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57433443-C1D5-964D-AF32-DFD369D48388}"/>
                  </a:ext>
                </a:extLst>
              </p:cNvPr>
              <p:cNvGrpSpPr/>
              <p:nvPr/>
            </p:nvGrpSpPr>
            <p:grpSpPr>
              <a:xfrm>
                <a:off x="1642991" y="3765306"/>
                <a:ext cx="471673" cy="240967"/>
                <a:chOff x="1246423" y="1517825"/>
                <a:chExt cx="471673" cy="240967"/>
              </a:xfrm>
            </p:grpSpPr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B0DA07D-67E8-A043-94D5-79448FEF1DF9}"/>
                    </a:ext>
                  </a:extLst>
                </p:cNvPr>
                <p:cNvSpPr txBox="1"/>
                <p:nvPr/>
              </p:nvSpPr>
              <p:spPr>
                <a:xfrm>
                  <a:off x="1246423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10</a:t>
                  </a:r>
                </a:p>
              </p:txBody>
            </p: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D0D67A09-8855-2B4C-8AC2-B5D7606745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8262" y="1517825"/>
                  <a:ext cx="32798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7AD426A-BDDC-7140-91EF-48F3D87A96A9}"/>
                    </a:ext>
                  </a:extLst>
                </p:cNvPr>
                <p:cNvSpPr txBox="1"/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D7AD426A-BDDC-7140-91EF-48F3D87A9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blipFill>
                  <a:blip r:embed="rId2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EE2ACE55-6F5A-6A40-8BE2-7B33FCF2BF90}"/>
                </a:ext>
              </a:extLst>
            </p:cNvPr>
            <p:cNvGrpSpPr/>
            <p:nvPr/>
          </p:nvGrpSpPr>
          <p:grpSpPr>
            <a:xfrm>
              <a:off x="1659031" y="1748313"/>
              <a:ext cx="322160" cy="643061"/>
              <a:chOff x="1720906" y="3523131"/>
              <a:chExt cx="471672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D8A64912-5E6E-AA4D-ABAA-DC1C4FE8416D}"/>
                      </a:ext>
                    </a:extLst>
                  </p:cNvPr>
                  <p:cNvSpPr txBox="1"/>
                  <p:nvPr/>
                </p:nvSpPr>
                <p:spPr>
                  <a:xfrm>
                    <a:off x="1769959" y="3523131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D8A64912-5E6E-AA4D-ABAA-DC1C4FE841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9959" y="3523131"/>
                    <a:ext cx="373559" cy="23127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41176" t="-24242" r="-8824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B92031C4-F22A-DB4C-A75F-483A08A00B0A}"/>
                  </a:ext>
                </a:extLst>
              </p:cNvPr>
              <p:cNvGrpSpPr/>
              <p:nvPr/>
            </p:nvGrpSpPr>
            <p:grpSpPr>
              <a:xfrm>
                <a:off x="1720906" y="3765306"/>
                <a:ext cx="471672" cy="240967"/>
                <a:chOff x="1324338" y="1517825"/>
                <a:chExt cx="471672" cy="240967"/>
              </a:xfrm>
            </p:grpSpPr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8D31310E-0C68-0045-A55A-3EF95C740086}"/>
                    </a:ext>
                  </a:extLst>
                </p:cNvPr>
                <p:cNvSpPr txBox="1"/>
                <p:nvPr/>
              </p:nvSpPr>
              <p:spPr>
                <a:xfrm>
                  <a:off x="1324338" y="1527518"/>
                  <a:ext cx="471672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10</a:t>
                  </a:r>
                </a:p>
              </p:txBody>
            </p: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F60D71A9-AB72-7141-9568-9CE354D8C0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6179" y="1517825"/>
                  <a:ext cx="327984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9C44903-7D7F-3546-A3C1-4A1E3CFE8487}"/>
              </a:ext>
            </a:extLst>
          </p:cNvPr>
          <p:cNvSpPr/>
          <p:nvPr/>
        </p:nvSpPr>
        <p:spPr>
          <a:xfrm>
            <a:off x="6413357" y="3773782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D91A735-B7C0-F649-B37C-0985338AC394}"/>
              </a:ext>
            </a:extLst>
          </p:cNvPr>
          <p:cNvSpPr/>
          <p:nvPr/>
        </p:nvSpPr>
        <p:spPr>
          <a:xfrm>
            <a:off x="7314878" y="3773782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54179D4-A136-B645-9FF9-EF3A70DC9EE3}"/>
                  </a:ext>
                </a:extLst>
              </p:cNvPr>
              <p:cNvSpPr txBox="1"/>
              <p:nvPr/>
            </p:nvSpPr>
            <p:spPr>
              <a:xfrm>
                <a:off x="5916042" y="4885898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54179D4-A136-B645-9FF9-EF3A70DC9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042" y="4885898"/>
                <a:ext cx="472500" cy="41036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973491C-18EE-DB49-8562-84046195D006}"/>
              </a:ext>
            </a:extLst>
          </p:cNvPr>
          <p:cNvGrpSpPr/>
          <p:nvPr/>
        </p:nvGrpSpPr>
        <p:grpSpPr>
          <a:xfrm>
            <a:off x="6385684" y="4457216"/>
            <a:ext cx="498081" cy="1062567"/>
            <a:chOff x="1578009" y="3407530"/>
            <a:chExt cx="601622" cy="598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E4A3676-B3E1-144D-AE47-A080948B9548}"/>
                    </a:ext>
                  </a:extLst>
                </p:cNvPr>
                <p:cNvSpPr txBox="1"/>
                <p:nvPr/>
              </p:nvSpPr>
              <p:spPr>
                <a:xfrm>
                  <a:off x="1578009" y="3407530"/>
                  <a:ext cx="601622" cy="4624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9</a:t>
                  </a: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5E1A9231-29DB-BF4D-B7FF-9B7C7AD8A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009" y="3407530"/>
                  <a:ext cx="601622" cy="462474"/>
                </a:xfrm>
                <a:prstGeom prst="rect">
                  <a:avLst/>
                </a:prstGeom>
                <a:blipFill>
                  <a:blip r:embed="rId23"/>
                  <a:stretch>
                    <a:fillRect l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58FBF25-38A4-904A-BD8E-FE35C6869903}"/>
                </a:ext>
              </a:extLst>
            </p:cNvPr>
            <p:cNvGrpSpPr/>
            <p:nvPr/>
          </p:nvGrpSpPr>
          <p:grpSpPr>
            <a:xfrm>
              <a:off x="1638721" y="3765306"/>
              <a:ext cx="480199" cy="240967"/>
              <a:chOff x="1242153" y="1517825"/>
              <a:chExt cx="480199" cy="240967"/>
            </a:xfrm>
          </p:grpSpPr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AFD732A-A172-3044-B3B8-4E1FB6E9418F}"/>
                  </a:ext>
                </a:extLst>
              </p:cNvPr>
              <p:cNvSpPr txBox="1"/>
              <p:nvPr/>
            </p:nvSpPr>
            <p:spPr>
              <a:xfrm>
                <a:off x="1246422" y="1527518"/>
                <a:ext cx="471673" cy="2312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10</a:t>
                </a:r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5610A24F-7EEE-9C47-B9E3-C5CD39FD2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2153" y="1517825"/>
                <a:ext cx="480199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30FBF5F-8EF6-3640-B611-2F52331092AC}"/>
              </a:ext>
            </a:extLst>
          </p:cNvPr>
          <p:cNvGrpSpPr/>
          <p:nvPr/>
        </p:nvGrpSpPr>
        <p:grpSpPr>
          <a:xfrm>
            <a:off x="4587757" y="3723423"/>
            <a:ext cx="1305045" cy="857414"/>
            <a:chOff x="1063408" y="1748314"/>
            <a:chExt cx="808915" cy="643061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13993E2-7223-7A4B-828C-0326FC477704}"/>
                </a:ext>
              </a:extLst>
            </p:cNvPr>
            <p:cNvGrpSpPr/>
            <p:nvPr/>
          </p:nvGrpSpPr>
          <p:grpSpPr>
            <a:xfrm>
              <a:off x="1063408" y="1748316"/>
              <a:ext cx="308728" cy="643039"/>
              <a:chOff x="1596994" y="3523130"/>
              <a:chExt cx="452006" cy="4831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E9F1AB4D-D5FB-B14B-865A-0C4D79E45750}"/>
                      </a:ext>
                    </a:extLst>
                  </p:cNvPr>
                  <p:cNvSpPr txBox="1"/>
                  <p:nvPr/>
                </p:nvSpPr>
                <p:spPr>
                  <a:xfrm>
                    <a:off x="1596994" y="3523130"/>
                    <a:ext cx="452006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E9F1AB4D-D5FB-B14B-865A-0C4D79E457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6994" y="3523130"/>
                    <a:ext cx="452006" cy="23127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7500" t="-24242" r="-2500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D380FAE1-3977-FF4A-9C2B-ACAEF8F45F46}"/>
                  </a:ext>
                </a:extLst>
              </p:cNvPr>
              <p:cNvGrpSpPr/>
              <p:nvPr/>
            </p:nvGrpSpPr>
            <p:grpSpPr>
              <a:xfrm>
                <a:off x="1642608" y="3765306"/>
                <a:ext cx="360782" cy="240949"/>
                <a:chOff x="1246040" y="1517825"/>
                <a:chExt cx="360782" cy="240949"/>
              </a:xfrm>
            </p:grpSpPr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0ED32A2-E013-4247-84A1-042B5434AFAC}"/>
                    </a:ext>
                  </a:extLst>
                </p:cNvPr>
                <p:cNvSpPr txBox="1"/>
                <p:nvPr/>
              </p:nvSpPr>
              <p:spPr>
                <a:xfrm>
                  <a:off x="1265362" y="1527536"/>
                  <a:ext cx="322157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</a:t>
                  </a:r>
                </a:p>
              </p:txBody>
            </p: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10F61D58-F131-2A4E-9616-BF6BA3BD41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6040" y="1517825"/>
                  <a:ext cx="3607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22945E94-CCD8-0346-ACFE-E7E54A5B26FE}"/>
                    </a:ext>
                  </a:extLst>
                </p:cNvPr>
                <p:cNvSpPr txBox="1"/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22945E94-CCD8-0346-ACFE-E7E54A5B2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139C44B9-CE78-0E4D-9FC4-EED87E7A0051}"/>
                </a:ext>
              </a:extLst>
            </p:cNvPr>
            <p:cNvGrpSpPr/>
            <p:nvPr/>
          </p:nvGrpSpPr>
          <p:grpSpPr>
            <a:xfrm>
              <a:off x="1661458" y="1748314"/>
              <a:ext cx="210865" cy="643061"/>
              <a:chOff x="1724458" y="3523131"/>
              <a:chExt cx="308726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9CA54CB3-CCF5-CB4A-AE8C-FFAD748321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9CA54CB3-CCF5-CB4A-AE8C-FFAD748321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31"/>
                    <a:ext cx="308726" cy="2312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B0C01491-221F-1D42-8B9D-2793F5FB443D}"/>
                  </a:ext>
                </a:extLst>
              </p:cNvPr>
              <p:cNvGrpSpPr/>
              <p:nvPr/>
            </p:nvGrpSpPr>
            <p:grpSpPr>
              <a:xfrm>
                <a:off x="1755612" y="3765306"/>
                <a:ext cx="246419" cy="240967"/>
                <a:chOff x="1359044" y="1517825"/>
                <a:chExt cx="246419" cy="240967"/>
              </a:xfrm>
            </p:grpSpPr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EE64B18-4385-4641-8956-88E52CD67A2A}"/>
                    </a:ext>
                  </a:extLst>
                </p:cNvPr>
                <p:cNvSpPr txBox="1"/>
                <p:nvPr/>
              </p:nvSpPr>
              <p:spPr>
                <a:xfrm>
                  <a:off x="1372237" y="1527518"/>
                  <a:ext cx="220037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</a:t>
                  </a:r>
                </a:p>
              </p:txBody>
            </p: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CB48F3E9-6FCF-7E44-8A12-ACE6392375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40A41D7-556F-6842-95F4-18B44FED545A}"/>
              </a:ext>
            </a:extLst>
          </p:cNvPr>
          <p:cNvSpPr/>
          <p:nvPr/>
        </p:nvSpPr>
        <p:spPr>
          <a:xfrm>
            <a:off x="5119966" y="5219938"/>
            <a:ext cx="340879" cy="303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867" b="1" dirty="0">
                <a:solidFill>
                  <a:schemeClr val="tx2"/>
                </a:solidFill>
              </a:rPr>
              <a:t>10</a:t>
            </a:r>
            <a:endParaRPr lang="en-GB" sz="1867" b="1" dirty="0">
              <a:solidFill>
                <a:schemeClr val="accent2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C46FA0-2AC0-B449-AA78-B0E262A5355E}"/>
              </a:ext>
            </a:extLst>
          </p:cNvPr>
          <p:cNvSpPr/>
          <p:nvPr/>
        </p:nvSpPr>
        <p:spPr>
          <a:xfrm>
            <a:off x="2350802" y="4722049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4027587-3B78-D747-A718-BBB6119B4D8E}"/>
              </a:ext>
            </a:extLst>
          </p:cNvPr>
          <p:cNvSpPr/>
          <p:nvPr/>
        </p:nvSpPr>
        <p:spPr>
          <a:xfrm>
            <a:off x="6427502" y="4722049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7E9A90E-3FD8-6847-BE30-15DE71116D13}"/>
              </a:ext>
            </a:extLst>
          </p:cNvPr>
          <p:cNvGrpSpPr/>
          <p:nvPr/>
        </p:nvGrpSpPr>
        <p:grpSpPr>
          <a:xfrm>
            <a:off x="9473988" y="2672005"/>
            <a:ext cx="1401545" cy="857387"/>
            <a:chOff x="1063408" y="1748312"/>
            <a:chExt cx="868729" cy="643040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F91870A-1C97-8B4D-808D-CDBE483AA2A1}"/>
                </a:ext>
              </a:extLst>
            </p:cNvPr>
            <p:cNvGrpSpPr/>
            <p:nvPr/>
          </p:nvGrpSpPr>
          <p:grpSpPr>
            <a:xfrm>
              <a:off x="1063408" y="1748312"/>
              <a:ext cx="308728" cy="643037"/>
              <a:chOff x="1596994" y="3523131"/>
              <a:chExt cx="452006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F431E403-95B5-D144-950C-6F47F11EF4A9}"/>
                      </a:ext>
                    </a:extLst>
                  </p:cNvPr>
                  <p:cNvSpPr txBox="1"/>
                  <p:nvPr/>
                </p:nvSpPr>
                <p:spPr>
                  <a:xfrm>
                    <a:off x="1596994" y="3523131"/>
                    <a:ext cx="45200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F431E403-95B5-D144-950C-6F47F11EF4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6994" y="3523131"/>
                    <a:ext cx="452006" cy="23127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6829" t="-24242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C3F076E3-30CD-E148-B988-90A1CD442328}"/>
                  </a:ext>
                </a:extLst>
              </p:cNvPr>
              <p:cNvGrpSpPr/>
              <p:nvPr/>
            </p:nvGrpSpPr>
            <p:grpSpPr>
              <a:xfrm>
                <a:off x="1628104" y="3765306"/>
                <a:ext cx="389810" cy="240949"/>
                <a:chOff x="1231536" y="1517825"/>
                <a:chExt cx="389810" cy="240949"/>
              </a:xfrm>
            </p:grpSpPr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1EBCBEB-8D79-8147-A2A1-E0D25F2F03A3}"/>
                    </a:ext>
                  </a:extLst>
                </p:cNvPr>
                <p:cNvSpPr txBox="1"/>
                <p:nvPr/>
              </p:nvSpPr>
              <p:spPr>
                <a:xfrm>
                  <a:off x="1231536" y="1527536"/>
                  <a:ext cx="389810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6</a:t>
                  </a:r>
                </a:p>
              </p:txBody>
            </p: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231BF6AA-B2ED-6249-ACC4-F65AC9EE5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6040" y="1517825"/>
                  <a:ext cx="3607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E323A7FE-5231-394C-90D6-38EAD3783F54}"/>
                    </a:ext>
                  </a:extLst>
                </p:cNvPr>
                <p:cNvSpPr txBox="1"/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E323A7FE-5231-394C-90D6-38EAD3783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673" y="1915936"/>
                  <a:ext cx="354375" cy="30782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2DFE6E3D-62DA-8D40-8EC6-7BA099D72A16}"/>
                </a:ext>
              </a:extLst>
            </p:cNvPr>
            <p:cNvGrpSpPr/>
            <p:nvPr/>
          </p:nvGrpSpPr>
          <p:grpSpPr>
            <a:xfrm>
              <a:off x="1661458" y="1748312"/>
              <a:ext cx="270679" cy="643040"/>
              <a:chOff x="1724457" y="3523129"/>
              <a:chExt cx="396299" cy="48312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C7A47BBA-25F1-7843-8223-0827EEC11F57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7" y="3523129"/>
                    <a:ext cx="39629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C7A47BBA-25F1-7843-8223-0827EEC11F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7" y="3523129"/>
                    <a:ext cx="396299" cy="23127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36111" t="-24242" r="-8333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9036BED2-F5E1-CA40-B7E3-88468582C8D7}"/>
                  </a:ext>
                </a:extLst>
              </p:cNvPr>
              <p:cNvGrpSpPr/>
              <p:nvPr/>
            </p:nvGrpSpPr>
            <p:grpSpPr>
              <a:xfrm>
                <a:off x="1745701" y="3765306"/>
                <a:ext cx="266246" cy="240949"/>
                <a:chOff x="1349133" y="1517825"/>
                <a:chExt cx="266246" cy="240949"/>
              </a:xfrm>
            </p:grpSpPr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8A032EA2-E678-7C40-AFA7-A2CC10E69443}"/>
                    </a:ext>
                  </a:extLst>
                </p:cNvPr>
                <p:cNvSpPr txBox="1"/>
                <p:nvPr/>
              </p:nvSpPr>
              <p:spPr>
                <a:xfrm>
                  <a:off x="1349133" y="1527536"/>
                  <a:ext cx="266246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3 </a:t>
                  </a:r>
                </a:p>
              </p:txBody>
            </p: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B4FA5BFC-02A6-4D40-8EEE-83B03DDEE0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CF9BF06-2FB1-AB41-B004-14C5DED89631}"/>
              </a:ext>
            </a:extLst>
          </p:cNvPr>
          <p:cNvSpPr/>
          <p:nvPr/>
        </p:nvSpPr>
        <p:spPr>
          <a:xfrm>
            <a:off x="10422933" y="4702697"/>
            <a:ext cx="561201" cy="803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C5D331F-6ED2-044A-9384-8E7927A2D301}"/>
              </a:ext>
            </a:extLst>
          </p:cNvPr>
          <p:cNvSpPr/>
          <p:nvPr/>
        </p:nvSpPr>
        <p:spPr>
          <a:xfrm>
            <a:off x="9648958" y="4223726"/>
            <a:ext cx="287352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2C0B263-2C0D-174C-9B80-D85B18879CB5}"/>
              </a:ext>
            </a:extLst>
          </p:cNvPr>
          <p:cNvSpPr/>
          <p:nvPr/>
        </p:nvSpPr>
        <p:spPr>
          <a:xfrm>
            <a:off x="11391729" y="4223726"/>
            <a:ext cx="420711" cy="31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08483992-8717-734D-9DE9-B912E5CA5E09}"/>
              </a:ext>
            </a:extLst>
          </p:cNvPr>
          <p:cNvSpPr/>
          <p:nvPr/>
        </p:nvSpPr>
        <p:spPr>
          <a:xfrm>
            <a:off x="8695419" y="4223726"/>
            <a:ext cx="420712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346841D-50C5-C74A-A3E3-EFDF2D070DDC}"/>
              </a:ext>
            </a:extLst>
          </p:cNvPr>
          <p:cNvSpPr/>
          <p:nvPr/>
        </p:nvSpPr>
        <p:spPr>
          <a:xfrm>
            <a:off x="10482166" y="4223726"/>
            <a:ext cx="420711" cy="3133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2200FDC-2383-AA41-A4F1-F9A05D461BB4}"/>
              </a:ext>
            </a:extLst>
          </p:cNvPr>
          <p:cNvSpPr/>
          <p:nvPr/>
        </p:nvSpPr>
        <p:spPr>
          <a:xfrm>
            <a:off x="11391729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6F5497C-D97E-E44A-9A20-E4475EFA7894}"/>
              </a:ext>
            </a:extLst>
          </p:cNvPr>
          <p:cNvSpPr/>
          <p:nvPr/>
        </p:nvSpPr>
        <p:spPr>
          <a:xfrm>
            <a:off x="10482166" y="4223726"/>
            <a:ext cx="420711" cy="3133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D7AC675-9377-724C-9E2E-BD676415A701}"/>
                  </a:ext>
                </a:extLst>
              </p:cNvPr>
              <p:cNvSpPr txBox="1"/>
              <p:nvPr/>
            </p:nvSpPr>
            <p:spPr>
              <a:xfrm>
                <a:off x="9984852" y="3944405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D7AC675-9377-724C-9E2E-BD676415A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852" y="3944405"/>
                <a:ext cx="472500" cy="41036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91D7A6D-F982-5D42-A0C8-297208CB0A82}"/>
              </a:ext>
            </a:extLst>
          </p:cNvPr>
          <p:cNvGrpSpPr/>
          <p:nvPr/>
        </p:nvGrpSpPr>
        <p:grpSpPr>
          <a:xfrm>
            <a:off x="8291036" y="4399803"/>
            <a:ext cx="1430753" cy="759840"/>
            <a:chOff x="176198" y="769765"/>
            <a:chExt cx="1073065" cy="569880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131C4045-0998-F940-ADB2-458B03983C2B}"/>
                </a:ext>
              </a:extLst>
            </p:cNvPr>
            <p:cNvSpPr/>
            <p:nvPr/>
          </p:nvSpPr>
          <p:spPr>
            <a:xfrm flipH="1">
              <a:off x="881216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A308C4DA-1DB4-4A4C-AE3F-11F74E3C734B}"/>
                </a:ext>
              </a:extLst>
            </p:cNvPr>
            <p:cNvSpPr/>
            <p:nvPr/>
          </p:nvSpPr>
          <p:spPr>
            <a:xfrm>
              <a:off x="993906" y="769765"/>
              <a:ext cx="113145" cy="416390"/>
            </a:xfrm>
            <a:custGeom>
              <a:avLst/>
              <a:gdLst>
                <a:gd name="connsiteX0" fmla="*/ 0 w 415636"/>
                <a:gd name="connsiteY0" fmla="*/ 1022465 h 1022465"/>
                <a:gd name="connsiteX1" fmla="*/ 0 w 415636"/>
                <a:gd name="connsiteY1" fmla="*/ 0 h 1022465"/>
                <a:gd name="connsiteX2" fmla="*/ 415636 w 415636"/>
                <a:gd name="connsiteY2" fmla="*/ 0 h 1022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5636" h="1022465">
                  <a:moveTo>
                    <a:pt x="0" y="1022465"/>
                  </a:moveTo>
                  <a:lnTo>
                    <a:pt x="0" y="0"/>
                  </a:lnTo>
                  <a:lnTo>
                    <a:pt x="415636" y="0"/>
                  </a:lnTo>
                </a:path>
              </a:pathLst>
            </a:custGeom>
            <a:noFill/>
            <a:ln w="28575">
              <a:solidFill>
                <a:schemeClr val="accent2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9167D276-ED7B-E64D-A73C-12507B8A1E91}"/>
                </a:ext>
              </a:extLst>
            </p:cNvPr>
            <p:cNvSpPr/>
            <p:nvPr/>
          </p:nvSpPr>
          <p:spPr>
            <a:xfrm>
              <a:off x="176198" y="972942"/>
              <a:ext cx="1073065" cy="3667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Find a common denominator.</a:t>
              </a: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DC57FB5-DF20-AE4B-ADBA-9B5E83A37D0D}"/>
              </a:ext>
            </a:extLst>
          </p:cNvPr>
          <p:cNvGrpSpPr/>
          <p:nvPr/>
        </p:nvGrpSpPr>
        <p:grpSpPr>
          <a:xfrm>
            <a:off x="10426790" y="3723417"/>
            <a:ext cx="1430005" cy="857416"/>
            <a:chOff x="1094824" y="1748310"/>
            <a:chExt cx="886367" cy="643062"/>
          </a:xfrm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F0970711-AF3E-C140-8C9E-47D0AAEA711E}"/>
                </a:ext>
              </a:extLst>
            </p:cNvPr>
            <p:cNvGrpSpPr/>
            <p:nvPr/>
          </p:nvGrpSpPr>
          <p:grpSpPr>
            <a:xfrm>
              <a:off x="1094824" y="1748310"/>
              <a:ext cx="322160" cy="643062"/>
              <a:chOff x="1642991" y="3523130"/>
              <a:chExt cx="471673" cy="48314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0824CCBC-F569-F942-93AD-C4459EF78B15}"/>
                      </a:ext>
                    </a:extLst>
                  </p:cNvPr>
                  <p:cNvSpPr txBox="1"/>
                  <p:nvPr/>
                </p:nvSpPr>
                <p:spPr>
                  <a:xfrm>
                    <a:off x="1692041" y="3523130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0824CCBC-F569-F942-93AD-C4459EF78B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041" y="3523130"/>
                    <a:ext cx="373559" cy="23127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45455" t="-24242" r="-1212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70F9F2EC-C65C-B040-90B7-A489D1AA6BB3}"/>
                  </a:ext>
                </a:extLst>
              </p:cNvPr>
              <p:cNvGrpSpPr/>
              <p:nvPr/>
            </p:nvGrpSpPr>
            <p:grpSpPr>
              <a:xfrm>
                <a:off x="1642991" y="3765306"/>
                <a:ext cx="471673" cy="240967"/>
                <a:chOff x="1246423" y="1517825"/>
                <a:chExt cx="471673" cy="240967"/>
              </a:xfrm>
            </p:grpSpPr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55711615-559E-9247-98D7-5E3BA986B304}"/>
                    </a:ext>
                  </a:extLst>
                </p:cNvPr>
                <p:cNvSpPr txBox="1"/>
                <p:nvPr/>
              </p:nvSpPr>
              <p:spPr>
                <a:xfrm>
                  <a:off x="1246423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6</a:t>
                  </a:r>
                </a:p>
              </p:txBody>
            </p: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0EEA4E3B-CBC0-B145-B4B2-897E29072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8262" y="1517825"/>
                  <a:ext cx="327983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AC42B44-2846-224B-A9DC-E5CFC367559C}"/>
                    </a:ext>
                  </a:extLst>
                </p:cNvPr>
                <p:cNvSpPr txBox="1"/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AC42B44-2846-224B-A9DC-E5CFC3675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158" y="1915936"/>
                  <a:ext cx="354375" cy="30782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D8E73FFF-C4E4-5B4C-BC39-6A2CBAD1CCB2}"/>
                </a:ext>
              </a:extLst>
            </p:cNvPr>
            <p:cNvGrpSpPr/>
            <p:nvPr/>
          </p:nvGrpSpPr>
          <p:grpSpPr>
            <a:xfrm>
              <a:off x="1659031" y="1748310"/>
              <a:ext cx="322160" cy="643062"/>
              <a:chOff x="1720906" y="3523130"/>
              <a:chExt cx="471672" cy="48314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id="{5342105C-79AB-9140-B76F-4C1A3EB021E2}"/>
                      </a:ext>
                    </a:extLst>
                  </p:cNvPr>
                  <p:cNvSpPr txBox="1"/>
                  <p:nvPr/>
                </p:nvSpPr>
                <p:spPr>
                  <a:xfrm>
                    <a:off x="1769959" y="3523130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id="{5342105C-79AB-9140-B76F-4C1A3EB021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9959" y="3523130"/>
                    <a:ext cx="373559" cy="23127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5455" t="-24242" r="-1212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A6DA3627-81AA-DD4F-93B0-21CA7A7BC50B}"/>
                  </a:ext>
                </a:extLst>
              </p:cNvPr>
              <p:cNvGrpSpPr/>
              <p:nvPr/>
            </p:nvGrpSpPr>
            <p:grpSpPr>
              <a:xfrm>
                <a:off x="1720906" y="3765306"/>
                <a:ext cx="471672" cy="240967"/>
                <a:chOff x="1324338" y="1517825"/>
                <a:chExt cx="471672" cy="240967"/>
              </a:xfrm>
            </p:grpSpPr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68612DC7-5F9A-0840-9226-74DDF418C86C}"/>
                    </a:ext>
                  </a:extLst>
                </p:cNvPr>
                <p:cNvSpPr txBox="1"/>
                <p:nvPr/>
              </p:nvSpPr>
              <p:spPr>
                <a:xfrm>
                  <a:off x="1324338" y="1527518"/>
                  <a:ext cx="471672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6</a:t>
                  </a:r>
                </a:p>
              </p:txBody>
            </p: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F1782DD8-2321-5D42-A4BA-57E22AFB6E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96179" y="1517825"/>
                  <a:ext cx="327984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EA7A3F5-B735-B947-980D-70CAF49080AA}"/>
              </a:ext>
            </a:extLst>
          </p:cNvPr>
          <p:cNvSpPr/>
          <p:nvPr/>
        </p:nvSpPr>
        <p:spPr>
          <a:xfrm>
            <a:off x="10470657" y="3800810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BC57A89-620C-6341-9F1B-2EB3D9694AF9}"/>
              </a:ext>
            </a:extLst>
          </p:cNvPr>
          <p:cNvSpPr/>
          <p:nvPr/>
        </p:nvSpPr>
        <p:spPr>
          <a:xfrm>
            <a:off x="11406553" y="3752613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0671B078-580F-1B44-BB50-EA1805C71E7E}"/>
                  </a:ext>
                </a:extLst>
              </p:cNvPr>
              <p:cNvSpPr txBox="1"/>
              <p:nvPr/>
            </p:nvSpPr>
            <p:spPr>
              <a:xfrm>
                <a:off x="9984852" y="4885898"/>
                <a:ext cx="472500" cy="41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GB" altLang="en-US" sz="2667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altLang="en-US" sz="2667" dirty="0"/>
                  <a:t> </a:t>
                </a:r>
              </a:p>
            </p:txBody>
          </p:sp>
        </mc:Choice>
        <mc:Fallback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0671B078-580F-1B44-BB50-EA1805C71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852" y="4885898"/>
                <a:ext cx="472500" cy="41036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FB7C2AC-CB00-0544-956D-95936819E4E9}"/>
              </a:ext>
            </a:extLst>
          </p:cNvPr>
          <p:cNvGrpSpPr/>
          <p:nvPr/>
        </p:nvGrpSpPr>
        <p:grpSpPr>
          <a:xfrm>
            <a:off x="10454493" y="4662370"/>
            <a:ext cx="498081" cy="857415"/>
            <a:chOff x="1578009" y="3523130"/>
            <a:chExt cx="601622" cy="4831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C22A4626-0F29-DA48-AB8A-25F4F1FF0F86}"/>
                    </a:ext>
                  </a:extLst>
                </p:cNvPr>
                <p:cNvSpPr txBox="1"/>
                <p:nvPr/>
              </p:nvSpPr>
              <p:spPr>
                <a:xfrm>
                  <a:off x="1578009" y="3523130"/>
                  <a:ext cx="601622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altLang="en-US" sz="2667" dirty="0"/>
                </a:p>
              </p:txBody>
            </p:sp>
          </mc:Choice>
          <mc:Fallback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C22A4626-0F29-DA48-AB8A-25F4F1FF0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8009" y="3523130"/>
                  <a:ext cx="601622" cy="23127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008CC36-0FFB-184A-8ECF-00FF580EF751}"/>
                </a:ext>
              </a:extLst>
            </p:cNvPr>
            <p:cNvGrpSpPr/>
            <p:nvPr/>
          </p:nvGrpSpPr>
          <p:grpSpPr>
            <a:xfrm>
              <a:off x="1638721" y="3765306"/>
              <a:ext cx="480199" cy="240966"/>
              <a:chOff x="1242153" y="1517825"/>
              <a:chExt cx="480199" cy="240966"/>
            </a:xfrm>
          </p:grpSpPr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E66BB0E-DAA3-604D-A75F-235AC36ACB02}"/>
                  </a:ext>
                </a:extLst>
              </p:cNvPr>
              <p:cNvSpPr txBox="1"/>
              <p:nvPr/>
            </p:nvSpPr>
            <p:spPr>
              <a:xfrm>
                <a:off x="1246422" y="1527517"/>
                <a:ext cx="471673" cy="2312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GB" altLang="en-US" sz="2667" dirty="0"/>
                  <a:t>6</a:t>
                </a:r>
              </a:p>
            </p:txBody>
          </p: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2B056A8A-9031-8846-976A-1B0142BF83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2153" y="1517825"/>
                <a:ext cx="480199" cy="0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86A415B-31BE-6B4C-8946-C622E3073D98}"/>
              </a:ext>
            </a:extLst>
          </p:cNvPr>
          <p:cNvGrpSpPr/>
          <p:nvPr/>
        </p:nvGrpSpPr>
        <p:grpSpPr>
          <a:xfrm>
            <a:off x="8656565" y="3723417"/>
            <a:ext cx="1403642" cy="857403"/>
            <a:chOff x="1063408" y="1748308"/>
            <a:chExt cx="870029" cy="643052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9B90779F-7A81-F548-944B-270ECE6850AA}"/>
                </a:ext>
              </a:extLst>
            </p:cNvPr>
            <p:cNvGrpSpPr/>
            <p:nvPr/>
          </p:nvGrpSpPr>
          <p:grpSpPr>
            <a:xfrm>
              <a:off x="1063408" y="1748308"/>
              <a:ext cx="308728" cy="643038"/>
              <a:chOff x="1596994" y="3523130"/>
              <a:chExt cx="452006" cy="4831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03FBDD8F-AAD5-FB44-B86E-543F2325A58B}"/>
                      </a:ext>
                    </a:extLst>
                  </p:cNvPr>
                  <p:cNvSpPr txBox="1"/>
                  <p:nvPr/>
                </p:nvSpPr>
                <p:spPr>
                  <a:xfrm>
                    <a:off x="1596994" y="3523130"/>
                    <a:ext cx="452006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03FBDD8F-AAD5-FB44-B86E-543F2325A5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6994" y="3523130"/>
                    <a:ext cx="452006" cy="23127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27500" t="-24242" r="-2500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7C6FD16B-5921-694A-9665-E32868AF4CBA}"/>
                  </a:ext>
                </a:extLst>
              </p:cNvPr>
              <p:cNvGrpSpPr/>
              <p:nvPr/>
            </p:nvGrpSpPr>
            <p:grpSpPr>
              <a:xfrm>
                <a:off x="1608613" y="3765306"/>
                <a:ext cx="428791" cy="240949"/>
                <a:chOff x="1212045" y="1517825"/>
                <a:chExt cx="428791" cy="240949"/>
              </a:xfrm>
            </p:grpSpPr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1E485002-6D33-A249-94FB-755958AB9484}"/>
                    </a:ext>
                  </a:extLst>
                </p:cNvPr>
                <p:cNvSpPr txBox="1"/>
                <p:nvPr/>
              </p:nvSpPr>
              <p:spPr>
                <a:xfrm>
                  <a:off x="1212045" y="1527536"/>
                  <a:ext cx="428791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6</a:t>
                  </a:r>
                </a:p>
              </p:txBody>
            </p: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B4C87998-5CB1-5542-BAD1-F9D6ECBF40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6040" y="1517825"/>
                  <a:ext cx="3607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3252BEE-D373-7543-AA27-87C6F5D90215}"/>
                    </a:ext>
                  </a:extLst>
                </p:cNvPr>
                <p:cNvSpPr txBox="1"/>
                <p:nvPr/>
              </p:nvSpPr>
              <p:spPr>
                <a:xfrm>
                  <a:off x="1334673" y="1915935"/>
                  <a:ext cx="354375" cy="307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3252BEE-D373-7543-AA27-87C6F5D90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4673" y="1915935"/>
                  <a:ext cx="354375" cy="30782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79B4C94B-A0F3-534C-8708-AC2E606A1BF0}"/>
                </a:ext>
              </a:extLst>
            </p:cNvPr>
            <p:cNvGrpSpPr/>
            <p:nvPr/>
          </p:nvGrpSpPr>
          <p:grpSpPr>
            <a:xfrm>
              <a:off x="1661456" y="1748318"/>
              <a:ext cx="271981" cy="643042"/>
              <a:chOff x="1724458" y="3523129"/>
              <a:chExt cx="398206" cy="48312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8D5CA242-378D-D24F-A39D-B027867CDEB3}"/>
                      </a:ext>
                    </a:extLst>
                  </p:cNvPr>
                  <p:cNvSpPr txBox="1"/>
                  <p:nvPr/>
                </p:nvSpPr>
                <p:spPr>
                  <a:xfrm>
                    <a:off x="1724458" y="3523129"/>
                    <a:ext cx="398206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  <a14:m>
                      <m:oMath xmlns:m="http://schemas.openxmlformats.org/officeDocument/2006/math">
                        <m:r>
                          <a:rPr lang="en-CA" altLang="en-US" sz="2667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endParaRPr lang="en-GB" altLang="en-US" sz="2667" dirty="0"/>
                  </a:p>
                </p:txBody>
              </p:sp>
            </mc:Choice>
            <mc:Fallback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8D5CA242-378D-D24F-A39D-B027867CDE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4458" y="3523129"/>
                    <a:ext cx="398206" cy="231273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37143" t="-24242" r="-857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2D83C120-2A8E-C548-BFD9-736B8DA107CF}"/>
                  </a:ext>
                </a:extLst>
              </p:cNvPr>
              <p:cNvGrpSpPr/>
              <p:nvPr/>
            </p:nvGrpSpPr>
            <p:grpSpPr>
              <a:xfrm>
                <a:off x="1745487" y="3765306"/>
                <a:ext cx="292871" cy="240950"/>
                <a:chOff x="1348919" y="1517825"/>
                <a:chExt cx="292871" cy="240950"/>
              </a:xfrm>
            </p:grpSpPr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76CE7907-131A-D148-A36E-374C52A5DA2E}"/>
                    </a:ext>
                  </a:extLst>
                </p:cNvPr>
                <p:cNvSpPr txBox="1"/>
                <p:nvPr/>
              </p:nvSpPr>
              <p:spPr>
                <a:xfrm>
                  <a:off x="1348919" y="1527537"/>
                  <a:ext cx="292871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3 </a:t>
                  </a:r>
                </a:p>
              </p:txBody>
            </p: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B5CA0C05-2292-9744-9E5E-A815A10CBE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9044" y="1517825"/>
                  <a:ext cx="24641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8EA5A28-3551-9C4C-B4FD-09FF52BA7E3D}"/>
              </a:ext>
            </a:extLst>
          </p:cNvPr>
          <p:cNvSpPr/>
          <p:nvPr/>
        </p:nvSpPr>
        <p:spPr>
          <a:xfrm>
            <a:off x="10510059" y="4732850"/>
            <a:ext cx="420711" cy="313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6A76138-9E4B-7646-BC0E-AEC419577D02}"/>
              </a:ext>
            </a:extLst>
          </p:cNvPr>
          <p:cNvSpPr/>
          <p:nvPr/>
        </p:nvSpPr>
        <p:spPr>
          <a:xfrm>
            <a:off x="8314615" y="5244182"/>
            <a:ext cx="1375732" cy="4889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b="1" dirty="0">
                <a:solidFill>
                  <a:schemeClr val="tx2"/>
                </a:solidFill>
              </a:rPr>
              <a:t>6 is the second multiple of 6.</a:t>
            </a:r>
          </a:p>
        </p:txBody>
      </p:sp>
      <p:sp>
        <p:nvSpPr>
          <p:cNvPr id="223" name="Freeform 222">
            <a:extLst>
              <a:ext uri="{FF2B5EF4-FFF2-40B4-BE49-F238E27FC236}">
                <a16:creationId xmlns:a16="http://schemas.microsoft.com/office/drawing/2014/main" id="{DC9E755C-F77E-1D44-9546-F11433EFD27E}"/>
              </a:ext>
            </a:extLst>
          </p:cNvPr>
          <p:cNvSpPr/>
          <p:nvPr/>
        </p:nvSpPr>
        <p:spPr>
          <a:xfrm>
            <a:off x="10629255" y="3552062"/>
            <a:ext cx="1256345" cy="2283582"/>
          </a:xfrm>
          <a:custGeom>
            <a:avLst/>
            <a:gdLst>
              <a:gd name="connsiteX0" fmla="*/ 0 w 1005114"/>
              <a:gd name="connsiteY0" fmla="*/ 137886 h 1712686"/>
              <a:gd name="connsiteX1" fmla="*/ 0 w 1005114"/>
              <a:gd name="connsiteY1" fmla="*/ 0 h 1712686"/>
              <a:gd name="connsiteX2" fmla="*/ 1005114 w 1005114"/>
              <a:gd name="connsiteY2" fmla="*/ 0 h 1712686"/>
              <a:gd name="connsiteX3" fmla="*/ 1005114 w 1005114"/>
              <a:gd name="connsiteY3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114" h="1712686">
                <a:moveTo>
                  <a:pt x="0" y="137886"/>
                </a:moveTo>
                <a:lnTo>
                  <a:pt x="0" y="0"/>
                </a:lnTo>
                <a:lnTo>
                  <a:pt x="1005114" y="0"/>
                </a:lnTo>
                <a:lnTo>
                  <a:pt x="1005114" y="1712686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2728FAFF-A12C-D44F-BA22-AE227225C8F9}"/>
              </a:ext>
            </a:extLst>
          </p:cNvPr>
          <p:cNvSpPr/>
          <p:nvPr/>
        </p:nvSpPr>
        <p:spPr>
          <a:xfrm>
            <a:off x="11549107" y="3552062"/>
            <a:ext cx="336493" cy="2283582"/>
          </a:xfrm>
          <a:custGeom>
            <a:avLst/>
            <a:gdLst>
              <a:gd name="connsiteX0" fmla="*/ 0 w 1005114"/>
              <a:gd name="connsiteY0" fmla="*/ 137886 h 1712686"/>
              <a:gd name="connsiteX1" fmla="*/ 0 w 1005114"/>
              <a:gd name="connsiteY1" fmla="*/ 0 h 1712686"/>
              <a:gd name="connsiteX2" fmla="*/ 1005114 w 1005114"/>
              <a:gd name="connsiteY2" fmla="*/ 0 h 1712686"/>
              <a:gd name="connsiteX3" fmla="*/ 1005114 w 1005114"/>
              <a:gd name="connsiteY3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114" h="1712686">
                <a:moveTo>
                  <a:pt x="0" y="137886"/>
                </a:moveTo>
                <a:lnTo>
                  <a:pt x="0" y="0"/>
                </a:lnTo>
                <a:lnTo>
                  <a:pt x="1005114" y="0"/>
                </a:lnTo>
                <a:lnTo>
                  <a:pt x="1005114" y="1712686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5B496547-0586-7648-BF50-8BE82C1743F7}"/>
              </a:ext>
            </a:extLst>
          </p:cNvPr>
          <p:cNvSpPr/>
          <p:nvPr/>
        </p:nvSpPr>
        <p:spPr>
          <a:xfrm>
            <a:off x="10243255" y="5752748"/>
            <a:ext cx="1819100" cy="50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b="1" dirty="0">
                <a:solidFill>
                  <a:schemeClr val="tx2"/>
                </a:solidFill>
              </a:rPr>
              <a:t>Find the equivalent fractions.</a:t>
            </a:r>
          </a:p>
        </p:txBody>
      </p:sp>
    </p:spTree>
    <p:extLst>
      <p:ext uri="{BB962C8B-B14F-4D97-AF65-F5344CB8AC3E}">
        <p14:creationId xmlns:p14="http://schemas.microsoft.com/office/powerpoint/2010/main" val="330607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34" grpId="0"/>
      <p:bldP spid="36" grpId="0"/>
      <p:bldP spid="37" grpId="0"/>
      <p:bldP spid="38" grpId="0"/>
      <p:bldP spid="40" grpId="0"/>
      <p:bldP spid="41" grpId="0"/>
      <p:bldP spid="43" grpId="0" animBg="1"/>
      <p:bldP spid="44" grpId="0" animBg="1"/>
      <p:bldP spid="45" grpId="0" animBg="1"/>
      <p:bldP spid="46" grpId="0"/>
      <p:bldP spid="87" grpId="0" animBg="1"/>
      <p:bldP spid="88" grpId="0" animBg="1"/>
      <p:bldP spid="89" grpId="0"/>
      <p:bldP spid="100" grpId="0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/>
      <p:bldP spid="136" grpId="0" animBg="1"/>
      <p:bldP spid="137" grpId="0" animBg="1"/>
      <p:bldP spid="138" grpId="0"/>
      <p:bldP spid="156" grpId="0" animBg="1"/>
      <p:bldP spid="157" grpId="0" animBg="1"/>
      <p:bldP spid="158" grpId="0" animBg="1"/>
      <p:bldP spid="174" grpId="0" animBg="1"/>
      <p:bldP spid="175" grpId="0" animBg="1"/>
      <p:bldP spid="175" grpId="1" animBg="1"/>
      <p:bldP spid="176" grpId="0" animBg="1"/>
      <p:bldP spid="176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  <p:bldP spid="180" grpId="0" animBg="1"/>
      <p:bldP spid="180" grpId="1" animBg="1"/>
      <p:bldP spid="181" grpId="0"/>
      <p:bldP spid="198" grpId="0" animBg="1"/>
      <p:bldP spid="199" grpId="0" animBg="1"/>
      <p:bldP spid="200" grpId="0"/>
      <p:bldP spid="219" grpId="0" animBg="1"/>
      <p:bldP spid="222" grpId="0" animBg="1"/>
      <p:bldP spid="223" grpId="0" animBg="1"/>
      <p:bldP spid="224" grpId="0" animBg="1"/>
      <p:bldP spid="2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84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811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09500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5431220C-616D-D247-BBA6-A59DC93E7D1D}"/>
              </a:ext>
            </a:extLst>
          </p:cNvPr>
          <p:cNvSpPr txBox="1"/>
          <p:nvPr/>
        </p:nvSpPr>
        <p:spPr>
          <a:xfrm>
            <a:off x="764216" y="1513095"/>
            <a:ext cx="7621630" cy="369332"/>
          </a:xfrm>
          <a:prstGeom prst="rect">
            <a:avLst/>
          </a:prstGeom>
          <a:noFill/>
        </p:spPr>
        <p:txBody>
          <a:bodyPr wrap="square" lIns="48000" tIns="0" rIns="0" bIns="0" rtlCol="0" anchor="t">
            <a:spAutoFit/>
          </a:bodyPr>
          <a:lstStyle/>
          <a:p>
            <a:pPr>
              <a:defRPr/>
            </a:pPr>
            <a:r>
              <a:rPr lang="en-GB" altLang="en-US" sz="2400" dirty="0"/>
              <a:t>Write the following as a fraction in its simplest form.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141F3B-A1DC-2546-A3C3-524DDEB2D89F}"/>
              </a:ext>
            </a:extLst>
          </p:cNvPr>
          <p:cNvSpPr/>
          <p:nvPr/>
        </p:nvSpPr>
        <p:spPr>
          <a:xfrm rot="16200000">
            <a:off x="-93302" y="2319988"/>
            <a:ext cx="1110248" cy="309269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Solution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E60CC9-5D4A-E942-9D4F-C94F75417A9B}"/>
              </a:ext>
            </a:extLst>
          </p:cNvPr>
          <p:cNvGrpSpPr/>
          <p:nvPr/>
        </p:nvGrpSpPr>
        <p:grpSpPr>
          <a:xfrm>
            <a:off x="762062" y="2210223"/>
            <a:ext cx="1573139" cy="857416"/>
            <a:chOff x="459076" y="1288225"/>
            <a:chExt cx="1179854" cy="64306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8436D50-9981-F44E-B733-612E7DA05D4B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[a]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2A97F5D-B7E3-3447-8B34-578BF203920C}"/>
                </a:ext>
              </a:extLst>
            </p:cNvPr>
            <p:cNvGrpSpPr/>
            <p:nvPr/>
          </p:nvGrpSpPr>
          <p:grpSpPr>
            <a:xfrm>
              <a:off x="827745" y="1288225"/>
              <a:ext cx="811185" cy="643062"/>
              <a:chOff x="1150470" y="1748313"/>
              <a:chExt cx="737442" cy="643062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4B36C58-AD16-2C44-9518-EFC193BF9FEE}"/>
                  </a:ext>
                </a:extLst>
              </p:cNvPr>
              <p:cNvGrpSpPr/>
              <p:nvPr/>
            </p:nvGrpSpPr>
            <p:grpSpPr>
              <a:xfrm>
                <a:off x="1150470" y="1748313"/>
                <a:ext cx="210865" cy="643061"/>
                <a:chOff x="1724458" y="3523131"/>
                <a:chExt cx="308726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4F6AC21E-4574-6A44-B15D-50A3176312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4F6AC21E-4574-6A44-B15D-50A31763125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208830FD-B493-9C41-AE46-0C264395246A}"/>
                    </a:ext>
                  </a:extLst>
                </p:cNvPr>
                <p:cNvGrpSpPr/>
                <p:nvPr/>
              </p:nvGrpSpPr>
              <p:grpSpPr>
                <a:xfrm>
                  <a:off x="1755612" y="3765306"/>
                  <a:ext cx="246419" cy="240967"/>
                  <a:chOff x="1359044" y="1517825"/>
                  <a:chExt cx="246419" cy="240967"/>
                </a:xfrm>
              </p:grpSpPr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AC193456-5C43-4A4C-8C6D-A422957B19F2}"/>
                      </a:ext>
                    </a:extLst>
                  </p:cNvPr>
                  <p:cNvSpPr txBox="1"/>
                  <p:nvPr/>
                </p:nvSpPr>
                <p:spPr>
                  <a:xfrm>
                    <a:off x="1372235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</a:p>
                </p:txBody>
              </p: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76240BD1-F08F-B645-9E38-1055ED2C62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4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F3AC0FC8-2C27-064A-9E62-EB1AD420FB25}"/>
                      </a:ext>
                    </a:extLst>
                  </p:cNvPr>
                  <p:cNvSpPr txBox="1"/>
                  <p:nvPr/>
                </p:nvSpPr>
                <p:spPr>
                  <a:xfrm>
                    <a:off x="133420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F3AC0FC8-2C27-064A-9E62-EB1AD420FB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4208" y="1915936"/>
                    <a:ext cx="354375" cy="30782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BCF5FF6-73D8-0A4D-A70D-990CC289FE02}"/>
                  </a:ext>
                </a:extLst>
              </p:cNvPr>
              <p:cNvGrpSpPr/>
              <p:nvPr/>
            </p:nvGrpSpPr>
            <p:grpSpPr>
              <a:xfrm>
                <a:off x="1645869" y="1748314"/>
                <a:ext cx="242043" cy="643061"/>
                <a:chOff x="1701637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CA466B9D-9901-6142-910D-EE92CEB4FB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CA466B9D-9901-6142-910D-EE92CEB4FB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CDAF70BB-2901-1B45-B3C3-3A2ABC9CBBC6}"/>
                    </a:ext>
                  </a:extLst>
                </p:cNvPr>
                <p:cNvGrpSpPr/>
                <p:nvPr/>
              </p:nvGrpSpPr>
              <p:grpSpPr>
                <a:xfrm>
                  <a:off x="1701637" y="3765306"/>
                  <a:ext cx="354374" cy="240967"/>
                  <a:chOff x="1305069" y="1517825"/>
                  <a:chExt cx="354374" cy="240967"/>
                </a:xfrm>
              </p:grpSpPr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649B3E6-2F82-E24D-B793-FD4D43A6C7E0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8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9</a:t>
                    </a:r>
                  </a:p>
                </p:txBody>
              </p: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19243EB9-F6A0-1446-B737-3909792C2B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5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9B10D7-FC19-2A44-984B-71B06A18E420}"/>
              </a:ext>
            </a:extLst>
          </p:cNvPr>
          <p:cNvGrpSpPr/>
          <p:nvPr/>
        </p:nvGrpSpPr>
        <p:grpSpPr>
          <a:xfrm>
            <a:off x="2274354" y="2191908"/>
            <a:ext cx="921305" cy="857414"/>
            <a:chOff x="1416104" y="3184261"/>
            <a:chExt cx="690979" cy="64306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A89B1C2-F788-584B-A740-B7C501AEDB02}"/>
                </a:ext>
              </a:extLst>
            </p:cNvPr>
            <p:cNvSpPr/>
            <p:nvPr/>
          </p:nvSpPr>
          <p:spPr>
            <a:xfrm>
              <a:off x="1721279" y="3209889"/>
              <a:ext cx="38179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5E19FA39-8151-D144-8033-BA66E4EF5883}"/>
                    </a:ext>
                  </a:extLst>
                </p:cNvPr>
                <p:cNvSpPr txBox="1"/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5E19FA39-8151-D144-8033-BA66E4EF5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BB98D95-7340-744C-A052-1BEB5BA470B9}"/>
                </a:ext>
              </a:extLst>
            </p:cNvPr>
            <p:cNvGrpSpPr/>
            <p:nvPr/>
          </p:nvGrpSpPr>
          <p:grpSpPr>
            <a:xfrm>
              <a:off x="1717269" y="3184261"/>
              <a:ext cx="389814" cy="643061"/>
              <a:chOff x="1624550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3356397A-999D-464D-A2B6-BBB1BE0A7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3356397A-999D-464D-A2B6-BBB1BE0A7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5455" t="-24242" r="-1212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0E71981-5FAF-6042-A82C-8185354D1579}"/>
                  </a:ext>
                </a:extLst>
              </p:cNvPr>
              <p:cNvGrpSpPr/>
              <p:nvPr/>
            </p:nvGrpSpPr>
            <p:grpSpPr>
              <a:xfrm>
                <a:off x="1624550" y="3765306"/>
                <a:ext cx="471673" cy="240967"/>
                <a:chOff x="1227982" y="1517825"/>
                <a:chExt cx="471673" cy="240967"/>
              </a:xfrm>
            </p:grpSpPr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574934A6-C240-0E4E-9F6C-7E9040C02C82}"/>
                    </a:ext>
                  </a:extLst>
                </p:cNvPr>
                <p:cNvSpPr txBox="1"/>
                <p:nvPr/>
              </p:nvSpPr>
              <p:spPr>
                <a:xfrm>
                  <a:off x="1227982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9</a:t>
                  </a:r>
                </a:p>
              </p:txBody>
            </p: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5C481254-97CB-6C4E-A8D0-D0397DC65A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821" y="1517825"/>
                  <a:ext cx="3279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4974344-DF38-E546-BD39-66DD9D6DD8E9}"/>
              </a:ext>
            </a:extLst>
          </p:cNvPr>
          <p:cNvGrpSpPr/>
          <p:nvPr/>
        </p:nvGrpSpPr>
        <p:grpSpPr>
          <a:xfrm>
            <a:off x="762062" y="3239772"/>
            <a:ext cx="1573139" cy="857417"/>
            <a:chOff x="459076" y="1288225"/>
            <a:chExt cx="1179854" cy="64306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8E7D1BC-23BD-D843-913B-4BBACCB1032C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[b]</a:t>
              </a: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66135A8-BD0A-8945-BB82-00DC37B5DBA6}"/>
                </a:ext>
              </a:extLst>
            </p:cNvPr>
            <p:cNvGrpSpPr/>
            <p:nvPr/>
          </p:nvGrpSpPr>
          <p:grpSpPr>
            <a:xfrm>
              <a:off x="827745" y="1288225"/>
              <a:ext cx="811185" cy="643062"/>
              <a:chOff x="1150470" y="1748313"/>
              <a:chExt cx="737442" cy="643062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50F0B178-C37B-294B-9840-E54AD9F57682}"/>
                  </a:ext>
                </a:extLst>
              </p:cNvPr>
              <p:cNvGrpSpPr/>
              <p:nvPr/>
            </p:nvGrpSpPr>
            <p:grpSpPr>
              <a:xfrm>
                <a:off x="1150470" y="1748313"/>
                <a:ext cx="210865" cy="643061"/>
                <a:chOff x="1724458" y="3523131"/>
                <a:chExt cx="308726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1" name="TextBox 130">
                      <a:extLst>
                        <a:ext uri="{FF2B5EF4-FFF2-40B4-BE49-F238E27FC236}">
                          <a16:creationId xmlns:a16="http://schemas.microsoft.com/office/drawing/2014/main" id="{4D827142-E728-584C-BAE4-D9AE23AC1B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31" name="TextBox 130">
                      <a:extLst>
                        <a:ext uri="{FF2B5EF4-FFF2-40B4-BE49-F238E27FC236}">
                          <a16:creationId xmlns:a16="http://schemas.microsoft.com/office/drawing/2014/main" id="{4D827142-E728-584C-BAE4-D9AE23AC1B9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84DB7366-69E2-6343-898F-9861BA9718C0}"/>
                    </a:ext>
                  </a:extLst>
                </p:cNvPr>
                <p:cNvGrpSpPr/>
                <p:nvPr/>
              </p:nvGrpSpPr>
              <p:grpSpPr>
                <a:xfrm>
                  <a:off x="1755612" y="3765306"/>
                  <a:ext cx="246419" cy="240967"/>
                  <a:chOff x="1359044" y="1517825"/>
                  <a:chExt cx="246419" cy="240967"/>
                </a:xfrm>
              </p:grpSpPr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3C82F759-2182-5542-A52D-CA60F5278A7E}"/>
                      </a:ext>
                    </a:extLst>
                  </p:cNvPr>
                  <p:cNvSpPr txBox="1"/>
                  <p:nvPr/>
                </p:nvSpPr>
                <p:spPr>
                  <a:xfrm>
                    <a:off x="1372235" y="1527519"/>
                    <a:ext cx="220037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</a:p>
                </p:txBody>
              </p: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39AFC092-AA05-4C48-9E95-9CAF116472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4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14125B06-93FC-4E41-8390-BC00E91F3ABB}"/>
                      </a:ext>
                    </a:extLst>
                  </p:cNvPr>
                  <p:cNvSpPr txBox="1"/>
                  <p:nvPr/>
                </p:nvSpPr>
                <p:spPr>
                  <a:xfrm>
                    <a:off x="1334208" y="1915936"/>
                    <a:ext cx="354375" cy="3078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14125B06-93FC-4E41-8390-BC00E91F3A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4208" y="1915936"/>
                    <a:ext cx="354375" cy="3078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0044581C-40CC-1B41-BA52-ABB7BC121250}"/>
                  </a:ext>
                </a:extLst>
              </p:cNvPr>
              <p:cNvGrpSpPr/>
              <p:nvPr/>
            </p:nvGrpSpPr>
            <p:grpSpPr>
              <a:xfrm>
                <a:off x="1645869" y="1748314"/>
                <a:ext cx="242043" cy="643061"/>
                <a:chOff x="1701637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F20BB774-9D26-E94C-9838-F1ECE1506E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F20BB774-9D26-E94C-9838-F1ECE1506E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2C9D5B20-D388-F046-8164-55DA63DFC09A}"/>
                    </a:ext>
                  </a:extLst>
                </p:cNvPr>
                <p:cNvGrpSpPr/>
                <p:nvPr/>
              </p:nvGrpSpPr>
              <p:grpSpPr>
                <a:xfrm>
                  <a:off x="1701637" y="3765306"/>
                  <a:ext cx="354374" cy="240967"/>
                  <a:chOff x="1305069" y="1517825"/>
                  <a:chExt cx="354374" cy="240967"/>
                </a:xfrm>
              </p:grpSpPr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8EACAC55-A75F-6449-A7D5-DA03BF7BE5AE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9"/>
                    <a:ext cx="354374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8</a:t>
                    </a:r>
                  </a:p>
                </p:txBody>
              </p: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18F80E53-2AA6-4C40-ACD2-D4E56844ED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5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1FEB2D3-74C9-3446-AFFE-71BA6E84214B}"/>
              </a:ext>
            </a:extLst>
          </p:cNvPr>
          <p:cNvGrpSpPr/>
          <p:nvPr/>
        </p:nvGrpSpPr>
        <p:grpSpPr>
          <a:xfrm>
            <a:off x="2274354" y="3221455"/>
            <a:ext cx="921305" cy="857414"/>
            <a:chOff x="1416104" y="3184261"/>
            <a:chExt cx="690979" cy="64306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559B02E-7A31-3B4B-A682-820C91F2B756}"/>
                </a:ext>
              </a:extLst>
            </p:cNvPr>
            <p:cNvSpPr/>
            <p:nvPr/>
          </p:nvSpPr>
          <p:spPr>
            <a:xfrm>
              <a:off x="1721279" y="3209889"/>
              <a:ext cx="38179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C4B38723-FDD5-6646-96EE-BF9FC57F5347}"/>
                    </a:ext>
                  </a:extLst>
                </p:cNvPr>
                <p:cNvSpPr txBox="1"/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C4B38723-FDD5-6646-96EE-BF9FC57F5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642FB1CB-D330-0C4E-A741-3D9E14F09AB0}"/>
                </a:ext>
              </a:extLst>
            </p:cNvPr>
            <p:cNvGrpSpPr/>
            <p:nvPr/>
          </p:nvGrpSpPr>
          <p:grpSpPr>
            <a:xfrm>
              <a:off x="1717269" y="3184261"/>
              <a:ext cx="389814" cy="643061"/>
              <a:chOff x="1624550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BA89108F-EBDF-674F-B3B5-A592AC57E92E}"/>
                      </a:ext>
                    </a:extLst>
                  </p:cNvPr>
                  <p:cNvSpPr txBox="1"/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BA89108F-EBDF-674F-B3B5-A592AC57E9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455" t="-23529" r="-12121" b="-441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C78D3081-63C2-A04D-8E6E-C1490D7DF3F7}"/>
                  </a:ext>
                </a:extLst>
              </p:cNvPr>
              <p:cNvGrpSpPr/>
              <p:nvPr/>
            </p:nvGrpSpPr>
            <p:grpSpPr>
              <a:xfrm>
                <a:off x="1624550" y="3765306"/>
                <a:ext cx="471673" cy="240967"/>
                <a:chOff x="1227982" y="1517825"/>
                <a:chExt cx="471673" cy="240967"/>
              </a:xfrm>
            </p:grpSpPr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6047F17-BF7A-704E-A7F4-6632CFC2BAEA}"/>
                    </a:ext>
                  </a:extLst>
                </p:cNvPr>
                <p:cNvSpPr txBox="1"/>
                <p:nvPr/>
              </p:nvSpPr>
              <p:spPr>
                <a:xfrm>
                  <a:off x="1227982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8</a:t>
                  </a:r>
                </a:p>
              </p:txBody>
            </p: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9A4B0690-2BA4-174D-919D-072F3DE62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821" y="1517825"/>
                  <a:ext cx="3279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17D47B9-EFAB-B14E-8A3A-FCFBEA3DA721}"/>
              </a:ext>
            </a:extLst>
          </p:cNvPr>
          <p:cNvGrpSpPr/>
          <p:nvPr/>
        </p:nvGrpSpPr>
        <p:grpSpPr>
          <a:xfrm>
            <a:off x="762062" y="4269317"/>
            <a:ext cx="1573139" cy="857416"/>
            <a:chOff x="459076" y="1288225"/>
            <a:chExt cx="1179854" cy="643062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3E2B59E-E059-1B4E-B4EC-87348246A704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[c]</a:t>
              </a: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8663D331-8DC5-2346-A310-5EC2B8E1EDBD}"/>
                </a:ext>
              </a:extLst>
            </p:cNvPr>
            <p:cNvGrpSpPr/>
            <p:nvPr/>
          </p:nvGrpSpPr>
          <p:grpSpPr>
            <a:xfrm>
              <a:off x="827745" y="1288225"/>
              <a:ext cx="811185" cy="643062"/>
              <a:chOff x="1150470" y="1748313"/>
              <a:chExt cx="737442" cy="643062"/>
            </a:xfrm>
          </p:grpSpPr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1CC0FA89-3402-2A4E-B4A7-374B1D7E8D07}"/>
                  </a:ext>
                </a:extLst>
              </p:cNvPr>
              <p:cNvGrpSpPr/>
              <p:nvPr/>
            </p:nvGrpSpPr>
            <p:grpSpPr>
              <a:xfrm>
                <a:off x="1150470" y="1748313"/>
                <a:ext cx="210865" cy="643061"/>
                <a:chOff x="1724458" y="3523131"/>
                <a:chExt cx="308726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1" name="TextBox 170">
                      <a:extLst>
                        <a:ext uri="{FF2B5EF4-FFF2-40B4-BE49-F238E27FC236}">
                          <a16:creationId xmlns:a16="http://schemas.microsoft.com/office/drawing/2014/main" id="{7DF496A5-7079-F44A-83B9-8F0E4C3C49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71" name="TextBox 170">
                      <a:extLst>
                        <a:ext uri="{FF2B5EF4-FFF2-40B4-BE49-F238E27FC236}">
                          <a16:creationId xmlns:a16="http://schemas.microsoft.com/office/drawing/2014/main" id="{7DF496A5-7079-F44A-83B9-8F0E4C3C49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61838D11-94DC-6E46-B74F-488B1CDC457D}"/>
                    </a:ext>
                  </a:extLst>
                </p:cNvPr>
                <p:cNvGrpSpPr/>
                <p:nvPr/>
              </p:nvGrpSpPr>
              <p:grpSpPr>
                <a:xfrm>
                  <a:off x="1755612" y="3765306"/>
                  <a:ext cx="246419" cy="240967"/>
                  <a:chOff x="1359044" y="1517825"/>
                  <a:chExt cx="246419" cy="240967"/>
                </a:xfrm>
              </p:grpSpPr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D154FF19-0024-FA46-A4B1-59F0B5F5AE38}"/>
                      </a:ext>
                    </a:extLst>
                  </p:cNvPr>
                  <p:cNvSpPr txBox="1"/>
                  <p:nvPr/>
                </p:nvSpPr>
                <p:spPr>
                  <a:xfrm>
                    <a:off x="1372235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B9ED0670-148D-C34B-9B96-5C39935190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4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BD6B3CB4-D033-3247-BCAE-5DE9BD3DBD9B}"/>
                      </a:ext>
                    </a:extLst>
                  </p:cNvPr>
                  <p:cNvSpPr txBox="1"/>
                  <p:nvPr/>
                </p:nvSpPr>
                <p:spPr>
                  <a:xfrm>
                    <a:off x="1334208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BD6B3CB4-D033-3247-BCAE-5DE9BD3DBD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4208" y="1915936"/>
                    <a:ext cx="354375" cy="30782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1453531F-EC10-F045-84D0-34A754296CF4}"/>
                  </a:ext>
                </a:extLst>
              </p:cNvPr>
              <p:cNvGrpSpPr/>
              <p:nvPr/>
            </p:nvGrpSpPr>
            <p:grpSpPr>
              <a:xfrm>
                <a:off x="1645869" y="1748314"/>
                <a:ext cx="242043" cy="643061"/>
                <a:chOff x="1701637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10CE99B5-5919-E545-8294-A81AB4AE69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10CE99B5-5919-E545-8294-A81AB4AE69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BDAB801E-2BB1-2346-A466-4E3CB9982DA6}"/>
                    </a:ext>
                  </a:extLst>
                </p:cNvPr>
                <p:cNvGrpSpPr/>
                <p:nvPr/>
              </p:nvGrpSpPr>
              <p:grpSpPr>
                <a:xfrm>
                  <a:off x="1701637" y="3765306"/>
                  <a:ext cx="354374" cy="240967"/>
                  <a:chOff x="1305069" y="1517825"/>
                  <a:chExt cx="354374" cy="240967"/>
                </a:xfrm>
              </p:grpSpPr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4BEBBBE7-54D6-A844-9315-7001A2121A0B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8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6</a:t>
                    </a:r>
                  </a:p>
                </p:txBody>
              </p: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BC19E166-7603-464F-B621-313AE685AE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5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5DFAEA8-AF07-EB48-8619-EAC2222C014A}"/>
              </a:ext>
            </a:extLst>
          </p:cNvPr>
          <p:cNvGrpSpPr/>
          <p:nvPr/>
        </p:nvGrpSpPr>
        <p:grpSpPr>
          <a:xfrm>
            <a:off x="2274353" y="4251008"/>
            <a:ext cx="1113019" cy="857385"/>
            <a:chOff x="1336832" y="3184265"/>
            <a:chExt cx="834764" cy="643039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B41A06C-EBAC-1940-B6B6-C371755C8BD2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D141B1F-B411-9341-B06B-562201C48A30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D141B1F-B411-9341-B06B-562201C48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F53CD61A-235B-5945-8462-68DF566CE5BF}"/>
                </a:ext>
              </a:extLst>
            </p:cNvPr>
            <p:cNvGrpSpPr/>
            <p:nvPr/>
          </p:nvGrpSpPr>
          <p:grpSpPr>
            <a:xfrm>
              <a:off x="1652753" y="3184265"/>
              <a:ext cx="518843" cy="643039"/>
              <a:chOff x="1546488" y="3523130"/>
              <a:chExt cx="627798" cy="4831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23A45A88-D13F-B840-92AB-4A54D5B05CD4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0"/>
                    <a:ext cx="497208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23A45A88-D13F-B840-92AB-4A54D5B05C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0"/>
                    <a:ext cx="497208" cy="23127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t="-23529" b="-470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0940C061-5674-664A-A517-7039B5CEAE8A}"/>
                  </a:ext>
                </a:extLst>
              </p:cNvPr>
              <p:cNvGrpSpPr/>
              <p:nvPr/>
            </p:nvGrpSpPr>
            <p:grpSpPr>
              <a:xfrm>
                <a:off x="1546488" y="3765306"/>
                <a:ext cx="627798" cy="240949"/>
                <a:chOff x="1149920" y="1517825"/>
                <a:chExt cx="627798" cy="240949"/>
              </a:xfrm>
            </p:grpSpPr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70D9FCB3-7A26-B14C-9110-7679184C78DA}"/>
                    </a:ext>
                  </a:extLst>
                </p:cNvPr>
                <p:cNvSpPr txBox="1"/>
                <p:nvPr/>
              </p:nvSpPr>
              <p:spPr>
                <a:xfrm>
                  <a:off x="1149920" y="1527536"/>
                  <a:ext cx="627798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24</a:t>
                  </a:r>
                </a:p>
              </p:txBody>
            </p: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5CA58F4A-EC10-C34A-A879-FD11EF0E33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2E84FED-44F9-134E-804D-B6D8EED81ED8}"/>
              </a:ext>
            </a:extLst>
          </p:cNvPr>
          <p:cNvGrpSpPr/>
          <p:nvPr/>
        </p:nvGrpSpPr>
        <p:grpSpPr>
          <a:xfrm>
            <a:off x="762063" y="5298861"/>
            <a:ext cx="1620065" cy="857419"/>
            <a:chOff x="459076" y="1288223"/>
            <a:chExt cx="1215049" cy="643064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FEEFBA2-D7BD-3443-A673-5506642EAA6D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[d]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C9872C64-1BB1-DF44-96DF-5065AB506845}"/>
                </a:ext>
              </a:extLst>
            </p:cNvPr>
            <p:cNvGrpSpPr/>
            <p:nvPr/>
          </p:nvGrpSpPr>
          <p:grpSpPr>
            <a:xfrm>
              <a:off x="832484" y="1288223"/>
              <a:ext cx="841641" cy="643064"/>
              <a:chOff x="1154778" y="1748311"/>
              <a:chExt cx="765130" cy="643064"/>
            </a:xfrm>
          </p:grpSpPr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975902D-DC18-8A4F-8750-5D2ACA81B3D2}"/>
                  </a:ext>
                </a:extLst>
              </p:cNvPr>
              <p:cNvGrpSpPr/>
              <p:nvPr/>
            </p:nvGrpSpPr>
            <p:grpSpPr>
              <a:xfrm>
                <a:off x="1154778" y="1748311"/>
                <a:ext cx="266245" cy="643061"/>
                <a:chOff x="1730769" y="3523130"/>
                <a:chExt cx="389808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3" name="TextBox 192">
                      <a:extLst>
                        <a:ext uri="{FF2B5EF4-FFF2-40B4-BE49-F238E27FC236}">
                          <a16:creationId xmlns:a16="http://schemas.microsoft.com/office/drawing/2014/main" id="{A251E117-B60C-4F48-A107-2EC4FFEFA3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71309" y="3523130"/>
                      <a:ext cx="308726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93" name="TextBox 192">
                      <a:extLst>
                        <a:ext uri="{FF2B5EF4-FFF2-40B4-BE49-F238E27FC236}">
                          <a16:creationId xmlns:a16="http://schemas.microsoft.com/office/drawing/2014/main" id="{A251E117-B60C-4F48-A107-2EC4FFEFA3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1309" y="3523130"/>
                      <a:ext cx="308726" cy="23127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9AA66AA2-5354-6448-BA54-C97986EC8DDE}"/>
                    </a:ext>
                  </a:extLst>
                </p:cNvPr>
                <p:cNvGrpSpPr/>
                <p:nvPr/>
              </p:nvGrpSpPr>
              <p:grpSpPr>
                <a:xfrm>
                  <a:off x="1730769" y="3765306"/>
                  <a:ext cx="389808" cy="240966"/>
                  <a:chOff x="1334201" y="1517825"/>
                  <a:chExt cx="389808" cy="240966"/>
                </a:xfrm>
              </p:grpSpPr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8C7F6DB-FE34-4D4E-A419-FD75CF3A2075}"/>
                      </a:ext>
                    </a:extLst>
                  </p:cNvPr>
                  <p:cNvSpPr txBox="1"/>
                  <p:nvPr/>
                </p:nvSpPr>
                <p:spPr>
                  <a:xfrm>
                    <a:off x="1334201" y="1527518"/>
                    <a:ext cx="3898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10</a:t>
                    </a:r>
                  </a:p>
                </p:txBody>
              </p: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39E59D8E-39F4-2147-9491-28C351E425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5108" y="1517825"/>
                    <a:ext cx="327984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1ECD0EEC-C206-9D45-B8B3-EDD783E2A489}"/>
                      </a:ext>
                    </a:extLst>
                  </p:cNvPr>
                  <p:cNvSpPr txBox="1"/>
                  <p:nvPr/>
                </p:nvSpPr>
                <p:spPr>
                  <a:xfrm>
                    <a:off x="1380132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1ECD0EEC-C206-9D45-B8B3-EDD783E2A4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0132" y="1915936"/>
                    <a:ext cx="354375" cy="30782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D801487E-05AB-A34A-BB5E-AC6B943E5E14}"/>
                  </a:ext>
                </a:extLst>
              </p:cNvPr>
              <p:cNvGrpSpPr/>
              <p:nvPr/>
            </p:nvGrpSpPr>
            <p:grpSpPr>
              <a:xfrm>
                <a:off x="1677865" y="1748314"/>
                <a:ext cx="242043" cy="643061"/>
                <a:chOff x="1748482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9" name="TextBox 188">
                      <a:extLst>
                        <a:ext uri="{FF2B5EF4-FFF2-40B4-BE49-F238E27FC236}">
                          <a16:creationId xmlns:a16="http://schemas.microsoft.com/office/drawing/2014/main" id="{65387C4C-BEC0-9D4F-AF48-E48641B5D2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71305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89" name="TextBox 188">
                      <a:extLst>
                        <a:ext uri="{FF2B5EF4-FFF2-40B4-BE49-F238E27FC236}">
                          <a16:creationId xmlns:a16="http://schemas.microsoft.com/office/drawing/2014/main" id="{65387C4C-BEC0-9D4F-AF48-E48641B5D2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71305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BCB59067-2DE6-8E4F-B85B-8E8F839E8483}"/>
                    </a:ext>
                  </a:extLst>
                </p:cNvPr>
                <p:cNvGrpSpPr/>
                <p:nvPr/>
              </p:nvGrpSpPr>
              <p:grpSpPr>
                <a:xfrm>
                  <a:off x="1748482" y="3765306"/>
                  <a:ext cx="354374" cy="240967"/>
                  <a:chOff x="1351914" y="1517825"/>
                  <a:chExt cx="354374" cy="240967"/>
                </a:xfrm>
              </p:grpSpPr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C26F874D-0D01-3C43-ACD7-8A8032C36E0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1914" y="1527518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764E125D-C9F3-774A-9130-872AB2BBD5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5892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5AE72F4-EA2E-4E4C-9A54-93A33939E807}"/>
              </a:ext>
            </a:extLst>
          </p:cNvPr>
          <p:cNvGrpSpPr/>
          <p:nvPr/>
        </p:nvGrpSpPr>
        <p:grpSpPr>
          <a:xfrm>
            <a:off x="2274354" y="4251001"/>
            <a:ext cx="921305" cy="857414"/>
            <a:chOff x="1416104" y="3184262"/>
            <a:chExt cx="690979" cy="643061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8F7F6BA-CC3C-CC48-BD11-F4D80934CA11}"/>
                </a:ext>
              </a:extLst>
            </p:cNvPr>
            <p:cNvSpPr/>
            <p:nvPr/>
          </p:nvSpPr>
          <p:spPr>
            <a:xfrm>
              <a:off x="1721279" y="3209889"/>
              <a:ext cx="38179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C06678B-E7A9-344B-8AC4-9C9001D2CE28}"/>
                    </a:ext>
                  </a:extLst>
                </p:cNvPr>
                <p:cNvSpPr txBox="1"/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C06678B-E7A9-344B-8AC4-9C9001D2C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2D4BB5AF-409A-1D45-BF03-1D03F4AD2961}"/>
                </a:ext>
              </a:extLst>
            </p:cNvPr>
            <p:cNvGrpSpPr/>
            <p:nvPr/>
          </p:nvGrpSpPr>
          <p:grpSpPr>
            <a:xfrm>
              <a:off x="1717269" y="3184262"/>
              <a:ext cx="389814" cy="643061"/>
              <a:chOff x="1624550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71AC16C6-E4F0-D242-8336-8C35CA2D4DB1}"/>
                      </a:ext>
                    </a:extLst>
                  </p:cNvPr>
                  <p:cNvSpPr txBox="1"/>
                  <p:nvPr/>
                </p:nvSpPr>
                <p:spPr>
                  <a:xfrm>
                    <a:off x="1673600" y="3523131"/>
                    <a:ext cx="373559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71AC16C6-E4F0-D242-8336-8C35CA2D4D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3600" y="3523131"/>
                    <a:ext cx="373559" cy="23127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72FA9D6F-434E-7940-A67F-CAC375230DF9}"/>
                  </a:ext>
                </a:extLst>
              </p:cNvPr>
              <p:cNvGrpSpPr/>
              <p:nvPr/>
            </p:nvGrpSpPr>
            <p:grpSpPr>
              <a:xfrm>
                <a:off x="1624550" y="3765306"/>
                <a:ext cx="471673" cy="240967"/>
                <a:chOff x="1227982" y="1517825"/>
                <a:chExt cx="471673" cy="240967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3B025957-41AE-464F-86E3-EA98B7A9A465}"/>
                    </a:ext>
                  </a:extLst>
                </p:cNvPr>
                <p:cNvSpPr txBox="1"/>
                <p:nvPr/>
              </p:nvSpPr>
              <p:spPr>
                <a:xfrm>
                  <a:off x="1227982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12</a:t>
                  </a:r>
                </a:p>
              </p:txBody>
            </p: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B8BE4391-C568-774B-A023-1C6193007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821" y="1517825"/>
                  <a:ext cx="3279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74FB819-27BE-4043-AD34-13034B89F02A}"/>
              </a:ext>
            </a:extLst>
          </p:cNvPr>
          <p:cNvGrpSpPr/>
          <p:nvPr/>
        </p:nvGrpSpPr>
        <p:grpSpPr>
          <a:xfrm>
            <a:off x="2328428" y="5287322"/>
            <a:ext cx="1113019" cy="857383"/>
            <a:chOff x="1336832" y="3184260"/>
            <a:chExt cx="834764" cy="643037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227E203F-93CA-664E-8F9C-6889C45E3076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2D6BEED8-1B60-B341-8D6C-F230263E061B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2D6BEED8-1B60-B341-8D6C-F230263E0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BF914319-DD04-EA4E-9764-D3C5945C0607}"/>
                </a:ext>
              </a:extLst>
            </p:cNvPr>
            <p:cNvGrpSpPr/>
            <p:nvPr/>
          </p:nvGrpSpPr>
          <p:grpSpPr>
            <a:xfrm>
              <a:off x="1652753" y="3184260"/>
              <a:ext cx="518843" cy="643037"/>
              <a:chOff x="1546488" y="3523131"/>
              <a:chExt cx="627798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597D2014-0520-5444-89F4-3383EB0B6570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14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597D2014-0520-5444-89F4-3383EB0B65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6364" t="-24242" r="-11364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8524C839-911A-2943-B508-7AAF00C1B9A1}"/>
                  </a:ext>
                </a:extLst>
              </p:cNvPr>
              <p:cNvGrpSpPr/>
              <p:nvPr/>
            </p:nvGrpSpPr>
            <p:grpSpPr>
              <a:xfrm>
                <a:off x="1546488" y="3765306"/>
                <a:ext cx="627798" cy="240949"/>
                <a:chOff x="1149920" y="1517825"/>
                <a:chExt cx="627798" cy="240949"/>
              </a:xfrm>
            </p:grpSpPr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DB183C4D-3EC4-C743-AA1C-428AE36B9C60}"/>
                    </a:ext>
                  </a:extLst>
                </p:cNvPr>
                <p:cNvSpPr txBox="1"/>
                <p:nvPr/>
              </p:nvSpPr>
              <p:spPr>
                <a:xfrm>
                  <a:off x="1149920" y="1527536"/>
                  <a:ext cx="627798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40</a:t>
                  </a:r>
                </a:p>
              </p:txBody>
            </p: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1BCDAF36-09A3-034F-92BF-A4395F3A1A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9E63D08-3117-8245-A393-F1A17CD92B70}"/>
              </a:ext>
            </a:extLst>
          </p:cNvPr>
          <p:cNvGrpSpPr/>
          <p:nvPr/>
        </p:nvGrpSpPr>
        <p:grpSpPr>
          <a:xfrm>
            <a:off x="2328429" y="5287322"/>
            <a:ext cx="921305" cy="857414"/>
            <a:chOff x="1416104" y="3184261"/>
            <a:chExt cx="690979" cy="643061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9A9359AA-ED1C-294B-83D0-80D0052CF73E}"/>
                </a:ext>
              </a:extLst>
            </p:cNvPr>
            <p:cNvSpPr/>
            <p:nvPr/>
          </p:nvSpPr>
          <p:spPr>
            <a:xfrm>
              <a:off x="1721279" y="3209889"/>
              <a:ext cx="381795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5DFA56D7-8DF0-3246-853C-10E14A365921}"/>
                    </a:ext>
                  </a:extLst>
                </p:cNvPr>
                <p:cNvSpPr txBox="1"/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5DFA56D7-8DF0-3246-853C-10E14A365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104" y="3351907"/>
                  <a:ext cx="354375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1F030047-9CC9-254E-85C8-AA53A1ECD31D}"/>
                </a:ext>
              </a:extLst>
            </p:cNvPr>
            <p:cNvGrpSpPr/>
            <p:nvPr/>
          </p:nvGrpSpPr>
          <p:grpSpPr>
            <a:xfrm>
              <a:off x="1717269" y="3184261"/>
              <a:ext cx="389814" cy="643061"/>
              <a:chOff x="1624550" y="3523131"/>
              <a:chExt cx="471673" cy="4831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3" name="TextBox 232">
                    <a:extLst>
                      <a:ext uri="{FF2B5EF4-FFF2-40B4-BE49-F238E27FC236}">
                        <a16:creationId xmlns:a16="http://schemas.microsoft.com/office/drawing/2014/main" id="{A2F99F97-EDE6-4C42-9625-FB6C7EB22298}"/>
                      </a:ext>
                    </a:extLst>
                  </p:cNvPr>
                  <p:cNvSpPr txBox="1"/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7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33" name="TextBox 232">
                    <a:extLst>
                      <a:ext uri="{FF2B5EF4-FFF2-40B4-BE49-F238E27FC236}">
                        <a16:creationId xmlns:a16="http://schemas.microsoft.com/office/drawing/2014/main" id="{A2F99F97-EDE6-4C42-9625-FB6C7EB2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3600" y="3523131"/>
                    <a:ext cx="373559" cy="23127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5455" t="-24242" r="-12121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D817DBB2-D479-0F43-9E5E-7E6975005FDB}"/>
                  </a:ext>
                </a:extLst>
              </p:cNvPr>
              <p:cNvGrpSpPr/>
              <p:nvPr/>
            </p:nvGrpSpPr>
            <p:grpSpPr>
              <a:xfrm>
                <a:off x="1624550" y="3765306"/>
                <a:ext cx="471673" cy="240967"/>
                <a:chOff x="1227982" y="1517825"/>
                <a:chExt cx="471673" cy="240967"/>
              </a:xfrm>
            </p:grpSpPr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B947F5BF-BB36-9348-BA0F-EBE5947BD8EE}"/>
                    </a:ext>
                  </a:extLst>
                </p:cNvPr>
                <p:cNvSpPr txBox="1"/>
                <p:nvPr/>
              </p:nvSpPr>
              <p:spPr>
                <a:xfrm>
                  <a:off x="1227982" y="1527518"/>
                  <a:ext cx="471673" cy="23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20</a:t>
                  </a:r>
                </a:p>
              </p:txBody>
            </p: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23FEAB7A-AF6C-0244-A067-EAE55F3D81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821" y="1517825"/>
                  <a:ext cx="327982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9510F804-8213-2F4C-8A53-861EE2463EBD}"/>
              </a:ext>
            </a:extLst>
          </p:cNvPr>
          <p:cNvGrpSpPr/>
          <p:nvPr/>
        </p:nvGrpSpPr>
        <p:grpSpPr>
          <a:xfrm>
            <a:off x="7149094" y="2071055"/>
            <a:ext cx="1601461" cy="1062571"/>
            <a:chOff x="459076" y="1134362"/>
            <a:chExt cx="1201096" cy="796929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CE01FF06-A2A4-1141-AE4A-5AD6C0DF0154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[e]</a:t>
              </a:r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634598A-4891-1145-AF3F-2166060C9587}"/>
                </a:ext>
              </a:extLst>
            </p:cNvPr>
            <p:cNvGrpSpPr/>
            <p:nvPr/>
          </p:nvGrpSpPr>
          <p:grpSpPr>
            <a:xfrm>
              <a:off x="827745" y="1134362"/>
              <a:ext cx="832427" cy="796929"/>
              <a:chOff x="1150470" y="1594450"/>
              <a:chExt cx="756753" cy="796929"/>
            </a:xfrm>
          </p:grpSpPr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70EF48A3-F1C4-AB40-A040-13C9EFBF5B29}"/>
                  </a:ext>
                </a:extLst>
              </p:cNvPr>
              <p:cNvGrpSpPr/>
              <p:nvPr/>
            </p:nvGrpSpPr>
            <p:grpSpPr>
              <a:xfrm>
                <a:off x="1150470" y="1748316"/>
                <a:ext cx="210865" cy="643063"/>
                <a:chOff x="1724458" y="3523130"/>
                <a:chExt cx="308726" cy="48314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7" name="TextBox 246">
                      <a:extLst>
                        <a:ext uri="{FF2B5EF4-FFF2-40B4-BE49-F238E27FC236}">
                          <a16:creationId xmlns:a16="http://schemas.microsoft.com/office/drawing/2014/main" id="{5176B270-AF48-C848-A552-75A25B0659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0"/>
                      <a:ext cx="308726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47" name="TextBox 246">
                      <a:extLst>
                        <a:ext uri="{FF2B5EF4-FFF2-40B4-BE49-F238E27FC236}">
                          <a16:creationId xmlns:a16="http://schemas.microsoft.com/office/drawing/2014/main" id="{5176B270-AF48-C848-A552-75A25B0659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0"/>
                      <a:ext cx="308726" cy="23127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C5D4AE1D-8733-FC4B-A280-52C8166FDD8B}"/>
                    </a:ext>
                  </a:extLst>
                </p:cNvPr>
                <p:cNvGrpSpPr/>
                <p:nvPr/>
              </p:nvGrpSpPr>
              <p:grpSpPr>
                <a:xfrm>
                  <a:off x="1755612" y="3765306"/>
                  <a:ext cx="246419" cy="240967"/>
                  <a:chOff x="1359044" y="1517825"/>
                  <a:chExt cx="246419" cy="240967"/>
                </a:xfrm>
              </p:grpSpPr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464B59D2-EB4F-774B-BB05-D299E12343C4}"/>
                      </a:ext>
                    </a:extLst>
                  </p:cNvPr>
                  <p:cNvSpPr txBox="1"/>
                  <p:nvPr/>
                </p:nvSpPr>
                <p:spPr>
                  <a:xfrm>
                    <a:off x="1372235" y="1527518"/>
                    <a:ext cx="220037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8</a:t>
                    </a:r>
                  </a:p>
                </p:txBody>
              </p: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51054D2F-9655-424C-9BF7-1F6431345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4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3EBD35D1-D89E-2345-BDAF-5DB0E0091021}"/>
                      </a:ext>
                    </a:extLst>
                  </p:cNvPr>
                  <p:cNvSpPr txBox="1"/>
                  <p:nvPr/>
                </p:nvSpPr>
                <p:spPr>
                  <a:xfrm>
                    <a:off x="1314682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3EBD35D1-D89E-2345-BDAF-5DB0E00910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4682" y="1915936"/>
                    <a:ext cx="354375" cy="30782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609F74DC-BFEA-D841-916F-63521DC276B0}"/>
                  </a:ext>
                </a:extLst>
              </p:cNvPr>
              <p:cNvGrpSpPr/>
              <p:nvPr/>
            </p:nvGrpSpPr>
            <p:grpSpPr>
              <a:xfrm>
                <a:off x="1626561" y="1594450"/>
                <a:ext cx="280662" cy="796926"/>
                <a:chOff x="1673364" y="3407530"/>
                <a:chExt cx="410915" cy="5987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3" name="TextBox 242">
                      <a:extLst>
                        <a:ext uri="{FF2B5EF4-FFF2-40B4-BE49-F238E27FC236}">
                          <a16:creationId xmlns:a16="http://schemas.microsoft.com/office/drawing/2014/main" id="{0887B5AE-B41B-0F4B-B70D-6CFFBC721B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73364" y="3407530"/>
                      <a:ext cx="410915" cy="4624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2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243" name="TextBox 242">
                      <a:extLst>
                        <a:ext uri="{FF2B5EF4-FFF2-40B4-BE49-F238E27FC236}">
                          <a16:creationId xmlns:a16="http://schemas.microsoft.com/office/drawing/2014/main" id="{0887B5AE-B41B-0F4B-B70D-6CFFBC721B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73364" y="3407530"/>
                      <a:ext cx="410915" cy="462475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44000" r="-1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44" name="Group 243">
                  <a:extLst>
                    <a:ext uri="{FF2B5EF4-FFF2-40B4-BE49-F238E27FC236}">
                      <a16:creationId xmlns:a16="http://schemas.microsoft.com/office/drawing/2014/main" id="{C2C9ED01-14D8-DB47-88B2-15A769CE6CF9}"/>
                    </a:ext>
                  </a:extLst>
                </p:cNvPr>
                <p:cNvGrpSpPr/>
                <p:nvPr/>
              </p:nvGrpSpPr>
              <p:grpSpPr>
                <a:xfrm>
                  <a:off x="1698431" y="3765306"/>
                  <a:ext cx="360781" cy="240967"/>
                  <a:chOff x="1301863" y="1517825"/>
                  <a:chExt cx="360781" cy="240967"/>
                </a:xfrm>
              </p:grpSpPr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5FED3820-287D-8E42-BE0C-E96A8C70266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8"/>
                    <a:ext cx="354374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3</a:t>
                    </a:r>
                  </a:p>
                </p:txBody>
              </p: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6EFF51C0-34EA-0742-B521-94AC78F7C3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863" y="1517825"/>
                    <a:ext cx="360781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224A7A-8942-B14A-91DF-0C2B788F4A61}"/>
              </a:ext>
            </a:extLst>
          </p:cNvPr>
          <p:cNvGrpSpPr/>
          <p:nvPr/>
        </p:nvGrpSpPr>
        <p:grpSpPr>
          <a:xfrm>
            <a:off x="7149095" y="3305754"/>
            <a:ext cx="1573140" cy="857418"/>
            <a:chOff x="459076" y="1288224"/>
            <a:chExt cx="1179855" cy="643063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CB79E010-CF57-A74D-B65E-A5F9B17314AF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[f]</a:t>
              </a:r>
            </a:p>
          </p:txBody>
        </p: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3A1DA694-DA20-084E-9691-3CF8B1E28050}"/>
                </a:ext>
              </a:extLst>
            </p:cNvPr>
            <p:cNvGrpSpPr/>
            <p:nvPr/>
          </p:nvGrpSpPr>
          <p:grpSpPr>
            <a:xfrm>
              <a:off x="824550" y="1288224"/>
              <a:ext cx="814381" cy="643063"/>
              <a:chOff x="1147565" y="1748312"/>
              <a:chExt cx="740347" cy="643063"/>
            </a:xfrm>
          </p:grpSpPr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7555B494-9172-1F42-947D-73C0444F7FC4}"/>
                  </a:ext>
                </a:extLst>
              </p:cNvPr>
              <p:cNvGrpSpPr/>
              <p:nvPr/>
            </p:nvGrpSpPr>
            <p:grpSpPr>
              <a:xfrm>
                <a:off x="1147565" y="1748312"/>
                <a:ext cx="280661" cy="643061"/>
                <a:chOff x="1720206" y="3523131"/>
                <a:chExt cx="41091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BD680FEB-BFCD-BD4D-9118-0BA73826A1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0206" y="3523131"/>
                      <a:ext cx="410914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3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69" name="TextBox 268">
                      <a:extLst>
                        <a:ext uri="{FF2B5EF4-FFF2-40B4-BE49-F238E27FC236}">
                          <a16:creationId xmlns:a16="http://schemas.microsoft.com/office/drawing/2014/main" id="{BD680FEB-BFCD-BD4D-9118-0BA73826A1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0206" y="3523131"/>
                      <a:ext cx="410914" cy="231274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42424" t="-24242" r="-12121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70" name="Group 269">
                  <a:extLst>
                    <a:ext uri="{FF2B5EF4-FFF2-40B4-BE49-F238E27FC236}">
                      <a16:creationId xmlns:a16="http://schemas.microsoft.com/office/drawing/2014/main" id="{B7B66104-82D4-B843-B84D-2D7CE747758E}"/>
                    </a:ext>
                  </a:extLst>
                </p:cNvPr>
                <p:cNvGrpSpPr/>
                <p:nvPr/>
              </p:nvGrpSpPr>
              <p:grpSpPr>
                <a:xfrm>
                  <a:off x="1761673" y="3765306"/>
                  <a:ext cx="327984" cy="240967"/>
                  <a:chOff x="1365105" y="1517825"/>
                  <a:chExt cx="327984" cy="240967"/>
                </a:xfrm>
              </p:grpSpPr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33ACDED2-20B3-0B4A-811E-02F10AD13D8E}"/>
                      </a:ext>
                    </a:extLst>
                  </p:cNvPr>
                  <p:cNvSpPr txBox="1"/>
                  <p:nvPr/>
                </p:nvSpPr>
                <p:spPr>
                  <a:xfrm>
                    <a:off x="1419080" y="1527518"/>
                    <a:ext cx="220038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4</a:t>
                    </a:r>
                  </a:p>
                </p:txBody>
              </p: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DFDF0224-57BB-A84B-9CBC-0543F5FA6D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5105" y="1517825"/>
                    <a:ext cx="327984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A87EC62C-AAEA-6B4C-8A5A-34C3C773E47F}"/>
                      </a:ext>
                    </a:extLst>
                  </p:cNvPr>
                  <p:cNvSpPr txBox="1"/>
                  <p:nvPr/>
                </p:nvSpPr>
                <p:spPr>
                  <a:xfrm>
                    <a:off x="1364133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A87EC62C-AAEA-6B4C-8A5A-34C3C773E4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133" y="1915936"/>
                    <a:ext cx="354375" cy="307825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8FE4DBDD-AA98-B845-B8DC-3B71797FF393}"/>
                  </a:ext>
                </a:extLst>
              </p:cNvPr>
              <p:cNvGrpSpPr/>
              <p:nvPr/>
            </p:nvGrpSpPr>
            <p:grpSpPr>
              <a:xfrm>
                <a:off x="1645869" y="1748314"/>
                <a:ext cx="242043" cy="643061"/>
                <a:chOff x="1701637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5" name="TextBox 264">
                      <a:extLst>
                        <a:ext uri="{FF2B5EF4-FFF2-40B4-BE49-F238E27FC236}">
                          <a16:creationId xmlns:a16="http://schemas.microsoft.com/office/drawing/2014/main" id="{47250447-48DC-6C48-9A34-A60099E2D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65" name="TextBox 264">
                      <a:extLst>
                        <a:ext uri="{FF2B5EF4-FFF2-40B4-BE49-F238E27FC236}">
                          <a16:creationId xmlns:a16="http://schemas.microsoft.com/office/drawing/2014/main" id="{47250447-48DC-6C48-9A34-A60099E2D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66" name="Group 265">
                  <a:extLst>
                    <a:ext uri="{FF2B5EF4-FFF2-40B4-BE49-F238E27FC236}">
                      <a16:creationId xmlns:a16="http://schemas.microsoft.com/office/drawing/2014/main" id="{401EFB3B-5AF1-CC4F-A505-2DEDD1D708E1}"/>
                    </a:ext>
                  </a:extLst>
                </p:cNvPr>
                <p:cNvGrpSpPr/>
                <p:nvPr/>
              </p:nvGrpSpPr>
              <p:grpSpPr>
                <a:xfrm>
                  <a:off x="1701637" y="3765306"/>
                  <a:ext cx="354374" cy="240967"/>
                  <a:chOff x="1305069" y="1517825"/>
                  <a:chExt cx="354374" cy="240967"/>
                </a:xfrm>
              </p:grpSpPr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8D82AE95-2EEB-A342-9E03-22115EC03B7A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9"/>
                    <a:ext cx="354374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</a:p>
                </p:txBody>
              </p: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D7BDD97B-0A80-9248-9FBD-49BBA6AD2C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5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50F5DCD-3E74-844C-8B34-5493AA27E870}"/>
              </a:ext>
            </a:extLst>
          </p:cNvPr>
          <p:cNvGrpSpPr/>
          <p:nvPr/>
        </p:nvGrpSpPr>
        <p:grpSpPr>
          <a:xfrm>
            <a:off x="7149094" y="4335300"/>
            <a:ext cx="1573139" cy="857418"/>
            <a:chOff x="459076" y="1288224"/>
            <a:chExt cx="1179854" cy="643063"/>
          </a:xfrm>
        </p:grpSpPr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8242A59-B621-B642-977E-9E968CC81CB4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[g]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38DAE7DE-ECD5-B744-B221-52E3AB07CF5A}"/>
                </a:ext>
              </a:extLst>
            </p:cNvPr>
            <p:cNvGrpSpPr/>
            <p:nvPr/>
          </p:nvGrpSpPr>
          <p:grpSpPr>
            <a:xfrm>
              <a:off x="832300" y="1288224"/>
              <a:ext cx="806630" cy="643063"/>
              <a:chOff x="1154611" y="1748312"/>
              <a:chExt cx="733301" cy="643063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335840DD-5DBF-3C47-A052-9DF1D5875462}"/>
                  </a:ext>
                </a:extLst>
              </p:cNvPr>
              <p:cNvGrpSpPr/>
              <p:nvPr/>
            </p:nvGrpSpPr>
            <p:grpSpPr>
              <a:xfrm>
                <a:off x="1154611" y="1748312"/>
                <a:ext cx="280661" cy="643061"/>
                <a:chOff x="1730525" y="3523131"/>
                <a:chExt cx="410915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91" name="TextBox 290">
                      <a:extLst>
                        <a:ext uri="{FF2B5EF4-FFF2-40B4-BE49-F238E27FC236}">
                          <a16:creationId xmlns:a16="http://schemas.microsoft.com/office/drawing/2014/main" id="{99EE2BA3-C7C9-304E-86CF-820AC11801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30525" y="3523131"/>
                      <a:ext cx="410915" cy="23127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5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91" name="TextBox 290">
                      <a:extLst>
                        <a:ext uri="{FF2B5EF4-FFF2-40B4-BE49-F238E27FC236}">
                          <a16:creationId xmlns:a16="http://schemas.microsoft.com/office/drawing/2014/main" id="{99EE2BA3-C7C9-304E-86CF-820AC11801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30525" y="3523131"/>
                      <a:ext cx="410915" cy="23127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38235" t="-24242" r="-11765" b="-484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CE9972C0-7B88-A84B-8034-0FFCCCBF4222}"/>
                    </a:ext>
                  </a:extLst>
                </p:cNvPr>
                <p:cNvGrpSpPr/>
                <p:nvPr/>
              </p:nvGrpSpPr>
              <p:grpSpPr>
                <a:xfrm>
                  <a:off x="1771990" y="3765306"/>
                  <a:ext cx="327984" cy="240967"/>
                  <a:chOff x="1375422" y="1517825"/>
                  <a:chExt cx="327984" cy="240967"/>
                </a:xfrm>
              </p:grpSpPr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6CF95115-FD78-6C41-B283-C78708B1AEAE}"/>
                      </a:ext>
                    </a:extLst>
                  </p:cNvPr>
                  <p:cNvSpPr txBox="1"/>
                  <p:nvPr/>
                </p:nvSpPr>
                <p:spPr>
                  <a:xfrm>
                    <a:off x="1429401" y="1527518"/>
                    <a:ext cx="220038" cy="23127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6</a:t>
                    </a:r>
                  </a:p>
                </p:txBody>
              </p: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DC004ECD-5069-8846-8A5F-59507A7D70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75422" y="1517825"/>
                    <a:ext cx="327984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98590E4B-A4A8-014F-A7FB-10C385A959C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7656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98590E4B-A4A8-014F-A7FB-10C385A959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7656" y="1915936"/>
                    <a:ext cx="354375" cy="307825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86D86CAB-628A-8C41-ADBB-4814466C0F8A}"/>
                  </a:ext>
                </a:extLst>
              </p:cNvPr>
              <p:cNvGrpSpPr/>
              <p:nvPr/>
            </p:nvGrpSpPr>
            <p:grpSpPr>
              <a:xfrm>
                <a:off x="1645869" y="1748314"/>
                <a:ext cx="242043" cy="643061"/>
                <a:chOff x="1701637" y="3523131"/>
                <a:chExt cx="354374" cy="48314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87" name="TextBox 286">
                      <a:extLst>
                        <a:ext uri="{FF2B5EF4-FFF2-40B4-BE49-F238E27FC236}">
                          <a16:creationId xmlns:a16="http://schemas.microsoft.com/office/drawing/2014/main" id="{B71AEE0A-05ED-1B47-BD21-AFEBF2020A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algn="ctr">
                        <a:defRPr/>
                      </a:pP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287" name="TextBox 286">
                      <a:extLst>
                        <a:ext uri="{FF2B5EF4-FFF2-40B4-BE49-F238E27FC236}">
                          <a16:creationId xmlns:a16="http://schemas.microsoft.com/office/drawing/2014/main" id="{B71AEE0A-05ED-1B47-BD21-AFEBF2020A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4458" y="3523131"/>
                      <a:ext cx="308726" cy="23127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8000" r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88" name="Group 287">
                  <a:extLst>
                    <a:ext uri="{FF2B5EF4-FFF2-40B4-BE49-F238E27FC236}">
                      <a16:creationId xmlns:a16="http://schemas.microsoft.com/office/drawing/2014/main" id="{76CA4955-D0F0-CB4F-B6F1-E65868AA35E0}"/>
                    </a:ext>
                  </a:extLst>
                </p:cNvPr>
                <p:cNvGrpSpPr/>
                <p:nvPr/>
              </p:nvGrpSpPr>
              <p:grpSpPr>
                <a:xfrm>
                  <a:off x="1701637" y="3765306"/>
                  <a:ext cx="354374" cy="240967"/>
                  <a:chOff x="1305069" y="1517825"/>
                  <a:chExt cx="354374" cy="240967"/>
                </a:xfrm>
              </p:grpSpPr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83E90799-301D-4F4F-A9DC-ACD418B77621}"/>
                      </a:ext>
                    </a:extLst>
                  </p:cNvPr>
                  <p:cNvSpPr txBox="1"/>
                  <p:nvPr/>
                </p:nvSpPr>
                <p:spPr>
                  <a:xfrm>
                    <a:off x="1305069" y="1527519"/>
                    <a:ext cx="354374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9</a:t>
                    </a:r>
                  </a:p>
                </p:txBody>
              </p:sp>
              <p:cxnSp>
                <p:nvCxnSpPr>
                  <p:cNvPr id="290" name="Straight Connector 289">
                    <a:extLst>
                      <a:ext uri="{FF2B5EF4-FFF2-40B4-BE49-F238E27FC236}">
                        <a16:creationId xmlns:a16="http://schemas.microsoft.com/office/drawing/2014/main" id="{A88E40A5-077D-6948-95BC-3E9F961A57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59045" y="1517825"/>
                    <a:ext cx="246419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4EF03096-B8D7-D34B-8709-AD3CF2B11EAE}"/>
              </a:ext>
            </a:extLst>
          </p:cNvPr>
          <p:cNvGrpSpPr/>
          <p:nvPr/>
        </p:nvGrpSpPr>
        <p:grpSpPr>
          <a:xfrm>
            <a:off x="8661385" y="4316986"/>
            <a:ext cx="1113019" cy="857383"/>
            <a:chOff x="1336832" y="3184260"/>
            <a:chExt cx="834764" cy="643037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4FB0751-58C4-0A43-BDAC-20C5062AB15A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5C91ADE8-88B7-6E4A-9880-193EA491EE07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5C91ADE8-88B7-6E4A-9880-193EA491E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C18A63E0-8181-6141-93C1-C9B66FD3DE8D}"/>
                </a:ext>
              </a:extLst>
            </p:cNvPr>
            <p:cNvGrpSpPr/>
            <p:nvPr/>
          </p:nvGrpSpPr>
          <p:grpSpPr>
            <a:xfrm>
              <a:off x="1652753" y="3184260"/>
              <a:ext cx="518843" cy="643037"/>
              <a:chOff x="1546488" y="3523131"/>
              <a:chExt cx="627798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697CA8E5-4768-EF4A-8419-1BF5D37BE97D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51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697CA8E5-4768-EF4A-8419-1BF5D37BE9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3333" t="-24242" r="-11111" b="-5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2203C7C5-3674-9146-827E-8708CC56D9E4}"/>
                  </a:ext>
                </a:extLst>
              </p:cNvPr>
              <p:cNvGrpSpPr/>
              <p:nvPr/>
            </p:nvGrpSpPr>
            <p:grpSpPr>
              <a:xfrm>
                <a:off x="1546488" y="3765306"/>
                <a:ext cx="627798" cy="240949"/>
                <a:chOff x="1149920" y="1517825"/>
                <a:chExt cx="627798" cy="240949"/>
              </a:xfrm>
            </p:grpSpPr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4EC82B74-8BED-3541-A9BD-D73557942203}"/>
                    </a:ext>
                  </a:extLst>
                </p:cNvPr>
                <p:cNvSpPr txBox="1"/>
                <p:nvPr/>
              </p:nvSpPr>
              <p:spPr>
                <a:xfrm>
                  <a:off x="1149920" y="1527536"/>
                  <a:ext cx="627798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54</a:t>
                  </a:r>
                </a:p>
              </p:txBody>
            </p: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B78F885D-2064-124F-9E29-51F0F00B5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8848718-8D4F-9446-AA6C-ED4C8578FC48}"/>
              </a:ext>
            </a:extLst>
          </p:cNvPr>
          <p:cNvGrpSpPr/>
          <p:nvPr/>
        </p:nvGrpSpPr>
        <p:grpSpPr>
          <a:xfrm>
            <a:off x="7149094" y="5159697"/>
            <a:ext cx="1648389" cy="1062570"/>
            <a:chOff x="459076" y="1134361"/>
            <a:chExt cx="1236292" cy="796927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FB86B273-F69A-5B41-9279-5DAA55032F8B}"/>
                </a:ext>
              </a:extLst>
            </p:cNvPr>
            <p:cNvSpPr txBox="1"/>
            <p:nvPr/>
          </p:nvSpPr>
          <p:spPr>
            <a:xfrm>
              <a:off x="459076" y="1466176"/>
              <a:ext cx="383909" cy="276999"/>
            </a:xfrm>
            <a:prstGeom prst="rect">
              <a:avLst/>
            </a:prstGeom>
            <a:noFill/>
          </p:spPr>
          <p:txBody>
            <a:bodyPr wrap="square" lIns="48000" tIns="0" rIns="0" bIns="0" rtlCol="0">
              <a:spAutoFit/>
            </a:bodyPr>
            <a:lstStyle/>
            <a:p>
              <a:r>
                <a:rPr lang="en-GB" sz="2400" b="1" dirty="0"/>
                <a:t>[h]</a:t>
              </a: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81EAB9BD-D63E-B643-904B-A79ED96BC17E}"/>
                </a:ext>
              </a:extLst>
            </p:cNvPr>
            <p:cNvGrpSpPr/>
            <p:nvPr/>
          </p:nvGrpSpPr>
          <p:grpSpPr>
            <a:xfrm>
              <a:off x="824552" y="1134361"/>
              <a:ext cx="870816" cy="796927"/>
              <a:chOff x="1147567" y="1594449"/>
              <a:chExt cx="791653" cy="796927"/>
            </a:xfrm>
          </p:grpSpPr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FDF576C0-75A4-894D-B10C-C70FADEA8AFE}"/>
                  </a:ext>
                </a:extLst>
              </p:cNvPr>
              <p:cNvGrpSpPr/>
              <p:nvPr/>
            </p:nvGrpSpPr>
            <p:grpSpPr>
              <a:xfrm>
                <a:off x="1147567" y="1594449"/>
                <a:ext cx="280661" cy="796926"/>
                <a:chOff x="1720214" y="3407530"/>
                <a:chExt cx="410915" cy="5987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3" name="TextBox 312">
                      <a:extLst>
                        <a:ext uri="{FF2B5EF4-FFF2-40B4-BE49-F238E27FC236}">
                          <a16:creationId xmlns:a16="http://schemas.microsoft.com/office/drawing/2014/main" id="{F5C2CF39-6D6F-7A41-A2E9-63230D2617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0214" y="3407530"/>
                      <a:ext cx="410915" cy="4624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3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313" name="TextBox 312">
                      <a:extLst>
                        <a:ext uri="{FF2B5EF4-FFF2-40B4-BE49-F238E27FC236}">
                          <a16:creationId xmlns:a16="http://schemas.microsoft.com/office/drawing/2014/main" id="{F5C2CF39-6D6F-7A41-A2E9-63230D2617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0214" y="3407530"/>
                      <a:ext cx="410915" cy="462475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38462" r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14" name="Group 313">
                  <a:extLst>
                    <a:ext uri="{FF2B5EF4-FFF2-40B4-BE49-F238E27FC236}">
                      <a16:creationId xmlns:a16="http://schemas.microsoft.com/office/drawing/2014/main" id="{4CBBC05A-917A-B949-A496-DA1531845ABC}"/>
                    </a:ext>
                  </a:extLst>
                </p:cNvPr>
                <p:cNvGrpSpPr/>
                <p:nvPr/>
              </p:nvGrpSpPr>
              <p:grpSpPr>
                <a:xfrm>
                  <a:off x="1730769" y="3765306"/>
                  <a:ext cx="389808" cy="240967"/>
                  <a:chOff x="1334201" y="1517825"/>
                  <a:chExt cx="389808" cy="240967"/>
                </a:xfrm>
              </p:grpSpPr>
              <p:sp>
                <p:nvSpPr>
                  <p:cNvPr id="315" name="TextBox 314">
                    <a:extLst>
                      <a:ext uri="{FF2B5EF4-FFF2-40B4-BE49-F238E27FC236}">
                        <a16:creationId xmlns:a16="http://schemas.microsoft.com/office/drawing/2014/main" id="{F9CFD72D-A3BF-374A-9370-9C4E28918C3D}"/>
                      </a:ext>
                    </a:extLst>
                  </p:cNvPr>
                  <p:cNvSpPr txBox="1"/>
                  <p:nvPr/>
                </p:nvSpPr>
                <p:spPr>
                  <a:xfrm>
                    <a:off x="1334201" y="1527519"/>
                    <a:ext cx="3898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7</a:t>
                    </a:r>
                  </a:p>
                </p:txBody>
              </p:sp>
              <p:cxnSp>
                <p:nvCxnSpPr>
                  <p:cNvPr id="316" name="Straight Connector 315">
                    <a:extLst>
                      <a:ext uri="{FF2B5EF4-FFF2-40B4-BE49-F238E27FC236}">
                        <a16:creationId xmlns:a16="http://schemas.microsoft.com/office/drawing/2014/main" id="{8169C1B9-E1F7-174C-819C-0DE34AEBD1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65108" y="1517825"/>
                    <a:ext cx="327984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846A45C3-B350-AD45-A371-5E9260B021B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605" y="1915936"/>
                    <a:ext cx="354375" cy="3078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846A45C3-B350-AD45-A371-5E9260B021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0605" y="1915936"/>
                    <a:ext cx="354375" cy="307825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b="-60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EC296B5D-76F5-CD41-84A8-558C136503CE}"/>
                  </a:ext>
                </a:extLst>
              </p:cNvPr>
              <p:cNvGrpSpPr/>
              <p:nvPr/>
            </p:nvGrpSpPr>
            <p:grpSpPr>
              <a:xfrm>
                <a:off x="1658558" y="1594450"/>
                <a:ext cx="280662" cy="796926"/>
                <a:chOff x="1720210" y="3407530"/>
                <a:chExt cx="410915" cy="5987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9" name="TextBox 308">
                      <a:extLst>
                        <a:ext uri="{FF2B5EF4-FFF2-40B4-BE49-F238E27FC236}">
                          <a16:creationId xmlns:a16="http://schemas.microsoft.com/office/drawing/2014/main" id="{4D56B1FB-E77F-D74C-84D3-C57D40546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0210" y="3407530"/>
                      <a:ext cx="410915" cy="4624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>
                        <a:defRPr/>
                      </a:pPr>
                      <a:r>
                        <a:rPr lang="en-GB" altLang="en-US" sz="2667" dirty="0"/>
                        <a:t>2</a:t>
                      </a:r>
                      <a14:m>
                        <m:oMath xmlns:m="http://schemas.openxmlformats.org/officeDocument/2006/math">
                          <m:r>
                            <a:rPr lang="en-GB" altLang="en-US" sz="2667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a14:m>
                      <a:r>
                        <a:rPr lang="en-GB" altLang="en-US" sz="2667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309" name="TextBox 308">
                      <a:extLst>
                        <a:ext uri="{FF2B5EF4-FFF2-40B4-BE49-F238E27FC236}">
                          <a16:creationId xmlns:a16="http://schemas.microsoft.com/office/drawing/2014/main" id="{4D56B1FB-E77F-D74C-84D3-C57D405463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20210" y="3407530"/>
                      <a:ext cx="410915" cy="462475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 l="-44000" r="-1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10" name="Group 309">
                  <a:extLst>
                    <a:ext uri="{FF2B5EF4-FFF2-40B4-BE49-F238E27FC236}">
                      <a16:creationId xmlns:a16="http://schemas.microsoft.com/office/drawing/2014/main" id="{23403409-A1D4-064E-83B0-C296A406634C}"/>
                    </a:ext>
                  </a:extLst>
                </p:cNvPr>
                <p:cNvGrpSpPr/>
                <p:nvPr/>
              </p:nvGrpSpPr>
              <p:grpSpPr>
                <a:xfrm>
                  <a:off x="1745278" y="3765306"/>
                  <a:ext cx="360783" cy="240967"/>
                  <a:chOff x="1348710" y="1517825"/>
                  <a:chExt cx="360783" cy="240967"/>
                </a:xfrm>
              </p:grpSpPr>
              <p:sp>
                <p:nvSpPr>
                  <p:cNvPr id="311" name="TextBox 310">
                    <a:extLst>
                      <a:ext uri="{FF2B5EF4-FFF2-40B4-BE49-F238E27FC236}">
                        <a16:creationId xmlns:a16="http://schemas.microsoft.com/office/drawing/2014/main" id="{4E1A3616-DAD1-694F-931D-AB26EA5C9F5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1914" y="1527519"/>
                    <a:ext cx="354374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5</a:t>
                    </a:r>
                  </a:p>
                </p:txBody>
              </p:sp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F27BAD4E-0B92-AE42-97C7-1C45C3FC95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8710" y="1517825"/>
                    <a:ext cx="360783" cy="0"/>
                  </a:xfrm>
                  <a:prstGeom prst="line">
                    <a:avLst/>
                  </a:prstGeom>
                  <a:ln w="19050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521FB718-EE15-1343-866B-59BA37D34E51}"/>
              </a:ext>
            </a:extLst>
          </p:cNvPr>
          <p:cNvGrpSpPr/>
          <p:nvPr/>
        </p:nvGrpSpPr>
        <p:grpSpPr>
          <a:xfrm>
            <a:off x="8756099" y="5353306"/>
            <a:ext cx="1113019" cy="857383"/>
            <a:chOff x="1336832" y="3184260"/>
            <a:chExt cx="834764" cy="643037"/>
          </a:xfrm>
        </p:grpSpPr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8E563D7D-8093-1842-A685-A0C45E7F1B7C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8BDD3E38-2AB5-A043-ACD8-9F6C48AD496F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8BDD3E38-2AB5-A043-ACD8-9F6C48AD4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F23C026E-2E79-8F42-9285-EA57450CD998}"/>
                </a:ext>
              </a:extLst>
            </p:cNvPr>
            <p:cNvGrpSpPr/>
            <p:nvPr/>
          </p:nvGrpSpPr>
          <p:grpSpPr>
            <a:xfrm>
              <a:off x="1652753" y="3184260"/>
              <a:ext cx="518843" cy="643037"/>
              <a:chOff x="1546488" y="3523131"/>
              <a:chExt cx="627798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9" name="TextBox 328">
                    <a:extLst>
                      <a:ext uri="{FF2B5EF4-FFF2-40B4-BE49-F238E27FC236}">
                        <a16:creationId xmlns:a16="http://schemas.microsoft.com/office/drawing/2014/main" id="{6C3147C5-59A6-FB42-8BB1-CD4147DDF801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29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329" name="TextBox 328">
                    <a:extLst>
                      <a:ext uri="{FF2B5EF4-FFF2-40B4-BE49-F238E27FC236}">
                        <a16:creationId xmlns:a16="http://schemas.microsoft.com/office/drawing/2014/main" id="{6C3147C5-59A6-FB42-8BB1-CD4147DDF8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6364" t="-24242" r="-11364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431B1925-D87B-5B46-BC1F-99A5CAEB2F70}"/>
                  </a:ext>
                </a:extLst>
              </p:cNvPr>
              <p:cNvGrpSpPr/>
              <p:nvPr/>
            </p:nvGrpSpPr>
            <p:grpSpPr>
              <a:xfrm>
                <a:off x="1546488" y="3765306"/>
                <a:ext cx="627798" cy="240949"/>
                <a:chOff x="1149920" y="1517825"/>
                <a:chExt cx="627798" cy="240949"/>
              </a:xfrm>
            </p:grpSpPr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5C3A3F6C-AFE9-4D46-B04E-D8752D342A84}"/>
                    </a:ext>
                  </a:extLst>
                </p:cNvPr>
                <p:cNvSpPr txBox="1"/>
                <p:nvPr/>
              </p:nvSpPr>
              <p:spPr>
                <a:xfrm>
                  <a:off x="1149920" y="1527536"/>
                  <a:ext cx="627798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35</a:t>
                  </a: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020A6666-C184-A145-9525-9D27447B8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3AE0E1F1-4026-A547-B411-AFD806B553DA}"/>
              </a:ext>
            </a:extLst>
          </p:cNvPr>
          <p:cNvGrpSpPr/>
          <p:nvPr/>
        </p:nvGrpSpPr>
        <p:grpSpPr>
          <a:xfrm>
            <a:off x="8709916" y="2257893"/>
            <a:ext cx="1105905" cy="857383"/>
            <a:chOff x="1336832" y="3184260"/>
            <a:chExt cx="829429" cy="643037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B39E1EA-083C-3A45-8B89-A21D1507E71F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89EB7379-6101-1046-B934-11CCA1ACA73D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89EB7379-6101-1046-B934-11CCA1ACA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5BA40EBA-C9FF-6843-84BC-83ED31C46FC0}"/>
                </a:ext>
              </a:extLst>
            </p:cNvPr>
            <p:cNvGrpSpPr/>
            <p:nvPr/>
          </p:nvGrpSpPr>
          <p:grpSpPr>
            <a:xfrm>
              <a:off x="1706712" y="3184260"/>
              <a:ext cx="410917" cy="643037"/>
              <a:chOff x="1611778" y="3523131"/>
              <a:chExt cx="497208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5" name="TextBox 344">
                    <a:extLst>
                      <a:ext uri="{FF2B5EF4-FFF2-40B4-BE49-F238E27FC236}">
                        <a16:creationId xmlns:a16="http://schemas.microsoft.com/office/drawing/2014/main" id="{55CEC62B-7414-124C-B430-E17A65414452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19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345" name="TextBox 344">
                    <a:extLst>
                      <a:ext uri="{FF2B5EF4-FFF2-40B4-BE49-F238E27FC236}">
                        <a16:creationId xmlns:a16="http://schemas.microsoft.com/office/drawing/2014/main" id="{55CEC62B-7414-124C-B430-E17A654144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36364" t="-23529" r="-13636" b="-470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B0173D12-3A59-8E47-986B-DE31B98E8E89}"/>
                  </a:ext>
                </a:extLst>
              </p:cNvPr>
              <p:cNvGrpSpPr/>
              <p:nvPr/>
            </p:nvGrpSpPr>
            <p:grpSpPr>
              <a:xfrm>
                <a:off x="1620281" y="3765306"/>
                <a:ext cx="480199" cy="240949"/>
                <a:chOff x="1223713" y="1517825"/>
                <a:chExt cx="480199" cy="240949"/>
              </a:xfrm>
            </p:grpSpPr>
            <p:sp>
              <p:nvSpPr>
                <p:cNvPr id="347" name="TextBox 346">
                  <a:extLst>
                    <a:ext uri="{FF2B5EF4-FFF2-40B4-BE49-F238E27FC236}">
                      <a16:creationId xmlns:a16="http://schemas.microsoft.com/office/drawing/2014/main" id="{A1327183-52C0-C348-8D7A-3FACACAE8258}"/>
                    </a:ext>
                  </a:extLst>
                </p:cNvPr>
                <p:cNvSpPr txBox="1"/>
                <p:nvPr/>
              </p:nvSpPr>
              <p:spPr>
                <a:xfrm>
                  <a:off x="1249422" y="1527536"/>
                  <a:ext cx="428794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24</a:t>
                  </a:r>
                </a:p>
              </p:txBody>
            </p: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22830BFD-19B8-EA4F-BF14-56F2B820DB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9AE7B1DC-5902-754E-B15B-C78FEAE55C09}"/>
              </a:ext>
            </a:extLst>
          </p:cNvPr>
          <p:cNvGrpSpPr/>
          <p:nvPr/>
        </p:nvGrpSpPr>
        <p:grpSpPr>
          <a:xfrm>
            <a:off x="8661386" y="3287477"/>
            <a:ext cx="1105905" cy="857353"/>
            <a:chOff x="1336832" y="3184288"/>
            <a:chExt cx="829429" cy="643015"/>
          </a:xfrm>
        </p:grpSpPr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A83AF329-E2B4-2E42-814E-16828F6DDC4C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CACBF851-E949-804E-8AB1-D295C15FC3C0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CACBF851-E949-804E-8AB1-D295C15FC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68F0B9AE-6D3D-E54B-8FD1-1C138EBE010F}"/>
                </a:ext>
              </a:extLst>
            </p:cNvPr>
            <p:cNvGrpSpPr/>
            <p:nvPr/>
          </p:nvGrpSpPr>
          <p:grpSpPr>
            <a:xfrm>
              <a:off x="1686166" y="3184288"/>
              <a:ext cx="452009" cy="643015"/>
              <a:chOff x="1586917" y="3523148"/>
              <a:chExt cx="546929" cy="4831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3" name="TextBox 352">
                    <a:extLst>
                      <a:ext uri="{FF2B5EF4-FFF2-40B4-BE49-F238E27FC236}">
                        <a16:creationId xmlns:a16="http://schemas.microsoft.com/office/drawing/2014/main" id="{77385624-B456-1A44-8BB6-680F4642F09B}"/>
                      </a:ext>
                    </a:extLst>
                  </p:cNvPr>
                  <p:cNvSpPr txBox="1"/>
                  <p:nvPr/>
                </p:nvSpPr>
                <p:spPr>
                  <a:xfrm>
                    <a:off x="1586917" y="3523148"/>
                    <a:ext cx="546929" cy="23123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11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53" name="TextBox 352">
                    <a:extLst>
                      <a:ext uri="{FF2B5EF4-FFF2-40B4-BE49-F238E27FC236}">
                        <a16:creationId xmlns:a16="http://schemas.microsoft.com/office/drawing/2014/main" id="{77385624-B456-1A44-8BB6-680F4642F0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6917" y="3523148"/>
                    <a:ext cx="546929" cy="231238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7027" t="-24000" r="-5405" b="-4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3FA16FB0-7E91-384A-9825-B840BA9D9705}"/>
                  </a:ext>
                </a:extLst>
              </p:cNvPr>
              <p:cNvGrpSpPr/>
              <p:nvPr/>
            </p:nvGrpSpPr>
            <p:grpSpPr>
              <a:xfrm>
                <a:off x="1620281" y="3765306"/>
                <a:ext cx="480199" cy="240949"/>
                <a:chOff x="1223713" y="1517825"/>
                <a:chExt cx="480199" cy="240949"/>
              </a:xfrm>
            </p:grpSpPr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CF598040-182F-7E4B-B3F4-E1FAFA41EEDA}"/>
                    </a:ext>
                  </a:extLst>
                </p:cNvPr>
                <p:cNvSpPr txBox="1"/>
                <p:nvPr/>
              </p:nvSpPr>
              <p:spPr>
                <a:xfrm>
                  <a:off x="1249422" y="1527536"/>
                  <a:ext cx="428794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20</a:t>
                  </a:r>
                </a:p>
              </p:txBody>
            </p: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6E640F97-ED0C-A849-8927-F23837EB76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447606B7-10BC-434E-9F3C-F3E6EB951E18}"/>
              </a:ext>
            </a:extLst>
          </p:cNvPr>
          <p:cNvGrpSpPr/>
          <p:nvPr/>
        </p:nvGrpSpPr>
        <p:grpSpPr>
          <a:xfrm>
            <a:off x="8661385" y="4316986"/>
            <a:ext cx="1113019" cy="857383"/>
            <a:chOff x="1336832" y="3184260"/>
            <a:chExt cx="834764" cy="643037"/>
          </a:xfrm>
        </p:grpSpPr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52A57FA5-7E17-6F4A-831E-E8DE8113BBC7}"/>
                </a:ext>
              </a:extLst>
            </p:cNvPr>
            <p:cNvSpPr/>
            <p:nvPr/>
          </p:nvSpPr>
          <p:spPr>
            <a:xfrm>
              <a:off x="1658091" y="3209889"/>
              <a:ext cx="508170" cy="602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6FE7AB2F-86D4-274A-8D8B-F57E32C7A24E}"/>
                    </a:ext>
                  </a:extLst>
                </p:cNvPr>
                <p:cNvSpPr txBox="1"/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14:m>
                    <m:oMath xmlns:m="http://schemas.openxmlformats.org/officeDocument/2006/math">
                      <m:r>
                        <a:rPr lang="en-GB" altLang="en-US" sz="2667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GB" altLang="en-US" sz="2667" dirty="0"/>
                    <a:t> </a:t>
                  </a:r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6FE7AB2F-86D4-274A-8D8B-F57E32C7A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832" y="3351907"/>
                  <a:ext cx="354375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F4695D81-7BDF-8641-A660-9CFD528EA86C}"/>
                </a:ext>
              </a:extLst>
            </p:cNvPr>
            <p:cNvGrpSpPr/>
            <p:nvPr/>
          </p:nvGrpSpPr>
          <p:grpSpPr>
            <a:xfrm>
              <a:off x="1652753" y="3184260"/>
              <a:ext cx="518843" cy="643037"/>
              <a:chOff x="1546488" y="3523131"/>
              <a:chExt cx="627798" cy="48312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1" name="TextBox 360">
                    <a:extLst>
                      <a:ext uri="{FF2B5EF4-FFF2-40B4-BE49-F238E27FC236}">
                        <a16:creationId xmlns:a16="http://schemas.microsoft.com/office/drawing/2014/main" id="{C2257266-64CA-2D40-B493-A78CE9B23295}"/>
                      </a:ext>
                    </a:extLst>
                  </p:cNvPr>
                  <p:cNvSpPr txBox="1"/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en-GB" altLang="en-US" sz="2667" dirty="0"/>
                      <a:t>13</a:t>
                    </a:r>
                    <a14:m>
                      <m:oMath xmlns:m="http://schemas.openxmlformats.org/officeDocument/2006/math">
                        <m:r>
                          <a:rPr lang="en-GB" altLang="en-US" sz="2667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  <a:r>
                      <a:rPr lang="en-GB" altLang="en-US" sz="2667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361" name="TextBox 360">
                    <a:extLst>
                      <a:ext uri="{FF2B5EF4-FFF2-40B4-BE49-F238E27FC236}">
                        <a16:creationId xmlns:a16="http://schemas.microsoft.com/office/drawing/2014/main" id="{C2257266-64CA-2D40-B493-A78CE9B232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1778" y="3523131"/>
                    <a:ext cx="497208" cy="231273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33333" t="-24242" r="-11111" b="-5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B2058AA4-2BAE-FA43-B47C-5B0D97580321}"/>
                  </a:ext>
                </a:extLst>
              </p:cNvPr>
              <p:cNvGrpSpPr/>
              <p:nvPr/>
            </p:nvGrpSpPr>
            <p:grpSpPr>
              <a:xfrm>
                <a:off x="1546488" y="3765306"/>
                <a:ext cx="627798" cy="240949"/>
                <a:chOff x="1149920" y="1517825"/>
                <a:chExt cx="627798" cy="240949"/>
              </a:xfrm>
            </p:grpSpPr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F0CB44B1-25A1-3646-9662-609528D0AF90}"/>
                    </a:ext>
                  </a:extLst>
                </p:cNvPr>
                <p:cNvSpPr txBox="1"/>
                <p:nvPr/>
              </p:nvSpPr>
              <p:spPr>
                <a:xfrm>
                  <a:off x="1149920" y="1527536"/>
                  <a:ext cx="627798" cy="231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>
                    <a:defRPr/>
                  </a:pPr>
                  <a:r>
                    <a:rPr lang="en-GB" altLang="en-US" sz="2667" dirty="0"/>
                    <a:t>18</a:t>
                  </a:r>
                </a:p>
              </p:txBody>
            </p: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8EC43AA8-D2B8-F74A-972B-FD35F70F55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13" y="1517825"/>
                  <a:ext cx="480199" cy="0"/>
                </a:xfrm>
                <a:prstGeom prst="line">
                  <a:avLst/>
                </a:prstGeom>
                <a:ln w="19050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F550404B-19B9-0C4D-8F11-5CE7A097CD8C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5" name="TextBox 394">
            <a:extLst>
              <a:ext uri="{FF2B5EF4-FFF2-40B4-BE49-F238E27FC236}">
                <a16:creationId xmlns:a16="http://schemas.microsoft.com/office/drawing/2014/main" id="{4AE062CA-31B7-9A43-A994-07FF7FF7B4AD}"/>
              </a:ext>
            </a:extLst>
          </p:cNvPr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DBBF6ADD-CDE7-E24B-96EC-80BBE8774CEB}"/>
              </a:ext>
            </a:extLst>
          </p:cNvPr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EC33099D-0590-384D-8BB1-7FA84738A3EF}"/>
              </a:ext>
            </a:extLst>
          </p:cNvPr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4176CD66-05B6-CD46-AD77-349194964718}"/>
              </a:ext>
            </a:extLst>
          </p:cNvPr>
          <p:cNvSpPr txBox="1"/>
          <p:nvPr/>
        </p:nvSpPr>
        <p:spPr>
          <a:xfrm>
            <a:off x="191345" y="858948"/>
            <a:ext cx="1130525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add and subtract algebraic fractions with different denominators?</a:t>
            </a:r>
          </a:p>
        </p:txBody>
      </p: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A796704B-965C-D24D-BB99-74CF917DDFA3}"/>
              </a:ext>
            </a:extLst>
          </p:cNvPr>
          <p:cNvCxnSpPr>
            <a:cxnSpLocks/>
          </p:cNvCxnSpPr>
          <p:nvPr/>
        </p:nvCxnSpPr>
        <p:spPr>
          <a:xfrm>
            <a:off x="0" y="133871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0" name="Title 1">
            <a:extLst>
              <a:ext uri="{FF2B5EF4-FFF2-40B4-BE49-F238E27FC236}">
                <a16:creationId xmlns:a16="http://schemas.microsoft.com/office/drawing/2014/main" id="{B8F65B9F-7F99-8446-9C82-B28F384C655F}"/>
              </a:ext>
            </a:extLst>
          </p:cNvPr>
          <p:cNvSpPr txBox="1">
            <a:spLocks/>
          </p:cNvSpPr>
          <p:nvPr/>
        </p:nvSpPr>
        <p:spPr>
          <a:xfrm>
            <a:off x="-2055221" y="2508825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01" name="Right Arrow 400">
            <a:extLst>
              <a:ext uri="{FF2B5EF4-FFF2-40B4-BE49-F238E27FC236}">
                <a16:creationId xmlns:a16="http://schemas.microsoft.com/office/drawing/2014/main" id="{AD1311FE-9D31-594D-A23E-828C12A2DD50}"/>
              </a:ext>
            </a:extLst>
          </p:cNvPr>
          <p:cNvSpPr/>
          <p:nvPr/>
        </p:nvSpPr>
        <p:spPr>
          <a:xfrm rot="11380062">
            <a:off x="3478263" y="241484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ight Arrow 417">
            <a:extLst>
              <a:ext uri="{FF2B5EF4-FFF2-40B4-BE49-F238E27FC236}">
                <a16:creationId xmlns:a16="http://schemas.microsoft.com/office/drawing/2014/main" id="{5C46C431-2ACE-A74F-9EB5-969A58E65144}"/>
              </a:ext>
            </a:extLst>
          </p:cNvPr>
          <p:cNvSpPr/>
          <p:nvPr/>
        </p:nvSpPr>
        <p:spPr>
          <a:xfrm rot="9402152">
            <a:off x="3502058" y="310978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Title 1">
            <a:extLst>
              <a:ext uri="{FF2B5EF4-FFF2-40B4-BE49-F238E27FC236}">
                <a16:creationId xmlns:a16="http://schemas.microsoft.com/office/drawing/2014/main" id="{1E744733-26BA-F749-8C17-653EA37AE0B9}"/>
              </a:ext>
            </a:extLst>
          </p:cNvPr>
          <p:cNvSpPr txBox="1">
            <a:spLocks/>
          </p:cNvSpPr>
          <p:nvPr/>
        </p:nvSpPr>
        <p:spPr>
          <a:xfrm>
            <a:off x="7795287" y="1235246"/>
            <a:ext cx="4130008" cy="92918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pPr algn="r"/>
            <a:r>
              <a:rPr lang="en-AU" sz="4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Now Your turn</a:t>
            </a:r>
            <a:endParaRPr lang="en-US" sz="4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64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/>
      <p:bldP spid="401" grpId="0" animBg="1"/>
      <p:bldP spid="418" grpId="0" animBg="1"/>
      <p:bldP spid="4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821" y="4207631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We do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87373-6B23-1640-9B6C-6AD2BFFFD415}"/>
              </a:ext>
            </a:extLst>
          </p:cNvPr>
          <p:cNvSpPr/>
          <p:nvPr/>
        </p:nvSpPr>
        <p:spPr>
          <a:xfrm>
            <a:off x="539026" y="526344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</a:p>
        </p:txBody>
      </p:sp>
      <p:pic>
        <p:nvPicPr>
          <p:cNvPr id="5" name="Picture 4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BB6234FB-577D-2B41-B980-014DD7719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86" y="1643605"/>
            <a:ext cx="11481628" cy="458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271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notes, finish any unanswered questions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382183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584</Words>
  <Application>Microsoft Macintosh PowerPoint</Application>
  <PresentationFormat>Widescreen</PresentationFormat>
  <Paragraphs>226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DJB Fancy Nancy</vt:lpstr>
      <vt:lpstr>Fragment Core</vt:lpstr>
      <vt:lpstr>Kiwi School Handwriting</vt:lpstr>
      <vt:lpstr>Office Theme</vt:lpstr>
      <vt:lpstr>Algebraic Fractions</vt:lpstr>
      <vt:lpstr>Five Questions (LHS)</vt:lpstr>
      <vt:lpstr>Learning Intentions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We do</vt:lpstr>
      <vt:lpstr>Notes Review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Fractions</dc:title>
  <dc:creator>SUMMERS Brad [Baldivis Secondary College]</dc:creator>
  <cp:lastModifiedBy>SUMMERS Brad [Baldivis Secondary College]</cp:lastModifiedBy>
  <cp:revision>14</cp:revision>
  <dcterms:created xsi:type="dcterms:W3CDTF">2021-02-05T05:58:03Z</dcterms:created>
  <dcterms:modified xsi:type="dcterms:W3CDTF">2021-02-05T06:45:11Z</dcterms:modified>
</cp:coreProperties>
</file>