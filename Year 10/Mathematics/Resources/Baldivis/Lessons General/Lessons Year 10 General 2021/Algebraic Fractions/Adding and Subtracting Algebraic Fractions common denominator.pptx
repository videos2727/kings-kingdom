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7" r:id="rId2"/>
    <p:sldId id="259" r:id="rId3"/>
    <p:sldId id="258" r:id="rId4"/>
    <p:sldId id="303" r:id="rId5"/>
    <p:sldId id="306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 varScale="1">
        <p:scale>
          <a:sx n="93" d="100"/>
          <a:sy n="93" d="100"/>
        </p:scale>
        <p:origin x="735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26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6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adding and subtracting algebraic fractions and normal fractions?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1840" y="2132856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When adding or subtracting normal numeric fractions we need to ensure we have the same value as the denominator for both fractions. We do </a:t>
            </a:r>
            <a:r>
              <a:rPr lang="en-AU" dirty="0">
                <a:solidFill>
                  <a:srgbClr val="FF0000"/>
                </a:solidFill>
              </a:rPr>
              <a:t>exactly the same</a:t>
            </a:r>
            <a:r>
              <a:rPr lang="en-AU" dirty="0"/>
              <a:t> when adding or subtracting algebraic fractions.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3848" y="34290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132856"/>
            <a:ext cx="27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 I need to do when adding and subtracting fractions?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416B5-1639-4BF8-897D-9261CF23D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770750"/>
            <a:ext cx="2495550" cy="2924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6D9B8-764C-4985-A17C-E34EF6D63180}"/>
              </a:ext>
            </a:extLst>
          </p:cNvPr>
          <p:cNvSpPr txBox="1"/>
          <p:nvPr/>
        </p:nvSpPr>
        <p:spPr>
          <a:xfrm>
            <a:off x="5868144" y="4005064"/>
            <a:ext cx="2880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Denominator is the same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Collect the like terms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Simplify if possible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513E7-92CF-472A-B7FD-A0E056750D29}"/>
              </a:ext>
            </a:extLst>
          </p:cNvPr>
          <p:cNvSpPr txBox="1"/>
          <p:nvPr/>
        </p:nvSpPr>
        <p:spPr>
          <a:xfrm>
            <a:off x="755576" y="1916832"/>
            <a:ext cx="7632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page 8 from the Dwyer textbook.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Extension:</a:t>
            </a:r>
          </a:p>
          <a:p>
            <a:endParaRPr lang="en-AU" dirty="0"/>
          </a:p>
          <a:p>
            <a:r>
              <a:rPr lang="en-AU" dirty="0"/>
              <a:t>Try these: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41281-E68C-47EE-A3DA-FA6C9C87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573016"/>
            <a:ext cx="8276941" cy="1447017"/>
          </a:xfrm>
          <a:prstGeom prst="rect">
            <a:avLst/>
          </a:prstGeom>
        </p:spPr>
      </p:pic>
      <p:pic>
        <p:nvPicPr>
          <p:cNvPr id="8" name="Picture 7" descr="A person holding a parachute&#10;&#10;Description automatically generated with medium confidence">
            <a:extLst>
              <a:ext uri="{FF2B5EF4-FFF2-40B4-BE49-F238E27FC236}">
                <a16:creationId xmlns:a16="http://schemas.microsoft.com/office/drawing/2014/main" id="{E95854DC-1844-4D15-8343-8C7B2537E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675" y="404663"/>
            <a:ext cx="3822179" cy="291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182</Words>
  <Application>Microsoft Office PowerPoint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My Number Interactive Workbook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Stephanie Keen</cp:lastModifiedBy>
  <cp:revision>111</cp:revision>
  <dcterms:created xsi:type="dcterms:W3CDTF">2014-05-14T02:58:57Z</dcterms:created>
  <dcterms:modified xsi:type="dcterms:W3CDTF">2021-02-03T05:38:58Z</dcterms:modified>
</cp:coreProperties>
</file>