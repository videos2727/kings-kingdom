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310" r:id="rId3"/>
    <p:sldId id="258" r:id="rId4"/>
    <p:sldId id="284" r:id="rId5"/>
    <p:sldId id="259" r:id="rId6"/>
    <p:sldId id="285" r:id="rId7"/>
    <p:sldId id="333" r:id="rId8"/>
    <p:sldId id="330" r:id="rId9"/>
    <p:sldId id="292" r:id="rId10"/>
    <p:sldId id="2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108"/>
    <p:restoredTop sz="96197"/>
  </p:normalViewPr>
  <p:slideViewPr>
    <p:cSldViewPr snapToGrid="0" snapToObjects="1">
      <p:cViewPr varScale="1">
        <p:scale>
          <a:sx n="104" d="100"/>
          <a:sy n="104" d="100"/>
        </p:scale>
        <p:origin x="24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7T06:46:36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921 4 24575,'-80'0'0,"0"0"0,1 0 0,-16 0 0,14-2 0,-13 0 0,16 6 0,-2 21 0,53-19 0,-19 22 0,41-22 0,1 4 0,-2 0 0,0 0 0,-3 7 0,2 1 0,-5 6 0,0 1 0,-1 6 0,6-4 0,-5 12 0,5-13 0,-1 6 0,3-8 0,-1 8 0,4-6 0,-4 6 0,0 0 0,5 2 0,-6 7 0,2-7 0,4 5 0,-11-5 0,11 7 0,-5-7 0,-1 5 0,6-13 0,-5 13 0,6-12 0,0 12 0,0-13 0,0 6 0,0 0 0,0-6 0,0 6 0,0 0 0,0-6 0,0 6 0,0-8 0,0 0 0,0 0 0,0-5 0,0 3 0,0-3 0,0-1 0,5 5 0,1-11 0,6 10 0,0-3 0,0 5 0,0 0 0,5 0 0,-3 1 0,9-1 0,-4 0 0,5 1 0,0-7 0,1 5 0,-1-9 0,0 9 0,-6-10 0,5 4 0,-5-6 0,7 2 0,-1-1 0,0 0 0,8 1 0,2 0 0,-1 0 0,7 0 0,-7 0 0,1 0 0,6 1 0,-7-1 0,9 1 0,-9-7 0,7 0 0,-7-7 0,1 0 0,5 0 0,-12 0 0,4 0 0,-6 0 0,-1 0 0,0 0 0,1 0 0,-1 0 0,0 0 0,11-11 0,-14 8 0,13-13 0,-16 9 0,0-4 0,5-1 0,-5 0 0,0 1 0,5-7 0,-11 6 0,5-4 0,-6-1 0,0 5 0,6-11 0,-5 11 0,5-11 0,-5 5 0,-1 0 0,1-5 0,0 5 0,-1 0 0,1-5 0,-1 11 0,1-11 0,-1 11 0,0-11 0,0 11 0,-4-10 0,3 3 0,-9-5 0,10 0 0,-10-1 0,10 1 0,-9 0 0,3 0 0,-5-1 0,0 1 0,5 0 0,-3-1 0,3 3 0,-5-2 0,0-6 0,0 4 0,0-6 0,0 8 0,0-8 0,0 6 0,0-6 0,0 8 0,0-1 0,0 1 0,0 0 0,0-1 0,-5 7 0,4-5 0,-9 5 0,4 0 0,-6-5 0,1 11 0,-1-11 0,-4 11 0,3-5 0,-5 0 0,2 4 0,3-4 0,-4 6 0,1-6 0,3 5 0,-4-11 0,0 10 0,4-4 0,-9 0 0,10 5 0,-11-11 0,11 11 0,-5-4 0,0 4 0,5 2 0,-4-2 0,5 2 0,-5-2 0,3 2 0,-3-1 0,5 5 0,1-4 0,-1 9 0,1-8 0,-1 8 0,5-9 0,-3 9 0,3-8 0,-4 3 0,-1 0 0,6-3 0,-5 3 0,9-4 0,-8 0 0,8 0 0,-3 1 0,4-1 0,0 0 0,-5 5 0,4-4 0,-4 3 0,1 0 0,3-3 0,-8 3 0,3-4 0,-4 1 0,5-1 0,-4 4 0,8-3 0,-9 8 0,9-8 0,-8 3 0,4-4 0,-5 5 0,0-4 0,1 8 0,4-7 0,-4 7 0,3-4 0,1 5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7T06:46:36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7 24575,'-14'4'0,"0"1"0,5 1 0,3 3 0,-3-8 0,8 8 0,-8-8 0,7 8 0,-7-3 0,4 4 0,-6 0 0,1 1 0,-1-1 0,1 0 0,0 1 0,4-1 0,-3 1 0,3-1 0,1 0 0,-5-4 0,9 3 0,-3-3 0,-1 4 0,4 0 0,-4 0 0,5 1 0,-4-1 0,3 0 0,-4 1 0,5-1 0,0 1 0,-4-1 0,2 1 0,-2-1 0,-1 1 0,4-1 0,-9 7 0,8-5 0,-8 5 0,9-7 0,-3 1 0,-1-1 0,4 1 0,-4-1 0,5 1 0,0 0 0,0-1 0,0 0 0,0 0 0,0 1 0,0-1 0,-5 1 0,4-1 0,-4 6 0,5-4 0,0 5 0,-5 0 0,4-5 0,-5 4 0,6-5 0,0 0 0,0-1 0,0 7 0,-4-5 0,2 4 0,-2 1 0,4-5 0,0 11 0,-6-5 0,5 0 0,-4 5 0,5-5 0,0 7 0,0-1 0,0-6 0,0 5 0,0-5 0,0 6 0,0 1 0,0-7 0,0 5 0,0-5 0,0 6 0,0-6 0,0 5 0,0-11 0,0 11 0,0-5 0,0 0 0,0-1 0,0 0 0,0 5 0,0-2 0,0 7 0,0-15 0,0 11 0,0-11 0,0 5 0,0-1 0,0-3 0,0 9 0,0-10 0,4 5 0,-3-6 0,9-1 0,-4 1 0,0-1 0,3 1 0,-8-1 0,8 1 0,-3-1 0,5 1 0,-1 0 0,1-1 0,0 1 0,-1-1 0,1 1 0,-1-1 0,1 1 0,-1-1 0,0 1 0,1-6 0,-1 0 0,-4-1 0,3-2 0,-3 2 0,5 1 0,-1-4 0,1 4 0,-1-1 0,1-2 0,-1 2 0,7-4 0,-5 0 0,5 0 0,-1 0 0,-3 0 0,3 0 0,-5 0 0,-1 0 0,7 0 0,-5 0 0,5 0 0,-1 0 0,-4 0 0,11 0 0,-11 0 0,5 0 0,-7 0 0,7 0 0,-5 0 0,5 0 0,-7 0 0,1 0 0,6 0 0,-5 0 0,4 0 0,-5 0 0,-1 0 0,1 0 0,0 0 0,-1-4 0,1 2 0,-1-7 0,0 4 0,-4-6 0,3 6 0,-8-5 0,4 4 0,0-4 0,0 0 0,6-1 0,-6 1 0,5-7 0,-4 5 0,6-4 0,-7-1 0,6-1 0,-5-7 0,6 1 0,-5 6 0,4-5 0,-4 5 0,-1 0 0,5 1 0,-10 1 0,3 3 0,1-3 0,-4 5 0,4 1 0,-5-1 0,0-6 0,5 5 0,-4-4 0,4-1 0,-5-1 0,0-6 0,0 5 0,0-3 0,0 3 0,4 1 0,-3-4 0,4 9 0,0-9 0,-3 10 0,3-5 0,-5 0 0,5 5 0,-4-4 0,4-1 0,-5 5 0,0-5 0,0 0 0,0 5 0,0-10 0,0 10 0,0-11 0,0 5 0,0-7 0,0 1 0,0 0 0,0 0 0,0-1 0,0 1 0,0 0 0,0 6 0,0-5 0,0 11 0,0-11 0,0 11 0,0-5 0,0 1 0,0 4 0,0-5 0,-6 0 0,5 5 0,-9-4 0,9 5 0,-4-6 0,0 5 0,4-4 0,-8 5 0,3 1 0,0-1 0,-3 5 0,8-3 0,-9 3 0,4-5 0,-4 6 0,-1-5 0,1 4 0,4-4 0,-3-1 0,3 5 0,-5-3 0,1 3 0,-1-4 0,0-1 0,-10-5 0,8 9 0,-8-8 0,10 14 0,5-8 0,-3 7 0,3-7 0,-5 8 0,1-9 0,-1 9 0,1-8 0,-1 3 0,1 0 0,4-3 0,-4 8 0,5-9 0,-6 9 0,0-8 0,1 3 0,0-4 0,-1 4 0,1-3 0,0 8 0,-1-9 0,1 5 0,0-5 0,0 4 0,0-2 0,0 6 0,0-6 0,0 7 0,0-4 0,0 5 0,0 0 0,0 0 0,0 0 0,0 0 0,0-4 0,0 3 0,1-3 0,-1 4 0,1 0 0,4 0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7T06:46:36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1196 15 24575,'-15'0'0,"-12"0"0,7 0 0,-12 0 0,-9 0 0,13 0 0,-21-6 0,11 4 0,9-4 0,-6 6 0,13 0 0,-4 0 0,4 0 0,-6 0 0,9 0 0,-10 0 0,4 0 0,7 0 0,-4 0 0,3 0 0,-5 0 0,6 0 0,-4 0 0,3 0 0,-5 0 0,0 0 0,0 6 0,-1-5 0,1 10 0,0-10 0,6 5 0,-5-1 0,11-4 0,-11 10 0,6-5 0,4 5 0,-1-5 0,8 4 0,-10-4 0,4 5 0,-5 0 0,7 0 0,-1-1 0,1 1 0,-1-1 0,0 1 0,1-1 0,4 1 0,-4 5 0,4-4 0,-1 11 0,-2-11 0,8 11 0,-9-5 0,2 14 0,-4-6 0,-1 13 0,0-13 0,0 14 0,0-7 0,5 1 0,-4 5 0,10-12 0,-10 12 0,11-13 0,-12 13 0,12-13 0,-11 13 0,10-13 0,-4 6 0,6-8 0,0 0 0,0 19 0,0-14 0,0 13 0,0-18 0,0 1 0,0 6 0,0 3 0,0 7 0,0 0 0,0 0 0,6 1 0,2-2 0,5-6 0,0 4 0,-1-12 0,1 6 0,-1-8 0,0-5 0,0 3 0,-2-10 0,2 5 0,-1-1 0,0-4 0,6 5 0,1 0 0,6-3 0,0 3 0,8 2 0,-6-5 0,14 12 0,4-6 0,0 1 0,0-3 0,-5-4 0,-13-2 0,6 1 0,0-7 0,-6 5 0,5-9 0,-6 3 0,-1 0 0,0-3 0,-6 3 0,5-5 0,-5 0 0,6 0 0,0 0 0,1 0 0,-1 0 0,8 0 0,-6 0 0,13 0 0,-6 0 0,8 0 0,-7 0 0,-3-5 0,1 3 0,-6-8 0,6 8 0,-8-9 0,-6 10 0,5-10 0,-5 10 0,7-10 0,-7 5 0,4 0 0,7-10 0,-8 9 0,13-11 0,-22 12 0,4-4 0,-5 4 0,6-5 0,-5 0 0,4 5 0,-5-3 0,-1 3 0,7-6 0,-4-4 0,10 2 0,-10-3 0,3 6 0,-5 0 0,-1 6 0,2-11 0,-6 9 0,-1-9 0,-1 6 0,-2-1 0,2 1 0,-4 0 0,0-6 0,5 4 0,-4-11 0,8 11 0,-8-11 0,9 5 0,-8 0 0,3-5 0,1 5 0,-5 0 0,9 1 0,-9 1 0,4 3 0,-5-9 0,5 10 0,-4-11 0,3 5 0,-4-1 0,0-3 0,0 4 0,0-6 0,6-1 0,-5 7 0,5-4 0,-6 4 0,0-1 0,0-3 0,0 10 0,0-5 0,0 0 0,0 5 0,0-5 0,0 1 0,0 4 0,0-11 0,0 11 0,0-11 0,0 11 0,0-10 0,0-1 0,0-3 0,0-3 0,0 5 0,0 6 0,0 1 0,0 1 0,0 4 0,0-11 0,-6 5 0,5 0 0,-5-5 0,2 11 0,3-5 0,-4 7 0,-1-7 0,5 5 0,-9-5 0,9 0 0,-4 5 0,1-4 0,-2 6 0,0-1 0,-3 1 0,8-1 0,-8 6 0,7-5 0,-7 4 0,3 0 0,0-3 0,-3 3 0,3-4 0,-4 0 0,0-1 0,-1 1 0,1-1 0,-1 1 0,1-1 0,-1 1 0,0-1 0,1 0 0,-1 1 0,1 4 0,-1-3 0,6 3 0,-5 0 0,4-3 0,-4 7 0,-1-7 0,1 4 0,0-1 0,-1-3 0,1 8 0,-1-9 0,1 9 0,4-8 0,-4 8 0,5-9 0,-1 4 0,-4 0 0,5 2 0,-1-1 0,-4 4 0,5-8 0,-5 8 0,0-4 0,1 5 0,3-4 0,-3 3 0,4-4 0,-6 0 0,1 4 0,5-8 0,-4 7 0,3-2 0,0-1 0,-3 4 0,3-4 0,0 5 0,2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7T06:46:36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1378 0 24575,'-15'0'0,"-5"0"0,-16 0 0,7 0 0,-13 0 0,18 0 0,-5 0 0,4 0 0,-4 0 0,6 0 0,-1 0 0,7 0 0,-6 0 0,5 0 0,-6 0 0,0 0 0,0 0 0,-1 0 0,1 0 0,0 0 0,0 0 0,0 6 0,5-5 0,-3 4 0,10-5 0,-5 0 0,6 0 0,-5 0 0,4 5 0,-11-4 0,11 4 0,-11 0 0,11-3 0,-10 8 0,4-8 0,0 7 0,1-7 0,1 8 0,4-9 0,-5 4 0,0 1 0,5 0 0,-11 0 0,11 4 0,-4-4 0,-1-1 0,5 5 0,-11-4 0,11 5 0,-4 0 0,-1 1 0,5-2 0,-5-3 0,7 2 0,-1-3 0,5 5 0,-3-6 0,8 5 0,-9-9 0,9 8 0,-8-8 0,8 9 0,-9-9 0,9 8 0,-4-3 0,1 5 0,-2-1 0,-5 1 0,1-1 0,-1 1 0,1-1 0,-1 7 0,0-5 0,0 4 0,0-5 0,5-1 0,-3 1 0,8-1 0,-8-4 0,8 2 0,-8-2 0,8 3 0,-8-4 0,8 4 0,-8-8 0,8 8 0,-8-4 0,7 6 0,-7-1 0,8 1 0,-8-1 0,3 1 0,0-1 0,-3 1 0,3-1 0,0 1 0,-3-1 0,8 1 0,-9-1 0,9 1 0,-8-1 0,8 1 0,-4-1 0,5-1 0,0 1 0,0 0 0,0 0 0,0 1 0,0 6 0,0 1 0,0 6 0,0 7 0,0-5 0,0 6 0,0-14 0,0 5 0,0-11 0,0 11 0,0-11 0,0 4 0,0-5 0,0-1 0,0 1 0,0-1 0,0 1 0,0 0 0,0-1 0,0 1 0,0-1 0,0 0 0,0 1 0,0-1 0,5 0 0,-4 1 0,8 0 0,-8-1 0,9 1 0,-4-1 0,4 1 0,1 5 0,0-4 0,0 5 0,0-6 0,0 5 0,0-4 0,0 5 0,6-1 0,-5-3 0,10 4 0,-4-6 0,0 1 0,5-1 0,-5-4 0,7 3 0,-7-8 0,4 8 0,-3-8 0,5 9 0,7-4 0,-5 0 0,6 4 0,0-9 0,-6 8 0,13-2 0,-5 5 0,0-6 0,5 6 0,-5-12 0,-1 11 0,7-11 0,-14 10 0,5-10 0,-7 4 0,1 1 0,-1-5 0,0 4 0,0-5 0,8 0 0,-6 0 0,6 0 0,-8 0 0,1 0 0,-1 0 0,-6 0 0,5 0 0,-5 0 0,6 0 0,0 0 0,1 0 0,-1 0 0,0 0 0,1 0 0,-1 0 0,8 0 0,-6 0 0,5 0 0,-7 0 0,1 0 0,6 0 0,-4 0 0,4 0 0,-6 0 0,-1 0 0,-6 0 0,4 0 0,-3 0 0,-1 0 0,-2-4 0,1-3 0,-5 1 0,5-4 0,-7 4 0,5-9 0,-3 8 0,4-13 0,-5 17 0,0-12 0,-1 9 0,1-5 0,0-5 0,0 4 0,0-5 0,0 0 0,0 5 0,1-10 0,-1 4 0,-4 0 0,4-5 0,-4 5 0,5-6 0,-1 5 0,1-3 0,-1 4 0,2-7 0,-1-6 0,1 5 0,-1-5 0,0 13 0,-6-5 0,-1 5 0,0-1 0,-4 3 0,3-1 0,-4 5 0,0-4 0,0-1 0,0-1 0,0 0 0,0-5 0,0 5 0,0-6 0,0-1 0,0 1 0,0 6 0,0-5 0,0 5 0,0 0 0,0-4 0,0 10 0,0-5 0,0 0 0,-4 5 0,-2-4 0,-5 5 0,1 1 0,4-1 0,-3 1 0,3-1 0,-5 0 0,1 1 0,-1-1 0,-5 0 0,4 0 0,-5 0 0,6 1 0,1-1 0,-1 1 0,-5-2 0,4 2 0,-5-2 0,6 2 0,1 4 0,-7-4 0,5 4 0,-11-1 0,11-2 0,-10 2 0,10-3 0,-5 3 0,0-3 0,5 4 0,-4-5 0,5 5 0,1-3 0,-1 8 0,1-9 0,-1 9 0,0-8 0,1 7 0,0-7 0,-1 8 0,1-3 0,0 4 0,-1-5 0,1 4 0,0-4 0,-1 5 0,1 0 0,4-4 0,-4 3 0,5-4 0,-6 5 0,5-5 0,-3 4 0,8-8 0,-9 8 0,5-8 0,-5 8 0,5-8 0,-4 7 0,8-6 0,-8 7 0,8-8 0,-9 8 0,9-8 0,-8 8 0,8-8 0,-9 8 0,9-8 0,-4 3 0,1-4 0,-1 5 0,-5 0 0,1 5 0,0 0 0,-1 0 0,5-4 0,1 3 0,4-3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7T06:46:36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671 0 24575,'-12'72'0,"-3"-17"0,-3 3 0,1-8 0,-1 1 0,-2 12 0,-1 1 0,-4 1 0,0-3 0,7-15 0,2 0 0,-6 17 0,0-2 0,-9 13 0,15-13 0,-3-10 0,6-19 0,6 7 0,-4-14 0,5 5 0,-1-7 0,-3-5 0,9 3 0,-9-4 0,8 1 0,-8 3 0,8-10 0,-8 11 0,8-5 0,-9 6 0,10-5 0,-10 3 0,5-4 0,-6 6 0,0 0 0,0 0 0,-1 1 0,2-7 0,-1 5 0,1-11 0,0 4 0,5-5 0,2-1 0,-1 1 0,4-1 0,-4 0 0,1 0 0,3 1 0,-9 5 0,4-4 0,-1 11 0,-2-11 0,8 4 0,-9 1 0,3 1 0,1 6 0,-5 0 0,10 0 0,-9-6 0,8 5 0,-7-11 0,8 5 0,-4-7 0,5 1 0,-4-1 0,3 1 0,-4-1 0,0 1 0,4-1 0,-4-8 0,5-8 0,0-5 0,5-3 0,0 8 0,5-3 0,0 8 0,7-9 0,1 3 0,6 0 0,8-4 0,1 4 0,17-8 0,-7 1 0,7 0 0,-16 1 0,5 0 0,-13 0 0,6 1 0,-8 5 0,0-4 0,-6 5 0,5-6 0,-11 6 0,21-10 0,-18 9 0,18-5 0,-14 2 0,-1 4 0,4-1 0,-4-3 0,0 9 0,-1-10 0,0 10 0,-5-3 0,4-1 0,1 4 0,-5-9 0,4 9 0,1-9 0,-5 9 0,4-9 0,-5 8 0,-1-7 0,1 8 0,-1-4 0,0 5 0,1 0 0,-1 0 0,0 0 0,0 0 0,1 0 0,5 0 0,-4 0 0,11-5 0,-11 3 0,11-3 0,-11 5 0,4 0 0,-5 0 0,-1 0 0,7 0 0,-5-5 0,5 4 0,-1-3 0,-4 4 0,11 0 0,-11 0 0,4 0 0,1-6 0,1 5 0,0-5 0,4 6 0,-10 0 0,11 0 0,-11 0 0,5 0 0,-7 0 0,1 0 0,-1 0 0,1 0 0,-1 0 0,1 0 0,-1 0 0,1 0 0,-5-4 0,3 3 0,-3-4 0,3 5 0,1 0 0,-5-5 0,-1 0 0,-4-4 0,0-1 0,0 1 0,0-2 0,0 1 0,0 0 0,-5-1 0,0 1 0,-6-7 0,-1-1 0,-7-13 0,6 5 0,-13-13 0,5 5 0,-8-16 0,8 7 0,-6-7 0,7 17 0,-7-6 0,2 12 0,5-4 0,-3 6 0,10 7 0,-4-4 0,0 3 0,4-5 0,-5 0 0,6 0 0,-5 0 0,3 0 0,-3-1 0,-1 1 0,5 0 0,-5 0 0,1-1 0,4 7 0,-4-4 0,-5-2 0,7-1 0,-8-5 0,6 11 0,3-3 0,-9 3 0,10-5 0,-4 0 0,-1 5 0,5-4 0,-5 4 0,1-5 0,4 6 0,-4-5 0,5 5 0,0-6 0,1 6 0,0 1 0,0 1 0,0 4 0,4-5 0,-2 12 0,8-5 0,-4 5 0,1-1 0,2-3 0,-2 4 0,-1-1 0,4 2 0,-4 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7T06:46:36.1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802 45 24575,'0'33'0,"-12"1"0,1 26 0,-17-5 0,10 27 0,-11-18 0,11 8 0,-12-2 0,13-6 0,-12-2 0,12-3 0,-3-7 0,5 0 0,1-2 0,0 0 0,0-15 0,0 13 0,1-14 0,0 7 0,-1-7 0,7 5 0,-4-13 0,5 6 0,-1-8 0,-4 0 0,4 0 0,1 1 0,-5-1 0,4 0 0,-10 11 0,3-8 0,-2 2 0,4-7 0,1-10 0,-1 11 0,1-5 0,-1 0 0,6 5 0,-4-5 0,3 6 0,-6 8 0,-6 1 0,4 8 0,-5 9 0,0-7 0,-4 17 0,-3-17 0,4 7 0,-3-9 0,12-8 0,-5-1 0,7-8 0,5-6 0,-3-1 0,9-7 0,-4 1 0,1-1 0,3-8 0,1 1 0,6-12 0,10 8 0,2-9 0,14 3 0,2 0 0,6 1 0,10-1 0,2 5 0,9-11 0,0 11 0,11-12 0,-9 5 0,8 0 0,-10-4 0,-9 5 0,-2-1 0,-9-3 0,-7 11 0,-3-11 0,-7 11 0,8-11 0,-6 11 0,17-16 0,-9 14 0,10-13 0,-3 14 0,0-10 0,0 4 0,0 1 0,0 1 0,0 0 0,-7 4 0,-3-4 0,-7 6 0,0 0 0,-5-4 0,3 3 0,-4-4 0,0 5 0,5 0 0,3 0 0,0-6 0,5 5 0,-6-4 0,-1 5 0,0 0 0,11 0 0,-8-6 0,8 5 0,-11-4 0,0 5 0,0 0 0,-1-5 0,0 4 0,0-4 0,1 5 0,0 0 0,1-5 0,-7 4 0,5-5 0,-5 6 0,0-4 0,5 2 0,-5-2 0,6-2 0,-6 5 0,5-4 0,-11 0 0,10 4 0,-10-4 0,11 5 0,-11 0 0,5 0 0,-7-4 0,1 2 0,-1-2 0,1 4 0,-1 0 0,-4-4 0,-2-2 0,-4-4 0,0-7 0,0-1 0,-13-22 0,-5-15 0,-6-8 0,-16-20 0,13 9 0,-15-10 0,9-1 0,0 11 0,2 3 0,2 19 0,0 3 0,2 8 0,1 7 0,0 2 0,2 8 0,-8-1 0,7 0 0,-8-8 0,1 6 0,-6-15 0,-5 4 0,-3-8 0,0 1 0,8 1 0,-6-2 0,16 12 0,-6 0 0,10 10 0,5 0 0,-4 5 0,10-4 0,-4 10 0,0-4 0,5 6 0,-4 0 0,5 1 0,0-1 0,-5 0 0,4 0 0,-5 0 0,7 1 0,-7-2 0,5 2 0,-5-2 0,7 2 0,-1-1 0,1 5 0,-1-3 0,1 3 0,-1 1 0,1-5 0,-1 4 0,5-4 0,-3 4 0,3-3 0,-4 3 0,-1 0 0,1-4 0,-1 5 0,1-1 0,0-3 0,0 4 0,-1-6 0,1 1 0,0 5 0,0-4 0,0 8 0,0-8 0,5 4 0,-3 0 0,7 1 0,-3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B8E00D-66D9-0C4F-A5B8-BB1DA5DF9B0D}" type="datetimeFigureOut">
              <a:rPr lang="en-US" smtClean="0"/>
              <a:t>2/7/21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66D88-3DAA-2E44-B719-9AF5BE45F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58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AB8D5-9DE5-40AC-BDE2-BCAED798ED7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963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00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9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5527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02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9377F-1BD6-9941-B405-1638211A94B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9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F012F-101B-F94E-9929-F0CF37D7F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CE1347-5368-4E49-AA64-B1E2084C2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A653D-F435-5845-9B2A-01F11C86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1CE5-6C70-6445-AFA6-1EC59ABA6E58}" type="datetimeFigureOut">
              <a:rPr lang="en-US" smtClean="0"/>
              <a:t>2/7/21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8B215-40EF-0546-886D-0714CB26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689B4-3513-D141-BD45-EC2F2FFBC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AF4C-39A7-F54F-A66F-464A03CC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91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5D656-16DC-7B41-8014-69DF01637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E6847-5195-FC48-8F6C-6A783FD59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AFC97-5189-DF4B-859A-6901B979C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1CE5-6C70-6445-AFA6-1EC59ABA6E58}" type="datetimeFigureOut">
              <a:rPr lang="en-US" smtClean="0"/>
              <a:t>2/7/21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74033-98F8-B44F-B220-162938CC6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0F459-EA4D-B34C-BDC1-E2429F165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AF4C-39A7-F54F-A66F-464A03CC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241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6A9B-8EE3-AE48-9AF1-D3B1E6A0F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F2C15-8FC0-834D-B31F-13726BAD9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3861D-A28B-1146-95F4-6CE64D95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1CE5-6C70-6445-AFA6-1EC59ABA6E58}" type="datetimeFigureOut">
              <a:rPr lang="en-US" smtClean="0"/>
              <a:t>2/7/21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24DEC-834A-FA4F-ACF6-7FF561018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3FDF0-86A5-AB47-A144-8EE06A08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AF4C-39A7-F54F-A66F-464A03CC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1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11F5-08A6-BD4B-9FB3-39E0E58E3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966B7-692F-514B-9F4A-56B8BC52D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84A9A-80C3-4A4A-891B-D6051CE87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CCA16-92EE-B747-A60C-D0E9A4E81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1CE5-6C70-6445-AFA6-1EC59ABA6E58}" type="datetimeFigureOut">
              <a:rPr lang="en-US" smtClean="0"/>
              <a:t>2/7/21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0A0BD-055E-A549-BB02-ED0EC55E9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F1B0E-7628-4547-9536-0445DB55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AF4C-39A7-F54F-A66F-464A03CC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5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0834-D603-2943-AC2A-C6172D47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E45A7-C35D-634B-AD59-9E4596AA5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A3625-FEF8-3744-944D-6706D31F0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2D166D-736B-1842-A283-F891B1ADA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F7EFC9-7A41-8C40-86E4-5B3E52B3FE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D26230-1B2A-AE4E-ACBA-31B885FAE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1CE5-6C70-6445-AFA6-1EC59ABA6E58}" type="datetimeFigureOut">
              <a:rPr lang="en-US" smtClean="0"/>
              <a:t>2/7/21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198AD-64E9-2F4B-B3B2-FE504AFFB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2D908-3110-7147-A76D-EBC6EAEF1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AF4C-39A7-F54F-A66F-464A03CC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28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A44E0-B662-9545-8B56-F3FA7DEF5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CFFD99-0D4D-0F42-A9AC-3351B469D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1CE5-6C70-6445-AFA6-1EC59ABA6E58}" type="datetimeFigureOut">
              <a:rPr lang="en-US" smtClean="0"/>
              <a:t>2/7/21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8D5AB5-1BD1-8A4A-91C1-53E733B0C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1E8DF-7D93-0A41-AB9C-708D16AA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AF4C-39A7-F54F-A66F-464A03CC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1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5F4EA-3795-FA4D-8296-C4C4C28FD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1CE5-6C70-6445-AFA6-1EC59ABA6E58}" type="datetimeFigureOut">
              <a:rPr lang="en-US" smtClean="0"/>
              <a:t>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18F430-085C-484C-BC17-1DD80BEBC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9E55A-9698-724C-A856-6E8B174E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AF4C-39A7-F54F-A66F-464A03CC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52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EAAC2-AF9E-C746-A4B7-63CBD3680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7F6F7-D46D-9F48-9EFB-9FA582652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27AB02-6014-794D-BDB1-6177E7EC4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C914E-2B56-D841-9C25-5CDA5A134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1CE5-6C70-6445-AFA6-1EC59ABA6E58}" type="datetimeFigureOut">
              <a:rPr lang="en-US" smtClean="0"/>
              <a:t>2/7/21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E67C5-9404-4E4B-A56A-C1DB25876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B8EC5-F27C-AA4C-B4A9-F79026A9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AF4C-39A7-F54F-A66F-464A03CC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87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EF7BC-8ED2-014E-A851-3AD716F6D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6398F2-9073-0947-94F7-2D2FFF2351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0C447-6F3A-2546-A2AD-245A77690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0078F-A10F-3D44-A309-5A0C144E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1CE5-6C70-6445-AFA6-1EC59ABA6E58}" type="datetimeFigureOut">
              <a:rPr lang="en-US" smtClean="0"/>
              <a:t>2/7/21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4F634-6032-F747-81E9-A6C977302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163E5-C891-6D4E-BBEB-50B016820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AF4C-39A7-F54F-A66F-464A03CC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181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B91F-4B11-CB4E-8479-587E0F25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B989D6-E1C2-CE41-AAC3-B784DCF78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1E289-7F43-EB48-91C4-9432223C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1CE5-6C70-6445-AFA6-1EC59ABA6E58}" type="datetimeFigureOut">
              <a:rPr lang="en-US" smtClean="0"/>
              <a:t>2/7/21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2314B-4F23-B545-B68B-AFCD8620C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65F4-DAD6-1B4C-A477-46C2E2E1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AF4C-39A7-F54F-A66F-464A03CC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7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1EF400-AAEF-F241-B47C-CCBD236632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0D258-D250-FC44-B6F8-2C266D68F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770A5-3400-6447-A582-B948EC5D2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1CE5-6C70-6445-AFA6-1EC59ABA6E58}" type="datetimeFigureOut">
              <a:rPr lang="en-US" smtClean="0"/>
              <a:t>2/7/21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1871C-B50A-DD4B-84AE-6F23DFAEF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3DA80-0B1D-8349-B67F-57F5E0F1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AF4C-39A7-F54F-A66F-464A03CC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06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066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347683-C0DD-2F43-BC5A-4EC46322C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7754E-5A8F-3C43-9B43-B9F5B5CF0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0FD45-20DE-BB47-B82F-FBB0EAE78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D1CE5-6C70-6445-AFA6-1EC59ABA6E58}" type="datetimeFigureOut">
              <a:rPr lang="en-US" smtClean="0"/>
              <a:t>2/7/21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B7E81-8790-9549-83EA-6BD279B2E3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20547-9837-4E45-9E52-7D2C068E2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4AF4C-39A7-F54F-A66F-464A03CC6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48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9" Type="http://schemas.openxmlformats.org/officeDocument/2006/relationships/image" Target="../media/image26.png"/><Relationship Id="rId21" Type="http://schemas.openxmlformats.org/officeDocument/2006/relationships/image" Target="../media/image22.png"/><Relationship Id="rId42" Type="http://schemas.openxmlformats.org/officeDocument/2006/relationships/image" Target="../media/image29.png"/><Relationship Id="rId47" Type="http://schemas.openxmlformats.org/officeDocument/2006/relationships/customXml" Target="../ink/ink3.xml"/><Relationship Id="rId50" Type="http://schemas.openxmlformats.org/officeDocument/2006/relationships/image" Target="../media/image3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41" Type="http://schemas.openxmlformats.org/officeDocument/2006/relationships/image" Target="../media/image28.png"/><Relationship Id="rId54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37" Type="http://schemas.openxmlformats.org/officeDocument/2006/relationships/image" Target="../media/image25.png"/><Relationship Id="rId40" Type="http://schemas.openxmlformats.org/officeDocument/2006/relationships/image" Target="../media/image27.png"/><Relationship Id="rId45" Type="http://schemas.openxmlformats.org/officeDocument/2006/relationships/customXml" Target="../ink/ink2.xml"/><Relationship Id="rId53" Type="http://schemas.openxmlformats.org/officeDocument/2006/relationships/customXml" Target="../ink/ink6.xml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36" Type="http://schemas.openxmlformats.org/officeDocument/2006/relationships/image" Target="../media/image205.png"/><Relationship Id="rId49" Type="http://schemas.openxmlformats.org/officeDocument/2006/relationships/customXml" Target="../ink/ink4.xml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4" Type="http://schemas.openxmlformats.org/officeDocument/2006/relationships/image" Target="../media/image30.png"/><Relationship Id="rId52" Type="http://schemas.openxmlformats.org/officeDocument/2006/relationships/image" Target="../media/image34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43" Type="http://schemas.openxmlformats.org/officeDocument/2006/relationships/customXml" Target="../ink/ink1.xml"/><Relationship Id="rId48" Type="http://schemas.openxmlformats.org/officeDocument/2006/relationships/image" Target="../media/image32.png"/><Relationship Id="rId8" Type="http://schemas.openxmlformats.org/officeDocument/2006/relationships/image" Target="../media/image9.png"/><Relationship Id="rId51" Type="http://schemas.openxmlformats.org/officeDocument/2006/relationships/customXml" Target="../ink/ink5.xml"/><Relationship Id="rId3" Type="http://schemas.openxmlformats.org/officeDocument/2006/relationships/image" Target="../media/image4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38" Type="http://schemas.openxmlformats.org/officeDocument/2006/relationships/image" Target="../media/image207.png"/><Relationship Id="rId46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42" Type="http://schemas.openxmlformats.org/officeDocument/2006/relationships/image" Target="../media/image65.png"/><Relationship Id="rId47" Type="http://schemas.openxmlformats.org/officeDocument/2006/relationships/image" Target="../media/image70.png"/><Relationship Id="rId50" Type="http://schemas.openxmlformats.org/officeDocument/2006/relationships/image" Target="../media/image72.png"/><Relationship Id="rId55" Type="http://schemas.openxmlformats.org/officeDocument/2006/relationships/image" Target="../media/image77.png"/><Relationship Id="rId63" Type="http://schemas.openxmlformats.org/officeDocument/2006/relationships/image" Target="../media/image84.png"/><Relationship Id="rId7" Type="http://schemas.openxmlformats.org/officeDocument/2006/relationships/image" Target="../media/image61.png"/><Relationship Id="rId46" Type="http://schemas.openxmlformats.org/officeDocument/2006/relationships/image" Target="../media/image69.png"/><Relationship Id="rId59" Type="http://schemas.openxmlformats.org/officeDocument/2006/relationships/image" Target="../media/image80.png"/><Relationship Id="rId2" Type="http://schemas.openxmlformats.org/officeDocument/2006/relationships/notesSlide" Target="../notesSlides/notesSlide7.xml"/><Relationship Id="rId41" Type="http://schemas.openxmlformats.org/officeDocument/2006/relationships/image" Target="../media/image64.png"/><Relationship Id="rId54" Type="http://schemas.openxmlformats.org/officeDocument/2006/relationships/image" Target="../media/image76.png"/><Relationship Id="rId62" Type="http://schemas.openxmlformats.org/officeDocument/2006/relationships/image" Target="../media/image8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40" Type="http://schemas.openxmlformats.org/officeDocument/2006/relationships/image" Target="../media/image690.png"/><Relationship Id="rId45" Type="http://schemas.openxmlformats.org/officeDocument/2006/relationships/image" Target="../media/image68.png"/><Relationship Id="rId53" Type="http://schemas.openxmlformats.org/officeDocument/2006/relationships/image" Target="../media/image75.png"/><Relationship Id="rId58" Type="http://schemas.openxmlformats.org/officeDocument/2006/relationships/image" Target="../media/image228.png"/><Relationship Id="rId5" Type="http://schemas.openxmlformats.org/officeDocument/2006/relationships/image" Target="../media/image510.png"/><Relationship Id="rId49" Type="http://schemas.openxmlformats.org/officeDocument/2006/relationships/image" Target="../media/image224.png"/><Relationship Id="rId57" Type="http://schemas.openxmlformats.org/officeDocument/2006/relationships/image" Target="../media/image79.png"/><Relationship Id="rId61" Type="http://schemas.openxmlformats.org/officeDocument/2006/relationships/image" Target="../media/image82.png"/><Relationship Id="rId44" Type="http://schemas.openxmlformats.org/officeDocument/2006/relationships/image" Target="../media/image67.png"/><Relationship Id="rId52" Type="http://schemas.openxmlformats.org/officeDocument/2006/relationships/image" Target="../media/image74.png"/><Relationship Id="rId60" Type="http://schemas.openxmlformats.org/officeDocument/2006/relationships/image" Target="../media/image81.png"/><Relationship Id="rId9" Type="http://schemas.openxmlformats.org/officeDocument/2006/relationships/image" Target="../media/image63.png"/><Relationship Id="rId43" Type="http://schemas.openxmlformats.org/officeDocument/2006/relationships/image" Target="../media/image66.png"/><Relationship Id="rId48" Type="http://schemas.openxmlformats.org/officeDocument/2006/relationships/image" Target="../media/image71.png"/><Relationship Id="rId56" Type="http://schemas.openxmlformats.org/officeDocument/2006/relationships/image" Target="../media/image78.png"/><Relationship Id="rId64" Type="http://schemas.openxmlformats.org/officeDocument/2006/relationships/image" Target="../media/image85.png"/><Relationship Id="rId8" Type="http://schemas.openxmlformats.org/officeDocument/2006/relationships/image" Target="../media/image62.png"/><Relationship Id="rId51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1611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Algebraic Fractions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2051" y="4145865"/>
            <a:ext cx="9652164" cy="1261011"/>
          </a:xfrm>
        </p:spPr>
        <p:txBody>
          <a:bodyPr>
            <a:normAutofit/>
          </a:bodyPr>
          <a:lstStyle/>
          <a:p>
            <a:endParaRPr lang="en-US" sz="32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98B30-C37E-4941-A491-474E43AA8F04}"/>
              </a:ext>
            </a:extLst>
          </p:cNvPr>
          <p:cNvSpPr/>
          <p:nvPr/>
        </p:nvSpPr>
        <p:spPr>
          <a:xfrm>
            <a:off x="355600" y="3105835"/>
            <a:ext cx="115316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endParaRPr lang="en-AU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algn="ctr"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add and subtract algebraic fractions with a binomial in the numerator?</a:t>
            </a:r>
          </a:p>
        </p:txBody>
      </p:sp>
    </p:spTree>
    <p:extLst>
      <p:ext uri="{BB962C8B-B14F-4D97-AF65-F5344CB8AC3E}">
        <p14:creationId xmlns:p14="http://schemas.microsoft.com/office/powerpoint/2010/main" val="4005786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86B6-DDD6-4B8D-B8A6-04954664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47" y="1591340"/>
            <a:ext cx="9720072" cy="1499616"/>
          </a:xfrm>
        </p:spPr>
        <p:txBody>
          <a:bodyPr/>
          <a:lstStyle/>
          <a:p>
            <a:r>
              <a:rPr lang="en-AU" dirty="0"/>
              <a:t>Five Questions (LHS)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8523" y="2834640"/>
                <a:ext cx="9720073" cy="402336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CA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the following: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den>
                    </m:f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CA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the following: 2b</a:t>
                </a:r>
                <a:r>
                  <a:rPr lang="en-CA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  <a:r>
                  <a:rPr lang="en-CA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  <m:r>
                      <a:rPr lang="en-CA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AU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the following: 20k</a:t>
                </a:r>
                <a:r>
                  <a:rPr lang="en-AU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en-A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÷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4k</a:t>
                </a:r>
                <a:r>
                  <a:rPr lang="en-US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CA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the following: (3a</a:t>
                </a:r>
                <a:r>
                  <a:rPr lang="en-CA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r>
                  <a:rPr lang="en-CA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CA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the following: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7</m:t>
                        </m:r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 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8523" y="2834640"/>
                <a:ext cx="9720073" cy="4023360"/>
              </a:xfrm>
              <a:blipFill>
                <a:blip r:embed="rId3"/>
                <a:stretch>
                  <a:fillRect l="-1305" t="-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415147" y="182716"/>
            <a:ext cx="6549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Topic: Algebraic Fractions</a:t>
            </a:r>
            <a:endParaRPr lang="en-AU" sz="3200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5147" y="705936"/>
            <a:ext cx="109584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chemeClr val="tx2"/>
                </a:solidFill>
              </a:rPr>
              <a:t>EQ – </a:t>
            </a:r>
            <a:r>
              <a:rPr lang="en-AU" sz="3200" dirty="0">
                <a:solidFill>
                  <a:schemeClr val="tx2"/>
                </a:solidFill>
                <a:latin typeface="Kiwi School Handwriting" panose="00000500000000000000" pitchFamily="2" charset="0"/>
              </a:rPr>
              <a:t>How do we add and subtract algebraic fractions with binomial in the numerator?</a:t>
            </a:r>
            <a:endParaRPr lang="en-A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85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endParaRPr lang="en-US" sz="2400" dirty="0"/>
          </a:p>
          <a:p>
            <a:r>
              <a:rPr lang="en-US" sz="2400" dirty="0"/>
              <a:t>Define the steps taken to get a Lowest Common Denominator (LCD)</a:t>
            </a:r>
          </a:p>
          <a:p>
            <a:r>
              <a:rPr lang="en-US" sz="2400" dirty="0"/>
              <a:t>Apply LCD to algebraic fractions with binomial numerators</a:t>
            </a:r>
          </a:p>
          <a:p>
            <a:r>
              <a:rPr lang="en-US" sz="2400" dirty="0"/>
              <a:t>Add and subtract algebraic fractions with different denominators and         binomial numerators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DDE2BA40-28F0-4CA8-B0D1-A0A7C2033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6782" y="2561325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75D1C9-0000-4308-A15C-121A5D4D718F}"/>
              </a:ext>
            </a:extLst>
          </p:cNvPr>
          <p:cNvSpPr txBox="1"/>
          <p:nvPr/>
        </p:nvSpPr>
        <p:spPr>
          <a:xfrm>
            <a:off x="10051142" y="4194013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831580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first, a game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8750" y="2030439"/>
            <a:ext cx="8234500" cy="230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5434149"/>
            <a:ext cx="4064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Notice any patterns?</a:t>
            </a:r>
          </a:p>
        </p:txBody>
      </p:sp>
    </p:spTree>
    <p:extLst>
      <p:ext uri="{BB962C8B-B14F-4D97-AF65-F5344CB8AC3E}">
        <p14:creationId xmlns:p14="http://schemas.microsoft.com/office/powerpoint/2010/main" val="26147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826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305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we add and subtract algebraic fractions with a binomial in the numerator?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1B148B-79EC-CD4B-9528-0B6A4C6FACB5}"/>
              </a:ext>
            </a:extLst>
          </p:cNvPr>
          <p:cNvCxnSpPr>
            <a:cxnSpLocks/>
          </p:cNvCxnSpPr>
          <p:nvPr/>
        </p:nvCxnSpPr>
        <p:spPr>
          <a:xfrm>
            <a:off x="0" y="133871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70A7AE9-83AB-E94D-BF15-098B8476D66C}"/>
              </a:ext>
            </a:extLst>
          </p:cNvPr>
          <p:cNvGrpSpPr/>
          <p:nvPr/>
        </p:nvGrpSpPr>
        <p:grpSpPr>
          <a:xfrm>
            <a:off x="71229" y="1358642"/>
            <a:ext cx="11253481" cy="515388"/>
            <a:chOff x="142106" y="1130117"/>
            <a:chExt cx="7807067" cy="28339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C00880A-F2DB-D846-AE9B-928CCD4E27A6}"/>
                </a:ext>
              </a:extLst>
            </p:cNvPr>
            <p:cNvSpPr/>
            <p:nvPr/>
          </p:nvSpPr>
          <p:spPr>
            <a:xfrm>
              <a:off x="5660553" y="1130117"/>
              <a:ext cx="2194476" cy="2731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A0B94A4-2366-BD48-9702-B24A26FF073F}"/>
                </a:ext>
              </a:extLst>
            </p:cNvPr>
            <p:cNvSpPr/>
            <p:nvPr/>
          </p:nvSpPr>
          <p:spPr>
            <a:xfrm>
              <a:off x="1233538" y="1132568"/>
              <a:ext cx="3031133" cy="2809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1C20E8B-8A40-C74C-829E-C3FD56A7099A}"/>
                </a:ext>
              </a:extLst>
            </p:cNvPr>
            <p:cNvSpPr txBox="1"/>
            <p:nvPr/>
          </p:nvSpPr>
          <p:spPr>
            <a:xfrm>
              <a:off x="142106" y="1163350"/>
              <a:ext cx="7807067" cy="203081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pPr>
                <a:defRPr/>
              </a:pPr>
              <a:r>
                <a:rPr lang="en-GB" altLang="en-US" sz="2400" b="1" dirty="0"/>
                <a:t>Remember</a:t>
              </a:r>
              <a:r>
                <a:rPr lang="en-GB" altLang="en-US" sz="2400" dirty="0"/>
                <a:t>: Denominators need to be the same. Then we apply algebra to the numerator</a:t>
              </a:r>
            </a:p>
          </p:txBody>
        </p:sp>
      </p:grpSp>
      <p:sp>
        <p:nvSpPr>
          <p:cNvPr id="226" name="Rectangle 225">
            <a:extLst>
              <a:ext uri="{FF2B5EF4-FFF2-40B4-BE49-F238E27FC236}">
                <a16:creationId xmlns:a16="http://schemas.microsoft.com/office/drawing/2014/main" id="{50812B68-FBFB-284E-9BD9-ED5F9BA8B1B3}"/>
              </a:ext>
            </a:extLst>
          </p:cNvPr>
          <p:cNvSpPr/>
          <p:nvPr/>
        </p:nvSpPr>
        <p:spPr>
          <a:xfrm>
            <a:off x="3892423" y="5591116"/>
            <a:ext cx="1304648" cy="80366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6E12553F-7D26-2242-8F56-671FF92F600C}"/>
              </a:ext>
            </a:extLst>
          </p:cNvPr>
          <p:cNvGrpSpPr/>
          <p:nvPr/>
        </p:nvGrpSpPr>
        <p:grpSpPr>
          <a:xfrm>
            <a:off x="2059844" y="2597635"/>
            <a:ext cx="2368163" cy="828245"/>
            <a:chOff x="3558438" y="1721088"/>
            <a:chExt cx="2149109" cy="621183"/>
          </a:xfrm>
        </p:grpSpPr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552D11D1-7B4A-0349-B9B1-9E91C6813FC7}"/>
                </a:ext>
              </a:extLst>
            </p:cNvPr>
            <p:cNvGrpSpPr/>
            <p:nvPr/>
          </p:nvGrpSpPr>
          <p:grpSpPr>
            <a:xfrm>
              <a:off x="3558438" y="1721088"/>
              <a:ext cx="2149109" cy="621183"/>
              <a:chOff x="1660742" y="3498848"/>
              <a:chExt cx="684767" cy="5647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0" name="TextBox 229">
                    <a:extLst>
                      <a:ext uri="{FF2B5EF4-FFF2-40B4-BE49-F238E27FC236}">
                        <a16:creationId xmlns:a16="http://schemas.microsoft.com/office/drawing/2014/main" id="{9121CF02-80E1-2440-9C91-2F58C58A2AAF}"/>
                      </a:ext>
                    </a:extLst>
                  </p:cNvPr>
                  <p:cNvSpPr txBox="1"/>
                  <p:nvPr/>
                </p:nvSpPr>
                <p:spPr>
                  <a:xfrm>
                    <a:off x="2036783" y="3498848"/>
                    <a:ext cx="308726" cy="27984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GB" altLang="en-US" sz="2667" dirty="0"/>
                  </a:p>
                </p:txBody>
              </p:sp>
            </mc:Choice>
            <mc:Fallback xmlns="">
              <p:sp>
                <p:nvSpPr>
                  <p:cNvPr id="230" name="TextBox 229">
                    <a:extLst>
                      <a:ext uri="{FF2B5EF4-FFF2-40B4-BE49-F238E27FC236}">
                        <a16:creationId xmlns:a16="http://schemas.microsoft.com/office/drawing/2014/main" id="{9121CF02-80E1-2440-9C91-2F58C58A2A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36783" y="3498848"/>
                    <a:ext cx="308726" cy="27984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1" name="TextBox 230">
                    <a:extLst>
                      <a:ext uri="{FF2B5EF4-FFF2-40B4-BE49-F238E27FC236}">
                        <a16:creationId xmlns:a16="http://schemas.microsoft.com/office/drawing/2014/main" id="{12CF3165-CC0F-0A45-A809-B03DB2C12319}"/>
                      </a:ext>
                    </a:extLst>
                  </p:cNvPr>
                  <p:cNvSpPr txBox="1"/>
                  <p:nvPr/>
                </p:nvSpPr>
                <p:spPr>
                  <a:xfrm>
                    <a:off x="1660742" y="3498848"/>
                    <a:ext cx="308726" cy="27984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CA" altLang="en-US" sz="2667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  <a14:m>
                      <m:oMath xmlns:m="http://schemas.openxmlformats.org/officeDocument/2006/math">
                        <m:r>
                          <a:rPr lang="en-GB" altLang="en-US" sz="2667" i="1" dirty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GB" altLang="en-US" sz="2667" dirty="0"/>
                      <a:t> 4</a:t>
                    </a:r>
                  </a:p>
                </p:txBody>
              </p:sp>
            </mc:Choice>
            <mc:Fallback xmlns="">
              <p:sp>
                <p:nvSpPr>
                  <p:cNvPr id="231" name="TextBox 230">
                    <a:extLst>
                      <a:ext uri="{FF2B5EF4-FFF2-40B4-BE49-F238E27FC236}">
                        <a16:creationId xmlns:a16="http://schemas.microsoft.com/office/drawing/2014/main" id="{12CF3165-CC0F-0A45-A809-B03DB2C123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0742" y="3498848"/>
                    <a:ext cx="308726" cy="27984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5882" t="-24242" r="-14118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32" name="Group 231">
                <a:extLst>
                  <a:ext uri="{FF2B5EF4-FFF2-40B4-BE49-F238E27FC236}">
                    <a16:creationId xmlns:a16="http://schemas.microsoft.com/office/drawing/2014/main" id="{3D03F623-2371-9B49-A316-0BD546ED38E4}"/>
                  </a:ext>
                </a:extLst>
              </p:cNvPr>
              <p:cNvGrpSpPr/>
              <p:nvPr/>
            </p:nvGrpSpPr>
            <p:grpSpPr>
              <a:xfrm>
                <a:off x="1703095" y="3765306"/>
                <a:ext cx="600058" cy="298254"/>
                <a:chOff x="1306527" y="1517825"/>
                <a:chExt cx="600058" cy="298254"/>
              </a:xfrm>
            </p:grpSpPr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643395FC-0FB0-E646-B30D-8D3D883062AE}"/>
                    </a:ext>
                  </a:extLst>
                </p:cNvPr>
                <p:cNvSpPr txBox="1"/>
                <p:nvPr/>
              </p:nvSpPr>
              <p:spPr>
                <a:xfrm>
                  <a:off x="1308518" y="1529222"/>
                  <a:ext cx="220037" cy="2798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7</a:t>
                  </a:r>
                </a:p>
              </p:txBody>
            </p: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E0F3BC60-5394-6042-8D0D-747C15221D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6527" y="1517825"/>
                  <a:ext cx="224017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A2C9CCE2-9C11-294F-9C2B-AFD11BF36A14}"/>
                    </a:ext>
                  </a:extLst>
                </p:cNvPr>
                <p:cNvSpPr txBox="1"/>
                <p:nvPr/>
              </p:nvSpPr>
              <p:spPr>
                <a:xfrm>
                  <a:off x="1684558" y="1536238"/>
                  <a:ext cx="220037" cy="2798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7</a:t>
                  </a:r>
                </a:p>
              </p:txBody>
            </p: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2ED1275C-1FE6-6D45-86F7-D3E597AD36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2568" y="1517825"/>
                  <a:ext cx="224017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50C894C4-66D6-464F-A0A8-DDAB4902E975}"/>
                    </a:ext>
                  </a:extLst>
                </p:cNvPr>
                <p:cNvSpPr txBox="1"/>
                <p:nvPr/>
              </p:nvSpPr>
              <p:spPr>
                <a:xfrm>
                  <a:off x="4418592" y="1859112"/>
                  <a:ext cx="428790" cy="30782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50C894C4-66D6-464F-A0A8-DDAB4902E9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8592" y="1859112"/>
                  <a:ext cx="428790" cy="30782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7" name="TextBox 236">
            <a:extLst>
              <a:ext uri="{FF2B5EF4-FFF2-40B4-BE49-F238E27FC236}">
                <a16:creationId xmlns:a16="http://schemas.microsoft.com/office/drawing/2014/main" id="{4274ADBA-1830-D348-A978-69D97653DAC3}"/>
              </a:ext>
            </a:extLst>
          </p:cNvPr>
          <p:cNvSpPr txBox="1"/>
          <p:nvPr/>
        </p:nvSpPr>
        <p:spPr>
          <a:xfrm>
            <a:off x="102319" y="1952550"/>
            <a:ext cx="4807772" cy="369332"/>
          </a:xfrm>
          <a:prstGeom prst="rect">
            <a:avLst/>
          </a:prstGeom>
          <a:noFill/>
        </p:spPr>
        <p:txBody>
          <a:bodyPr wrap="square" lIns="48000" tIns="0" rIns="0" bIns="0" rtlCol="0">
            <a:spAutoFit/>
          </a:bodyPr>
          <a:lstStyle/>
          <a:p>
            <a:pPr>
              <a:defRPr/>
            </a:pPr>
            <a:r>
              <a:rPr lang="en-GB" altLang="en-US" sz="2400" dirty="0"/>
              <a:t>Simplify these algebraic expressions: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FF9A5351-3E9D-0B40-8E20-9CC96692559B}"/>
              </a:ext>
            </a:extLst>
          </p:cNvPr>
          <p:cNvCxnSpPr>
            <a:cxnSpLocks/>
          </p:cNvCxnSpPr>
          <p:nvPr/>
        </p:nvCxnSpPr>
        <p:spPr>
          <a:xfrm flipV="1">
            <a:off x="6107670" y="1872155"/>
            <a:ext cx="0" cy="48189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Rectangle 238">
            <a:extLst>
              <a:ext uri="{FF2B5EF4-FFF2-40B4-BE49-F238E27FC236}">
                <a16:creationId xmlns:a16="http://schemas.microsoft.com/office/drawing/2014/main" id="{7A079104-78BE-4C4D-AC53-4729CB3FE3ED}"/>
              </a:ext>
            </a:extLst>
          </p:cNvPr>
          <p:cNvSpPr/>
          <p:nvPr/>
        </p:nvSpPr>
        <p:spPr>
          <a:xfrm rot="16200000">
            <a:off x="-259905" y="2883727"/>
            <a:ext cx="1095881" cy="27709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Solution</a:t>
            </a:r>
          </a:p>
        </p:txBody>
      </p: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65B00B75-C5EA-4947-BEF6-0253414F4559}"/>
              </a:ext>
            </a:extLst>
          </p:cNvPr>
          <p:cNvGrpSpPr/>
          <p:nvPr/>
        </p:nvGrpSpPr>
        <p:grpSpPr>
          <a:xfrm>
            <a:off x="333618" y="3491697"/>
            <a:ext cx="2368163" cy="804811"/>
            <a:chOff x="3558438" y="1721077"/>
            <a:chExt cx="2149109" cy="603608"/>
          </a:xfrm>
        </p:grpSpPr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8FB08700-A3B2-2541-9AB8-50C30DB8F991}"/>
                </a:ext>
              </a:extLst>
            </p:cNvPr>
            <p:cNvGrpSpPr/>
            <p:nvPr/>
          </p:nvGrpSpPr>
          <p:grpSpPr>
            <a:xfrm>
              <a:off x="3558438" y="1721077"/>
              <a:ext cx="2149109" cy="603608"/>
              <a:chOff x="1660742" y="3498847"/>
              <a:chExt cx="684767" cy="54873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3" name="TextBox 242">
                    <a:extLst>
                      <a:ext uri="{FF2B5EF4-FFF2-40B4-BE49-F238E27FC236}">
                        <a16:creationId xmlns:a16="http://schemas.microsoft.com/office/drawing/2014/main" id="{ABBEAEC1-B96B-A044-BC8A-DD673D30D656}"/>
                      </a:ext>
                    </a:extLst>
                  </p:cNvPr>
                  <p:cNvSpPr txBox="1"/>
                  <p:nvPr/>
                </p:nvSpPr>
                <p:spPr>
                  <a:xfrm>
                    <a:off x="2036783" y="3498847"/>
                    <a:ext cx="308726" cy="27984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GB" altLang="en-US" sz="2667" dirty="0"/>
                  </a:p>
                </p:txBody>
              </p:sp>
            </mc:Choice>
            <mc:Fallback xmlns="">
              <p:sp>
                <p:nvSpPr>
                  <p:cNvPr id="243" name="TextBox 242">
                    <a:extLst>
                      <a:ext uri="{FF2B5EF4-FFF2-40B4-BE49-F238E27FC236}">
                        <a16:creationId xmlns:a16="http://schemas.microsoft.com/office/drawing/2014/main" id="{ABBEAEC1-B96B-A044-BC8A-DD673D30D6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36783" y="3498847"/>
                    <a:ext cx="308726" cy="27984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4" name="TextBox 243">
                    <a:extLst>
                      <a:ext uri="{FF2B5EF4-FFF2-40B4-BE49-F238E27FC236}">
                        <a16:creationId xmlns:a16="http://schemas.microsoft.com/office/drawing/2014/main" id="{DB83AD23-3CDB-AB4B-BCB3-09D70FDD405F}"/>
                      </a:ext>
                    </a:extLst>
                  </p:cNvPr>
                  <p:cNvSpPr txBox="1"/>
                  <p:nvPr/>
                </p:nvSpPr>
                <p:spPr>
                  <a:xfrm>
                    <a:off x="1660742" y="3498848"/>
                    <a:ext cx="308726" cy="27984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CA" altLang="en-US" sz="2667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  <a14:m>
                      <m:oMath xmlns:m="http://schemas.openxmlformats.org/officeDocument/2006/math">
                        <m:r>
                          <a:rPr lang="en-GB" altLang="en-US" sz="2667" i="1" dirty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GB" altLang="en-US" sz="2667" dirty="0"/>
                      <a:t> 4</a:t>
                    </a:r>
                  </a:p>
                </p:txBody>
              </p:sp>
            </mc:Choice>
            <mc:Fallback xmlns="">
              <p:sp>
                <p:nvSpPr>
                  <p:cNvPr id="244" name="TextBox 243">
                    <a:extLst>
                      <a:ext uri="{FF2B5EF4-FFF2-40B4-BE49-F238E27FC236}">
                        <a16:creationId xmlns:a16="http://schemas.microsoft.com/office/drawing/2014/main" id="{DB83AD23-3CDB-AB4B-BCB3-09D70FDD40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0742" y="3498848"/>
                    <a:ext cx="308726" cy="27984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882" t="-27273" r="-12941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CD265E55-26BA-FA4F-ADAD-BD9902875645}"/>
                  </a:ext>
                </a:extLst>
              </p:cNvPr>
              <p:cNvGrpSpPr/>
              <p:nvPr/>
            </p:nvGrpSpPr>
            <p:grpSpPr>
              <a:xfrm>
                <a:off x="1703095" y="3761101"/>
                <a:ext cx="600058" cy="286482"/>
                <a:chOff x="1306527" y="1513620"/>
                <a:chExt cx="600058" cy="286482"/>
              </a:xfrm>
            </p:grpSpPr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D6E6AD2B-2061-9F43-AB82-10663EF99546}"/>
                    </a:ext>
                  </a:extLst>
                </p:cNvPr>
                <p:cNvSpPr txBox="1"/>
                <p:nvPr/>
              </p:nvSpPr>
              <p:spPr>
                <a:xfrm>
                  <a:off x="1386899" y="1520261"/>
                  <a:ext cx="68590" cy="2798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>
                      <a:highlight>
                        <a:srgbClr val="FFFF00"/>
                      </a:highlight>
                    </a:rPr>
                    <a:t>7</a:t>
                  </a:r>
                </a:p>
              </p:txBody>
            </p: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3A23B798-AA60-F446-B470-EE75689211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6527" y="1517825"/>
                  <a:ext cx="224017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id="{5673A2ED-FBAA-6A41-9713-C73FC2A47414}"/>
                    </a:ext>
                  </a:extLst>
                </p:cNvPr>
                <p:cNvSpPr txBox="1"/>
                <p:nvPr/>
              </p:nvSpPr>
              <p:spPr>
                <a:xfrm>
                  <a:off x="1735150" y="1513620"/>
                  <a:ext cx="99415" cy="2798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>
                      <a:highlight>
                        <a:srgbClr val="FFFF00"/>
                      </a:highlight>
                    </a:rPr>
                    <a:t>7</a:t>
                  </a:r>
                </a:p>
              </p:txBody>
            </p: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AB843756-EBAE-8A45-97B4-55AB313703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2568" y="1517825"/>
                  <a:ext cx="224017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TextBox 241">
                  <a:extLst>
                    <a:ext uri="{FF2B5EF4-FFF2-40B4-BE49-F238E27FC236}">
                      <a16:creationId xmlns:a16="http://schemas.microsoft.com/office/drawing/2014/main" id="{B8A03116-19D6-084A-B726-D7CEBA0FE576}"/>
                    </a:ext>
                  </a:extLst>
                </p:cNvPr>
                <p:cNvSpPr txBox="1"/>
                <p:nvPr/>
              </p:nvSpPr>
              <p:spPr>
                <a:xfrm>
                  <a:off x="4418592" y="1859112"/>
                  <a:ext cx="428790" cy="30782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242" name="TextBox 241">
                  <a:extLst>
                    <a:ext uri="{FF2B5EF4-FFF2-40B4-BE49-F238E27FC236}">
                      <a16:creationId xmlns:a16="http://schemas.microsoft.com/office/drawing/2014/main" id="{B8A03116-19D6-084A-B726-D7CEBA0FE5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8592" y="1859112"/>
                  <a:ext cx="428790" cy="30782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D198AFBF-B0AA-5B40-9797-FA9837E01615}"/>
              </a:ext>
            </a:extLst>
          </p:cNvPr>
          <p:cNvGrpSpPr/>
          <p:nvPr/>
        </p:nvGrpSpPr>
        <p:grpSpPr>
          <a:xfrm>
            <a:off x="350670" y="4132902"/>
            <a:ext cx="1650068" cy="855481"/>
            <a:chOff x="131913" y="769765"/>
            <a:chExt cx="1237551" cy="641611"/>
          </a:xfrm>
        </p:grpSpPr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4495C59E-04EB-E34D-8068-785612660212}"/>
                </a:ext>
              </a:extLst>
            </p:cNvPr>
            <p:cNvSpPr/>
            <p:nvPr/>
          </p:nvSpPr>
          <p:spPr>
            <a:xfrm flipH="1">
              <a:off x="684927" y="769765"/>
              <a:ext cx="317349" cy="416390"/>
            </a:xfrm>
            <a:custGeom>
              <a:avLst/>
              <a:gdLst>
                <a:gd name="connsiteX0" fmla="*/ 0 w 415636"/>
                <a:gd name="connsiteY0" fmla="*/ 1022465 h 1022465"/>
                <a:gd name="connsiteX1" fmla="*/ 0 w 415636"/>
                <a:gd name="connsiteY1" fmla="*/ 0 h 1022465"/>
                <a:gd name="connsiteX2" fmla="*/ 415636 w 415636"/>
                <a:gd name="connsiteY2" fmla="*/ 0 h 102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5636" h="1022465">
                  <a:moveTo>
                    <a:pt x="0" y="1022465"/>
                  </a:moveTo>
                  <a:lnTo>
                    <a:pt x="0" y="0"/>
                  </a:lnTo>
                  <a:lnTo>
                    <a:pt x="415636" y="0"/>
                  </a:lnTo>
                </a:path>
              </a:pathLst>
            </a:custGeom>
            <a:noFill/>
            <a:ln w="28575">
              <a:solidFill>
                <a:schemeClr val="accent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B4757B09-B31C-CF41-9E0A-E12D29558A57}"/>
                </a:ext>
              </a:extLst>
            </p:cNvPr>
            <p:cNvSpPr/>
            <p:nvPr/>
          </p:nvSpPr>
          <p:spPr>
            <a:xfrm>
              <a:off x="1001822" y="769765"/>
              <a:ext cx="317348" cy="416390"/>
            </a:xfrm>
            <a:custGeom>
              <a:avLst/>
              <a:gdLst>
                <a:gd name="connsiteX0" fmla="*/ 0 w 415636"/>
                <a:gd name="connsiteY0" fmla="*/ 1022465 h 1022465"/>
                <a:gd name="connsiteX1" fmla="*/ 0 w 415636"/>
                <a:gd name="connsiteY1" fmla="*/ 0 h 1022465"/>
                <a:gd name="connsiteX2" fmla="*/ 415636 w 415636"/>
                <a:gd name="connsiteY2" fmla="*/ 0 h 102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5636" h="1022465">
                  <a:moveTo>
                    <a:pt x="0" y="1022465"/>
                  </a:moveTo>
                  <a:lnTo>
                    <a:pt x="0" y="0"/>
                  </a:lnTo>
                  <a:lnTo>
                    <a:pt x="415636" y="0"/>
                  </a:lnTo>
                </a:path>
              </a:pathLst>
            </a:custGeom>
            <a:noFill/>
            <a:ln w="28575">
              <a:solidFill>
                <a:schemeClr val="accent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3C60227B-95A9-344A-9AA7-D456E6762946}"/>
                </a:ext>
              </a:extLst>
            </p:cNvPr>
            <p:cNvSpPr/>
            <p:nvPr/>
          </p:nvSpPr>
          <p:spPr>
            <a:xfrm>
              <a:off x="131913" y="927231"/>
              <a:ext cx="1237551" cy="48414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Is the denominator common?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76F21511-D238-5640-A227-86870C97E7C6}"/>
                  </a:ext>
                </a:extLst>
              </p:cNvPr>
              <p:cNvSpPr txBox="1"/>
              <p:nvPr/>
            </p:nvSpPr>
            <p:spPr>
              <a:xfrm>
                <a:off x="2567375" y="3673871"/>
                <a:ext cx="472500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GB" altLang="en-US" sz="2667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altLang="en-US" sz="2667" dirty="0"/>
                  <a:t> </a:t>
                </a:r>
              </a:p>
            </p:txBody>
          </p:sp>
        </mc:Choice>
        <mc:Fallback xmlns="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76F21511-D238-5640-A227-86870C97E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375" y="3673871"/>
                <a:ext cx="472500" cy="4103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F0DFF512-5D9F-1F4E-98AA-0A6FB28A09A6}"/>
                  </a:ext>
                </a:extLst>
              </p:cNvPr>
              <p:cNvSpPr txBox="1"/>
              <p:nvPr/>
            </p:nvSpPr>
            <p:spPr>
              <a:xfrm>
                <a:off x="2567375" y="4619802"/>
                <a:ext cx="472500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GB" altLang="en-US" sz="2667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altLang="en-US" sz="2667" dirty="0"/>
                  <a:t> </a:t>
                </a:r>
              </a:p>
            </p:txBody>
          </p:sp>
        </mc:Choice>
        <mc:Fallback xmlns="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F0DFF512-5D9F-1F4E-98AA-0A6FB28A0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375" y="4619802"/>
                <a:ext cx="472500" cy="4103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Rectangle 255">
            <a:extLst>
              <a:ext uri="{FF2B5EF4-FFF2-40B4-BE49-F238E27FC236}">
                <a16:creationId xmlns:a16="http://schemas.microsoft.com/office/drawing/2014/main" id="{5BD9B8FC-BD1F-C340-BA94-8F6A7E081EE8}"/>
              </a:ext>
            </a:extLst>
          </p:cNvPr>
          <p:cNvSpPr/>
          <p:nvPr/>
        </p:nvSpPr>
        <p:spPr>
          <a:xfrm>
            <a:off x="75651" y="5214248"/>
            <a:ext cx="2303693" cy="4877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If yes, then write as a single fraction.</a:t>
            </a:r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D9573D4B-A393-2946-B00E-CE23341D60E7}"/>
              </a:ext>
            </a:extLst>
          </p:cNvPr>
          <p:cNvGrpSpPr/>
          <p:nvPr/>
        </p:nvGrpSpPr>
        <p:grpSpPr>
          <a:xfrm>
            <a:off x="3219432" y="4887556"/>
            <a:ext cx="2833597" cy="410433"/>
            <a:chOff x="1219136" y="1529222"/>
            <a:chExt cx="819350" cy="279841"/>
          </a:xfrm>
        </p:grpSpPr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188BEFF9-BE6C-9340-B74D-4A742D3410C7}"/>
                </a:ext>
              </a:extLst>
            </p:cNvPr>
            <p:cNvCxnSpPr>
              <a:cxnSpLocks/>
            </p:cNvCxnSpPr>
            <p:nvPr/>
          </p:nvCxnSpPr>
          <p:spPr>
            <a:xfrm>
              <a:off x="1219136" y="1539322"/>
              <a:ext cx="819350" cy="0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453FB827-C2CC-6749-BFD4-7E1778D5A387}"/>
                </a:ext>
              </a:extLst>
            </p:cNvPr>
            <p:cNvSpPr txBox="1"/>
            <p:nvPr/>
          </p:nvSpPr>
          <p:spPr>
            <a:xfrm>
              <a:off x="1518793" y="1529222"/>
              <a:ext cx="220037" cy="27984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en-GB" altLang="en-US" sz="2667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8688568D-37FD-6B4D-BF96-7B52EB02F284}"/>
                  </a:ext>
                </a:extLst>
              </p:cNvPr>
              <p:cNvSpPr txBox="1"/>
              <p:nvPr/>
            </p:nvSpPr>
            <p:spPr>
              <a:xfrm>
                <a:off x="3341301" y="5810500"/>
                <a:ext cx="472500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GB" altLang="en-US" sz="2667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altLang="en-US" sz="2667" dirty="0"/>
                  <a:t> </a:t>
                </a:r>
              </a:p>
            </p:txBody>
          </p:sp>
        </mc:Choice>
        <mc:Fallback xmlns="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8688568D-37FD-6B4D-BF96-7B52EB02F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301" y="5810500"/>
                <a:ext cx="472500" cy="4103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D4926ED7-C50B-4A42-80D8-E43A3F56FBB0}"/>
              </a:ext>
            </a:extLst>
          </p:cNvPr>
          <p:cNvGrpSpPr/>
          <p:nvPr/>
        </p:nvGrpSpPr>
        <p:grpSpPr>
          <a:xfrm>
            <a:off x="3964084" y="5593382"/>
            <a:ext cx="1151940" cy="817923"/>
            <a:chOff x="1616650" y="3498869"/>
            <a:chExt cx="333090" cy="5576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F1BC3A5B-FB02-3743-BAA3-82113A348C63}"/>
                    </a:ext>
                  </a:extLst>
                </p:cNvPr>
                <p:cNvSpPr txBox="1"/>
                <p:nvPr/>
              </p:nvSpPr>
              <p:spPr>
                <a:xfrm>
                  <a:off x="1618208" y="3498869"/>
                  <a:ext cx="329975" cy="2797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2</a:t>
                  </a: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altLang="en-US" sz="2667" dirty="0"/>
                    <a:t> </a:t>
                  </a:r>
                  <a14:m>
                    <m:oMath xmlns:m="http://schemas.openxmlformats.org/officeDocument/2006/math">
                      <m:r>
                        <a:rPr lang="en-GB" altLang="en-US" sz="2667" i="1" dirty="0"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GB" altLang="en-US" sz="2667" dirty="0"/>
                    <a:t> 4</a:t>
                  </a:r>
                </a:p>
              </p:txBody>
            </p:sp>
          </mc:Choice>
          <mc:Fallback xmlns=""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F1BC3A5B-FB02-3743-BAA3-82113A348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8208" y="3498869"/>
                  <a:ext cx="329975" cy="279797"/>
                </a:xfrm>
                <a:prstGeom prst="rect">
                  <a:avLst/>
                </a:prstGeom>
                <a:blipFill>
                  <a:blip r:embed="rId11"/>
                  <a:stretch>
                    <a:fillRect l="-8791" t="-24242" r="-8791" b="-484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36F47F87-79ED-BD49-9EB1-558D1A1DE141}"/>
                </a:ext>
              </a:extLst>
            </p:cNvPr>
            <p:cNvGrpSpPr/>
            <p:nvPr/>
          </p:nvGrpSpPr>
          <p:grpSpPr>
            <a:xfrm>
              <a:off x="1616650" y="3776703"/>
              <a:ext cx="333090" cy="279841"/>
              <a:chOff x="1220082" y="1529222"/>
              <a:chExt cx="333090" cy="279841"/>
            </a:xfrm>
          </p:grpSpPr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2B08D67D-17D5-E346-B3F4-1C56E31546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0082" y="1539322"/>
                <a:ext cx="333090" cy="0"/>
              </a:xfrm>
              <a:prstGeom prst="line">
                <a:avLst/>
              </a:prstGeom>
              <a:ln w="19050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97BD5320-79C5-DF42-BA07-77B3E9C0DFE6}"/>
                  </a:ext>
                </a:extLst>
              </p:cNvPr>
              <p:cNvSpPr txBox="1"/>
              <p:nvPr/>
            </p:nvSpPr>
            <p:spPr>
              <a:xfrm>
                <a:off x="1276609" y="1529222"/>
                <a:ext cx="220037" cy="27984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GB" altLang="en-US" sz="2667" dirty="0"/>
                  <a:t>7</a:t>
                </a:r>
              </a:p>
            </p:txBody>
          </p:sp>
        </p:grpSp>
      </p:grp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1E65538-5E76-6245-85A5-C2B6721D4BC4}"/>
              </a:ext>
            </a:extLst>
          </p:cNvPr>
          <p:cNvSpPr/>
          <p:nvPr/>
        </p:nvSpPr>
        <p:spPr>
          <a:xfrm>
            <a:off x="10389690" y="3094415"/>
            <a:ext cx="1528872" cy="344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4394CCD5-B5DF-B14F-817A-DE86B71CFC1B}"/>
              </a:ext>
            </a:extLst>
          </p:cNvPr>
          <p:cNvSpPr/>
          <p:nvPr/>
        </p:nvSpPr>
        <p:spPr>
          <a:xfrm>
            <a:off x="10912866" y="3987746"/>
            <a:ext cx="707921" cy="344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8D5804E9-8D9B-4047-BEBD-9ABA2032D766}"/>
              </a:ext>
            </a:extLst>
          </p:cNvPr>
          <p:cNvSpPr/>
          <p:nvPr/>
        </p:nvSpPr>
        <p:spPr>
          <a:xfrm>
            <a:off x="10676775" y="6057179"/>
            <a:ext cx="1304648" cy="80366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2AB3137A-11A0-3A43-84BD-B28F5C95B9FE}"/>
              </a:ext>
            </a:extLst>
          </p:cNvPr>
          <p:cNvSpPr/>
          <p:nvPr/>
        </p:nvSpPr>
        <p:spPr>
          <a:xfrm>
            <a:off x="11332252" y="3471368"/>
            <a:ext cx="427200" cy="3133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53E09048-DFDA-744D-AEEE-8E5E2FDCC77D}"/>
              </a:ext>
            </a:extLst>
          </p:cNvPr>
          <p:cNvSpPr/>
          <p:nvPr/>
        </p:nvSpPr>
        <p:spPr>
          <a:xfrm>
            <a:off x="9647336" y="3471368"/>
            <a:ext cx="420712" cy="3133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9B02EA93-800F-2049-A8DA-D3FA7AED361F}"/>
              </a:ext>
            </a:extLst>
          </p:cNvPr>
          <p:cNvSpPr/>
          <p:nvPr/>
        </p:nvSpPr>
        <p:spPr>
          <a:xfrm>
            <a:off x="8266142" y="3471368"/>
            <a:ext cx="261229" cy="3133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7A2EF39D-68A0-4045-AF2B-418C4EF72BEF}"/>
              </a:ext>
            </a:extLst>
          </p:cNvPr>
          <p:cNvSpPr/>
          <p:nvPr/>
        </p:nvSpPr>
        <p:spPr>
          <a:xfrm>
            <a:off x="6962858" y="3471368"/>
            <a:ext cx="261229" cy="3133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16380BB1-F787-7D4F-899E-231653B5FE89}"/>
              </a:ext>
            </a:extLst>
          </p:cNvPr>
          <p:cNvGrpSpPr/>
          <p:nvPr/>
        </p:nvGrpSpPr>
        <p:grpSpPr>
          <a:xfrm>
            <a:off x="8292159" y="2115806"/>
            <a:ext cx="2368163" cy="817954"/>
            <a:chOff x="3558438" y="1721085"/>
            <a:chExt cx="2149109" cy="613465"/>
          </a:xfrm>
        </p:grpSpPr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CCD326B5-F4FE-5344-9275-51249A3E758C}"/>
                </a:ext>
              </a:extLst>
            </p:cNvPr>
            <p:cNvGrpSpPr/>
            <p:nvPr/>
          </p:nvGrpSpPr>
          <p:grpSpPr>
            <a:xfrm>
              <a:off x="3558438" y="1721085"/>
              <a:ext cx="2149109" cy="613465"/>
              <a:chOff x="1660742" y="3498848"/>
              <a:chExt cx="684767" cy="5576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6" name="TextBox 275">
                    <a:extLst>
                      <a:ext uri="{FF2B5EF4-FFF2-40B4-BE49-F238E27FC236}">
                        <a16:creationId xmlns:a16="http://schemas.microsoft.com/office/drawing/2014/main" id="{AC15E672-0E53-5D43-AB84-B79E3176789A}"/>
                      </a:ext>
                    </a:extLst>
                  </p:cNvPr>
                  <p:cNvSpPr txBox="1"/>
                  <p:nvPr/>
                </p:nvSpPr>
                <p:spPr>
                  <a:xfrm>
                    <a:off x="2036783" y="3498848"/>
                    <a:ext cx="308726" cy="27984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  <a14:m>
                      <m:oMath xmlns:m="http://schemas.openxmlformats.org/officeDocument/2006/math">
                        <m:r>
                          <a:rPr lang="en-GB" altLang="en-US" sz="2667" i="1" dirty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GB" altLang="en-US" sz="2667" dirty="0"/>
                      <a:t> 4</a:t>
                    </a:r>
                  </a:p>
                </p:txBody>
              </p:sp>
            </mc:Choice>
            <mc:Fallback xmlns="">
              <p:sp>
                <p:nvSpPr>
                  <p:cNvPr id="276" name="TextBox 275">
                    <a:extLst>
                      <a:ext uri="{FF2B5EF4-FFF2-40B4-BE49-F238E27FC236}">
                        <a16:creationId xmlns:a16="http://schemas.microsoft.com/office/drawing/2014/main" id="{AC15E672-0E53-5D43-AB84-B79E317678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36783" y="3498848"/>
                    <a:ext cx="308726" cy="27984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t="-24242" r="-4706" b="-515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7" name="TextBox 276">
                    <a:extLst>
                      <a:ext uri="{FF2B5EF4-FFF2-40B4-BE49-F238E27FC236}">
                        <a16:creationId xmlns:a16="http://schemas.microsoft.com/office/drawing/2014/main" id="{4C1BBE10-469C-6148-B896-DEEC3E2A2867}"/>
                      </a:ext>
                    </a:extLst>
                  </p:cNvPr>
                  <p:cNvSpPr txBox="1"/>
                  <p:nvPr/>
                </p:nvSpPr>
                <p:spPr>
                  <a:xfrm>
                    <a:off x="1660742" y="3498848"/>
                    <a:ext cx="308726" cy="27984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  <a14:m>
                      <m:oMath xmlns:m="http://schemas.openxmlformats.org/officeDocument/2006/math">
                        <m:r>
                          <a:rPr lang="en-GB" altLang="en-US" sz="2667" i="1" dirty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GB" altLang="en-US" sz="2667" dirty="0"/>
                      <a:t> 2</a:t>
                    </a:r>
                  </a:p>
                </p:txBody>
              </p:sp>
            </mc:Choice>
            <mc:Fallback xmlns="">
              <p:sp>
                <p:nvSpPr>
                  <p:cNvPr id="277" name="TextBox 276">
                    <a:extLst>
                      <a:ext uri="{FF2B5EF4-FFF2-40B4-BE49-F238E27FC236}">
                        <a16:creationId xmlns:a16="http://schemas.microsoft.com/office/drawing/2014/main" id="{4C1BBE10-469C-6148-B896-DEEC3E2A28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0742" y="3498848"/>
                    <a:ext cx="308726" cy="27984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t="-24242" r="-5882" b="-515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78" name="Group 277">
                <a:extLst>
                  <a:ext uri="{FF2B5EF4-FFF2-40B4-BE49-F238E27FC236}">
                    <a16:creationId xmlns:a16="http://schemas.microsoft.com/office/drawing/2014/main" id="{0C91F571-C8FE-7C46-9885-5A36F580BE03}"/>
                  </a:ext>
                </a:extLst>
              </p:cNvPr>
              <p:cNvGrpSpPr/>
              <p:nvPr/>
            </p:nvGrpSpPr>
            <p:grpSpPr>
              <a:xfrm>
                <a:off x="1703095" y="3765306"/>
                <a:ext cx="600058" cy="291238"/>
                <a:chOff x="1306527" y="1517825"/>
                <a:chExt cx="600058" cy="291238"/>
              </a:xfrm>
            </p:grpSpPr>
            <p:sp>
              <p:nvSpPr>
                <p:cNvPr id="279" name="TextBox 278">
                  <a:extLst>
                    <a:ext uri="{FF2B5EF4-FFF2-40B4-BE49-F238E27FC236}">
                      <a16:creationId xmlns:a16="http://schemas.microsoft.com/office/drawing/2014/main" id="{D56C79BF-D774-0544-8B39-9C5F7D439486}"/>
                    </a:ext>
                  </a:extLst>
                </p:cNvPr>
                <p:cNvSpPr txBox="1"/>
                <p:nvPr/>
              </p:nvSpPr>
              <p:spPr>
                <a:xfrm>
                  <a:off x="1308518" y="1529222"/>
                  <a:ext cx="220037" cy="2798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3</a:t>
                  </a:r>
                </a:p>
              </p:txBody>
            </p:sp>
            <p:cxnSp>
              <p:nvCxnSpPr>
                <p:cNvPr id="280" name="Straight Connector 279">
                  <a:extLst>
                    <a:ext uri="{FF2B5EF4-FFF2-40B4-BE49-F238E27FC236}">
                      <a16:creationId xmlns:a16="http://schemas.microsoft.com/office/drawing/2014/main" id="{C18C08BF-2D4B-0545-923E-A1525C2295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6527" y="1517825"/>
                  <a:ext cx="224017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1" name="TextBox 280">
                  <a:extLst>
                    <a:ext uri="{FF2B5EF4-FFF2-40B4-BE49-F238E27FC236}">
                      <a16:creationId xmlns:a16="http://schemas.microsoft.com/office/drawing/2014/main" id="{876D47CA-FF4C-E042-8CD5-1C74D8281505}"/>
                    </a:ext>
                  </a:extLst>
                </p:cNvPr>
                <p:cNvSpPr txBox="1"/>
                <p:nvPr/>
              </p:nvSpPr>
              <p:spPr>
                <a:xfrm>
                  <a:off x="1684558" y="1529222"/>
                  <a:ext cx="220037" cy="2798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5</a:t>
                  </a:r>
                </a:p>
              </p:txBody>
            </p:sp>
            <p:cxnSp>
              <p:nvCxnSpPr>
                <p:cNvPr id="282" name="Straight Connector 281">
                  <a:extLst>
                    <a:ext uri="{FF2B5EF4-FFF2-40B4-BE49-F238E27FC236}">
                      <a16:creationId xmlns:a16="http://schemas.microsoft.com/office/drawing/2014/main" id="{40BCBEB2-7F88-F941-9B1B-C002628E28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2568" y="1517825"/>
                  <a:ext cx="224017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TextBox 274">
                  <a:extLst>
                    <a:ext uri="{FF2B5EF4-FFF2-40B4-BE49-F238E27FC236}">
                      <a16:creationId xmlns:a16="http://schemas.microsoft.com/office/drawing/2014/main" id="{AA51DF77-B2F2-9B4B-B87E-2105B6BAF71A}"/>
                    </a:ext>
                  </a:extLst>
                </p:cNvPr>
                <p:cNvSpPr txBox="1"/>
                <p:nvPr/>
              </p:nvSpPr>
              <p:spPr>
                <a:xfrm>
                  <a:off x="4418592" y="1859112"/>
                  <a:ext cx="428790" cy="30782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275" name="TextBox 274">
                  <a:extLst>
                    <a:ext uri="{FF2B5EF4-FFF2-40B4-BE49-F238E27FC236}">
                      <a16:creationId xmlns:a16="http://schemas.microsoft.com/office/drawing/2014/main" id="{AA51DF77-B2F2-9B4B-B87E-2105B6BAF7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8592" y="1859112"/>
                  <a:ext cx="428790" cy="30782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3" name="Rectangle 282">
            <a:extLst>
              <a:ext uri="{FF2B5EF4-FFF2-40B4-BE49-F238E27FC236}">
                <a16:creationId xmlns:a16="http://schemas.microsoft.com/office/drawing/2014/main" id="{3D7373CB-4212-5543-9438-F700718ACDC5}"/>
              </a:ext>
            </a:extLst>
          </p:cNvPr>
          <p:cNvSpPr/>
          <p:nvPr/>
        </p:nvSpPr>
        <p:spPr>
          <a:xfrm rot="16200000">
            <a:off x="5927421" y="2301272"/>
            <a:ext cx="1095881" cy="27709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Solution</a:t>
            </a:r>
          </a:p>
        </p:txBody>
      </p: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50E70798-711E-2546-A5D4-DFCF197C2B36}"/>
              </a:ext>
            </a:extLst>
          </p:cNvPr>
          <p:cNvGrpSpPr/>
          <p:nvPr/>
        </p:nvGrpSpPr>
        <p:grpSpPr>
          <a:xfrm>
            <a:off x="6565933" y="3009886"/>
            <a:ext cx="2368163" cy="817954"/>
            <a:chOff x="3558438" y="1721085"/>
            <a:chExt cx="2149109" cy="613465"/>
          </a:xfrm>
        </p:grpSpPr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45D14DA5-3B61-5B4C-9572-CDA49FD1F6DA}"/>
                </a:ext>
              </a:extLst>
            </p:cNvPr>
            <p:cNvGrpSpPr/>
            <p:nvPr/>
          </p:nvGrpSpPr>
          <p:grpSpPr>
            <a:xfrm>
              <a:off x="3558438" y="1721085"/>
              <a:ext cx="2149109" cy="613465"/>
              <a:chOff x="1660742" y="3498848"/>
              <a:chExt cx="684767" cy="5576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7" name="TextBox 286">
                    <a:extLst>
                      <a:ext uri="{FF2B5EF4-FFF2-40B4-BE49-F238E27FC236}">
                        <a16:creationId xmlns:a16="http://schemas.microsoft.com/office/drawing/2014/main" id="{F902DB16-7727-E448-9615-52E69A9A0547}"/>
                      </a:ext>
                    </a:extLst>
                  </p:cNvPr>
                  <p:cNvSpPr txBox="1"/>
                  <p:nvPr/>
                </p:nvSpPr>
                <p:spPr>
                  <a:xfrm>
                    <a:off x="2036783" y="3498848"/>
                    <a:ext cx="308726" cy="27984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  <a14:m>
                      <m:oMath xmlns:m="http://schemas.openxmlformats.org/officeDocument/2006/math">
                        <m:r>
                          <a:rPr lang="en-GB" altLang="en-US" sz="2667" i="1" dirty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GB" altLang="en-US" sz="2667" dirty="0"/>
                      <a:t> 4</a:t>
                    </a:r>
                  </a:p>
                </p:txBody>
              </p:sp>
            </mc:Choice>
            <mc:Fallback xmlns="">
              <p:sp>
                <p:nvSpPr>
                  <p:cNvPr id="287" name="TextBox 286">
                    <a:extLst>
                      <a:ext uri="{FF2B5EF4-FFF2-40B4-BE49-F238E27FC236}">
                        <a16:creationId xmlns:a16="http://schemas.microsoft.com/office/drawing/2014/main" id="{F902DB16-7727-E448-9615-52E69A9A05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36783" y="3498848"/>
                    <a:ext cx="308726" cy="27984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t="-27273" r="-4706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8" name="TextBox 287">
                    <a:extLst>
                      <a:ext uri="{FF2B5EF4-FFF2-40B4-BE49-F238E27FC236}">
                        <a16:creationId xmlns:a16="http://schemas.microsoft.com/office/drawing/2014/main" id="{A0013C4E-BBD3-DE4F-9BB8-19467D711136}"/>
                      </a:ext>
                    </a:extLst>
                  </p:cNvPr>
                  <p:cNvSpPr txBox="1"/>
                  <p:nvPr/>
                </p:nvSpPr>
                <p:spPr>
                  <a:xfrm>
                    <a:off x="1660742" y="3498848"/>
                    <a:ext cx="308726" cy="27984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  <a14:m>
                      <m:oMath xmlns:m="http://schemas.openxmlformats.org/officeDocument/2006/math">
                        <m:r>
                          <a:rPr lang="en-GB" altLang="en-US" sz="2667" i="1" dirty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GB" altLang="en-US" sz="2667" dirty="0"/>
                      <a:t> 2</a:t>
                    </a:r>
                  </a:p>
                </p:txBody>
              </p:sp>
            </mc:Choice>
            <mc:Fallback xmlns="">
              <p:sp>
                <p:nvSpPr>
                  <p:cNvPr id="288" name="TextBox 287">
                    <a:extLst>
                      <a:ext uri="{FF2B5EF4-FFF2-40B4-BE49-F238E27FC236}">
                        <a16:creationId xmlns:a16="http://schemas.microsoft.com/office/drawing/2014/main" id="{A0013C4E-BBD3-DE4F-9BB8-19467D7111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0742" y="3498848"/>
                    <a:ext cx="308726" cy="27984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t="-27273" r="-5882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89" name="Group 288">
                <a:extLst>
                  <a:ext uri="{FF2B5EF4-FFF2-40B4-BE49-F238E27FC236}">
                    <a16:creationId xmlns:a16="http://schemas.microsoft.com/office/drawing/2014/main" id="{2C628606-9561-FE40-9DDD-81BEF627E1D8}"/>
                  </a:ext>
                </a:extLst>
              </p:cNvPr>
              <p:cNvGrpSpPr/>
              <p:nvPr/>
            </p:nvGrpSpPr>
            <p:grpSpPr>
              <a:xfrm>
                <a:off x="1703095" y="3765306"/>
                <a:ext cx="600058" cy="291238"/>
                <a:chOff x="1306527" y="1517825"/>
                <a:chExt cx="600058" cy="291238"/>
              </a:xfrm>
            </p:grpSpPr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id="{552988DD-7C84-A048-A839-1F57F07A33B5}"/>
                    </a:ext>
                  </a:extLst>
                </p:cNvPr>
                <p:cNvSpPr txBox="1"/>
                <p:nvPr/>
              </p:nvSpPr>
              <p:spPr>
                <a:xfrm>
                  <a:off x="1308518" y="1529222"/>
                  <a:ext cx="220037" cy="2798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3</a:t>
                  </a:r>
                </a:p>
              </p:txBody>
            </p: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56C4C9EE-8C8A-9B44-83A5-90FE54C58E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6527" y="1517825"/>
                  <a:ext cx="224017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2" name="TextBox 291">
                  <a:extLst>
                    <a:ext uri="{FF2B5EF4-FFF2-40B4-BE49-F238E27FC236}">
                      <a16:creationId xmlns:a16="http://schemas.microsoft.com/office/drawing/2014/main" id="{05F06454-0016-AC46-89FC-F7FEBF2EC498}"/>
                    </a:ext>
                  </a:extLst>
                </p:cNvPr>
                <p:cNvSpPr txBox="1"/>
                <p:nvPr/>
              </p:nvSpPr>
              <p:spPr>
                <a:xfrm>
                  <a:off x="1684558" y="1529222"/>
                  <a:ext cx="220037" cy="2798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5</a:t>
                  </a:r>
                </a:p>
              </p:txBody>
            </p:sp>
            <p:cxnSp>
              <p:nvCxnSpPr>
                <p:cNvPr id="293" name="Straight Connector 292">
                  <a:extLst>
                    <a:ext uri="{FF2B5EF4-FFF2-40B4-BE49-F238E27FC236}">
                      <a16:creationId xmlns:a16="http://schemas.microsoft.com/office/drawing/2014/main" id="{6BFCA5D9-AD35-2F4D-B6C1-7F9A645FEB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2568" y="1517825"/>
                  <a:ext cx="224017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" name="TextBox 285">
                  <a:extLst>
                    <a:ext uri="{FF2B5EF4-FFF2-40B4-BE49-F238E27FC236}">
                      <a16:creationId xmlns:a16="http://schemas.microsoft.com/office/drawing/2014/main" id="{379C3958-2CAA-7B44-AC5E-070C2BFEE7A9}"/>
                    </a:ext>
                  </a:extLst>
                </p:cNvPr>
                <p:cNvSpPr txBox="1"/>
                <p:nvPr/>
              </p:nvSpPr>
              <p:spPr>
                <a:xfrm>
                  <a:off x="4418592" y="1859112"/>
                  <a:ext cx="428790" cy="30782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286" name="TextBox 285">
                  <a:extLst>
                    <a:ext uri="{FF2B5EF4-FFF2-40B4-BE49-F238E27FC236}">
                      <a16:creationId xmlns:a16="http://schemas.microsoft.com/office/drawing/2014/main" id="{379C3958-2CAA-7B44-AC5E-070C2BFEE7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8592" y="1859112"/>
                  <a:ext cx="428790" cy="30782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BAE29120-E3EE-5C4C-9EE3-B873BCB044B7}"/>
              </a:ext>
            </a:extLst>
          </p:cNvPr>
          <p:cNvGrpSpPr/>
          <p:nvPr/>
        </p:nvGrpSpPr>
        <p:grpSpPr>
          <a:xfrm>
            <a:off x="6519401" y="3651078"/>
            <a:ext cx="1646593" cy="759840"/>
            <a:chOff x="84225" y="769765"/>
            <a:chExt cx="1234945" cy="569880"/>
          </a:xfrm>
        </p:grpSpPr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2D1B098C-AF52-0D4B-9347-A5E9B7873479}"/>
                </a:ext>
              </a:extLst>
            </p:cNvPr>
            <p:cNvSpPr/>
            <p:nvPr/>
          </p:nvSpPr>
          <p:spPr>
            <a:xfrm flipH="1">
              <a:off x="684927" y="769765"/>
              <a:ext cx="317349" cy="416390"/>
            </a:xfrm>
            <a:custGeom>
              <a:avLst/>
              <a:gdLst>
                <a:gd name="connsiteX0" fmla="*/ 0 w 415636"/>
                <a:gd name="connsiteY0" fmla="*/ 1022465 h 1022465"/>
                <a:gd name="connsiteX1" fmla="*/ 0 w 415636"/>
                <a:gd name="connsiteY1" fmla="*/ 0 h 1022465"/>
                <a:gd name="connsiteX2" fmla="*/ 415636 w 415636"/>
                <a:gd name="connsiteY2" fmla="*/ 0 h 102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5636" h="1022465">
                  <a:moveTo>
                    <a:pt x="0" y="1022465"/>
                  </a:moveTo>
                  <a:lnTo>
                    <a:pt x="0" y="0"/>
                  </a:lnTo>
                  <a:lnTo>
                    <a:pt x="415636" y="0"/>
                  </a:lnTo>
                </a:path>
              </a:pathLst>
            </a:custGeom>
            <a:noFill/>
            <a:ln w="28575">
              <a:solidFill>
                <a:schemeClr val="accent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652C1EF8-D95B-7344-A1A0-BC4D6E693651}"/>
                </a:ext>
              </a:extLst>
            </p:cNvPr>
            <p:cNvSpPr/>
            <p:nvPr/>
          </p:nvSpPr>
          <p:spPr>
            <a:xfrm>
              <a:off x="1001822" y="769765"/>
              <a:ext cx="317348" cy="416390"/>
            </a:xfrm>
            <a:custGeom>
              <a:avLst/>
              <a:gdLst>
                <a:gd name="connsiteX0" fmla="*/ 0 w 415636"/>
                <a:gd name="connsiteY0" fmla="*/ 1022465 h 1022465"/>
                <a:gd name="connsiteX1" fmla="*/ 0 w 415636"/>
                <a:gd name="connsiteY1" fmla="*/ 0 h 1022465"/>
                <a:gd name="connsiteX2" fmla="*/ 415636 w 415636"/>
                <a:gd name="connsiteY2" fmla="*/ 0 h 102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5636" h="1022465">
                  <a:moveTo>
                    <a:pt x="0" y="1022465"/>
                  </a:moveTo>
                  <a:lnTo>
                    <a:pt x="0" y="0"/>
                  </a:lnTo>
                  <a:lnTo>
                    <a:pt x="415636" y="0"/>
                  </a:lnTo>
                </a:path>
              </a:pathLst>
            </a:custGeom>
            <a:noFill/>
            <a:ln w="28575">
              <a:solidFill>
                <a:schemeClr val="accent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09E71446-6FCD-C64A-A90E-F380EDCEF04B}"/>
                </a:ext>
              </a:extLst>
            </p:cNvPr>
            <p:cNvSpPr/>
            <p:nvPr/>
          </p:nvSpPr>
          <p:spPr>
            <a:xfrm>
              <a:off x="84225" y="972942"/>
              <a:ext cx="1073065" cy="36670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Find a common denominator.</a:t>
              </a:r>
            </a:p>
          </p:txBody>
        </p:sp>
      </p:grpSp>
      <p:sp>
        <p:nvSpPr>
          <p:cNvPr id="298" name="Rectangle 297">
            <a:extLst>
              <a:ext uri="{FF2B5EF4-FFF2-40B4-BE49-F238E27FC236}">
                <a16:creationId xmlns:a16="http://schemas.microsoft.com/office/drawing/2014/main" id="{9320C7D5-8F40-E149-A965-42B0DFEDD46D}"/>
              </a:ext>
            </a:extLst>
          </p:cNvPr>
          <p:cNvSpPr/>
          <p:nvPr/>
        </p:nvSpPr>
        <p:spPr>
          <a:xfrm>
            <a:off x="11332252" y="3471368"/>
            <a:ext cx="427200" cy="3133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9FEE910D-7309-8741-82E8-D3C440DCB5A7}"/>
              </a:ext>
            </a:extLst>
          </p:cNvPr>
          <p:cNvSpPr/>
          <p:nvPr/>
        </p:nvSpPr>
        <p:spPr>
          <a:xfrm>
            <a:off x="9647336" y="3471368"/>
            <a:ext cx="420712" cy="3133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42E12651-19DF-114A-8FCE-BE2398FA0E35}"/>
                  </a:ext>
                </a:extLst>
              </p:cNvPr>
              <p:cNvSpPr txBox="1"/>
              <p:nvPr/>
            </p:nvSpPr>
            <p:spPr>
              <a:xfrm>
                <a:off x="8799690" y="3192047"/>
                <a:ext cx="472500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GB" altLang="en-US" sz="2667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altLang="en-US" sz="2667" dirty="0"/>
                  <a:t> </a:t>
                </a:r>
              </a:p>
            </p:txBody>
          </p:sp>
        </mc:Choice>
        <mc:Fallback xmlns="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42E12651-19DF-114A-8FCE-BE2398FA0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690" y="3192047"/>
                <a:ext cx="472500" cy="41036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1" name="Group 300">
            <a:extLst>
              <a:ext uri="{FF2B5EF4-FFF2-40B4-BE49-F238E27FC236}">
                <a16:creationId xmlns:a16="http://schemas.microsoft.com/office/drawing/2014/main" id="{45ED21F8-D976-C945-87D4-E41290BC0A49}"/>
              </a:ext>
            </a:extLst>
          </p:cNvPr>
          <p:cNvGrpSpPr/>
          <p:nvPr/>
        </p:nvGrpSpPr>
        <p:grpSpPr>
          <a:xfrm>
            <a:off x="9283528" y="3193922"/>
            <a:ext cx="2835243" cy="633916"/>
            <a:chOff x="3417088" y="1859112"/>
            <a:chExt cx="2572983" cy="475437"/>
          </a:xfrm>
        </p:grpSpPr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07F61098-18E8-CE4D-9C84-250CA597AF34}"/>
                </a:ext>
              </a:extLst>
            </p:cNvPr>
            <p:cNvGrpSpPr/>
            <p:nvPr/>
          </p:nvGrpSpPr>
          <p:grpSpPr>
            <a:xfrm>
              <a:off x="3417088" y="2026724"/>
              <a:ext cx="2572983" cy="307825"/>
              <a:chOff x="1219136" y="1529222"/>
              <a:chExt cx="819826" cy="279841"/>
            </a:xfrm>
          </p:grpSpPr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A0404042-3B94-4045-8340-F222273E7F00}"/>
                  </a:ext>
                </a:extLst>
              </p:cNvPr>
              <p:cNvSpPr txBox="1"/>
              <p:nvPr/>
            </p:nvSpPr>
            <p:spPr>
              <a:xfrm>
                <a:off x="1276102" y="1529222"/>
                <a:ext cx="220037" cy="27984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GB" altLang="en-US" sz="2667" dirty="0"/>
                  <a:t>15</a:t>
                </a:r>
              </a:p>
            </p:txBody>
          </p: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3F5AB005-C2F6-6B46-92CD-85AD68066C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9136" y="1539322"/>
                <a:ext cx="333971" cy="0"/>
              </a:xfrm>
              <a:prstGeom prst="line">
                <a:avLst/>
              </a:prstGeom>
              <a:ln w="19050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161FBE1F-BBD1-A246-BBB3-894CC4969E2F}"/>
                  </a:ext>
                </a:extLst>
              </p:cNvPr>
              <p:cNvSpPr txBox="1"/>
              <p:nvPr/>
            </p:nvSpPr>
            <p:spPr>
              <a:xfrm>
                <a:off x="1762938" y="1529222"/>
                <a:ext cx="220037" cy="27984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GB" altLang="en-US" sz="2667" dirty="0"/>
                  <a:t>15</a:t>
                </a:r>
              </a:p>
            </p:txBody>
          </p: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50B3A055-C2CE-CD49-B9B2-12D88676FA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6949" y="1539322"/>
                <a:ext cx="332013" cy="0"/>
              </a:xfrm>
              <a:prstGeom prst="line">
                <a:avLst/>
              </a:prstGeom>
              <a:ln w="19050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id="{3F6EE797-BB9B-C440-ACCE-917BD2EE1B23}"/>
                    </a:ext>
                  </a:extLst>
                </p:cNvPr>
                <p:cNvSpPr txBox="1"/>
                <p:nvPr/>
              </p:nvSpPr>
              <p:spPr>
                <a:xfrm>
                  <a:off x="4492258" y="1859112"/>
                  <a:ext cx="428790" cy="307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id="{3F6EE797-BB9B-C440-ACCE-917BD2EE1B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2258" y="1859112"/>
                  <a:ext cx="428790" cy="30782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1DF9A9B6-061B-D44B-A391-A1FED2ED9DD0}"/>
                  </a:ext>
                </a:extLst>
              </p:cNvPr>
              <p:cNvSpPr txBox="1"/>
              <p:nvPr/>
            </p:nvSpPr>
            <p:spPr>
              <a:xfrm>
                <a:off x="8799690" y="4137978"/>
                <a:ext cx="472500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GB" altLang="en-US" sz="2667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altLang="en-US" sz="2667" dirty="0"/>
                  <a:t> </a:t>
                </a:r>
              </a:p>
            </p:txBody>
          </p:sp>
        </mc:Choice>
        <mc:Fallback xmlns="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1DF9A9B6-061B-D44B-A391-A1FED2ED9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690" y="4137978"/>
                <a:ext cx="472500" cy="41036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9" name="Group 308">
            <a:extLst>
              <a:ext uri="{FF2B5EF4-FFF2-40B4-BE49-F238E27FC236}">
                <a16:creationId xmlns:a16="http://schemas.microsoft.com/office/drawing/2014/main" id="{19E3B1A6-847C-1343-B7AC-D1976B9FA0C4}"/>
              </a:ext>
            </a:extLst>
          </p:cNvPr>
          <p:cNvGrpSpPr/>
          <p:nvPr/>
        </p:nvGrpSpPr>
        <p:grpSpPr>
          <a:xfrm>
            <a:off x="9183780" y="3955812"/>
            <a:ext cx="3057307" cy="817955"/>
            <a:chOff x="3326568" y="1721083"/>
            <a:chExt cx="2774506" cy="613466"/>
          </a:xfrm>
        </p:grpSpPr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94A17CF4-93B8-4B4E-82A9-E17B7F3650EA}"/>
                </a:ext>
              </a:extLst>
            </p:cNvPr>
            <p:cNvGrpSpPr/>
            <p:nvPr/>
          </p:nvGrpSpPr>
          <p:grpSpPr>
            <a:xfrm>
              <a:off x="3326568" y="1721083"/>
              <a:ext cx="2774506" cy="613466"/>
              <a:chOff x="1586862" y="3498847"/>
              <a:chExt cx="884037" cy="55769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2" name="TextBox 311">
                    <a:extLst>
                      <a:ext uri="{FF2B5EF4-FFF2-40B4-BE49-F238E27FC236}">
                        <a16:creationId xmlns:a16="http://schemas.microsoft.com/office/drawing/2014/main" id="{F56EAFBB-723A-E64F-9CF9-74F368A66E9F}"/>
                      </a:ext>
                    </a:extLst>
                  </p:cNvPr>
                  <p:cNvSpPr txBox="1"/>
                  <p:nvPr/>
                </p:nvSpPr>
                <p:spPr>
                  <a:xfrm>
                    <a:off x="2052429" y="3498847"/>
                    <a:ext cx="418470" cy="27984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3(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  <a14:m>
                      <m:oMath xmlns:m="http://schemas.openxmlformats.org/officeDocument/2006/math">
                        <m:r>
                          <a:rPr lang="en-GB" altLang="en-US" sz="2667" i="1" dirty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GB" altLang="en-US" sz="2667" dirty="0"/>
                      <a:t> 4)</a:t>
                    </a:r>
                  </a:p>
                </p:txBody>
              </p:sp>
            </mc:Choice>
            <mc:Fallback xmlns="">
              <p:sp>
                <p:nvSpPr>
                  <p:cNvPr id="312" name="TextBox 311">
                    <a:extLst>
                      <a:ext uri="{FF2B5EF4-FFF2-40B4-BE49-F238E27FC236}">
                        <a16:creationId xmlns:a16="http://schemas.microsoft.com/office/drawing/2014/main" id="{F56EAFBB-723A-E64F-9CF9-74F368A66E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2429" y="3498847"/>
                    <a:ext cx="418470" cy="279841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4386" t="-24242" r="-4386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3" name="TextBox 312">
                    <a:extLst>
                      <a:ext uri="{FF2B5EF4-FFF2-40B4-BE49-F238E27FC236}">
                        <a16:creationId xmlns:a16="http://schemas.microsoft.com/office/drawing/2014/main" id="{FC915A57-483C-054F-850C-038945512A8E}"/>
                      </a:ext>
                    </a:extLst>
                  </p:cNvPr>
                  <p:cNvSpPr txBox="1"/>
                  <p:nvPr/>
                </p:nvSpPr>
                <p:spPr>
                  <a:xfrm>
                    <a:off x="1586862" y="3498847"/>
                    <a:ext cx="417913" cy="27984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5(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  <a14:m>
                      <m:oMath xmlns:m="http://schemas.openxmlformats.org/officeDocument/2006/math">
                        <m:r>
                          <a:rPr lang="en-GB" altLang="en-US" sz="2667" i="1" dirty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GB" altLang="en-US" sz="2667" dirty="0"/>
                      <a:t> 2)</a:t>
                    </a:r>
                  </a:p>
                </p:txBody>
              </p:sp>
            </mc:Choice>
            <mc:Fallback xmlns="">
              <p:sp>
                <p:nvSpPr>
                  <p:cNvPr id="313" name="TextBox 312">
                    <a:extLst>
                      <a:ext uri="{FF2B5EF4-FFF2-40B4-BE49-F238E27FC236}">
                        <a16:creationId xmlns:a16="http://schemas.microsoft.com/office/drawing/2014/main" id="{FC915A57-483C-054F-850C-038945512A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86862" y="3498847"/>
                    <a:ext cx="417913" cy="279841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4348" t="-24242" r="-3478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24FB2F5C-9133-CC4C-82F4-06DB0D225009}"/>
                  </a:ext>
                </a:extLst>
              </p:cNvPr>
              <p:cNvGrpSpPr/>
              <p:nvPr/>
            </p:nvGrpSpPr>
            <p:grpSpPr>
              <a:xfrm>
                <a:off x="1615704" y="3776703"/>
                <a:ext cx="819350" cy="279841"/>
                <a:chOff x="1219136" y="1529222"/>
                <a:chExt cx="819350" cy="279841"/>
              </a:xfrm>
            </p:grpSpPr>
            <p:cxnSp>
              <p:nvCxnSpPr>
                <p:cNvPr id="315" name="Straight Connector 314">
                  <a:extLst>
                    <a:ext uri="{FF2B5EF4-FFF2-40B4-BE49-F238E27FC236}">
                      <a16:creationId xmlns:a16="http://schemas.microsoft.com/office/drawing/2014/main" id="{230AD34B-5F90-CE41-83FF-9CF5D7055F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19136" y="1539322"/>
                  <a:ext cx="819350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6" name="TextBox 315">
                  <a:extLst>
                    <a:ext uri="{FF2B5EF4-FFF2-40B4-BE49-F238E27FC236}">
                      <a16:creationId xmlns:a16="http://schemas.microsoft.com/office/drawing/2014/main" id="{7BF0EC92-350C-BD4C-BF8C-63EEFBB448F1}"/>
                    </a:ext>
                  </a:extLst>
                </p:cNvPr>
                <p:cNvSpPr txBox="1"/>
                <p:nvPr/>
              </p:nvSpPr>
              <p:spPr>
                <a:xfrm>
                  <a:off x="1518793" y="1529222"/>
                  <a:ext cx="220037" cy="2798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15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1" name="TextBox 310">
                  <a:extLst>
                    <a:ext uri="{FF2B5EF4-FFF2-40B4-BE49-F238E27FC236}">
                      <a16:creationId xmlns:a16="http://schemas.microsoft.com/office/drawing/2014/main" id="{EC7BD36F-E7A6-B44B-A436-7067E39E6F30}"/>
                    </a:ext>
                  </a:extLst>
                </p:cNvPr>
                <p:cNvSpPr txBox="1"/>
                <p:nvPr/>
              </p:nvSpPr>
              <p:spPr>
                <a:xfrm>
                  <a:off x="4492258" y="1721085"/>
                  <a:ext cx="428790" cy="307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311" name="TextBox 310">
                  <a:extLst>
                    <a:ext uri="{FF2B5EF4-FFF2-40B4-BE49-F238E27FC236}">
                      <a16:creationId xmlns:a16="http://schemas.microsoft.com/office/drawing/2014/main" id="{EC7BD36F-E7A6-B44B-A436-7067E39E6F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2258" y="1721085"/>
                  <a:ext cx="428790" cy="30782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56A95311-8EEA-B549-9644-DB8268FFD484}"/>
              </a:ext>
            </a:extLst>
          </p:cNvPr>
          <p:cNvGrpSpPr/>
          <p:nvPr/>
        </p:nvGrpSpPr>
        <p:grpSpPr>
          <a:xfrm>
            <a:off x="6513682" y="4363367"/>
            <a:ext cx="2245389" cy="461551"/>
            <a:chOff x="-342513" y="769765"/>
            <a:chExt cx="1684042" cy="346163"/>
          </a:xfrm>
        </p:grpSpPr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D24B039D-0D90-F245-9ECB-A5CF3076D9E8}"/>
                </a:ext>
              </a:extLst>
            </p:cNvPr>
            <p:cNvSpPr/>
            <p:nvPr/>
          </p:nvSpPr>
          <p:spPr>
            <a:xfrm>
              <a:off x="1001822" y="769765"/>
              <a:ext cx="317348" cy="251570"/>
            </a:xfrm>
            <a:custGeom>
              <a:avLst/>
              <a:gdLst>
                <a:gd name="connsiteX0" fmla="*/ 0 w 415636"/>
                <a:gd name="connsiteY0" fmla="*/ 1022465 h 1022465"/>
                <a:gd name="connsiteX1" fmla="*/ 0 w 415636"/>
                <a:gd name="connsiteY1" fmla="*/ 0 h 1022465"/>
                <a:gd name="connsiteX2" fmla="*/ 415636 w 415636"/>
                <a:gd name="connsiteY2" fmla="*/ 0 h 102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5636" h="1022465">
                  <a:moveTo>
                    <a:pt x="0" y="1022465"/>
                  </a:moveTo>
                  <a:lnTo>
                    <a:pt x="0" y="0"/>
                  </a:lnTo>
                  <a:lnTo>
                    <a:pt x="415636" y="0"/>
                  </a:lnTo>
                </a:path>
              </a:pathLst>
            </a:custGeom>
            <a:noFill/>
            <a:ln w="28575">
              <a:solidFill>
                <a:schemeClr val="accent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EDD5A5C7-46E1-9449-A6E2-A4DBF0A2035A}"/>
                </a:ext>
              </a:extLst>
            </p:cNvPr>
            <p:cNvSpPr/>
            <p:nvPr/>
          </p:nvSpPr>
          <p:spPr>
            <a:xfrm>
              <a:off x="-342513" y="908500"/>
              <a:ext cx="1684042" cy="20742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Write as a single fraction.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9081750C-7561-CD4A-93EB-4C5F799544BB}"/>
                  </a:ext>
                </a:extLst>
              </p:cNvPr>
              <p:cNvSpPr txBox="1"/>
              <p:nvPr/>
            </p:nvSpPr>
            <p:spPr>
              <a:xfrm>
                <a:off x="8799690" y="4947274"/>
                <a:ext cx="472500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GB" altLang="en-US" sz="2667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altLang="en-US" sz="2667" dirty="0"/>
                  <a:t> </a:t>
                </a:r>
              </a:p>
            </p:txBody>
          </p:sp>
        </mc:Choice>
        <mc:Fallback xmlns="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9081750C-7561-CD4A-93EB-4C5F79954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690" y="4947274"/>
                <a:ext cx="472500" cy="41036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F8B63B0-66B7-554D-90A4-AE61EDCA71D3}"/>
              </a:ext>
            </a:extLst>
          </p:cNvPr>
          <p:cNvGrpSpPr/>
          <p:nvPr/>
        </p:nvGrpSpPr>
        <p:grpSpPr>
          <a:xfrm>
            <a:off x="9283528" y="4765143"/>
            <a:ext cx="2833597" cy="817923"/>
            <a:chOff x="1615704" y="3498869"/>
            <a:chExt cx="819350" cy="5576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2" name="TextBox 321">
                  <a:extLst>
                    <a:ext uri="{FF2B5EF4-FFF2-40B4-BE49-F238E27FC236}">
                      <a16:creationId xmlns:a16="http://schemas.microsoft.com/office/drawing/2014/main" id="{79846491-BFC1-CE41-BFE5-773359B25D1F}"/>
                    </a:ext>
                  </a:extLst>
                </p:cNvPr>
                <p:cNvSpPr txBox="1"/>
                <p:nvPr/>
              </p:nvSpPr>
              <p:spPr>
                <a:xfrm>
                  <a:off x="1628307" y="3498869"/>
                  <a:ext cx="794145" cy="2797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5</a:t>
                  </a: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altLang="en-US" sz="2667" dirty="0"/>
                    <a:t> </a:t>
                  </a:r>
                  <a14:m>
                    <m:oMath xmlns:m="http://schemas.openxmlformats.org/officeDocument/2006/math">
                      <m:r>
                        <a:rPr lang="en-GB" altLang="en-US" sz="2667" i="1" dirty="0"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GB" altLang="en-US" sz="2667" dirty="0"/>
                    <a:t> 10 </a:t>
                  </a: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GB" altLang="en-US" sz="2667" dirty="0"/>
                    <a:t> 3</a:t>
                  </a:r>
                  <a14:m>
                    <m:oMath xmlns:m="http://schemas.openxmlformats.org/officeDocument/2006/math">
                      <m:r>
                        <a:rPr lang="en-GB" altLang="en-US" sz="2667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altLang="en-US" sz="2667" dirty="0"/>
                    <a:t> </a:t>
                  </a:r>
                  <a14:m>
                    <m:oMath xmlns:m="http://schemas.openxmlformats.org/officeDocument/2006/math">
                      <m:r>
                        <a:rPr lang="en-GB" altLang="en-US" sz="2667" i="1" dirty="0"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GB" altLang="en-US" sz="2667" dirty="0"/>
                    <a:t> 12</a:t>
                  </a:r>
                </a:p>
              </p:txBody>
            </p:sp>
          </mc:Choice>
          <mc:Fallback xmlns="">
            <p:sp>
              <p:nvSpPr>
                <p:cNvPr id="416" name="TextBox 415">
                  <a:extLst>
                    <a:ext uri="{FF2B5EF4-FFF2-40B4-BE49-F238E27FC236}">
                      <a16:creationId xmlns:a16="http://schemas.microsoft.com/office/drawing/2014/main" id="{8A374356-1004-7D40-836D-F323AB049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8307" y="3498869"/>
                  <a:ext cx="794145" cy="279797"/>
                </a:xfrm>
                <a:prstGeom prst="rect">
                  <a:avLst/>
                </a:prstGeom>
                <a:blipFill>
                  <a:blip r:embed="rId36"/>
                  <a:stretch>
                    <a:fillRect l="-6173" t="-29167" r="-4938" b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06D8EB54-A3CC-4047-A502-85E7B0D27D9D}"/>
                </a:ext>
              </a:extLst>
            </p:cNvPr>
            <p:cNvGrpSpPr/>
            <p:nvPr/>
          </p:nvGrpSpPr>
          <p:grpSpPr>
            <a:xfrm>
              <a:off x="1615704" y="3776703"/>
              <a:ext cx="819350" cy="279841"/>
              <a:chOff x="1219136" y="1529222"/>
              <a:chExt cx="819350" cy="279841"/>
            </a:xfrm>
          </p:grpSpPr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3ED318DA-79FD-D446-B488-E0A1CA1DF6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9136" y="1539322"/>
                <a:ext cx="819350" cy="0"/>
              </a:xfrm>
              <a:prstGeom prst="line">
                <a:avLst/>
              </a:prstGeom>
              <a:ln w="19050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4D44A26A-D43A-D040-8FF6-244055DEB96C}"/>
                  </a:ext>
                </a:extLst>
              </p:cNvPr>
              <p:cNvSpPr txBox="1"/>
              <p:nvPr/>
            </p:nvSpPr>
            <p:spPr>
              <a:xfrm>
                <a:off x="1518793" y="1529222"/>
                <a:ext cx="220037" cy="27984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GB" altLang="en-US" sz="2667" dirty="0"/>
                  <a:t>15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E823290C-C2BE-944A-8AC5-6DB2761F0AC2}"/>
                  </a:ext>
                </a:extLst>
              </p:cNvPr>
              <p:cNvSpPr txBox="1"/>
              <p:nvPr/>
            </p:nvSpPr>
            <p:spPr>
              <a:xfrm>
                <a:off x="10269177" y="6249389"/>
                <a:ext cx="472500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GB" altLang="en-US" sz="2667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altLang="en-US" sz="2667" dirty="0"/>
                  <a:t> </a:t>
                </a:r>
              </a:p>
            </p:txBody>
          </p:sp>
        </mc:Choice>
        <mc:Fallback xmlns="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E823290C-C2BE-944A-8AC5-6DB2761F0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9177" y="6249389"/>
                <a:ext cx="472500" cy="41036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7" name="Group 326">
            <a:extLst>
              <a:ext uri="{FF2B5EF4-FFF2-40B4-BE49-F238E27FC236}">
                <a16:creationId xmlns:a16="http://schemas.microsoft.com/office/drawing/2014/main" id="{51B2867B-D726-9D4A-B7EB-E3FFD871FF02}"/>
              </a:ext>
            </a:extLst>
          </p:cNvPr>
          <p:cNvGrpSpPr/>
          <p:nvPr/>
        </p:nvGrpSpPr>
        <p:grpSpPr>
          <a:xfrm>
            <a:off x="10756282" y="6067258"/>
            <a:ext cx="1151940" cy="817923"/>
            <a:chOff x="1616650" y="3498869"/>
            <a:chExt cx="333090" cy="5576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8" name="TextBox 327">
                  <a:extLst>
                    <a:ext uri="{FF2B5EF4-FFF2-40B4-BE49-F238E27FC236}">
                      <a16:creationId xmlns:a16="http://schemas.microsoft.com/office/drawing/2014/main" id="{051C5B80-11FC-BF49-A745-B7B15E29E677}"/>
                    </a:ext>
                  </a:extLst>
                </p:cNvPr>
                <p:cNvSpPr txBox="1"/>
                <p:nvPr/>
              </p:nvSpPr>
              <p:spPr>
                <a:xfrm>
                  <a:off x="1618208" y="3498869"/>
                  <a:ext cx="329975" cy="2797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2</a:t>
                  </a: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altLang="en-US" sz="2667" dirty="0"/>
                    <a:t> </a:t>
                  </a:r>
                  <a14:m>
                    <m:oMath xmlns:m="http://schemas.openxmlformats.org/officeDocument/2006/math">
                      <m:r>
                        <a:rPr lang="en-GB" altLang="en-US" sz="2667" i="1" dirty="0"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GB" altLang="en-US" sz="2667" dirty="0"/>
                    <a:t> 22</a:t>
                  </a:r>
                </a:p>
              </p:txBody>
            </p:sp>
          </mc:Choice>
          <mc:Fallback xmlns="">
            <p:sp>
              <p:nvSpPr>
                <p:cNvPr id="426" name="TextBox 425">
                  <a:extLst>
                    <a:ext uri="{FF2B5EF4-FFF2-40B4-BE49-F238E27FC236}">
                      <a16:creationId xmlns:a16="http://schemas.microsoft.com/office/drawing/2014/main" id="{AA9EC9A3-D1A8-5240-BEC2-090DD3690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8208" y="3498869"/>
                  <a:ext cx="329975" cy="279797"/>
                </a:xfrm>
                <a:prstGeom prst="rect">
                  <a:avLst/>
                </a:prstGeom>
                <a:blipFill>
                  <a:blip r:embed="rId38"/>
                  <a:stretch>
                    <a:fillRect l="-16176" t="-24000" r="-16176" b="-4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F78AA2A8-70B4-AD49-B43B-68A7282E111E}"/>
                </a:ext>
              </a:extLst>
            </p:cNvPr>
            <p:cNvGrpSpPr/>
            <p:nvPr/>
          </p:nvGrpSpPr>
          <p:grpSpPr>
            <a:xfrm>
              <a:off x="1616650" y="3776703"/>
              <a:ext cx="333090" cy="279841"/>
              <a:chOff x="1220082" y="1529222"/>
              <a:chExt cx="333090" cy="279841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381FA482-DFE2-7846-8BFB-7B0D9DB75E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0082" y="1539322"/>
                <a:ext cx="333090" cy="0"/>
              </a:xfrm>
              <a:prstGeom prst="line">
                <a:avLst/>
              </a:prstGeom>
              <a:ln w="19050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850836B0-7E94-E549-B8C7-F5F6B09D6841}"/>
                  </a:ext>
                </a:extLst>
              </p:cNvPr>
              <p:cNvSpPr txBox="1"/>
              <p:nvPr/>
            </p:nvSpPr>
            <p:spPr>
              <a:xfrm>
                <a:off x="1276609" y="1529222"/>
                <a:ext cx="220037" cy="27984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GB" altLang="en-US" sz="2667" dirty="0"/>
                  <a:t>15</a:t>
                </a:r>
              </a:p>
            </p:txBody>
          </p:sp>
        </p:grpSp>
      </p:grpSp>
      <p:sp>
        <p:nvSpPr>
          <p:cNvPr id="332" name="Rectangle 331">
            <a:extLst>
              <a:ext uri="{FF2B5EF4-FFF2-40B4-BE49-F238E27FC236}">
                <a16:creationId xmlns:a16="http://schemas.microsoft.com/office/drawing/2014/main" id="{7F40E9CD-7AA6-754D-9360-B6368D83E5B8}"/>
              </a:ext>
            </a:extLst>
          </p:cNvPr>
          <p:cNvSpPr/>
          <p:nvPr/>
        </p:nvSpPr>
        <p:spPr>
          <a:xfrm>
            <a:off x="9283527" y="5627923"/>
            <a:ext cx="428957" cy="344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8D8B6CF7-393D-BD42-91EF-8C1774D4FD5B}"/>
              </a:ext>
            </a:extLst>
          </p:cNvPr>
          <p:cNvGrpSpPr/>
          <p:nvPr/>
        </p:nvGrpSpPr>
        <p:grpSpPr>
          <a:xfrm>
            <a:off x="6387507" y="5168709"/>
            <a:ext cx="2419260" cy="716445"/>
            <a:chOff x="-437144" y="769765"/>
            <a:chExt cx="1814445" cy="537334"/>
          </a:xfrm>
        </p:grpSpPr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2325E885-AC05-054A-A331-2A47796BD91B}"/>
                </a:ext>
              </a:extLst>
            </p:cNvPr>
            <p:cNvSpPr/>
            <p:nvPr/>
          </p:nvSpPr>
          <p:spPr>
            <a:xfrm>
              <a:off x="1001822" y="769765"/>
              <a:ext cx="317348" cy="251570"/>
            </a:xfrm>
            <a:custGeom>
              <a:avLst/>
              <a:gdLst>
                <a:gd name="connsiteX0" fmla="*/ 0 w 415636"/>
                <a:gd name="connsiteY0" fmla="*/ 1022465 h 1022465"/>
                <a:gd name="connsiteX1" fmla="*/ 0 w 415636"/>
                <a:gd name="connsiteY1" fmla="*/ 0 h 1022465"/>
                <a:gd name="connsiteX2" fmla="*/ 415636 w 415636"/>
                <a:gd name="connsiteY2" fmla="*/ 0 h 102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5636" h="1022465">
                  <a:moveTo>
                    <a:pt x="0" y="1022465"/>
                  </a:moveTo>
                  <a:lnTo>
                    <a:pt x="0" y="0"/>
                  </a:lnTo>
                  <a:lnTo>
                    <a:pt x="415636" y="0"/>
                  </a:lnTo>
                </a:path>
              </a:pathLst>
            </a:custGeom>
            <a:noFill/>
            <a:ln w="28575">
              <a:solidFill>
                <a:schemeClr val="accent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9EB021C2-47EB-A64A-9589-8D31FC7BD13D}"/>
                </a:ext>
              </a:extLst>
            </p:cNvPr>
            <p:cNvSpPr/>
            <p:nvPr/>
          </p:nvSpPr>
          <p:spPr>
            <a:xfrm>
              <a:off x="-437144" y="895550"/>
              <a:ext cx="1814445" cy="4115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Expand and keep a close focus no the negative signs.</a:t>
              </a:r>
            </a:p>
          </p:txBody>
        </p:sp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726D27AC-05C8-3144-8678-68D8DE974FEA}"/>
              </a:ext>
            </a:extLst>
          </p:cNvPr>
          <p:cNvGrpSpPr/>
          <p:nvPr/>
        </p:nvGrpSpPr>
        <p:grpSpPr>
          <a:xfrm>
            <a:off x="3122766" y="3468819"/>
            <a:ext cx="2933342" cy="817956"/>
            <a:chOff x="3326568" y="1721081"/>
            <a:chExt cx="2662008" cy="613467"/>
          </a:xfrm>
        </p:grpSpPr>
        <p:grpSp>
          <p:nvGrpSpPr>
            <p:cNvPr id="337" name="Group 336">
              <a:extLst>
                <a:ext uri="{FF2B5EF4-FFF2-40B4-BE49-F238E27FC236}">
                  <a16:creationId xmlns:a16="http://schemas.microsoft.com/office/drawing/2014/main" id="{A350A560-FC15-A947-9983-1B5541DD7F7A}"/>
                </a:ext>
              </a:extLst>
            </p:cNvPr>
            <p:cNvGrpSpPr/>
            <p:nvPr/>
          </p:nvGrpSpPr>
          <p:grpSpPr>
            <a:xfrm>
              <a:off x="3326568" y="1721081"/>
              <a:ext cx="2662008" cy="613467"/>
              <a:chOff x="1586862" y="3498846"/>
              <a:chExt cx="848192" cy="5576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9" name="TextBox 338">
                    <a:extLst>
                      <a:ext uri="{FF2B5EF4-FFF2-40B4-BE49-F238E27FC236}">
                        <a16:creationId xmlns:a16="http://schemas.microsoft.com/office/drawing/2014/main" id="{B798B870-D0D1-3A4E-8A25-08B4922101F7}"/>
                      </a:ext>
                    </a:extLst>
                  </p:cNvPr>
                  <p:cNvSpPr txBox="1"/>
                  <p:nvPr/>
                </p:nvSpPr>
                <p:spPr>
                  <a:xfrm>
                    <a:off x="1932603" y="3498846"/>
                    <a:ext cx="418470" cy="27984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GB" altLang="en-US" sz="2667" dirty="0"/>
                  </a:p>
                </p:txBody>
              </p:sp>
            </mc:Choice>
            <mc:Fallback xmlns="">
              <p:sp>
                <p:nvSpPr>
                  <p:cNvPr id="339" name="TextBox 338">
                    <a:extLst>
                      <a:ext uri="{FF2B5EF4-FFF2-40B4-BE49-F238E27FC236}">
                        <a16:creationId xmlns:a16="http://schemas.microsoft.com/office/drawing/2014/main" id="{B798B870-D0D1-3A4E-8A25-08B4922101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32603" y="3498846"/>
                    <a:ext cx="418470" cy="279841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0" name="TextBox 339">
                    <a:extLst>
                      <a:ext uri="{FF2B5EF4-FFF2-40B4-BE49-F238E27FC236}">
                        <a16:creationId xmlns:a16="http://schemas.microsoft.com/office/drawing/2014/main" id="{C2C2D832-0D2F-F440-86CB-168500FE7406}"/>
                      </a:ext>
                    </a:extLst>
                  </p:cNvPr>
                  <p:cNvSpPr txBox="1"/>
                  <p:nvPr/>
                </p:nvSpPr>
                <p:spPr>
                  <a:xfrm>
                    <a:off x="1586862" y="3498847"/>
                    <a:ext cx="417913" cy="27984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3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  <a14:m>
                      <m:oMath xmlns:m="http://schemas.openxmlformats.org/officeDocument/2006/math">
                        <m:r>
                          <a:rPr lang="en-GB" altLang="en-US" sz="2667" i="1" dirty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GB" altLang="en-US" sz="2667" dirty="0"/>
                      <a:t> 4</a:t>
                    </a:r>
                  </a:p>
                </p:txBody>
              </p:sp>
            </mc:Choice>
            <mc:Fallback xmlns="">
              <p:sp>
                <p:nvSpPr>
                  <p:cNvPr id="340" name="TextBox 339">
                    <a:extLst>
                      <a:ext uri="{FF2B5EF4-FFF2-40B4-BE49-F238E27FC236}">
                        <a16:creationId xmlns:a16="http://schemas.microsoft.com/office/drawing/2014/main" id="{C2C2D832-0D2F-F440-86CB-168500FE74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86862" y="3498847"/>
                    <a:ext cx="417913" cy="279841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 t="-27273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41" name="Group 340">
                <a:extLst>
                  <a:ext uri="{FF2B5EF4-FFF2-40B4-BE49-F238E27FC236}">
                    <a16:creationId xmlns:a16="http://schemas.microsoft.com/office/drawing/2014/main" id="{0D857491-292C-8F45-A22B-467BE9B72098}"/>
                  </a:ext>
                </a:extLst>
              </p:cNvPr>
              <p:cNvGrpSpPr/>
              <p:nvPr/>
            </p:nvGrpSpPr>
            <p:grpSpPr>
              <a:xfrm>
                <a:off x="1615704" y="3776703"/>
                <a:ext cx="819350" cy="279841"/>
                <a:chOff x="1219136" y="1529222"/>
                <a:chExt cx="819350" cy="279841"/>
              </a:xfrm>
            </p:grpSpPr>
            <p:cxnSp>
              <p:nvCxnSpPr>
                <p:cNvPr id="342" name="Straight Connector 341">
                  <a:extLst>
                    <a:ext uri="{FF2B5EF4-FFF2-40B4-BE49-F238E27FC236}">
                      <a16:creationId xmlns:a16="http://schemas.microsoft.com/office/drawing/2014/main" id="{EA714510-BD10-1045-9EB0-DCB2C5737F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19136" y="1539322"/>
                  <a:ext cx="819350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3" name="TextBox 342">
                  <a:extLst>
                    <a:ext uri="{FF2B5EF4-FFF2-40B4-BE49-F238E27FC236}">
                      <a16:creationId xmlns:a16="http://schemas.microsoft.com/office/drawing/2014/main" id="{63CFA29C-C45F-0147-8C2B-56A0A37CBD14}"/>
                    </a:ext>
                  </a:extLst>
                </p:cNvPr>
                <p:cNvSpPr txBox="1"/>
                <p:nvPr/>
              </p:nvSpPr>
              <p:spPr>
                <a:xfrm>
                  <a:off x="1518793" y="1529222"/>
                  <a:ext cx="220037" cy="2798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7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8" name="TextBox 337">
                  <a:extLst>
                    <a:ext uri="{FF2B5EF4-FFF2-40B4-BE49-F238E27FC236}">
                      <a16:creationId xmlns:a16="http://schemas.microsoft.com/office/drawing/2014/main" id="{EB73B01C-1883-4B45-BAB9-523F95F839A6}"/>
                    </a:ext>
                  </a:extLst>
                </p:cNvPr>
                <p:cNvSpPr txBox="1"/>
                <p:nvPr/>
              </p:nvSpPr>
              <p:spPr>
                <a:xfrm>
                  <a:off x="4492258" y="1721085"/>
                  <a:ext cx="428790" cy="307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338" name="TextBox 337">
                  <a:extLst>
                    <a:ext uri="{FF2B5EF4-FFF2-40B4-BE49-F238E27FC236}">
                      <a16:creationId xmlns:a16="http://schemas.microsoft.com/office/drawing/2014/main" id="{EB73B01C-1883-4B45-BAB9-523F95F83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2258" y="1721085"/>
                  <a:ext cx="428790" cy="307825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44" name="Elbow Connector 343">
            <a:extLst>
              <a:ext uri="{FF2B5EF4-FFF2-40B4-BE49-F238E27FC236}">
                <a16:creationId xmlns:a16="http://schemas.microsoft.com/office/drawing/2014/main" id="{745F886A-037C-2D49-AFDC-2169F0A3E5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133360" y="4001048"/>
            <a:ext cx="1274820" cy="117910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5" name="Elbow Connector 344">
            <a:extLst>
              <a:ext uri="{FF2B5EF4-FFF2-40B4-BE49-F238E27FC236}">
                <a16:creationId xmlns:a16="http://schemas.microsoft.com/office/drawing/2014/main" id="{DC98F046-36A6-AE48-9BF2-E3307758405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073058" y="5243680"/>
            <a:ext cx="1423706" cy="99168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6" name="Rectangle 345">
            <a:extLst>
              <a:ext uri="{FF2B5EF4-FFF2-40B4-BE49-F238E27FC236}">
                <a16:creationId xmlns:a16="http://schemas.microsoft.com/office/drawing/2014/main" id="{46A648C6-C2AF-8E44-8B13-5C2B45755E40}"/>
              </a:ext>
            </a:extLst>
          </p:cNvPr>
          <p:cNvSpPr/>
          <p:nvPr/>
        </p:nvSpPr>
        <p:spPr>
          <a:xfrm>
            <a:off x="140833" y="6205152"/>
            <a:ext cx="2419260" cy="548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Collect like terms is possible.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E47CD6FF-71EF-1542-8067-D5B41A8D69D6}"/>
                  </a:ext>
                </a:extLst>
              </p:cNvPr>
              <p:cNvSpPr txBox="1"/>
              <p:nvPr/>
            </p:nvSpPr>
            <p:spPr>
              <a:xfrm>
                <a:off x="3318567" y="4477205"/>
                <a:ext cx="2493393" cy="410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GB" altLang="en-US" sz="2667" dirty="0"/>
                  <a:t>3</a:t>
                </a:r>
                <a14:m>
                  <m:oMath xmlns:m="http://schemas.openxmlformats.org/officeDocument/2006/math">
                    <m:r>
                      <a:rPr lang="en-GB" altLang="en-US" sz="2667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altLang="en-US" sz="2667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CA" altLang="en-US" sz="2667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altLang="en-US" sz="2667" b="0" i="1" smtClean="0">
                        <a:latin typeface="Cambria Math" panose="02040503050406030204" pitchFamily="18" charset="0"/>
                      </a:rPr>
                      <m:t>+  4</m:t>
                    </m:r>
                  </m:oMath>
                </a14:m>
                <a:endParaRPr lang="en-GB" altLang="en-US" sz="2667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E47CD6FF-71EF-1542-8067-D5B41A8D6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567" y="4477205"/>
                <a:ext cx="2493393" cy="410433"/>
              </a:xfrm>
              <a:prstGeom prst="rect">
                <a:avLst/>
              </a:prstGeom>
              <a:blipFill>
                <a:blip r:embed="rId42"/>
                <a:stretch>
                  <a:fillRect t="-24242" b="-48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D21BDFCD-60C6-CC44-B2E0-2D0CF19A4767}"/>
                  </a:ext>
                </a:extLst>
              </p14:cNvPr>
              <p14:cNvContentPartPr/>
              <p14:nvPr/>
            </p14:nvContentPartPr>
            <p14:xfrm>
              <a:off x="3548927" y="4414166"/>
              <a:ext cx="569160" cy="660240"/>
            </p14:xfrm>
          </p:contentPart>
        </mc:Choice>
        <mc:Fallback xmlns=""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D21BDFCD-60C6-CC44-B2E0-2D0CF19A476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539927" y="4405171"/>
                <a:ext cx="586800" cy="6778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41FB0EC9-2C1B-2D40-93FD-CE2160332564}"/>
                  </a:ext>
                </a:extLst>
              </p14:cNvPr>
              <p14:cNvContentPartPr/>
              <p14:nvPr/>
            </p14:nvContentPartPr>
            <p14:xfrm>
              <a:off x="4447127" y="4355126"/>
              <a:ext cx="330480" cy="592200"/>
            </p14:xfrm>
          </p:contentPart>
        </mc:Choice>
        <mc:Fallback xmlns=""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41FB0EC9-2C1B-2D40-93FD-CE216033256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438127" y="4346121"/>
                <a:ext cx="348120" cy="609851"/>
              </a:xfrm>
              <a:prstGeom prst="rect">
                <a:avLst/>
              </a:prstGeom>
            </p:spPr>
          </p:pic>
        </mc:Fallback>
      </mc:AlternateContent>
      <p:cxnSp>
        <p:nvCxnSpPr>
          <p:cNvPr id="350" name="Elbow Connector 349">
            <a:extLst>
              <a:ext uri="{FF2B5EF4-FFF2-40B4-BE49-F238E27FC236}">
                <a16:creationId xmlns:a16="http://schemas.microsoft.com/office/drawing/2014/main" id="{83F9E27D-C246-5846-A93E-EBC7354C6F38}"/>
              </a:ext>
            </a:extLst>
          </p:cNvPr>
          <p:cNvCxnSpPr>
            <a:cxnSpLocks/>
          </p:cNvCxnSpPr>
          <p:nvPr/>
        </p:nvCxnSpPr>
        <p:spPr>
          <a:xfrm flipV="1">
            <a:off x="8475936" y="5331550"/>
            <a:ext cx="1468492" cy="1206319"/>
          </a:xfrm>
          <a:prstGeom prst="bentConnector3">
            <a:avLst>
              <a:gd name="adj1" fmla="val 10059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1" name="Rectangle 350">
            <a:extLst>
              <a:ext uri="{FF2B5EF4-FFF2-40B4-BE49-F238E27FC236}">
                <a16:creationId xmlns:a16="http://schemas.microsoft.com/office/drawing/2014/main" id="{C1E49A8F-0922-9647-9EB0-F28ED25E3B8D}"/>
              </a:ext>
            </a:extLst>
          </p:cNvPr>
          <p:cNvSpPr/>
          <p:nvPr/>
        </p:nvSpPr>
        <p:spPr>
          <a:xfrm>
            <a:off x="6327702" y="6291644"/>
            <a:ext cx="2419260" cy="548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Collect like terms is possible.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0A334322-34E9-2C4D-A0D3-C9A069759A2B}"/>
                  </a:ext>
                </a:extLst>
              </p14:cNvPr>
              <p14:cNvContentPartPr/>
              <p14:nvPr/>
            </p14:nvContentPartPr>
            <p14:xfrm>
              <a:off x="9208096" y="4676788"/>
              <a:ext cx="630360" cy="64692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0A334322-34E9-2C4D-A0D3-C9A069759A2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190096" y="4658788"/>
                <a:ext cx="666000" cy="68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5AEEC483-B0FE-7C46-A533-B323295357F9}"/>
                  </a:ext>
                </a:extLst>
              </p14:cNvPr>
              <p14:cNvContentPartPr/>
              <p14:nvPr/>
            </p14:nvContentPartPr>
            <p14:xfrm>
              <a:off x="10584016" y="4678228"/>
              <a:ext cx="745200" cy="53136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5AEEC483-B0FE-7C46-A533-B323295357F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566376" y="4660228"/>
                <a:ext cx="780840" cy="56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B6D401D9-F158-C84D-8CD9-EC19BC1BE8D1}"/>
                  </a:ext>
                </a:extLst>
              </p14:cNvPr>
              <p14:cNvContentPartPr/>
              <p14:nvPr/>
            </p14:nvContentPartPr>
            <p14:xfrm>
              <a:off x="10049416" y="4599748"/>
              <a:ext cx="537840" cy="68724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B6D401D9-F158-C84D-8CD9-EC19BC1BE8D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031416" y="4581748"/>
                <a:ext cx="573480" cy="72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0A3F7B5F-8D94-0142-8030-1D3FB2F8E1B9}"/>
                  </a:ext>
                </a:extLst>
              </p14:cNvPr>
              <p14:cNvContentPartPr/>
              <p14:nvPr/>
            </p14:nvContentPartPr>
            <p14:xfrm>
              <a:off x="11423536" y="4558348"/>
              <a:ext cx="834480" cy="77076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0A3F7B5F-8D94-0142-8030-1D3FB2F8E1B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1405896" y="4540708"/>
                <a:ext cx="870120" cy="80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829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5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3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8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1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animBg="1"/>
      <p:bldP spid="239" grpId="0" animBg="1"/>
      <p:bldP spid="254" grpId="0"/>
      <p:bldP spid="255" grpId="0"/>
      <p:bldP spid="256" grpId="0" animBg="1"/>
      <p:bldP spid="260" grpId="0"/>
      <p:bldP spid="268" grpId="0" animBg="1"/>
      <p:bldP spid="300" grpId="0"/>
      <p:bldP spid="320" grpId="0"/>
      <p:bldP spid="326" grpId="0"/>
      <p:bldP spid="332" grpId="0" animBg="1"/>
      <p:bldP spid="346" grpId="0" animBg="1"/>
      <p:bldP spid="347" grpId="0"/>
      <p:bldP spid="3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920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826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305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we add and subtract algebraic fractions with a binomial in the numerator?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1B148B-79EC-CD4B-9528-0B6A4C6FACB5}"/>
              </a:ext>
            </a:extLst>
          </p:cNvPr>
          <p:cNvCxnSpPr>
            <a:cxnSpLocks/>
          </p:cNvCxnSpPr>
          <p:nvPr/>
        </p:nvCxnSpPr>
        <p:spPr>
          <a:xfrm>
            <a:off x="0" y="133871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B1865CA-F706-9447-86D7-AB7693F45070}"/>
              </a:ext>
            </a:extLst>
          </p:cNvPr>
          <p:cNvSpPr/>
          <p:nvPr/>
        </p:nvSpPr>
        <p:spPr>
          <a:xfrm>
            <a:off x="2101808" y="5422350"/>
            <a:ext cx="555083" cy="88162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063373C-1D64-E945-9F92-F2549609950B}"/>
              </a:ext>
            </a:extLst>
          </p:cNvPr>
          <p:cNvSpPr txBox="1"/>
          <p:nvPr/>
        </p:nvSpPr>
        <p:spPr>
          <a:xfrm>
            <a:off x="65749" y="2038655"/>
            <a:ext cx="684403" cy="328231"/>
          </a:xfrm>
          <a:prstGeom prst="rect">
            <a:avLst/>
          </a:prstGeom>
          <a:noFill/>
        </p:spPr>
        <p:txBody>
          <a:bodyPr wrap="square" lIns="48000" tIns="0" rIns="0" bIns="0" rtlCol="0">
            <a:spAutoFit/>
          </a:bodyPr>
          <a:lstStyle/>
          <a:p>
            <a:r>
              <a:rPr lang="en-GB" sz="2133" b="1" dirty="0"/>
              <a:t>Ex1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7BB919E5-1BB9-8C4E-B9D6-2D1FFC39CD11}"/>
                  </a:ext>
                </a:extLst>
              </p:cNvPr>
              <p:cNvSpPr txBox="1"/>
              <p:nvPr/>
            </p:nvSpPr>
            <p:spPr>
              <a:xfrm>
                <a:off x="688331" y="2330173"/>
                <a:ext cx="2754583" cy="1030731"/>
              </a:xfrm>
              <a:prstGeom prst="rect">
                <a:avLst/>
              </a:prstGeom>
              <a:noFill/>
            </p:spPr>
            <p:txBody>
              <a:bodyPr wrap="square" lIns="48000" tIns="0" rIns="0" bIns="0" rtlCol="0">
                <a:spAutoFit/>
              </a:bodyPr>
              <a:lstStyle/>
              <a:p>
                <a:pPr>
                  <a:defRPr/>
                </a:pPr>
                <a:r>
                  <a:rPr lang="en-GB" altLang="en-US" sz="2133" dirty="0"/>
                  <a:t>Work out: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altLang="en-US" sz="2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altLang="en-US" sz="2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altLang="en-US" sz="2133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7BB919E5-1BB9-8C4E-B9D6-2D1FFC39C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31" y="2330173"/>
                <a:ext cx="2754583" cy="1030731"/>
              </a:xfrm>
              <a:prstGeom prst="rect">
                <a:avLst/>
              </a:prstGeom>
              <a:blipFill>
                <a:blip r:embed="rId3"/>
                <a:stretch>
                  <a:fillRect l="-4587" t="-8537"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TextBox 145">
            <a:extLst>
              <a:ext uri="{FF2B5EF4-FFF2-40B4-BE49-F238E27FC236}">
                <a16:creationId xmlns:a16="http://schemas.microsoft.com/office/drawing/2014/main" id="{92F0051F-37A4-774A-B163-D8178FB25E8E}"/>
              </a:ext>
            </a:extLst>
          </p:cNvPr>
          <p:cNvSpPr txBox="1"/>
          <p:nvPr/>
        </p:nvSpPr>
        <p:spPr>
          <a:xfrm>
            <a:off x="4175411" y="1969264"/>
            <a:ext cx="684403" cy="328231"/>
          </a:xfrm>
          <a:prstGeom prst="rect">
            <a:avLst/>
          </a:prstGeom>
          <a:noFill/>
        </p:spPr>
        <p:txBody>
          <a:bodyPr wrap="square" lIns="48000" tIns="0" rIns="0" bIns="0" rtlCol="0">
            <a:spAutoFit/>
          </a:bodyPr>
          <a:lstStyle/>
          <a:p>
            <a:r>
              <a:rPr lang="en-GB" sz="2133" b="1" dirty="0"/>
              <a:t>Ex2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380C56BE-2DCD-954B-B9DF-BC28205051C7}"/>
                  </a:ext>
                </a:extLst>
              </p:cNvPr>
              <p:cNvSpPr txBox="1"/>
              <p:nvPr/>
            </p:nvSpPr>
            <p:spPr>
              <a:xfrm>
                <a:off x="4775722" y="2330173"/>
                <a:ext cx="2640556" cy="1098827"/>
              </a:xfrm>
              <a:prstGeom prst="rect">
                <a:avLst/>
              </a:prstGeom>
              <a:noFill/>
            </p:spPr>
            <p:txBody>
              <a:bodyPr wrap="square" lIns="48000" tIns="0" rIns="0" bIns="0" rtlCol="0">
                <a:spAutoFit/>
              </a:bodyPr>
              <a:lstStyle/>
              <a:p>
                <a:pPr>
                  <a:defRPr/>
                </a:pPr>
                <a:r>
                  <a:rPr lang="en-GB" altLang="en-US" sz="2133" dirty="0"/>
                  <a:t>Work out: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altLang="en-US" sz="2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altLang="en-US" sz="2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CA" altLang="en-US" sz="2667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altLang="en-US" sz="2133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380C56BE-2DCD-954B-B9DF-BC2820505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722" y="2330173"/>
                <a:ext cx="2640556" cy="1098827"/>
              </a:xfrm>
              <a:prstGeom prst="rect">
                <a:avLst/>
              </a:prstGeom>
              <a:blipFill>
                <a:blip r:embed="rId4"/>
                <a:stretch>
                  <a:fillRect l="-4286" t="-795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04269406-EED5-FD4C-B50F-A6B56846D518}"/>
              </a:ext>
            </a:extLst>
          </p:cNvPr>
          <p:cNvCxnSpPr>
            <a:cxnSpLocks/>
          </p:cNvCxnSpPr>
          <p:nvPr/>
        </p:nvCxnSpPr>
        <p:spPr>
          <a:xfrm flipV="1">
            <a:off x="8202764" y="2258170"/>
            <a:ext cx="0" cy="41117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CE873AF3-716D-264D-8494-5FE277449CF7}"/>
              </a:ext>
            </a:extLst>
          </p:cNvPr>
          <p:cNvSpPr txBox="1"/>
          <p:nvPr/>
        </p:nvSpPr>
        <p:spPr>
          <a:xfrm>
            <a:off x="8293923" y="2011171"/>
            <a:ext cx="684403" cy="328231"/>
          </a:xfrm>
          <a:prstGeom prst="rect">
            <a:avLst/>
          </a:prstGeom>
          <a:noFill/>
        </p:spPr>
        <p:txBody>
          <a:bodyPr wrap="square" lIns="48000" tIns="0" rIns="0" bIns="0" rtlCol="0">
            <a:spAutoFit/>
          </a:bodyPr>
          <a:lstStyle/>
          <a:p>
            <a:r>
              <a:rPr lang="en-GB" sz="2133" b="1" dirty="0"/>
              <a:t>Ex3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6B661F6A-388C-294D-8062-D3189359D4B0}"/>
                  </a:ext>
                </a:extLst>
              </p:cNvPr>
              <p:cNvSpPr txBox="1"/>
              <p:nvPr/>
            </p:nvSpPr>
            <p:spPr>
              <a:xfrm>
                <a:off x="8836799" y="2330173"/>
                <a:ext cx="2859836" cy="1097352"/>
              </a:xfrm>
              <a:prstGeom prst="rect">
                <a:avLst/>
              </a:prstGeom>
              <a:noFill/>
            </p:spPr>
            <p:txBody>
              <a:bodyPr wrap="square" lIns="48000" tIns="0" rIns="0" bIns="0" rtlCol="0">
                <a:spAutoFit/>
              </a:bodyPr>
              <a:lstStyle/>
              <a:p>
                <a:pPr>
                  <a:defRPr/>
                </a:pPr>
                <a:r>
                  <a:rPr lang="en-GB" altLang="en-US" sz="2133" dirty="0"/>
                  <a:t>Work out: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altLang="en-US" sz="2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altLang="en-US" sz="2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GB" altLang="en-US" sz="2133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6B661F6A-388C-294D-8062-D3189359D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799" y="2330173"/>
                <a:ext cx="2859836" cy="1097352"/>
              </a:xfrm>
              <a:prstGeom prst="rect">
                <a:avLst/>
              </a:prstGeom>
              <a:blipFill>
                <a:blip r:embed="rId5"/>
                <a:stretch>
                  <a:fillRect l="-4425" t="-8046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3472D8E-B7CE-2844-BE90-727EF8A2E35D}"/>
              </a:ext>
            </a:extLst>
          </p:cNvPr>
          <p:cNvCxnSpPr>
            <a:cxnSpLocks/>
          </p:cNvCxnSpPr>
          <p:nvPr/>
        </p:nvCxnSpPr>
        <p:spPr>
          <a:xfrm flipV="1">
            <a:off x="4138764" y="2258170"/>
            <a:ext cx="0" cy="41117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3116586-FABA-1A43-9C2B-3BD2C5C7FCD4}"/>
                  </a:ext>
                </a:extLst>
              </p:cNvPr>
              <p:cNvSpPr txBox="1"/>
              <p:nvPr/>
            </p:nvSpPr>
            <p:spPr>
              <a:xfrm>
                <a:off x="688332" y="3754327"/>
                <a:ext cx="1061737" cy="702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altLang="en-US" sz="2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altLang="en-US" sz="2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altLang="en-US" sz="2133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3116586-FABA-1A43-9C2B-3BD2C5C7F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32" y="3754327"/>
                <a:ext cx="1061737" cy="702500"/>
              </a:xfrm>
              <a:prstGeom prst="rect">
                <a:avLst/>
              </a:prstGeom>
              <a:blipFill>
                <a:blip r:embed="rId6"/>
                <a:stretch>
                  <a:fillRect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D3001933-588A-EC4F-B4A5-90FDBBAC216F}"/>
                  </a:ext>
                </a:extLst>
              </p:cNvPr>
              <p:cNvSpPr txBox="1"/>
              <p:nvPr/>
            </p:nvSpPr>
            <p:spPr>
              <a:xfrm>
                <a:off x="1704431" y="3900521"/>
                <a:ext cx="409347" cy="410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altLang="en-US" sz="2133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D3001933-588A-EC4F-B4A5-90FDBBAC2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431" y="3900521"/>
                <a:ext cx="409347" cy="4104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303E6029-8579-D44A-B828-580EE30841F7}"/>
                  </a:ext>
                </a:extLst>
              </p:cNvPr>
              <p:cNvSpPr txBox="1"/>
              <p:nvPr/>
            </p:nvSpPr>
            <p:spPr>
              <a:xfrm>
                <a:off x="2068140" y="3675536"/>
                <a:ext cx="1480707" cy="7789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altLang="en-US" sz="2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altLang="en-US" sz="2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altLang="en-US" sz="2133" dirty="0"/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303E6029-8579-D44A-B828-580EE3084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140" y="3675536"/>
                <a:ext cx="1480707" cy="778931"/>
              </a:xfrm>
              <a:prstGeom prst="rect">
                <a:avLst/>
              </a:prstGeom>
              <a:blipFill>
                <a:blip r:embed="rId8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Rectangle 154">
            <a:extLst>
              <a:ext uri="{FF2B5EF4-FFF2-40B4-BE49-F238E27FC236}">
                <a16:creationId xmlns:a16="http://schemas.microsoft.com/office/drawing/2014/main" id="{FEB45F2B-71A4-1D40-B385-5118F80AD69C}"/>
              </a:ext>
            </a:extLst>
          </p:cNvPr>
          <p:cNvSpPr/>
          <p:nvPr/>
        </p:nvSpPr>
        <p:spPr>
          <a:xfrm>
            <a:off x="2210843" y="3677240"/>
            <a:ext cx="421268" cy="317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27D263F-2872-6048-B540-537236FFD1AA}"/>
              </a:ext>
            </a:extLst>
          </p:cNvPr>
          <p:cNvSpPr/>
          <p:nvPr/>
        </p:nvSpPr>
        <p:spPr>
          <a:xfrm>
            <a:off x="3008775" y="3677240"/>
            <a:ext cx="421268" cy="317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C0BC44DD-6226-F74E-AA7F-BE66159C0B34}"/>
                  </a:ext>
                </a:extLst>
              </p:cNvPr>
              <p:cNvSpPr txBox="1"/>
              <p:nvPr/>
            </p:nvSpPr>
            <p:spPr>
              <a:xfrm>
                <a:off x="1704431" y="4798387"/>
                <a:ext cx="409347" cy="410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altLang="en-US" sz="2133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C0BC44DD-6226-F74E-AA7F-BE66159C0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431" y="4798387"/>
                <a:ext cx="409347" cy="41043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599AF598-7342-9746-BC91-9101A86EE3DB}"/>
                  </a:ext>
                </a:extLst>
              </p:cNvPr>
              <p:cNvSpPr txBox="1"/>
              <p:nvPr/>
            </p:nvSpPr>
            <p:spPr>
              <a:xfrm>
                <a:off x="2068140" y="4573401"/>
                <a:ext cx="1480707" cy="7789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altLang="en-US" sz="2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altLang="en-US" sz="2133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599AF598-7342-9746-BC91-9101A86EE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140" y="4573401"/>
                <a:ext cx="1480707" cy="778931"/>
              </a:xfrm>
              <a:prstGeom prst="rect">
                <a:avLst/>
              </a:prstGeom>
              <a:blipFill>
                <a:blip r:embed="rId10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12FDC9B8-A280-A945-864C-C04C35B9C9FE}"/>
                  </a:ext>
                </a:extLst>
              </p:cNvPr>
              <p:cNvSpPr txBox="1"/>
              <p:nvPr/>
            </p:nvSpPr>
            <p:spPr>
              <a:xfrm>
                <a:off x="1704431" y="5696252"/>
                <a:ext cx="409347" cy="410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altLang="en-US" sz="2133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12FDC9B8-A280-A945-864C-C04C35B9C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431" y="5696252"/>
                <a:ext cx="409347" cy="41043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C9FCB8F6-86F5-C540-B11B-497F590B25E3}"/>
                  </a:ext>
                </a:extLst>
              </p:cNvPr>
              <p:cNvSpPr txBox="1"/>
              <p:nvPr/>
            </p:nvSpPr>
            <p:spPr>
              <a:xfrm>
                <a:off x="2068141" y="5471267"/>
                <a:ext cx="633356" cy="7679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altLang="en-US" sz="2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altLang="en-US" sz="2133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C9FCB8F6-86F5-C540-B11B-497F590B2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141" y="5471267"/>
                <a:ext cx="633356" cy="767903"/>
              </a:xfrm>
              <a:prstGeom prst="rect">
                <a:avLst/>
              </a:prstGeom>
              <a:blipFill>
                <a:blip r:embed="rId12"/>
                <a:stretch>
                  <a:fillRect t="-1639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Rectangle 160">
            <a:extLst>
              <a:ext uri="{FF2B5EF4-FFF2-40B4-BE49-F238E27FC236}">
                <a16:creationId xmlns:a16="http://schemas.microsoft.com/office/drawing/2014/main" id="{7AA1B37D-5413-2F44-A877-868DE6B01F06}"/>
              </a:ext>
            </a:extLst>
          </p:cNvPr>
          <p:cNvSpPr/>
          <p:nvPr/>
        </p:nvSpPr>
        <p:spPr>
          <a:xfrm rot="16200000">
            <a:off x="-269900" y="2864042"/>
            <a:ext cx="1063429" cy="32315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506E2050-82D1-7841-A5BC-D1EF8F9F941D}"/>
                  </a:ext>
                </a:extLst>
              </p:cNvPr>
              <p:cNvSpPr txBox="1"/>
              <p:nvPr/>
            </p:nvSpPr>
            <p:spPr>
              <a:xfrm>
                <a:off x="4251418" y="3754328"/>
                <a:ext cx="1478660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alt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alt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CA" alt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altLang="en-US" sz="1867" dirty="0"/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506E2050-82D1-7841-A5BC-D1EF8F9F9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418" y="3754328"/>
                <a:ext cx="1478660" cy="693844"/>
              </a:xfrm>
              <a:prstGeom prst="rect">
                <a:avLst/>
              </a:prstGeom>
              <a:blipFill>
                <a:blip r:embed="rId1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308C338-74B1-3346-9999-4974A94EE369}"/>
                  </a:ext>
                </a:extLst>
              </p:cNvPr>
              <p:cNvSpPr txBox="1"/>
              <p:nvPr/>
            </p:nvSpPr>
            <p:spPr>
              <a:xfrm>
                <a:off x="5684439" y="3900521"/>
                <a:ext cx="4093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4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altLang="en-US" sz="1867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308C338-74B1-3346-9999-4974A94EE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439" y="3900521"/>
                <a:ext cx="40934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3EFD408-0176-CF48-8E0A-B7AFB76EE413}"/>
                  </a:ext>
                </a:extLst>
              </p:cNvPr>
              <p:cNvSpPr txBox="1"/>
              <p:nvPr/>
            </p:nvSpPr>
            <p:spPr>
              <a:xfrm>
                <a:off x="6048149" y="3733894"/>
                <a:ext cx="2016852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alt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altLang="en-US" sz="2400" b="0" i="1" smtClean="0">
                              <a:latin typeface="Cambria Math" panose="02040503050406030204" pitchFamily="18" charset="0"/>
                            </a:rPr>
                            <m:t>+1+</m:t>
                          </m:r>
                          <m:r>
                            <a:rPr lang="en-CA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CA" alt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altLang="en-US" sz="1867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3EFD408-0176-CF48-8E0A-B7AFB76EE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149" y="3733894"/>
                <a:ext cx="2016852" cy="693844"/>
              </a:xfrm>
              <a:prstGeom prst="rect">
                <a:avLst/>
              </a:prstGeom>
              <a:blipFill>
                <a:blip r:embed="rId15"/>
                <a:stretch>
                  <a:fillRect t="-1818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9EFD8E2B-8038-9F44-B052-014515541D4E}"/>
                  </a:ext>
                </a:extLst>
              </p:cNvPr>
              <p:cNvSpPr txBox="1"/>
              <p:nvPr/>
            </p:nvSpPr>
            <p:spPr>
              <a:xfrm>
                <a:off x="5684439" y="4798387"/>
                <a:ext cx="409347" cy="410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altLang="en-US" sz="2133" dirty="0"/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9EFD8E2B-8038-9F44-B052-014515541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439" y="4798387"/>
                <a:ext cx="409347" cy="41043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3155CA16-8B8C-AB4F-8185-53C498C2C9A3}"/>
                  </a:ext>
                </a:extLst>
              </p:cNvPr>
              <p:cNvSpPr txBox="1"/>
              <p:nvPr/>
            </p:nvSpPr>
            <p:spPr>
              <a:xfrm>
                <a:off x="6048148" y="4614679"/>
                <a:ext cx="1775768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alt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alt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CA" alt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altLang="en-US" sz="2400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3155CA16-8B8C-AB4F-8185-53C498C2C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148" y="4614679"/>
                <a:ext cx="1775768" cy="691471"/>
              </a:xfrm>
              <a:prstGeom prst="rect">
                <a:avLst/>
              </a:prstGeom>
              <a:blipFill>
                <a:blip r:embed="rId17"/>
                <a:stretch>
                  <a:fillRect t="-1818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Rectangle 169">
            <a:extLst>
              <a:ext uri="{FF2B5EF4-FFF2-40B4-BE49-F238E27FC236}">
                <a16:creationId xmlns:a16="http://schemas.microsoft.com/office/drawing/2014/main" id="{97885CEA-CC33-BD43-B58D-CE02A80DC4AD}"/>
              </a:ext>
            </a:extLst>
          </p:cNvPr>
          <p:cNvSpPr/>
          <p:nvPr/>
        </p:nvSpPr>
        <p:spPr>
          <a:xfrm rot="16200000">
            <a:off x="3914959" y="2870230"/>
            <a:ext cx="1032388" cy="275688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Solution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EA941C89-FEB1-8744-8306-0D18A18908E8}"/>
              </a:ext>
            </a:extLst>
          </p:cNvPr>
          <p:cNvSpPr/>
          <p:nvPr/>
        </p:nvSpPr>
        <p:spPr>
          <a:xfrm>
            <a:off x="10134473" y="5422350"/>
            <a:ext cx="1129655" cy="88162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A1BA670-C0BC-C24A-93B7-181AA06C94A6}"/>
                  </a:ext>
                </a:extLst>
              </p:cNvPr>
              <p:cNvSpPr txBox="1"/>
              <p:nvPr/>
            </p:nvSpPr>
            <p:spPr>
              <a:xfrm>
                <a:off x="8318450" y="3754327"/>
                <a:ext cx="1478660" cy="692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alt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GB" altLang="en-US" sz="1867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A1BA670-C0BC-C24A-93B7-181AA06C9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450" y="3754327"/>
                <a:ext cx="1478660" cy="692562"/>
              </a:xfrm>
              <a:prstGeom prst="rect">
                <a:avLst/>
              </a:prstGeom>
              <a:blipFill>
                <a:blip r:embed="rId18"/>
                <a:stretch>
                  <a:fillRect b="-1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E07B1C54-D261-4D4A-B898-350924EA259E}"/>
                  </a:ext>
                </a:extLst>
              </p:cNvPr>
              <p:cNvSpPr txBox="1"/>
              <p:nvPr/>
            </p:nvSpPr>
            <p:spPr>
              <a:xfrm>
                <a:off x="9751471" y="3900521"/>
                <a:ext cx="4093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4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altLang="en-US" sz="1867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E07B1C54-D261-4D4A-B898-350924EA2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471" y="3900521"/>
                <a:ext cx="409347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87899CE4-D30A-7A4D-B591-48AC312D00FC}"/>
                  </a:ext>
                </a:extLst>
              </p:cNvPr>
              <p:cNvSpPr txBox="1"/>
              <p:nvPr/>
            </p:nvSpPr>
            <p:spPr>
              <a:xfrm>
                <a:off x="10115181" y="3733894"/>
                <a:ext cx="2024835" cy="7143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alt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GB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altLang="en-US" sz="24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num>
                        <m:den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</m:oMath>
                  </m:oMathPara>
                </a14:m>
                <a:endParaRPr lang="en-GB" altLang="en-US" sz="1867" dirty="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87899CE4-D30A-7A4D-B591-48AC312D0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5181" y="3733894"/>
                <a:ext cx="2024835" cy="714363"/>
              </a:xfrm>
              <a:prstGeom prst="rect">
                <a:avLst/>
              </a:prstGeom>
              <a:blipFill>
                <a:blip r:embed="rId20"/>
                <a:stretch>
                  <a:fillRect l="-625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8E2A01B-0F4F-D548-8E6B-8A2C05FE00BF}"/>
                  </a:ext>
                </a:extLst>
              </p:cNvPr>
              <p:cNvSpPr txBox="1"/>
              <p:nvPr/>
            </p:nvSpPr>
            <p:spPr>
              <a:xfrm>
                <a:off x="9751471" y="4798387"/>
                <a:ext cx="409347" cy="410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altLang="en-US" sz="2133" dirty="0"/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8E2A01B-0F4F-D548-8E6B-8A2C05FE0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471" y="4798387"/>
                <a:ext cx="409347" cy="41043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2065BD09-1CBA-FA4E-85EE-84892CFD0AFA}"/>
                  </a:ext>
                </a:extLst>
              </p:cNvPr>
              <p:cNvSpPr txBox="1"/>
              <p:nvPr/>
            </p:nvSpPr>
            <p:spPr>
              <a:xfrm>
                <a:off x="10115180" y="4614679"/>
                <a:ext cx="1861873" cy="7143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  <m:d>
                            <m:dPr>
                              <m:ctrlPr>
                                <a:rPr lang="en-GB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altLang="en-US" sz="24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num>
                        <m:den>
                          <m:r>
                            <a:rPr lang="en-GB" altLang="en-US" sz="2400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</m:oMath>
                  </m:oMathPara>
                </a14:m>
                <a:endParaRPr lang="en-GB" altLang="en-US" sz="2400" dirty="0"/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2065BD09-1CBA-FA4E-85EE-84892CFD0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5180" y="4614679"/>
                <a:ext cx="1861873" cy="714363"/>
              </a:xfrm>
              <a:prstGeom prst="rect">
                <a:avLst/>
              </a:prstGeom>
              <a:blipFill>
                <a:blip r:embed="rId22"/>
                <a:stretch>
                  <a:fillRect l="-4730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B7588295-D026-7F40-BED9-4F6D53478F43}"/>
                  </a:ext>
                </a:extLst>
              </p:cNvPr>
              <p:cNvSpPr txBox="1"/>
              <p:nvPr/>
            </p:nvSpPr>
            <p:spPr>
              <a:xfrm>
                <a:off x="9751471" y="5696252"/>
                <a:ext cx="409347" cy="410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altLang="en-US" sz="2133" dirty="0"/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B7588295-D026-7F40-BED9-4F6D53478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471" y="5696252"/>
                <a:ext cx="409347" cy="41043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E220401E-E937-9149-A663-7126F65735F5}"/>
                  </a:ext>
                </a:extLst>
              </p:cNvPr>
              <p:cNvSpPr txBox="1"/>
              <p:nvPr/>
            </p:nvSpPr>
            <p:spPr>
              <a:xfrm>
                <a:off x="10115181" y="5471267"/>
                <a:ext cx="1169612" cy="7763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altLang="en-US" sz="2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+4</m:t>
                          </m:r>
                        </m:num>
                        <m:den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</m:oMath>
                  </m:oMathPara>
                </a14:m>
                <a:endParaRPr lang="en-GB" altLang="en-US" sz="2133" dirty="0"/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E220401E-E937-9149-A663-7126F6573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5181" y="5471267"/>
                <a:ext cx="1169612" cy="776303"/>
              </a:xfrm>
              <a:prstGeom prst="rect">
                <a:avLst/>
              </a:prstGeom>
              <a:blipFill>
                <a:blip r:embed="rId24"/>
                <a:stretch>
                  <a:fillRect l="-2151" r="-1075"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Rectangle 178">
            <a:extLst>
              <a:ext uri="{FF2B5EF4-FFF2-40B4-BE49-F238E27FC236}">
                <a16:creationId xmlns:a16="http://schemas.microsoft.com/office/drawing/2014/main" id="{57238E19-59D4-DB45-A782-ADDB36D80DAD}"/>
              </a:ext>
            </a:extLst>
          </p:cNvPr>
          <p:cNvSpPr/>
          <p:nvPr/>
        </p:nvSpPr>
        <p:spPr>
          <a:xfrm rot="16200000">
            <a:off x="8003588" y="2780859"/>
            <a:ext cx="1032388" cy="34201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Solution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3CA2B17-860E-2744-B984-D6261EC2C600}"/>
              </a:ext>
            </a:extLst>
          </p:cNvPr>
          <p:cNvSpPr/>
          <p:nvPr/>
        </p:nvSpPr>
        <p:spPr>
          <a:xfrm>
            <a:off x="10142997" y="3711451"/>
            <a:ext cx="471948" cy="3846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DF8D85D4-C479-434F-9162-06B1F0A428AA}"/>
              </a:ext>
            </a:extLst>
          </p:cNvPr>
          <p:cNvSpPr/>
          <p:nvPr/>
        </p:nvSpPr>
        <p:spPr>
          <a:xfrm>
            <a:off x="10867776" y="3723288"/>
            <a:ext cx="1185489" cy="349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EF96C2-2844-4647-A5ED-FB8DA506F149}"/>
              </a:ext>
            </a:extLst>
          </p:cNvPr>
          <p:cNvSpPr txBox="1"/>
          <p:nvPr/>
        </p:nvSpPr>
        <p:spPr>
          <a:xfrm>
            <a:off x="70692" y="1338715"/>
            <a:ext cx="5966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Let’s try these together</a:t>
            </a:r>
          </a:p>
        </p:txBody>
      </p:sp>
    </p:spTree>
    <p:extLst>
      <p:ext uri="{BB962C8B-B14F-4D97-AF65-F5344CB8AC3E}">
        <p14:creationId xmlns:p14="http://schemas.microsoft.com/office/powerpoint/2010/main" val="180187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animBg="1"/>
      <p:bldP spid="146" grpId="0"/>
      <p:bldP spid="147" grpId="0"/>
      <p:bldP spid="149" grpId="0"/>
      <p:bldP spid="150" grpId="0"/>
      <p:bldP spid="152" grpId="0"/>
      <p:bldP spid="153" grpId="0"/>
      <p:bldP spid="154" grpId="0"/>
      <p:bldP spid="155" grpId="0" animBg="1"/>
      <p:bldP spid="156" grpId="0" animBg="1"/>
      <p:bldP spid="157" grpId="0"/>
      <p:bldP spid="158" grpId="0"/>
      <p:bldP spid="159" grpId="0"/>
      <p:bldP spid="160" grpId="0"/>
      <p:bldP spid="163" grpId="0"/>
      <p:bldP spid="164" grpId="0"/>
      <p:bldP spid="165" grpId="0"/>
      <p:bldP spid="166" grpId="0"/>
      <p:bldP spid="167" grpId="0"/>
      <p:bldP spid="170" grpId="0" animBg="1"/>
      <p:bldP spid="171" grpId="0" animBg="1"/>
      <p:bldP spid="172" grpId="0"/>
      <p:bldP spid="173" grpId="0"/>
      <p:bldP spid="174" grpId="0"/>
      <p:bldP spid="175" grpId="0"/>
      <p:bldP spid="176" grpId="0"/>
      <p:bldP spid="177" grpId="0"/>
      <p:bldP spid="178" grpId="0"/>
      <p:bldP spid="17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5431220C-616D-D247-BBA6-A59DC93E7D1D}"/>
              </a:ext>
            </a:extLst>
          </p:cNvPr>
          <p:cNvSpPr txBox="1"/>
          <p:nvPr/>
        </p:nvSpPr>
        <p:spPr>
          <a:xfrm>
            <a:off x="290458" y="330908"/>
            <a:ext cx="11339568" cy="984885"/>
          </a:xfrm>
          <a:prstGeom prst="rect">
            <a:avLst/>
          </a:prstGeom>
          <a:noFill/>
        </p:spPr>
        <p:txBody>
          <a:bodyPr wrap="square" lIns="48000" tIns="0" rIns="0" bIns="0" rtlCol="0" anchor="t">
            <a:spAutoFit/>
          </a:bodyPr>
          <a:lstStyle/>
          <a:p>
            <a:pPr>
              <a:defRPr/>
            </a:pPr>
            <a:r>
              <a:rPr lang="en-GB" altLang="en-US" sz="3200" b="1" dirty="0"/>
              <a:t>Your Turn </a:t>
            </a:r>
            <a:r>
              <a:rPr lang="en-GB" altLang="en-US" sz="3200" dirty="0"/>
              <a:t>- Write the following as a single fraction in its simplest form. Use the steps from the previous examples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2141F3B-A1DC-2546-A3C3-524DDEB2D89F}"/>
              </a:ext>
            </a:extLst>
          </p:cNvPr>
          <p:cNvSpPr/>
          <p:nvPr/>
        </p:nvSpPr>
        <p:spPr>
          <a:xfrm rot="16200000">
            <a:off x="-243534" y="2077189"/>
            <a:ext cx="1115087" cy="313568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Solution</a:t>
            </a:r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D453B3E8-6CCD-014C-BD8E-45C79AB97BB6}"/>
              </a:ext>
            </a:extLst>
          </p:cNvPr>
          <p:cNvGrpSpPr/>
          <p:nvPr/>
        </p:nvGrpSpPr>
        <p:grpSpPr>
          <a:xfrm>
            <a:off x="614325" y="1761968"/>
            <a:ext cx="2071956" cy="857414"/>
            <a:chOff x="459076" y="1288224"/>
            <a:chExt cx="1553967" cy="643061"/>
          </a:xfrm>
        </p:grpSpPr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1D2B770A-6DED-E148-9A21-5145E7AE0FBD}"/>
                </a:ext>
              </a:extLst>
            </p:cNvPr>
            <p:cNvSpPr txBox="1"/>
            <p:nvPr/>
          </p:nvSpPr>
          <p:spPr>
            <a:xfrm>
              <a:off x="459076" y="1466176"/>
              <a:ext cx="383909" cy="276999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r>
                <a:rPr lang="en-GB" sz="2400" b="1" dirty="0"/>
                <a:t>[a]</a:t>
              </a:r>
            </a:p>
          </p:txBody>
        </p: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C998713F-4F2E-374C-BAE1-13C3C707531C}"/>
                </a:ext>
              </a:extLst>
            </p:cNvPr>
            <p:cNvGrpSpPr/>
            <p:nvPr/>
          </p:nvGrpSpPr>
          <p:grpSpPr>
            <a:xfrm>
              <a:off x="827747" y="1288224"/>
              <a:ext cx="1185296" cy="643061"/>
              <a:chOff x="1150472" y="1748312"/>
              <a:chExt cx="1077546" cy="643061"/>
            </a:xfrm>
          </p:grpSpPr>
          <p:grpSp>
            <p:nvGrpSpPr>
              <p:cNvPr id="368" name="Group 367">
                <a:extLst>
                  <a:ext uri="{FF2B5EF4-FFF2-40B4-BE49-F238E27FC236}">
                    <a16:creationId xmlns:a16="http://schemas.microsoft.com/office/drawing/2014/main" id="{63840102-D574-934A-A156-611B6091E29C}"/>
                  </a:ext>
                </a:extLst>
              </p:cNvPr>
              <p:cNvGrpSpPr/>
              <p:nvPr/>
            </p:nvGrpSpPr>
            <p:grpSpPr>
              <a:xfrm>
                <a:off x="1150472" y="1748312"/>
                <a:ext cx="1077546" cy="643061"/>
                <a:chOff x="1724458" y="3523131"/>
                <a:chExt cx="1577625" cy="48314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5" name="TextBox 374">
                      <a:extLst>
                        <a:ext uri="{FF2B5EF4-FFF2-40B4-BE49-F238E27FC236}">
                          <a16:creationId xmlns:a16="http://schemas.microsoft.com/office/drawing/2014/main" id="{91C34BCB-74EA-BA4A-989E-9E42EAFAA2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4458" y="3523131"/>
                      <a:ext cx="882278" cy="2312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a14:m>
                      <a:r>
                        <a:rPr lang="en-GB" altLang="en-US" sz="2667" dirty="0"/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375" name="TextBox 374">
                      <a:extLst>
                        <a:ext uri="{FF2B5EF4-FFF2-40B4-BE49-F238E27FC236}">
                          <a16:creationId xmlns:a16="http://schemas.microsoft.com/office/drawing/2014/main" id="{91C34BCB-74EA-BA4A-989E-9E42EAFAA29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4458" y="3523131"/>
                      <a:ext cx="882278" cy="23127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817" t="-24242" r="-16901" b="-5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76" name="Group 375">
                  <a:extLst>
                    <a:ext uri="{FF2B5EF4-FFF2-40B4-BE49-F238E27FC236}">
                      <a16:creationId xmlns:a16="http://schemas.microsoft.com/office/drawing/2014/main" id="{37C47429-1364-324A-829F-A2FC25885D5F}"/>
                    </a:ext>
                  </a:extLst>
                </p:cNvPr>
                <p:cNvGrpSpPr/>
                <p:nvPr/>
              </p:nvGrpSpPr>
              <p:grpSpPr>
                <a:xfrm>
                  <a:off x="1760185" y="3765306"/>
                  <a:ext cx="1530517" cy="240967"/>
                  <a:chOff x="1363617" y="1517825"/>
                  <a:chExt cx="1530517" cy="240967"/>
                </a:xfrm>
              </p:grpSpPr>
              <p:sp>
                <p:nvSpPr>
                  <p:cNvPr id="377" name="TextBox 376">
                    <a:extLst>
                      <a:ext uri="{FF2B5EF4-FFF2-40B4-BE49-F238E27FC236}">
                        <a16:creationId xmlns:a16="http://schemas.microsoft.com/office/drawing/2014/main" id="{20EA4F91-A208-C24C-AAC4-F73E91096D81}"/>
                      </a:ext>
                    </a:extLst>
                  </p:cNvPr>
                  <p:cNvSpPr txBox="1"/>
                  <p:nvPr/>
                </p:nvSpPr>
                <p:spPr>
                  <a:xfrm>
                    <a:off x="1659010" y="1527518"/>
                    <a:ext cx="220036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3</a:t>
                    </a:r>
                  </a:p>
                </p:txBody>
              </p:sp>
              <p:cxnSp>
                <p:nvCxnSpPr>
                  <p:cNvPr id="378" name="Straight Connector 377">
                    <a:extLst>
                      <a:ext uri="{FF2B5EF4-FFF2-40B4-BE49-F238E27FC236}">
                        <a16:creationId xmlns:a16="http://schemas.microsoft.com/office/drawing/2014/main" id="{33F48229-E0E9-784D-96C2-C387107979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63617" y="1517825"/>
                    <a:ext cx="810821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2" name="TextBox 421">
                    <a:extLst>
                      <a:ext uri="{FF2B5EF4-FFF2-40B4-BE49-F238E27FC236}">
                        <a16:creationId xmlns:a16="http://schemas.microsoft.com/office/drawing/2014/main" id="{A179D374-A061-9C41-9026-3836B15FCC02}"/>
                      </a:ext>
                    </a:extLst>
                  </p:cNvPr>
                  <p:cNvSpPr txBox="1"/>
                  <p:nvPr/>
                </p:nvSpPr>
                <p:spPr>
                  <a:xfrm>
                    <a:off x="2729901" y="1527536"/>
                    <a:ext cx="70110" cy="23123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3</a:t>
                    </a:r>
                  </a:p>
                </p:txBody>
              </p:sp>
              <p:cxnSp>
                <p:nvCxnSpPr>
                  <p:cNvPr id="423" name="Straight Connector 422">
                    <a:extLst>
                      <a:ext uri="{FF2B5EF4-FFF2-40B4-BE49-F238E27FC236}">
                        <a16:creationId xmlns:a16="http://schemas.microsoft.com/office/drawing/2014/main" id="{EFC65D3D-5906-FF41-8607-25BD2554DE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5781" y="1517825"/>
                    <a:ext cx="258353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1" name="TextBox 420">
                      <a:extLst>
                        <a:ext uri="{FF2B5EF4-FFF2-40B4-BE49-F238E27FC236}">
                          <a16:creationId xmlns:a16="http://schemas.microsoft.com/office/drawing/2014/main" id="{1066A185-79C0-C24B-801D-F3A1C51DE17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20961" y="3523148"/>
                      <a:ext cx="281122" cy="23123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421" name="TextBox 420">
                      <a:extLst>
                        <a:ext uri="{FF2B5EF4-FFF2-40B4-BE49-F238E27FC236}">
                          <a16:creationId xmlns:a16="http://schemas.microsoft.com/office/drawing/2014/main" id="{1066A185-79C0-C24B-801D-F3A1C51DE17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20961" y="3523148"/>
                      <a:ext cx="281122" cy="23123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1111" r="-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9" name="TextBox 368">
                    <a:extLst>
                      <a:ext uri="{FF2B5EF4-FFF2-40B4-BE49-F238E27FC236}">
                        <a16:creationId xmlns:a16="http://schemas.microsoft.com/office/drawing/2014/main" id="{DCA0C25F-F472-9E43-BB55-A61D1EE11F0B}"/>
                      </a:ext>
                    </a:extLst>
                  </p:cNvPr>
                  <p:cNvSpPr txBox="1"/>
                  <p:nvPr/>
                </p:nvSpPr>
                <p:spPr>
                  <a:xfrm>
                    <a:off x="1709044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369" name="TextBox 368">
                    <a:extLst>
                      <a:ext uri="{FF2B5EF4-FFF2-40B4-BE49-F238E27FC236}">
                        <a16:creationId xmlns:a16="http://schemas.microsoft.com/office/drawing/2014/main" id="{DCA0C25F-F472-9E43-BB55-A61D1EE11F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09044" y="1915936"/>
                    <a:ext cx="354375" cy="30782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7AC9A65-5A87-FA4D-B98D-BABCB3CDFDDA}"/>
              </a:ext>
            </a:extLst>
          </p:cNvPr>
          <p:cNvGrpSpPr/>
          <p:nvPr/>
        </p:nvGrpSpPr>
        <p:grpSpPr>
          <a:xfrm>
            <a:off x="2646222" y="1761962"/>
            <a:ext cx="1824141" cy="857412"/>
            <a:chOff x="6556471" y="1288219"/>
            <a:chExt cx="1368106" cy="643059"/>
          </a:xfrm>
        </p:grpSpPr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4D15BD66-2396-3243-AD50-ECBD6A7174CA}"/>
                </a:ext>
              </a:extLst>
            </p:cNvPr>
            <p:cNvSpPr/>
            <p:nvPr/>
          </p:nvSpPr>
          <p:spPr>
            <a:xfrm>
              <a:off x="6884384" y="1305159"/>
              <a:ext cx="1024650" cy="602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434" name="Group 433">
              <a:extLst>
                <a:ext uri="{FF2B5EF4-FFF2-40B4-BE49-F238E27FC236}">
                  <a16:creationId xmlns:a16="http://schemas.microsoft.com/office/drawing/2014/main" id="{A8462EB9-3154-144C-8F69-2C95A50DEB93}"/>
                </a:ext>
              </a:extLst>
            </p:cNvPr>
            <p:cNvGrpSpPr/>
            <p:nvPr/>
          </p:nvGrpSpPr>
          <p:grpSpPr>
            <a:xfrm>
              <a:off x="6556471" y="1288219"/>
              <a:ext cx="1368106" cy="643059"/>
              <a:chOff x="693298" y="1748307"/>
              <a:chExt cx="1243738" cy="643059"/>
            </a:xfrm>
          </p:grpSpPr>
          <p:grpSp>
            <p:nvGrpSpPr>
              <p:cNvPr id="435" name="Group 434">
                <a:extLst>
                  <a:ext uri="{FF2B5EF4-FFF2-40B4-BE49-F238E27FC236}">
                    <a16:creationId xmlns:a16="http://schemas.microsoft.com/office/drawing/2014/main" id="{C3D34712-33A6-8249-9CAA-E3CD2B164993}"/>
                  </a:ext>
                </a:extLst>
              </p:cNvPr>
              <p:cNvGrpSpPr/>
              <p:nvPr/>
            </p:nvGrpSpPr>
            <p:grpSpPr>
              <a:xfrm>
                <a:off x="966522" y="1748307"/>
                <a:ext cx="970514" cy="643059"/>
                <a:chOff x="1455137" y="3523131"/>
                <a:chExt cx="1420919" cy="48314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7" name="TextBox 436">
                      <a:extLst>
                        <a:ext uri="{FF2B5EF4-FFF2-40B4-BE49-F238E27FC236}">
                          <a16:creationId xmlns:a16="http://schemas.microsoft.com/office/drawing/2014/main" id="{7B288C24-57D1-764F-82A4-34116E8BBBC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55137" y="3523131"/>
                      <a:ext cx="1420919" cy="2312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2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a14:m>
                      <a:r>
                        <a:rPr lang="en-GB" altLang="en-US" sz="2667" dirty="0"/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437" name="TextBox 436">
                      <a:extLst>
                        <a:ext uri="{FF2B5EF4-FFF2-40B4-BE49-F238E27FC236}">
                          <a16:creationId xmlns:a16="http://schemas.microsoft.com/office/drawing/2014/main" id="{7B288C24-57D1-764F-82A4-34116E8BBBC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5137" y="3523131"/>
                      <a:ext cx="1420919" cy="23127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t="-24242" b="-5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438" name="Group 437">
                  <a:extLst>
                    <a:ext uri="{FF2B5EF4-FFF2-40B4-BE49-F238E27FC236}">
                      <a16:creationId xmlns:a16="http://schemas.microsoft.com/office/drawing/2014/main" id="{E1491A12-392A-484A-94D4-4E4F8CA5F316}"/>
                    </a:ext>
                  </a:extLst>
                </p:cNvPr>
                <p:cNvGrpSpPr/>
                <p:nvPr/>
              </p:nvGrpSpPr>
              <p:grpSpPr>
                <a:xfrm>
                  <a:off x="1572034" y="3765306"/>
                  <a:ext cx="1187123" cy="240966"/>
                  <a:chOff x="1175466" y="1517825"/>
                  <a:chExt cx="1187123" cy="240966"/>
                </a:xfrm>
              </p:grpSpPr>
              <p:sp>
                <p:nvSpPr>
                  <p:cNvPr id="440" name="TextBox 439">
                    <a:extLst>
                      <a:ext uri="{FF2B5EF4-FFF2-40B4-BE49-F238E27FC236}">
                        <a16:creationId xmlns:a16="http://schemas.microsoft.com/office/drawing/2014/main" id="{75E006E9-DE94-8F4E-B34D-CE4EEFA9AA61}"/>
                      </a:ext>
                    </a:extLst>
                  </p:cNvPr>
                  <p:cNvSpPr txBox="1"/>
                  <p:nvPr/>
                </p:nvSpPr>
                <p:spPr>
                  <a:xfrm>
                    <a:off x="1591841" y="1527517"/>
                    <a:ext cx="354374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3</a:t>
                    </a:r>
                  </a:p>
                </p:txBody>
              </p:sp>
              <p:cxnSp>
                <p:nvCxnSpPr>
                  <p:cNvPr id="441" name="Straight Connector 440">
                    <a:extLst>
                      <a:ext uri="{FF2B5EF4-FFF2-40B4-BE49-F238E27FC236}">
                        <a16:creationId xmlns:a16="http://schemas.microsoft.com/office/drawing/2014/main" id="{D62286F7-AB0A-1C46-8B49-D0B225C2F4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75466" y="1517825"/>
                    <a:ext cx="1187123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6" name="TextBox 435">
                    <a:extLst>
                      <a:ext uri="{FF2B5EF4-FFF2-40B4-BE49-F238E27FC236}">
                        <a16:creationId xmlns:a16="http://schemas.microsoft.com/office/drawing/2014/main" id="{53DD0D39-5014-B248-A152-9AEF5AD79FCC}"/>
                      </a:ext>
                    </a:extLst>
                  </p:cNvPr>
                  <p:cNvSpPr txBox="1"/>
                  <p:nvPr/>
                </p:nvSpPr>
                <p:spPr>
                  <a:xfrm>
                    <a:off x="693298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436" name="TextBox 435">
                    <a:extLst>
                      <a:ext uri="{FF2B5EF4-FFF2-40B4-BE49-F238E27FC236}">
                        <a16:creationId xmlns:a16="http://schemas.microsoft.com/office/drawing/2014/main" id="{53DD0D39-5014-B248-A152-9AEF5AD79F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298" y="1915936"/>
                    <a:ext cx="354375" cy="30782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F8F66513-4B27-F141-BA51-183A3E20C375}"/>
              </a:ext>
            </a:extLst>
          </p:cNvPr>
          <p:cNvGrpSpPr/>
          <p:nvPr/>
        </p:nvGrpSpPr>
        <p:grpSpPr>
          <a:xfrm>
            <a:off x="614324" y="2791515"/>
            <a:ext cx="2170507" cy="857414"/>
            <a:chOff x="459076" y="1288224"/>
            <a:chExt cx="1627880" cy="643061"/>
          </a:xfrm>
        </p:grpSpPr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id="{E1C4B7EF-C6BA-6F42-AC77-97946C3D1C84}"/>
                </a:ext>
              </a:extLst>
            </p:cNvPr>
            <p:cNvSpPr txBox="1"/>
            <p:nvPr/>
          </p:nvSpPr>
          <p:spPr>
            <a:xfrm>
              <a:off x="459076" y="1466176"/>
              <a:ext cx="383909" cy="276999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r>
                <a:rPr lang="en-GB" sz="2400" b="1" dirty="0"/>
                <a:t>[b]</a:t>
              </a:r>
            </a:p>
          </p:txBody>
        </p:sp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ABEE7591-A631-CA41-841B-459920D94E28}"/>
                </a:ext>
              </a:extLst>
            </p:cNvPr>
            <p:cNvGrpSpPr/>
            <p:nvPr/>
          </p:nvGrpSpPr>
          <p:grpSpPr>
            <a:xfrm>
              <a:off x="827746" y="1288224"/>
              <a:ext cx="1259210" cy="643061"/>
              <a:chOff x="1150471" y="1748312"/>
              <a:chExt cx="1144741" cy="643061"/>
            </a:xfrm>
          </p:grpSpPr>
          <p:grpSp>
            <p:nvGrpSpPr>
              <p:cNvPr id="448" name="Group 447">
                <a:extLst>
                  <a:ext uri="{FF2B5EF4-FFF2-40B4-BE49-F238E27FC236}">
                    <a16:creationId xmlns:a16="http://schemas.microsoft.com/office/drawing/2014/main" id="{15107DAC-F97D-544D-A883-604C5AA754D2}"/>
                  </a:ext>
                </a:extLst>
              </p:cNvPr>
              <p:cNvGrpSpPr/>
              <p:nvPr/>
            </p:nvGrpSpPr>
            <p:grpSpPr>
              <a:xfrm>
                <a:off x="1150471" y="1748312"/>
                <a:ext cx="1144741" cy="643061"/>
                <a:chOff x="1724458" y="3523131"/>
                <a:chExt cx="1676006" cy="48314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0" name="TextBox 449">
                      <a:extLst>
                        <a:ext uri="{FF2B5EF4-FFF2-40B4-BE49-F238E27FC236}">
                          <a16:creationId xmlns:a16="http://schemas.microsoft.com/office/drawing/2014/main" id="{84FD9826-C8F6-B54C-A6FD-1921680C08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4458" y="3523131"/>
                      <a:ext cx="882279" cy="2312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a14:m>
                      <a:r>
                        <a:rPr lang="en-GB" altLang="en-US" sz="2667" dirty="0"/>
                        <a:t> 5</a:t>
                      </a:r>
                    </a:p>
                  </p:txBody>
                </p:sp>
              </mc:Choice>
              <mc:Fallback xmlns="">
                <p:sp>
                  <p:nvSpPr>
                    <p:cNvPr id="450" name="TextBox 449">
                      <a:extLst>
                        <a:ext uri="{FF2B5EF4-FFF2-40B4-BE49-F238E27FC236}">
                          <a16:creationId xmlns:a16="http://schemas.microsoft.com/office/drawing/2014/main" id="{84FD9826-C8F6-B54C-A6FD-1921680C086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4458" y="3523131"/>
                      <a:ext cx="882279" cy="23127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817" t="-23529" r="-16901" b="-4705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451" name="Group 450">
                  <a:extLst>
                    <a:ext uri="{FF2B5EF4-FFF2-40B4-BE49-F238E27FC236}">
                      <a16:creationId xmlns:a16="http://schemas.microsoft.com/office/drawing/2014/main" id="{72EEBC32-8E1F-4B40-8845-A3818ED4590C}"/>
                    </a:ext>
                  </a:extLst>
                </p:cNvPr>
                <p:cNvGrpSpPr/>
                <p:nvPr/>
              </p:nvGrpSpPr>
              <p:grpSpPr>
                <a:xfrm>
                  <a:off x="1760185" y="3765306"/>
                  <a:ext cx="1606422" cy="240967"/>
                  <a:chOff x="1363617" y="1517825"/>
                  <a:chExt cx="1606422" cy="240967"/>
                </a:xfrm>
              </p:grpSpPr>
              <p:sp>
                <p:nvSpPr>
                  <p:cNvPr id="453" name="TextBox 452">
                    <a:extLst>
                      <a:ext uri="{FF2B5EF4-FFF2-40B4-BE49-F238E27FC236}">
                        <a16:creationId xmlns:a16="http://schemas.microsoft.com/office/drawing/2014/main" id="{DDE75D5D-C864-4E42-8719-3DDDBBA01CF3}"/>
                      </a:ext>
                    </a:extLst>
                  </p:cNvPr>
                  <p:cNvSpPr txBox="1"/>
                  <p:nvPr/>
                </p:nvSpPr>
                <p:spPr>
                  <a:xfrm>
                    <a:off x="1659009" y="1527518"/>
                    <a:ext cx="220037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4</a:t>
                    </a:r>
                  </a:p>
                </p:txBody>
              </p:sp>
              <p:cxnSp>
                <p:nvCxnSpPr>
                  <p:cNvPr id="454" name="Straight Connector 453">
                    <a:extLst>
                      <a:ext uri="{FF2B5EF4-FFF2-40B4-BE49-F238E27FC236}">
                        <a16:creationId xmlns:a16="http://schemas.microsoft.com/office/drawing/2014/main" id="{1395786A-39C7-984E-A587-A447342F9D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63617" y="1517825"/>
                    <a:ext cx="810821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55" name="TextBox 454">
                    <a:extLst>
                      <a:ext uri="{FF2B5EF4-FFF2-40B4-BE49-F238E27FC236}">
                        <a16:creationId xmlns:a16="http://schemas.microsoft.com/office/drawing/2014/main" id="{B4D15559-19E7-0F40-9CD8-7EC58CA19A4F}"/>
                      </a:ext>
                    </a:extLst>
                  </p:cNvPr>
                  <p:cNvSpPr txBox="1"/>
                  <p:nvPr/>
                </p:nvSpPr>
                <p:spPr>
                  <a:xfrm>
                    <a:off x="2763049" y="1527536"/>
                    <a:ext cx="70110" cy="23123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4</a:t>
                    </a:r>
                  </a:p>
                </p:txBody>
              </p:sp>
              <p:cxnSp>
                <p:nvCxnSpPr>
                  <p:cNvPr id="456" name="Straight Connector 455">
                    <a:extLst>
                      <a:ext uri="{FF2B5EF4-FFF2-40B4-BE49-F238E27FC236}">
                        <a16:creationId xmlns:a16="http://schemas.microsoft.com/office/drawing/2014/main" id="{D2F89DF0-7DB9-5845-8CF8-8323E14740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26169" y="1517825"/>
                    <a:ext cx="343870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2" name="TextBox 451">
                      <a:extLst>
                        <a:ext uri="{FF2B5EF4-FFF2-40B4-BE49-F238E27FC236}">
                          <a16:creationId xmlns:a16="http://schemas.microsoft.com/office/drawing/2014/main" id="{74119E33-92E9-F94B-9971-FE44F90002B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88873" y="3523148"/>
                      <a:ext cx="411591" cy="23123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2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452" name="TextBox 451">
                      <a:extLst>
                        <a:ext uri="{FF2B5EF4-FFF2-40B4-BE49-F238E27FC236}">
                          <a16:creationId xmlns:a16="http://schemas.microsoft.com/office/drawing/2014/main" id="{74119E33-92E9-F94B-9971-FE44F90002B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88873" y="3523148"/>
                      <a:ext cx="411591" cy="231238"/>
                    </a:xfrm>
                    <a:prstGeom prst="rect">
                      <a:avLst/>
                    </a:prstGeom>
                    <a:blipFill>
                      <a:blip r:embed="rId40"/>
                      <a:stretch>
                        <a:fillRect l="-38462" t="-24000" r="-7692" b="-4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9" name="TextBox 448">
                    <a:extLst>
                      <a:ext uri="{FF2B5EF4-FFF2-40B4-BE49-F238E27FC236}">
                        <a16:creationId xmlns:a16="http://schemas.microsoft.com/office/drawing/2014/main" id="{7A49DD9D-DC4B-3A43-A000-018F409FBA62}"/>
                      </a:ext>
                    </a:extLst>
                  </p:cNvPr>
                  <p:cNvSpPr txBox="1"/>
                  <p:nvPr/>
                </p:nvSpPr>
                <p:spPr>
                  <a:xfrm>
                    <a:off x="1709044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449" name="TextBox 448">
                    <a:extLst>
                      <a:ext uri="{FF2B5EF4-FFF2-40B4-BE49-F238E27FC236}">
                        <a16:creationId xmlns:a16="http://schemas.microsoft.com/office/drawing/2014/main" id="{7A49DD9D-DC4B-3A43-A000-018F409FBA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09044" y="1915936"/>
                    <a:ext cx="354375" cy="30782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E963EA4C-A576-814E-86AF-D9262DF0DABE}"/>
              </a:ext>
            </a:extLst>
          </p:cNvPr>
          <p:cNvGrpSpPr/>
          <p:nvPr/>
        </p:nvGrpSpPr>
        <p:grpSpPr>
          <a:xfrm>
            <a:off x="2725506" y="2773197"/>
            <a:ext cx="1928244" cy="857412"/>
            <a:chOff x="6556471" y="1288219"/>
            <a:chExt cx="1446183" cy="643059"/>
          </a:xfrm>
        </p:grpSpPr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F51D37D0-3ACA-A24A-BFBC-43A241231181}"/>
                </a:ext>
              </a:extLst>
            </p:cNvPr>
            <p:cNvSpPr/>
            <p:nvPr/>
          </p:nvSpPr>
          <p:spPr>
            <a:xfrm>
              <a:off x="6888483" y="1305159"/>
              <a:ext cx="1114171" cy="602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459" name="Group 458">
              <a:extLst>
                <a:ext uri="{FF2B5EF4-FFF2-40B4-BE49-F238E27FC236}">
                  <a16:creationId xmlns:a16="http://schemas.microsoft.com/office/drawing/2014/main" id="{3BD76DAC-B8DE-D544-822F-3F783B8E1074}"/>
                </a:ext>
              </a:extLst>
            </p:cNvPr>
            <p:cNvGrpSpPr/>
            <p:nvPr/>
          </p:nvGrpSpPr>
          <p:grpSpPr>
            <a:xfrm>
              <a:off x="6556471" y="1288219"/>
              <a:ext cx="1421445" cy="643059"/>
              <a:chOff x="693298" y="1748307"/>
              <a:chExt cx="1292228" cy="643059"/>
            </a:xfrm>
          </p:grpSpPr>
          <p:grpSp>
            <p:nvGrpSpPr>
              <p:cNvPr id="460" name="Group 459">
                <a:extLst>
                  <a:ext uri="{FF2B5EF4-FFF2-40B4-BE49-F238E27FC236}">
                    <a16:creationId xmlns:a16="http://schemas.microsoft.com/office/drawing/2014/main" id="{C1FAC297-A797-724E-AA9D-7CB11E4D357E}"/>
                  </a:ext>
                </a:extLst>
              </p:cNvPr>
              <p:cNvGrpSpPr/>
              <p:nvPr/>
            </p:nvGrpSpPr>
            <p:grpSpPr>
              <a:xfrm>
                <a:off x="1015012" y="1748307"/>
                <a:ext cx="970514" cy="643059"/>
                <a:chOff x="1526130" y="3523131"/>
                <a:chExt cx="1420919" cy="48314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2" name="TextBox 461">
                      <a:extLst>
                        <a:ext uri="{FF2B5EF4-FFF2-40B4-BE49-F238E27FC236}">
                          <a16:creationId xmlns:a16="http://schemas.microsoft.com/office/drawing/2014/main" id="{B4CF91F0-A1A5-3F45-880E-62D781EF961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26130" y="3523131"/>
                      <a:ext cx="1420919" cy="2312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3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a14:m>
                      <a:r>
                        <a:rPr lang="en-GB" altLang="en-US" sz="2667" dirty="0"/>
                        <a:t> 5</a:t>
                      </a:r>
                    </a:p>
                  </p:txBody>
                </p:sp>
              </mc:Choice>
              <mc:Fallback xmlns="">
                <p:sp>
                  <p:nvSpPr>
                    <p:cNvPr id="462" name="TextBox 461">
                      <a:extLst>
                        <a:ext uri="{FF2B5EF4-FFF2-40B4-BE49-F238E27FC236}">
                          <a16:creationId xmlns:a16="http://schemas.microsoft.com/office/drawing/2014/main" id="{B4CF91F0-A1A5-3F45-880E-62D781EF961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26130" y="3523131"/>
                      <a:ext cx="1420919" cy="231274"/>
                    </a:xfrm>
                    <a:prstGeom prst="rect">
                      <a:avLst/>
                    </a:prstGeom>
                    <a:blipFill>
                      <a:blip r:embed="rId41"/>
                      <a:stretch>
                        <a:fillRect t="-24242" b="-484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463" name="Group 462">
                  <a:extLst>
                    <a:ext uri="{FF2B5EF4-FFF2-40B4-BE49-F238E27FC236}">
                      <a16:creationId xmlns:a16="http://schemas.microsoft.com/office/drawing/2014/main" id="{D284DAFE-9CB8-7741-B6F9-5020AA40B601}"/>
                    </a:ext>
                  </a:extLst>
                </p:cNvPr>
                <p:cNvGrpSpPr/>
                <p:nvPr/>
              </p:nvGrpSpPr>
              <p:grpSpPr>
                <a:xfrm>
                  <a:off x="1583671" y="3765306"/>
                  <a:ext cx="1305836" cy="240966"/>
                  <a:chOff x="1187103" y="1517825"/>
                  <a:chExt cx="1305836" cy="240966"/>
                </a:xfrm>
              </p:grpSpPr>
              <p:sp>
                <p:nvSpPr>
                  <p:cNvPr id="464" name="TextBox 463">
                    <a:extLst>
                      <a:ext uri="{FF2B5EF4-FFF2-40B4-BE49-F238E27FC236}">
                        <a16:creationId xmlns:a16="http://schemas.microsoft.com/office/drawing/2014/main" id="{29337B70-A9A2-7A4F-A34F-75E1D7D514A8}"/>
                      </a:ext>
                    </a:extLst>
                  </p:cNvPr>
                  <p:cNvSpPr txBox="1"/>
                  <p:nvPr/>
                </p:nvSpPr>
                <p:spPr>
                  <a:xfrm>
                    <a:off x="1662833" y="1527517"/>
                    <a:ext cx="354374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4</a:t>
                    </a:r>
                  </a:p>
                </p:txBody>
              </p:sp>
              <p:cxnSp>
                <p:nvCxnSpPr>
                  <p:cNvPr id="465" name="Straight Connector 464">
                    <a:extLst>
                      <a:ext uri="{FF2B5EF4-FFF2-40B4-BE49-F238E27FC236}">
                        <a16:creationId xmlns:a16="http://schemas.microsoft.com/office/drawing/2014/main" id="{65F85219-B35F-4D43-B62C-A25401B36E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87103" y="1517825"/>
                    <a:ext cx="1305836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1" name="TextBox 460">
                    <a:extLst>
                      <a:ext uri="{FF2B5EF4-FFF2-40B4-BE49-F238E27FC236}">
                        <a16:creationId xmlns:a16="http://schemas.microsoft.com/office/drawing/2014/main" id="{7D5D93DD-08E8-154A-80A9-AF664DF873D2}"/>
                      </a:ext>
                    </a:extLst>
                  </p:cNvPr>
                  <p:cNvSpPr txBox="1"/>
                  <p:nvPr/>
                </p:nvSpPr>
                <p:spPr>
                  <a:xfrm>
                    <a:off x="693298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461" name="TextBox 460">
                    <a:extLst>
                      <a:ext uri="{FF2B5EF4-FFF2-40B4-BE49-F238E27FC236}">
                        <a16:creationId xmlns:a16="http://schemas.microsoft.com/office/drawing/2014/main" id="{7D5D93DD-08E8-154A-80A9-AF664DF873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298" y="1915936"/>
                    <a:ext cx="354375" cy="307825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3262C55B-DD75-A64A-8CE8-566ED58F7C8A}"/>
              </a:ext>
            </a:extLst>
          </p:cNvPr>
          <p:cNvGrpSpPr/>
          <p:nvPr/>
        </p:nvGrpSpPr>
        <p:grpSpPr>
          <a:xfrm>
            <a:off x="614324" y="3821068"/>
            <a:ext cx="2649256" cy="857418"/>
            <a:chOff x="459076" y="1288228"/>
            <a:chExt cx="1986942" cy="643063"/>
          </a:xfrm>
        </p:grpSpPr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0C4AB737-32A0-A148-A827-B6B55B0FF87E}"/>
                </a:ext>
              </a:extLst>
            </p:cNvPr>
            <p:cNvSpPr txBox="1"/>
            <p:nvPr/>
          </p:nvSpPr>
          <p:spPr>
            <a:xfrm>
              <a:off x="459076" y="1466176"/>
              <a:ext cx="383909" cy="276999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r>
                <a:rPr lang="en-GB" sz="2400" b="1" dirty="0"/>
                <a:t>[c]</a:t>
              </a:r>
            </a:p>
          </p:txBody>
        </p: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1D990499-D126-DB4D-BBA4-8E0FC0A4B545}"/>
                </a:ext>
              </a:extLst>
            </p:cNvPr>
            <p:cNvGrpSpPr/>
            <p:nvPr/>
          </p:nvGrpSpPr>
          <p:grpSpPr>
            <a:xfrm>
              <a:off x="827745" y="1288228"/>
              <a:ext cx="1618273" cy="643063"/>
              <a:chOff x="1150470" y="1748316"/>
              <a:chExt cx="1471163" cy="643063"/>
            </a:xfrm>
          </p:grpSpPr>
          <p:grpSp>
            <p:nvGrpSpPr>
              <p:cNvPr id="469" name="Group 468">
                <a:extLst>
                  <a:ext uri="{FF2B5EF4-FFF2-40B4-BE49-F238E27FC236}">
                    <a16:creationId xmlns:a16="http://schemas.microsoft.com/office/drawing/2014/main" id="{37E861AF-7F34-3C4C-8454-46657B985B30}"/>
                  </a:ext>
                </a:extLst>
              </p:cNvPr>
              <p:cNvGrpSpPr/>
              <p:nvPr/>
            </p:nvGrpSpPr>
            <p:grpSpPr>
              <a:xfrm>
                <a:off x="1150470" y="1748316"/>
                <a:ext cx="1471163" cy="643063"/>
                <a:chOff x="1724458" y="3523130"/>
                <a:chExt cx="2153918" cy="48314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" name="TextBox 470">
                      <a:extLst>
                        <a:ext uri="{FF2B5EF4-FFF2-40B4-BE49-F238E27FC236}">
                          <a16:creationId xmlns:a16="http://schemas.microsoft.com/office/drawing/2014/main" id="{82890E29-741F-AB4D-A100-17D4697776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4458" y="3523131"/>
                      <a:ext cx="882279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a14:m>
                      <a:r>
                        <a:rPr lang="en-GB" altLang="en-US" sz="2667" dirty="0"/>
                        <a:t> 5</a:t>
                      </a:r>
                    </a:p>
                  </p:txBody>
                </p:sp>
              </mc:Choice>
              <mc:Fallback xmlns="">
                <p:sp>
                  <p:nvSpPr>
                    <p:cNvPr id="471" name="TextBox 470">
                      <a:extLst>
                        <a:ext uri="{FF2B5EF4-FFF2-40B4-BE49-F238E27FC236}">
                          <a16:creationId xmlns:a16="http://schemas.microsoft.com/office/drawing/2014/main" id="{82890E29-741F-AB4D-A100-17D46977760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4458" y="3523131"/>
                      <a:ext cx="882279" cy="231273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817" t="-23529" r="-16901" b="-4705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472" name="Group 471">
                  <a:extLst>
                    <a:ext uri="{FF2B5EF4-FFF2-40B4-BE49-F238E27FC236}">
                      <a16:creationId xmlns:a16="http://schemas.microsoft.com/office/drawing/2014/main" id="{3AEF2F06-0A79-A44F-86E8-19CBBD601A6B}"/>
                    </a:ext>
                  </a:extLst>
                </p:cNvPr>
                <p:cNvGrpSpPr/>
                <p:nvPr/>
              </p:nvGrpSpPr>
              <p:grpSpPr>
                <a:xfrm>
                  <a:off x="1760185" y="3765306"/>
                  <a:ext cx="2082462" cy="240967"/>
                  <a:chOff x="1363617" y="1517825"/>
                  <a:chExt cx="2082462" cy="240967"/>
                </a:xfrm>
              </p:grpSpPr>
              <p:sp>
                <p:nvSpPr>
                  <p:cNvPr id="474" name="TextBox 473">
                    <a:extLst>
                      <a:ext uri="{FF2B5EF4-FFF2-40B4-BE49-F238E27FC236}">
                        <a16:creationId xmlns:a16="http://schemas.microsoft.com/office/drawing/2014/main" id="{5C172542-0DA5-E444-A5F0-7AF1C8A3D27F}"/>
                      </a:ext>
                    </a:extLst>
                  </p:cNvPr>
                  <p:cNvSpPr txBox="1"/>
                  <p:nvPr/>
                </p:nvSpPr>
                <p:spPr>
                  <a:xfrm>
                    <a:off x="1659009" y="1527519"/>
                    <a:ext cx="220037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2</a:t>
                    </a:r>
                  </a:p>
                </p:txBody>
              </p:sp>
              <p:cxnSp>
                <p:nvCxnSpPr>
                  <p:cNvPr id="475" name="Straight Connector 474">
                    <a:extLst>
                      <a:ext uri="{FF2B5EF4-FFF2-40B4-BE49-F238E27FC236}">
                        <a16:creationId xmlns:a16="http://schemas.microsoft.com/office/drawing/2014/main" id="{06399B77-2E12-5149-8705-8D33F65864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63617" y="1517825"/>
                    <a:ext cx="810821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79" name="TextBox 478">
                    <a:extLst>
                      <a:ext uri="{FF2B5EF4-FFF2-40B4-BE49-F238E27FC236}">
                        <a16:creationId xmlns:a16="http://schemas.microsoft.com/office/drawing/2014/main" id="{1787052A-0FA9-B640-83A9-D33C57B952BC}"/>
                      </a:ext>
                    </a:extLst>
                  </p:cNvPr>
                  <p:cNvSpPr txBox="1"/>
                  <p:nvPr/>
                </p:nvSpPr>
                <p:spPr>
                  <a:xfrm>
                    <a:off x="2930651" y="1527518"/>
                    <a:ext cx="220037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5</a:t>
                    </a:r>
                  </a:p>
                </p:txBody>
              </p:sp>
              <p:cxnSp>
                <p:nvCxnSpPr>
                  <p:cNvPr id="480" name="Straight Connector 479">
                    <a:extLst>
                      <a:ext uri="{FF2B5EF4-FFF2-40B4-BE49-F238E27FC236}">
                        <a16:creationId xmlns:a16="http://schemas.microsoft.com/office/drawing/2014/main" id="{4F8264EB-D1E5-834A-A1F3-FC1BD2AA95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5258" y="1517825"/>
                    <a:ext cx="810821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8" name="TextBox 477">
                      <a:extLst>
                        <a:ext uri="{FF2B5EF4-FFF2-40B4-BE49-F238E27FC236}">
                          <a16:creationId xmlns:a16="http://schemas.microsoft.com/office/drawing/2014/main" id="{E452657F-16D5-B048-92A2-F73C37D4B79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96097" y="3523130"/>
                      <a:ext cx="882279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a14:m>
                      <a:r>
                        <a:rPr lang="en-GB" altLang="en-US" sz="2667" dirty="0"/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478" name="TextBox 477">
                      <a:extLst>
                        <a:ext uri="{FF2B5EF4-FFF2-40B4-BE49-F238E27FC236}">
                          <a16:creationId xmlns:a16="http://schemas.microsoft.com/office/drawing/2014/main" id="{E452657F-16D5-B048-92A2-F73C37D4B79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96097" y="3523130"/>
                      <a:ext cx="882279" cy="231273"/>
                    </a:xfrm>
                    <a:prstGeom prst="rect">
                      <a:avLst/>
                    </a:prstGeom>
                    <a:blipFill>
                      <a:blip r:embed="rId43"/>
                      <a:stretch>
                        <a:fillRect l="-2857" t="-23529" r="-17143" b="-4705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0" name="TextBox 469">
                    <a:extLst>
                      <a:ext uri="{FF2B5EF4-FFF2-40B4-BE49-F238E27FC236}">
                        <a16:creationId xmlns:a16="http://schemas.microsoft.com/office/drawing/2014/main" id="{DE03FC7A-46CF-994E-A509-8BF745418F49}"/>
                      </a:ext>
                    </a:extLst>
                  </p:cNvPr>
                  <p:cNvSpPr txBox="1"/>
                  <p:nvPr/>
                </p:nvSpPr>
                <p:spPr>
                  <a:xfrm>
                    <a:off x="1708863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470" name="TextBox 469">
                    <a:extLst>
                      <a:ext uri="{FF2B5EF4-FFF2-40B4-BE49-F238E27FC236}">
                        <a16:creationId xmlns:a16="http://schemas.microsoft.com/office/drawing/2014/main" id="{DE03FC7A-46CF-994E-A509-8BF745418F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08863" y="1915936"/>
                    <a:ext cx="354375" cy="30782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90" name="Group 489">
            <a:extLst>
              <a:ext uri="{FF2B5EF4-FFF2-40B4-BE49-F238E27FC236}">
                <a16:creationId xmlns:a16="http://schemas.microsoft.com/office/drawing/2014/main" id="{60C1D3C6-7231-DE44-85B4-7072749DBB6D}"/>
              </a:ext>
            </a:extLst>
          </p:cNvPr>
          <p:cNvGrpSpPr/>
          <p:nvPr/>
        </p:nvGrpSpPr>
        <p:grpSpPr>
          <a:xfrm>
            <a:off x="3201816" y="3802743"/>
            <a:ext cx="1824141" cy="857412"/>
            <a:chOff x="6556471" y="1288219"/>
            <a:chExt cx="1368106" cy="643059"/>
          </a:xfrm>
        </p:grpSpPr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70CB80A6-78AB-424C-8BCC-C4FE16E3B564}"/>
                </a:ext>
              </a:extLst>
            </p:cNvPr>
            <p:cNvSpPr/>
            <p:nvPr/>
          </p:nvSpPr>
          <p:spPr>
            <a:xfrm>
              <a:off x="6884384" y="1305159"/>
              <a:ext cx="1024650" cy="602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492" name="Group 491">
              <a:extLst>
                <a:ext uri="{FF2B5EF4-FFF2-40B4-BE49-F238E27FC236}">
                  <a16:creationId xmlns:a16="http://schemas.microsoft.com/office/drawing/2014/main" id="{5738E8A1-EC01-B34B-AE97-9D4E052C00E1}"/>
                </a:ext>
              </a:extLst>
            </p:cNvPr>
            <p:cNvGrpSpPr/>
            <p:nvPr/>
          </p:nvGrpSpPr>
          <p:grpSpPr>
            <a:xfrm>
              <a:off x="6556471" y="1288219"/>
              <a:ext cx="1368106" cy="643059"/>
              <a:chOff x="693298" y="1748307"/>
              <a:chExt cx="1243738" cy="643059"/>
            </a:xfrm>
          </p:grpSpPr>
          <p:grpSp>
            <p:nvGrpSpPr>
              <p:cNvPr id="493" name="Group 492">
                <a:extLst>
                  <a:ext uri="{FF2B5EF4-FFF2-40B4-BE49-F238E27FC236}">
                    <a16:creationId xmlns:a16="http://schemas.microsoft.com/office/drawing/2014/main" id="{5B4B8283-144B-EA48-A547-29B69099CE8E}"/>
                  </a:ext>
                </a:extLst>
              </p:cNvPr>
              <p:cNvGrpSpPr/>
              <p:nvPr/>
            </p:nvGrpSpPr>
            <p:grpSpPr>
              <a:xfrm>
                <a:off x="966522" y="1748307"/>
                <a:ext cx="970514" cy="643059"/>
                <a:chOff x="1455137" y="3523131"/>
                <a:chExt cx="1420919" cy="48314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5" name="TextBox 494">
                      <a:extLst>
                        <a:ext uri="{FF2B5EF4-FFF2-40B4-BE49-F238E27FC236}">
                          <a16:creationId xmlns:a16="http://schemas.microsoft.com/office/drawing/2014/main" id="{9B5E6FAA-C837-234F-B2C7-59E66DA28D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55137" y="3523131"/>
                      <a:ext cx="1420919" cy="2312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7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a14:m>
                      <a:r>
                        <a:rPr lang="en-GB" altLang="en-US" sz="2667" dirty="0"/>
                        <a:t> 29</a:t>
                      </a:r>
                    </a:p>
                  </p:txBody>
                </p:sp>
              </mc:Choice>
              <mc:Fallback xmlns="">
                <p:sp>
                  <p:nvSpPr>
                    <p:cNvPr id="495" name="TextBox 494">
                      <a:extLst>
                        <a:ext uri="{FF2B5EF4-FFF2-40B4-BE49-F238E27FC236}">
                          <a16:creationId xmlns:a16="http://schemas.microsoft.com/office/drawing/2014/main" id="{9B5E6FAA-C837-234F-B2C7-59E66DA28DF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5137" y="3523131"/>
                      <a:ext cx="1420919" cy="231274"/>
                    </a:xfrm>
                    <a:prstGeom prst="rect">
                      <a:avLst/>
                    </a:prstGeom>
                    <a:blipFill>
                      <a:blip r:embed="rId44"/>
                      <a:stretch>
                        <a:fillRect l="-3540" t="-24242" r="-3540" b="-484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496" name="Group 495">
                  <a:extLst>
                    <a:ext uri="{FF2B5EF4-FFF2-40B4-BE49-F238E27FC236}">
                      <a16:creationId xmlns:a16="http://schemas.microsoft.com/office/drawing/2014/main" id="{2F215D5D-C757-3B4E-90A7-C4F893D3F0F3}"/>
                    </a:ext>
                  </a:extLst>
                </p:cNvPr>
                <p:cNvGrpSpPr/>
                <p:nvPr/>
              </p:nvGrpSpPr>
              <p:grpSpPr>
                <a:xfrm>
                  <a:off x="1572034" y="3765306"/>
                  <a:ext cx="1187123" cy="240966"/>
                  <a:chOff x="1175466" y="1517825"/>
                  <a:chExt cx="1187123" cy="240966"/>
                </a:xfrm>
              </p:grpSpPr>
              <p:sp>
                <p:nvSpPr>
                  <p:cNvPr id="497" name="TextBox 496">
                    <a:extLst>
                      <a:ext uri="{FF2B5EF4-FFF2-40B4-BE49-F238E27FC236}">
                        <a16:creationId xmlns:a16="http://schemas.microsoft.com/office/drawing/2014/main" id="{75A1E4A7-CF82-D94A-9A08-CED25BDC15D9}"/>
                      </a:ext>
                    </a:extLst>
                  </p:cNvPr>
                  <p:cNvSpPr txBox="1"/>
                  <p:nvPr/>
                </p:nvSpPr>
                <p:spPr>
                  <a:xfrm>
                    <a:off x="1591841" y="1527517"/>
                    <a:ext cx="354374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10</a:t>
                    </a:r>
                  </a:p>
                </p:txBody>
              </p:sp>
              <p:cxnSp>
                <p:nvCxnSpPr>
                  <p:cNvPr id="498" name="Straight Connector 497">
                    <a:extLst>
                      <a:ext uri="{FF2B5EF4-FFF2-40B4-BE49-F238E27FC236}">
                        <a16:creationId xmlns:a16="http://schemas.microsoft.com/office/drawing/2014/main" id="{73E8C04B-C629-1545-84C1-CF6FBB1F23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75466" y="1517825"/>
                    <a:ext cx="1187123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4" name="TextBox 493">
                    <a:extLst>
                      <a:ext uri="{FF2B5EF4-FFF2-40B4-BE49-F238E27FC236}">
                        <a16:creationId xmlns:a16="http://schemas.microsoft.com/office/drawing/2014/main" id="{081C756F-965E-1C44-9401-5E010145FDE8}"/>
                      </a:ext>
                    </a:extLst>
                  </p:cNvPr>
                  <p:cNvSpPr txBox="1"/>
                  <p:nvPr/>
                </p:nvSpPr>
                <p:spPr>
                  <a:xfrm>
                    <a:off x="693298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494" name="TextBox 493">
                    <a:extLst>
                      <a:ext uri="{FF2B5EF4-FFF2-40B4-BE49-F238E27FC236}">
                        <a16:creationId xmlns:a16="http://schemas.microsoft.com/office/drawing/2014/main" id="{081C756F-965E-1C44-9401-5E010145FD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298" y="1915936"/>
                    <a:ext cx="354375" cy="307825"/>
                  </a:xfrm>
                  <a:prstGeom prst="rect">
                    <a:avLst/>
                  </a:prstGeom>
                  <a:blipFill>
                    <a:blip r:embed="rId4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03115B97-7103-864A-8A26-000C1AAEB903}"/>
              </a:ext>
            </a:extLst>
          </p:cNvPr>
          <p:cNvGrpSpPr/>
          <p:nvPr/>
        </p:nvGrpSpPr>
        <p:grpSpPr>
          <a:xfrm>
            <a:off x="614325" y="4850614"/>
            <a:ext cx="2922169" cy="857420"/>
            <a:chOff x="459076" y="1288231"/>
            <a:chExt cx="2191627" cy="643065"/>
          </a:xfrm>
        </p:grpSpPr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A7228B21-02FD-3146-A8EB-ABFAC4E5D080}"/>
                </a:ext>
              </a:extLst>
            </p:cNvPr>
            <p:cNvSpPr txBox="1"/>
            <p:nvPr/>
          </p:nvSpPr>
          <p:spPr>
            <a:xfrm>
              <a:off x="459076" y="1466176"/>
              <a:ext cx="383909" cy="276999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r>
                <a:rPr lang="en-GB" sz="2400" b="1" dirty="0"/>
                <a:t>[d]</a:t>
              </a:r>
            </a:p>
          </p:txBody>
        </p:sp>
        <p:grpSp>
          <p:nvGrpSpPr>
            <p:cNvPr id="501" name="Group 500">
              <a:extLst>
                <a:ext uri="{FF2B5EF4-FFF2-40B4-BE49-F238E27FC236}">
                  <a16:creationId xmlns:a16="http://schemas.microsoft.com/office/drawing/2014/main" id="{6760ACAD-3AFE-1349-9B7A-A7D67BE10C8D}"/>
                </a:ext>
              </a:extLst>
            </p:cNvPr>
            <p:cNvGrpSpPr/>
            <p:nvPr/>
          </p:nvGrpSpPr>
          <p:grpSpPr>
            <a:xfrm>
              <a:off x="818702" y="1288231"/>
              <a:ext cx="1832001" cy="643065"/>
              <a:chOff x="1142248" y="1748319"/>
              <a:chExt cx="1665461" cy="643065"/>
            </a:xfrm>
          </p:grpSpPr>
          <p:grpSp>
            <p:nvGrpSpPr>
              <p:cNvPr id="502" name="Group 501">
                <a:extLst>
                  <a:ext uri="{FF2B5EF4-FFF2-40B4-BE49-F238E27FC236}">
                    <a16:creationId xmlns:a16="http://schemas.microsoft.com/office/drawing/2014/main" id="{1AA4534C-F407-FB4F-9545-13AE42548DEB}"/>
                  </a:ext>
                </a:extLst>
              </p:cNvPr>
              <p:cNvGrpSpPr/>
              <p:nvPr/>
            </p:nvGrpSpPr>
            <p:grpSpPr>
              <a:xfrm>
                <a:off x="1142248" y="1748319"/>
                <a:ext cx="1665461" cy="643065"/>
                <a:chOff x="1712417" y="3523129"/>
                <a:chExt cx="2438383" cy="48314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1" name="TextBox 510">
                      <a:extLst>
                        <a:ext uri="{FF2B5EF4-FFF2-40B4-BE49-F238E27FC236}">
                          <a16:creationId xmlns:a16="http://schemas.microsoft.com/office/drawing/2014/main" id="{2F292F39-D888-A041-B556-C28311105CC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83245" y="3523130"/>
                      <a:ext cx="1067555" cy="2312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GB" altLang="en-US" sz="2667" dirty="0"/>
                        <a:t> 1</a:t>
                      </a:r>
                    </a:p>
                  </p:txBody>
                </p:sp>
              </mc:Choice>
              <mc:Fallback xmlns="">
                <p:sp>
                  <p:nvSpPr>
                    <p:cNvPr id="511" name="TextBox 510">
                      <a:extLst>
                        <a:ext uri="{FF2B5EF4-FFF2-40B4-BE49-F238E27FC236}">
                          <a16:creationId xmlns:a16="http://schemas.microsoft.com/office/drawing/2014/main" id="{2F292F39-D888-A041-B556-C28311105CC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83245" y="3523130"/>
                      <a:ext cx="1067555" cy="231274"/>
                    </a:xfrm>
                    <a:prstGeom prst="rect">
                      <a:avLst/>
                    </a:prstGeom>
                    <a:blipFill>
                      <a:blip r:embed="rId46"/>
                      <a:stretch>
                        <a:fillRect t="-27273" r="-4706" b="-484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4" name="TextBox 503">
                      <a:extLst>
                        <a:ext uri="{FF2B5EF4-FFF2-40B4-BE49-F238E27FC236}">
                          <a16:creationId xmlns:a16="http://schemas.microsoft.com/office/drawing/2014/main" id="{5A639CF8-5EA3-8A4D-AAEE-99EEF13635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12417" y="3523129"/>
                      <a:ext cx="1067555" cy="2312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a14:m>
                      <a:r>
                        <a:rPr lang="en-GB" altLang="en-US" sz="2667" dirty="0"/>
                        <a:t> 1</a:t>
                      </a:r>
                    </a:p>
                  </p:txBody>
                </p:sp>
              </mc:Choice>
              <mc:Fallback xmlns="">
                <p:sp>
                  <p:nvSpPr>
                    <p:cNvPr id="504" name="TextBox 503">
                      <a:extLst>
                        <a:ext uri="{FF2B5EF4-FFF2-40B4-BE49-F238E27FC236}">
                          <a16:creationId xmlns:a16="http://schemas.microsoft.com/office/drawing/2014/main" id="{5A639CF8-5EA3-8A4D-AAEE-99EEF13635B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12417" y="3523129"/>
                      <a:ext cx="1067555" cy="231274"/>
                    </a:xfrm>
                    <a:prstGeom prst="rect">
                      <a:avLst/>
                    </a:prstGeom>
                    <a:blipFill>
                      <a:blip r:embed="rId47"/>
                      <a:stretch>
                        <a:fillRect t="-27273" r="-4651" b="-484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505" name="Group 504">
                  <a:extLst>
                    <a:ext uri="{FF2B5EF4-FFF2-40B4-BE49-F238E27FC236}">
                      <a16:creationId xmlns:a16="http://schemas.microsoft.com/office/drawing/2014/main" id="{1FFF52EF-2043-F946-9230-3B57235B359D}"/>
                    </a:ext>
                  </a:extLst>
                </p:cNvPr>
                <p:cNvGrpSpPr/>
                <p:nvPr/>
              </p:nvGrpSpPr>
              <p:grpSpPr>
                <a:xfrm>
                  <a:off x="1800244" y="3765306"/>
                  <a:ext cx="2262732" cy="240967"/>
                  <a:chOff x="1403676" y="1517825"/>
                  <a:chExt cx="2262732" cy="240967"/>
                </a:xfrm>
              </p:grpSpPr>
              <p:sp>
                <p:nvSpPr>
                  <p:cNvPr id="507" name="TextBox 506">
                    <a:extLst>
                      <a:ext uri="{FF2B5EF4-FFF2-40B4-BE49-F238E27FC236}">
                        <a16:creationId xmlns:a16="http://schemas.microsoft.com/office/drawing/2014/main" id="{B59F470F-A029-6445-89EA-050D5EC45A49}"/>
                      </a:ext>
                    </a:extLst>
                  </p:cNvPr>
                  <p:cNvSpPr txBox="1"/>
                  <p:nvPr/>
                </p:nvSpPr>
                <p:spPr>
                  <a:xfrm>
                    <a:off x="1739611" y="1527518"/>
                    <a:ext cx="220037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6</a:t>
                    </a:r>
                  </a:p>
                </p:txBody>
              </p:sp>
              <p:cxnSp>
                <p:nvCxnSpPr>
                  <p:cNvPr id="508" name="Straight Connector 507">
                    <a:extLst>
                      <a:ext uri="{FF2B5EF4-FFF2-40B4-BE49-F238E27FC236}">
                        <a16:creationId xmlns:a16="http://schemas.microsoft.com/office/drawing/2014/main" id="{E884AA7E-15A4-6A4A-BE90-DBC36FD74E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3676" y="1517825"/>
                    <a:ext cx="891905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12" name="TextBox 511">
                    <a:extLst>
                      <a:ext uri="{FF2B5EF4-FFF2-40B4-BE49-F238E27FC236}">
                        <a16:creationId xmlns:a16="http://schemas.microsoft.com/office/drawing/2014/main" id="{FC562BEB-4FAC-4940-8369-EB4D2E7DC034}"/>
                      </a:ext>
                    </a:extLst>
                  </p:cNvPr>
                  <p:cNvSpPr txBox="1"/>
                  <p:nvPr/>
                </p:nvSpPr>
                <p:spPr>
                  <a:xfrm>
                    <a:off x="3110438" y="1527518"/>
                    <a:ext cx="220037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7</a:t>
                    </a:r>
                  </a:p>
                </p:txBody>
              </p:sp>
              <p:cxnSp>
                <p:nvCxnSpPr>
                  <p:cNvPr id="513" name="Straight Connector 512">
                    <a:extLst>
                      <a:ext uri="{FF2B5EF4-FFF2-40B4-BE49-F238E27FC236}">
                        <a16:creationId xmlns:a16="http://schemas.microsoft.com/office/drawing/2014/main" id="{8A0AC994-3B81-A34C-93AA-D316F8BD20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74503" y="1517825"/>
                    <a:ext cx="891905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3" name="TextBox 502">
                    <a:extLst>
                      <a:ext uri="{FF2B5EF4-FFF2-40B4-BE49-F238E27FC236}">
                        <a16:creationId xmlns:a16="http://schemas.microsoft.com/office/drawing/2014/main" id="{2B8907CD-1AD4-3C46-83B4-CBD7042E0F8D}"/>
                      </a:ext>
                    </a:extLst>
                  </p:cNvPr>
                  <p:cNvSpPr txBox="1"/>
                  <p:nvPr/>
                </p:nvSpPr>
                <p:spPr>
                  <a:xfrm>
                    <a:off x="1796771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503" name="TextBox 502">
                    <a:extLst>
                      <a:ext uri="{FF2B5EF4-FFF2-40B4-BE49-F238E27FC236}">
                        <a16:creationId xmlns:a16="http://schemas.microsoft.com/office/drawing/2014/main" id="{2B8907CD-1AD4-3C46-83B4-CBD7042E0F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6771" y="1915936"/>
                    <a:ext cx="354375" cy="307825"/>
                  </a:xfrm>
                  <a:prstGeom prst="rect">
                    <a:avLst/>
                  </a:prstGeom>
                  <a:blipFill>
                    <a:blip r:embed="rId4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DCB7B93C-01FB-8B4F-9661-E4F2F6A9F74C}"/>
              </a:ext>
            </a:extLst>
          </p:cNvPr>
          <p:cNvGrpSpPr/>
          <p:nvPr/>
        </p:nvGrpSpPr>
        <p:grpSpPr>
          <a:xfrm>
            <a:off x="3465900" y="4839108"/>
            <a:ext cx="1619056" cy="857386"/>
            <a:chOff x="6556471" y="1288252"/>
            <a:chExt cx="1214292" cy="643039"/>
          </a:xfrm>
        </p:grpSpPr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49E20633-5D11-D643-962F-37378349760E}"/>
                </a:ext>
              </a:extLst>
            </p:cNvPr>
            <p:cNvSpPr/>
            <p:nvPr/>
          </p:nvSpPr>
          <p:spPr>
            <a:xfrm>
              <a:off x="6884384" y="1305159"/>
              <a:ext cx="886379" cy="602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517" name="Group 516">
              <a:extLst>
                <a:ext uri="{FF2B5EF4-FFF2-40B4-BE49-F238E27FC236}">
                  <a16:creationId xmlns:a16="http://schemas.microsoft.com/office/drawing/2014/main" id="{FA49DB13-E841-0243-B67E-385B979862D8}"/>
                </a:ext>
              </a:extLst>
            </p:cNvPr>
            <p:cNvGrpSpPr/>
            <p:nvPr/>
          </p:nvGrpSpPr>
          <p:grpSpPr>
            <a:xfrm>
              <a:off x="6556471" y="1288252"/>
              <a:ext cx="1172140" cy="643039"/>
              <a:chOff x="693298" y="1748340"/>
              <a:chExt cx="1065586" cy="643039"/>
            </a:xfrm>
          </p:grpSpPr>
          <p:grpSp>
            <p:nvGrpSpPr>
              <p:cNvPr id="518" name="Group 517">
                <a:extLst>
                  <a:ext uri="{FF2B5EF4-FFF2-40B4-BE49-F238E27FC236}">
                    <a16:creationId xmlns:a16="http://schemas.microsoft.com/office/drawing/2014/main" id="{A04E5BC6-8E29-C448-876C-4483D1DEA595}"/>
                  </a:ext>
                </a:extLst>
              </p:cNvPr>
              <p:cNvGrpSpPr/>
              <p:nvPr/>
            </p:nvGrpSpPr>
            <p:grpSpPr>
              <a:xfrm>
                <a:off x="1029722" y="1748340"/>
                <a:ext cx="729162" cy="643039"/>
                <a:chOff x="1547668" y="3523148"/>
                <a:chExt cx="1067558" cy="48312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0" name="TextBox 519">
                      <a:extLst>
                        <a:ext uri="{FF2B5EF4-FFF2-40B4-BE49-F238E27FC236}">
                          <a16:creationId xmlns:a16="http://schemas.microsoft.com/office/drawing/2014/main" id="{2FFB7AB5-13BE-DD43-9E64-0011104C75A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47668" y="3523148"/>
                      <a:ext cx="1067558" cy="23123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13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520" name="TextBox 519">
                      <a:extLst>
                        <a:ext uri="{FF2B5EF4-FFF2-40B4-BE49-F238E27FC236}">
                          <a16:creationId xmlns:a16="http://schemas.microsoft.com/office/drawing/2014/main" id="{2FFB7AB5-13BE-DD43-9E64-0011104C75A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47668" y="3523148"/>
                      <a:ext cx="1067558" cy="231238"/>
                    </a:xfrm>
                    <a:prstGeom prst="rect">
                      <a:avLst/>
                    </a:prstGeom>
                    <a:blipFill>
                      <a:blip r:embed="rId49"/>
                      <a:stretch>
                        <a:fillRect l="-12500" t="-24000" b="-4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521" name="Group 520">
                  <a:extLst>
                    <a:ext uri="{FF2B5EF4-FFF2-40B4-BE49-F238E27FC236}">
                      <a16:creationId xmlns:a16="http://schemas.microsoft.com/office/drawing/2014/main" id="{218EE392-7591-874D-BE59-60C6429BC331}"/>
                    </a:ext>
                  </a:extLst>
                </p:cNvPr>
                <p:cNvGrpSpPr/>
                <p:nvPr/>
              </p:nvGrpSpPr>
              <p:grpSpPr>
                <a:xfrm>
                  <a:off x="1590901" y="3765306"/>
                  <a:ext cx="981094" cy="240967"/>
                  <a:chOff x="1194333" y="1517825"/>
                  <a:chExt cx="981094" cy="240967"/>
                </a:xfrm>
              </p:grpSpPr>
              <p:sp>
                <p:nvSpPr>
                  <p:cNvPr id="522" name="TextBox 521">
                    <a:extLst>
                      <a:ext uri="{FF2B5EF4-FFF2-40B4-BE49-F238E27FC236}">
                        <a16:creationId xmlns:a16="http://schemas.microsoft.com/office/drawing/2014/main" id="{5B3B5FB7-23FC-ED4B-82EB-73BFF76CA4FF}"/>
                      </a:ext>
                    </a:extLst>
                  </p:cNvPr>
                  <p:cNvSpPr txBox="1"/>
                  <p:nvPr/>
                </p:nvSpPr>
                <p:spPr>
                  <a:xfrm>
                    <a:off x="1507692" y="1527518"/>
                    <a:ext cx="354374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42</a:t>
                    </a:r>
                  </a:p>
                </p:txBody>
              </p:sp>
              <p:cxnSp>
                <p:nvCxnSpPr>
                  <p:cNvPr id="523" name="Straight Connector 522">
                    <a:extLst>
                      <a:ext uri="{FF2B5EF4-FFF2-40B4-BE49-F238E27FC236}">
                        <a16:creationId xmlns:a16="http://schemas.microsoft.com/office/drawing/2014/main" id="{156A0B17-AC3A-8C4B-ADD2-394BB7C927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94333" y="1517825"/>
                    <a:ext cx="981094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9" name="TextBox 518">
                    <a:extLst>
                      <a:ext uri="{FF2B5EF4-FFF2-40B4-BE49-F238E27FC236}">
                        <a16:creationId xmlns:a16="http://schemas.microsoft.com/office/drawing/2014/main" id="{CBEEEC37-5EC3-CE4B-8204-0FB77469421F}"/>
                      </a:ext>
                    </a:extLst>
                  </p:cNvPr>
                  <p:cNvSpPr txBox="1"/>
                  <p:nvPr/>
                </p:nvSpPr>
                <p:spPr>
                  <a:xfrm>
                    <a:off x="693298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519" name="TextBox 518">
                    <a:extLst>
                      <a:ext uri="{FF2B5EF4-FFF2-40B4-BE49-F238E27FC236}">
                        <a16:creationId xmlns:a16="http://schemas.microsoft.com/office/drawing/2014/main" id="{CBEEEC37-5EC3-CE4B-8204-0FB7746942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298" y="1915936"/>
                    <a:ext cx="354375" cy="307825"/>
                  </a:xfrm>
                  <a:prstGeom prst="rect">
                    <a:avLst/>
                  </a:prstGeom>
                  <a:blipFill>
                    <a:blip r:embed="rId5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C46D806-3A9F-F14A-A3A9-DDCAE1B95AD5}"/>
              </a:ext>
            </a:extLst>
          </p:cNvPr>
          <p:cNvGrpSpPr/>
          <p:nvPr/>
        </p:nvGrpSpPr>
        <p:grpSpPr>
          <a:xfrm>
            <a:off x="5732217" y="4850611"/>
            <a:ext cx="2992291" cy="857417"/>
            <a:chOff x="459076" y="1288228"/>
            <a:chExt cx="2244218" cy="643063"/>
          </a:xfrm>
        </p:grpSpPr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82EBBEBE-CBB9-C54E-AB36-C5CB109EBEAC}"/>
                </a:ext>
              </a:extLst>
            </p:cNvPr>
            <p:cNvSpPr txBox="1"/>
            <p:nvPr/>
          </p:nvSpPr>
          <p:spPr>
            <a:xfrm>
              <a:off x="459076" y="1466176"/>
              <a:ext cx="383909" cy="276999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r>
                <a:rPr lang="en-GB" sz="2400" b="1" dirty="0"/>
                <a:t>[h]</a:t>
              </a: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BEE5CA0-FC4C-1A4F-90D9-3BF8D402EF16}"/>
                </a:ext>
              </a:extLst>
            </p:cNvPr>
            <p:cNvGrpSpPr/>
            <p:nvPr/>
          </p:nvGrpSpPr>
          <p:grpSpPr>
            <a:xfrm>
              <a:off x="818702" y="1288228"/>
              <a:ext cx="1884592" cy="643063"/>
              <a:chOff x="1142248" y="1748316"/>
              <a:chExt cx="1713271" cy="643063"/>
            </a:xfrm>
          </p:grpSpPr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3E8D54FA-C010-4247-B682-0AB198FF2268}"/>
                  </a:ext>
                </a:extLst>
              </p:cNvPr>
              <p:cNvGrpSpPr/>
              <p:nvPr/>
            </p:nvGrpSpPr>
            <p:grpSpPr>
              <a:xfrm>
                <a:off x="1142248" y="1748316"/>
                <a:ext cx="1713271" cy="643063"/>
                <a:chOff x="1712417" y="3523130"/>
                <a:chExt cx="2508381" cy="48314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4" name="TextBox 133">
                      <a:extLst>
                        <a:ext uri="{FF2B5EF4-FFF2-40B4-BE49-F238E27FC236}">
                          <a16:creationId xmlns:a16="http://schemas.microsoft.com/office/drawing/2014/main" id="{56C1DE06-5997-EB41-9DE6-5DD88AF1F4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12417" y="3523131"/>
                      <a:ext cx="1067555" cy="2312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3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a14:m>
                      <a:r>
                        <a:rPr lang="en-GB" altLang="en-US" sz="2667" dirty="0"/>
                        <a:t> 1</a:t>
                      </a:r>
                    </a:p>
                  </p:txBody>
                </p:sp>
              </mc:Choice>
              <mc:Fallback xmlns="">
                <p:sp>
                  <p:nvSpPr>
                    <p:cNvPr id="134" name="TextBox 133">
                      <a:extLst>
                        <a:ext uri="{FF2B5EF4-FFF2-40B4-BE49-F238E27FC236}">
                          <a16:creationId xmlns:a16="http://schemas.microsoft.com/office/drawing/2014/main" id="{56C1DE06-5997-EB41-9DE6-5DD88AF1F47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12417" y="3523131"/>
                      <a:ext cx="1067555" cy="231274"/>
                    </a:xfrm>
                    <a:prstGeom prst="rect">
                      <a:avLst/>
                    </a:prstGeom>
                    <a:blipFill>
                      <a:blip r:embed="rId51"/>
                      <a:stretch>
                        <a:fillRect l="-12941" t="-27273" r="-12941" b="-484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E4D4EE0F-C807-A54F-B574-578DDF24E102}"/>
                    </a:ext>
                  </a:extLst>
                </p:cNvPr>
                <p:cNvGrpSpPr/>
                <p:nvPr/>
              </p:nvGrpSpPr>
              <p:grpSpPr>
                <a:xfrm>
                  <a:off x="1755650" y="3765306"/>
                  <a:ext cx="2421918" cy="240967"/>
                  <a:chOff x="1359082" y="1517825"/>
                  <a:chExt cx="2421918" cy="240967"/>
                </a:xfrm>
              </p:grpSpPr>
              <p:sp>
                <p:nvSpPr>
                  <p:cNvPr id="137" name="TextBox 136">
                    <a:extLst>
                      <a:ext uri="{FF2B5EF4-FFF2-40B4-BE49-F238E27FC236}">
                        <a16:creationId xmlns:a16="http://schemas.microsoft.com/office/drawing/2014/main" id="{DC05C6C8-18FA-B244-B2D4-F9E959A6E6F1}"/>
                      </a:ext>
                    </a:extLst>
                  </p:cNvPr>
                  <p:cNvSpPr txBox="1"/>
                  <p:nvPr/>
                </p:nvSpPr>
                <p:spPr>
                  <a:xfrm>
                    <a:off x="1739611" y="1527518"/>
                    <a:ext cx="220037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6</a:t>
                    </a:r>
                  </a:p>
                </p:txBody>
              </p:sp>
              <p:cxnSp>
                <p:nvCxnSpPr>
                  <p:cNvPr id="138" name="Straight Connector 137">
                    <a:extLst>
                      <a:ext uri="{FF2B5EF4-FFF2-40B4-BE49-F238E27FC236}">
                        <a16:creationId xmlns:a16="http://schemas.microsoft.com/office/drawing/2014/main" id="{5DBDE1D0-83C2-2549-A7F4-D4A2247071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9082" y="1517825"/>
                    <a:ext cx="981093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9" name="TextBox 138">
                    <a:extLst>
                      <a:ext uri="{FF2B5EF4-FFF2-40B4-BE49-F238E27FC236}">
                        <a16:creationId xmlns:a16="http://schemas.microsoft.com/office/drawing/2014/main" id="{CBF5EBF9-F26C-6048-9F01-7C8014AFB0C8}"/>
                      </a:ext>
                    </a:extLst>
                  </p:cNvPr>
                  <p:cNvSpPr txBox="1"/>
                  <p:nvPr/>
                </p:nvSpPr>
                <p:spPr>
                  <a:xfrm>
                    <a:off x="3180436" y="1527518"/>
                    <a:ext cx="220037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4</a:t>
                    </a:r>
                  </a:p>
                </p:txBody>
              </p:sp>
              <p:cxnSp>
                <p:nvCxnSpPr>
                  <p:cNvPr id="140" name="Straight Connector 139">
                    <a:extLst>
                      <a:ext uri="{FF2B5EF4-FFF2-40B4-BE49-F238E27FC236}">
                        <a16:creationId xmlns:a16="http://schemas.microsoft.com/office/drawing/2014/main" id="{5618CC90-A19B-3045-94A0-B0C0F6C73C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99907" y="1517825"/>
                    <a:ext cx="981093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6" name="TextBox 135">
                      <a:extLst>
                        <a:ext uri="{FF2B5EF4-FFF2-40B4-BE49-F238E27FC236}">
                          <a16:creationId xmlns:a16="http://schemas.microsoft.com/office/drawing/2014/main" id="{14BBDD6A-C61E-3545-AB52-8F111210241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53243" y="3523130"/>
                      <a:ext cx="1067555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4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GB" altLang="en-US" sz="2667" dirty="0"/>
                        <a:t> 1</a:t>
                      </a:r>
                    </a:p>
                  </p:txBody>
                </p:sp>
              </mc:Choice>
              <mc:Fallback xmlns="">
                <p:sp>
                  <p:nvSpPr>
                    <p:cNvPr id="136" name="TextBox 135">
                      <a:extLst>
                        <a:ext uri="{FF2B5EF4-FFF2-40B4-BE49-F238E27FC236}">
                          <a16:creationId xmlns:a16="http://schemas.microsoft.com/office/drawing/2014/main" id="{14BBDD6A-C61E-3545-AB52-8F111210241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53243" y="3523130"/>
                      <a:ext cx="1067555" cy="231273"/>
                    </a:xfrm>
                    <a:prstGeom prst="rect">
                      <a:avLst/>
                    </a:prstGeom>
                    <a:blipFill>
                      <a:blip r:embed="rId52"/>
                      <a:stretch>
                        <a:fillRect l="-12941" t="-27273" r="-12941" b="-484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5C383823-354D-5F47-9669-4588C2F1783B}"/>
                      </a:ext>
                    </a:extLst>
                  </p:cNvPr>
                  <p:cNvSpPr txBox="1"/>
                  <p:nvPr/>
                </p:nvSpPr>
                <p:spPr>
                  <a:xfrm>
                    <a:off x="1821697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5C383823-354D-5F47-9669-4588C2F178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1697" y="1915936"/>
                    <a:ext cx="354375" cy="307825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 b="-58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A233070D-A62A-6A45-A2AB-78BE431A1C04}"/>
              </a:ext>
            </a:extLst>
          </p:cNvPr>
          <p:cNvGrpSpPr/>
          <p:nvPr/>
        </p:nvGrpSpPr>
        <p:grpSpPr>
          <a:xfrm>
            <a:off x="5732217" y="2791521"/>
            <a:ext cx="2649256" cy="857418"/>
            <a:chOff x="459076" y="1288228"/>
            <a:chExt cx="1986942" cy="643063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42B09FAF-3DAB-C747-BD77-896622D8DE1E}"/>
                </a:ext>
              </a:extLst>
            </p:cNvPr>
            <p:cNvSpPr txBox="1"/>
            <p:nvPr/>
          </p:nvSpPr>
          <p:spPr>
            <a:xfrm>
              <a:off x="459076" y="1466176"/>
              <a:ext cx="383909" cy="276999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r>
                <a:rPr lang="en-GB" sz="2400" b="1" dirty="0"/>
                <a:t>[f]</a:t>
              </a:r>
            </a:p>
          </p:txBody>
        </p: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6D2F0570-ACC1-0A41-A3E0-1CA812D4DB7F}"/>
                </a:ext>
              </a:extLst>
            </p:cNvPr>
            <p:cNvGrpSpPr/>
            <p:nvPr/>
          </p:nvGrpSpPr>
          <p:grpSpPr>
            <a:xfrm>
              <a:off x="827745" y="1288228"/>
              <a:ext cx="1618273" cy="643063"/>
              <a:chOff x="1150470" y="1748316"/>
              <a:chExt cx="1471163" cy="643063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83148487-F6E4-214B-B8D2-238E45EEE737}"/>
                  </a:ext>
                </a:extLst>
              </p:cNvPr>
              <p:cNvGrpSpPr/>
              <p:nvPr/>
            </p:nvGrpSpPr>
            <p:grpSpPr>
              <a:xfrm>
                <a:off x="1150470" y="1748316"/>
                <a:ext cx="1471163" cy="643063"/>
                <a:chOff x="1724458" y="3523130"/>
                <a:chExt cx="2153918" cy="48314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EA4A8076-E502-E64B-956E-3D7B26284E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4458" y="3523131"/>
                      <a:ext cx="882279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a14:m>
                      <a:r>
                        <a:rPr lang="en-GB" altLang="en-US" sz="2667" dirty="0"/>
                        <a:t> 8</a:t>
                      </a:r>
                    </a:p>
                  </p:txBody>
                </p:sp>
              </mc:Choice>
              <mc:Fallback xmlns=""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EA4A8076-E502-E64B-956E-3D7B26284E1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4458" y="3523131"/>
                      <a:ext cx="882279" cy="231273"/>
                    </a:xfrm>
                    <a:prstGeom prst="rect">
                      <a:avLst/>
                    </a:prstGeom>
                    <a:blipFill>
                      <a:blip r:embed="rId54"/>
                      <a:stretch>
                        <a:fillRect l="-4286" t="-23529" r="-17143" b="-4705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17CF7F9F-7DD4-DC45-974E-2160A65A0B5B}"/>
                    </a:ext>
                  </a:extLst>
                </p:cNvPr>
                <p:cNvGrpSpPr/>
                <p:nvPr/>
              </p:nvGrpSpPr>
              <p:grpSpPr>
                <a:xfrm>
                  <a:off x="1760185" y="3765306"/>
                  <a:ext cx="2082462" cy="240967"/>
                  <a:chOff x="1363617" y="1517825"/>
                  <a:chExt cx="2082462" cy="240967"/>
                </a:xfrm>
              </p:grpSpPr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07F4D9C5-00E6-1A46-AB1D-746D28199028}"/>
                      </a:ext>
                    </a:extLst>
                  </p:cNvPr>
                  <p:cNvSpPr txBox="1"/>
                  <p:nvPr/>
                </p:nvSpPr>
                <p:spPr>
                  <a:xfrm>
                    <a:off x="1659009" y="1527519"/>
                    <a:ext cx="220037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2</a:t>
                    </a:r>
                  </a:p>
                </p:txBody>
              </p:sp>
              <p:cxnSp>
                <p:nvCxnSpPr>
                  <p:cNvPr id="150" name="Straight Connector 149">
                    <a:extLst>
                      <a:ext uri="{FF2B5EF4-FFF2-40B4-BE49-F238E27FC236}">
                        <a16:creationId xmlns:a16="http://schemas.microsoft.com/office/drawing/2014/main" id="{0F97BB71-7B4C-DC4E-87C7-F78C6A308E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63617" y="1517825"/>
                    <a:ext cx="810821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0D510C57-DDBA-2E4F-96A4-7468D282D022}"/>
                      </a:ext>
                    </a:extLst>
                  </p:cNvPr>
                  <p:cNvSpPr txBox="1"/>
                  <p:nvPr/>
                </p:nvSpPr>
                <p:spPr>
                  <a:xfrm>
                    <a:off x="2930651" y="1527518"/>
                    <a:ext cx="220037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9</a:t>
                    </a:r>
                  </a:p>
                </p:txBody>
              </p:sp>
              <p:cxnSp>
                <p:nvCxnSpPr>
                  <p:cNvPr id="152" name="Straight Connector 151">
                    <a:extLst>
                      <a:ext uri="{FF2B5EF4-FFF2-40B4-BE49-F238E27FC236}">
                        <a16:creationId xmlns:a16="http://schemas.microsoft.com/office/drawing/2014/main" id="{02561C75-F389-7F4B-A054-13A6DDA700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5258" y="1517825"/>
                    <a:ext cx="810821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8" name="TextBox 147">
                      <a:extLst>
                        <a:ext uri="{FF2B5EF4-FFF2-40B4-BE49-F238E27FC236}">
                          <a16:creationId xmlns:a16="http://schemas.microsoft.com/office/drawing/2014/main" id="{C5BF158C-C37C-5048-B571-919D2AC4B82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96097" y="3523130"/>
                      <a:ext cx="882279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a14:m>
                      <a:r>
                        <a:rPr lang="en-GB" altLang="en-US" sz="2667" dirty="0"/>
                        <a:t> 3</a:t>
                      </a:r>
                    </a:p>
                  </p:txBody>
                </p:sp>
              </mc:Choice>
              <mc:Fallback xmlns="">
                <p:sp>
                  <p:nvSpPr>
                    <p:cNvPr id="148" name="TextBox 147">
                      <a:extLst>
                        <a:ext uri="{FF2B5EF4-FFF2-40B4-BE49-F238E27FC236}">
                          <a16:creationId xmlns:a16="http://schemas.microsoft.com/office/drawing/2014/main" id="{C5BF158C-C37C-5048-B571-919D2AC4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96097" y="3523130"/>
                      <a:ext cx="882279" cy="231273"/>
                    </a:xfrm>
                    <a:prstGeom prst="rect">
                      <a:avLst/>
                    </a:prstGeom>
                    <a:blipFill>
                      <a:blip r:embed="rId55"/>
                      <a:stretch>
                        <a:fillRect l="-2857" t="-23529" r="-17143" b="-4705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800D06BD-BDD6-7A40-80F8-258DF64FEB38}"/>
                      </a:ext>
                    </a:extLst>
                  </p:cNvPr>
                  <p:cNvSpPr txBox="1"/>
                  <p:nvPr/>
                </p:nvSpPr>
                <p:spPr>
                  <a:xfrm>
                    <a:off x="1708863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800D06BD-BDD6-7A40-80F8-258DF64FEB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08863" y="1915936"/>
                    <a:ext cx="354375" cy="307825"/>
                  </a:xfrm>
                  <a:prstGeom prst="rect">
                    <a:avLst/>
                  </a:prstGeom>
                  <a:blipFill>
                    <a:blip r:embed="rId5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A84A8B3-672B-554B-9821-54D5C438F8BF}"/>
              </a:ext>
            </a:extLst>
          </p:cNvPr>
          <p:cNvGrpSpPr/>
          <p:nvPr/>
        </p:nvGrpSpPr>
        <p:grpSpPr>
          <a:xfrm>
            <a:off x="5732217" y="1761974"/>
            <a:ext cx="2649256" cy="857417"/>
            <a:chOff x="459076" y="1288228"/>
            <a:chExt cx="1986942" cy="643063"/>
          </a:xfrm>
        </p:grpSpPr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A69057F4-854B-8845-B7D5-B72B9A902D81}"/>
                </a:ext>
              </a:extLst>
            </p:cNvPr>
            <p:cNvSpPr txBox="1"/>
            <p:nvPr/>
          </p:nvSpPr>
          <p:spPr>
            <a:xfrm>
              <a:off x="459076" y="1466176"/>
              <a:ext cx="383909" cy="276999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r>
                <a:rPr lang="en-GB" sz="2400" b="1" dirty="0"/>
                <a:t>[e]</a:t>
              </a: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4CD877D5-7E86-A44B-9440-26333A1AF9AD}"/>
                </a:ext>
              </a:extLst>
            </p:cNvPr>
            <p:cNvGrpSpPr/>
            <p:nvPr/>
          </p:nvGrpSpPr>
          <p:grpSpPr>
            <a:xfrm>
              <a:off x="827745" y="1288228"/>
              <a:ext cx="1618273" cy="643063"/>
              <a:chOff x="1150470" y="1748316"/>
              <a:chExt cx="1471163" cy="643063"/>
            </a:xfrm>
          </p:grpSpPr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EB4B111E-CC4A-9241-A261-0223499513D9}"/>
                  </a:ext>
                </a:extLst>
              </p:cNvPr>
              <p:cNvGrpSpPr/>
              <p:nvPr/>
            </p:nvGrpSpPr>
            <p:grpSpPr>
              <a:xfrm>
                <a:off x="1150470" y="1748316"/>
                <a:ext cx="1471163" cy="643063"/>
                <a:chOff x="1724458" y="3523130"/>
                <a:chExt cx="2153918" cy="48314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8" name="TextBox 157">
                      <a:extLst>
                        <a:ext uri="{FF2B5EF4-FFF2-40B4-BE49-F238E27FC236}">
                          <a16:creationId xmlns:a16="http://schemas.microsoft.com/office/drawing/2014/main" id="{FEF9B1F5-5EA8-884F-914F-033572988F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4458" y="3523131"/>
                      <a:ext cx="882279" cy="2312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a14:m>
                      <a:r>
                        <a:rPr lang="en-GB" altLang="en-US" sz="2667" dirty="0"/>
                        <a:t> 1</a:t>
                      </a:r>
                    </a:p>
                  </p:txBody>
                </p:sp>
              </mc:Choice>
              <mc:Fallback xmlns="">
                <p:sp>
                  <p:nvSpPr>
                    <p:cNvPr id="158" name="TextBox 157">
                      <a:extLst>
                        <a:ext uri="{FF2B5EF4-FFF2-40B4-BE49-F238E27FC236}">
                          <a16:creationId xmlns:a16="http://schemas.microsoft.com/office/drawing/2014/main" id="{FEF9B1F5-5EA8-884F-914F-033572988F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4458" y="3523131"/>
                      <a:ext cx="882279" cy="231274"/>
                    </a:xfrm>
                    <a:prstGeom prst="rect">
                      <a:avLst/>
                    </a:prstGeom>
                    <a:blipFill>
                      <a:blip r:embed="rId57"/>
                      <a:stretch>
                        <a:fillRect l="-4286" t="-24242" r="-17143" b="-5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B311DFC5-D410-9041-ACFC-4510957740B9}"/>
                    </a:ext>
                  </a:extLst>
                </p:cNvPr>
                <p:cNvGrpSpPr/>
                <p:nvPr/>
              </p:nvGrpSpPr>
              <p:grpSpPr>
                <a:xfrm>
                  <a:off x="1760185" y="3765306"/>
                  <a:ext cx="2082462" cy="240967"/>
                  <a:chOff x="1363617" y="1517825"/>
                  <a:chExt cx="2082462" cy="240967"/>
                </a:xfrm>
              </p:grpSpPr>
              <p:sp>
                <p:nvSpPr>
                  <p:cNvPr id="161" name="TextBox 160">
                    <a:extLst>
                      <a:ext uri="{FF2B5EF4-FFF2-40B4-BE49-F238E27FC236}">
                        <a16:creationId xmlns:a16="http://schemas.microsoft.com/office/drawing/2014/main" id="{F1422211-3B6D-AF4B-AB26-F67DB4F2E3A5}"/>
                      </a:ext>
                    </a:extLst>
                  </p:cNvPr>
                  <p:cNvSpPr txBox="1"/>
                  <p:nvPr/>
                </p:nvSpPr>
                <p:spPr>
                  <a:xfrm>
                    <a:off x="1659009" y="1527518"/>
                    <a:ext cx="220037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2</a:t>
                    </a:r>
                  </a:p>
                </p:txBody>
              </p:sp>
              <p:cxnSp>
                <p:nvCxnSpPr>
                  <p:cNvPr id="162" name="Straight Connector 161">
                    <a:extLst>
                      <a:ext uri="{FF2B5EF4-FFF2-40B4-BE49-F238E27FC236}">
                        <a16:creationId xmlns:a16="http://schemas.microsoft.com/office/drawing/2014/main" id="{ECC0D268-F3B6-5E48-AF77-11B956B9D6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63617" y="1517825"/>
                    <a:ext cx="810821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3" name="TextBox 162">
                    <a:extLst>
                      <a:ext uri="{FF2B5EF4-FFF2-40B4-BE49-F238E27FC236}">
                        <a16:creationId xmlns:a16="http://schemas.microsoft.com/office/drawing/2014/main" id="{D7A63127-F496-2440-B3ED-BE7AD228B374}"/>
                      </a:ext>
                    </a:extLst>
                  </p:cNvPr>
                  <p:cNvSpPr txBox="1"/>
                  <p:nvPr/>
                </p:nvSpPr>
                <p:spPr>
                  <a:xfrm>
                    <a:off x="2930651" y="1527518"/>
                    <a:ext cx="220037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4</a:t>
                    </a:r>
                  </a:p>
                </p:txBody>
              </p:sp>
              <p:cxnSp>
                <p:nvCxnSpPr>
                  <p:cNvPr id="164" name="Straight Connector 163">
                    <a:extLst>
                      <a:ext uri="{FF2B5EF4-FFF2-40B4-BE49-F238E27FC236}">
                        <a16:creationId xmlns:a16="http://schemas.microsoft.com/office/drawing/2014/main" id="{121A438D-7183-AE42-A44E-16C1793574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5258" y="1517825"/>
                    <a:ext cx="810821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0" name="TextBox 159">
                      <a:extLst>
                        <a:ext uri="{FF2B5EF4-FFF2-40B4-BE49-F238E27FC236}">
                          <a16:creationId xmlns:a16="http://schemas.microsoft.com/office/drawing/2014/main" id="{1B4BC5B1-F89C-EF4D-87CD-EFEC7FBF7C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96097" y="3523130"/>
                      <a:ext cx="882279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a14:m>
                      <a:r>
                        <a:rPr lang="en-GB" altLang="en-US" sz="2667" dirty="0"/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160" name="TextBox 159">
                      <a:extLst>
                        <a:ext uri="{FF2B5EF4-FFF2-40B4-BE49-F238E27FC236}">
                          <a16:creationId xmlns:a16="http://schemas.microsoft.com/office/drawing/2014/main" id="{1B4BC5B1-F89C-EF4D-87CD-EFEC7FBF7CA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96097" y="3523130"/>
                      <a:ext cx="882279" cy="231273"/>
                    </a:xfrm>
                    <a:prstGeom prst="rect">
                      <a:avLst/>
                    </a:prstGeom>
                    <a:blipFill>
                      <a:blip r:embed="rId43"/>
                      <a:stretch>
                        <a:fillRect l="-2857" t="-24242" r="-17143" b="-5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7" name="TextBox 156">
                    <a:extLst>
                      <a:ext uri="{FF2B5EF4-FFF2-40B4-BE49-F238E27FC236}">
                        <a16:creationId xmlns:a16="http://schemas.microsoft.com/office/drawing/2014/main" id="{8A698FA0-97BE-0B43-B0E9-592A066410AD}"/>
                      </a:ext>
                    </a:extLst>
                  </p:cNvPr>
                  <p:cNvSpPr txBox="1"/>
                  <p:nvPr/>
                </p:nvSpPr>
                <p:spPr>
                  <a:xfrm>
                    <a:off x="1708863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57" name="TextBox 156">
                    <a:extLst>
                      <a:ext uri="{FF2B5EF4-FFF2-40B4-BE49-F238E27FC236}">
                        <a16:creationId xmlns:a16="http://schemas.microsoft.com/office/drawing/2014/main" id="{8A698FA0-97BE-0B43-B0E9-592A066410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08863" y="1915936"/>
                    <a:ext cx="354375" cy="307825"/>
                  </a:xfrm>
                  <a:prstGeom prst="rect">
                    <a:avLst/>
                  </a:prstGeom>
                  <a:blipFill>
                    <a:blip r:embed="rId5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C1EC0604-EB24-134F-BB91-AC10BA7DC863}"/>
              </a:ext>
            </a:extLst>
          </p:cNvPr>
          <p:cNvGrpSpPr/>
          <p:nvPr/>
        </p:nvGrpSpPr>
        <p:grpSpPr>
          <a:xfrm>
            <a:off x="8321960" y="1762004"/>
            <a:ext cx="870131" cy="857385"/>
            <a:chOff x="6556470" y="1288251"/>
            <a:chExt cx="652598" cy="643039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9276005B-842A-8B49-8E03-3F609452F832}"/>
                </a:ext>
              </a:extLst>
            </p:cNvPr>
            <p:cNvSpPr/>
            <p:nvPr/>
          </p:nvSpPr>
          <p:spPr>
            <a:xfrm>
              <a:off x="6884384" y="1305159"/>
              <a:ext cx="324684" cy="602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673A24CC-A72C-8D49-AFBC-A047A228E133}"/>
                </a:ext>
              </a:extLst>
            </p:cNvPr>
            <p:cNvGrpSpPr/>
            <p:nvPr/>
          </p:nvGrpSpPr>
          <p:grpSpPr>
            <a:xfrm>
              <a:off x="6556470" y="1288251"/>
              <a:ext cx="623378" cy="643039"/>
              <a:chOff x="693298" y="1748339"/>
              <a:chExt cx="566710" cy="643039"/>
            </a:xfrm>
          </p:grpSpPr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297F05C6-8188-9249-A3EC-A93FB6D1F699}"/>
                  </a:ext>
                </a:extLst>
              </p:cNvPr>
              <p:cNvGrpSpPr/>
              <p:nvPr/>
            </p:nvGrpSpPr>
            <p:grpSpPr>
              <a:xfrm>
                <a:off x="1017964" y="1748339"/>
                <a:ext cx="242044" cy="643039"/>
                <a:chOff x="1530444" y="3523148"/>
                <a:chExt cx="354372" cy="48312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0" name="TextBox 169">
                      <a:extLst>
                        <a:ext uri="{FF2B5EF4-FFF2-40B4-BE49-F238E27FC236}">
                          <a16:creationId xmlns:a16="http://schemas.microsoft.com/office/drawing/2014/main" id="{500FF9C5-F4D1-0646-ABD1-493677D27CD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53015" y="3523148"/>
                      <a:ext cx="309234" cy="23123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70" name="TextBox 169">
                      <a:extLst>
                        <a:ext uri="{FF2B5EF4-FFF2-40B4-BE49-F238E27FC236}">
                          <a16:creationId xmlns:a16="http://schemas.microsoft.com/office/drawing/2014/main" id="{500FF9C5-F4D1-0646-ABD1-493677D27CD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53015" y="3523148"/>
                      <a:ext cx="309234" cy="231238"/>
                    </a:xfrm>
                    <a:prstGeom prst="rect">
                      <a:avLst/>
                    </a:prstGeom>
                    <a:blipFill>
                      <a:blip r:embed="rId58"/>
                      <a:stretch>
                        <a:fillRect l="-5263" r="-526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71" name="Group 170">
                  <a:extLst>
                    <a:ext uri="{FF2B5EF4-FFF2-40B4-BE49-F238E27FC236}">
                      <a16:creationId xmlns:a16="http://schemas.microsoft.com/office/drawing/2014/main" id="{39F05B4E-50A3-D144-8BB2-E852F2464385}"/>
                    </a:ext>
                  </a:extLst>
                </p:cNvPr>
                <p:cNvGrpSpPr/>
                <p:nvPr/>
              </p:nvGrpSpPr>
              <p:grpSpPr>
                <a:xfrm>
                  <a:off x="1530444" y="3765306"/>
                  <a:ext cx="354372" cy="240967"/>
                  <a:chOff x="1133876" y="1517825"/>
                  <a:chExt cx="354372" cy="240967"/>
                </a:xfrm>
              </p:grpSpPr>
              <p:sp>
                <p:nvSpPr>
                  <p:cNvPr id="172" name="TextBox 171">
                    <a:extLst>
                      <a:ext uri="{FF2B5EF4-FFF2-40B4-BE49-F238E27FC236}">
                        <a16:creationId xmlns:a16="http://schemas.microsoft.com/office/drawing/2014/main" id="{3BA3DBA8-83B2-604A-9D04-026101EFA0A5}"/>
                      </a:ext>
                    </a:extLst>
                  </p:cNvPr>
                  <p:cNvSpPr txBox="1"/>
                  <p:nvPr/>
                </p:nvSpPr>
                <p:spPr>
                  <a:xfrm>
                    <a:off x="1133876" y="1527519"/>
                    <a:ext cx="354372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4</a:t>
                    </a:r>
                  </a:p>
                </p:txBody>
              </p:sp>
              <p:cxnSp>
                <p:nvCxnSpPr>
                  <p:cNvPr id="173" name="Straight Connector 172">
                    <a:extLst>
                      <a:ext uri="{FF2B5EF4-FFF2-40B4-BE49-F238E27FC236}">
                        <a16:creationId xmlns:a16="http://schemas.microsoft.com/office/drawing/2014/main" id="{4F6CBC6D-B02D-CF4B-AAED-A26FDF4ACE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81888" y="1517825"/>
                    <a:ext cx="258352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F2E1B84F-4B58-B94E-860D-FAD59C2224FF}"/>
                      </a:ext>
                    </a:extLst>
                  </p:cNvPr>
                  <p:cNvSpPr txBox="1"/>
                  <p:nvPr/>
                </p:nvSpPr>
                <p:spPr>
                  <a:xfrm>
                    <a:off x="693298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F2E1B84F-4B58-B94E-860D-FAD59C2224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298" y="1915936"/>
                    <a:ext cx="354375" cy="307825"/>
                  </a:xfrm>
                  <a:prstGeom prst="rect">
                    <a:avLst/>
                  </a:prstGeom>
                  <a:blipFill>
                    <a:blip r:embed="rId5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F5AADCB7-E3FD-A448-867D-40D47576F5F6}"/>
              </a:ext>
            </a:extLst>
          </p:cNvPr>
          <p:cNvGrpSpPr/>
          <p:nvPr/>
        </p:nvGrpSpPr>
        <p:grpSpPr>
          <a:xfrm>
            <a:off x="8316625" y="2773197"/>
            <a:ext cx="1832975" cy="857412"/>
            <a:chOff x="6556471" y="1288219"/>
            <a:chExt cx="1374731" cy="643059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737C691E-5B9A-E74B-B724-EE4CDC9BB838}"/>
                </a:ext>
              </a:extLst>
            </p:cNvPr>
            <p:cNvSpPr/>
            <p:nvPr/>
          </p:nvSpPr>
          <p:spPr>
            <a:xfrm>
              <a:off x="6887719" y="1305159"/>
              <a:ext cx="1019405" cy="602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64503F2B-35AF-8E4D-A504-F0810E540BE0}"/>
                </a:ext>
              </a:extLst>
            </p:cNvPr>
            <p:cNvGrpSpPr/>
            <p:nvPr/>
          </p:nvGrpSpPr>
          <p:grpSpPr>
            <a:xfrm>
              <a:off x="6556471" y="1288219"/>
              <a:ext cx="1374731" cy="643059"/>
              <a:chOff x="693298" y="1748307"/>
              <a:chExt cx="1249760" cy="643059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61608189-C3DC-C540-9240-D09E96DAE452}"/>
                  </a:ext>
                </a:extLst>
              </p:cNvPr>
              <p:cNvGrpSpPr/>
              <p:nvPr/>
            </p:nvGrpSpPr>
            <p:grpSpPr>
              <a:xfrm>
                <a:off x="972544" y="1748307"/>
                <a:ext cx="970514" cy="643059"/>
                <a:chOff x="1463953" y="3523131"/>
                <a:chExt cx="1420919" cy="48314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9" name="TextBox 178">
                      <a:extLst>
                        <a:ext uri="{FF2B5EF4-FFF2-40B4-BE49-F238E27FC236}">
                          <a16:creationId xmlns:a16="http://schemas.microsoft.com/office/drawing/2014/main" id="{AE18766C-B557-2F4E-9901-B4646DF152E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63953" y="3523131"/>
                      <a:ext cx="1420919" cy="2312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7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a14:m>
                      <a:r>
                        <a:rPr lang="en-GB" altLang="en-US" sz="2667" dirty="0"/>
                        <a:t> 66</a:t>
                      </a:r>
                    </a:p>
                  </p:txBody>
                </p:sp>
              </mc:Choice>
              <mc:Fallback xmlns="">
                <p:sp>
                  <p:nvSpPr>
                    <p:cNvPr id="179" name="TextBox 178">
                      <a:extLst>
                        <a:ext uri="{FF2B5EF4-FFF2-40B4-BE49-F238E27FC236}">
                          <a16:creationId xmlns:a16="http://schemas.microsoft.com/office/drawing/2014/main" id="{AE18766C-B557-2F4E-9901-B4646DF152E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63953" y="3523131"/>
                      <a:ext cx="1420919" cy="231274"/>
                    </a:xfrm>
                    <a:prstGeom prst="rect">
                      <a:avLst/>
                    </a:prstGeom>
                    <a:blipFill>
                      <a:blip r:embed="rId60"/>
                      <a:stretch>
                        <a:fillRect l="-2632" t="-24242" r="-3509" b="-484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80" name="Group 179">
                  <a:extLst>
                    <a:ext uri="{FF2B5EF4-FFF2-40B4-BE49-F238E27FC236}">
                      <a16:creationId xmlns:a16="http://schemas.microsoft.com/office/drawing/2014/main" id="{FEED090F-4C24-B244-A8C4-8B4F92DA9C0D}"/>
                    </a:ext>
                  </a:extLst>
                </p:cNvPr>
                <p:cNvGrpSpPr/>
                <p:nvPr/>
              </p:nvGrpSpPr>
              <p:grpSpPr>
                <a:xfrm>
                  <a:off x="1580850" y="3765306"/>
                  <a:ext cx="1187123" cy="240966"/>
                  <a:chOff x="1184282" y="1517825"/>
                  <a:chExt cx="1187123" cy="240966"/>
                </a:xfrm>
              </p:grpSpPr>
              <p:sp>
                <p:nvSpPr>
                  <p:cNvPr id="181" name="TextBox 180">
                    <a:extLst>
                      <a:ext uri="{FF2B5EF4-FFF2-40B4-BE49-F238E27FC236}">
                        <a16:creationId xmlns:a16="http://schemas.microsoft.com/office/drawing/2014/main" id="{1308FC4D-87DC-D448-8A0F-6BB0131D5234}"/>
                      </a:ext>
                    </a:extLst>
                  </p:cNvPr>
                  <p:cNvSpPr txBox="1"/>
                  <p:nvPr/>
                </p:nvSpPr>
                <p:spPr>
                  <a:xfrm>
                    <a:off x="1600658" y="1527517"/>
                    <a:ext cx="354375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18</a:t>
                    </a:r>
                  </a:p>
                </p:txBody>
              </p:sp>
              <p:cxnSp>
                <p:nvCxnSpPr>
                  <p:cNvPr id="182" name="Straight Connector 181">
                    <a:extLst>
                      <a:ext uri="{FF2B5EF4-FFF2-40B4-BE49-F238E27FC236}">
                        <a16:creationId xmlns:a16="http://schemas.microsoft.com/office/drawing/2014/main" id="{648A4451-7F8F-2741-A83C-D0A83DC7C9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84282" y="1517825"/>
                    <a:ext cx="1187123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8" name="TextBox 177">
                    <a:extLst>
                      <a:ext uri="{FF2B5EF4-FFF2-40B4-BE49-F238E27FC236}">
                        <a16:creationId xmlns:a16="http://schemas.microsoft.com/office/drawing/2014/main" id="{50BF89FE-850C-3042-AD4A-E77A2D4171E3}"/>
                      </a:ext>
                    </a:extLst>
                  </p:cNvPr>
                  <p:cNvSpPr txBox="1"/>
                  <p:nvPr/>
                </p:nvSpPr>
                <p:spPr>
                  <a:xfrm>
                    <a:off x="693298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78" name="TextBox 177">
                    <a:extLst>
                      <a:ext uri="{FF2B5EF4-FFF2-40B4-BE49-F238E27FC236}">
                        <a16:creationId xmlns:a16="http://schemas.microsoft.com/office/drawing/2014/main" id="{50BF89FE-850C-3042-AD4A-E77A2D417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298" y="1915936"/>
                    <a:ext cx="354375" cy="307825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C755B143-A30C-FD43-9013-9218A8907FE1}"/>
              </a:ext>
            </a:extLst>
          </p:cNvPr>
          <p:cNvGrpSpPr/>
          <p:nvPr/>
        </p:nvGrpSpPr>
        <p:grpSpPr>
          <a:xfrm>
            <a:off x="5732217" y="3821056"/>
            <a:ext cx="2992291" cy="857416"/>
            <a:chOff x="459076" y="1288220"/>
            <a:chExt cx="2244218" cy="643062"/>
          </a:xfrm>
        </p:grpSpPr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BE51A1FF-F2F8-5349-87E7-6354B9B04E9F}"/>
                </a:ext>
              </a:extLst>
            </p:cNvPr>
            <p:cNvSpPr txBox="1"/>
            <p:nvPr/>
          </p:nvSpPr>
          <p:spPr>
            <a:xfrm>
              <a:off x="459076" y="1466176"/>
              <a:ext cx="383909" cy="276999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r>
                <a:rPr lang="en-GB" sz="2400" b="1" dirty="0"/>
                <a:t>[g]</a:t>
              </a:r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966717DF-446F-0D4D-B1BC-F4ED3D011751}"/>
                </a:ext>
              </a:extLst>
            </p:cNvPr>
            <p:cNvGrpSpPr/>
            <p:nvPr/>
          </p:nvGrpSpPr>
          <p:grpSpPr>
            <a:xfrm>
              <a:off x="818702" y="1288220"/>
              <a:ext cx="1884592" cy="643062"/>
              <a:chOff x="1142248" y="1748308"/>
              <a:chExt cx="1713271" cy="643062"/>
            </a:xfrm>
          </p:grpSpPr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AE8E3663-E851-2547-91AA-60461B53EC8D}"/>
                  </a:ext>
                </a:extLst>
              </p:cNvPr>
              <p:cNvGrpSpPr/>
              <p:nvPr/>
            </p:nvGrpSpPr>
            <p:grpSpPr>
              <a:xfrm>
                <a:off x="1142248" y="1748308"/>
                <a:ext cx="1713271" cy="643062"/>
                <a:chOff x="1712417" y="3523130"/>
                <a:chExt cx="2508381" cy="48314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8" name="TextBox 187">
                      <a:extLst>
                        <a:ext uri="{FF2B5EF4-FFF2-40B4-BE49-F238E27FC236}">
                          <a16:creationId xmlns:a16="http://schemas.microsoft.com/office/drawing/2014/main" id="{FEE8EB1D-AF6E-1345-AB89-37FCEF9DD4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12417" y="3523130"/>
                      <a:ext cx="1067555" cy="2312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3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a14:m>
                      <a:r>
                        <a:rPr lang="en-GB" altLang="en-US" sz="2667" dirty="0"/>
                        <a:t> 2</a:t>
                      </a:r>
                    </a:p>
                  </p:txBody>
                </p:sp>
              </mc:Choice>
              <mc:Fallback xmlns="">
                <p:sp>
                  <p:nvSpPr>
                    <p:cNvPr id="188" name="TextBox 187">
                      <a:extLst>
                        <a:ext uri="{FF2B5EF4-FFF2-40B4-BE49-F238E27FC236}">
                          <a16:creationId xmlns:a16="http://schemas.microsoft.com/office/drawing/2014/main" id="{FEE8EB1D-AF6E-1345-AB89-37FCEF9DD48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12417" y="3523130"/>
                      <a:ext cx="1067555" cy="231274"/>
                    </a:xfrm>
                    <a:prstGeom prst="rect">
                      <a:avLst/>
                    </a:prstGeom>
                    <a:blipFill>
                      <a:blip r:embed="rId61"/>
                      <a:stretch>
                        <a:fillRect l="-12941" t="-23529" r="-12941" b="-4705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89" name="Group 188">
                  <a:extLst>
                    <a:ext uri="{FF2B5EF4-FFF2-40B4-BE49-F238E27FC236}">
                      <a16:creationId xmlns:a16="http://schemas.microsoft.com/office/drawing/2014/main" id="{108E0AB8-0709-3E4D-B423-DA86F0D8006F}"/>
                    </a:ext>
                  </a:extLst>
                </p:cNvPr>
                <p:cNvGrpSpPr/>
                <p:nvPr/>
              </p:nvGrpSpPr>
              <p:grpSpPr>
                <a:xfrm>
                  <a:off x="1755650" y="3765306"/>
                  <a:ext cx="2421918" cy="240967"/>
                  <a:chOff x="1359082" y="1517825"/>
                  <a:chExt cx="2421918" cy="240967"/>
                </a:xfrm>
              </p:grpSpPr>
              <p:sp>
                <p:nvSpPr>
                  <p:cNvPr id="191" name="TextBox 190">
                    <a:extLst>
                      <a:ext uri="{FF2B5EF4-FFF2-40B4-BE49-F238E27FC236}">
                        <a16:creationId xmlns:a16="http://schemas.microsoft.com/office/drawing/2014/main" id="{E44F67F5-6474-2D43-ADFF-B5B081173A58}"/>
                      </a:ext>
                    </a:extLst>
                  </p:cNvPr>
                  <p:cNvSpPr txBox="1"/>
                  <p:nvPr/>
                </p:nvSpPr>
                <p:spPr>
                  <a:xfrm>
                    <a:off x="1635234" y="1527517"/>
                    <a:ext cx="428792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10</a:t>
                    </a:r>
                  </a:p>
                </p:txBody>
              </p:sp>
              <p:cxnSp>
                <p:nvCxnSpPr>
                  <p:cNvPr id="192" name="Straight Connector 191">
                    <a:extLst>
                      <a:ext uri="{FF2B5EF4-FFF2-40B4-BE49-F238E27FC236}">
                        <a16:creationId xmlns:a16="http://schemas.microsoft.com/office/drawing/2014/main" id="{31216964-10BF-8D43-B1FA-B73DD576A0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9082" y="1517825"/>
                    <a:ext cx="981093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3" name="TextBox 192">
                    <a:extLst>
                      <a:ext uri="{FF2B5EF4-FFF2-40B4-BE49-F238E27FC236}">
                        <a16:creationId xmlns:a16="http://schemas.microsoft.com/office/drawing/2014/main" id="{F0A3751B-D628-924A-A6BF-B7A199E23241}"/>
                      </a:ext>
                    </a:extLst>
                  </p:cNvPr>
                  <p:cNvSpPr txBox="1"/>
                  <p:nvPr/>
                </p:nvSpPr>
                <p:spPr>
                  <a:xfrm>
                    <a:off x="3180436" y="1527518"/>
                    <a:ext cx="220037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6</a:t>
                    </a:r>
                  </a:p>
                </p:txBody>
              </p:sp>
              <p:cxnSp>
                <p:nvCxnSpPr>
                  <p:cNvPr id="194" name="Straight Connector 193">
                    <a:extLst>
                      <a:ext uri="{FF2B5EF4-FFF2-40B4-BE49-F238E27FC236}">
                        <a16:creationId xmlns:a16="http://schemas.microsoft.com/office/drawing/2014/main" id="{2EE34ED9-38AA-B64D-83BF-04BB8BD704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99907" y="1517825"/>
                    <a:ext cx="981093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0" name="TextBox 189">
                      <a:extLst>
                        <a:ext uri="{FF2B5EF4-FFF2-40B4-BE49-F238E27FC236}">
                          <a16:creationId xmlns:a16="http://schemas.microsoft.com/office/drawing/2014/main" id="{26ECD520-5B10-D84C-A2CA-D2D94B0DBB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53243" y="3523130"/>
                      <a:ext cx="1067555" cy="2312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5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GB" altLang="en-US" sz="2667" dirty="0"/>
                        <a:t> 4</a:t>
                      </a:r>
                    </a:p>
                  </p:txBody>
                </p:sp>
              </mc:Choice>
              <mc:Fallback xmlns="">
                <p:sp>
                  <p:nvSpPr>
                    <p:cNvPr id="190" name="TextBox 189">
                      <a:extLst>
                        <a:ext uri="{FF2B5EF4-FFF2-40B4-BE49-F238E27FC236}">
                          <a16:creationId xmlns:a16="http://schemas.microsoft.com/office/drawing/2014/main" id="{26ECD520-5B10-D84C-A2CA-D2D94B0DBB9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53243" y="3523130"/>
                      <a:ext cx="1067555" cy="231274"/>
                    </a:xfrm>
                    <a:prstGeom prst="rect">
                      <a:avLst/>
                    </a:prstGeom>
                    <a:blipFill>
                      <a:blip r:embed="rId62"/>
                      <a:stretch>
                        <a:fillRect l="-12941" t="-23529" r="-12941" b="-4705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7" name="TextBox 186">
                    <a:extLst>
                      <a:ext uri="{FF2B5EF4-FFF2-40B4-BE49-F238E27FC236}">
                        <a16:creationId xmlns:a16="http://schemas.microsoft.com/office/drawing/2014/main" id="{8BD43BBA-BC6D-E34A-BB3E-0810C59C893C}"/>
                      </a:ext>
                    </a:extLst>
                  </p:cNvPr>
                  <p:cNvSpPr txBox="1"/>
                  <p:nvPr/>
                </p:nvSpPr>
                <p:spPr>
                  <a:xfrm>
                    <a:off x="1821697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87" name="TextBox 186">
                    <a:extLst>
                      <a:ext uri="{FF2B5EF4-FFF2-40B4-BE49-F238E27FC236}">
                        <a16:creationId xmlns:a16="http://schemas.microsoft.com/office/drawing/2014/main" id="{8BD43BBA-BC6D-E34A-BB3E-0810C59C89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1697" y="1915936"/>
                    <a:ext cx="354375" cy="30782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BE1869CB-421F-4649-8564-8BA2FB3C11DC}"/>
              </a:ext>
            </a:extLst>
          </p:cNvPr>
          <p:cNvGrpSpPr/>
          <p:nvPr/>
        </p:nvGrpSpPr>
        <p:grpSpPr>
          <a:xfrm>
            <a:off x="8651602" y="3808055"/>
            <a:ext cx="1832975" cy="839575"/>
            <a:chOff x="6556471" y="1288237"/>
            <a:chExt cx="1374731" cy="629681"/>
          </a:xfrm>
        </p:grpSpPr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09B1BE17-9630-6B40-B689-9A10A6A09BD0}"/>
                </a:ext>
              </a:extLst>
            </p:cNvPr>
            <p:cNvSpPr/>
            <p:nvPr/>
          </p:nvSpPr>
          <p:spPr>
            <a:xfrm>
              <a:off x="6887719" y="1305159"/>
              <a:ext cx="1019405" cy="602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A5979B08-95E2-BC45-8D2B-2A20B0F856EB}"/>
                </a:ext>
              </a:extLst>
            </p:cNvPr>
            <p:cNvGrpSpPr/>
            <p:nvPr/>
          </p:nvGrpSpPr>
          <p:grpSpPr>
            <a:xfrm>
              <a:off x="6556471" y="1288237"/>
              <a:ext cx="1374731" cy="629681"/>
              <a:chOff x="693298" y="1748325"/>
              <a:chExt cx="1249760" cy="629681"/>
            </a:xfrm>
          </p:grpSpPr>
          <p:grpSp>
            <p:nvGrpSpPr>
              <p:cNvPr id="198" name="Group 197">
                <a:extLst>
                  <a:ext uri="{FF2B5EF4-FFF2-40B4-BE49-F238E27FC236}">
                    <a16:creationId xmlns:a16="http://schemas.microsoft.com/office/drawing/2014/main" id="{055D4C4E-55F6-B14B-A056-E37D9D426EFD}"/>
                  </a:ext>
                </a:extLst>
              </p:cNvPr>
              <p:cNvGrpSpPr/>
              <p:nvPr/>
            </p:nvGrpSpPr>
            <p:grpSpPr>
              <a:xfrm>
                <a:off x="972544" y="1748325"/>
                <a:ext cx="970514" cy="629681"/>
                <a:chOff x="1463953" y="3523131"/>
                <a:chExt cx="1420919" cy="47308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0" name="TextBox 199">
                      <a:extLst>
                        <a:ext uri="{FF2B5EF4-FFF2-40B4-BE49-F238E27FC236}">
                          <a16:creationId xmlns:a16="http://schemas.microsoft.com/office/drawing/2014/main" id="{1BE0668F-AA0A-224C-BF94-AB3646FEA9D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63953" y="3523131"/>
                      <a:ext cx="1420919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17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GB" altLang="en-US" sz="2667" dirty="0"/>
                        <a:t> 7</a:t>
                      </a:r>
                    </a:p>
                  </p:txBody>
                </p:sp>
              </mc:Choice>
              <mc:Fallback xmlns="">
                <p:sp>
                  <p:nvSpPr>
                    <p:cNvPr id="200" name="TextBox 199">
                      <a:extLst>
                        <a:ext uri="{FF2B5EF4-FFF2-40B4-BE49-F238E27FC236}">
                          <a16:creationId xmlns:a16="http://schemas.microsoft.com/office/drawing/2014/main" id="{1BE0668F-AA0A-224C-BF94-AB3646FEA9D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63953" y="3523131"/>
                      <a:ext cx="1420919" cy="231273"/>
                    </a:xfrm>
                    <a:prstGeom prst="rect">
                      <a:avLst/>
                    </a:prstGeom>
                    <a:blipFill>
                      <a:blip r:embed="rId63"/>
                      <a:stretch>
                        <a:fillRect l="-3540" t="-27273" r="-3540" b="-484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01" name="Group 200">
                  <a:extLst>
                    <a:ext uri="{FF2B5EF4-FFF2-40B4-BE49-F238E27FC236}">
                      <a16:creationId xmlns:a16="http://schemas.microsoft.com/office/drawing/2014/main" id="{8CBB11A1-E83C-F04F-A379-1253D246BE72}"/>
                    </a:ext>
                  </a:extLst>
                </p:cNvPr>
                <p:cNvGrpSpPr/>
                <p:nvPr/>
              </p:nvGrpSpPr>
              <p:grpSpPr>
                <a:xfrm>
                  <a:off x="1580850" y="3764946"/>
                  <a:ext cx="1187123" cy="231273"/>
                  <a:chOff x="1184282" y="1517465"/>
                  <a:chExt cx="1187123" cy="231273"/>
                </a:xfrm>
              </p:grpSpPr>
              <p:sp>
                <p:nvSpPr>
                  <p:cNvPr id="202" name="TextBox 201">
                    <a:extLst>
                      <a:ext uri="{FF2B5EF4-FFF2-40B4-BE49-F238E27FC236}">
                        <a16:creationId xmlns:a16="http://schemas.microsoft.com/office/drawing/2014/main" id="{652DDCBA-4D2E-D942-AEC5-12708CE6EF72}"/>
                      </a:ext>
                    </a:extLst>
                  </p:cNvPr>
                  <p:cNvSpPr txBox="1"/>
                  <p:nvPr/>
                </p:nvSpPr>
                <p:spPr>
                  <a:xfrm>
                    <a:off x="1600658" y="1517465"/>
                    <a:ext cx="354375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15</a:t>
                    </a:r>
                  </a:p>
                </p:txBody>
              </p:sp>
              <p:cxnSp>
                <p:nvCxnSpPr>
                  <p:cNvPr id="203" name="Straight Connector 202">
                    <a:extLst>
                      <a:ext uri="{FF2B5EF4-FFF2-40B4-BE49-F238E27FC236}">
                        <a16:creationId xmlns:a16="http://schemas.microsoft.com/office/drawing/2014/main" id="{8109F772-4B22-BB41-BA1E-B11EED8E71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84282" y="1517825"/>
                    <a:ext cx="1187123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3320FFED-CC6A-FB40-9FF4-4E05A1E91ED5}"/>
                      </a:ext>
                    </a:extLst>
                  </p:cNvPr>
                  <p:cNvSpPr txBox="1"/>
                  <p:nvPr/>
                </p:nvSpPr>
                <p:spPr>
                  <a:xfrm>
                    <a:off x="693298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3320FFED-CC6A-FB40-9FF4-4E05A1E91E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298" y="1915936"/>
                    <a:ext cx="354375" cy="307825"/>
                  </a:xfrm>
                  <a:prstGeom prst="rect">
                    <a:avLst/>
                  </a:prstGeom>
                  <a:blipFill>
                    <a:blip r:embed="rId5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9144BF78-5CF6-1C46-948F-6502F55F0429}"/>
              </a:ext>
            </a:extLst>
          </p:cNvPr>
          <p:cNvGrpSpPr/>
          <p:nvPr/>
        </p:nvGrpSpPr>
        <p:grpSpPr>
          <a:xfrm>
            <a:off x="8651602" y="4856924"/>
            <a:ext cx="1832975" cy="839575"/>
            <a:chOff x="6556471" y="1288237"/>
            <a:chExt cx="1374731" cy="629681"/>
          </a:xfrm>
        </p:grpSpPr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E6322FEE-1182-D947-921F-567A02CB23AF}"/>
                </a:ext>
              </a:extLst>
            </p:cNvPr>
            <p:cNvSpPr/>
            <p:nvPr/>
          </p:nvSpPr>
          <p:spPr>
            <a:xfrm>
              <a:off x="6887719" y="1305159"/>
              <a:ext cx="1019405" cy="602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3042AB74-6C12-DB4D-9F8F-4021C30D5734}"/>
                </a:ext>
              </a:extLst>
            </p:cNvPr>
            <p:cNvGrpSpPr/>
            <p:nvPr/>
          </p:nvGrpSpPr>
          <p:grpSpPr>
            <a:xfrm>
              <a:off x="6556471" y="1288237"/>
              <a:ext cx="1374731" cy="629681"/>
              <a:chOff x="693298" y="1748325"/>
              <a:chExt cx="1249760" cy="629681"/>
            </a:xfrm>
          </p:grpSpPr>
          <p:grpSp>
            <p:nvGrpSpPr>
              <p:cNvPr id="207" name="Group 206">
                <a:extLst>
                  <a:ext uri="{FF2B5EF4-FFF2-40B4-BE49-F238E27FC236}">
                    <a16:creationId xmlns:a16="http://schemas.microsoft.com/office/drawing/2014/main" id="{4077F455-771F-9845-A45B-935059285E28}"/>
                  </a:ext>
                </a:extLst>
              </p:cNvPr>
              <p:cNvGrpSpPr/>
              <p:nvPr/>
            </p:nvGrpSpPr>
            <p:grpSpPr>
              <a:xfrm>
                <a:off x="972544" y="1748325"/>
                <a:ext cx="970514" cy="629681"/>
                <a:chOff x="1463953" y="3523131"/>
                <a:chExt cx="1420919" cy="47308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9" name="TextBox 208">
                      <a:extLst>
                        <a:ext uri="{FF2B5EF4-FFF2-40B4-BE49-F238E27FC236}">
                          <a16:creationId xmlns:a16="http://schemas.microsoft.com/office/drawing/2014/main" id="{EE91A79F-6951-8E49-8ACD-AABBF2B0E86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63953" y="3523131"/>
                      <a:ext cx="1420919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18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a14:m>
                      <a:r>
                        <a:rPr lang="en-GB" altLang="en-US" sz="2667" dirty="0"/>
                        <a:t> 1</a:t>
                      </a:r>
                    </a:p>
                  </p:txBody>
                </p:sp>
              </mc:Choice>
              <mc:Fallback xmlns="">
                <p:sp>
                  <p:nvSpPr>
                    <p:cNvPr id="209" name="TextBox 208">
                      <a:extLst>
                        <a:ext uri="{FF2B5EF4-FFF2-40B4-BE49-F238E27FC236}">
                          <a16:creationId xmlns:a16="http://schemas.microsoft.com/office/drawing/2014/main" id="{EE91A79F-6951-8E49-8ACD-AABBF2B0E86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63953" y="3523131"/>
                      <a:ext cx="1420919" cy="231273"/>
                    </a:xfrm>
                    <a:prstGeom prst="rect">
                      <a:avLst/>
                    </a:prstGeom>
                    <a:blipFill>
                      <a:blip r:embed="rId64"/>
                      <a:stretch>
                        <a:fillRect l="-3540" t="-24242" r="-3540" b="-5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10" name="Group 209">
                  <a:extLst>
                    <a:ext uri="{FF2B5EF4-FFF2-40B4-BE49-F238E27FC236}">
                      <a16:creationId xmlns:a16="http://schemas.microsoft.com/office/drawing/2014/main" id="{170443AA-A39D-0744-B379-A0C44392B37F}"/>
                    </a:ext>
                  </a:extLst>
                </p:cNvPr>
                <p:cNvGrpSpPr/>
                <p:nvPr/>
              </p:nvGrpSpPr>
              <p:grpSpPr>
                <a:xfrm>
                  <a:off x="1580850" y="3764946"/>
                  <a:ext cx="1187123" cy="231273"/>
                  <a:chOff x="1184282" y="1517465"/>
                  <a:chExt cx="1187123" cy="231273"/>
                </a:xfrm>
              </p:grpSpPr>
              <p:sp>
                <p:nvSpPr>
                  <p:cNvPr id="211" name="TextBox 210">
                    <a:extLst>
                      <a:ext uri="{FF2B5EF4-FFF2-40B4-BE49-F238E27FC236}">
                        <a16:creationId xmlns:a16="http://schemas.microsoft.com/office/drawing/2014/main" id="{E372D843-A6F8-0C4B-B097-05CDA6AFDC03}"/>
                      </a:ext>
                    </a:extLst>
                  </p:cNvPr>
                  <p:cNvSpPr txBox="1"/>
                  <p:nvPr/>
                </p:nvSpPr>
                <p:spPr>
                  <a:xfrm>
                    <a:off x="1600658" y="1517465"/>
                    <a:ext cx="354375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12</a:t>
                    </a:r>
                  </a:p>
                </p:txBody>
              </p:sp>
              <p:cxnSp>
                <p:nvCxnSpPr>
                  <p:cNvPr id="212" name="Straight Connector 211">
                    <a:extLst>
                      <a:ext uri="{FF2B5EF4-FFF2-40B4-BE49-F238E27FC236}">
                        <a16:creationId xmlns:a16="http://schemas.microsoft.com/office/drawing/2014/main" id="{A0017CAE-EDED-4F49-8110-CDA975C593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84282" y="1517825"/>
                    <a:ext cx="1187123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8" name="TextBox 207">
                    <a:extLst>
                      <a:ext uri="{FF2B5EF4-FFF2-40B4-BE49-F238E27FC236}">
                        <a16:creationId xmlns:a16="http://schemas.microsoft.com/office/drawing/2014/main" id="{BD0D2C09-F9B3-4946-8C44-D804A9863BBA}"/>
                      </a:ext>
                    </a:extLst>
                  </p:cNvPr>
                  <p:cNvSpPr txBox="1"/>
                  <p:nvPr/>
                </p:nvSpPr>
                <p:spPr>
                  <a:xfrm>
                    <a:off x="693298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208" name="TextBox 207">
                    <a:extLst>
                      <a:ext uri="{FF2B5EF4-FFF2-40B4-BE49-F238E27FC236}">
                        <a16:creationId xmlns:a16="http://schemas.microsoft.com/office/drawing/2014/main" id="{BD0D2C09-F9B3-4946-8C44-D804A9863B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298" y="1915936"/>
                    <a:ext cx="354375" cy="307825"/>
                  </a:xfrm>
                  <a:prstGeom prst="rect">
                    <a:avLst/>
                  </a:prstGeom>
                  <a:blipFill>
                    <a:blip r:embed="rId4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09873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</a:t>
            </a:r>
            <a:r>
              <a:rPr lang="en-AU"/>
              <a:t>page filled </a:t>
            </a:r>
            <a:r>
              <a:rPr lang="en-AU" dirty="0"/>
              <a:t>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55000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notes, finish any unanswered questions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1803344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2855</TotalTime>
  <Words>626</Words>
  <Application>Microsoft Macintosh PowerPoint</Application>
  <PresentationFormat>Widescreen</PresentationFormat>
  <Paragraphs>218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DJB Fancy Nancy</vt:lpstr>
      <vt:lpstr>Kiwi School Handwriting</vt:lpstr>
      <vt:lpstr>Office Theme</vt:lpstr>
      <vt:lpstr>Algebraic Fractions</vt:lpstr>
      <vt:lpstr>Five Questions (LHS)</vt:lpstr>
      <vt:lpstr>Learning Intentions</vt:lpstr>
      <vt:lpstr>But first, a game</vt:lpstr>
      <vt:lpstr>PowerPoint Presentation</vt:lpstr>
      <vt:lpstr>Do you understand? Fists of Five</vt:lpstr>
      <vt:lpstr>PowerPoint Presentation</vt:lpstr>
      <vt:lpstr>PowerPoint Presentation</vt:lpstr>
      <vt:lpstr>Notes Review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Algebraic Fractions</dc:title>
  <dc:creator>SUMMERS Brad [Baldivis Secondary College]</dc:creator>
  <cp:lastModifiedBy>SUMMERS Brad [Baldivis Secondary College]</cp:lastModifiedBy>
  <cp:revision>46</cp:revision>
  <dcterms:created xsi:type="dcterms:W3CDTF">2021-02-05T08:02:05Z</dcterms:created>
  <dcterms:modified xsi:type="dcterms:W3CDTF">2021-02-07T07:37:51Z</dcterms:modified>
</cp:coreProperties>
</file>