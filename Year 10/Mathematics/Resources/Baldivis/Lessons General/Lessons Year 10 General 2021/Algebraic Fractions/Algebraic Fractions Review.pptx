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8" r:id="rId2"/>
    <p:sldId id="259" r:id="rId3"/>
    <p:sldId id="336" r:id="rId4"/>
    <p:sldId id="330" r:id="rId5"/>
    <p:sldId id="284" r:id="rId6"/>
    <p:sldId id="286" r:id="rId7"/>
    <p:sldId id="321" r:id="rId8"/>
    <p:sldId id="322" r:id="rId9"/>
    <p:sldId id="323" r:id="rId10"/>
    <p:sldId id="331" r:id="rId11"/>
    <p:sldId id="285" r:id="rId12"/>
    <p:sldId id="332" r:id="rId13"/>
    <p:sldId id="324" r:id="rId14"/>
    <p:sldId id="325" r:id="rId15"/>
    <p:sldId id="326" r:id="rId16"/>
    <p:sldId id="276" r:id="rId17"/>
    <p:sldId id="277" r:id="rId18"/>
    <p:sldId id="261" r:id="rId19"/>
    <p:sldId id="333" r:id="rId20"/>
    <p:sldId id="327" r:id="rId21"/>
    <p:sldId id="334" r:id="rId22"/>
    <p:sldId id="335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22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19/2/21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99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220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343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61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85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99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928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29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14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37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34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22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40B6-225B-49BB-8988-BAB44A03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89C88-1697-4DDC-A559-7208A6C27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CF110-B2A4-483A-ADA0-2141C99C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8F45-1C76-435C-B753-7CA166E3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6ABF9-0EE7-441D-AD83-19C48B97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5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B018-4B84-4718-9142-DABDFE22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69AE-B3C5-4BB2-9AA4-03357A19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2225-FB2C-4C40-8F62-48D7FE59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20E53-56EE-48EF-ABF0-59F5AEB7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BC6BC-CAA6-4FD9-928F-04D2DCB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2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749B-81AF-476E-8EEF-FE77A675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B3446-944A-448E-BCB8-4B747FF0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EE5F3-D0AC-40B7-8786-16D46087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122D2-1BA7-4131-A86D-B1A8BAF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BF178-CDE9-450D-8852-2511C3E5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68BA-1A45-48DE-A696-66D3CB8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E659-E10D-48C1-B0C3-08FE9D4A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FBCD3-398D-4588-8CC0-C2B429CD5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1EFCE-7663-4CA3-88EB-786802A7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19/2/21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D65C5-0BED-470C-AA0D-6AE6373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53F79-B6C7-40B6-9E04-29A6C35F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5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CC35-708F-48A7-AC2B-D346EDD5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8C90A-72C2-4AAA-AD90-9AE3EC08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7D173-ECD3-4DBB-8D7B-38F22B05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0CA80-B5B3-4F7A-B3D9-07F3C8388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E796C-57B7-45D1-AE36-E182E2AD2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177FB-FF08-418F-9217-EA3F6C73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19/2/21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61780-D977-4531-91F7-9B8DB63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2436E-E0F0-450D-9191-594FF163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42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83D4-2F53-4730-B63B-8C2E2E66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E1F5F-59DF-4792-874D-A7B28CE7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19/2/21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4AF79-AF61-4264-848D-EEE3C0A0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EF858-59AB-4742-BD96-AF33F5C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1E2E6-BC2C-4957-AB1D-9B08278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19/2/21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BF7F9-0E55-46E1-94EA-34999953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4FAB8-48BF-4C89-A71A-2048D0B3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66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48BA-C20E-4F92-8CC2-2E8CE2F7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CCC6-F73C-48A2-9432-16E9D7E3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D8BD0-A270-4EF5-9B04-2304872E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8046E-4A60-48C3-AC6F-E511609B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19/2/21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38C3-5B19-4598-BFF7-AB7A9E9A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049C1-16E6-44A9-8838-EF4C500A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50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12B8-770C-4768-8AA8-9D74B6A6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F4F4D2-6377-4EC6-BD22-E52F6C88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57770-25F4-457E-B556-4CE6A64E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A36EA-DD80-4279-85D1-C40D129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19/2/21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B5086-F432-4B9A-8187-799F3547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FFCB0-54BE-41DF-93BB-17ECB4E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5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31A7-17DD-41D2-87DC-65449493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E4FA2-E59C-4308-96D1-AC91844D7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F240-EF90-4D4A-9CE8-F5C42210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A025-0C68-42FF-B9EA-F7F77163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5D0BB-E363-4F66-8543-8E3EE833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71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41EB6-B3C3-4059-9E19-8956A74BF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E6F54-857C-4234-ABA5-0A3C0472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2E581-0726-48E2-8477-37301DA7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E622A-3BA9-4606-BD67-CD715A10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6DE7C-67AA-4711-86D5-3D7FCF37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193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229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4620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610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D936E8-ABBC-4DA3-AB30-F850AFE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03025-19B6-4842-8DB1-6A818347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802F2-F5D8-4B94-93DB-380A1AC06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19/2/21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83A1D-E167-43BA-BBCD-2A3015D32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9E973-8FEE-46B5-BA55-3836D2C8E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8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Kiwi School Handwriting" panose="00000500000000000000" pitchFamily="2" charset="0"/>
              </a:rPr>
              <a:t>Maths</a:t>
            </a:r>
            <a:r>
              <a:rPr lang="en-US" sz="3200" b="1">
                <a:solidFill>
                  <a:srgbClr val="7C7F91"/>
                </a:solidFill>
                <a:latin typeface="Kiwi School Handwriting" panose="00000500000000000000" pitchFamily="2" charset="0"/>
              </a:rPr>
              <a:t> 10A</a:t>
            </a:r>
            <a:endParaRPr lang="en-US" sz="3200" b="1" dirty="0">
              <a:solidFill>
                <a:srgbClr val="7C7F91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Applying the four operations to algebraic fractions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711305"/>
            <a:ext cx="10820400" cy="4024125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to:</a:t>
            </a:r>
          </a:p>
          <a:p>
            <a:pPr marL="571500" indent="-571500"/>
            <a:r>
              <a:rPr lang="en-AU" sz="3900" dirty="0">
                <a:latin typeface="Kiwi School Handwriting" panose="00000500000000000000" pitchFamily="2" charset="0"/>
              </a:rPr>
              <a:t>Add and subtract algebraic fractions with a numerical denominator</a:t>
            </a:r>
          </a:p>
          <a:p>
            <a:pPr marL="571500" indent="-571500"/>
            <a:r>
              <a:rPr lang="en-AU" sz="3900" dirty="0">
                <a:latin typeface="Kiwi School Handwriting" panose="00000500000000000000" pitchFamily="2" charset="0"/>
              </a:rPr>
              <a:t>Multiply and Divide algebraic fractions with a numerical denominator</a:t>
            </a:r>
          </a:p>
          <a:p>
            <a:pPr marL="571500" indent="-571500"/>
            <a:endParaRPr lang="en-AU" sz="3900" dirty="0">
              <a:latin typeface="Kiwi School Handwriting" panose="00000500000000000000" pitchFamily="2" charset="0"/>
            </a:endParaRP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661932"/>
              </p:ext>
            </p:extLst>
          </p:nvPr>
        </p:nvGraphicFramePr>
        <p:xfrm>
          <a:off x="1204214" y="465835"/>
          <a:ext cx="9671050" cy="5936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Document" r:id="rId3" imgW="8978900" imgH="5511800" progId="Word.Document.8">
                  <p:embed/>
                </p:oleObj>
              </mc:Choice>
              <mc:Fallback>
                <p:oleObj name="Document" r:id="rId3" imgW="8978900" imgH="5511800" progId="Word.Documen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4214" y="465835"/>
                        <a:ext cx="9671050" cy="5936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223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252" y="8118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40" y="2549182"/>
            <a:ext cx="10058400" cy="26695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94" y="1366490"/>
            <a:ext cx="10246693" cy="118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65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first, a game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8750" y="2030439"/>
            <a:ext cx="8234500" cy="230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434149"/>
            <a:ext cx="4064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Notice any patterns?</a:t>
            </a:r>
          </a:p>
        </p:txBody>
      </p:sp>
    </p:spTree>
    <p:extLst>
      <p:ext uri="{BB962C8B-B14F-4D97-AF65-F5344CB8AC3E}">
        <p14:creationId xmlns:p14="http://schemas.microsoft.com/office/powerpoint/2010/main" val="49269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0991" y="-94976"/>
            <a:ext cx="10515600" cy="1325563"/>
          </a:xfrm>
        </p:spPr>
        <p:txBody>
          <a:bodyPr/>
          <a:lstStyle/>
          <a:p>
            <a:r>
              <a:rPr lang="en-GB"/>
              <a:t>Think-Pair-Share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26815" y="988268"/>
            <a:ext cx="10515600" cy="4351338"/>
          </a:xfrm>
        </p:spPr>
        <p:txBody>
          <a:bodyPr/>
          <a:lstStyle/>
          <a:p>
            <a:r>
              <a:rPr lang="en-GB" dirty="0"/>
              <a:t>With a partner, discuss and figure out how you might factorise these fractions.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56967" y="2213621"/>
                <a:ext cx="2880320" cy="9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7</m:t>
                          </m:r>
                          <m:r>
                            <a:rPr lang="en-GB" sz="2800" i="1">
                              <a:latin typeface="Cambria Math"/>
                            </a:rPr>
                            <m:t>𝑥</m:t>
                          </m:r>
                          <m:r>
                            <a:rPr lang="en-GB" sz="2800" i="1">
                              <a:latin typeface="Cambria Math"/>
                            </a:rPr>
                            <m:t> −35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21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67" y="2213621"/>
                <a:ext cx="2880320" cy="90774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61730" y="3137277"/>
                <a:ext cx="288032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/>
                            </a:rPr>
                            <m:t>+15</m:t>
                          </m:r>
                          <m:r>
                            <a:rPr lang="en-GB" sz="2800" i="1"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27</m:t>
                          </m:r>
                          <m:r>
                            <a:rPr lang="en-GB" sz="2800" i="1">
                              <a:latin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730" y="3137277"/>
                <a:ext cx="2880320" cy="95410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74785" y="4309067"/>
                <a:ext cx="2880320" cy="1030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6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/>
                            </a:rPr>
                            <m:t>𝑦</m:t>
                          </m:r>
                          <m:r>
                            <a:rPr lang="en-GB" sz="2800" i="1">
                              <a:latin typeface="Cambria Math"/>
                            </a:rPr>
                            <m:t>+18</m:t>
                          </m:r>
                          <m:r>
                            <a:rPr lang="en-GB" sz="2800" i="1"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21</m:t>
                          </m:r>
                          <m:r>
                            <a:rPr lang="en-GB" sz="2800" i="1">
                              <a:latin typeface="Cambria Math"/>
                            </a:rPr>
                            <m:t>𝑥𝑦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85" y="4309067"/>
                <a:ext cx="2880320" cy="103053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756967" y="2235446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756967" y="3258761"/>
            <a:ext cx="432048" cy="43204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756967" y="4393990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523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97722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48454" y="1798695"/>
            <a:ext cx="10633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Algebraic fractions are fractions that involve algebraic expressions, rather than only numbers. The algebraic part may be in the numerator or denominator. They are added, subtracted, multiplied and divided </a:t>
            </a:r>
            <a:r>
              <a:rPr lang="en-US" sz="2400" b="1" i="1" dirty="0"/>
              <a:t>in the same way as ordinary fractions</a:t>
            </a:r>
            <a:endParaRPr lang="en-US" sz="2400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1588" y="1798695"/>
            <a:ext cx="10532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</a:t>
            </a:r>
          </a:p>
          <a:p>
            <a:r>
              <a:rPr lang="en-US" dirty="0"/>
              <a:t>they?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8" y="3220279"/>
            <a:ext cx="12547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Adding</a:t>
            </a:r>
          </a:p>
          <a:p>
            <a:r>
              <a:rPr lang="en-US" dirty="0"/>
              <a:t>and</a:t>
            </a:r>
          </a:p>
          <a:p>
            <a:r>
              <a:rPr lang="en-US" dirty="0"/>
              <a:t>Subtracting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335888" y="3146306"/>
            <a:ext cx="10273016" cy="219100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Just as with numerical fractions, the denominators must be the same before you can add or subtract fractions. You are looking for the </a:t>
            </a:r>
            <a:r>
              <a:rPr lang="en-GB" sz="2400" i="1" dirty="0"/>
              <a:t>lowest common denominator </a:t>
            </a:r>
            <a:r>
              <a:rPr lang="en-GB" sz="2400" dirty="0"/>
              <a:t>(LCD)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173" y="4857474"/>
            <a:ext cx="4305300" cy="1397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155" y="4967981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Ex:</a:t>
            </a:r>
          </a:p>
        </p:txBody>
      </p:sp>
    </p:spTree>
    <p:extLst>
      <p:ext uri="{BB962C8B-B14F-4D97-AF65-F5344CB8AC3E}">
        <p14:creationId xmlns:p14="http://schemas.microsoft.com/office/powerpoint/2010/main" val="146654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131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64" y="1889070"/>
            <a:ext cx="4305300" cy="1397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368" y="3594061"/>
            <a:ext cx="7759700" cy="10541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908" y="5647434"/>
            <a:ext cx="7721600" cy="711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564" y="4762253"/>
            <a:ext cx="82804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2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131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004" y="2095000"/>
            <a:ext cx="7797800" cy="660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992" y="4119006"/>
            <a:ext cx="7797800" cy="635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844" y="3053295"/>
            <a:ext cx="83947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7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97722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192" y="1756829"/>
            <a:ext cx="3183151" cy="7481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2619530"/>
            <a:ext cx="7454900" cy="1003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3766174"/>
            <a:ext cx="8699500" cy="622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4593715"/>
            <a:ext cx="8064500" cy="584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5383156"/>
            <a:ext cx="7683500" cy="609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844" y="6179209"/>
            <a:ext cx="6680200" cy="571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551901" y="1918183"/>
                <a:ext cx="4277005" cy="701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charset="0"/>
                        </a:rPr>
                        <m:t>𝑁𝑜𝑤</m:t>
                      </m:r>
                      <m:r>
                        <a:rPr lang="en-CA" sz="2400" b="0" i="1" smtClean="0">
                          <a:latin typeface="Cambria Math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charset="0"/>
                        </a:rPr>
                        <m:t>𝑡𝑟𝑦</m:t>
                      </m:r>
                      <m:r>
                        <a:rPr lang="en-CA" sz="2400" b="0" i="1" smtClean="0">
                          <a:latin typeface="Cambria Math" charset="0"/>
                        </a:rPr>
                        <m:t>: </m:t>
                      </m:r>
                      <m:f>
                        <m:fPr>
                          <m:ctrlPr>
                            <a:rPr lang="mr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charset="0"/>
                            </a:rPr>
                            <m:t>9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𝑚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+2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r>
                        <a:rPr lang="en-CA" sz="2400" b="0" i="1" smtClean="0">
                          <a:latin typeface="Cambria Math" charset="0"/>
                        </a:rPr>
                        <m:t> − </m:t>
                      </m:r>
                      <m:f>
                        <m:fPr>
                          <m:ctrlPr>
                            <a:rPr lang="mr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charset="0"/>
                            </a:rPr>
                            <m:t>8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𝑚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 −5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1901" y="1918183"/>
                <a:ext cx="4277005" cy="70134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xplosion 2 18"/>
          <p:cNvSpPr/>
          <p:nvPr/>
        </p:nvSpPr>
        <p:spPr>
          <a:xfrm>
            <a:off x="6096001" y="1196496"/>
            <a:ext cx="7728948" cy="2132355"/>
          </a:xfrm>
          <a:prstGeom prst="irregularSeal2">
            <a:avLst/>
          </a:prstGeom>
          <a:noFill/>
          <a:ln w="60325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5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287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83" y="476504"/>
            <a:ext cx="4607419" cy="5232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391" y="1521968"/>
            <a:ext cx="9410121" cy="8188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391" y="3098546"/>
            <a:ext cx="10227735" cy="6931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391" y="4768596"/>
            <a:ext cx="10146701" cy="70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3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179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3343" y="1877568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Multiplying</a:t>
            </a:r>
          </a:p>
          <a:p>
            <a:r>
              <a:rPr lang="en-US" dirty="0"/>
              <a:t>and</a:t>
            </a:r>
          </a:p>
          <a:p>
            <a:r>
              <a:rPr lang="en-US" dirty="0"/>
              <a:t>Dividing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200" y="1933056"/>
            <a:ext cx="3450439" cy="4362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032" y="166544"/>
            <a:ext cx="8496300" cy="1257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200" y="3975100"/>
            <a:ext cx="520700" cy="88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451" y="3458821"/>
            <a:ext cx="9271000" cy="1422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105" y="5097547"/>
            <a:ext cx="8953500" cy="685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201" y="2487916"/>
            <a:ext cx="4453170" cy="84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9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93" y="2123848"/>
            <a:ext cx="9029700" cy="736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83" y="3270250"/>
            <a:ext cx="9080500" cy="876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100" y="3708400"/>
            <a:ext cx="508000" cy="38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21" y="4584700"/>
            <a:ext cx="9045682" cy="1524000"/>
          </a:xfrm>
          <a:prstGeom prst="rect">
            <a:avLst/>
          </a:prstGeom>
        </p:spPr>
      </p:pic>
      <p:cxnSp>
        <p:nvCxnSpPr>
          <p:cNvPr id="9" name="Straight Connector 8"/>
          <p:cNvCxnSpPr>
            <a:cxnSpLocks/>
          </p:cNvCxnSpPr>
          <p:nvPr/>
        </p:nvCxnSpPr>
        <p:spPr>
          <a:xfrm>
            <a:off x="11131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Left Arrow 12"/>
          <p:cNvSpPr/>
          <p:nvPr/>
        </p:nvSpPr>
        <p:spPr>
          <a:xfrm>
            <a:off x="9931555" y="3581350"/>
            <a:ext cx="524256" cy="2824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0534890" y="3331001"/>
            <a:ext cx="15376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The crucial</a:t>
            </a:r>
          </a:p>
          <a:p>
            <a:pPr algn="ctr"/>
            <a:r>
              <a:rPr lang="en-US" sz="2400" dirty="0"/>
              <a:t>step</a:t>
            </a:r>
          </a:p>
        </p:txBody>
      </p:sp>
    </p:spTree>
    <p:extLst>
      <p:ext uri="{BB962C8B-B14F-4D97-AF65-F5344CB8AC3E}">
        <p14:creationId xmlns:p14="http://schemas.microsoft.com/office/powerpoint/2010/main" val="125925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131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914" y="1899318"/>
            <a:ext cx="3635382" cy="7631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97" y="2902243"/>
            <a:ext cx="7759700" cy="965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97" y="4181621"/>
            <a:ext cx="7683500" cy="584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847" y="5079997"/>
            <a:ext cx="7772400" cy="609600"/>
          </a:xfrm>
          <a:prstGeom prst="rect">
            <a:avLst/>
          </a:prstGeom>
        </p:spPr>
      </p:pic>
      <p:sp>
        <p:nvSpPr>
          <p:cNvPr id="13" name="Left Arrow 12"/>
          <p:cNvSpPr/>
          <p:nvPr/>
        </p:nvSpPr>
        <p:spPr>
          <a:xfrm>
            <a:off x="9012970" y="4248716"/>
            <a:ext cx="408079" cy="2250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651821" y="4140729"/>
            <a:ext cx="147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FOIL Method!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498264" y="5934360"/>
                <a:ext cx="3568734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charset="0"/>
                        </a:rPr>
                        <m:t>𝑁𝑜𝑤</m:t>
                      </m:r>
                      <m:r>
                        <a:rPr lang="en-CA" sz="2400" b="0" i="1" smtClean="0">
                          <a:latin typeface="Cambria Math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charset="0"/>
                        </a:rPr>
                        <m:t>𝑇𝑟𝑦</m:t>
                      </m:r>
                      <m:r>
                        <a:rPr lang="en-CA" sz="2400" b="0" i="1" smtClean="0">
                          <a:latin typeface="Cambria Math" charset="0"/>
                        </a:rPr>
                        <m:t>: </m:t>
                      </m:r>
                      <m:f>
                        <m:fPr>
                          <m:ctrlPr>
                            <a:rPr lang="mr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charset="0"/>
                            </a:rPr>
                            <m:t>2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𝑘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+3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charset="0"/>
                            </a:rPr>
                            <m:t>5</m:t>
                          </m:r>
                        </m:den>
                      </m:f>
                      <m:r>
                        <a:rPr lang="en-CA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÷</m:t>
                      </m:r>
                      <m:r>
                        <a:rPr lang="en-CA" sz="2400" b="0" i="1" smtClean="0">
                          <a:latin typeface="Cambria Math" charset="0"/>
                        </a:rPr>
                        <m:t> </m:t>
                      </m:r>
                      <m:f>
                        <m:fPr>
                          <m:ctrlPr>
                            <a:rPr lang="mr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charset="0"/>
                            </a:rPr>
                            <m:t>𝑘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 −4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264" y="5934360"/>
                <a:ext cx="3568734" cy="70121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389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1" descr="BrainTeasers43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471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468108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1" descr="BrainTeasers43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471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193650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734" y="7988"/>
            <a:ext cx="5298884" cy="685001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0708" y="404949"/>
            <a:ext cx="4206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Does no one? </a:t>
            </a:r>
          </a:p>
          <a:p>
            <a:r>
              <a:rPr lang="en-US" sz="3600" dirty="0"/>
              <a:t>Show of thumbs</a:t>
            </a:r>
          </a:p>
        </p:txBody>
      </p:sp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47" y="755904"/>
            <a:ext cx="10496919" cy="20726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47" y="3486912"/>
            <a:ext cx="10930520" cy="148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92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643375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3343" y="1756831"/>
            <a:ext cx="15647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when</a:t>
            </a:r>
          </a:p>
          <a:p>
            <a:r>
              <a:rPr lang="en-US" dirty="0"/>
              <a:t>the algebraic part</a:t>
            </a:r>
          </a:p>
          <a:p>
            <a:r>
              <a:rPr lang="en-US" dirty="0"/>
              <a:t>is in the denominator?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1771470"/>
            <a:ext cx="7073900" cy="1206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1" y="3004727"/>
            <a:ext cx="9207500" cy="1739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900" y="3670300"/>
            <a:ext cx="165100" cy="114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4815106"/>
            <a:ext cx="9067800" cy="1333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1" y="6130145"/>
            <a:ext cx="8077200" cy="660400"/>
          </a:xfrm>
          <a:prstGeom prst="rect">
            <a:avLst/>
          </a:prstGeom>
        </p:spPr>
      </p:pic>
      <p:sp>
        <p:nvSpPr>
          <p:cNvPr id="13" name="Left Arrow 12"/>
          <p:cNvSpPr/>
          <p:nvPr/>
        </p:nvSpPr>
        <p:spPr>
          <a:xfrm>
            <a:off x="9168384" y="2234772"/>
            <a:ext cx="502921" cy="2560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945553" y="2116374"/>
            <a:ext cx="2036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Now you try b)</a:t>
            </a:r>
          </a:p>
        </p:txBody>
      </p:sp>
    </p:spTree>
    <p:extLst>
      <p:ext uri="{BB962C8B-B14F-4D97-AF65-F5344CB8AC3E}">
        <p14:creationId xmlns:p14="http://schemas.microsoft.com/office/powerpoint/2010/main" val="173715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00"/>
            <a:ext cx="10804774" cy="517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37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3" y="690372"/>
            <a:ext cx="11107071" cy="61676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2408" y="105597"/>
            <a:ext cx="1526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Exit Slip</a:t>
            </a:r>
          </a:p>
        </p:txBody>
      </p:sp>
    </p:spTree>
    <p:extLst>
      <p:ext uri="{BB962C8B-B14F-4D97-AF65-F5344CB8AC3E}">
        <p14:creationId xmlns:p14="http://schemas.microsoft.com/office/powerpoint/2010/main" val="1012035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5554" y="2599509"/>
            <a:ext cx="83488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Nelson Worksheet </a:t>
            </a:r>
            <a:r>
              <a:rPr lang="mr-IN" sz="4000" dirty="0"/>
              <a:t>–</a:t>
            </a:r>
            <a:r>
              <a:rPr lang="en-US" sz="4000" dirty="0"/>
              <a:t> Algebraic Fractions</a:t>
            </a:r>
          </a:p>
        </p:txBody>
      </p:sp>
    </p:spTree>
    <p:extLst>
      <p:ext uri="{BB962C8B-B14F-4D97-AF65-F5344CB8AC3E}">
        <p14:creationId xmlns:p14="http://schemas.microsoft.com/office/powerpoint/2010/main" val="55537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418</Words>
  <Application>Microsoft Macintosh PowerPoint</Application>
  <PresentationFormat>Widescreen</PresentationFormat>
  <Paragraphs>99</Paragraphs>
  <Slides>23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Kiwi School Handwriting</vt:lpstr>
      <vt:lpstr>Office Theme</vt:lpstr>
      <vt:lpstr>Document</vt:lpstr>
      <vt:lpstr>Applying the four operations to algebraic fractions</vt:lpstr>
      <vt:lpstr>Learning Intentions</vt:lpstr>
      <vt:lpstr>PowerPoint Presentation</vt:lpstr>
      <vt:lpstr>Learning Intentions</vt:lpstr>
      <vt:lpstr>But first, a game</vt:lpstr>
      <vt:lpstr>Think-Pair-Share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SUMMERS Brad [Baldivis Secondary College]</cp:lastModifiedBy>
  <cp:revision>58</cp:revision>
  <cp:lastPrinted>2020-06-08T03:00:23Z</cp:lastPrinted>
  <dcterms:created xsi:type="dcterms:W3CDTF">2018-02-06T06:15:13Z</dcterms:created>
  <dcterms:modified xsi:type="dcterms:W3CDTF">2021-02-19T00:06:14Z</dcterms:modified>
</cp:coreProperties>
</file>