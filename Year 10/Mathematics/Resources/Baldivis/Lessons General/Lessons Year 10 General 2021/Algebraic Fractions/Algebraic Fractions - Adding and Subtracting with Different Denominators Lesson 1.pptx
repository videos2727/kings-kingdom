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310" r:id="rId3"/>
    <p:sldId id="258" r:id="rId4"/>
    <p:sldId id="259" r:id="rId5"/>
    <p:sldId id="311" r:id="rId6"/>
    <p:sldId id="280" r:id="rId7"/>
    <p:sldId id="260" r:id="rId8"/>
    <p:sldId id="278" r:id="rId9"/>
    <p:sldId id="329" r:id="rId10"/>
    <p:sldId id="330" r:id="rId11"/>
    <p:sldId id="292" r:id="rId12"/>
    <p:sldId id="29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18" autoAdjust="0"/>
    <p:restoredTop sz="81761" autoAdjust="0"/>
  </p:normalViewPr>
  <p:slideViewPr>
    <p:cSldViewPr snapToGrid="0">
      <p:cViewPr varScale="1">
        <p:scale>
          <a:sx n="100" d="100"/>
          <a:sy n="100" d="100"/>
        </p:scale>
        <p:origin x="1296" y="1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4669B-1750-49C0-B012-5E5A5ABE2BD9}" type="datetimeFigureOut">
              <a:rPr lang="en-AU" smtClean="0"/>
              <a:t>5/2/21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41D79-CBCF-4018-BCA4-14B08B938F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3912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73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AB8D5-9DE5-40AC-BDE2-BCAED798ED7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841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2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11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678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89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10B2F4-13B3-472F-9C24-063912BA975A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2363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5258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4821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4188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0F1D6-F853-4154-BEEB-A7B59BE15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736570-5EF7-442C-9AA5-F8DE4CA76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867A5-D262-4C68-88F7-B3A207AD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5/2/21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46A64-D0C5-4228-A8D6-B49FAB7B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4C42F-2D85-4A7D-A06A-72FE27547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9442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2A9C1-83BE-4181-AD7C-E31F3FD7F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6D105-BEE5-4A80-A79F-FC26A414E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EC6D5-09B7-4CC3-9CBF-38369FA82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5/2/21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554F2-0347-4B7A-BC7A-6967A40D2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2E734-EC07-4C08-A0FA-D5F17F25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822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6321-A830-4841-8ECD-73C6F654D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8A2CD-DF9B-4BA0-B2EA-57DB2F045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E0CEC-7EB0-4F28-BCD2-74DE1CC89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5/2/21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2B3EA-89B9-46D0-84B3-31B630E53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F168B-E0D3-4072-9DAF-ABB9C8168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4845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97C3B-7368-404B-AFF8-503E7ED74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76042-59DF-4692-B1E6-634EF16818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B3064-65D9-448A-9584-B968195B6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2C155-6EF9-469C-BCD5-B1590A81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5/2/21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51A5F-AF97-43F7-9CEF-B35527ED5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C175D-9C52-41A2-90F2-0AF7E05DE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223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65945-F9E3-4327-92AC-B1150A7C2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91E5A-93DB-4AA8-B75B-EDC2AEE8F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C64736-AB45-4766-8595-8F79BDDA2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D07F1A-100D-4224-93B5-BC410048C1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F610C8-5F52-4789-B6FC-78EAEC68B4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124294-561A-4F84-9D12-FC4AA6EE3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5/2/21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F46F91-299E-4F00-8047-D9E242BF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C5F67A-844E-4B42-9A73-3A210B799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8423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6A735-A1D8-4C0D-A1A8-8647E9853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9DCCD-4CA9-4698-8836-4FEC75DC3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5/2/21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CA7238-47E2-41E9-9D9C-98CE30E2C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96770-64BB-4181-8E17-0226CE26A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445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5AF7E8-5FA5-45BC-8901-02A42AB80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5/2/21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003E5E-5500-4BA1-90FF-039FA5B3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C5CA9-84C2-4323-A442-4721CBE2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1247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2E9B3-0439-431D-958E-A193DB316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2F988-573F-46A8-9BDE-6685C191B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2AA59-884F-4C43-89F5-F22A768FF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1C9B0-D87F-483E-A06A-E985B6853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5/2/21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B3DAA-88E2-4BFB-AD8E-87BA78E5E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3FC7E-28F4-4DCF-B30A-3A229B4D9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0647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6C46-52EE-4A24-9E3E-65664E470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84814C-FBC5-4186-9886-73C99154BA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90192-43D0-413D-9787-64E0A7A6D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0EFC2-B71F-4151-B0F3-9FDF464BB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5/2/21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41965-B20A-40DE-9ECD-DE3B960A3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BE797-9D0B-4A18-A6D0-88D185094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87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AAF11-D7C9-4F31-88F0-DA23A8E31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321D9-DE64-4214-9F3E-5811B0D93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3D6D3-D989-4086-A6D5-7E73DD0A5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5/2/21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B7726-4CBE-422C-9ED0-5C576B0C6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D39C9-09BD-46D7-A3AB-18DBA6EDF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6810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735C5E-6A71-42EB-B9C8-D850031D51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DB974-84D7-4447-ABB6-295E291C0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6D805-142B-402D-B163-837571219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5/2/21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2D7F8-6FEF-4443-BB19-F5377D893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EED9D-99D8-4542-BD2B-843C211B7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279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3734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600CE-E645-444C-8980-04F228151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4BBA3-2632-4B50-8C16-7E35E84ED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3DD38-71ED-4A49-8CD2-764438D15D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BF126-959F-4901-946C-1EDF41A987A0}" type="datetimeFigureOut">
              <a:rPr lang="en-AU" smtClean="0"/>
              <a:t>5/2/21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5701D-2CDD-4849-8953-AEDCC1427A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AB26F-0364-4556-9409-DE3534D6D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053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1611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Algebraic Fractions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2051" y="4145865"/>
            <a:ext cx="9652164" cy="1261011"/>
          </a:xfrm>
        </p:spPr>
        <p:txBody>
          <a:bodyPr>
            <a:normAutofit/>
          </a:bodyPr>
          <a:lstStyle/>
          <a:p>
            <a:endParaRPr lang="en-US" sz="32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98B30-C37E-4941-A491-474E43AA8F04}"/>
              </a:ext>
            </a:extLst>
          </p:cNvPr>
          <p:cNvSpPr/>
          <p:nvPr/>
        </p:nvSpPr>
        <p:spPr>
          <a:xfrm>
            <a:off x="355600" y="3105835"/>
            <a:ext cx="1153160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endParaRPr lang="en-AU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algn="ctr"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does having different denominators affect how we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86B6-DDD6-4B8D-B8A6-04954664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980" y="1975720"/>
            <a:ext cx="9720072" cy="1499616"/>
          </a:xfrm>
        </p:spPr>
        <p:txBody>
          <a:bodyPr/>
          <a:lstStyle/>
          <a:p>
            <a:r>
              <a:rPr lang="en-AU" dirty="0"/>
              <a:t>Five Questions (LHS)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5158" y="3356811"/>
                <a:ext cx="9720073" cy="4023360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AU" dirty="0">
                    <a:latin typeface="Calibri" panose="020F0502020204030204" pitchFamily="34" charset="0"/>
                    <a:cs typeface="Calibri" panose="020F0502020204030204" pitchFamily="34" charset="0"/>
                  </a:rPr>
                  <a:t>Expand the following: 3(x + 4)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CA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Simplify the following: 4x</a:t>
                </a:r>
                <a:r>
                  <a:rPr lang="en-CA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</a:t>
                </a:r>
                <a:r>
                  <a:rPr lang="en-CA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÷</m:t>
                    </m:r>
                    <m:r>
                      <a:rPr lang="en-CA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2x</a:t>
                </a:r>
                <a:r>
                  <a:rPr lang="en-US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Simplify the following: 3a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4a</a:t>
                </a:r>
                <a:r>
                  <a:rPr lang="en-US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CA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Simplify the following: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5</m:t>
                        </m:r>
                      </m:den>
                    </m:f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Simplify the following: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 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den>
                    </m:f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5158" y="3356811"/>
                <a:ext cx="9720073" cy="4023360"/>
              </a:xfrm>
              <a:blipFill>
                <a:blip r:embed="rId3"/>
                <a:stretch>
                  <a:fillRect l="-1305" t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415147" y="182716"/>
            <a:ext cx="6549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Topic: Algebraic Fractions</a:t>
            </a:r>
            <a:endParaRPr lang="en-AU" sz="3200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5147" y="705936"/>
            <a:ext cx="109584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chemeClr val="tx2"/>
                </a:solidFill>
              </a:rPr>
              <a:t>EQ – </a:t>
            </a:r>
            <a:r>
              <a:rPr lang="en-AU" sz="3200" dirty="0">
                <a:solidFill>
                  <a:schemeClr val="tx2"/>
                </a:solidFill>
                <a:latin typeface="Kiwi School Handwriting" panose="00000500000000000000" pitchFamily="2" charset="0"/>
              </a:rPr>
              <a:t>How does having different denominators affect how we add and subtract fractions?</a:t>
            </a:r>
            <a:endParaRPr lang="en-A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51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endParaRPr lang="en-US" sz="2400" dirty="0"/>
          </a:p>
          <a:p>
            <a:r>
              <a:rPr lang="en-US" sz="2400" dirty="0"/>
              <a:t>Define the steps taken to get a Lowest Common Denominator (LCD)</a:t>
            </a:r>
          </a:p>
          <a:p>
            <a:r>
              <a:rPr lang="en-US" sz="2400" dirty="0"/>
              <a:t>Apply LCD to fractions with different denominators</a:t>
            </a:r>
          </a:p>
          <a:p>
            <a:r>
              <a:rPr lang="en-US" sz="2400" dirty="0"/>
              <a:t>Add and subtract fractions with different denominators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DDE2BA40-28F0-4CA8-B0D1-A0A7C2033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6782" y="2561325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75D1C9-0000-4308-A15C-121A5D4D718F}"/>
              </a:ext>
            </a:extLst>
          </p:cNvPr>
          <p:cNvSpPr txBox="1"/>
          <p:nvPr/>
        </p:nvSpPr>
        <p:spPr>
          <a:xfrm>
            <a:off x="10051142" y="4194013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826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9"/>
            <a:ext cx="11643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does having different denominators affect how we add and subtract fractions?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9655" y="1389955"/>
            <a:ext cx="12090759" cy="1200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</a:rPr>
              <a:t>First, a quick review: How do we add and subtract normal fractions that have different denominators?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2B4515-1276-4ABB-B8DB-1EF802BD6915}"/>
                  </a:ext>
                </a:extLst>
              </p:cNvPr>
              <p:cNvSpPr txBox="1"/>
              <p:nvPr/>
            </p:nvSpPr>
            <p:spPr>
              <a:xfrm>
                <a:off x="933505" y="2361617"/>
                <a:ext cx="10901297" cy="1134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Ex: 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z="2800" b="0" i="0" smtClean="0">
                        <a:latin typeface="Cambria Math" panose="02040503050406030204" pitchFamily="18" charset="0"/>
                      </a:rPr>
                      <m:t>implify</m:t>
                    </m:r>
                    <m:r>
                      <a:rPr lang="en-CA" sz="2800" b="0" i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CA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/>
                  <a:t> ? </a:t>
                </a:r>
              </a:p>
              <a:p>
                <a:r>
                  <a:rPr lang="en-AU" sz="2800" dirty="0"/>
                  <a:t>How would you solve this? What are the steps do you need to take?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2B4515-1276-4ABB-B8DB-1EF802BD6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505" y="2361617"/>
                <a:ext cx="10901297" cy="1134798"/>
              </a:xfrm>
              <a:prstGeom prst="rect">
                <a:avLst/>
              </a:prstGeom>
              <a:blipFill>
                <a:blip r:embed="rId3"/>
                <a:stretch>
                  <a:fillRect l="-1164" b="-13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905CE80-0DA7-284C-91A8-672D65D4E792}"/>
              </a:ext>
            </a:extLst>
          </p:cNvPr>
          <p:cNvSpPr txBox="1"/>
          <p:nvPr/>
        </p:nvSpPr>
        <p:spPr>
          <a:xfrm>
            <a:off x="191345" y="4045907"/>
            <a:ext cx="117710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Think</a:t>
            </a:r>
            <a:r>
              <a:rPr lang="en-US" sz="2400" dirty="0"/>
              <a:t>- On your own, you have two minutes to think of the steps needed to solve this question</a:t>
            </a:r>
          </a:p>
          <a:p>
            <a:endParaRPr lang="en-US" sz="2400" dirty="0"/>
          </a:p>
          <a:p>
            <a:r>
              <a:rPr lang="en-US" sz="2400" b="1" dirty="0"/>
              <a:t>Pair</a:t>
            </a:r>
            <a:r>
              <a:rPr lang="en-US" sz="2400" dirty="0"/>
              <a:t>- You and a shoulder partner will compare thoughts and come up with a consensus</a:t>
            </a:r>
          </a:p>
          <a:p>
            <a:endParaRPr lang="en-US" sz="2400" dirty="0"/>
          </a:p>
          <a:p>
            <a:r>
              <a:rPr lang="en-US" sz="2400" b="1" dirty="0"/>
              <a:t>Share</a:t>
            </a:r>
            <a:r>
              <a:rPr lang="en-US" sz="2400" dirty="0"/>
              <a:t> – As a class, we will share ideas and come up with a concrete list of the steps taken to solve the above question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826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9"/>
            <a:ext cx="11746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does having different denominators affect how we add and subtract fractions?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9655" y="1389955"/>
            <a:ext cx="12090759" cy="1200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</a:rPr>
              <a:t>IMPORTANT: When adding and subtracting algebraic fractions, the same rules apply as with normal fractions – The denominator </a:t>
            </a:r>
            <a:r>
              <a:rPr lang="en-US" sz="2400" b="1" u="sng" dirty="0">
                <a:solidFill>
                  <a:prstClr val="black"/>
                </a:solidFill>
              </a:rPr>
              <a:t>must</a:t>
            </a:r>
            <a:r>
              <a:rPr lang="en-US" sz="2400" dirty="0">
                <a:solidFill>
                  <a:prstClr val="black"/>
                </a:solidFill>
              </a:rPr>
              <a:t> be the same.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A972A5-1F75-1C44-B2E3-2A068A26FEC3}"/>
                  </a:ext>
                </a:extLst>
              </p:cNvPr>
              <p:cNvSpPr txBox="1"/>
              <p:nvPr/>
            </p:nvSpPr>
            <p:spPr>
              <a:xfrm>
                <a:off x="99654" y="2434140"/>
                <a:ext cx="12092346" cy="47574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CA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US" sz="2800" b="1" dirty="0">
                    <a:solidFill>
                      <a:prstClr val="black"/>
                    </a:solidFill>
                    <a:latin typeface="Calibri" panose="020F0502020204030204"/>
                  </a:rPr>
                  <a:t>Step 1: </a:t>
                </a:r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Denominators aren’t the same, so find the Lowest Common Multiple of 9 and 3.</a:t>
                </a:r>
              </a:p>
              <a:p>
                <a:pPr defTabSz="914126"/>
                <a:endParaRPr lang="en-US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Multiples of 9: 9, 18, 27</a:t>
                </a:r>
              </a:p>
              <a:p>
                <a:pPr defTabSz="914126"/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Multiples of 3: 3, 6, 9</a:t>
                </a:r>
              </a:p>
              <a:p>
                <a:pPr defTabSz="914126"/>
                <a:endParaRPr lang="en-US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endParaRPr lang="en-US" sz="2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A972A5-1F75-1C44-B2E3-2A068A26F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54" y="2434140"/>
                <a:ext cx="12092346" cy="4757456"/>
              </a:xfrm>
              <a:prstGeom prst="rect">
                <a:avLst/>
              </a:prstGeom>
              <a:blipFill>
                <a:blip r:embed="rId3"/>
                <a:stretch>
                  <a:fillRect l="-1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oughnut 1">
            <a:extLst>
              <a:ext uri="{FF2B5EF4-FFF2-40B4-BE49-F238E27FC236}">
                <a16:creationId xmlns:a16="http://schemas.microsoft.com/office/drawing/2014/main" id="{C2A63AAC-25B9-9540-8CE5-45465F57C446}"/>
              </a:ext>
            </a:extLst>
          </p:cNvPr>
          <p:cNvSpPr/>
          <p:nvPr/>
        </p:nvSpPr>
        <p:spPr>
          <a:xfrm>
            <a:off x="2254685" y="5173249"/>
            <a:ext cx="388307" cy="726510"/>
          </a:xfrm>
          <a:prstGeom prst="donu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Doughnut 17">
            <a:extLst>
              <a:ext uri="{FF2B5EF4-FFF2-40B4-BE49-F238E27FC236}">
                <a16:creationId xmlns:a16="http://schemas.microsoft.com/office/drawing/2014/main" id="{D6516863-E8D3-2A46-859F-DD8C631C0BB6}"/>
              </a:ext>
            </a:extLst>
          </p:cNvPr>
          <p:cNvSpPr/>
          <p:nvPr/>
        </p:nvSpPr>
        <p:spPr>
          <a:xfrm>
            <a:off x="2965885" y="5702940"/>
            <a:ext cx="388307" cy="726510"/>
          </a:xfrm>
          <a:prstGeom prst="donu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A5C063-3044-C246-BDE7-A521B40A35FC}"/>
              </a:ext>
            </a:extLst>
          </p:cNvPr>
          <p:cNvSpPr txBox="1"/>
          <p:nvPr/>
        </p:nvSpPr>
        <p:spPr>
          <a:xfrm>
            <a:off x="4257590" y="5433981"/>
            <a:ext cx="72390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9 is the lowest common multiple of 9 and 3, so 9 will be our denominator </a:t>
            </a:r>
          </a:p>
        </p:txBody>
      </p:sp>
    </p:spTree>
    <p:extLst>
      <p:ext uri="{BB962C8B-B14F-4D97-AF65-F5344CB8AC3E}">
        <p14:creationId xmlns:p14="http://schemas.microsoft.com/office/powerpoint/2010/main" val="289239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CC0C432-E8C7-BE4B-97ED-8C4645A14DF6}"/>
              </a:ext>
            </a:extLst>
          </p:cNvPr>
          <p:cNvSpPr txBox="1"/>
          <p:nvPr/>
        </p:nvSpPr>
        <p:spPr>
          <a:xfrm>
            <a:off x="592821" y="123165"/>
            <a:ext cx="3826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DD091F-ABF7-7540-8CBF-4534240BF215}"/>
              </a:ext>
            </a:extLst>
          </p:cNvPr>
          <p:cNvSpPr txBox="1"/>
          <p:nvPr/>
        </p:nvSpPr>
        <p:spPr>
          <a:xfrm>
            <a:off x="191345" y="858949"/>
            <a:ext cx="11790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does having different denominators affect how we add and subtract fractions?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DCAB418-2227-9741-94EF-6BDF23D3CB93}"/>
                  </a:ext>
                </a:extLst>
              </p:cNvPr>
              <p:cNvSpPr txBox="1"/>
              <p:nvPr/>
            </p:nvSpPr>
            <p:spPr>
              <a:xfrm>
                <a:off x="191344" y="1456786"/>
                <a:ext cx="11999069" cy="50817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CA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US" sz="2800" b="1" dirty="0">
                    <a:solidFill>
                      <a:prstClr val="black"/>
                    </a:solidFill>
                    <a:latin typeface="Calibri" panose="020F0502020204030204"/>
                  </a:rPr>
                  <a:t>Step 1: </a:t>
                </a:r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Find lowest common denominator (9):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/>
                      <m:den>
                        <m:r>
                          <a:rPr lang="en-CA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CA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CA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/>
                      <m:den>
                        <m:r>
                          <a:rPr lang="en-CA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endParaRPr lang="en-US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US" sz="2800" b="1" dirty="0">
                    <a:solidFill>
                      <a:prstClr val="black"/>
                    </a:solidFill>
                    <a:latin typeface="Calibri" panose="020F0502020204030204"/>
                  </a:rPr>
                  <a:t>Step 2: </a:t>
                </a:r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Fill in numerators</a:t>
                </a:r>
                <a:r>
                  <a:rPr lang="en-US" sz="2800" b="1" dirty="0">
                    <a:solidFill>
                      <a:prstClr val="black"/>
                    </a:solidFill>
                    <a:latin typeface="Calibri" panose="020F0502020204030204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CA" sz="3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CA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2 </m:t>
                        </m:r>
                        <m:r>
                          <a:rPr lang="en-CA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3</m:t>
                        </m:r>
                      </m:num>
                      <m:den>
                        <m:r>
                          <a:rPr lang="en-CA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3 </m:t>
                        </m:r>
                        <m:r>
                          <a:rPr lang="en-CA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3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prstClr val="black"/>
                    </a:solidFill>
                    <a:latin typeface="Calibri" panose="020F0502020204030204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CA" sz="3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CA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CA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endParaRPr lang="en-US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US" sz="2800" b="1" dirty="0">
                    <a:solidFill>
                      <a:prstClr val="black"/>
                    </a:solidFill>
                  </a:rPr>
                  <a:t>Step 3: </a:t>
                </a:r>
                <a:r>
                  <a:rPr lang="en-US" sz="2800" dirty="0">
                    <a:solidFill>
                      <a:prstClr val="black"/>
                    </a:solidFill>
                  </a:rPr>
                  <a:t>Now add together: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CA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CA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CA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CA" sz="28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CA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CA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sz="2800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2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DCAB418-2227-9741-94EF-6BDF23D3C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1456786"/>
                <a:ext cx="11999069" cy="5081712"/>
              </a:xfrm>
              <a:prstGeom prst="rect">
                <a:avLst/>
              </a:prstGeom>
              <a:blipFill>
                <a:blip r:embed="rId3"/>
                <a:stretch>
                  <a:fillRect l="-1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448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833" y="969131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We do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9A24D-2D99-4E0E-ABB5-C47BAF625F74}"/>
              </a:ext>
            </a:extLst>
          </p:cNvPr>
          <p:cNvSpPr/>
          <p:nvPr/>
        </p:nvSpPr>
        <p:spPr>
          <a:xfrm>
            <a:off x="9036628" y="4225636"/>
            <a:ext cx="2708563" cy="11499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8C4479-B025-4EB2-9CA9-D8D9CB43C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6" y="489238"/>
            <a:ext cx="7811366" cy="545706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570AF9-80B6-4B8D-A25E-BDE9EA8CD4CE}"/>
              </a:ext>
            </a:extLst>
          </p:cNvPr>
          <p:cNvSpPr/>
          <p:nvPr/>
        </p:nvSpPr>
        <p:spPr>
          <a:xfrm>
            <a:off x="5031971" y="1252451"/>
            <a:ext cx="2698865" cy="49876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5AA9FBF-91B0-EF41-9C91-C37D364F713E}"/>
              </a:ext>
            </a:extLst>
          </p:cNvPr>
          <p:cNvSpPr txBox="1">
            <a:spLocks/>
          </p:cNvSpPr>
          <p:nvPr/>
        </p:nvSpPr>
        <p:spPr>
          <a:xfrm>
            <a:off x="3136833" y="3320186"/>
            <a:ext cx="8608358" cy="129302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You do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BBDA9069-F076-7649-BD1B-233BBF9D05B6}"/>
              </a:ext>
            </a:extLst>
          </p:cNvPr>
          <p:cNvSpPr/>
          <p:nvPr/>
        </p:nvSpPr>
        <p:spPr>
          <a:xfrm rot="10800000">
            <a:off x="8395352" y="161564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5DE8B6E2-C340-1949-8651-151363F0A828}"/>
              </a:ext>
            </a:extLst>
          </p:cNvPr>
          <p:cNvSpPr/>
          <p:nvPr/>
        </p:nvSpPr>
        <p:spPr>
          <a:xfrm rot="11225705">
            <a:off x="6213091" y="3642884"/>
            <a:ext cx="3323419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D0C56154-1B22-E243-918D-F483931449FA}"/>
              </a:ext>
            </a:extLst>
          </p:cNvPr>
          <p:cNvSpPr/>
          <p:nvPr/>
        </p:nvSpPr>
        <p:spPr>
          <a:xfrm rot="9971118">
            <a:off x="6322430" y="4420497"/>
            <a:ext cx="328978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76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7821" y="4207631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We do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13" name="Picture 12" descr="A picture containing table&#10;&#10;Description automatically generated">
            <a:extLst>
              <a:ext uri="{FF2B5EF4-FFF2-40B4-BE49-F238E27FC236}">
                <a16:creationId xmlns:a16="http://schemas.microsoft.com/office/drawing/2014/main" id="{92229544-6B87-B74D-A963-5FD1ECFF7E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13" y="2162931"/>
            <a:ext cx="11534774" cy="3556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D587373-6B23-1640-9B6C-6AD2BFFFD415}"/>
              </a:ext>
            </a:extLst>
          </p:cNvPr>
          <p:cNvSpPr/>
          <p:nvPr/>
        </p:nvSpPr>
        <p:spPr>
          <a:xfrm>
            <a:off x="596900" y="710670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Understanding</a:t>
            </a:r>
          </a:p>
        </p:txBody>
      </p:sp>
    </p:spTree>
    <p:extLst>
      <p:ext uri="{BB962C8B-B14F-4D97-AF65-F5344CB8AC3E}">
        <p14:creationId xmlns:p14="http://schemas.microsoft.com/office/powerpoint/2010/main" val="1874087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7821" y="4207631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We do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587373-6B23-1640-9B6C-6AD2BFFFD415}"/>
              </a:ext>
            </a:extLst>
          </p:cNvPr>
          <p:cNvSpPr/>
          <p:nvPr/>
        </p:nvSpPr>
        <p:spPr>
          <a:xfrm>
            <a:off x="596900" y="710670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Extension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134BA6-C861-A445-A2DD-3B3D48870836}"/>
              </a:ext>
            </a:extLst>
          </p:cNvPr>
          <p:cNvSpPr txBox="1"/>
          <p:nvPr/>
        </p:nvSpPr>
        <p:spPr>
          <a:xfrm>
            <a:off x="2362200" y="749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 descr="A picture containing diagram&#10;&#10;Description automatically generated">
            <a:extLst>
              <a:ext uri="{FF2B5EF4-FFF2-40B4-BE49-F238E27FC236}">
                <a16:creationId xmlns:a16="http://schemas.microsoft.com/office/drawing/2014/main" id="{223ADAF0-7C13-6A48-AB7A-53C1B69E9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" y="2336800"/>
            <a:ext cx="1109003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714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</a:t>
            </a:r>
            <a:r>
              <a:rPr lang="en-AU"/>
              <a:t>page filled </a:t>
            </a:r>
            <a:r>
              <a:rPr lang="en-AU" dirty="0"/>
              <a:t>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9398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notes, finish any unanswered questions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3275695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1026</TotalTime>
  <Words>473</Words>
  <Application>Microsoft Macintosh PowerPoint</Application>
  <PresentationFormat>Widescreen</PresentationFormat>
  <Paragraphs>87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DJB Fancy Nancy</vt:lpstr>
      <vt:lpstr>Fragment Core</vt:lpstr>
      <vt:lpstr>Kiwi School Handwriting</vt:lpstr>
      <vt:lpstr>Office Theme</vt:lpstr>
      <vt:lpstr>Algebraic Fractions</vt:lpstr>
      <vt:lpstr>Five Questions (LHS)</vt:lpstr>
      <vt:lpstr>Learning Intentions</vt:lpstr>
      <vt:lpstr>PowerPoint Presentation</vt:lpstr>
      <vt:lpstr>PowerPoint Presentation</vt:lpstr>
      <vt:lpstr>PowerPoint Presentation</vt:lpstr>
      <vt:lpstr>PowerPoint Presentation</vt:lpstr>
      <vt:lpstr>We do</vt:lpstr>
      <vt:lpstr>We do</vt:lpstr>
      <vt:lpstr>We do</vt:lpstr>
      <vt:lpstr>Notes Review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Algebraic Fractions</dc:title>
  <dc:creator>Sarah James</dc:creator>
  <cp:lastModifiedBy>SUMMERS Brad [Baldivis Secondary College]</cp:lastModifiedBy>
  <cp:revision>46</cp:revision>
  <dcterms:created xsi:type="dcterms:W3CDTF">2018-02-01T02:07:23Z</dcterms:created>
  <dcterms:modified xsi:type="dcterms:W3CDTF">2021-02-05T06:44:55Z</dcterms:modified>
</cp:coreProperties>
</file>