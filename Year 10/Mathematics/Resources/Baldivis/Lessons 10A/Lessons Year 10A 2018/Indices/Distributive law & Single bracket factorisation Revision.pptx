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59" r:id="rId3"/>
    <p:sldId id="258" r:id="rId4"/>
    <p:sldId id="332" r:id="rId5"/>
    <p:sldId id="333" r:id="rId6"/>
    <p:sldId id="331" r:id="rId7"/>
    <p:sldId id="334" r:id="rId8"/>
    <p:sldId id="329" r:id="rId9"/>
    <p:sldId id="292" r:id="rId10"/>
    <p:sldId id="291" r:id="rId11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 varScale="1">
        <p:scale>
          <a:sx n="67" d="100"/>
          <a:sy n="67" d="100"/>
        </p:scale>
        <p:origin x="147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Algebra - Quadratics 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Class: 10.6</a:t>
            </a:r>
          </a:p>
          <a:p>
            <a:pPr algn="l"/>
            <a:r>
              <a:rPr lang="en-AU" dirty="0"/>
              <a:t>Teacher: Mrs Fraser-Jones</a:t>
            </a:r>
          </a:p>
          <a:p>
            <a:pPr algn="l"/>
            <a:r>
              <a:rPr lang="en-AU" dirty="0"/>
              <a:t>Term 2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Brackets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use the distributive law to expand expressions with brackets?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the distributive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2126964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126964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expand Brackets?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3361893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413095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778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+2×1=2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25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92605" y="5537865"/>
                <a:ext cx="35011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  <m:r>
                          <a:rPr lang="en-AU" b="0" i="1" smtClean="0">
                            <a:latin typeface="Cambria Math"/>
                          </a:rPr>
                          <m:t>𝑝</m:t>
                        </m:r>
                        <m:r>
                          <a:rPr lang="en-AU" b="0" i="1" smtClean="0">
                            <a:latin typeface="Cambria Math"/>
                          </a:rPr>
                          <m:t>−7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=15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𝑝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−21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5537865"/>
                <a:ext cx="3501151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391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553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Binomial Expressions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expand two brackets?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table method?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2840142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+9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0674641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=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4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4091" y="4671720"/>
            <a:ext cx="2707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FOIL method?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9832" y="4697563"/>
            <a:ext cx="915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F</a:t>
            </a:r>
            <a:r>
              <a:rPr lang="en-AU" dirty="0"/>
              <a:t>irst</a:t>
            </a:r>
            <a:r>
              <a:rPr lang="en-AU" dirty="0">
                <a:solidFill>
                  <a:srgbClr val="0070C0"/>
                </a:solidFill>
              </a:rPr>
              <a:t> </a:t>
            </a:r>
          </a:p>
          <a:p>
            <a:r>
              <a:rPr lang="en-AU" dirty="0">
                <a:solidFill>
                  <a:srgbClr val="FF0000"/>
                </a:solidFill>
              </a:rPr>
              <a:t>O</a:t>
            </a:r>
            <a:r>
              <a:rPr lang="en-AU" dirty="0"/>
              <a:t>utside</a:t>
            </a:r>
          </a:p>
          <a:p>
            <a:r>
              <a:rPr lang="en-AU" dirty="0">
                <a:solidFill>
                  <a:srgbClr val="FF0000"/>
                </a:solidFill>
              </a:rPr>
              <a:t>I</a:t>
            </a:r>
            <a:r>
              <a:rPr lang="en-AU" dirty="0"/>
              <a:t>nner</a:t>
            </a:r>
          </a:p>
          <a:p>
            <a:r>
              <a:rPr lang="en-AU" dirty="0">
                <a:solidFill>
                  <a:srgbClr val="FF0000"/>
                </a:solidFill>
              </a:rPr>
              <a:t>L</a:t>
            </a:r>
            <a:r>
              <a:rPr lang="en-AU" dirty="0"/>
              <a:t>ast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68916" y="4687311"/>
                <a:ext cx="263367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schemeClr val="tx1"/>
                    </a:solidFill>
                  </a:rPr>
                  <a:t>Expand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+3</m:t>
                        </m:r>
                      </m:e>
                    </m:d>
                    <m:d>
                      <m:dPr>
                        <m:ctrlPr>
                          <a:rPr lang="en-A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−2</m:t>
                        </m:r>
                      </m:e>
                    </m:d>
                  </m:oMath>
                </a14:m>
                <a:endParaRPr lang="en-AU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0" smtClean="0">
                          <a:latin typeface="Cambria Math"/>
                        </a:rPr>
                        <m:t>−4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0" smtClean="0">
                          <a:latin typeface="Cambria Math"/>
                        </a:rPr>
                        <m:t>+9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916" y="4687311"/>
                <a:ext cx="2633670" cy="1477328"/>
              </a:xfrm>
              <a:prstGeom prst="rect">
                <a:avLst/>
              </a:prstGeom>
              <a:blipFill rotWithShape="1">
                <a:blip r:embed="rId5"/>
                <a:stretch>
                  <a:fillRect l="-2083" t="-20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913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 Expressions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use the HCF to factorise expressions?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948270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893214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the HCF?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HCF – Highest Common 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factorise?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Find the HCF of both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Divide terms by HCF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Write the expression using brackets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563" t="-4717" r="-694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1205022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5658192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r="-100000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r="-568" b="-101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0000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t="-100000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t="-100000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+15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17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200139" y="6237312"/>
                <a:ext cx="317206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10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/>
                        </a:rPr>
                        <m:t>+15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3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139" y="6237312"/>
                <a:ext cx="3172061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811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4053" r="25416"/>
          <a:stretch/>
        </p:blipFill>
        <p:spPr bwMode="auto">
          <a:xfrm>
            <a:off x="1043608" y="4365104"/>
            <a:ext cx="6705236" cy="1998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2" t="32293" r="53228" b="55494"/>
          <a:stretch/>
        </p:blipFill>
        <p:spPr bwMode="auto">
          <a:xfrm>
            <a:off x="899592" y="567060"/>
            <a:ext cx="4711314" cy="106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2" t="52130" r="52378" b="37627"/>
          <a:stretch/>
        </p:blipFill>
        <p:spPr bwMode="auto">
          <a:xfrm>
            <a:off x="1030412" y="1812702"/>
            <a:ext cx="5265594" cy="968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6" t="40058" r="48536" b="49068"/>
          <a:stretch/>
        </p:blipFill>
        <p:spPr bwMode="auto">
          <a:xfrm>
            <a:off x="1069007" y="2915320"/>
            <a:ext cx="5929603" cy="1017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6264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>
                <a:solidFill>
                  <a:schemeClr val="tx1"/>
                </a:solidFill>
              </a:rPr>
              <a:t>Exercise 6.1  and 6.2 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>
                <a:solidFill>
                  <a:schemeClr val="tx2"/>
                </a:solidFill>
              </a:rPr>
              <a:t>All to be done with a smile on your faces.</a:t>
            </a: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399</Words>
  <Application>Microsoft Office PowerPoint</Application>
  <PresentationFormat>On-screen Show (4:3)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My Algebra - Quadratics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KEEN Stephanie [Baldivis Secondary College]</cp:lastModifiedBy>
  <cp:revision>80</cp:revision>
  <dcterms:created xsi:type="dcterms:W3CDTF">2014-05-14T02:58:57Z</dcterms:created>
  <dcterms:modified xsi:type="dcterms:W3CDTF">2018-02-01T22:47:04Z</dcterms:modified>
</cp:coreProperties>
</file>