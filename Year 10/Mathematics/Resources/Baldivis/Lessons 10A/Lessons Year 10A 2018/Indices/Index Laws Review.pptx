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304" r:id="rId3"/>
    <p:sldId id="259" r:id="rId4"/>
    <p:sldId id="258" r:id="rId5"/>
    <p:sldId id="303" r:id="rId6"/>
    <p:sldId id="329" r:id="rId7"/>
    <p:sldId id="330" r:id="rId8"/>
    <p:sldId id="331" r:id="rId9"/>
    <p:sldId id="332" r:id="rId10"/>
    <p:sldId id="333" r:id="rId11"/>
    <p:sldId id="339" r:id="rId12"/>
    <p:sldId id="338" r:id="rId13"/>
    <p:sldId id="337" r:id="rId14"/>
    <p:sldId id="336" r:id="rId15"/>
    <p:sldId id="335" r:id="rId16"/>
    <p:sldId id="334" r:id="rId17"/>
    <p:sldId id="340" r:id="rId18"/>
    <p:sldId id="343" r:id="rId19"/>
    <p:sldId id="342" r:id="rId20"/>
    <p:sldId id="341" r:id="rId21"/>
    <p:sldId id="327" r:id="rId22"/>
    <p:sldId id="292" r:id="rId23"/>
    <p:sldId id="29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7" d="100"/>
          <a:sy n="67" d="100"/>
        </p:scale>
        <p:origin x="7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your own front page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/>
              <a:t>Name </a:t>
            </a:r>
          </a:p>
          <a:p>
            <a:pPr>
              <a:buFontTx/>
              <a:buChar char="-"/>
            </a:pPr>
            <a:r>
              <a:rPr lang="en-AU" dirty="0"/>
              <a:t>Class</a:t>
            </a:r>
          </a:p>
          <a:p>
            <a:pPr>
              <a:buFontTx/>
              <a:buChar char="-"/>
            </a:pPr>
            <a:r>
              <a:rPr lang="en-AU" dirty="0"/>
              <a:t>Teachers Name</a:t>
            </a:r>
          </a:p>
          <a:p>
            <a:pPr>
              <a:buFontTx/>
              <a:buChar char="-"/>
            </a:pPr>
            <a:r>
              <a:rPr lang="en-AU" dirty="0"/>
              <a:t>Semester 1 Term 1</a:t>
            </a:r>
          </a:p>
          <a:p>
            <a:pPr>
              <a:buFontTx/>
              <a:buChar char="-"/>
            </a:pPr>
            <a:r>
              <a:rPr lang="en-AU" dirty="0"/>
              <a:t>Page number 1</a:t>
            </a:r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multiplication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63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multiplication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      or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/>
                  <a:t>  =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45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multiplication index rule?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      or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/>
                  <a:t>  =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1520" y="4221088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division index rule?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÷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70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multiplication index rule?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      or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/>
                  <a:t>  = </a:t>
                </a:r>
                <a:r>
                  <a:rPr lang="en-AU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1520" y="4221088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division index rule?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/>
                  <a:t> ÷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31840" y="4941168"/>
                <a:ext cx="5328592" cy="1227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/>
                  <a:t>  ÷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 =   (3x3x3x3x3)  ÷ (3x3)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5−2</m:t>
                        </m:r>
                      </m:sup>
                    </m:sSup>
                  </m:oMath>
                </a14:m>
                <a:r>
                  <a:rPr lang="en-AU" dirty="0">
                    <a:solidFill>
                      <a:srgbClr val="FF0000"/>
                    </a:solidFill>
                  </a:rPr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941168"/>
                <a:ext cx="5328592" cy="1227067"/>
              </a:xfrm>
              <a:prstGeom prst="rect">
                <a:avLst/>
              </a:prstGeom>
              <a:blipFill rotWithShape="0">
                <a:blip r:embed="rId5"/>
                <a:stretch>
                  <a:fillRect l="-1030" t="-2985" b="-54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27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840" y="314096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 Math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31840" y="458112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37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31840" y="314096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mbria Math" panose="020405030504060302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31840" y="458112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12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31409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3140968"/>
                <a:ext cx="56080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2+2+2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140968"/>
                <a:ext cx="5608096" cy="646331"/>
              </a:xfrm>
              <a:prstGeom prst="rect">
                <a:avLst/>
              </a:prstGeom>
              <a:blipFill>
                <a:blip r:embed="rId3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31840" y="458112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35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31409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2+2+2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</m:t>
                        </m:r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×3</m:t>
                        </m:r>
                      </m:sup>
                    </m:sSup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blipFill>
                <a:blip r:embed="rId3"/>
                <a:stretch>
                  <a:fillRect l="-978" b="-6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131840" y="458112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49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31409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2+2+2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</m:t>
                        </m:r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×3</m:t>
                        </m:r>
                      </m:sup>
                    </m:sSup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blipFill>
                <a:blip r:embed="rId3"/>
                <a:stretch>
                  <a:fillRect l="-978" b="-6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9514" y="4581128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zero index law?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1840" y="4581128"/>
            <a:ext cx="560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503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31409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2+2+2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</m:t>
                        </m:r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×3</m:t>
                        </m:r>
                      </m:sup>
                    </m:sSup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blipFill>
                <a:blip r:embed="rId3"/>
                <a:stretch>
                  <a:fillRect l="-978" b="-6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9514" y="4581128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zero index law?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581128"/>
                <a:ext cx="560809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81128"/>
                <a:ext cx="560809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288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power of a power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𝑎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>
                <a:blip r:embed="rId2"/>
                <a:stretch>
                  <a:fillRect l="-317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1520" y="314096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p>
                            <m:sSupPr>
                              <m:ctrlP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0" lang="en-A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×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2+2+2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</m:t>
                        </m:r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sSup>
                          <m:sSupPr>
                            <m:ctrlP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e>
                          <m:sup>
                            <m:r>
                              <a:rPr kumimoji="0" lang="en-AU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×3</m:t>
                        </m:r>
                      </m:sup>
                    </m:sSup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sup>
                    </m:sSup>
                  </m:oMath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140968"/>
                <a:ext cx="5608096" cy="946991"/>
              </a:xfrm>
              <a:prstGeom prst="rect">
                <a:avLst/>
              </a:prstGeom>
              <a:blipFill>
                <a:blip r:embed="rId3"/>
                <a:stretch>
                  <a:fillRect l="-978" b="-6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9514" y="4581128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zero index law?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131840" y="4581128"/>
                <a:ext cx="560809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p>
                      </m:sSup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Anything to the power zero is one.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81128"/>
                <a:ext cx="5608096" cy="923330"/>
              </a:xfrm>
              <a:prstGeom prst="rect">
                <a:avLst/>
              </a:prstGeom>
              <a:blipFill>
                <a:blip r:embed="rId4"/>
                <a:stretch>
                  <a:fillRect l="-978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36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01506-EEF1-4C47-B331-E844A52F8177}"/>
              </a:ext>
            </a:extLst>
          </p:cNvPr>
          <p:cNvSpPr txBox="1"/>
          <p:nvPr/>
        </p:nvSpPr>
        <p:spPr>
          <a:xfrm>
            <a:off x="90989" y="2071881"/>
            <a:ext cx="2580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6993D-79EC-416E-8FA7-92D69979F100}"/>
              </a:ext>
            </a:extLst>
          </p:cNvPr>
          <p:cNvSpPr txBox="1"/>
          <p:nvPr/>
        </p:nvSpPr>
        <p:spPr>
          <a:xfrm>
            <a:off x="3203848" y="2106186"/>
            <a:ext cx="5940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dirty="0"/>
              <a:t>(4  x  3)</a:t>
            </a:r>
            <a:r>
              <a:rPr lang="en-AU" baseline="30000" dirty="0"/>
              <a:t>4</a:t>
            </a:r>
          </a:p>
          <a:p>
            <a:pPr/>
            <a:endParaRPr lang="en-AU" dirty="0"/>
          </a:p>
          <a:p>
            <a:pPr/>
            <a:endParaRPr lang="en-AU" dirty="0"/>
          </a:p>
          <a:p>
            <a:pPr/>
            <a:endParaRPr lang="en-AU" dirty="0"/>
          </a:p>
          <a:p>
            <a:pPr/>
            <a:endParaRPr lang="en-AU" dirty="0"/>
          </a:p>
          <a:p>
            <a:pPr marL="342900" indent="-342900">
              <a:buAutoNum type="arabicPlain" startAt="4"/>
            </a:pPr>
            <a:endParaRPr lang="en-AU" dirty="0"/>
          </a:p>
          <a:p>
            <a:pPr/>
            <a:endParaRPr lang="en-AU" baseline="30000" dirty="0"/>
          </a:p>
        </p:txBody>
      </p:sp>
    </p:spTree>
    <p:extLst>
      <p:ext uri="{BB962C8B-B14F-4D97-AF65-F5344CB8AC3E}">
        <p14:creationId xmlns:p14="http://schemas.microsoft.com/office/powerpoint/2010/main" val="946383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01506-EEF1-4C47-B331-E844A52F8177}"/>
              </a:ext>
            </a:extLst>
          </p:cNvPr>
          <p:cNvSpPr txBox="1"/>
          <p:nvPr/>
        </p:nvSpPr>
        <p:spPr>
          <a:xfrm>
            <a:off x="90989" y="2071881"/>
            <a:ext cx="2580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Extended form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6993D-79EC-416E-8FA7-92D69979F100}"/>
              </a:ext>
            </a:extLst>
          </p:cNvPr>
          <p:cNvSpPr txBox="1"/>
          <p:nvPr/>
        </p:nvSpPr>
        <p:spPr>
          <a:xfrm>
            <a:off x="3203848" y="2106186"/>
            <a:ext cx="5940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dirty="0"/>
              <a:t>(4  x  3)</a:t>
            </a:r>
            <a:r>
              <a:rPr lang="en-AU" baseline="30000" dirty="0"/>
              <a:t>4</a:t>
            </a:r>
          </a:p>
          <a:p>
            <a:pPr/>
            <a:endParaRPr lang="en-AU" dirty="0"/>
          </a:p>
          <a:p>
            <a:pPr/>
            <a:r>
              <a:rPr lang="en-AU" dirty="0"/>
              <a:t>(4  x  3)  x  (4  x  3)  x (4  x  3)  x  (4  x  3)</a:t>
            </a:r>
          </a:p>
          <a:p>
            <a:pPr/>
            <a:endParaRPr lang="en-AU" dirty="0"/>
          </a:p>
          <a:p>
            <a:pPr/>
            <a:endParaRPr lang="en-AU" dirty="0"/>
          </a:p>
          <a:p>
            <a:pPr marL="342900" indent="-342900">
              <a:buAutoNum type="arabicPlain" startAt="4"/>
            </a:pPr>
            <a:endParaRPr lang="en-AU" dirty="0"/>
          </a:p>
          <a:p>
            <a:pPr/>
            <a:endParaRPr lang="en-AU" baseline="30000" dirty="0"/>
          </a:p>
        </p:txBody>
      </p:sp>
    </p:spTree>
    <p:extLst>
      <p:ext uri="{BB962C8B-B14F-4D97-AF65-F5344CB8AC3E}">
        <p14:creationId xmlns:p14="http://schemas.microsoft.com/office/powerpoint/2010/main" val="362716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01506-EEF1-4C47-B331-E844A52F8177}"/>
              </a:ext>
            </a:extLst>
          </p:cNvPr>
          <p:cNvSpPr txBox="1"/>
          <p:nvPr/>
        </p:nvSpPr>
        <p:spPr>
          <a:xfrm>
            <a:off x="90989" y="2071881"/>
            <a:ext cx="2580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Extended form</a:t>
            </a:r>
          </a:p>
          <a:p>
            <a:endParaRPr lang="en-AU" dirty="0"/>
          </a:p>
          <a:p>
            <a:r>
              <a:rPr lang="en-AU" dirty="0"/>
              <a:t>Rearrange the product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6993D-79EC-416E-8FA7-92D69979F100}"/>
              </a:ext>
            </a:extLst>
          </p:cNvPr>
          <p:cNvSpPr txBox="1"/>
          <p:nvPr/>
        </p:nvSpPr>
        <p:spPr>
          <a:xfrm>
            <a:off x="3203848" y="2106186"/>
            <a:ext cx="5940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dirty="0"/>
              <a:t>(4  x  3)</a:t>
            </a:r>
            <a:r>
              <a:rPr lang="en-AU" baseline="30000" dirty="0"/>
              <a:t>4</a:t>
            </a:r>
          </a:p>
          <a:p>
            <a:pPr/>
            <a:endParaRPr lang="en-AU" dirty="0"/>
          </a:p>
          <a:p>
            <a:pPr/>
            <a:r>
              <a:rPr lang="en-AU" dirty="0"/>
              <a:t>(4  x  3)  x  (4  x  3)  x (4  x  3)  x  (4  x  3)</a:t>
            </a:r>
          </a:p>
          <a:p>
            <a:pPr/>
            <a:endParaRPr lang="en-AU" dirty="0"/>
          </a:p>
          <a:p>
            <a:pPr/>
            <a:r>
              <a:rPr lang="en-AU" dirty="0"/>
              <a:t>4 x  4  x  4  x  4  x  3  x  3  x  3  x  3</a:t>
            </a:r>
          </a:p>
          <a:p>
            <a:pPr marL="342900" indent="-342900">
              <a:buAutoNum type="arabicPlain" startAt="4"/>
            </a:pPr>
            <a:endParaRPr lang="en-AU" dirty="0"/>
          </a:p>
          <a:p>
            <a:pPr/>
            <a:endParaRPr lang="en-AU" baseline="30000" dirty="0"/>
          </a:p>
        </p:txBody>
      </p:sp>
    </p:spTree>
    <p:extLst>
      <p:ext uri="{BB962C8B-B14F-4D97-AF65-F5344CB8AC3E}">
        <p14:creationId xmlns:p14="http://schemas.microsoft.com/office/powerpoint/2010/main" val="3974714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How do I calculate the value of an integer to the power of a positive integer?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01506-EEF1-4C47-B331-E844A52F8177}"/>
              </a:ext>
            </a:extLst>
          </p:cNvPr>
          <p:cNvSpPr txBox="1"/>
          <p:nvPr/>
        </p:nvSpPr>
        <p:spPr>
          <a:xfrm>
            <a:off x="90989" y="2071881"/>
            <a:ext cx="25802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Extended form</a:t>
            </a:r>
          </a:p>
          <a:p>
            <a:endParaRPr lang="en-AU" dirty="0"/>
          </a:p>
          <a:p>
            <a:r>
              <a:rPr lang="en-AU" dirty="0"/>
              <a:t>Rearrange the product</a:t>
            </a:r>
          </a:p>
          <a:p>
            <a:endParaRPr lang="en-AU" dirty="0"/>
          </a:p>
          <a:p>
            <a:r>
              <a:rPr lang="en-AU" dirty="0"/>
              <a:t>Write the answer in index 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36993D-79EC-416E-8FA7-92D69979F100}"/>
              </a:ext>
            </a:extLst>
          </p:cNvPr>
          <p:cNvSpPr txBox="1"/>
          <p:nvPr/>
        </p:nvSpPr>
        <p:spPr>
          <a:xfrm>
            <a:off x="3203848" y="2106186"/>
            <a:ext cx="59401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AU" dirty="0"/>
              <a:t>(4  x  3)</a:t>
            </a:r>
            <a:r>
              <a:rPr lang="en-AU" baseline="30000" dirty="0"/>
              <a:t>4</a:t>
            </a:r>
          </a:p>
          <a:p>
            <a:pPr/>
            <a:endParaRPr lang="en-AU" dirty="0"/>
          </a:p>
          <a:p>
            <a:pPr/>
            <a:r>
              <a:rPr lang="en-AU" dirty="0"/>
              <a:t>(4  x  3)  x  (4  x  3)  x (4  x  3)  x  (4  x  3)</a:t>
            </a:r>
          </a:p>
          <a:p>
            <a:pPr/>
            <a:endParaRPr lang="en-AU" dirty="0"/>
          </a:p>
          <a:p>
            <a:pPr/>
            <a:r>
              <a:rPr lang="en-AU" dirty="0"/>
              <a:t>4 x  4  x  4  x  4  x  3  x  3  x  3  x  3</a:t>
            </a:r>
          </a:p>
          <a:p>
            <a:pPr marL="342900" indent="-342900">
              <a:buAutoNum type="arabicPlain" startAt="4"/>
            </a:pPr>
            <a:endParaRPr lang="en-AU" dirty="0"/>
          </a:p>
          <a:p>
            <a:pPr/>
            <a:r>
              <a:rPr lang="en-AU" dirty="0"/>
              <a:t>4</a:t>
            </a:r>
            <a:r>
              <a:rPr lang="en-AU" baseline="30000" dirty="0"/>
              <a:t>4 </a:t>
            </a:r>
            <a:r>
              <a:rPr lang="en-AU" dirty="0"/>
              <a:t> X  3</a:t>
            </a:r>
            <a:r>
              <a:rPr lang="en-AU" baseline="30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414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CC801B-CFC3-4E77-9F24-8E29D894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2" y="274638"/>
            <a:ext cx="6408712" cy="2019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CB769D-A2EE-42E1-8000-FE0FB0F73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02" y="2277397"/>
            <a:ext cx="7726668" cy="4465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359C3A-0C90-42D3-A0D6-F51535E4CB02}"/>
              </a:ext>
            </a:extLst>
          </p:cNvPr>
          <p:cNvSpPr txBox="1"/>
          <p:nvPr/>
        </p:nvSpPr>
        <p:spPr>
          <a:xfrm>
            <a:off x="4602936" y="3212713"/>
            <a:ext cx="3801462" cy="3603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5CD71E-1FA6-4E5F-9AEC-88A2908EFBE5}"/>
              </a:ext>
            </a:extLst>
          </p:cNvPr>
          <p:cNvSpPr txBox="1"/>
          <p:nvPr/>
        </p:nvSpPr>
        <p:spPr>
          <a:xfrm>
            <a:off x="4569668" y="4432775"/>
            <a:ext cx="3801462" cy="3603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47648-FA5F-4B00-9579-E517EBB9D36D}"/>
              </a:ext>
            </a:extLst>
          </p:cNvPr>
          <p:cNvSpPr txBox="1"/>
          <p:nvPr/>
        </p:nvSpPr>
        <p:spPr>
          <a:xfrm>
            <a:off x="4634363" y="5711824"/>
            <a:ext cx="3801462" cy="3603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9366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1000</Words>
  <Application>Microsoft Office PowerPoint</Application>
  <PresentationFormat>On-screen Show (4:3)</PresentationFormat>
  <Paragraphs>252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My Number Interactive Workbook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75</cp:revision>
  <dcterms:created xsi:type="dcterms:W3CDTF">2014-05-14T02:58:57Z</dcterms:created>
  <dcterms:modified xsi:type="dcterms:W3CDTF">2018-02-08T01:28:35Z</dcterms:modified>
</cp:coreProperties>
</file>