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68" r:id="rId5"/>
    <p:sldId id="258" r:id="rId6"/>
    <p:sldId id="270" r:id="rId7"/>
    <p:sldId id="271" r:id="rId8"/>
    <p:sldId id="259" r:id="rId9"/>
    <p:sldId id="269" r:id="rId10"/>
    <p:sldId id="272" r:id="rId11"/>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Arial" charset="0"/>
        <a:cs typeface="Arial" charset="0"/>
      </a:defRPr>
    </a:lvl1pPr>
    <a:lvl2pPr marL="457200" algn="l" rtl="0" fontAlgn="base">
      <a:spcBef>
        <a:spcPct val="0"/>
      </a:spcBef>
      <a:spcAft>
        <a:spcPct val="0"/>
      </a:spcAft>
      <a:defRPr kern="1200">
        <a:solidFill>
          <a:schemeClr val="tx1"/>
        </a:solidFill>
        <a:latin typeface="Arial" charset="0"/>
        <a:ea typeface="Arial" charset="0"/>
        <a:cs typeface="Arial" charset="0"/>
      </a:defRPr>
    </a:lvl2pPr>
    <a:lvl3pPr marL="914400" algn="l" rtl="0" fontAlgn="base">
      <a:spcBef>
        <a:spcPct val="0"/>
      </a:spcBef>
      <a:spcAft>
        <a:spcPct val="0"/>
      </a:spcAft>
      <a:defRPr kern="1200">
        <a:solidFill>
          <a:schemeClr val="tx1"/>
        </a:solidFill>
        <a:latin typeface="Arial" charset="0"/>
        <a:ea typeface="Arial" charset="0"/>
        <a:cs typeface="Arial" charset="0"/>
      </a:defRPr>
    </a:lvl3pPr>
    <a:lvl4pPr marL="1371600" algn="l" rtl="0" fontAlgn="base">
      <a:spcBef>
        <a:spcPct val="0"/>
      </a:spcBef>
      <a:spcAft>
        <a:spcPct val="0"/>
      </a:spcAft>
      <a:defRPr kern="1200">
        <a:solidFill>
          <a:schemeClr val="tx1"/>
        </a:solidFill>
        <a:latin typeface="Arial" charset="0"/>
        <a:ea typeface="Arial" charset="0"/>
        <a:cs typeface="Arial" charset="0"/>
      </a:defRPr>
    </a:lvl4pPr>
    <a:lvl5pPr marL="1828800" algn="l" rtl="0" fontAlgn="base">
      <a:spcBef>
        <a:spcPct val="0"/>
      </a:spcBef>
      <a:spcAft>
        <a:spcPct val="0"/>
      </a:spcAft>
      <a:defRPr kern="1200">
        <a:solidFill>
          <a:schemeClr val="tx1"/>
        </a:solidFill>
        <a:latin typeface="Arial" charset="0"/>
        <a:ea typeface="Arial" charset="0"/>
        <a:cs typeface="Arial" charset="0"/>
      </a:defRPr>
    </a:lvl5pPr>
    <a:lvl6pPr marL="2286000" algn="l" defTabSz="914400" rtl="0" eaLnBrk="1" latinLnBrk="0" hangingPunct="1">
      <a:defRPr kern="1200">
        <a:solidFill>
          <a:schemeClr val="tx1"/>
        </a:solidFill>
        <a:latin typeface="Arial" charset="0"/>
        <a:ea typeface="Arial" charset="0"/>
        <a:cs typeface="Arial" charset="0"/>
      </a:defRPr>
    </a:lvl6pPr>
    <a:lvl7pPr marL="2743200" algn="l" defTabSz="914400" rtl="0" eaLnBrk="1" latinLnBrk="0" hangingPunct="1">
      <a:defRPr kern="1200">
        <a:solidFill>
          <a:schemeClr val="tx1"/>
        </a:solidFill>
        <a:latin typeface="Arial" charset="0"/>
        <a:ea typeface="Arial" charset="0"/>
        <a:cs typeface="Arial" charset="0"/>
      </a:defRPr>
    </a:lvl7pPr>
    <a:lvl8pPr marL="3200400" algn="l" defTabSz="914400" rtl="0" eaLnBrk="1" latinLnBrk="0" hangingPunct="1">
      <a:defRPr kern="1200">
        <a:solidFill>
          <a:schemeClr val="tx1"/>
        </a:solidFill>
        <a:latin typeface="Arial" charset="0"/>
        <a:ea typeface="Arial" charset="0"/>
        <a:cs typeface="Arial" charset="0"/>
      </a:defRPr>
    </a:lvl8pPr>
    <a:lvl9pPr marL="3657600" algn="l" defTabSz="914400" rtl="0" eaLnBrk="1" latinLnBrk="0" hangingPunct="1">
      <a:defRPr kern="1200">
        <a:solidFill>
          <a:schemeClr val="tx1"/>
        </a:solidFill>
        <a:latin typeface="Arial" charset="0"/>
        <a:ea typeface="Arial" charset="0"/>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46" autoAdjust="0"/>
    <p:restoredTop sz="94593" autoAdjust="0"/>
  </p:normalViewPr>
  <p:slideViewPr>
    <p:cSldViewPr>
      <p:cViewPr varScale="1">
        <p:scale>
          <a:sx n="117" d="100"/>
          <a:sy n="117" d="100"/>
        </p:scale>
        <p:origin x="130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s-ES" altLang="x-none"/>
          </a:p>
        </p:txBody>
      </p:sp>
      <p:sp>
        <p:nvSpPr>
          <p:cNvPr id="5" name="Footer Placeholder 4"/>
          <p:cNvSpPr>
            <a:spLocks noGrp="1"/>
          </p:cNvSpPr>
          <p:nvPr>
            <p:ph type="ftr" sz="quarter" idx="11"/>
          </p:nvPr>
        </p:nvSpPr>
        <p:spPr/>
        <p:txBody>
          <a:bodyPr/>
          <a:lstStyle>
            <a:lvl1pPr>
              <a:defRPr/>
            </a:lvl1pPr>
          </a:lstStyle>
          <a:p>
            <a:endParaRPr lang="es-ES" altLang="x-none"/>
          </a:p>
        </p:txBody>
      </p:sp>
      <p:sp>
        <p:nvSpPr>
          <p:cNvPr id="6" name="Slide Number Placeholder 5"/>
          <p:cNvSpPr>
            <a:spLocks noGrp="1"/>
          </p:cNvSpPr>
          <p:nvPr>
            <p:ph type="sldNum" sz="quarter" idx="12"/>
          </p:nvPr>
        </p:nvSpPr>
        <p:spPr/>
        <p:txBody>
          <a:bodyPr/>
          <a:lstStyle>
            <a:lvl1pPr>
              <a:defRPr/>
            </a:lvl1pPr>
          </a:lstStyle>
          <a:p>
            <a:fld id="{C8561DDC-5327-634A-948C-8F1DA07938DD}" type="slidenum">
              <a:rPr lang="es-ES" altLang="x-none"/>
              <a:pPr/>
              <a:t>‹#›</a:t>
            </a:fld>
            <a:endParaRPr lang="es-ES" altLang="x-none"/>
          </a:p>
        </p:txBody>
      </p:sp>
    </p:spTree>
    <p:extLst>
      <p:ext uri="{BB962C8B-B14F-4D97-AF65-F5344CB8AC3E}">
        <p14:creationId xmlns:p14="http://schemas.microsoft.com/office/powerpoint/2010/main" val="698084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s-ES" altLang="x-none"/>
          </a:p>
        </p:txBody>
      </p:sp>
      <p:sp>
        <p:nvSpPr>
          <p:cNvPr id="5" name="Footer Placeholder 4"/>
          <p:cNvSpPr>
            <a:spLocks noGrp="1"/>
          </p:cNvSpPr>
          <p:nvPr>
            <p:ph type="ftr" sz="quarter" idx="11"/>
          </p:nvPr>
        </p:nvSpPr>
        <p:spPr/>
        <p:txBody>
          <a:bodyPr/>
          <a:lstStyle>
            <a:lvl1pPr>
              <a:defRPr/>
            </a:lvl1pPr>
          </a:lstStyle>
          <a:p>
            <a:endParaRPr lang="es-ES" altLang="x-none"/>
          </a:p>
        </p:txBody>
      </p:sp>
      <p:sp>
        <p:nvSpPr>
          <p:cNvPr id="6" name="Slide Number Placeholder 5"/>
          <p:cNvSpPr>
            <a:spLocks noGrp="1"/>
          </p:cNvSpPr>
          <p:nvPr>
            <p:ph type="sldNum" sz="quarter" idx="12"/>
          </p:nvPr>
        </p:nvSpPr>
        <p:spPr/>
        <p:txBody>
          <a:bodyPr/>
          <a:lstStyle>
            <a:lvl1pPr>
              <a:defRPr/>
            </a:lvl1pPr>
          </a:lstStyle>
          <a:p>
            <a:fld id="{607C2106-0E2B-6A44-A04E-4D35E94D8C19}" type="slidenum">
              <a:rPr lang="es-ES" altLang="x-none"/>
              <a:pPr/>
              <a:t>‹#›</a:t>
            </a:fld>
            <a:endParaRPr lang="es-ES" altLang="x-none"/>
          </a:p>
        </p:txBody>
      </p:sp>
    </p:spTree>
    <p:extLst>
      <p:ext uri="{BB962C8B-B14F-4D97-AF65-F5344CB8AC3E}">
        <p14:creationId xmlns:p14="http://schemas.microsoft.com/office/powerpoint/2010/main" val="101070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s-ES" altLang="x-none"/>
          </a:p>
        </p:txBody>
      </p:sp>
      <p:sp>
        <p:nvSpPr>
          <p:cNvPr id="5" name="Footer Placeholder 4"/>
          <p:cNvSpPr>
            <a:spLocks noGrp="1"/>
          </p:cNvSpPr>
          <p:nvPr>
            <p:ph type="ftr" sz="quarter" idx="11"/>
          </p:nvPr>
        </p:nvSpPr>
        <p:spPr/>
        <p:txBody>
          <a:bodyPr/>
          <a:lstStyle>
            <a:lvl1pPr>
              <a:defRPr/>
            </a:lvl1pPr>
          </a:lstStyle>
          <a:p>
            <a:endParaRPr lang="es-ES" altLang="x-none"/>
          </a:p>
        </p:txBody>
      </p:sp>
      <p:sp>
        <p:nvSpPr>
          <p:cNvPr id="6" name="Slide Number Placeholder 5"/>
          <p:cNvSpPr>
            <a:spLocks noGrp="1"/>
          </p:cNvSpPr>
          <p:nvPr>
            <p:ph type="sldNum" sz="quarter" idx="12"/>
          </p:nvPr>
        </p:nvSpPr>
        <p:spPr/>
        <p:txBody>
          <a:bodyPr/>
          <a:lstStyle>
            <a:lvl1pPr>
              <a:defRPr/>
            </a:lvl1pPr>
          </a:lstStyle>
          <a:p>
            <a:fld id="{899A53AD-716A-AA47-B8EE-7233BFA07FFD}" type="slidenum">
              <a:rPr lang="es-ES" altLang="x-none"/>
              <a:pPr/>
              <a:t>‹#›</a:t>
            </a:fld>
            <a:endParaRPr lang="es-ES" altLang="x-none"/>
          </a:p>
        </p:txBody>
      </p:sp>
    </p:spTree>
    <p:extLst>
      <p:ext uri="{BB962C8B-B14F-4D97-AF65-F5344CB8AC3E}">
        <p14:creationId xmlns:p14="http://schemas.microsoft.com/office/powerpoint/2010/main" val="386111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s-ES" altLang="x-none"/>
          </a:p>
        </p:txBody>
      </p:sp>
      <p:sp>
        <p:nvSpPr>
          <p:cNvPr id="6" name="Footer Placeholder 5"/>
          <p:cNvSpPr>
            <a:spLocks noGrp="1"/>
          </p:cNvSpPr>
          <p:nvPr>
            <p:ph type="ftr" sz="quarter" idx="11"/>
          </p:nvPr>
        </p:nvSpPr>
        <p:spPr/>
        <p:txBody>
          <a:bodyPr/>
          <a:lstStyle>
            <a:lvl1pPr>
              <a:defRPr/>
            </a:lvl1pPr>
          </a:lstStyle>
          <a:p>
            <a:endParaRPr lang="es-ES" altLang="x-none"/>
          </a:p>
        </p:txBody>
      </p:sp>
      <p:sp>
        <p:nvSpPr>
          <p:cNvPr id="7" name="Slide Number Placeholder 6"/>
          <p:cNvSpPr>
            <a:spLocks noGrp="1"/>
          </p:cNvSpPr>
          <p:nvPr>
            <p:ph type="sldNum" sz="quarter" idx="12"/>
          </p:nvPr>
        </p:nvSpPr>
        <p:spPr/>
        <p:txBody>
          <a:bodyPr/>
          <a:lstStyle>
            <a:lvl1pPr>
              <a:defRPr/>
            </a:lvl1pPr>
          </a:lstStyle>
          <a:p>
            <a:fld id="{E97FA55C-E6E8-7F48-BCF9-F70A950741B2}" type="slidenum">
              <a:rPr lang="es-ES" altLang="x-none"/>
              <a:pPr/>
              <a:t>‹#›</a:t>
            </a:fld>
            <a:endParaRPr lang="es-ES" altLang="x-none"/>
          </a:p>
        </p:txBody>
      </p:sp>
    </p:spTree>
    <p:extLst>
      <p:ext uri="{BB962C8B-B14F-4D97-AF65-F5344CB8AC3E}">
        <p14:creationId xmlns:p14="http://schemas.microsoft.com/office/powerpoint/2010/main" val="1832857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s-ES" altLang="x-none"/>
          </a:p>
        </p:txBody>
      </p:sp>
      <p:sp>
        <p:nvSpPr>
          <p:cNvPr id="8" name="Footer Placeholder 7"/>
          <p:cNvSpPr>
            <a:spLocks noGrp="1"/>
          </p:cNvSpPr>
          <p:nvPr>
            <p:ph type="ftr" sz="quarter" idx="11"/>
          </p:nvPr>
        </p:nvSpPr>
        <p:spPr/>
        <p:txBody>
          <a:bodyPr/>
          <a:lstStyle>
            <a:lvl1pPr>
              <a:defRPr/>
            </a:lvl1pPr>
          </a:lstStyle>
          <a:p>
            <a:endParaRPr lang="es-ES" altLang="x-none"/>
          </a:p>
        </p:txBody>
      </p:sp>
      <p:sp>
        <p:nvSpPr>
          <p:cNvPr id="9" name="Slide Number Placeholder 8"/>
          <p:cNvSpPr>
            <a:spLocks noGrp="1"/>
          </p:cNvSpPr>
          <p:nvPr>
            <p:ph type="sldNum" sz="quarter" idx="12"/>
          </p:nvPr>
        </p:nvSpPr>
        <p:spPr/>
        <p:txBody>
          <a:bodyPr/>
          <a:lstStyle>
            <a:lvl1pPr>
              <a:defRPr/>
            </a:lvl1pPr>
          </a:lstStyle>
          <a:p>
            <a:fld id="{1126CDBA-67E0-3643-98EE-92970B0D1C8D}" type="slidenum">
              <a:rPr lang="es-ES" altLang="x-none"/>
              <a:pPr/>
              <a:t>‹#›</a:t>
            </a:fld>
            <a:endParaRPr lang="es-ES" altLang="x-none"/>
          </a:p>
        </p:txBody>
      </p:sp>
    </p:spTree>
    <p:extLst>
      <p:ext uri="{BB962C8B-B14F-4D97-AF65-F5344CB8AC3E}">
        <p14:creationId xmlns:p14="http://schemas.microsoft.com/office/powerpoint/2010/main" val="1335359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s-ES" altLang="x-none"/>
          </a:p>
        </p:txBody>
      </p:sp>
      <p:sp>
        <p:nvSpPr>
          <p:cNvPr id="4" name="Footer Placeholder 3"/>
          <p:cNvSpPr>
            <a:spLocks noGrp="1"/>
          </p:cNvSpPr>
          <p:nvPr>
            <p:ph type="ftr" sz="quarter" idx="11"/>
          </p:nvPr>
        </p:nvSpPr>
        <p:spPr/>
        <p:txBody>
          <a:bodyPr/>
          <a:lstStyle>
            <a:lvl1pPr>
              <a:defRPr/>
            </a:lvl1pPr>
          </a:lstStyle>
          <a:p>
            <a:endParaRPr lang="es-ES" altLang="x-none"/>
          </a:p>
        </p:txBody>
      </p:sp>
      <p:sp>
        <p:nvSpPr>
          <p:cNvPr id="5" name="Slide Number Placeholder 4"/>
          <p:cNvSpPr>
            <a:spLocks noGrp="1"/>
          </p:cNvSpPr>
          <p:nvPr>
            <p:ph type="sldNum" sz="quarter" idx="12"/>
          </p:nvPr>
        </p:nvSpPr>
        <p:spPr/>
        <p:txBody>
          <a:bodyPr/>
          <a:lstStyle>
            <a:lvl1pPr>
              <a:defRPr/>
            </a:lvl1pPr>
          </a:lstStyle>
          <a:p>
            <a:fld id="{16B8F7BA-4D57-B640-847D-46170811E424}" type="slidenum">
              <a:rPr lang="es-ES" altLang="x-none"/>
              <a:pPr/>
              <a:t>‹#›</a:t>
            </a:fld>
            <a:endParaRPr lang="es-ES" altLang="x-none"/>
          </a:p>
        </p:txBody>
      </p:sp>
    </p:spTree>
    <p:extLst>
      <p:ext uri="{BB962C8B-B14F-4D97-AF65-F5344CB8AC3E}">
        <p14:creationId xmlns:p14="http://schemas.microsoft.com/office/powerpoint/2010/main" val="42698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s-ES" altLang="x-none"/>
          </a:p>
        </p:txBody>
      </p:sp>
      <p:sp>
        <p:nvSpPr>
          <p:cNvPr id="3" name="Footer Placeholder 2"/>
          <p:cNvSpPr>
            <a:spLocks noGrp="1"/>
          </p:cNvSpPr>
          <p:nvPr>
            <p:ph type="ftr" sz="quarter" idx="11"/>
          </p:nvPr>
        </p:nvSpPr>
        <p:spPr/>
        <p:txBody>
          <a:bodyPr/>
          <a:lstStyle>
            <a:lvl1pPr>
              <a:defRPr/>
            </a:lvl1pPr>
          </a:lstStyle>
          <a:p>
            <a:endParaRPr lang="es-ES" altLang="x-none"/>
          </a:p>
        </p:txBody>
      </p:sp>
      <p:sp>
        <p:nvSpPr>
          <p:cNvPr id="4" name="Slide Number Placeholder 3"/>
          <p:cNvSpPr>
            <a:spLocks noGrp="1"/>
          </p:cNvSpPr>
          <p:nvPr>
            <p:ph type="sldNum" sz="quarter" idx="12"/>
          </p:nvPr>
        </p:nvSpPr>
        <p:spPr/>
        <p:txBody>
          <a:bodyPr/>
          <a:lstStyle>
            <a:lvl1pPr>
              <a:defRPr/>
            </a:lvl1pPr>
          </a:lstStyle>
          <a:p>
            <a:fld id="{9F0F19FA-CEED-3F4D-9522-4111EBFA268F}" type="slidenum">
              <a:rPr lang="es-ES" altLang="x-none"/>
              <a:pPr/>
              <a:t>‹#›</a:t>
            </a:fld>
            <a:endParaRPr lang="es-ES" altLang="x-none"/>
          </a:p>
        </p:txBody>
      </p:sp>
    </p:spTree>
    <p:extLst>
      <p:ext uri="{BB962C8B-B14F-4D97-AF65-F5344CB8AC3E}">
        <p14:creationId xmlns:p14="http://schemas.microsoft.com/office/powerpoint/2010/main" val="370655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s-ES" altLang="x-none"/>
          </a:p>
        </p:txBody>
      </p:sp>
      <p:sp>
        <p:nvSpPr>
          <p:cNvPr id="6" name="Footer Placeholder 5"/>
          <p:cNvSpPr>
            <a:spLocks noGrp="1"/>
          </p:cNvSpPr>
          <p:nvPr>
            <p:ph type="ftr" sz="quarter" idx="11"/>
          </p:nvPr>
        </p:nvSpPr>
        <p:spPr/>
        <p:txBody>
          <a:bodyPr/>
          <a:lstStyle>
            <a:lvl1pPr>
              <a:defRPr/>
            </a:lvl1pPr>
          </a:lstStyle>
          <a:p>
            <a:endParaRPr lang="es-ES" altLang="x-none"/>
          </a:p>
        </p:txBody>
      </p:sp>
      <p:sp>
        <p:nvSpPr>
          <p:cNvPr id="7" name="Slide Number Placeholder 6"/>
          <p:cNvSpPr>
            <a:spLocks noGrp="1"/>
          </p:cNvSpPr>
          <p:nvPr>
            <p:ph type="sldNum" sz="quarter" idx="12"/>
          </p:nvPr>
        </p:nvSpPr>
        <p:spPr/>
        <p:txBody>
          <a:bodyPr/>
          <a:lstStyle>
            <a:lvl1pPr>
              <a:defRPr/>
            </a:lvl1pPr>
          </a:lstStyle>
          <a:p>
            <a:fld id="{7DFE664E-BFF8-504B-8996-7FF33C8B3047}" type="slidenum">
              <a:rPr lang="es-ES" altLang="x-none"/>
              <a:pPr/>
              <a:t>‹#›</a:t>
            </a:fld>
            <a:endParaRPr lang="es-ES" altLang="x-none"/>
          </a:p>
        </p:txBody>
      </p:sp>
    </p:spTree>
    <p:extLst>
      <p:ext uri="{BB962C8B-B14F-4D97-AF65-F5344CB8AC3E}">
        <p14:creationId xmlns:p14="http://schemas.microsoft.com/office/powerpoint/2010/main" val="1905185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s-ES" altLang="x-none"/>
          </a:p>
        </p:txBody>
      </p:sp>
      <p:sp>
        <p:nvSpPr>
          <p:cNvPr id="6" name="Footer Placeholder 5"/>
          <p:cNvSpPr>
            <a:spLocks noGrp="1"/>
          </p:cNvSpPr>
          <p:nvPr>
            <p:ph type="ftr" sz="quarter" idx="11"/>
          </p:nvPr>
        </p:nvSpPr>
        <p:spPr/>
        <p:txBody>
          <a:bodyPr/>
          <a:lstStyle>
            <a:lvl1pPr>
              <a:defRPr/>
            </a:lvl1pPr>
          </a:lstStyle>
          <a:p>
            <a:endParaRPr lang="es-ES" altLang="x-none"/>
          </a:p>
        </p:txBody>
      </p:sp>
      <p:sp>
        <p:nvSpPr>
          <p:cNvPr id="7" name="Slide Number Placeholder 6"/>
          <p:cNvSpPr>
            <a:spLocks noGrp="1"/>
          </p:cNvSpPr>
          <p:nvPr>
            <p:ph type="sldNum" sz="quarter" idx="12"/>
          </p:nvPr>
        </p:nvSpPr>
        <p:spPr/>
        <p:txBody>
          <a:bodyPr/>
          <a:lstStyle>
            <a:lvl1pPr>
              <a:defRPr/>
            </a:lvl1pPr>
          </a:lstStyle>
          <a:p>
            <a:fld id="{2B4BC7D0-6F97-0348-BEEC-62506EC5D797}" type="slidenum">
              <a:rPr lang="es-ES" altLang="x-none"/>
              <a:pPr/>
              <a:t>‹#›</a:t>
            </a:fld>
            <a:endParaRPr lang="es-ES" altLang="x-none"/>
          </a:p>
        </p:txBody>
      </p:sp>
    </p:spTree>
    <p:extLst>
      <p:ext uri="{BB962C8B-B14F-4D97-AF65-F5344CB8AC3E}">
        <p14:creationId xmlns:p14="http://schemas.microsoft.com/office/powerpoint/2010/main" val="1468530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s-ES" altLang="x-none"/>
          </a:p>
        </p:txBody>
      </p:sp>
      <p:sp>
        <p:nvSpPr>
          <p:cNvPr id="5" name="Footer Placeholder 4"/>
          <p:cNvSpPr>
            <a:spLocks noGrp="1"/>
          </p:cNvSpPr>
          <p:nvPr>
            <p:ph type="ftr" sz="quarter" idx="11"/>
          </p:nvPr>
        </p:nvSpPr>
        <p:spPr/>
        <p:txBody>
          <a:bodyPr/>
          <a:lstStyle>
            <a:lvl1pPr>
              <a:defRPr/>
            </a:lvl1pPr>
          </a:lstStyle>
          <a:p>
            <a:endParaRPr lang="es-ES" altLang="x-none"/>
          </a:p>
        </p:txBody>
      </p:sp>
      <p:sp>
        <p:nvSpPr>
          <p:cNvPr id="6" name="Slide Number Placeholder 5"/>
          <p:cNvSpPr>
            <a:spLocks noGrp="1"/>
          </p:cNvSpPr>
          <p:nvPr>
            <p:ph type="sldNum" sz="quarter" idx="12"/>
          </p:nvPr>
        </p:nvSpPr>
        <p:spPr/>
        <p:txBody>
          <a:bodyPr/>
          <a:lstStyle>
            <a:lvl1pPr>
              <a:defRPr/>
            </a:lvl1pPr>
          </a:lstStyle>
          <a:p>
            <a:fld id="{06BF2E99-136F-1C4C-A8E8-2957846B661B}" type="slidenum">
              <a:rPr lang="es-ES" altLang="x-none"/>
              <a:pPr/>
              <a:t>‹#›</a:t>
            </a:fld>
            <a:endParaRPr lang="es-ES" altLang="x-none"/>
          </a:p>
        </p:txBody>
      </p:sp>
    </p:spTree>
    <p:extLst>
      <p:ext uri="{BB962C8B-B14F-4D97-AF65-F5344CB8AC3E}">
        <p14:creationId xmlns:p14="http://schemas.microsoft.com/office/powerpoint/2010/main" val="5555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s-ES" altLang="x-none"/>
          </a:p>
        </p:txBody>
      </p:sp>
      <p:sp>
        <p:nvSpPr>
          <p:cNvPr id="5" name="Footer Placeholder 4"/>
          <p:cNvSpPr>
            <a:spLocks noGrp="1"/>
          </p:cNvSpPr>
          <p:nvPr>
            <p:ph type="ftr" sz="quarter" idx="11"/>
          </p:nvPr>
        </p:nvSpPr>
        <p:spPr/>
        <p:txBody>
          <a:bodyPr/>
          <a:lstStyle>
            <a:lvl1pPr>
              <a:defRPr/>
            </a:lvl1pPr>
          </a:lstStyle>
          <a:p>
            <a:endParaRPr lang="es-ES" altLang="x-none"/>
          </a:p>
        </p:txBody>
      </p:sp>
      <p:sp>
        <p:nvSpPr>
          <p:cNvPr id="6" name="Slide Number Placeholder 5"/>
          <p:cNvSpPr>
            <a:spLocks noGrp="1"/>
          </p:cNvSpPr>
          <p:nvPr>
            <p:ph type="sldNum" sz="quarter" idx="12"/>
          </p:nvPr>
        </p:nvSpPr>
        <p:spPr/>
        <p:txBody>
          <a:bodyPr/>
          <a:lstStyle>
            <a:lvl1pPr>
              <a:defRPr/>
            </a:lvl1pPr>
          </a:lstStyle>
          <a:p>
            <a:fld id="{07886DD5-E443-654B-86C4-2445A380210C}" type="slidenum">
              <a:rPr lang="es-ES" altLang="x-none"/>
              <a:pPr/>
              <a:t>‹#›</a:t>
            </a:fld>
            <a:endParaRPr lang="es-ES" altLang="x-none"/>
          </a:p>
        </p:txBody>
      </p:sp>
    </p:spTree>
    <p:extLst>
      <p:ext uri="{BB962C8B-B14F-4D97-AF65-F5344CB8AC3E}">
        <p14:creationId xmlns:p14="http://schemas.microsoft.com/office/powerpoint/2010/main" val="152596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s-ES" altLang="x-none"/>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s-ES" altLang="x-none"/>
              <a:t>Haga clic para modificar el estilo de texto del patrón</a:t>
            </a:r>
          </a:p>
          <a:p>
            <a:pPr lvl="1"/>
            <a:r>
              <a:rPr lang="es-ES" altLang="x-none"/>
              <a:t>Segundo nivel</a:t>
            </a:r>
          </a:p>
          <a:p>
            <a:pPr lvl="2"/>
            <a:r>
              <a:rPr lang="es-ES" altLang="x-none"/>
              <a:t>Tercer nivel</a:t>
            </a:r>
          </a:p>
          <a:p>
            <a:pPr lvl="3"/>
            <a:r>
              <a:rPr lang="es-ES" altLang="x-none"/>
              <a:t>Cuarto nivel</a:t>
            </a:r>
          </a:p>
          <a:p>
            <a:pPr lvl="4"/>
            <a:r>
              <a:rPr lang="es-ES" altLang="x-none"/>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400"/>
            </a:lvl1pPr>
          </a:lstStyle>
          <a:p>
            <a:endParaRPr lang="es-ES" altLang="x-none"/>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a:defRPr sz="1400"/>
            </a:lvl1pPr>
          </a:lstStyle>
          <a:p>
            <a:endParaRPr lang="es-ES" altLang="x-none"/>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400"/>
            </a:lvl1pPr>
          </a:lstStyle>
          <a:p>
            <a:fld id="{A7408608-F8D2-0F4E-878C-15ABD4F80B65}" type="slidenum">
              <a:rPr lang="es-ES" altLang="x-none"/>
              <a:pPr/>
              <a:t>‹#›</a:t>
            </a:fld>
            <a:endParaRPr lang="es-ES" alt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Arial" charset="0"/>
          <a:cs typeface="Arial" charset="0"/>
        </a:defRPr>
      </a:lvl2pPr>
      <a:lvl3pPr algn="ctr" rtl="0" eaLnBrk="1" fontAlgn="base" hangingPunct="1">
        <a:spcBef>
          <a:spcPct val="0"/>
        </a:spcBef>
        <a:spcAft>
          <a:spcPct val="0"/>
        </a:spcAft>
        <a:defRPr sz="4400">
          <a:solidFill>
            <a:schemeClr val="tx2"/>
          </a:solidFill>
          <a:latin typeface="Arial" charset="0"/>
          <a:ea typeface="Arial" charset="0"/>
          <a:cs typeface="Arial" charset="0"/>
        </a:defRPr>
      </a:lvl3pPr>
      <a:lvl4pPr algn="ctr" rtl="0" eaLnBrk="1" fontAlgn="base" hangingPunct="1">
        <a:spcBef>
          <a:spcPct val="0"/>
        </a:spcBef>
        <a:spcAft>
          <a:spcPct val="0"/>
        </a:spcAft>
        <a:defRPr sz="4400">
          <a:solidFill>
            <a:schemeClr val="tx2"/>
          </a:solidFill>
          <a:latin typeface="Arial" charset="0"/>
          <a:ea typeface="Arial" charset="0"/>
          <a:cs typeface="Arial" charset="0"/>
        </a:defRPr>
      </a:lvl4pPr>
      <a:lvl5pPr algn="ctr" rtl="0" eaLnBrk="1" fontAlgn="base" hangingPunct="1">
        <a:spcBef>
          <a:spcPct val="0"/>
        </a:spcBef>
        <a:spcAft>
          <a:spcPct val="0"/>
        </a:spcAft>
        <a:defRPr sz="4400">
          <a:solidFill>
            <a:schemeClr val="tx2"/>
          </a:solidFill>
          <a:latin typeface="Arial" charset="0"/>
          <a:ea typeface="Arial" charset="0"/>
          <a:cs typeface="Arial" charset="0"/>
        </a:defRPr>
      </a:lvl5pPr>
      <a:lvl6pPr marL="457200" algn="ctr" rtl="0" eaLnBrk="1" fontAlgn="base" hangingPunct="1">
        <a:spcBef>
          <a:spcPct val="0"/>
        </a:spcBef>
        <a:spcAft>
          <a:spcPct val="0"/>
        </a:spcAft>
        <a:defRPr sz="4400">
          <a:solidFill>
            <a:schemeClr val="tx2"/>
          </a:solidFill>
          <a:latin typeface="Arial" charset="0"/>
          <a:ea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ea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ea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abs.gov.au/websitedbs/a3121120.nsf/home/statistical+language+-+measures+of+central+tendenc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abs.gov.au/websitedbs/a3121120.nsf/home/statistical+language+-+statistical+language+glossary#Measures%20of%20central%20tendency"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abs.gov.au/websitedbs/a3121120.nsf/home/statistical+language+-+statistical+language+glossary#Quantitative%20data"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67" name="Rectangle 19"/>
          <p:cNvSpPr>
            <a:spLocks noChangeArrowheads="1"/>
          </p:cNvSpPr>
          <p:nvPr/>
        </p:nvSpPr>
        <p:spPr bwMode="auto">
          <a:xfrm>
            <a:off x="684213" y="5157788"/>
            <a:ext cx="77724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algn="ctr">
              <a:defRPr sz="4400">
                <a:solidFill>
                  <a:schemeClr val="tx2"/>
                </a:solidFill>
                <a:latin typeface="Arial" charset="0"/>
                <a:ea typeface="Arial" charset="0"/>
                <a:cs typeface="Arial" charset="0"/>
              </a:defRPr>
            </a:lvl1pPr>
            <a:lvl2pPr algn="ctr">
              <a:defRPr sz="4400">
                <a:solidFill>
                  <a:schemeClr val="tx2"/>
                </a:solidFill>
                <a:latin typeface="Arial" charset="0"/>
                <a:ea typeface="Arial" charset="0"/>
                <a:cs typeface="Arial" charset="0"/>
              </a:defRPr>
            </a:lvl2pPr>
            <a:lvl3pPr algn="ctr">
              <a:defRPr sz="4400">
                <a:solidFill>
                  <a:schemeClr val="tx2"/>
                </a:solidFill>
                <a:latin typeface="Arial" charset="0"/>
                <a:ea typeface="Arial" charset="0"/>
                <a:cs typeface="Arial" charset="0"/>
              </a:defRPr>
            </a:lvl3pPr>
            <a:lvl4pPr algn="ctr">
              <a:defRPr sz="4400">
                <a:solidFill>
                  <a:schemeClr val="tx2"/>
                </a:solidFill>
                <a:latin typeface="Arial" charset="0"/>
                <a:ea typeface="Arial" charset="0"/>
                <a:cs typeface="Arial" charset="0"/>
              </a:defRPr>
            </a:lvl4pPr>
            <a:lvl5pPr algn="ctr">
              <a:defRPr sz="4400">
                <a:solidFill>
                  <a:schemeClr val="tx2"/>
                </a:solidFill>
                <a:latin typeface="Arial" charset="0"/>
                <a:ea typeface="Arial" charset="0"/>
                <a:cs typeface="Arial" charset="0"/>
              </a:defRPr>
            </a:lvl5pPr>
            <a:lvl6pPr marL="457200" algn="ctr" fontAlgn="base">
              <a:spcBef>
                <a:spcPct val="0"/>
              </a:spcBef>
              <a:spcAft>
                <a:spcPct val="0"/>
              </a:spcAft>
              <a:defRPr sz="4400">
                <a:solidFill>
                  <a:schemeClr val="tx2"/>
                </a:solidFill>
                <a:latin typeface="Arial" charset="0"/>
                <a:ea typeface="Arial" charset="0"/>
                <a:cs typeface="Arial" charset="0"/>
              </a:defRPr>
            </a:lvl6pPr>
            <a:lvl7pPr marL="914400" algn="ctr" fontAlgn="base">
              <a:spcBef>
                <a:spcPct val="0"/>
              </a:spcBef>
              <a:spcAft>
                <a:spcPct val="0"/>
              </a:spcAft>
              <a:defRPr sz="4400">
                <a:solidFill>
                  <a:schemeClr val="tx2"/>
                </a:solidFill>
                <a:latin typeface="Arial" charset="0"/>
                <a:ea typeface="Arial" charset="0"/>
                <a:cs typeface="Arial" charset="0"/>
              </a:defRPr>
            </a:lvl7pPr>
            <a:lvl8pPr marL="1371600" algn="ctr" fontAlgn="base">
              <a:spcBef>
                <a:spcPct val="0"/>
              </a:spcBef>
              <a:spcAft>
                <a:spcPct val="0"/>
              </a:spcAft>
              <a:defRPr sz="4400">
                <a:solidFill>
                  <a:schemeClr val="tx2"/>
                </a:solidFill>
                <a:latin typeface="Arial" charset="0"/>
                <a:ea typeface="Arial" charset="0"/>
                <a:cs typeface="Arial" charset="0"/>
              </a:defRPr>
            </a:lvl8pPr>
            <a:lvl9pPr marL="1828800" algn="ctr" fontAlgn="base">
              <a:spcBef>
                <a:spcPct val="0"/>
              </a:spcBef>
              <a:spcAft>
                <a:spcPct val="0"/>
              </a:spcAft>
              <a:defRPr sz="4400">
                <a:solidFill>
                  <a:schemeClr val="tx2"/>
                </a:solidFill>
                <a:latin typeface="Arial" charset="0"/>
                <a:ea typeface="Arial" charset="0"/>
                <a:cs typeface="Arial" charset="0"/>
              </a:defRPr>
            </a:lvl9pPr>
          </a:lstStyle>
          <a:p>
            <a:r>
              <a:rPr lang="es-ES" altLang="x-none" dirty="0" err="1">
                <a:solidFill>
                  <a:schemeClr val="tx1"/>
                </a:solidFill>
              </a:rPr>
              <a:t>Topic</a:t>
            </a:r>
            <a:r>
              <a:rPr lang="es-ES" altLang="x-none">
                <a:solidFill>
                  <a:schemeClr val="tx1"/>
                </a:solidFill>
              </a:rPr>
              <a:t>: </a:t>
            </a:r>
            <a:r>
              <a:rPr lang="es-ES" altLang="x-none" err="1">
                <a:solidFill>
                  <a:schemeClr val="tx1"/>
                </a:solidFill>
              </a:rPr>
              <a:t>Statistics</a:t>
            </a:r>
            <a:r>
              <a:rPr lang="es-ES" altLang="x-none">
                <a:solidFill>
                  <a:schemeClr val="tx1"/>
                </a:solidFill>
              </a:rPr>
              <a:t> &amp; Data</a:t>
            </a:r>
          </a:p>
          <a:p>
            <a:r>
              <a:rPr lang="es-ES" altLang="x-none" err="1">
                <a:solidFill>
                  <a:schemeClr val="tx1"/>
                </a:solidFill>
              </a:rPr>
              <a:t>Measure</a:t>
            </a:r>
            <a:r>
              <a:rPr lang="es-ES" altLang="x-none">
                <a:solidFill>
                  <a:schemeClr val="tx1"/>
                </a:solidFill>
              </a:rPr>
              <a:t> of Spread</a:t>
            </a:r>
          </a:p>
        </p:txBody>
      </p:sp>
      <p:sp>
        <p:nvSpPr>
          <p:cNvPr id="2068" name="Rectangle 20"/>
          <p:cNvSpPr>
            <a:spLocks noChangeArrowheads="1"/>
          </p:cNvSpPr>
          <p:nvPr/>
        </p:nvSpPr>
        <p:spPr bwMode="auto">
          <a:xfrm>
            <a:off x="1403350" y="2276475"/>
            <a:ext cx="6400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spcBef>
                <a:spcPct val="20000"/>
              </a:spcBef>
              <a:defRPr sz="3200">
                <a:solidFill>
                  <a:schemeClr val="tx1"/>
                </a:solidFill>
                <a:latin typeface="Arial" charset="0"/>
                <a:ea typeface="Arial" charset="0"/>
                <a:cs typeface="Arial" charset="0"/>
              </a:defRPr>
            </a:lvl1pPr>
            <a:lvl2pPr algn="ctr">
              <a:spcBef>
                <a:spcPct val="20000"/>
              </a:spcBef>
              <a:defRPr sz="2800">
                <a:solidFill>
                  <a:schemeClr val="tx1"/>
                </a:solidFill>
                <a:latin typeface="Arial" charset="0"/>
                <a:ea typeface="Arial" charset="0"/>
                <a:cs typeface="Arial" charset="0"/>
              </a:defRPr>
            </a:lvl2pPr>
            <a:lvl3pPr algn="ctr">
              <a:spcBef>
                <a:spcPct val="20000"/>
              </a:spcBef>
              <a:defRPr sz="2400">
                <a:solidFill>
                  <a:schemeClr val="tx1"/>
                </a:solidFill>
                <a:latin typeface="Arial" charset="0"/>
                <a:ea typeface="Arial" charset="0"/>
                <a:cs typeface="Arial" charset="0"/>
              </a:defRPr>
            </a:lvl3pPr>
            <a:lvl4pPr algn="ctr">
              <a:spcBef>
                <a:spcPct val="20000"/>
              </a:spcBef>
              <a:defRPr sz="2000">
                <a:solidFill>
                  <a:schemeClr val="tx1"/>
                </a:solidFill>
                <a:latin typeface="Arial" charset="0"/>
                <a:ea typeface="Arial" charset="0"/>
                <a:cs typeface="Arial" charset="0"/>
              </a:defRPr>
            </a:lvl4pPr>
            <a:lvl5pPr algn="ctr">
              <a:spcBef>
                <a:spcPct val="20000"/>
              </a:spcBef>
              <a:defRPr sz="2000">
                <a:solidFill>
                  <a:schemeClr val="tx1"/>
                </a:solidFill>
                <a:latin typeface="Arial" charset="0"/>
                <a:ea typeface="Arial" charset="0"/>
                <a:cs typeface="Arial" charset="0"/>
              </a:defRPr>
            </a:lvl5pPr>
            <a:lvl6pPr algn="ctr" fontAlgn="base">
              <a:spcBef>
                <a:spcPct val="20000"/>
              </a:spcBef>
              <a:spcAft>
                <a:spcPct val="0"/>
              </a:spcAft>
              <a:defRPr sz="2000">
                <a:solidFill>
                  <a:schemeClr val="tx1"/>
                </a:solidFill>
                <a:latin typeface="Arial" charset="0"/>
                <a:ea typeface="Arial" charset="0"/>
                <a:cs typeface="Arial" charset="0"/>
              </a:defRPr>
            </a:lvl6pPr>
            <a:lvl7pPr algn="ctr" fontAlgn="base">
              <a:spcBef>
                <a:spcPct val="20000"/>
              </a:spcBef>
              <a:spcAft>
                <a:spcPct val="0"/>
              </a:spcAft>
              <a:defRPr sz="2000">
                <a:solidFill>
                  <a:schemeClr val="tx1"/>
                </a:solidFill>
                <a:latin typeface="Arial" charset="0"/>
                <a:ea typeface="Arial" charset="0"/>
                <a:cs typeface="Arial" charset="0"/>
              </a:defRPr>
            </a:lvl7pPr>
            <a:lvl8pPr algn="ctr" fontAlgn="base">
              <a:spcBef>
                <a:spcPct val="20000"/>
              </a:spcBef>
              <a:spcAft>
                <a:spcPct val="0"/>
              </a:spcAft>
              <a:defRPr sz="2000">
                <a:solidFill>
                  <a:schemeClr val="tx1"/>
                </a:solidFill>
                <a:latin typeface="Arial" charset="0"/>
                <a:ea typeface="Arial" charset="0"/>
                <a:cs typeface="Arial" charset="0"/>
              </a:defRPr>
            </a:lvl8pPr>
            <a:lvl9pPr algn="ctr" fontAlgn="base">
              <a:spcBef>
                <a:spcPct val="20000"/>
              </a:spcBef>
              <a:spcAft>
                <a:spcPct val="0"/>
              </a:spcAft>
              <a:defRPr sz="2000">
                <a:solidFill>
                  <a:schemeClr val="tx1"/>
                </a:solidFill>
                <a:latin typeface="Arial" charset="0"/>
                <a:ea typeface="Arial" charset="0"/>
                <a:cs typeface="Arial" charset="0"/>
              </a:defRPr>
            </a:lvl9pPr>
          </a:lstStyle>
          <a:p>
            <a:endParaRPr lang="x-none" altLang="x-non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68313" y="116632"/>
            <a:ext cx="8229600" cy="864096"/>
          </a:xfrm>
        </p:spPr>
        <p:txBody>
          <a:bodyPr/>
          <a:lstStyle/>
          <a:p>
            <a:r>
              <a:rPr lang="es-UY" altLang="x-none" u="sng">
                <a:solidFill>
                  <a:schemeClr val="tx1"/>
                </a:solidFill>
              </a:rPr>
              <a:t>Warm up</a:t>
            </a:r>
            <a:endParaRPr lang="es-ES" altLang="x-none" u="sng" dirty="0">
              <a:solidFill>
                <a:schemeClr val="tx1"/>
              </a:solidFill>
            </a:endParaRPr>
          </a:p>
        </p:txBody>
      </p:sp>
      <p:sp>
        <p:nvSpPr>
          <p:cNvPr id="3075" name="Rectangle 3"/>
          <p:cNvSpPr>
            <a:spLocks noGrp="1" noChangeArrowheads="1"/>
          </p:cNvSpPr>
          <p:nvPr>
            <p:ph type="body" idx="1"/>
          </p:nvPr>
        </p:nvSpPr>
        <p:spPr>
          <a:xfrm>
            <a:off x="441281" y="764704"/>
            <a:ext cx="8229600" cy="1717228"/>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altLang="x-none" dirty="0" err="1"/>
              <a:t>Gallery</a:t>
            </a:r>
            <a:r>
              <a:rPr lang="es-ES" altLang="x-none" dirty="0"/>
              <a:t> </a:t>
            </a:r>
            <a:r>
              <a:rPr lang="es-ES" altLang="x-none" dirty="0" err="1"/>
              <a:t>Walk</a:t>
            </a:r>
            <a:r>
              <a:rPr lang="es-ES" altLang="x-none" dirty="0"/>
              <a:t>:</a:t>
            </a:r>
          </a:p>
          <a:p>
            <a:pPr marL="0" marR="0" lvl="0" indent="0" defTabSz="914400" eaLnBrk="1" fontAlgn="auto" latinLnBrk="0" hangingPunct="1">
              <a:lnSpc>
                <a:spcPct val="100000"/>
              </a:lnSpc>
              <a:spcBef>
                <a:spcPts val="0"/>
              </a:spcBef>
              <a:spcAft>
                <a:spcPts val="0"/>
              </a:spcAft>
              <a:buClrTx/>
              <a:buSzTx/>
              <a:buFontTx/>
              <a:buNone/>
              <a:tabLst/>
              <a:defRPr/>
            </a:pPr>
            <a:r>
              <a:rPr lang="es-ES" altLang="x-none" sz="1800" i="1" dirty="0"/>
              <a:t>Resources </a:t>
            </a:r>
            <a:r>
              <a:rPr lang="es-ES" altLang="x-none" sz="1800" i="1" dirty="0" err="1"/>
              <a:t>required</a:t>
            </a:r>
            <a:r>
              <a:rPr lang="es-ES" altLang="x-none" sz="1800" i="1" dirty="0"/>
              <a:t>: post </a:t>
            </a:r>
            <a:r>
              <a:rPr lang="es-ES" altLang="x-none" sz="1800" i="1" dirty="0" err="1"/>
              <a:t>it</a:t>
            </a:r>
            <a:r>
              <a:rPr lang="es-ES" altLang="x-none" sz="1800" i="1" dirty="0"/>
              <a:t> notes, A3 </a:t>
            </a:r>
            <a:r>
              <a:rPr lang="es-ES" altLang="x-none" sz="1800" i="1" dirty="0" err="1"/>
              <a:t>paper</a:t>
            </a:r>
            <a:r>
              <a:rPr lang="es-ES" altLang="x-none" sz="1800" i="1" dirty="0"/>
              <a:t>, </a:t>
            </a:r>
            <a:r>
              <a:rPr lang="es-ES" altLang="x-none" sz="1800" i="1" dirty="0" err="1"/>
              <a:t>coloured</a:t>
            </a:r>
            <a:r>
              <a:rPr lang="es-ES" altLang="x-none" sz="1800" i="1" dirty="0"/>
              <a:t> </a:t>
            </a:r>
            <a:r>
              <a:rPr lang="es-ES" altLang="x-none" sz="1800" i="1" dirty="0" err="1"/>
              <a:t>textas</a:t>
            </a:r>
            <a:r>
              <a:rPr lang="es-ES" altLang="x-none" sz="1800" i="1" dirty="0"/>
              <a:t>/pen, blue tac</a:t>
            </a:r>
          </a:p>
          <a:p>
            <a:pPr marL="0" marR="0" lvl="0" indent="0" defTabSz="914400" eaLnBrk="1" fontAlgn="auto" latinLnBrk="0" hangingPunct="1">
              <a:lnSpc>
                <a:spcPct val="100000"/>
              </a:lnSpc>
              <a:spcBef>
                <a:spcPts val="0"/>
              </a:spcBef>
              <a:spcAft>
                <a:spcPts val="0"/>
              </a:spcAft>
              <a:buClrTx/>
              <a:buSzTx/>
              <a:buFontTx/>
              <a:buNone/>
              <a:tabLst/>
              <a:defRPr/>
            </a:pPr>
            <a:endParaRPr lang="es-ES" altLang="x-none" sz="1000" i="1" dirty="0"/>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r>
              <a:rPr lang="es-ES" altLang="x-none" sz="2000" dirty="0"/>
              <a:t>Ask </a:t>
            </a:r>
            <a:r>
              <a:rPr lang="es-ES" altLang="x-none" sz="2000" dirty="0" err="1"/>
              <a:t>students</a:t>
            </a:r>
            <a:r>
              <a:rPr lang="es-ES" altLang="x-none" sz="2000" dirty="0"/>
              <a:t> to </a:t>
            </a:r>
            <a:r>
              <a:rPr lang="es-ES" altLang="x-none" sz="2000" dirty="0" err="1"/>
              <a:t>consider</a:t>
            </a:r>
            <a:r>
              <a:rPr lang="es-ES" altLang="x-none" sz="2000" dirty="0"/>
              <a:t> </a:t>
            </a:r>
            <a:r>
              <a:rPr lang="es-ES" altLang="x-none" sz="2000" dirty="0" err="1"/>
              <a:t>the</a:t>
            </a:r>
            <a:r>
              <a:rPr lang="es-ES" altLang="x-none" sz="2000" dirty="0"/>
              <a:t> </a:t>
            </a:r>
            <a:r>
              <a:rPr lang="es-ES" altLang="x-none" sz="2000" dirty="0" err="1"/>
              <a:t>question</a:t>
            </a:r>
            <a:r>
              <a:rPr lang="es-ES" altLang="x-none" sz="2000" dirty="0"/>
              <a:t> </a:t>
            </a:r>
            <a:r>
              <a:rPr lang="es-ES" altLang="x-none" sz="2000" dirty="0" err="1"/>
              <a:t>on</a:t>
            </a:r>
            <a:r>
              <a:rPr lang="es-ES" altLang="x-none" sz="2000" dirty="0"/>
              <a:t> </a:t>
            </a:r>
            <a:r>
              <a:rPr lang="es-ES" altLang="x-none" sz="2000" dirty="0" err="1"/>
              <a:t>next</a:t>
            </a:r>
            <a:r>
              <a:rPr lang="es-ES" altLang="x-none" sz="2000" dirty="0"/>
              <a:t> </a:t>
            </a:r>
            <a:r>
              <a:rPr lang="es-ES" altLang="x-none" sz="2000" dirty="0" err="1"/>
              <a:t>slide</a:t>
            </a:r>
            <a:r>
              <a:rPr lang="es-ES" altLang="x-none" sz="2000" dirty="0"/>
              <a:t> and </a:t>
            </a:r>
            <a:r>
              <a:rPr lang="es-ES" altLang="x-none" sz="2000" dirty="0" err="1"/>
              <a:t>have</a:t>
            </a:r>
            <a:r>
              <a:rPr lang="es-ES" altLang="x-none" sz="2000" dirty="0"/>
              <a:t> </a:t>
            </a:r>
            <a:r>
              <a:rPr lang="es-ES" altLang="x-none" sz="2000" dirty="0" err="1"/>
              <a:t>them</a:t>
            </a:r>
            <a:r>
              <a:rPr lang="es-ES" altLang="x-none" sz="2000" dirty="0"/>
              <a:t> </a:t>
            </a:r>
            <a:r>
              <a:rPr lang="es-ES" altLang="x-none" sz="2000" dirty="0" err="1"/>
              <a:t>consider</a:t>
            </a:r>
            <a:r>
              <a:rPr lang="es-ES" altLang="x-none" sz="2000" dirty="0"/>
              <a:t> </a:t>
            </a:r>
            <a:r>
              <a:rPr lang="es-ES" altLang="x-none" sz="2000" dirty="0" err="1"/>
              <a:t>the</a:t>
            </a:r>
            <a:r>
              <a:rPr lang="es-ES" altLang="x-none" sz="2000" dirty="0"/>
              <a:t> </a:t>
            </a:r>
            <a:r>
              <a:rPr lang="es-ES" altLang="x-none" sz="2000" dirty="0" err="1"/>
              <a:t>answer</a:t>
            </a:r>
            <a:r>
              <a:rPr lang="es-ES" altLang="x-none" sz="2000" dirty="0"/>
              <a:t> and </a:t>
            </a:r>
            <a:r>
              <a:rPr lang="es-ES" altLang="x-none" sz="2000" dirty="0" err="1"/>
              <a:t>jot</a:t>
            </a:r>
            <a:r>
              <a:rPr lang="es-ES" altLang="x-none" sz="2000" dirty="0"/>
              <a:t> </a:t>
            </a:r>
            <a:r>
              <a:rPr lang="es-ES" altLang="x-none" sz="2000" dirty="0" err="1"/>
              <a:t>down</a:t>
            </a:r>
            <a:r>
              <a:rPr lang="es-ES" altLang="x-none" sz="2000" dirty="0"/>
              <a:t> a </a:t>
            </a:r>
            <a:r>
              <a:rPr lang="es-ES" altLang="x-none" sz="2000" dirty="0" err="1"/>
              <a:t>few</a:t>
            </a:r>
            <a:r>
              <a:rPr lang="es-ES" altLang="x-none" sz="2000" dirty="0"/>
              <a:t> ideas </a:t>
            </a:r>
            <a:r>
              <a:rPr lang="es-ES" altLang="x-none" sz="2000" dirty="0" err="1"/>
              <a:t>on</a:t>
            </a:r>
            <a:r>
              <a:rPr lang="es-ES" altLang="x-none" sz="2000" dirty="0"/>
              <a:t> a post-</a:t>
            </a:r>
            <a:r>
              <a:rPr lang="es-ES" altLang="x-none" sz="2000" dirty="0" err="1"/>
              <a:t>it</a:t>
            </a:r>
            <a:r>
              <a:rPr lang="es-ES" altLang="x-none" sz="2000" dirty="0"/>
              <a:t> note.</a:t>
            </a:r>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r>
              <a:rPr lang="es-ES" altLang="x-none" sz="2000" dirty="0" err="1"/>
              <a:t>Number</a:t>
            </a:r>
            <a:r>
              <a:rPr lang="es-ES" altLang="x-none" sz="2000" dirty="0"/>
              <a:t> </a:t>
            </a:r>
            <a:r>
              <a:rPr lang="es-ES" altLang="x-none" sz="2000" dirty="0" err="1"/>
              <a:t>students</a:t>
            </a:r>
            <a:r>
              <a:rPr lang="es-ES" altLang="x-none" sz="2000" dirty="0"/>
              <a:t> off </a:t>
            </a:r>
            <a:r>
              <a:rPr lang="es-ES" altLang="x-none" sz="2000" dirty="0" err="1"/>
              <a:t>into</a:t>
            </a:r>
            <a:r>
              <a:rPr lang="es-ES" altLang="x-none" sz="2000" dirty="0"/>
              <a:t> </a:t>
            </a:r>
            <a:r>
              <a:rPr lang="es-ES" altLang="x-none" sz="2000" dirty="0" err="1"/>
              <a:t>groups</a:t>
            </a:r>
            <a:r>
              <a:rPr lang="es-ES" altLang="x-none" sz="2000" dirty="0"/>
              <a:t> of 4</a:t>
            </a:r>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r>
              <a:rPr lang="es-ES" altLang="x-none" sz="2000" dirty="0"/>
              <a:t>Hand out A3 </a:t>
            </a:r>
            <a:r>
              <a:rPr lang="es-ES" altLang="x-none" sz="2000" dirty="0" err="1"/>
              <a:t>paper</a:t>
            </a:r>
            <a:r>
              <a:rPr lang="es-ES" altLang="x-none" sz="2000" dirty="0"/>
              <a:t> </a:t>
            </a:r>
            <a:r>
              <a:rPr lang="es-ES" altLang="x-none" sz="2000" dirty="0" err="1"/>
              <a:t>one</a:t>
            </a:r>
            <a:r>
              <a:rPr lang="es-ES" altLang="x-none" sz="2000" dirty="0"/>
              <a:t> per </a:t>
            </a:r>
            <a:r>
              <a:rPr lang="es-ES" altLang="x-none" sz="2000" dirty="0" err="1"/>
              <a:t>group</a:t>
            </a:r>
            <a:r>
              <a:rPr lang="es-ES" altLang="x-none" sz="2000" dirty="0"/>
              <a:t>. Divide </a:t>
            </a:r>
            <a:r>
              <a:rPr lang="es-ES" altLang="x-none" sz="2000" dirty="0" err="1"/>
              <a:t>the</a:t>
            </a:r>
            <a:r>
              <a:rPr lang="es-ES" altLang="x-none" sz="2000" dirty="0"/>
              <a:t> </a:t>
            </a:r>
            <a:r>
              <a:rPr lang="es-ES" altLang="x-none" sz="2000" dirty="0" err="1"/>
              <a:t>sheet</a:t>
            </a:r>
            <a:r>
              <a:rPr lang="es-ES" altLang="x-none" sz="2000" dirty="0"/>
              <a:t> in 1/3, 2/3 </a:t>
            </a:r>
            <a:r>
              <a:rPr lang="es-ES" altLang="x-none" sz="2000" dirty="0" err="1"/>
              <a:t>split</a:t>
            </a:r>
            <a:endParaRPr lang="es-ES" altLang="x-none" sz="2000" dirty="0"/>
          </a:p>
          <a:p>
            <a:pPr marL="457200" indent="-457200" fontAlgn="auto">
              <a:spcBef>
                <a:spcPts val="0"/>
              </a:spcBef>
              <a:spcAft>
                <a:spcPts val="0"/>
              </a:spcAft>
              <a:buFont typeface="+mj-lt"/>
              <a:buAutoNum type="arabicPeriod"/>
              <a:defRPr/>
            </a:pPr>
            <a:r>
              <a:rPr lang="es-ES" altLang="x-none" sz="2000" dirty="0" err="1"/>
              <a:t>Allow</a:t>
            </a:r>
            <a:r>
              <a:rPr lang="es-ES" altLang="x-none" sz="2000" dirty="0"/>
              <a:t> time to </a:t>
            </a:r>
            <a:r>
              <a:rPr lang="es-ES" altLang="x-none" sz="2000" dirty="0" err="1"/>
              <a:t>collabortively</a:t>
            </a:r>
            <a:r>
              <a:rPr lang="es-ES" altLang="x-none" sz="2000" dirty="0"/>
              <a:t> </a:t>
            </a:r>
            <a:r>
              <a:rPr lang="es-ES" altLang="x-none" sz="2000" dirty="0" err="1"/>
              <a:t>discuss</a:t>
            </a:r>
            <a:r>
              <a:rPr lang="es-ES" altLang="x-none" sz="2000" dirty="0"/>
              <a:t> </a:t>
            </a:r>
            <a:r>
              <a:rPr lang="es-ES" altLang="x-none" sz="2000" dirty="0" err="1"/>
              <a:t>the</a:t>
            </a:r>
            <a:r>
              <a:rPr lang="es-ES" altLang="x-none" sz="2000" dirty="0"/>
              <a:t> </a:t>
            </a:r>
            <a:r>
              <a:rPr lang="es-ES" altLang="x-none" sz="2000" dirty="0" err="1"/>
              <a:t>question</a:t>
            </a:r>
            <a:r>
              <a:rPr lang="es-ES" altLang="x-none" sz="2000" dirty="0"/>
              <a:t> and </a:t>
            </a:r>
            <a:r>
              <a:rPr lang="es-ES" altLang="x-none" sz="2000" dirty="0" err="1"/>
              <a:t>present</a:t>
            </a:r>
            <a:r>
              <a:rPr lang="es-ES" altLang="x-none" sz="2000" dirty="0"/>
              <a:t> </a:t>
            </a:r>
            <a:r>
              <a:rPr lang="es-ES" altLang="x-none" sz="2000" dirty="0" err="1"/>
              <a:t>their</a:t>
            </a:r>
            <a:r>
              <a:rPr lang="es-ES" altLang="x-none" sz="2000" dirty="0"/>
              <a:t> ideas and In </a:t>
            </a:r>
            <a:r>
              <a:rPr lang="es-ES" altLang="x-none" sz="2000" dirty="0" err="1"/>
              <a:t>the</a:t>
            </a:r>
            <a:r>
              <a:rPr lang="es-ES" altLang="x-none" sz="2000" dirty="0"/>
              <a:t> </a:t>
            </a:r>
            <a:r>
              <a:rPr lang="es-ES" altLang="x-none" sz="2000" dirty="0" err="1"/>
              <a:t>bottom</a:t>
            </a:r>
            <a:r>
              <a:rPr lang="es-ES" altLang="x-none" sz="2000" dirty="0"/>
              <a:t> 2/3rd’s-Have </a:t>
            </a:r>
            <a:r>
              <a:rPr lang="es-ES" altLang="x-none" sz="2000" dirty="0" err="1"/>
              <a:t>students</a:t>
            </a:r>
            <a:r>
              <a:rPr lang="es-ES" altLang="x-none" sz="2000" dirty="0"/>
              <a:t> </a:t>
            </a:r>
            <a:r>
              <a:rPr lang="es-ES" altLang="x-none" sz="2000" dirty="0" err="1"/>
              <a:t>create</a:t>
            </a:r>
            <a:r>
              <a:rPr lang="es-ES" altLang="x-none" sz="2000" dirty="0"/>
              <a:t> a poster of </a:t>
            </a:r>
            <a:r>
              <a:rPr lang="es-ES" altLang="x-none" sz="2000" dirty="0" err="1"/>
              <a:t>all</a:t>
            </a:r>
            <a:r>
              <a:rPr lang="es-ES" altLang="x-none" sz="2000" dirty="0"/>
              <a:t> ideas </a:t>
            </a:r>
            <a:r>
              <a:rPr lang="es-ES" altLang="x-none" sz="2000" dirty="0" err="1"/>
              <a:t>they</a:t>
            </a:r>
            <a:r>
              <a:rPr lang="es-ES" altLang="x-none" sz="2000" dirty="0"/>
              <a:t> can </a:t>
            </a:r>
            <a:r>
              <a:rPr lang="es-ES" altLang="x-none" sz="2000" dirty="0" err="1"/>
              <a:t>think</a:t>
            </a:r>
            <a:r>
              <a:rPr lang="es-ES" altLang="x-none" sz="2000" dirty="0"/>
              <a:t> of </a:t>
            </a:r>
            <a:r>
              <a:rPr lang="es-ES" altLang="x-none" sz="2000" dirty="0" err="1"/>
              <a:t>related</a:t>
            </a:r>
            <a:r>
              <a:rPr lang="es-ES" altLang="x-none" sz="2000" dirty="0"/>
              <a:t> to </a:t>
            </a:r>
            <a:r>
              <a:rPr lang="es-ES" altLang="x-none" sz="2000" dirty="0" err="1"/>
              <a:t>answering</a:t>
            </a:r>
            <a:r>
              <a:rPr lang="es-ES" altLang="x-none" sz="2000" dirty="0"/>
              <a:t> </a:t>
            </a:r>
            <a:r>
              <a:rPr lang="es-ES" altLang="x-none" sz="2000" dirty="0" err="1"/>
              <a:t>the</a:t>
            </a:r>
            <a:r>
              <a:rPr lang="es-ES" altLang="x-none" sz="2000" dirty="0"/>
              <a:t> </a:t>
            </a:r>
            <a:r>
              <a:rPr lang="es-ES" altLang="x-none" sz="2000" dirty="0" err="1"/>
              <a:t>question</a:t>
            </a:r>
            <a:r>
              <a:rPr lang="es-ES" altLang="x-none" sz="2000" dirty="0"/>
              <a:t>.</a:t>
            </a:r>
          </a:p>
          <a:p>
            <a:pPr marL="457200" indent="-457200" fontAlgn="auto">
              <a:spcBef>
                <a:spcPts val="0"/>
              </a:spcBef>
              <a:spcAft>
                <a:spcPts val="0"/>
              </a:spcAft>
              <a:buFont typeface="+mj-lt"/>
              <a:buAutoNum type="arabicPeriod"/>
              <a:defRPr/>
            </a:pPr>
            <a:r>
              <a:rPr lang="es-ES" altLang="x-none" sz="2000" dirty="0"/>
              <a:t>Pin </a:t>
            </a:r>
            <a:r>
              <a:rPr lang="es-ES" altLang="x-none" sz="2000" dirty="0" err="1"/>
              <a:t>these</a:t>
            </a:r>
            <a:r>
              <a:rPr lang="es-ES" altLang="x-none" sz="2000" dirty="0"/>
              <a:t> posters up </a:t>
            </a:r>
            <a:r>
              <a:rPr lang="es-ES" altLang="x-none" sz="2000" dirty="0" err="1"/>
              <a:t>around</a:t>
            </a:r>
            <a:r>
              <a:rPr lang="es-ES" altLang="x-none" sz="2000" dirty="0"/>
              <a:t> </a:t>
            </a:r>
            <a:r>
              <a:rPr lang="es-ES" altLang="x-none" sz="2000" dirty="0" err="1"/>
              <a:t>the</a:t>
            </a:r>
            <a:r>
              <a:rPr lang="es-ES" altLang="x-none" sz="2000" dirty="0"/>
              <a:t> </a:t>
            </a:r>
            <a:r>
              <a:rPr lang="es-ES" altLang="x-none" sz="2000" dirty="0" err="1"/>
              <a:t>room</a:t>
            </a:r>
            <a:r>
              <a:rPr lang="es-ES" altLang="x-none" sz="2000" dirty="0"/>
              <a:t>.</a:t>
            </a:r>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r>
              <a:rPr lang="es-ES" altLang="x-none" sz="2000" dirty="0" err="1"/>
              <a:t>Allow</a:t>
            </a:r>
            <a:r>
              <a:rPr lang="es-ES" altLang="x-none" sz="2000" dirty="0"/>
              <a:t> </a:t>
            </a:r>
            <a:r>
              <a:rPr lang="es-ES" altLang="x-none" sz="2000" dirty="0" err="1"/>
              <a:t>students</a:t>
            </a:r>
            <a:r>
              <a:rPr lang="es-ES" altLang="x-none" sz="2000" dirty="0"/>
              <a:t> to complete a </a:t>
            </a:r>
            <a:r>
              <a:rPr lang="es-ES" altLang="x-none" sz="2000" dirty="0" err="1"/>
              <a:t>gallery</a:t>
            </a:r>
            <a:r>
              <a:rPr lang="es-ES" altLang="x-none" sz="2000" dirty="0"/>
              <a:t> </a:t>
            </a:r>
            <a:r>
              <a:rPr lang="es-ES" altLang="x-none" sz="2000" dirty="0" err="1"/>
              <a:t>walk</a:t>
            </a:r>
            <a:r>
              <a:rPr lang="es-ES" altLang="x-none" sz="2000" dirty="0"/>
              <a:t> </a:t>
            </a:r>
            <a:r>
              <a:rPr lang="es-ES" altLang="x-none" sz="2000" dirty="0" err="1"/>
              <a:t>viewing</a:t>
            </a:r>
            <a:r>
              <a:rPr lang="es-ES" altLang="x-none" sz="2000" dirty="0"/>
              <a:t> </a:t>
            </a:r>
            <a:r>
              <a:rPr lang="es-ES" altLang="x-none" sz="2000" dirty="0" err="1"/>
              <a:t>others</a:t>
            </a:r>
            <a:r>
              <a:rPr lang="es-ES" altLang="x-none" sz="2000" dirty="0"/>
              <a:t> </a:t>
            </a:r>
            <a:r>
              <a:rPr lang="es-ES" altLang="x-none" sz="2000" dirty="0" err="1"/>
              <a:t>people’s</a:t>
            </a:r>
            <a:r>
              <a:rPr lang="es-ES" altLang="x-none" sz="2000" dirty="0"/>
              <a:t> responses.</a:t>
            </a:r>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r>
              <a:rPr lang="es-ES" altLang="x-none" sz="2000" dirty="0" err="1"/>
              <a:t>Finally</a:t>
            </a:r>
            <a:r>
              <a:rPr lang="es-ES" altLang="x-none" sz="2000" dirty="0"/>
              <a:t> </a:t>
            </a:r>
            <a:r>
              <a:rPr lang="es-ES" altLang="x-none" sz="2000" dirty="0" err="1"/>
              <a:t>return</a:t>
            </a:r>
            <a:r>
              <a:rPr lang="es-ES" altLang="x-none" sz="2000" dirty="0"/>
              <a:t> to original </a:t>
            </a:r>
            <a:r>
              <a:rPr lang="es-ES" altLang="x-none" sz="2000" dirty="0" err="1"/>
              <a:t>groups</a:t>
            </a:r>
            <a:r>
              <a:rPr lang="es-ES" altLang="x-none" sz="2000" dirty="0"/>
              <a:t> </a:t>
            </a:r>
            <a:r>
              <a:rPr lang="es-ES" altLang="x-none" sz="2000" dirty="0" err="1"/>
              <a:t>allow</a:t>
            </a:r>
            <a:r>
              <a:rPr lang="es-ES" altLang="x-none" sz="2000" dirty="0"/>
              <a:t> time to alter </a:t>
            </a:r>
            <a:r>
              <a:rPr lang="es-ES" altLang="x-none" sz="2000" dirty="0" err="1"/>
              <a:t>or</a:t>
            </a:r>
            <a:r>
              <a:rPr lang="es-ES" altLang="x-none" sz="2000" dirty="0"/>
              <a:t> </a:t>
            </a:r>
            <a:r>
              <a:rPr lang="es-ES" altLang="x-none" sz="2000" dirty="0" err="1"/>
              <a:t>review</a:t>
            </a:r>
            <a:r>
              <a:rPr lang="es-ES" altLang="x-none" sz="2000" dirty="0"/>
              <a:t> </a:t>
            </a:r>
            <a:r>
              <a:rPr lang="es-ES" altLang="x-none" sz="2000" dirty="0" err="1"/>
              <a:t>the</a:t>
            </a:r>
            <a:r>
              <a:rPr lang="es-ES" altLang="x-none" sz="2000" dirty="0"/>
              <a:t> </a:t>
            </a:r>
            <a:r>
              <a:rPr lang="es-ES" altLang="x-none" sz="2000" dirty="0" err="1"/>
              <a:t>team</a:t>
            </a:r>
            <a:r>
              <a:rPr lang="es-ES" altLang="x-none" sz="2000" dirty="0"/>
              <a:t> </a:t>
            </a:r>
            <a:r>
              <a:rPr lang="es-ES" altLang="x-none" sz="2000" dirty="0" err="1"/>
              <a:t>resonse</a:t>
            </a:r>
            <a:r>
              <a:rPr lang="es-ES" altLang="x-none" sz="2000" dirty="0"/>
              <a:t>. </a:t>
            </a:r>
            <a:r>
              <a:rPr lang="es-ES" altLang="x-none" sz="2000" dirty="0" err="1"/>
              <a:t>Create</a:t>
            </a:r>
            <a:r>
              <a:rPr lang="es-ES" altLang="x-none" sz="2000" dirty="0"/>
              <a:t> a final response to </a:t>
            </a:r>
            <a:r>
              <a:rPr lang="es-ES" altLang="x-none" sz="2000" dirty="0" err="1"/>
              <a:t>the</a:t>
            </a:r>
            <a:r>
              <a:rPr lang="es-ES" altLang="x-none" sz="2000" dirty="0"/>
              <a:t> </a:t>
            </a:r>
            <a:r>
              <a:rPr lang="es-ES" altLang="x-none" sz="2000" dirty="0" err="1"/>
              <a:t>qustion</a:t>
            </a:r>
            <a:r>
              <a:rPr lang="es-ES" altLang="x-none" sz="2000" dirty="0"/>
              <a:t> in </a:t>
            </a:r>
            <a:r>
              <a:rPr lang="es-ES" altLang="x-none" sz="2000" dirty="0" err="1"/>
              <a:t>the</a:t>
            </a:r>
            <a:r>
              <a:rPr lang="es-ES" altLang="x-none" sz="2000" dirty="0"/>
              <a:t> top 1/3 of </a:t>
            </a:r>
            <a:r>
              <a:rPr lang="es-ES" altLang="x-none" sz="2000" dirty="0" err="1"/>
              <a:t>the</a:t>
            </a:r>
            <a:r>
              <a:rPr lang="es-ES" altLang="x-none" sz="2000" dirty="0"/>
              <a:t> poster. </a:t>
            </a:r>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r>
              <a:rPr lang="es-ES" altLang="x-none" sz="2000" dirty="0" err="1"/>
              <a:t>Randomly</a:t>
            </a:r>
            <a:r>
              <a:rPr lang="es-ES" altLang="x-none" sz="2000" dirty="0"/>
              <a:t> </a:t>
            </a:r>
            <a:r>
              <a:rPr lang="es-ES" altLang="x-none" sz="2000" dirty="0" err="1"/>
              <a:t>choose</a:t>
            </a:r>
            <a:r>
              <a:rPr lang="es-ES" altLang="x-none" sz="2000" dirty="0"/>
              <a:t> </a:t>
            </a:r>
            <a:r>
              <a:rPr lang="es-ES" altLang="x-none" sz="2000" dirty="0" err="1"/>
              <a:t>someone</a:t>
            </a:r>
            <a:r>
              <a:rPr lang="es-ES" altLang="x-none" sz="2000" dirty="0"/>
              <a:t> </a:t>
            </a:r>
            <a:r>
              <a:rPr lang="es-ES" altLang="x-none" sz="2000" dirty="0" err="1"/>
              <a:t>fromt</a:t>
            </a:r>
            <a:r>
              <a:rPr lang="es-ES" altLang="x-none" sz="2000" dirty="0"/>
              <a:t> he </a:t>
            </a:r>
            <a:r>
              <a:rPr lang="es-ES" altLang="x-none" sz="2000" dirty="0" err="1"/>
              <a:t>group</a:t>
            </a:r>
            <a:r>
              <a:rPr lang="es-ES" altLang="x-none" sz="2000" dirty="0"/>
              <a:t> to </a:t>
            </a:r>
            <a:r>
              <a:rPr lang="es-ES" altLang="x-none" sz="2000" dirty="0" err="1"/>
              <a:t>present</a:t>
            </a:r>
            <a:r>
              <a:rPr lang="es-ES" altLang="x-none" sz="2000" dirty="0"/>
              <a:t> </a:t>
            </a:r>
            <a:r>
              <a:rPr lang="es-ES" altLang="x-none" sz="2000" dirty="0" err="1"/>
              <a:t>this</a:t>
            </a:r>
            <a:r>
              <a:rPr lang="es-ES" altLang="x-none" sz="2000" dirty="0"/>
              <a:t> response to </a:t>
            </a:r>
            <a:r>
              <a:rPr lang="es-ES" altLang="x-none" sz="2000" dirty="0" err="1"/>
              <a:t>the</a:t>
            </a:r>
            <a:r>
              <a:rPr lang="es-ES" altLang="x-none" sz="2000" dirty="0"/>
              <a:t> </a:t>
            </a:r>
            <a:r>
              <a:rPr lang="es-ES" altLang="x-none" sz="2000" dirty="0" err="1"/>
              <a:t>class</a:t>
            </a:r>
            <a:r>
              <a:rPr lang="es-ES" altLang="x-none" sz="2000" dirty="0"/>
              <a:t>.</a:t>
            </a:r>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endParaRPr lang="es-ES" altLang="x-none" sz="2400" dirty="0"/>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endParaRPr lang="es-ES" altLang="x-none" sz="2400" dirty="0"/>
          </a:p>
          <a:p>
            <a:pPr marL="457200" marR="0" lvl="0" indent="-457200" defTabSz="914400" eaLnBrk="1" fontAlgn="auto" latinLnBrk="0" hangingPunct="1">
              <a:lnSpc>
                <a:spcPct val="100000"/>
              </a:lnSpc>
              <a:spcBef>
                <a:spcPts val="0"/>
              </a:spcBef>
              <a:spcAft>
                <a:spcPts val="0"/>
              </a:spcAft>
              <a:buClrTx/>
              <a:buSzTx/>
              <a:buFont typeface="+mj-lt"/>
              <a:buAutoNum type="arabicPeriod"/>
              <a:tabLst/>
              <a:defRPr/>
            </a:pPr>
            <a:endParaRPr lang="es-ES" altLang="x-none"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68313" y="333375"/>
            <a:ext cx="8229600" cy="1143000"/>
          </a:xfrm>
        </p:spPr>
        <p:txBody>
          <a:bodyPr/>
          <a:lstStyle/>
          <a:p>
            <a:r>
              <a:rPr lang="es-UY" altLang="x-none" u="sng">
                <a:solidFill>
                  <a:schemeClr val="tx1"/>
                </a:solidFill>
              </a:rPr>
              <a:t>Warm up</a:t>
            </a:r>
            <a:endParaRPr lang="es-ES" altLang="x-none" u="sng">
              <a:solidFill>
                <a:schemeClr val="tx1"/>
              </a:solidFill>
            </a:endParaRPr>
          </a:p>
        </p:txBody>
      </p:sp>
      <p:sp>
        <p:nvSpPr>
          <p:cNvPr id="3075" name="Rectangle 3"/>
          <p:cNvSpPr>
            <a:spLocks noGrp="1" noChangeArrowheads="1"/>
          </p:cNvSpPr>
          <p:nvPr>
            <p:ph type="body" idx="1"/>
          </p:nvPr>
        </p:nvSpPr>
        <p:spPr>
          <a:xfrm>
            <a:off x="468313" y="1606759"/>
            <a:ext cx="8229600" cy="1717228"/>
          </a:xfrm>
        </p:spPr>
        <p:txBody>
          <a:bodyPr/>
          <a:lstStyle/>
          <a:p>
            <a:pPr marL="0" indent="0" fontAlgn="auto">
              <a:spcBef>
                <a:spcPts val="0"/>
              </a:spcBef>
              <a:spcAft>
                <a:spcPts val="0"/>
              </a:spcAft>
              <a:buNone/>
              <a:defRPr/>
            </a:pPr>
            <a:r>
              <a:rPr lang="en-US"/>
              <a:t>A real estate agent tells you that the median house price for a suburb in 2012 was </a:t>
            </a:r>
          </a:p>
          <a:p>
            <a:pPr marL="0" indent="0" fontAlgn="auto">
              <a:spcBef>
                <a:spcPts val="0"/>
              </a:spcBef>
              <a:spcAft>
                <a:spcPts val="0"/>
              </a:spcAft>
              <a:buNone/>
              <a:defRPr/>
            </a:pPr>
            <a:r>
              <a:rPr lang="en-US"/>
              <a:t>$753 000 and the mean was $948 000. </a:t>
            </a:r>
          </a:p>
          <a:p>
            <a:pPr marL="0" marR="0" lvl="0" indent="0" defTabSz="914400" eaLnBrk="1" fontAlgn="auto" latinLnBrk="0" hangingPunct="1">
              <a:lnSpc>
                <a:spcPct val="100000"/>
              </a:lnSpc>
              <a:spcBef>
                <a:spcPts val="0"/>
              </a:spcBef>
              <a:spcAft>
                <a:spcPts val="0"/>
              </a:spcAft>
              <a:buClrTx/>
              <a:buSzTx/>
              <a:buFontTx/>
              <a:buNone/>
              <a:tabLst/>
              <a:defRPr/>
            </a:pPr>
            <a:endParaRPr lang="es-ES" altLang="x-none"/>
          </a:p>
        </p:txBody>
      </p:sp>
      <p:sp>
        <p:nvSpPr>
          <p:cNvPr id="2" name="TextBox 1"/>
          <p:cNvSpPr txBox="1"/>
          <p:nvPr/>
        </p:nvSpPr>
        <p:spPr>
          <a:xfrm>
            <a:off x="468313" y="3565200"/>
            <a:ext cx="6733575" cy="646331"/>
          </a:xfrm>
          <a:prstGeom prst="rect">
            <a:avLst/>
          </a:prstGeom>
          <a:noFill/>
        </p:spPr>
        <p:txBody>
          <a:bodyPr wrap="none" rtlCol="0">
            <a:spAutoFit/>
          </a:bodyPr>
          <a:lstStyle/>
          <a:p>
            <a:r>
              <a:rPr lang="en-US"/>
              <a:t>Is it possible for the median and the mean to differ by so much? </a:t>
            </a:r>
          </a:p>
          <a:p>
            <a:endParaRPr lang="en-US"/>
          </a:p>
        </p:txBody>
      </p:sp>
      <p:sp>
        <p:nvSpPr>
          <p:cNvPr id="5" name="TextBox 4"/>
          <p:cNvSpPr txBox="1"/>
          <p:nvPr/>
        </p:nvSpPr>
        <p:spPr>
          <a:xfrm>
            <a:off x="456169" y="4205280"/>
            <a:ext cx="5698996" cy="646331"/>
          </a:xfrm>
          <a:prstGeom prst="rect">
            <a:avLst/>
          </a:prstGeom>
          <a:noFill/>
        </p:spPr>
        <p:txBody>
          <a:bodyPr wrap="none" rtlCol="0">
            <a:spAutoFit/>
          </a:bodyPr>
          <a:lstStyle/>
          <a:p>
            <a:r>
              <a:rPr lang="en-US"/>
              <a:t>Under what circumstances could this occur? Discuss. </a:t>
            </a:r>
          </a:p>
          <a:p>
            <a:endParaRPr lang="en-US"/>
          </a:p>
        </p:txBody>
      </p:sp>
    </p:spTree>
    <p:extLst>
      <p:ext uri="{BB962C8B-B14F-4D97-AF65-F5344CB8AC3E}">
        <p14:creationId xmlns:p14="http://schemas.microsoft.com/office/powerpoint/2010/main" val="555822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928"/>
            <a:ext cx="8229600" cy="1143000"/>
          </a:xfrm>
        </p:spPr>
        <p:txBody>
          <a:bodyPr/>
          <a:lstStyle/>
          <a:p>
            <a:r>
              <a:rPr lang="en-US" dirty="0"/>
              <a:t>Key ideas-teaching information </a:t>
            </a:r>
          </a:p>
        </p:txBody>
      </p:sp>
      <p:sp>
        <p:nvSpPr>
          <p:cNvPr id="3" name="Content Placeholder 2"/>
          <p:cNvSpPr>
            <a:spLocks noGrp="1"/>
          </p:cNvSpPr>
          <p:nvPr>
            <p:ph idx="1"/>
          </p:nvPr>
        </p:nvSpPr>
        <p:spPr>
          <a:xfrm>
            <a:off x="457200" y="908720"/>
            <a:ext cx="8229600" cy="4525963"/>
          </a:xfrm>
        </p:spPr>
        <p:txBody>
          <a:bodyPr/>
          <a:lstStyle/>
          <a:p>
            <a:r>
              <a:rPr lang="en-US" sz="1600" b="1" dirty="0"/>
              <a:t>A measure of central tendency (also referred to as measures of </a:t>
            </a:r>
            <a:r>
              <a:rPr lang="en-US" sz="1600" b="1" dirty="0" err="1"/>
              <a:t>centre</a:t>
            </a:r>
            <a:r>
              <a:rPr lang="en-US" sz="1600" b="1" dirty="0"/>
              <a:t> or central location) is a summary measure that attempts to describe a whole set of data with a single value that represents the middle or </a:t>
            </a:r>
            <a:r>
              <a:rPr lang="en-US" sz="1600" b="1" dirty="0" err="1"/>
              <a:t>centre</a:t>
            </a:r>
            <a:r>
              <a:rPr lang="en-US" sz="1600" b="1" dirty="0"/>
              <a:t> of its distribution.</a:t>
            </a:r>
            <a:br>
              <a:rPr lang="en-US" sz="1600" dirty="0"/>
            </a:br>
            <a:br>
              <a:rPr lang="en-US" sz="1600" dirty="0"/>
            </a:br>
            <a:r>
              <a:rPr lang="en-US" sz="1600" dirty="0"/>
              <a:t>There are three main measures of central tendency: the mode, the median and the mean. Each of these measures describes a different indication of the typical or central value in the distribution. The mean, median and mode are all valid measures of central tendency, but under different conditions, some measures of central tendency become more appropriate to use than others.</a:t>
            </a:r>
          </a:p>
          <a:p>
            <a:r>
              <a:rPr lang="en-US" sz="1600" dirty="0"/>
              <a:t>The mean (or average) is the most popular and well known measure of central tendency. </a:t>
            </a:r>
          </a:p>
          <a:p>
            <a:r>
              <a:rPr lang="en-US" sz="1600" dirty="0"/>
              <a:t>The mean has one main disadvantage: it is particularly susceptible to the influence of outliers.</a:t>
            </a:r>
          </a:p>
          <a:p>
            <a:r>
              <a:rPr lang="en-US" sz="1600" dirty="0"/>
              <a:t>The median is the middle score for a set of data that has been arranged in order of magnitude. The median is less affected by outliers and skewed data.</a:t>
            </a:r>
          </a:p>
          <a:p>
            <a:r>
              <a:rPr lang="en-US" sz="1600" dirty="0"/>
              <a:t>The mode is the most frequent score in our data set. You can, therefore, sometimes consider the mode as being the most popular option. </a:t>
            </a:r>
          </a:p>
          <a:p>
            <a:r>
              <a:rPr lang="en-US" sz="1600" dirty="0" err="1"/>
              <a:t>Uselful</a:t>
            </a:r>
            <a:r>
              <a:rPr lang="en-US" sz="1600" dirty="0"/>
              <a:t> website</a:t>
            </a:r>
          </a:p>
          <a:p>
            <a:r>
              <a:rPr lang="en-US" sz="1600" dirty="0">
                <a:hlinkClick r:id="rId2"/>
              </a:rPr>
              <a:t>http://www.abs.gov.au/websitedbs/a3121120.nsf/home/statistical+language+-+measures+of+central+tendency</a:t>
            </a:r>
            <a:endParaRPr lang="en-US" sz="1600" dirty="0"/>
          </a:p>
          <a:p>
            <a:endParaRPr lang="en-US" sz="1600" dirty="0"/>
          </a:p>
        </p:txBody>
      </p:sp>
    </p:spTree>
    <p:extLst>
      <p:ext uri="{BB962C8B-B14F-4D97-AF65-F5344CB8AC3E}">
        <p14:creationId xmlns:p14="http://schemas.microsoft.com/office/powerpoint/2010/main" val="1932385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68313" y="333375"/>
            <a:ext cx="8229600" cy="1143000"/>
          </a:xfrm>
        </p:spPr>
        <p:txBody>
          <a:bodyPr/>
          <a:lstStyle/>
          <a:p>
            <a:r>
              <a:rPr lang="es-UY" altLang="x-none">
                <a:solidFill>
                  <a:schemeClr val="tx1"/>
                </a:solidFill>
              </a:rPr>
              <a:t>Direct Teaching</a:t>
            </a:r>
            <a:endParaRPr lang="es-ES" altLang="x-none">
              <a:solidFill>
                <a:schemeClr val="tx1"/>
              </a:solidFill>
            </a:endParaRPr>
          </a:p>
        </p:txBody>
      </p:sp>
      <p:sp>
        <p:nvSpPr>
          <p:cNvPr id="30723" name="Rectangle 3"/>
          <p:cNvSpPr>
            <a:spLocks noGrp="1" noChangeArrowheads="1"/>
          </p:cNvSpPr>
          <p:nvPr>
            <p:ph type="body" idx="1"/>
          </p:nvPr>
        </p:nvSpPr>
        <p:spPr>
          <a:xfrm>
            <a:off x="468313" y="1773238"/>
            <a:ext cx="8229600" cy="4525962"/>
          </a:xfrm>
        </p:spPr>
        <p:txBody>
          <a:bodyPr/>
          <a:lstStyle/>
          <a:p>
            <a:r>
              <a:rPr lang="es-ES" altLang="x-none" dirty="0" err="1"/>
              <a:t>Other</a:t>
            </a:r>
            <a:r>
              <a:rPr lang="es-ES" altLang="x-none" dirty="0"/>
              <a:t> </a:t>
            </a:r>
            <a:r>
              <a:rPr lang="es-ES" altLang="x-none" dirty="0" err="1"/>
              <a:t>important</a:t>
            </a:r>
            <a:r>
              <a:rPr lang="es-ES" altLang="x-none" dirty="0"/>
              <a:t> </a:t>
            </a:r>
            <a:r>
              <a:rPr lang="es-ES" altLang="x-none" dirty="0" err="1"/>
              <a:t>information</a:t>
            </a:r>
            <a:r>
              <a:rPr lang="es-ES" altLang="x-none" dirty="0"/>
              <a:t> </a:t>
            </a:r>
            <a:r>
              <a:rPr lang="es-ES" altLang="x-none" dirty="0" err="1"/>
              <a:t>we</a:t>
            </a:r>
            <a:r>
              <a:rPr lang="es-ES" altLang="x-none" dirty="0"/>
              <a:t> </a:t>
            </a:r>
            <a:r>
              <a:rPr lang="es-ES" altLang="x-none" dirty="0" err="1"/>
              <a:t>gain</a:t>
            </a:r>
            <a:r>
              <a:rPr lang="es-ES" altLang="x-none" dirty="0"/>
              <a:t> </a:t>
            </a:r>
            <a:r>
              <a:rPr lang="es-ES" altLang="x-none" dirty="0" err="1"/>
              <a:t>from</a:t>
            </a:r>
            <a:r>
              <a:rPr lang="es-ES" altLang="x-none" dirty="0"/>
              <a:t> data </a:t>
            </a:r>
            <a:r>
              <a:rPr lang="es-ES" altLang="x-none" dirty="0" err="1"/>
              <a:t>is</a:t>
            </a:r>
            <a:r>
              <a:rPr lang="es-ES" altLang="x-none" dirty="0"/>
              <a:t> </a:t>
            </a:r>
            <a:r>
              <a:rPr lang="es-ES" altLang="x-none" dirty="0" err="1"/>
              <a:t>how</a:t>
            </a:r>
            <a:r>
              <a:rPr lang="es-ES" altLang="x-none" dirty="0"/>
              <a:t> </a:t>
            </a:r>
            <a:r>
              <a:rPr lang="es-ES" altLang="x-none" dirty="0" err="1"/>
              <a:t>much</a:t>
            </a:r>
            <a:r>
              <a:rPr lang="es-ES" altLang="x-none" dirty="0"/>
              <a:t> </a:t>
            </a:r>
            <a:r>
              <a:rPr lang="es-ES" altLang="x-none" dirty="0" err="1"/>
              <a:t>the</a:t>
            </a:r>
            <a:r>
              <a:rPr lang="es-ES" altLang="x-none" dirty="0"/>
              <a:t> data </a:t>
            </a:r>
            <a:r>
              <a:rPr lang="es-ES" altLang="x-none" dirty="0" err="1"/>
              <a:t>is</a:t>
            </a:r>
            <a:r>
              <a:rPr lang="es-ES" altLang="x-none" dirty="0"/>
              <a:t> spread.</a:t>
            </a:r>
          </a:p>
          <a:p>
            <a:r>
              <a:rPr lang="es-ES" altLang="x-none" dirty="0" err="1"/>
              <a:t>Discuss</a:t>
            </a:r>
            <a:r>
              <a:rPr lang="es-ES" altLang="x-none" dirty="0"/>
              <a:t> </a:t>
            </a:r>
            <a:r>
              <a:rPr lang="es-ES" altLang="x-none" dirty="0" err="1"/>
              <a:t>the</a:t>
            </a:r>
            <a:r>
              <a:rPr lang="es-ES" altLang="x-none" dirty="0"/>
              <a:t> </a:t>
            </a:r>
            <a:r>
              <a:rPr lang="es-ES" altLang="x-none" dirty="0" err="1"/>
              <a:t>difference</a:t>
            </a:r>
            <a:r>
              <a:rPr lang="es-ES" altLang="x-none" dirty="0"/>
              <a:t> </a:t>
            </a:r>
            <a:r>
              <a:rPr lang="es-ES" altLang="x-none" dirty="0" err="1"/>
              <a:t>between</a:t>
            </a:r>
            <a:r>
              <a:rPr lang="es-ES" altLang="x-none" dirty="0"/>
              <a:t> </a:t>
            </a:r>
            <a:r>
              <a:rPr lang="es-ES" altLang="x-none" dirty="0" err="1"/>
              <a:t>the</a:t>
            </a:r>
            <a:r>
              <a:rPr lang="es-ES" altLang="x-none" dirty="0"/>
              <a:t> </a:t>
            </a:r>
            <a:r>
              <a:rPr lang="es-ES" altLang="x-none" dirty="0" err="1"/>
              <a:t>measure</a:t>
            </a:r>
            <a:r>
              <a:rPr lang="es-ES" altLang="x-none" dirty="0"/>
              <a:t> of central </a:t>
            </a:r>
            <a:r>
              <a:rPr lang="es-ES" altLang="x-none" dirty="0" err="1"/>
              <a:t>tendancy</a:t>
            </a:r>
            <a:r>
              <a:rPr lang="es-ES" altLang="x-none" dirty="0"/>
              <a:t> and </a:t>
            </a:r>
            <a:r>
              <a:rPr lang="es-ES" altLang="x-none" dirty="0" err="1"/>
              <a:t>measure</a:t>
            </a:r>
            <a:r>
              <a:rPr lang="es-ES" altLang="x-none" dirty="0"/>
              <a:t> of spread.</a:t>
            </a:r>
          </a:p>
          <a:p>
            <a:r>
              <a:rPr lang="es-ES" altLang="x-none" dirty="0" err="1"/>
              <a:t>Why</a:t>
            </a:r>
            <a:r>
              <a:rPr lang="es-ES" altLang="x-none" dirty="0"/>
              <a:t> </a:t>
            </a:r>
            <a:r>
              <a:rPr lang="es-ES" altLang="x-none" dirty="0" err="1"/>
              <a:t>might</a:t>
            </a:r>
            <a:r>
              <a:rPr lang="es-ES" altLang="x-none" dirty="0"/>
              <a:t> </a:t>
            </a:r>
            <a:r>
              <a:rPr lang="es-ES" altLang="x-none" dirty="0" err="1"/>
              <a:t>measure</a:t>
            </a:r>
            <a:r>
              <a:rPr lang="es-ES" altLang="x-none" dirty="0"/>
              <a:t> of spread be </a:t>
            </a:r>
            <a:r>
              <a:rPr lang="es-ES" altLang="x-none" dirty="0" err="1"/>
              <a:t>useful</a:t>
            </a:r>
            <a:r>
              <a:rPr lang="es-ES" altLang="x-none"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do we measure spread?</a:t>
            </a:r>
            <a:br>
              <a:rPr lang="en-US" dirty="0"/>
            </a:br>
            <a:endParaRPr lang="en-US" dirty="0"/>
          </a:p>
        </p:txBody>
      </p:sp>
      <p:sp>
        <p:nvSpPr>
          <p:cNvPr id="3" name="Content Placeholder 2"/>
          <p:cNvSpPr>
            <a:spLocks noGrp="1"/>
          </p:cNvSpPr>
          <p:nvPr>
            <p:ph idx="1"/>
          </p:nvPr>
        </p:nvSpPr>
        <p:spPr/>
        <p:txBody>
          <a:bodyPr/>
          <a:lstStyle/>
          <a:p>
            <a:r>
              <a:rPr lang="en-US" sz="2000" dirty="0" err="1"/>
              <a:t>Summarising</a:t>
            </a:r>
            <a:r>
              <a:rPr lang="en-US" sz="2000" dirty="0"/>
              <a:t> the dataset can help us understand the data, especially when the dataset is large. </a:t>
            </a:r>
          </a:p>
          <a:p>
            <a:r>
              <a:rPr lang="en-US" sz="2000" dirty="0"/>
              <a:t>As discussed in the </a:t>
            </a:r>
            <a:r>
              <a:rPr lang="en-US" sz="2000" dirty="0">
                <a:hlinkClick r:id="rId2"/>
              </a:rPr>
              <a:t>Measures of Central Tendency</a:t>
            </a:r>
            <a:r>
              <a:rPr lang="en-US" sz="2000" dirty="0"/>
              <a:t> page, the mode, median, and mean </a:t>
            </a:r>
            <a:r>
              <a:rPr lang="en-US" sz="2000" dirty="0" err="1"/>
              <a:t>summarise</a:t>
            </a:r>
            <a:r>
              <a:rPr lang="en-US" sz="2000" dirty="0"/>
              <a:t> the data into a single value that is typical or representative of all the values in the dataset, but this is only part of the 'picture' that </a:t>
            </a:r>
            <a:r>
              <a:rPr lang="en-US" sz="2000" dirty="0" err="1"/>
              <a:t>summarises</a:t>
            </a:r>
            <a:r>
              <a:rPr lang="en-US" sz="2000" dirty="0"/>
              <a:t> a dataset. </a:t>
            </a:r>
          </a:p>
          <a:p>
            <a:r>
              <a:rPr lang="en-US" sz="2000" dirty="0"/>
              <a:t>Measures of spread </a:t>
            </a:r>
            <a:r>
              <a:rPr lang="en-US" sz="2000" dirty="0" err="1"/>
              <a:t>summarise</a:t>
            </a:r>
            <a:r>
              <a:rPr lang="en-US" sz="2000" dirty="0"/>
              <a:t> the data in a way that shows how scattered the values are and how much they differ from the mean value.</a:t>
            </a:r>
          </a:p>
        </p:txBody>
      </p:sp>
    </p:spTree>
    <p:extLst>
      <p:ext uri="{BB962C8B-B14F-4D97-AF65-F5344CB8AC3E}">
        <p14:creationId xmlns:p14="http://schemas.microsoft.com/office/powerpoint/2010/main" val="1631548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19" y="274638"/>
            <a:ext cx="8791781" cy="5746650"/>
          </a:xfrm>
        </p:spPr>
      </p:pic>
    </p:spTree>
    <p:extLst>
      <p:ext uri="{BB962C8B-B14F-4D97-AF65-F5344CB8AC3E}">
        <p14:creationId xmlns:p14="http://schemas.microsoft.com/office/powerpoint/2010/main" val="941905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514694" y="1237206"/>
            <a:ext cx="8229600" cy="1143000"/>
          </a:xfrm>
        </p:spPr>
        <p:txBody>
          <a:bodyPr/>
          <a:lstStyle/>
          <a:p>
            <a:r>
              <a:rPr lang="es-UY" altLang="x-none" sz="3200" dirty="0">
                <a:solidFill>
                  <a:schemeClr val="tx1"/>
                </a:solidFill>
              </a:rPr>
              <a:t>EQ:What are some important measure when looking at data analysis</a:t>
            </a:r>
            <a:r>
              <a:rPr lang="es-UY" sz="3200" b="1" dirty="0"/>
              <a:t>?</a:t>
            </a:r>
            <a:r>
              <a:rPr lang="es-UY" sz="3200" dirty="0"/>
              <a:t> </a:t>
            </a:r>
            <a:br>
              <a:rPr lang="es-UY" dirty="0"/>
            </a:br>
            <a:r>
              <a:rPr lang="es-UY" altLang="x-none" dirty="0">
                <a:solidFill>
                  <a:schemeClr val="tx1"/>
                </a:solidFill>
              </a:rPr>
              <a:t> </a:t>
            </a:r>
            <a:endParaRPr lang="es-ES" altLang="x-none" dirty="0">
              <a:solidFill>
                <a:schemeClr val="tx1"/>
              </a:solidFill>
            </a:endParaRPr>
          </a:p>
        </p:txBody>
      </p:sp>
      <p:sp>
        <p:nvSpPr>
          <p:cNvPr id="10" name="Rectangle 2"/>
          <p:cNvSpPr txBox="1">
            <a:spLocks noChangeArrowheads="1"/>
          </p:cNvSpPr>
          <p:nvPr/>
        </p:nvSpPr>
        <p:spPr bwMode="auto">
          <a:xfrm>
            <a:off x="349311" y="239871"/>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Arial" charset="0"/>
                <a:cs typeface="Arial" charset="0"/>
              </a:defRPr>
            </a:lvl2pPr>
            <a:lvl3pPr algn="ctr" rtl="0" eaLnBrk="1" fontAlgn="base" hangingPunct="1">
              <a:spcBef>
                <a:spcPct val="0"/>
              </a:spcBef>
              <a:spcAft>
                <a:spcPct val="0"/>
              </a:spcAft>
              <a:defRPr sz="4400">
                <a:solidFill>
                  <a:schemeClr val="tx2"/>
                </a:solidFill>
                <a:latin typeface="Arial" charset="0"/>
                <a:ea typeface="Arial" charset="0"/>
                <a:cs typeface="Arial" charset="0"/>
              </a:defRPr>
            </a:lvl3pPr>
            <a:lvl4pPr algn="ctr" rtl="0" eaLnBrk="1" fontAlgn="base" hangingPunct="1">
              <a:spcBef>
                <a:spcPct val="0"/>
              </a:spcBef>
              <a:spcAft>
                <a:spcPct val="0"/>
              </a:spcAft>
              <a:defRPr sz="4400">
                <a:solidFill>
                  <a:schemeClr val="tx2"/>
                </a:solidFill>
                <a:latin typeface="Arial" charset="0"/>
                <a:ea typeface="Arial" charset="0"/>
                <a:cs typeface="Arial" charset="0"/>
              </a:defRPr>
            </a:lvl4pPr>
            <a:lvl5pPr algn="ctr" rtl="0" eaLnBrk="1" fontAlgn="base" hangingPunct="1">
              <a:spcBef>
                <a:spcPct val="0"/>
              </a:spcBef>
              <a:spcAft>
                <a:spcPct val="0"/>
              </a:spcAft>
              <a:defRPr sz="4400">
                <a:solidFill>
                  <a:schemeClr val="tx2"/>
                </a:solidFill>
                <a:latin typeface="Arial" charset="0"/>
                <a:ea typeface="Arial" charset="0"/>
                <a:cs typeface="Arial" charset="0"/>
              </a:defRPr>
            </a:lvl5pPr>
            <a:lvl6pPr marL="457200" algn="ctr" rtl="0" eaLnBrk="1" fontAlgn="base" hangingPunct="1">
              <a:spcBef>
                <a:spcPct val="0"/>
              </a:spcBef>
              <a:spcAft>
                <a:spcPct val="0"/>
              </a:spcAft>
              <a:defRPr sz="4400">
                <a:solidFill>
                  <a:schemeClr val="tx2"/>
                </a:solidFill>
                <a:latin typeface="Arial" charset="0"/>
                <a:ea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ea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ea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ea typeface="Arial" charset="0"/>
                <a:cs typeface="Arial" charset="0"/>
              </a:defRPr>
            </a:lvl9pPr>
          </a:lstStyle>
          <a:p>
            <a:r>
              <a:rPr lang="es-UY" sz="4000" b="1" u="sng" dirty="0">
                <a:solidFill>
                  <a:schemeClr val="tx1"/>
                </a:solidFill>
              </a:rPr>
              <a:t>Note Taking:</a:t>
            </a:r>
            <a:br>
              <a:rPr lang="es-UY" sz="4000" b="1" u="sng" dirty="0"/>
            </a:br>
            <a:r>
              <a:rPr lang="es-UY" altLang="x-none" dirty="0">
                <a:solidFill>
                  <a:schemeClr val="tx1"/>
                </a:solidFill>
              </a:rPr>
              <a:t> </a:t>
            </a:r>
            <a:endParaRPr lang="es-ES" altLang="x-none" dirty="0">
              <a:solidFill>
                <a:schemeClr val="tx1"/>
              </a:solidFill>
            </a:endParaRPr>
          </a:p>
        </p:txBody>
      </p:sp>
      <p:sp>
        <p:nvSpPr>
          <p:cNvPr id="2" name="Rectangle 1"/>
          <p:cNvSpPr/>
          <p:nvPr/>
        </p:nvSpPr>
        <p:spPr>
          <a:xfrm>
            <a:off x="3419871" y="2095589"/>
            <a:ext cx="5489805" cy="2308324"/>
          </a:xfrm>
          <a:prstGeom prst="rect">
            <a:avLst/>
          </a:prstGeom>
        </p:spPr>
        <p:txBody>
          <a:bodyPr wrap="square">
            <a:spAutoFit/>
          </a:bodyPr>
          <a:lstStyle/>
          <a:p>
            <a:r>
              <a:rPr lang="en-US" b="1" dirty="0">
                <a:solidFill>
                  <a:srgbClr val="333333"/>
                </a:solidFill>
              </a:rPr>
              <a:t>Measures of spread describe how similar or varied the set of observed values are for a particular </a:t>
            </a:r>
            <a:r>
              <a:rPr lang="en-US" b="1" dirty="0">
                <a:solidFill>
                  <a:srgbClr val="934E9C"/>
                </a:solidFill>
              </a:rPr>
              <a:t>set of data.</a:t>
            </a:r>
            <a:r>
              <a:rPr lang="en-US" dirty="0">
                <a:solidFill>
                  <a:srgbClr val="333333"/>
                </a:solidFill>
              </a:rPr>
              <a:t> </a:t>
            </a:r>
          </a:p>
          <a:p>
            <a:endParaRPr lang="en-US" dirty="0">
              <a:solidFill>
                <a:srgbClr val="333333"/>
              </a:solidFill>
            </a:endParaRPr>
          </a:p>
          <a:p>
            <a:r>
              <a:rPr lang="en-US" dirty="0">
                <a:solidFill>
                  <a:srgbClr val="333333"/>
                </a:solidFill>
              </a:rPr>
              <a:t>Measures of spread include the range, quartiles and the interquartile range, variance and standard deviation.</a:t>
            </a:r>
            <a:br>
              <a:rPr lang="en-US" dirty="0"/>
            </a:br>
            <a:endParaRPr lang="en-US" dirty="0"/>
          </a:p>
        </p:txBody>
      </p:sp>
      <p:sp>
        <p:nvSpPr>
          <p:cNvPr id="4" name="TextBox 3"/>
          <p:cNvSpPr txBox="1"/>
          <p:nvPr/>
        </p:nvSpPr>
        <p:spPr>
          <a:xfrm>
            <a:off x="349311" y="2090172"/>
            <a:ext cx="2332504" cy="646331"/>
          </a:xfrm>
          <a:prstGeom prst="rect">
            <a:avLst/>
          </a:prstGeom>
          <a:noFill/>
        </p:spPr>
        <p:txBody>
          <a:bodyPr wrap="square" rtlCol="0">
            <a:spAutoFit/>
          </a:bodyPr>
          <a:lstStyle/>
          <a:p>
            <a:r>
              <a:rPr lang="en-US" b="1"/>
              <a:t>What are measures of spread?</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3528" y="548680"/>
            <a:ext cx="2332504" cy="646331"/>
          </a:xfrm>
          <a:prstGeom prst="rect">
            <a:avLst/>
          </a:prstGeom>
          <a:noFill/>
        </p:spPr>
        <p:txBody>
          <a:bodyPr wrap="square" rtlCol="0">
            <a:spAutoFit/>
          </a:bodyPr>
          <a:lstStyle/>
          <a:p>
            <a:r>
              <a:rPr lang="en-US" b="1" dirty="0"/>
              <a:t>When can we measure spread? </a:t>
            </a:r>
            <a:endParaRPr lang="en-US" dirty="0"/>
          </a:p>
        </p:txBody>
      </p:sp>
      <p:sp>
        <p:nvSpPr>
          <p:cNvPr id="6" name="Rectangle 5"/>
          <p:cNvSpPr/>
          <p:nvPr/>
        </p:nvSpPr>
        <p:spPr>
          <a:xfrm>
            <a:off x="3347864" y="578416"/>
            <a:ext cx="5489805" cy="1477328"/>
          </a:xfrm>
          <a:prstGeom prst="rect">
            <a:avLst/>
          </a:prstGeom>
        </p:spPr>
        <p:txBody>
          <a:bodyPr wrap="square">
            <a:spAutoFit/>
          </a:bodyPr>
          <a:lstStyle/>
          <a:p>
            <a:r>
              <a:rPr lang="en-US" dirty="0"/>
              <a:t>The spread of the values can be measured for </a:t>
            </a:r>
            <a:r>
              <a:rPr lang="en-US" dirty="0">
                <a:hlinkClick r:id="rId2"/>
              </a:rPr>
              <a:t>quantitative data</a:t>
            </a:r>
            <a:r>
              <a:rPr lang="en-US" dirty="0"/>
              <a:t>, as the variables are numeric and can be arranged into a logical order with a low end value and a high end value.</a:t>
            </a:r>
          </a:p>
        </p:txBody>
      </p:sp>
      <p:sp>
        <p:nvSpPr>
          <p:cNvPr id="2" name="TextBox 1"/>
          <p:cNvSpPr txBox="1"/>
          <p:nvPr/>
        </p:nvSpPr>
        <p:spPr>
          <a:xfrm>
            <a:off x="323528" y="2636912"/>
            <a:ext cx="1800199" cy="646331"/>
          </a:xfrm>
          <a:prstGeom prst="rect">
            <a:avLst/>
          </a:prstGeom>
          <a:noFill/>
        </p:spPr>
        <p:txBody>
          <a:bodyPr wrap="square" rtlCol="0">
            <a:spAutoFit/>
          </a:bodyPr>
          <a:lstStyle/>
          <a:p>
            <a:r>
              <a:rPr lang="en-US" b="1"/>
              <a:t>What is the Range?  </a:t>
            </a:r>
            <a:endParaRPr lang="en-US" b="1" dirty="0"/>
          </a:p>
        </p:txBody>
      </p:sp>
      <p:sp>
        <p:nvSpPr>
          <p:cNvPr id="7" name="Rectangle 6"/>
          <p:cNvSpPr/>
          <p:nvPr/>
        </p:nvSpPr>
        <p:spPr>
          <a:xfrm>
            <a:off x="3347864" y="2511028"/>
            <a:ext cx="5489805" cy="923330"/>
          </a:xfrm>
          <a:prstGeom prst="rect">
            <a:avLst/>
          </a:prstGeom>
        </p:spPr>
        <p:txBody>
          <a:bodyPr wrap="square">
            <a:spAutoFit/>
          </a:bodyPr>
          <a:lstStyle/>
          <a:p>
            <a:r>
              <a:rPr lang="en-US" dirty="0">
                <a:solidFill>
                  <a:srgbClr val="333333"/>
                </a:solidFill>
              </a:rPr>
              <a:t>Range is the most common measure of spread.</a:t>
            </a:r>
          </a:p>
          <a:p>
            <a:r>
              <a:rPr lang="en-US" dirty="0">
                <a:solidFill>
                  <a:srgbClr val="333333"/>
                </a:solidFill>
              </a:rPr>
              <a:t>The range is the difference between the smallest value and the largest value in a dataset. </a:t>
            </a:r>
            <a:endParaRPr lang="en-US" dirty="0"/>
          </a:p>
        </p:txBody>
      </p:sp>
    </p:spTree>
    <p:extLst>
      <p:ext uri="{BB962C8B-B14F-4D97-AF65-F5344CB8AC3E}">
        <p14:creationId xmlns:p14="http://schemas.microsoft.com/office/powerpoint/2010/main" val="1095415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404665"/>
            <a:ext cx="8136904" cy="30975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4388" y="908720"/>
            <a:ext cx="3759200" cy="7747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7800" y="3035300"/>
            <a:ext cx="3708400" cy="78740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438" y="4221088"/>
            <a:ext cx="6769100" cy="368300"/>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8182" y="2066295"/>
            <a:ext cx="6642100" cy="368300"/>
          </a:xfrm>
          <a:prstGeom prst="rect">
            <a:avLst/>
          </a:prstGeom>
        </p:spPr>
      </p:pic>
    </p:spTree>
    <p:extLst>
      <p:ext uri="{BB962C8B-B14F-4D97-AF65-F5344CB8AC3E}">
        <p14:creationId xmlns:p14="http://schemas.microsoft.com/office/powerpoint/2010/main" val="220670908"/>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636" id="{DF23AC15-5DF4-914A-AB3D-EFCE691C88C2}" vid="{2458D6BE-EF50-064C-AB0E-3A0D1802B5C2}"/>
    </a:ext>
  </a:extLst>
</a:theme>
</file>

<file path=docProps/app.xml><?xml version="1.0" encoding="utf-8"?>
<Properties xmlns="http://schemas.openxmlformats.org/officeDocument/2006/extended-properties" xmlns:vt="http://schemas.openxmlformats.org/officeDocument/2006/docPropsVTypes">
  <Template>636</Template>
  <TotalTime>389</TotalTime>
  <Words>751</Words>
  <Application>Microsoft Macintosh PowerPoint</Application>
  <PresentationFormat>On-screen Show (4:3)</PresentationFormat>
  <Paragraphs>47</Paragraphs>
  <Slides>10</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Diseño predeterminado</vt:lpstr>
      <vt:lpstr>PowerPoint Presentation</vt:lpstr>
      <vt:lpstr>Warm up</vt:lpstr>
      <vt:lpstr>Warm up</vt:lpstr>
      <vt:lpstr>Key ideas-teaching information </vt:lpstr>
      <vt:lpstr>Direct Teaching</vt:lpstr>
      <vt:lpstr>Why do we measure spread? </vt:lpstr>
      <vt:lpstr>PowerPoint Presentation</vt:lpstr>
      <vt:lpstr>EQ:What are some important measure when looking at data analysis?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 Farmer</dc:creator>
  <cp:lastModifiedBy>SUMMERS Brad [Baldivis Secondary College]</cp:lastModifiedBy>
  <cp:revision>20</cp:revision>
  <dcterms:created xsi:type="dcterms:W3CDTF">2017-06-07T03:32:40Z</dcterms:created>
  <dcterms:modified xsi:type="dcterms:W3CDTF">2020-08-09T10:26:46Z</dcterms:modified>
</cp:coreProperties>
</file>