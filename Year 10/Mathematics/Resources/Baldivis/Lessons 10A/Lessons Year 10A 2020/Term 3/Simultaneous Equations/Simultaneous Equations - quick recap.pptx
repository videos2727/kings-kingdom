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9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9" name="Rectangle 38"/>
            <p:cNvSpPr/>
            <p:nvPr/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9236" y="2075504"/>
            <a:ext cx="8679915" cy="1748729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5400" spc="-15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9237" y="3906266"/>
            <a:ext cx="8673427" cy="1322587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48A87A34-81AB-432B-8DAE-1953F412C126}" type="datetimeFigureOut">
              <a:rPr lang="en-US" dirty="0"/>
              <a:pPr/>
              <a:t>5/25/2018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7" name="Group 26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8" name="Rectangle 27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49925"/>
            <a:ext cx="3498979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8447" y="803186"/>
            <a:ext cx="6281873" cy="5248622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5/25/2018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3259545" y="1186483"/>
            <a:ext cx="5666145" cy="4477933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4216" y="2074730"/>
            <a:ext cx="5490224" cy="1689390"/>
          </a:xfrm>
        </p:spPr>
        <p:txBody>
          <a:bodyPr bIns="0" anchor="b">
            <a:normAutofit/>
          </a:bodyPr>
          <a:lstStyle>
            <a:lvl1pPr algn="ctr">
              <a:defRPr sz="44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4215" y="3846851"/>
            <a:ext cx="5490223" cy="1383770"/>
          </a:xfrm>
        </p:spPr>
        <p:txBody>
          <a:bodyPr tIns="0"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5/25/2018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0" y="2339669"/>
            <a:ext cx="3500828" cy="2470065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20878" y="803187"/>
            <a:ext cx="6269591" cy="238265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8447" y="3672162"/>
            <a:ext cx="6272022" cy="238358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5/25/2018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1" name="Group 6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1" y="2363915"/>
            <a:ext cx="3500828" cy="2460497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25137" y="803185"/>
            <a:ext cx="6265088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5305" y="1488985"/>
            <a:ext cx="6264350" cy="169685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18653" y="3665887"/>
            <a:ext cx="6264414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18447" y="4351687"/>
            <a:ext cx="6265588" cy="17040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5/25/2018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4" name="Group 23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5/25/2018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5/25/2018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1" name="Group 2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52026"/>
            <a:ext cx="3501197" cy="1223298"/>
          </a:xfrm>
        </p:spPr>
        <p:txBody>
          <a:bodyPr bIns="0" anchor="b">
            <a:noAutofit/>
          </a:bodyPr>
          <a:lstStyle>
            <a:lvl1pPr algn="ctr">
              <a:defRPr sz="32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983" y="802809"/>
            <a:ext cx="6275035" cy="5249940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8631" y="3580186"/>
            <a:ext cx="3501197" cy="1221164"/>
          </a:xfrm>
        </p:spPr>
        <p:txBody>
          <a:bodyPr/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5/25/2018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6" name="Group 75"/>
          <p:cNvGrpSpPr/>
          <p:nvPr/>
        </p:nvGrpSpPr>
        <p:grpSpPr>
          <a:xfrm>
            <a:off x="805336" y="1698331"/>
            <a:ext cx="5941540" cy="3470421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43510" y="0"/>
            <a:ext cx="4648490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443" y="2360255"/>
            <a:ext cx="5776646" cy="1178032"/>
          </a:xfrm>
        </p:spPr>
        <p:txBody>
          <a:bodyPr bIns="0" anchor="b">
            <a:normAutofit/>
          </a:bodyPr>
          <a:lstStyle>
            <a:lvl1pPr>
              <a:defRPr sz="36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5443" y="3545012"/>
            <a:ext cx="5776646" cy="127419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5/25/2018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5942203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828377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9983" y="794719"/>
            <a:ext cx="6275035" cy="525709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5/25/2018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 flipH="1">
            <a:off x="0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7718948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07437" y="2349925"/>
            <a:ext cx="3501195" cy="245644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2747" y="798444"/>
            <a:ext cx="6268622" cy="525730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5/25/2018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6</a:t>
            </a:r>
          </a:p>
          <a:p>
            <a:pPr lvl="6"/>
            <a:r>
              <a:rPr lang="en-US" dirty="0"/>
              <a:t>7</a:t>
            </a:r>
          </a:p>
          <a:p>
            <a:pPr lvl="7"/>
            <a:r>
              <a:rPr lang="en-US" dirty="0"/>
              <a:t>8</a:t>
            </a:r>
          </a:p>
          <a:p>
            <a:pPr lvl="8"/>
            <a:r>
              <a:rPr lang="en-US" dirty="0"/>
              <a:t>9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5/25/2018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spc="-15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Simultaneous Equations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AU" sz="4000" dirty="0"/>
              <a:t>Step-by-Step</a:t>
            </a:r>
          </a:p>
        </p:txBody>
      </p:sp>
    </p:spTree>
    <p:extLst>
      <p:ext uri="{BB962C8B-B14F-4D97-AF65-F5344CB8AC3E}">
        <p14:creationId xmlns:p14="http://schemas.microsoft.com/office/powerpoint/2010/main" val="3451793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Substitution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8447" y="479913"/>
            <a:ext cx="6281873" cy="6087142"/>
          </a:xfrm>
        </p:spPr>
        <p:txBody>
          <a:bodyPr>
            <a:no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AU" sz="2800" dirty="0"/>
              <a:t>Do I need to rearrange an equation?</a:t>
            </a:r>
          </a:p>
          <a:p>
            <a:pPr marL="342900" indent="-342900">
              <a:buFont typeface="+mj-lt"/>
              <a:buAutoNum type="arabicPeriod"/>
            </a:pPr>
            <a:r>
              <a:rPr lang="en-AU" sz="2800" dirty="0"/>
              <a:t>Rearrange (if needed)</a:t>
            </a:r>
          </a:p>
          <a:p>
            <a:pPr marL="342900" indent="-342900">
              <a:buFont typeface="+mj-lt"/>
              <a:buAutoNum type="arabicPeriod"/>
            </a:pPr>
            <a:r>
              <a:rPr lang="en-AU" sz="2800" dirty="0"/>
              <a:t>Substitute</a:t>
            </a:r>
          </a:p>
          <a:p>
            <a:pPr marL="342900" indent="-342900">
              <a:buFont typeface="+mj-lt"/>
              <a:buAutoNum type="arabicPeriod"/>
            </a:pPr>
            <a:r>
              <a:rPr lang="en-AU" sz="2800" dirty="0"/>
              <a:t>Expand brackets and collect like term</a:t>
            </a:r>
          </a:p>
          <a:p>
            <a:pPr marL="342900" indent="-342900">
              <a:buFont typeface="+mj-lt"/>
              <a:buAutoNum type="arabicPeriod"/>
            </a:pPr>
            <a:r>
              <a:rPr lang="en-AU" sz="2800" dirty="0"/>
              <a:t>Solve for the unknown</a:t>
            </a:r>
          </a:p>
          <a:p>
            <a:pPr marL="342900" indent="-342900">
              <a:buFont typeface="+mj-lt"/>
              <a:buAutoNum type="arabicPeriod"/>
            </a:pPr>
            <a:endParaRPr lang="en-AU" dirty="0"/>
          </a:p>
          <a:p>
            <a:pPr marL="342900" indent="-342900">
              <a:buFont typeface="+mj-lt"/>
              <a:buAutoNum type="arabicPeriod"/>
            </a:pPr>
            <a:r>
              <a:rPr lang="en-AU" sz="2800" dirty="0"/>
              <a:t>Substitute the solution into either of the original equations and solve for the other unknown</a:t>
            </a:r>
          </a:p>
        </p:txBody>
      </p:sp>
    </p:spTree>
    <p:extLst>
      <p:ext uri="{BB962C8B-B14F-4D97-AF65-F5344CB8AC3E}">
        <p14:creationId xmlns:p14="http://schemas.microsoft.com/office/powerpoint/2010/main" val="2746361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Elimination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8447" y="479913"/>
            <a:ext cx="6281873" cy="6087142"/>
          </a:xfrm>
        </p:spPr>
        <p:txBody>
          <a:bodyPr>
            <a:no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AU" sz="2600" dirty="0"/>
              <a:t>Do I need to manipulate an equation to ensure that one of the variables will be eliminated?</a:t>
            </a:r>
          </a:p>
          <a:p>
            <a:pPr marL="342900" indent="-342900">
              <a:buFont typeface="+mj-lt"/>
              <a:buAutoNum type="arabicPeriod"/>
            </a:pPr>
            <a:r>
              <a:rPr lang="en-AU" sz="2600" dirty="0"/>
              <a:t>Manipulate equation (if needed)</a:t>
            </a:r>
          </a:p>
          <a:p>
            <a:pPr marL="342900" indent="-342900">
              <a:buFont typeface="+mj-lt"/>
              <a:buAutoNum type="arabicPeriod"/>
            </a:pPr>
            <a:r>
              <a:rPr lang="en-AU" sz="2600" dirty="0"/>
              <a:t>Add the equations together such that one of the variables is eliminated</a:t>
            </a:r>
          </a:p>
          <a:p>
            <a:pPr marL="342900" indent="-342900">
              <a:buFont typeface="+mj-lt"/>
              <a:buAutoNum type="arabicPeriod"/>
            </a:pPr>
            <a:r>
              <a:rPr lang="en-AU" sz="2600" dirty="0"/>
              <a:t>Solve for the unknown</a:t>
            </a:r>
          </a:p>
          <a:p>
            <a:pPr marL="342900" indent="-342900">
              <a:buFont typeface="+mj-lt"/>
              <a:buAutoNum type="arabicPeriod"/>
            </a:pPr>
            <a:endParaRPr lang="en-AU" sz="2600" dirty="0"/>
          </a:p>
          <a:p>
            <a:pPr marL="342900" indent="-342900">
              <a:buFont typeface="+mj-lt"/>
              <a:buAutoNum type="arabicPeriod"/>
            </a:pPr>
            <a:r>
              <a:rPr lang="en-AU" sz="2600" dirty="0"/>
              <a:t>Substitute the solution into either of the original equations and solve for the other unknown</a:t>
            </a:r>
          </a:p>
        </p:txBody>
      </p:sp>
    </p:spTree>
    <p:extLst>
      <p:ext uri="{BB962C8B-B14F-4D97-AF65-F5344CB8AC3E}">
        <p14:creationId xmlns:p14="http://schemas.microsoft.com/office/powerpoint/2010/main" val="3883845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TM16401371[[fn=Atlas]]</Template>
  <TotalTime>10</TotalTime>
  <Words>99</Words>
  <Application>Microsoft Office PowerPoint</Application>
  <PresentationFormat>Widescreen</PresentationFormat>
  <Paragraphs>17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Calibri Light</vt:lpstr>
      <vt:lpstr>Rockwell</vt:lpstr>
      <vt:lpstr>Wingdings</vt:lpstr>
      <vt:lpstr>Atlas</vt:lpstr>
      <vt:lpstr>Simultaneous Equations</vt:lpstr>
      <vt:lpstr>Substitution</vt:lpstr>
      <vt:lpstr>Elimination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Simultaneous Equations</dc:title>
  <dc:creator>Abigail Stephenson</dc:creator>
  <cp:lastModifiedBy>Stephanie KEEN</cp:lastModifiedBy>
  <cp:revision>2</cp:revision>
  <dcterms:created xsi:type="dcterms:W3CDTF">2018-05-24T22:22:43Z</dcterms:created>
  <dcterms:modified xsi:type="dcterms:W3CDTF">2018-05-25T00:19:26Z</dcterms:modified>
</cp:coreProperties>
</file>