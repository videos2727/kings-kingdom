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0" r:id="rId3"/>
    <p:sldId id="272" r:id="rId4"/>
    <p:sldId id="270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5/2/2019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Solving Linear Inequalities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 – How do I solve linear inequalities and represent solutions on a number line?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Solving linear in equalities</a:t>
            </a:r>
          </a:p>
          <a:p>
            <a:r>
              <a:rPr lang="en-US" dirty="0" smtClean="0"/>
              <a:t>Representing inequalities on a number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614852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Solving Linear Inequalities</a:t>
            </a:r>
            <a:br>
              <a:rPr lang="en-AU" dirty="0" smtClean="0"/>
            </a:br>
            <a:r>
              <a:rPr lang="en-US" dirty="0"/>
              <a:t>EQ – How do I solve linear inequalities and represent solutions on a number line? </a:t>
            </a:r>
            <a:br>
              <a:rPr lang="en-US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+ 7 = 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volume of the cone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Write a value for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&gt;4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  <a:blipFill>
                <a:blip r:embed="rId2"/>
                <a:stretch>
                  <a:fillRect l="-1008" t="-14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7811589" y="3657599"/>
            <a:ext cx="1593668" cy="4789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1" name="Straight Connector 10"/>
          <p:cNvCxnSpPr>
            <a:stCxn id="9" idx="2"/>
          </p:cNvCxnSpPr>
          <p:nvPr/>
        </p:nvCxnSpPr>
        <p:spPr>
          <a:xfrm flipV="1">
            <a:off x="7811589" y="2461687"/>
            <a:ext cx="792480" cy="14353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6"/>
          </p:cNvCxnSpPr>
          <p:nvPr/>
        </p:nvCxnSpPr>
        <p:spPr>
          <a:xfrm>
            <a:off x="8608423" y="2482531"/>
            <a:ext cx="796834" cy="1414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2"/>
            <a:endCxn id="9" idx="6"/>
          </p:cNvCxnSpPr>
          <p:nvPr/>
        </p:nvCxnSpPr>
        <p:spPr>
          <a:xfrm>
            <a:off x="7811589" y="3897085"/>
            <a:ext cx="159366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7965" y="381919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10m</a:t>
            </a:r>
            <a:endParaRPr lang="en-A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996347" y="2913540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13m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474" y="369332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/>
              <a:t>Solving Linear Inequalities</a:t>
            </a:r>
            <a:br>
              <a:rPr lang="en-AU" dirty="0"/>
            </a:br>
            <a:r>
              <a:rPr lang="en-US" dirty="0"/>
              <a:t>EQ – How do I solve linear inequalities and represent solutions on a number line?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1242765" y="0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229471" y="1886314"/>
                <a:ext cx="9628632" cy="49372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There are 4 inequalities signs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AU" dirty="0" smtClean="0"/>
                  <a:t>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is a less than 2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AU" dirty="0"/>
                  <a:t>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</a:t>
                </a:r>
                <a:r>
                  <a:rPr lang="en-AU" dirty="0"/>
                  <a:t>is </a:t>
                </a:r>
                <a:r>
                  <a:rPr lang="en-AU" dirty="0" smtClean="0"/>
                  <a:t>a </a:t>
                </a:r>
                <a:r>
                  <a:rPr lang="en-AU" dirty="0"/>
                  <a:t>less </a:t>
                </a:r>
                <a:r>
                  <a:rPr lang="en-AU" dirty="0" smtClean="0"/>
                  <a:t>than or equal to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AU" dirty="0"/>
                  <a:t> means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is </a:t>
                </a:r>
                <a:r>
                  <a:rPr lang="en-AU" dirty="0" smtClean="0"/>
                  <a:t>a bigger </a:t>
                </a:r>
                <a:r>
                  <a:rPr lang="en-AU" dirty="0"/>
                  <a:t>than </a:t>
                </a:r>
                <a:r>
                  <a:rPr lang="en-AU" dirty="0" smtClean="0"/>
                  <a:t>3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/>
                  <a:t> means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is </a:t>
                </a:r>
                <a:r>
                  <a:rPr lang="en-AU" dirty="0" smtClean="0"/>
                  <a:t>a bigger </a:t>
                </a:r>
                <a:r>
                  <a:rPr lang="en-AU" dirty="0"/>
                  <a:t>than or equal to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−2&lt;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dirty="0" smtClean="0"/>
                  <a:t> means x is bigger than -2 and less than 3</a:t>
                </a:r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9471" y="1886314"/>
                <a:ext cx="9628632" cy="4937216"/>
              </a:xfrm>
              <a:blipFill>
                <a:blip r:embed="rId2"/>
                <a:stretch>
                  <a:fillRect l="-823" t="-7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t="44247" b="42153"/>
          <a:stretch/>
        </p:blipFill>
        <p:spPr>
          <a:xfrm>
            <a:off x="6578613" y="1905218"/>
            <a:ext cx="5398661" cy="6847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t="44247" b="42153"/>
          <a:stretch/>
        </p:blipFill>
        <p:spPr>
          <a:xfrm>
            <a:off x="6612253" y="5563970"/>
            <a:ext cx="5398661" cy="6847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44247" b="42153"/>
          <a:stretch/>
        </p:blipFill>
        <p:spPr>
          <a:xfrm>
            <a:off x="6578616" y="2818794"/>
            <a:ext cx="5398661" cy="68477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t="44247" b="42153"/>
          <a:stretch/>
        </p:blipFill>
        <p:spPr>
          <a:xfrm>
            <a:off x="6578613" y="3682040"/>
            <a:ext cx="5398661" cy="6847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t="44247" b="42153"/>
          <a:stretch/>
        </p:blipFill>
        <p:spPr>
          <a:xfrm>
            <a:off x="6578614" y="4465905"/>
            <a:ext cx="5398661" cy="68477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107603" y="2009185"/>
            <a:ext cx="113212" cy="1296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>
            <a:stCxn id="3" idx="2"/>
          </p:cNvCxnSpPr>
          <p:nvPr/>
        </p:nvCxnSpPr>
        <p:spPr>
          <a:xfrm flipH="1" flipV="1">
            <a:off x="6824472" y="2029097"/>
            <a:ext cx="3283131" cy="449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25423" y="5677989"/>
            <a:ext cx="151926" cy="1298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672828" y="3787148"/>
            <a:ext cx="143215" cy="1300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7998823" y="2928605"/>
            <a:ext cx="108857" cy="125911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/>
          <p:cNvSpPr/>
          <p:nvPr/>
        </p:nvSpPr>
        <p:spPr>
          <a:xfrm>
            <a:off x="8571665" y="4595616"/>
            <a:ext cx="136905" cy="127264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10672828" y="5677989"/>
            <a:ext cx="151926" cy="124845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/>
          <p:cNvCxnSpPr>
            <a:stCxn id="20" idx="2"/>
          </p:cNvCxnSpPr>
          <p:nvPr/>
        </p:nvCxnSpPr>
        <p:spPr>
          <a:xfrm flipH="1" flipV="1">
            <a:off x="6738911" y="2974931"/>
            <a:ext cx="1259912" cy="16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0809733" y="3834169"/>
            <a:ext cx="1030636" cy="16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8708571" y="4650393"/>
            <a:ext cx="3131798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2" idx="2"/>
          </p:cNvCxnSpPr>
          <p:nvPr/>
        </p:nvCxnSpPr>
        <p:spPr>
          <a:xfrm>
            <a:off x="8177349" y="5738949"/>
            <a:ext cx="2495479" cy="14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81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31" y="574740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/>
              <a:t>Solving Linear Inequalities</a:t>
            </a:r>
            <a:br>
              <a:rPr lang="en-AU" dirty="0"/>
            </a:br>
            <a:r>
              <a:rPr lang="en-US" dirty="0"/>
              <a:t>EQ – How do I solve linear inequalities and represent solutions on a number line?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1242765" y="0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13211" y="2190749"/>
                <a:ext cx="10795581" cy="3986213"/>
              </a:xfrm>
            </p:spPr>
            <p:txBody>
              <a:bodyPr/>
              <a:lstStyle/>
              <a:p>
                <a:r>
                  <a:rPr lang="en-AU" dirty="0" smtClean="0"/>
                  <a:t>Solve an inequality the same as you would a linear equation by doing the same to both sides of the inequality.</a:t>
                </a:r>
              </a:p>
              <a:p>
                <a:r>
                  <a:rPr lang="en-AU" dirty="0" smtClean="0"/>
                  <a:t>There is one exception if you multiply or divide by a negative number you need to flip the inequality.</a:t>
                </a:r>
              </a:p>
              <a:p>
                <a:pPr marL="0" indent="0">
                  <a:buNone/>
                </a:pPr>
                <a:r>
                  <a:rPr lang="en-AU" dirty="0" smtClean="0"/>
                  <a:t>Examples Solve </a:t>
                </a:r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+3&lt;8</m:t>
                    </m:r>
                  </m:oMath>
                </a14:m>
                <a:r>
                  <a:rPr lang="en-AU" dirty="0" smtClean="0"/>
                  <a:t>	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≥9</m:t>
                    </m:r>
                  </m:oMath>
                </a14:m>
                <a:r>
                  <a:rPr lang="en-AU" dirty="0" smtClean="0"/>
                  <a:t>	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       −3</m:t>
                      </m:r>
                      <m:r>
                        <a:rPr lang="en-AU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</m:t>
                      </m:r>
                      <m:acc>
                        <m:accPr>
                          <m:chr m:val="̅"/>
                          <m:ctrl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e>
                      </m:acc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acc>
                        <m:accPr>
                          <m:chr m:val="̅"/>
                          <m:ctrl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e>
                      </m:acc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&lt;  5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    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211" y="2190749"/>
                <a:ext cx="10795581" cy="3986213"/>
              </a:xfrm>
              <a:blipFill>
                <a:blip r:embed="rId2"/>
                <a:stretch>
                  <a:fillRect l="-734" t="-9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0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829</TotalTime>
  <Words>183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Cambria Math</vt:lpstr>
      <vt:lpstr>Wingdings</vt:lpstr>
      <vt:lpstr>Educational subjects 16x9</vt:lpstr>
      <vt:lpstr>Solving Linear Inequalities </vt:lpstr>
      <vt:lpstr>Learning Objectives </vt:lpstr>
      <vt:lpstr>Solving Linear Inequalities EQ – How do I solve linear inequalities and represent solutions on a number line?  </vt:lpstr>
      <vt:lpstr>Solving Linear Inequalities EQ – How do I solve linear inequalities and represent solutions on a number line?</vt:lpstr>
      <vt:lpstr>Solving Linear Inequalities EQ – How do I solve linear inequalities and represent solutions on a number line?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26</cp:revision>
  <dcterms:created xsi:type="dcterms:W3CDTF">2019-03-18T23:45:29Z</dcterms:created>
  <dcterms:modified xsi:type="dcterms:W3CDTF">2019-05-02T14:11:06Z</dcterms:modified>
</cp:coreProperties>
</file>