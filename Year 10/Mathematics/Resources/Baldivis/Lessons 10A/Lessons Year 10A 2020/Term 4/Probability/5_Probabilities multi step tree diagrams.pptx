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9" r:id="rId2"/>
    <p:sldId id="306" r:id="rId3"/>
    <p:sldId id="288" r:id="rId4"/>
    <p:sldId id="257" r:id="rId5"/>
    <p:sldId id="272" r:id="rId6"/>
    <p:sldId id="290" r:id="rId7"/>
    <p:sldId id="300" r:id="rId8"/>
    <p:sldId id="267" r:id="rId9"/>
    <p:sldId id="30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1FBB1-E461-4EE2-8064-F0C5B06BD487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0EBA9-1C23-4FC6-AAC6-74DECE9A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59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3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396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9912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3111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3703-5A83-4D0E-8C1D-B63A7F77E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B4419-1E69-4D1C-8F9D-A4681AE9A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ECA10-725A-4CB3-A6F8-B3ABBBAC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6CD4-9E65-4D00-89F3-8D19E8A7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A91CD-125D-4C9C-8C97-70DEE3CE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9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E8C9-B2E5-480D-916D-3AC28AA6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48FF7-B089-4DA0-AA26-7230827DD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CD5AD-F170-4DE0-ABD7-574B3658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C6E7E-FBE9-421E-8914-C55BAE65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F9CA7-C3BE-420F-919B-1627C0F2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3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92DC-F80A-4BBD-B6A6-3116160E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D9E8-13AF-4124-BC0A-418854F88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48E4C-6573-403D-A44F-8B303A20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9B674-F35C-462A-A715-29391BC9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33664-98F8-408A-8B48-760A4323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9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8927-C951-4660-89A1-4BB4B702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FC0F4-D0D3-4914-8934-F0485A8E0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2D5F0-CB89-4AC5-B99D-5BA3B9FD7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54521-32A4-4495-AB94-486614AC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85EE7-C372-4283-944D-19F08252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61965-C334-4332-A644-54089281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7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53E0-B51A-4310-AED7-BF257F15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B2C66-272B-4FC8-A465-25B128A2C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0A17E-CC70-4A24-A156-73799DCA3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3620F-2E18-45E2-B56C-F08B6594A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E9FD7-D81E-4194-9F70-4F535431A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C269CE-8F32-4007-A60C-4BA5537D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2979C9-1306-422D-9D65-9CC43866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07B4D-E694-49AB-978B-0958A69A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50C8-580A-42C7-969D-04D0602E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6C731-AE59-4CA8-85BB-A3EE6D0E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2F4E5-5B24-452B-9FD8-79866EDA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538DA-6AF2-4397-A953-6B4B8FD6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4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DA3AE-098A-41F5-8FAA-50E15412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AABC3-C5EA-41D5-8024-2CC9670C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3D8B1-81D9-4573-BD59-A62D3D8E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E50A-217F-418E-858F-64E983C8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4A8E3-3F3B-4CB3-9879-70BD271E8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371DD-A7A1-4DBD-BD4E-36B7FC850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3FFC1-CD92-48F3-8B49-117B5910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6E482-92A1-4E24-BB8C-05139966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06702-A197-40C4-AA9A-6235E740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9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47E7-9F36-482F-B759-A0B7491D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64C4D-C92D-436A-849C-4863D3B75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9A1A0-F5BB-4D9E-8390-58AF8779F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A38D0-445C-4447-B3E9-15209245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C768D-D64F-4B7D-B8FF-1AA69C38F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DABD1-14CC-480F-BB82-43CFCC54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57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E808-E65A-4023-993D-DF57D4EA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9707CF-74A9-4011-B806-B4AC8025A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3A26D-1112-4976-A159-2663B3A56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F8FEE-DACC-4F7D-9588-ED24B68B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C2D19-A05F-4426-8CBB-7C6B22E0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6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AF69-FE46-40FE-8698-75EBDAC61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B920B-4D5A-48F0-83A6-59EDCD4C5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B2BE1-0CAE-4EA0-B809-B77CB419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5E3DD-940C-40FA-90D3-98426B55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0B485-786E-4A6D-8AF1-C69399C6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0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A4A11-43C6-4223-B33B-80D79F33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1E9D0-5155-4C25-9E5F-FF2EAF028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CD50F-6305-48A0-BB5C-BEF41E9B3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1BDBF-F4FC-4BD8-8353-209347E61AA3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1086F-0F84-4118-8EB0-5C196F010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A900B-7DFF-4AFF-8B97-EDE1CC1AE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664239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800675"/>
            <a:ext cx="9446339" cy="1040326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51759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combined events using tree diagrams?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Constructs and uses tree diagrams to calculate probabilities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b="1" dirty="0">
                <a:solidFill>
                  <a:srgbClr val="00B050"/>
                </a:solidFill>
              </a:rPr>
              <a:t>B grade and above: </a:t>
            </a:r>
            <a:r>
              <a:rPr lang="en-AU" dirty="0"/>
              <a:t>Constructs and uses tree diagrams to calculate probabilities in situations involving replacement and where there is no replacement</a:t>
            </a:r>
          </a:p>
          <a:p>
            <a:pPr>
              <a:buFontTx/>
              <a:buChar char="-"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642001" y="2259012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143821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Probability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EQ: How do I calculate probabilities of combined events using tree diagrams?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8EF78-5DF2-40CA-B8FB-141B6D339984}"/>
              </a:ext>
            </a:extLst>
          </p:cNvPr>
          <p:cNvSpPr/>
          <p:nvPr/>
        </p:nvSpPr>
        <p:spPr>
          <a:xfrm>
            <a:off x="3642000" y="2414567"/>
            <a:ext cx="732236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Tree diagrams can be used to list the sample space for experiments involving two or more components.</a:t>
            </a:r>
          </a:p>
          <a:p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Branch probabilities are used to describe the chance of each outcome at each step. </a:t>
            </a:r>
          </a:p>
          <a:p>
            <a:pPr lvl="1"/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The probability of each outcome for the experiment is obtained by multiplying the branch probabilities. </a:t>
            </a:r>
          </a:p>
          <a:p>
            <a:pPr lvl="1"/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 Branch probabilities will depend on whether selection is made with or without replacement.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i="1" dirty="0"/>
              <a:t>For with replacement, probabilities do not change.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i="1" dirty="0"/>
              <a:t>For without replacement, probabilities do change.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6082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Example 1: We will do this together</a:t>
            </a:r>
            <a:endParaRPr lang="en-AU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5_Tree diagrams activities worksheet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DB5FEC-C1F3-4F4C-B381-557EA35ABA04}"/>
              </a:ext>
            </a:extLst>
          </p:cNvPr>
          <p:cNvSpPr/>
          <p:nvPr/>
        </p:nvSpPr>
        <p:spPr>
          <a:xfrm>
            <a:off x="1342026" y="35799"/>
            <a:ext cx="38724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Example 2: We will do this together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74F645-2614-4E74-94B8-D9BF2B878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78" y="812078"/>
            <a:ext cx="4888159" cy="13584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F74DC9-0E4A-4B0C-8DFC-638F050D2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029" y="2800928"/>
            <a:ext cx="39052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Glue the following worksheet into your Interactive notebook</a:t>
            </a:r>
            <a:endParaRPr lang="en-AU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07CB31-41DF-4B8A-88B7-7A46B68FA6ED}"/>
              </a:ext>
            </a:extLst>
          </p:cNvPr>
          <p:cNvSpPr/>
          <p:nvPr/>
        </p:nvSpPr>
        <p:spPr>
          <a:xfrm>
            <a:off x="1324423" y="1434007"/>
            <a:ext cx="4497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5_Combined </a:t>
            </a:r>
            <a:r>
              <a:rPr lang="en-AU" dirty="0" err="1"/>
              <a:t>events_tree</a:t>
            </a:r>
            <a:r>
              <a:rPr lang="en-AU" dirty="0"/>
              <a:t> diagrams worksheet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1364-E5E1-485F-BFB1-46666CF98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to practice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123A-6D89-47FF-AE67-0D2BBA526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7789"/>
            <a:ext cx="9043708" cy="94545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i="1" dirty="0">
                <a:solidFill>
                  <a:schemeClr val="accent5"/>
                </a:solidFill>
              </a:rPr>
              <a:t>This PowerPoint and worksheets will be on CONNECT to support your revision and study of this topic.</a:t>
            </a:r>
          </a:p>
          <a:p>
            <a:pPr lvl="1"/>
            <a:endParaRPr lang="en-US" dirty="0"/>
          </a:p>
          <a:p>
            <a:pPr lvl="1"/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281C6B-06A0-450C-82E2-AA433FAD6458}"/>
              </a:ext>
            </a:extLst>
          </p:cNvPr>
          <p:cNvSpPr txBox="1">
            <a:spLocks/>
          </p:cNvSpPr>
          <p:nvPr/>
        </p:nvSpPr>
        <p:spPr>
          <a:xfrm>
            <a:off x="838200" y="232756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Homework/Revision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F4DC49-305E-4851-A40C-52C5C3D29094}"/>
              </a:ext>
            </a:extLst>
          </p:cNvPr>
          <p:cNvSpPr txBox="1">
            <a:spLocks/>
          </p:cNvSpPr>
          <p:nvPr/>
        </p:nvSpPr>
        <p:spPr>
          <a:xfrm>
            <a:off x="677334" y="3022281"/>
            <a:ext cx="7646799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Finish off all of the work associated with this PowerPoint</a:t>
            </a:r>
          </a:p>
          <a:p>
            <a:pPr lvl="1"/>
            <a:r>
              <a:rPr lang="en-US" dirty="0"/>
              <a:t>Write your summary of this topic</a:t>
            </a:r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3592AC-8C2A-450D-98C8-887B2BB7255B}"/>
              </a:ext>
            </a:extLst>
          </p:cNvPr>
          <p:cNvSpPr txBox="1">
            <a:spLocks/>
          </p:cNvSpPr>
          <p:nvPr/>
        </p:nvSpPr>
        <p:spPr>
          <a:xfrm>
            <a:off x="999836" y="418941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Those that want to go further check out the next set of slides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536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125415" y="525150"/>
            <a:ext cx="10568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B grade: Constructs and uses tree diagrams to calculate probabilities in situations involving replacement and where there is no replacement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68103-C7B2-4931-A566-FD657C7F863F}"/>
              </a:ext>
            </a:extLst>
          </p:cNvPr>
          <p:cNvSpPr txBox="1"/>
          <p:nvPr/>
        </p:nvSpPr>
        <p:spPr>
          <a:xfrm>
            <a:off x="1336431" y="1591408"/>
            <a:ext cx="198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1018C-B270-4C5C-9ABD-091D54EC3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817" y="1750066"/>
            <a:ext cx="4940456" cy="805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7AEFD-E8DD-4043-B192-BA187C1C9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405" y="2190116"/>
            <a:ext cx="46196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958D8B-0E2B-4AB7-BEFE-33EF3B4ACC89}"/>
              </a:ext>
            </a:extLst>
          </p:cNvPr>
          <p:cNvSpPr txBox="1"/>
          <p:nvPr/>
        </p:nvSpPr>
        <p:spPr>
          <a:xfrm>
            <a:off x="775458" y="91371"/>
            <a:ext cx="10606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Your turn: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F155A-B4EA-4B46-B576-F7C7003396E3}"/>
              </a:ext>
            </a:extLst>
          </p:cNvPr>
          <p:cNvSpPr txBox="1"/>
          <p:nvPr/>
        </p:nvSpPr>
        <p:spPr>
          <a:xfrm>
            <a:off x="1375822" y="54110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1.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4139F-4B79-4060-960F-662E86294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409" y="610898"/>
            <a:ext cx="4495800" cy="981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E3C3A4-0273-4911-BD9B-F1AAE3EA1159}"/>
              </a:ext>
            </a:extLst>
          </p:cNvPr>
          <p:cNvSpPr txBox="1"/>
          <p:nvPr/>
        </p:nvSpPr>
        <p:spPr>
          <a:xfrm>
            <a:off x="1495911" y="1940413"/>
            <a:ext cx="3698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2. Repeat question 1 without replacement</a:t>
            </a:r>
          </a:p>
        </p:txBody>
      </p:sp>
    </p:spTree>
    <p:extLst>
      <p:ext uri="{BB962C8B-B14F-4D97-AF65-F5344CB8AC3E}">
        <p14:creationId xmlns:p14="http://schemas.microsoft.com/office/powerpoint/2010/main" val="128143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314</Words>
  <Application>Microsoft Office PowerPoint</Application>
  <PresentationFormat>Widescreen</PresentationFormat>
  <Paragraphs>53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DJB Fancy Nancy</vt:lpstr>
      <vt:lpstr>Kiwi School Handwriting</vt:lpstr>
      <vt:lpstr>Wingdings 3</vt:lpstr>
      <vt:lpstr>Office Theme</vt:lpstr>
      <vt:lpstr>Probability</vt:lpstr>
      <vt:lpstr>Lesson objective</vt:lpstr>
      <vt:lpstr>PowerPoint Presentation</vt:lpstr>
      <vt:lpstr>Example 1: We will do this together</vt:lpstr>
      <vt:lpstr>PowerPoint Presentation</vt:lpstr>
      <vt:lpstr>Your turn: Glue the following worksheet into your Interactive notebook</vt:lpstr>
      <vt:lpstr>Your turn to practice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Toby</cp:lastModifiedBy>
  <cp:revision>3</cp:revision>
  <dcterms:created xsi:type="dcterms:W3CDTF">2018-06-02T10:27:40Z</dcterms:created>
  <dcterms:modified xsi:type="dcterms:W3CDTF">2018-06-02T10:57:37Z</dcterms:modified>
</cp:coreProperties>
</file>