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7"/>
  </p:notesMasterIdLst>
  <p:sldIdLst>
    <p:sldId id="315" r:id="rId2"/>
    <p:sldId id="259" r:id="rId3"/>
    <p:sldId id="258" r:id="rId4"/>
    <p:sldId id="344" r:id="rId5"/>
    <p:sldId id="345" r:id="rId6"/>
    <p:sldId id="346" r:id="rId7"/>
    <p:sldId id="347" r:id="rId8"/>
    <p:sldId id="348" r:id="rId9"/>
    <p:sldId id="349" r:id="rId10"/>
    <p:sldId id="350" r:id="rId11"/>
    <p:sldId id="351" r:id="rId12"/>
    <p:sldId id="352" r:id="rId13"/>
    <p:sldId id="353" r:id="rId14"/>
    <p:sldId id="343" r:id="rId15"/>
    <p:sldId id="291" r:id="rId16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5000" autoAdjust="0"/>
    <p:restoredTop sz="92883" autoAdjust="0"/>
  </p:normalViewPr>
  <p:slideViewPr>
    <p:cSldViewPr>
      <p:cViewPr varScale="1">
        <p:scale>
          <a:sx n="81" d="100"/>
          <a:sy n="81" d="100"/>
        </p:scale>
        <p:origin x="1066" y="4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75AD73A-AE13-444E-A6A8-7967ABAB8119}" type="datetimeFigureOut">
              <a:rPr lang="en-AU" smtClean="0"/>
              <a:t>21/10/2019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516DE00-3598-450D-9FD4-B3F4D33F029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759409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21/10/2019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4326484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21/10/2019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8355484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21/10/2019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1804912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21/10/2019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7425957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21/10/2019</a:t>
            </a:fld>
            <a:endParaRPr lang="en-AU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0071826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21/10/2019</a:t>
            </a:fld>
            <a:endParaRPr lang="en-AU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5772354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21/10/2019</a:t>
            </a:fld>
            <a:endParaRPr lang="en-AU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91991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21/10/2019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8185026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21/10/2019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3839825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21/10/2019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0963694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21/10/2019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8802157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03B91B3-E50F-4EFF-8D5F-21DA810ECD9F}" type="datetimeFigureOut">
              <a:rPr lang="en-AU" smtClean="0"/>
              <a:t>21/10/2019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4286664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784371" y="2771046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en-GB" b="1" dirty="0" smtClean="0"/>
              <a:t>Topic: Non Linear</a:t>
            </a:r>
            <a:br>
              <a:rPr lang="en-GB" b="1" dirty="0" smtClean="0"/>
            </a:br>
            <a:r>
              <a:rPr lang="en-GB" b="1" dirty="0"/>
              <a:t/>
            </a:r>
            <a:br>
              <a:rPr lang="en-GB" b="1" dirty="0"/>
            </a:br>
            <a:r>
              <a:rPr lang="en-GB" b="1" dirty="0" smtClean="0"/>
              <a:t>Moving Parabolas</a:t>
            </a:r>
            <a:endParaRPr lang="en-GB" b="1" dirty="0"/>
          </a:p>
        </p:txBody>
      </p:sp>
    </p:spTree>
    <p:extLst>
      <p:ext uri="{BB962C8B-B14F-4D97-AF65-F5344CB8AC3E}">
        <p14:creationId xmlns:p14="http://schemas.microsoft.com/office/powerpoint/2010/main" val="13913279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/>
        </p:nvCxnSpPr>
        <p:spPr>
          <a:xfrm>
            <a:off x="4500081" y="0"/>
            <a:ext cx="72008" cy="695739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03" y="647466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2</a:t>
            </a:r>
            <a:endParaRPr lang="en-AU" dirty="0"/>
          </a:p>
        </p:txBody>
      </p:sp>
      <p:sp>
        <p:nvSpPr>
          <p:cNvPr id="7" name="TextBox 6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3</a:t>
            </a:r>
            <a:endParaRPr lang="en-AU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-143838" y="620688"/>
            <a:ext cx="4643919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1115616" y="404664"/>
            <a:ext cx="0" cy="586798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577648" y="5803"/>
            <a:ext cx="93205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 smtClean="0"/>
              <a:t>Contents</a:t>
            </a:r>
            <a:endParaRPr lang="en-AU" sz="1600" dirty="0"/>
          </a:p>
        </p:txBody>
      </p:sp>
      <p:sp>
        <p:nvSpPr>
          <p:cNvPr id="23" name="TextBox 22"/>
          <p:cNvSpPr txBox="1"/>
          <p:nvPr/>
        </p:nvSpPr>
        <p:spPr>
          <a:xfrm>
            <a:off x="223224" y="374467"/>
            <a:ext cx="58086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 smtClean="0"/>
              <a:t>Page</a:t>
            </a:r>
            <a:endParaRPr lang="en-AU" sz="1600" dirty="0"/>
          </a:p>
        </p:txBody>
      </p:sp>
      <p:cxnSp>
        <p:nvCxnSpPr>
          <p:cNvPr id="16" name="Straight Connector 15"/>
          <p:cNvCxnSpPr/>
          <p:nvPr/>
        </p:nvCxnSpPr>
        <p:spPr>
          <a:xfrm>
            <a:off x="2143810" y="404664"/>
            <a:ext cx="0" cy="586798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1403646" y="344357"/>
            <a:ext cx="57650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 smtClean="0"/>
              <a:t>Date</a:t>
            </a:r>
            <a:endParaRPr lang="en-AU" sz="1600" dirty="0"/>
          </a:p>
        </p:txBody>
      </p:sp>
      <p:sp>
        <p:nvSpPr>
          <p:cNvPr id="18" name="TextBox 17"/>
          <p:cNvSpPr txBox="1"/>
          <p:nvPr/>
        </p:nvSpPr>
        <p:spPr>
          <a:xfrm>
            <a:off x="2555776" y="344357"/>
            <a:ext cx="139888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Description</a:t>
            </a:r>
            <a:endParaRPr lang="en-AU" sz="1600" dirty="0"/>
          </a:p>
        </p:txBody>
      </p:sp>
      <p:sp>
        <p:nvSpPr>
          <p:cNvPr id="21" name="TextBox 20"/>
          <p:cNvSpPr txBox="1"/>
          <p:nvPr/>
        </p:nvSpPr>
        <p:spPr>
          <a:xfrm>
            <a:off x="5796136" y="66504"/>
            <a:ext cx="259228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Glossary or Formula Page</a:t>
            </a:r>
            <a:endParaRPr lang="en-AU" sz="1600" dirty="0"/>
          </a:p>
        </p:txBody>
      </p:sp>
    </p:spTree>
    <p:extLst>
      <p:ext uri="{BB962C8B-B14F-4D97-AF65-F5344CB8AC3E}">
        <p14:creationId xmlns:p14="http://schemas.microsoft.com/office/powerpoint/2010/main" val="15154573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/>
        </p:nvCxnSpPr>
        <p:spPr>
          <a:xfrm>
            <a:off x="4500081" y="0"/>
            <a:ext cx="72008" cy="695739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03" y="647466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48463" y="652552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5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4500081" y="620688"/>
            <a:ext cx="4643919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>
            <a:off x="4500081" y="1196752"/>
            <a:ext cx="4643919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>
            <a:off x="4572089" y="5373216"/>
            <a:ext cx="472615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5868144" y="1196752"/>
            <a:ext cx="0" cy="4176464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4533261" y="66690"/>
            <a:ext cx="431959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000" dirty="0" smtClean="0"/>
              <a:t>24</a:t>
            </a:r>
          </a:p>
          <a:p>
            <a:r>
              <a:rPr lang="en-AU" sz="1000" dirty="0" smtClean="0"/>
              <a:t>7</a:t>
            </a:r>
          </a:p>
          <a:p>
            <a:r>
              <a:rPr lang="en-AU" sz="1000" dirty="0" smtClean="0"/>
              <a:t>30</a:t>
            </a:r>
            <a:endParaRPr lang="en-AU" sz="1000" dirty="0"/>
          </a:p>
        </p:txBody>
      </p:sp>
      <p:sp>
        <p:nvSpPr>
          <p:cNvPr id="20" name="TextBox 19"/>
          <p:cNvSpPr txBox="1"/>
          <p:nvPr/>
        </p:nvSpPr>
        <p:spPr>
          <a:xfrm>
            <a:off x="4572089" y="601548"/>
            <a:ext cx="114326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 smtClean="0"/>
              <a:t>Essential Question</a:t>
            </a:r>
            <a:endParaRPr lang="en-AU" sz="1000" dirty="0"/>
          </a:p>
        </p:txBody>
      </p:sp>
      <p:sp>
        <p:nvSpPr>
          <p:cNvPr id="22" name="TextBox 21"/>
          <p:cNvSpPr txBox="1"/>
          <p:nvPr/>
        </p:nvSpPr>
        <p:spPr>
          <a:xfrm>
            <a:off x="5867750" y="1196751"/>
            <a:ext cx="49244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 smtClean="0"/>
              <a:t>Notes</a:t>
            </a:r>
            <a:endParaRPr lang="en-AU" sz="1000" dirty="0"/>
          </a:p>
        </p:txBody>
      </p:sp>
      <p:sp>
        <p:nvSpPr>
          <p:cNvPr id="23" name="TextBox 22"/>
          <p:cNvSpPr txBox="1"/>
          <p:nvPr/>
        </p:nvSpPr>
        <p:spPr>
          <a:xfrm>
            <a:off x="4521850" y="1196752"/>
            <a:ext cx="70884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 smtClean="0"/>
              <a:t>Questions</a:t>
            </a:r>
            <a:endParaRPr lang="en-AU" sz="1000" dirty="0"/>
          </a:p>
        </p:txBody>
      </p:sp>
      <p:sp>
        <p:nvSpPr>
          <p:cNvPr id="24" name="TextBox 23"/>
          <p:cNvSpPr txBox="1"/>
          <p:nvPr/>
        </p:nvSpPr>
        <p:spPr>
          <a:xfrm>
            <a:off x="4572089" y="5373216"/>
            <a:ext cx="67999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 smtClean="0"/>
              <a:t>Summary</a:t>
            </a:r>
            <a:endParaRPr lang="en-AU" sz="1000" dirty="0"/>
          </a:p>
        </p:txBody>
      </p:sp>
      <p:sp>
        <p:nvSpPr>
          <p:cNvPr id="25" name="TextBox 24"/>
          <p:cNvSpPr txBox="1"/>
          <p:nvPr/>
        </p:nvSpPr>
        <p:spPr>
          <a:xfrm>
            <a:off x="151246" y="142494"/>
            <a:ext cx="6710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Tasks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2165325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r>
              <a:rPr lang="en-AU" dirty="0"/>
              <a:t>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715397" y="1916832"/>
            <a:ext cx="0" cy="1074892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3498907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b="1" dirty="0" smtClean="0"/>
              <a:t>Non-Linear Geometry </a:t>
            </a:r>
            <a:r>
              <a:rPr lang="en-GB" sz="2800" b="1" dirty="0"/>
              <a:t/>
            </a:r>
            <a:br>
              <a:rPr lang="en-GB" sz="2800" b="1" dirty="0"/>
            </a:b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3" name="Rectangle 2"/>
          <p:cNvSpPr/>
          <p:nvPr/>
        </p:nvSpPr>
        <p:spPr>
          <a:xfrm>
            <a:off x="395668" y="1208770"/>
            <a:ext cx="4464364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2400" b="1" dirty="0" smtClean="0"/>
              <a:t>Moving Parabolas</a:t>
            </a:r>
          </a:p>
          <a:p>
            <a:endParaRPr lang="en-US" sz="2400" dirty="0"/>
          </a:p>
        </p:txBody>
      </p:sp>
      <p:sp>
        <p:nvSpPr>
          <p:cNvPr id="15" name="TextBox 14"/>
          <p:cNvSpPr txBox="1"/>
          <p:nvPr/>
        </p:nvSpPr>
        <p:spPr>
          <a:xfrm>
            <a:off x="93471" y="2110207"/>
            <a:ext cx="246230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What happens </a:t>
            </a:r>
            <a:r>
              <a:rPr lang="en-US" dirty="0" smtClean="0"/>
              <a:t>when we move  </a:t>
            </a:r>
            <a:r>
              <a:rPr lang="en-US" dirty="0"/>
              <a:t>Parabolas </a:t>
            </a:r>
            <a:r>
              <a:rPr lang="en-US" dirty="0" smtClean="0"/>
              <a:t>Vertically?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930854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r>
              <a:rPr lang="en-AU" dirty="0"/>
              <a:t>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715397" y="1916832"/>
            <a:ext cx="0" cy="1074892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3498907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b="1" dirty="0" smtClean="0"/>
              <a:t>Non-Linear Geometry </a:t>
            </a:r>
            <a:r>
              <a:rPr lang="en-GB" sz="2800" b="1" dirty="0"/>
              <a:t/>
            </a:r>
            <a:br>
              <a:rPr lang="en-GB" sz="2800" b="1" dirty="0"/>
            </a:b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3" name="Rectangle 2"/>
          <p:cNvSpPr/>
          <p:nvPr/>
        </p:nvSpPr>
        <p:spPr>
          <a:xfrm>
            <a:off x="395668" y="1208770"/>
            <a:ext cx="4464364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2400" b="1" dirty="0" smtClean="0"/>
              <a:t>Moving Parabolas</a:t>
            </a:r>
          </a:p>
          <a:p>
            <a:endParaRPr lang="en-US" sz="2400" dirty="0"/>
          </a:p>
        </p:txBody>
      </p:sp>
      <p:sp>
        <p:nvSpPr>
          <p:cNvPr id="15" name="TextBox 14"/>
          <p:cNvSpPr txBox="1"/>
          <p:nvPr/>
        </p:nvSpPr>
        <p:spPr>
          <a:xfrm>
            <a:off x="93471" y="2110207"/>
            <a:ext cx="246230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What happens </a:t>
            </a:r>
            <a:r>
              <a:rPr lang="en-US" dirty="0" smtClean="0"/>
              <a:t>when we move  </a:t>
            </a:r>
            <a:r>
              <a:rPr lang="en-US" dirty="0"/>
              <a:t>Parabolas </a:t>
            </a:r>
            <a:r>
              <a:rPr lang="en-US" dirty="0" smtClean="0"/>
              <a:t>Vertically?</a:t>
            </a:r>
            <a:endParaRPr lang="en-US" dirty="0"/>
          </a:p>
        </p:txBody>
      </p:sp>
      <p:sp>
        <p:nvSpPr>
          <p:cNvPr id="16" name="TextBox 15"/>
          <p:cNvSpPr txBox="1"/>
          <p:nvPr/>
        </p:nvSpPr>
        <p:spPr>
          <a:xfrm>
            <a:off x="2875019" y="2146413"/>
            <a:ext cx="56201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The graphs below are of y </a:t>
            </a:r>
            <a:r>
              <a:rPr lang="en-US" dirty="0" smtClean="0"/>
              <a:t>=x</a:t>
            </a:r>
            <a:r>
              <a:rPr lang="en-US" baseline="30000" dirty="0" smtClean="0"/>
              <a:t> </a:t>
            </a:r>
            <a:r>
              <a:rPr lang="en-US" baseline="30000" dirty="0"/>
              <a:t>2</a:t>
            </a:r>
            <a:r>
              <a:rPr lang="en-US" dirty="0"/>
              <a:t> </a:t>
            </a:r>
            <a:r>
              <a:rPr lang="en-US" dirty="0" smtClean="0"/>
              <a:t>- 2    </a:t>
            </a:r>
            <a:r>
              <a:rPr lang="en-US" dirty="0"/>
              <a:t>y </a:t>
            </a:r>
            <a:r>
              <a:rPr lang="en-US" dirty="0" smtClean="0"/>
              <a:t>= x</a:t>
            </a:r>
            <a:r>
              <a:rPr lang="en-US" baseline="30000" dirty="0" smtClean="0"/>
              <a:t>2</a:t>
            </a:r>
            <a:r>
              <a:rPr lang="en-US" dirty="0" smtClean="0"/>
              <a:t> </a:t>
            </a:r>
            <a:r>
              <a:rPr lang="en-US" dirty="0"/>
              <a:t>= and </a:t>
            </a:r>
            <a:r>
              <a:rPr lang="en-US" dirty="0" smtClean="0"/>
              <a:t> y = x</a:t>
            </a:r>
            <a:r>
              <a:rPr lang="en-US" baseline="30000" dirty="0" smtClean="0"/>
              <a:t>2</a:t>
            </a:r>
            <a:r>
              <a:rPr lang="en-US" dirty="0" smtClean="0"/>
              <a:t> + 2 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626598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r>
              <a:rPr lang="en-AU" dirty="0"/>
              <a:t>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715397" y="1916832"/>
            <a:ext cx="0" cy="1074892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3498907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b="1" dirty="0" smtClean="0"/>
              <a:t>Non-Linear Geometry </a:t>
            </a:r>
            <a:r>
              <a:rPr lang="en-GB" sz="2800" b="1" dirty="0"/>
              <a:t/>
            </a:r>
            <a:br>
              <a:rPr lang="en-GB" sz="2800" b="1" dirty="0"/>
            </a:b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3" name="Rectangle 2"/>
          <p:cNvSpPr/>
          <p:nvPr/>
        </p:nvSpPr>
        <p:spPr>
          <a:xfrm>
            <a:off x="395668" y="1208770"/>
            <a:ext cx="4464364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2400" b="1" dirty="0" smtClean="0"/>
              <a:t>Moving Parabolas</a:t>
            </a:r>
          </a:p>
          <a:p>
            <a:endParaRPr lang="en-US" sz="2400" dirty="0"/>
          </a:p>
        </p:txBody>
      </p:sp>
      <p:sp>
        <p:nvSpPr>
          <p:cNvPr id="15" name="TextBox 14"/>
          <p:cNvSpPr txBox="1"/>
          <p:nvPr/>
        </p:nvSpPr>
        <p:spPr>
          <a:xfrm>
            <a:off x="93471" y="2110207"/>
            <a:ext cx="246230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What happens </a:t>
            </a:r>
            <a:r>
              <a:rPr lang="en-US" dirty="0" smtClean="0"/>
              <a:t>when we move  </a:t>
            </a:r>
            <a:r>
              <a:rPr lang="en-US" dirty="0"/>
              <a:t>Parabolas </a:t>
            </a:r>
            <a:r>
              <a:rPr lang="en-US" dirty="0" smtClean="0"/>
              <a:t>Vertically?</a:t>
            </a:r>
            <a:endParaRPr lang="en-US" dirty="0"/>
          </a:p>
        </p:txBody>
      </p:sp>
      <p:sp>
        <p:nvSpPr>
          <p:cNvPr id="16" name="TextBox 15"/>
          <p:cNvSpPr txBox="1"/>
          <p:nvPr/>
        </p:nvSpPr>
        <p:spPr>
          <a:xfrm>
            <a:off x="2875019" y="2146413"/>
            <a:ext cx="56201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The graphs below are of y </a:t>
            </a:r>
            <a:r>
              <a:rPr lang="en-US" dirty="0" smtClean="0"/>
              <a:t>=x</a:t>
            </a:r>
            <a:r>
              <a:rPr lang="en-US" baseline="30000" dirty="0" smtClean="0"/>
              <a:t> </a:t>
            </a:r>
            <a:r>
              <a:rPr lang="en-US" baseline="30000" dirty="0"/>
              <a:t>2</a:t>
            </a:r>
            <a:r>
              <a:rPr lang="en-US" dirty="0"/>
              <a:t> </a:t>
            </a:r>
            <a:r>
              <a:rPr lang="en-US" dirty="0" smtClean="0"/>
              <a:t>- 2    </a:t>
            </a:r>
            <a:r>
              <a:rPr lang="en-US" dirty="0"/>
              <a:t>y </a:t>
            </a:r>
            <a:r>
              <a:rPr lang="en-US" dirty="0" smtClean="0"/>
              <a:t>= x</a:t>
            </a:r>
            <a:r>
              <a:rPr lang="en-US" baseline="30000" dirty="0" smtClean="0"/>
              <a:t>2</a:t>
            </a:r>
            <a:r>
              <a:rPr lang="en-US" dirty="0" smtClean="0"/>
              <a:t> </a:t>
            </a:r>
            <a:r>
              <a:rPr lang="en-US" dirty="0"/>
              <a:t>= and </a:t>
            </a:r>
            <a:r>
              <a:rPr lang="en-US" dirty="0" smtClean="0"/>
              <a:t> y = x</a:t>
            </a:r>
            <a:r>
              <a:rPr lang="en-US" baseline="30000" dirty="0" smtClean="0"/>
              <a:t>2</a:t>
            </a:r>
            <a:r>
              <a:rPr lang="en-US" dirty="0" smtClean="0"/>
              <a:t> + 2 .</a:t>
            </a:r>
            <a:endParaRPr lang="en-US" dirty="0"/>
          </a:p>
        </p:txBody>
      </p:sp>
      <p:pic>
        <p:nvPicPr>
          <p:cNvPr id="17" name="Picture 1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07964" y="2622391"/>
            <a:ext cx="6540500" cy="3238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54136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r>
              <a:rPr lang="en-AU" dirty="0"/>
              <a:t>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715397" y="1916832"/>
            <a:ext cx="0" cy="1074892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3498907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b="1" dirty="0" smtClean="0"/>
              <a:t>Non-Linear Geometry </a:t>
            </a:r>
            <a:r>
              <a:rPr lang="en-GB" sz="2800" b="1" dirty="0"/>
              <a:t/>
            </a:r>
            <a:br>
              <a:rPr lang="en-GB" sz="2800" b="1" dirty="0"/>
            </a:b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3" name="Rectangle 2"/>
          <p:cNvSpPr/>
          <p:nvPr/>
        </p:nvSpPr>
        <p:spPr>
          <a:xfrm>
            <a:off x="395668" y="1208770"/>
            <a:ext cx="4464364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2400" b="1" dirty="0" smtClean="0"/>
              <a:t>Moving Parabolas</a:t>
            </a:r>
          </a:p>
          <a:p>
            <a:endParaRPr lang="en-US" sz="2400" dirty="0"/>
          </a:p>
        </p:txBody>
      </p:sp>
      <p:sp>
        <p:nvSpPr>
          <p:cNvPr id="15" name="TextBox 14"/>
          <p:cNvSpPr txBox="1"/>
          <p:nvPr/>
        </p:nvSpPr>
        <p:spPr>
          <a:xfrm>
            <a:off x="93471" y="2110207"/>
            <a:ext cx="246230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What happens </a:t>
            </a:r>
            <a:r>
              <a:rPr lang="en-US" dirty="0" smtClean="0"/>
              <a:t>when we move  </a:t>
            </a:r>
            <a:r>
              <a:rPr lang="en-US" dirty="0"/>
              <a:t>Parabolas </a:t>
            </a:r>
            <a:r>
              <a:rPr lang="en-US" dirty="0" smtClean="0"/>
              <a:t>Vertically?</a:t>
            </a:r>
            <a:endParaRPr lang="en-US" dirty="0"/>
          </a:p>
        </p:txBody>
      </p:sp>
      <p:sp>
        <p:nvSpPr>
          <p:cNvPr id="16" name="TextBox 15"/>
          <p:cNvSpPr txBox="1"/>
          <p:nvPr/>
        </p:nvSpPr>
        <p:spPr>
          <a:xfrm>
            <a:off x="2875019" y="2146413"/>
            <a:ext cx="56201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The graphs below are of y </a:t>
            </a:r>
            <a:r>
              <a:rPr lang="en-US" dirty="0" smtClean="0"/>
              <a:t>=x</a:t>
            </a:r>
            <a:r>
              <a:rPr lang="en-US" baseline="30000" dirty="0" smtClean="0"/>
              <a:t> </a:t>
            </a:r>
            <a:r>
              <a:rPr lang="en-US" baseline="30000" dirty="0"/>
              <a:t>2</a:t>
            </a:r>
            <a:r>
              <a:rPr lang="en-US" dirty="0"/>
              <a:t> </a:t>
            </a:r>
            <a:r>
              <a:rPr lang="en-US" dirty="0" smtClean="0"/>
              <a:t>- 2    </a:t>
            </a:r>
            <a:r>
              <a:rPr lang="en-US" dirty="0"/>
              <a:t>y </a:t>
            </a:r>
            <a:r>
              <a:rPr lang="en-US" dirty="0" smtClean="0"/>
              <a:t>= x</a:t>
            </a:r>
            <a:r>
              <a:rPr lang="en-US" baseline="30000" dirty="0" smtClean="0"/>
              <a:t>2</a:t>
            </a:r>
            <a:r>
              <a:rPr lang="en-US" dirty="0" smtClean="0"/>
              <a:t> </a:t>
            </a:r>
            <a:r>
              <a:rPr lang="en-US" dirty="0"/>
              <a:t>= and </a:t>
            </a:r>
            <a:r>
              <a:rPr lang="en-US" dirty="0" smtClean="0"/>
              <a:t> y = x</a:t>
            </a:r>
            <a:r>
              <a:rPr lang="en-US" baseline="30000" dirty="0" smtClean="0"/>
              <a:t>2</a:t>
            </a:r>
            <a:r>
              <a:rPr lang="en-US" dirty="0" smtClean="0"/>
              <a:t> + 2 .</a:t>
            </a:r>
            <a:endParaRPr lang="en-US" dirty="0"/>
          </a:p>
        </p:txBody>
      </p:sp>
      <p:pic>
        <p:nvPicPr>
          <p:cNvPr id="17" name="Picture 1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07964" y="2622391"/>
            <a:ext cx="6540500" cy="323850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509514" y="5651662"/>
            <a:ext cx="37975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Adding units to a parabola shifts it </a:t>
            </a:r>
            <a:r>
              <a:rPr lang="en-US" b="1" i="1" u="sng" dirty="0"/>
              <a:t>up</a:t>
            </a:r>
            <a:r>
              <a:rPr lang="en-US" dirty="0"/>
              <a:t>, </a:t>
            </a:r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3265556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r>
              <a:rPr lang="en-AU" dirty="0"/>
              <a:t>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715397" y="1916832"/>
            <a:ext cx="0" cy="1074892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3498907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b="1" dirty="0" smtClean="0"/>
              <a:t>Non-Linear Geometry </a:t>
            </a:r>
            <a:r>
              <a:rPr lang="en-GB" sz="2800" b="1" dirty="0"/>
              <a:t/>
            </a:r>
            <a:br>
              <a:rPr lang="en-GB" sz="2800" b="1" dirty="0"/>
            </a:b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3" name="Rectangle 2"/>
          <p:cNvSpPr/>
          <p:nvPr/>
        </p:nvSpPr>
        <p:spPr>
          <a:xfrm>
            <a:off x="395668" y="1208770"/>
            <a:ext cx="4464364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2400" b="1" dirty="0" smtClean="0"/>
              <a:t>Moving Parabolas</a:t>
            </a:r>
          </a:p>
          <a:p>
            <a:endParaRPr lang="en-US" sz="2400" dirty="0"/>
          </a:p>
        </p:txBody>
      </p:sp>
      <p:sp>
        <p:nvSpPr>
          <p:cNvPr id="15" name="TextBox 14"/>
          <p:cNvSpPr txBox="1"/>
          <p:nvPr/>
        </p:nvSpPr>
        <p:spPr>
          <a:xfrm>
            <a:off x="93471" y="2110207"/>
            <a:ext cx="246230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What happens </a:t>
            </a:r>
            <a:r>
              <a:rPr lang="en-US" dirty="0" smtClean="0"/>
              <a:t>when we move  </a:t>
            </a:r>
            <a:r>
              <a:rPr lang="en-US" dirty="0"/>
              <a:t>Parabolas </a:t>
            </a:r>
            <a:r>
              <a:rPr lang="en-US" dirty="0" smtClean="0"/>
              <a:t>Vertically?</a:t>
            </a:r>
            <a:endParaRPr lang="en-US" dirty="0"/>
          </a:p>
        </p:txBody>
      </p:sp>
      <p:sp>
        <p:nvSpPr>
          <p:cNvPr id="16" name="TextBox 15"/>
          <p:cNvSpPr txBox="1"/>
          <p:nvPr/>
        </p:nvSpPr>
        <p:spPr>
          <a:xfrm>
            <a:off x="2875019" y="2146413"/>
            <a:ext cx="56201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The graphs below are of y </a:t>
            </a:r>
            <a:r>
              <a:rPr lang="en-US" dirty="0" smtClean="0"/>
              <a:t>=x</a:t>
            </a:r>
            <a:r>
              <a:rPr lang="en-US" baseline="30000" dirty="0" smtClean="0"/>
              <a:t> </a:t>
            </a:r>
            <a:r>
              <a:rPr lang="en-US" baseline="30000" dirty="0"/>
              <a:t>2</a:t>
            </a:r>
            <a:r>
              <a:rPr lang="en-US" dirty="0"/>
              <a:t> </a:t>
            </a:r>
            <a:r>
              <a:rPr lang="en-US" dirty="0" smtClean="0"/>
              <a:t>- 2    </a:t>
            </a:r>
            <a:r>
              <a:rPr lang="en-US" dirty="0"/>
              <a:t>y </a:t>
            </a:r>
            <a:r>
              <a:rPr lang="en-US" dirty="0" smtClean="0"/>
              <a:t>= x</a:t>
            </a:r>
            <a:r>
              <a:rPr lang="en-US" baseline="30000" dirty="0" smtClean="0"/>
              <a:t>2</a:t>
            </a:r>
            <a:r>
              <a:rPr lang="en-US" dirty="0" smtClean="0"/>
              <a:t> </a:t>
            </a:r>
            <a:r>
              <a:rPr lang="en-US" dirty="0"/>
              <a:t>= and </a:t>
            </a:r>
            <a:r>
              <a:rPr lang="en-US" dirty="0" smtClean="0"/>
              <a:t> y = x</a:t>
            </a:r>
            <a:r>
              <a:rPr lang="en-US" baseline="30000" dirty="0" smtClean="0"/>
              <a:t>2</a:t>
            </a:r>
            <a:r>
              <a:rPr lang="en-US" dirty="0" smtClean="0"/>
              <a:t> + 2 .</a:t>
            </a:r>
            <a:endParaRPr lang="en-US" dirty="0"/>
          </a:p>
        </p:txBody>
      </p:sp>
      <p:pic>
        <p:nvPicPr>
          <p:cNvPr id="17" name="Picture 1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07964" y="2622391"/>
            <a:ext cx="6540500" cy="323850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509514" y="5651662"/>
            <a:ext cx="4680961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Adding units to a parabola shifts it </a:t>
            </a:r>
            <a:r>
              <a:rPr lang="en-US" b="1" i="1" u="sng" dirty="0"/>
              <a:t>up</a:t>
            </a:r>
            <a:r>
              <a:rPr lang="en-US" dirty="0"/>
              <a:t>, </a:t>
            </a:r>
          </a:p>
          <a:p>
            <a:r>
              <a:rPr lang="en-US" dirty="0" smtClean="0"/>
              <a:t>and </a:t>
            </a:r>
          </a:p>
          <a:p>
            <a:r>
              <a:rPr lang="en-US" dirty="0" smtClean="0"/>
              <a:t>subtracting units from a parabola shifts it </a:t>
            </a:r>
            <a:r>
              <a:rPr lang="en-US" b="1" i="1" u="sng" dirty="0" smtClean="0"/>
              <a:t>down</a:t>
            </a:r>
            <a:r>
              <a:rPr lang="en-US" dirty="0" smtClean="0"/>
              <a:t>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359814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r>
              <a:rPr lang="en-AU" dirty="0"/>
              <a:t>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715397" y="1916832"/>
            <a:ext cx="0" cy="1074892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3498907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b="1" dirty="0" smtClean="0"/>
              <a:t>Non-Linear Geometry </a:t>
            </a:r>
            <a:r>
              <a:rPr lang="en-GB" sz="2800" b="1" dirty="0"/>
              <a:t/>
            </a:r>
            <a:br>
              <a:rPr lang="en-GB" sz="2800" b="1" dirty="0"/>
            </a:b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3" name="Rectangle 2"/>
          <p:cNvSpPr/>
          <p:nvPr/>
        </p:nvSpPr>
        <p:spPr>
          <a:xfrm>
            <a:off x="395668" y="1208770"/>
            <a:ext cx="4464364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2400" b="1" dirty="0" smtClean="0"/>
              <a:t>Moving Parabolas</a:t>
            </a:r>
          </a:p>
          <a:p>
            <a:endParaRPr lang="en-US" sz="2400" dirty="0"/>
          </a:p>
        </p:txBody>
      </p:sp>
      <p:sp>
        <p:nvSpPr>
          <p:cNvPr id="15" name="TextBox 14"/>
          <p:cNvSpPr txBox="1"/>
          <p:nvPr/>
        </p:nvSpPr>
        <p:spPr>
          <a:xfrm>
            <a:off x="93471" y="2110207"/>
            <a:ext cx="246230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What happens </a:t>
            </a:r>
            <a:r>
              <a:rPr lang="en-US" dirty="0" smtClean="0"/>
              <a:t>when we move  </a:t>
            </a:r>
            <a:r>
              <a:rPr lang="en-US" dirty="0"/>
              <a:t>Parabolas </a:t>
            </a:r>
            <a:r>
              <a:rPr lang="en-US" dirty="0" smtClean="0"/>
              <a:t>Horizontally?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1994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r>
              <a:rPr lang="en-AU" dirty="0"/>
              <a:t>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715397" y="1916832"/>
            <a:ext cx="0" cy="1074892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3498907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b="1" dirty="0" smtClean="0"/>
              <a:t>Non-Linear Geometry </a:t>
            </a:r>
            <a:r>
              <a:rPr lang="en-GB" sz="2800" b="1" dirty="0"/>
              <a:t/>
            </a:r>
            <a:br>
              <a:rPr lang="en-GB" sz="2800" b="1" dirty="0"/>
            </a:b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3" name="Rectangle 2"/>
          <p:cNvSpPr/>
          <p:nvPr/>
        </p:nvSpPr>
        <p:spPr>
          <a:xfrm>
            <a:off x="395668" y="1208770"/>
            <a:ext cx="4464364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2400" b="1" dirty="0" smtClean="0"/>
              <a:t>Moving Parabolas</a:t>
            </a:r>
          </a:p>
          <a:p>
            <a:endParaRPr lang="en-US" sz="2400" dirty="0"/>
          </a:p>
        </p:txBody>
      </p:sp>
      <p:sp>
        <p:nvSpPr>
          <p:cNvPr id="15" name="TextBox 14"/>
          <p:cNvSpPr txBox="1"/>
          <p:nvPr/>
        </p:nvSpPr>
        <p:spPr>
          <a:xfrm>
            <a:off x="93471" y="2110207"/>
            <a:ext cx="246230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What happens </a:t>
            </a:r>
            <a:r>
              <a:rPr lang="en-US" dirty="0" smtClean="0"/>
              <a:t>when we move  </a:t>
            </a:r>
            <a:r>
              <a:rPr lang="en-US" dirty="0"/>
              <a:t>Parabolas </a:t>
            </a:r>
            <a:r>
              <a:rPr lang="en-US" dirty="0" smtClean="0"/>
              <a:t>Horizontally?</a:t>
            </a:r>
            <a:endParaRPr lang="en-US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18491" y="2110207"/>
            <a:ext cx="6299200" cy="533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32864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r>
              <a:rPr lang="en-AU" dirty="0"/>
              <a:t>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715397" y="1916832"/>
            <a:ext cx="0" cy="1074892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3498907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b="1" dirty="0" smtClean="0"/>
              <a:t>Non-Linear Geometry </a:t>
            </a:r>
            <a:r>
              <a:rPr lang="en-GB" sz="2800" b="1" dirty="0"/>
              <a:t/>
            </a:r>
            <a:br>
              <a:rPr lang="en-GB" sz="2800" b="1" dirty="0"/>
            </a:b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3" name="Rectangle 2"/>
          <p:cNvSpPr/>
          <p:nvPr/>
        </p:nvSpPr>
        <p:spPr>
          <a:xfrm>
            <a:off x="395668" y="1208770"/>
            <a:ext cx="4464364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2400" b="1" dirty="0" smtClean="0"/>
              <a:t>Moving Parabolas</a:t>
            </a:r>
          </a:p>
          <a:p>
            <a:endParaRPr lang="en-US" sz="2400" dirty="0"/>
          </a:p>
        </p:txBody>
      </p:sp>
      <p:sp>
        <p:nvSpPr>
          <p:cNvPr id="15" name="TextBox 14"/>
          <p:cNvSpPr txBox="1"/>
          <p:nvPr/>
        </p:nvSpPr>
        <p:spPr>
          <a:xfrm>
            <a:off x="93471" y="2110207"/>
            <a:ext cx="246230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What happens </a:t>
            </a:r>
            <a:r>
              <a:rPr lang="en-US" dirty="0" smtClean="0"/>
              <a:t>when we move  </a:t>
            </a:r>
            <a:r>
              <a:rPr lang="en-US" dirty="0"/>
              <a:t>Parabolas </a:t>
            </a:r>
            <a:r>
              <a:rPr lang="en-US" dirty="0" smtClean="0"/>
              <a:t>Horizontally?</a:t>
            </a:r>
            <a:endParaRPr lang="en-US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18491" y="2110207"/>
            <a:ext cx="6299200" cy="533400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47863" y="2714047"/>
            <a:ext cx="5420981" cy="24007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16281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r>
              <a:rPr lang="en-AU" dirty="0"/>
              <a:t>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715397" y="1916832"/>
            <a:ext cx="0" cy="1074892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3498907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b="1" dirty="0" smtClean="0"/>
              <a:t>Non-Linear Geometry </a:t>
            </a:r>
            <a:r>
              <a:rPr lang="en-GB" sz="2800" b="1" dirty="0"/>
              <a:t/>
            </a:r>
            <a:br>
              <a:rPr lang="en-GB" sz="2800" b="1" dirty="0"/>
            </a:b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3" name="Rectangle 2"/>
          <p:cNvSpPr/>
          <p:nvPr/>
        </p:nvSpPr>
        <p:spPr>
          <a:xfrm>
            <a:off x="395668" y="1208770"/>
            <a:ext cx="4464364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2400" b="1" dirty="0" smtClean="0"/>
              <a:t>Moving Parabolas</a:t>
            </a:r>
          </a:p>
          <a:p>
            <a:endParaRPr lang="en-US" sz="2400" dirty="0"/>
          </a:p>
        </p:txBody>
      </p:sp>
      <p:sp>
        <p:nvSpPr>
          <p:cNvPr id="15" name="TextBox 14"/>
          <p:cNvSpPr txBox="1"/>
          <p:nvPr/>
        </p:nvSpPr>
        <p:spPr>
          <a:xfrm>
            <a:off x="93471" y="2110207"/>
            <a:ext cx="246230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What happens </a:t>
            </a:r>
            <a:r>
              <a:rPr lang="en-US" dirty="0" smtClean="0"/>
              <a:t>when we move  </a:t>
            </a:r>
            <a:r>
              <a:rPr lang="en-US" dirty="0"/>
              <a:t>Parabolas </a:t>
            </a:r>
            <a:r>
              <a:rPr lang="en-US" dirty="0" smtClean="0"/>
              <a:t>Horizontally?</a:t>
            </a:r>
            <a:endParaRPr lang="en-US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18491" y="2110207"/>
            <a:ext cx="6299200" cy="533400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47863" y="2714047"/>
            <a:ext cx="5420981" cy="2400720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9376" y="5040867"/>
            <a:ext cx="9017000" cy="1447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55894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r>
              <a:rPr lang="en-AU" dirty="0"/>
              <a:t>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715397" y="1916832"/>
            <a:ext cx="0" cy="1074892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3498907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b="1" dirty="0" smtClean="0"/>
              <a:t>Non-Linear Geometry </a:t>
            </a:r>
            <a:r>
              <a:rPr lang="en-GB" sz="2800" b="1" dirty="0"/>
              <a:t/>
            </a:r>
            <a:br>
              <a:rPr lang="en-GB" sz="2800" b="1" dirty="0"/>
            </a:b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3" name="Rectangle 2"/>
          <p:cNvSpPr/>
          <p:nvPr/>
        </p:nvSpPr>
        <p:spPr>
          <a:xfrm>
            <a:off x="395668" y="1208770"/>
            <a:ext cx="4464364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2400" b="1" dirty="0" smtClean="0"/>
              <a:t>Moving Parabolas</a:t>
            </a:r>
          </a:p>
          <a:p>
            <a:endParaRPr lang="en-US" sz="2400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1005" y="2066833"/>
            <a:ext cx="8807035" cy="133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44319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Notes Review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AU" dirty="0" smtClean="0"/>
              <a:t>24, 7 ,30</a:t>
            </a:r>
          </a:p>
          <a:p>
            <a:r>
              <a:rPr lang="en-AU" dirty="0" smtClean="0"/>
              <a:t>Date</a:t>
            </a:r>
          </a:p>
          <a:p>
            <a:r>
              <a:rPr lang="en-AU" dirty="0" smtClean="0"/>
              <a:t>Title</a:t>
            </a:r>
          </a:p>
          <a:p>
            <a:r>
              <a:rPr lang="en-AU" dirty="0" smtClean="0"/>
              <a:t>Essential question</a:t>
            </a:r>
          </a:p>
          <a:p>
            <a:r>
              <a:rPr lang="en-AU" dirty="0" smtClean="0"/>
              <a:t>Notes complete </a:t>
            </a:r>
          </a:p>
          <a:p>
            <a:r>
              <a:rPr lang="en-AU" dirty="0" smtClean="0"/>
              <a:t>Notes complete with colour and diagrams</a:t>
            </a:r>
          </a:p>
          <a:p>
            <a:r>
              <a:rPr lang="en-AU" dirty="0" smtClean="0"/>
              <a:t>Questions completed</a:t>
            </a:r>
          </a:p>
          <a:p>
            <a:r>
              <a:rPr lang="en-AU" dirty="0" smtClean="0"/>
              <a:t>Contents page filed in</a:t>
            </a:r>
          </a:p>
          <a:p>
            <a:r>
              <a:rPr lang="en-AU" dirty="0" smtClean="0"/>
              <a:t>Formula page filled in</a:t>
            </a:r>
          </a:p>
          <a:p>
            <a:pPr marL="0" indent="0">
              <a:buNone/>
            </a:pPr>
            <a:endParaRPr lang="en-AU" dirty="0" smtClean="0"/>
          </a:p>
          <a:p>
            <a:endParaRPr lang="en-AU" dirty="0" smtClean="0"/>
          </a:p>
        </p:txBody>
      </p:sp>
    </p:spTree>
    <p:extLst>
      <p:ext uri="{BB962C8B-B14F-4D97-AF65-F5344CB8AC3E}">
        <p14:creationId xmlns:p14="http://schemas.microsoft.com/office/powerpoint/2010/main" val="20738282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Homework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 smtClean="0"/>
              <a:t>Review your notes and write a summary answering the essential question. 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763422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4446</TotalTime>
  <Words>355</Words>
  <Application>Microsoft Office PowerPoint</Application>
  <PresentationFormat>On-screen Show (4:3)</PresentationFormat>
  <Paragraphs>117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Topic: Non Linear  Moving Parabolas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Notes Review</vt:lpstr>
      <vt:lpstr>Homework</vt:lpstr>
    </vt:vector>
  </TitlesOfParts>
  <Company>The Department of Education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Using Venn Diagrams</dc:title>
  <dc:creator>RUST Joanne</dc:creator>
  <cp:lastModifiedBy>RUST Joanne [Baldivis Secondary College]</cp:lastModifiedBy>
  <cp:revision>115</cp:revision>
  <dcterms:created xsi:type="dcterms:W3CDTF">2014-05-14T02:58:57Z</dcterms:created>
  <dcterms:modified xsi:type="dcterms:W3CDTF">2019-10-21T08:31:35Z</dcterms:modified>
</cp:coreProperties>
</file>