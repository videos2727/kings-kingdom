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gif" ContentType="image/gif"/>
  <Default Extension="bin" ContentType="audio/unknown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embeddings/oleObject75.bin" ContentType="application/vnd.openxmlformats-officedocument.oleObject"/>
  <Override PartName="/ppt/embeddings/oleObject76.bin" ContentType="application/vnd.openxmlformats-officedocument.oleObject"/>
  <Override PartName="/ppt/embeddings/oleObject77.bin" ContentType="application/vnd.openxmlformats-officedocument.oleObject"/>
  <Override PartName="/ppt/embeddings/oleObject78.bin" ContentType="application/vnd.openxmlformats-officedocument.oleObject"/>
  <Override PartName="/ppt/embeddings/oleObject79.bin" ContentType="application/vnd.openxmlformats-officedocument.oleObject"/>
  <Override PartName="/ppt/embeddings/oleObject80.bin" ContentType="application/vnd.openxmlformats-officedocument.oleObject"/>
  <Override PartName="/ppt/embeddings/oleObject81.bin" ContentType="application/vnd.openxmlformats-officedocument.oleObject"/>
  <Override PartName="/ppt/embeddings/oleObject82.bin" ContentType="application/vnd.openxmlformats-officedocument.oleObject"/>
  <Override PartName="/ppt/embeddings/oleObject83.bin" ContentType="application/vnd.openxmlformats-officedocument.oleObject"/>
  <Override PartName="/ppt/embeddings/oleObject84.bin" ContentType="application/vnd.openxmlformats-officedocument.oleObject"/>
  <Override PartName="/ppt/embeddings/oleObject85.bin" ContentType="application/vnd.openxmlformats-officedocument.oleObject"/>
  <Override PartName="/ppt/embeddings/oleObject86.bin" ContentType="application/vnd.openxmlformats-officedocument.oleObject"/>
  <Override PartName="/ppt/embeddings/oleObject87.bin" ContentType="application/vnd.openxmlformats-officedocument.oleObject"/>
  <Override PartName="/ppt/embeddings/oleObject88.bin" ContentType="application/vnd.openxmlformats-officedocument.oleObject"/>
  <Override PartName="/ppt/embeddings/oleObject89.bin" ContentType="application/vnd.openxmlformats-officedocument.oleObject"/>
  <Override PartName="/ppt/embeddings/oleObject90.bin" ContentType="application/vnd.openxmlformats-officedocument.oleObject"/>
  <Override PartName="/ppt/embeddings/oleObject91.bin" ContentType="application/vnd.openxmlformats-officedocument.oleObject"/>
  <Override PartName="/ppt/embeddings/oleObject92.bin" ContentType="application/vnd.openxmlformats-officedocument.oleObject"/>
  <Override PartName="/ppt/embeddings/oleObject93.bin" ContentType="application/vnd.openxmlformats-officedocument.oleObject"/>
  <Override PartName="/ppt/embeddings/oleObject94.bin" ContentType="application/vnd.openxmlformats-officedocument.oleObject"/>
  <Override PartName="/ppt/embeddings/oleObject95.bin" ContentType="application/vnd.openxmlformats-officedocument.oleObject"/>
  <Override PartName="/ppt/embeddings/oleObject96.bin" ContentType="application/vnd.openxmlformats-officedocument.oleObject"/>
  <Override PartName="/ppt/embeddings/oleObject97.bin" ContentType="application/vnd.openxmlformats-officedocument.oleObject"/>
  <Override PartName="/ppt/embeddings/oleObject98.bin" ContentType="application/vnd.openxmlformats-officedocument.oleObject"/>
  <Override PartName="/ppt/embeddings/oleObject99.bin" ContentType="application/vnd.openxmlformats-officedocument.oleObject"/>
  <Override PartName="/ppt/embeddings/oleObject100.bin" ContentType="application/vnd.openxmlformats-officedocument.oleObject"/>
  <Override PartName="/ppt/embeddings/oleObject101.bin" ContentType="application/vnd.openxmlformats-officedocument.oleObject"/>
  <Override PartName="/ppt/embeddings/oleObject102.bin" ContentType="application/vnd.openxmlformats-officedocument.oleObject"/>
  <Override PartName="/ppt/embeddings/oleObject103.bin" ContentType="application/vnd.openxmlformats-officedocument.oleObject"/>
  <Override PartName="/ppt/embeddings/oleObject104.bin" ContentType="application/vnd.openxmlformats-officedocument.oleObject"/>
  <Override PartName="/ppt/embeddings/oleObject105.bin" ContentType="application/vnd.openxmlformats-officedocument.oleObject"/>
  <Override PartName="/ppt/embeddings/oleObject106.bin" ContentType="application/vnd.openxmlformats-officedocument.oleObject"/>
  <Override PartName="/ppt/embeddings/oleObject107.bin" ContentType="application/vnd.openxmlformats-officedocument.oleObject"/>
  <Override PartName="/ppt/embeddings/oleObject108.bin" ContentType="application/vnd.openxmlformats-officedocument.oleObject"/>
  <Override PartName="/ppt/embeddings/oleObject109.bin" ContentType="application/vnd.openxmlformats-officedocument.oleObject"/>
  <Override PartName="/ppt/embeddings/oleObject110.bin" ContentType="application/vnd.openxmlformats-officedocument.oleObject"/>
  <Override PartName="/ppt/embeddings/oleObject111.bin" ContentType="application/vnd.openxmlformats-officedocument.oleObject"/>
  <Override PartName="/ppt/embeddings/oleObject112.bin" ContentType="application/vnd.openxmlformats-officedocument.oleObject"/>
  <Override PartName="/ppt/embeddings/oleObject113.bin" ContentType="application/vnd.openxmlformats-officedocument.oleObject"/>
  <Override PartName="/ppt/embeddings/oleObject114.bin" ContentType="application/vnd.openxmlformats-officedocument.oleObject"/>
  <Override PartName="/ppt/embeddings/oleObject115.bin" ContentType="application/vnd.openxmlformats-officedocument.oleObject"/>
  <Override PartName="/ppt/embeddings/oleObject116.bin" ContentType="application/vnd.openxmlformats-officedocument.oleObject"/>
  <Override PartName="/ppt/embeddings/oleObject117.bin" ContentType="application/vnd.openxmlformats-officedocument.oleObject"/>
  <Override PartName="/ppt/embeddings/oleObject118.bin" ContentType="application/vnd.openxmlformats-officedocument.oleObject"/>
  <Override PartName="/ppt/embeddings/oleObject119.bin" ContentType="application/vnd.openxmlformats-officedocument.oleObject"/>
  <Override PartName="/ppt/embeddings/oleObject120.bin" ContentType="application/vnd.openxmlformats-officedocument.oleObject"/>
  <Override PartName="/ppt/embeddings/oleObject121.bin" ContentType="application/vnd.openxmlformats-officedocument.oleObject"/>
  <Override PartName="/ppt/embeddings/oleObject122.bin" ContentType="application/vnd.openxmlformats-officedocument.oleObject"/>
  <Override PartName="/ppt/embeddings/oleObject123.bin" ContentType="application/vnd.openxmlformats-officedocument.oleObject"/>
  <Override PartName="/ppt/embeddings/oleObject124.bin" ContentType="application/vnd.openxmlformats-officedocument.oleObject"/>
  <Override PartName="/ppt/embeddings/oleObject125.bin" ContentType="application/vnd.openxmlformats-officedocument.oleObject"/>
  <Override PartName="/ppt/embeddings/oleObject126.bin" ContentType="application/vnd.openxmlformats-officedocument.oleObject"/>
  <Override PartName="/ppt/embeddings/oleObject127.bin" ContentType="application/vnd.openxmlformats-officedocument.oleObject"/>
  <Override PartName="/ppt/embeddings/oleObject128.bin" ContentType="application/vnd.openxmlformats-officedocument.oleObject"/>
  <Override PartName="/ppt/embeddings/oleObject129.bin" ContentType="application/vnd.openxmlformats-officedocument.oleObject"/>
  <Override PartName="/ppt/embeddings/oleObject130.bin" ContentType="application/vnd.openxmlformats-officedocument.oleObject"/>
  <Override PartName="/ppt/embeddings/oleObject131.bin" ContentType="application/vnd.openxmlformats-officedocument.oleObject"/>
  <Override PartName="/ppt/embeddings/oleObject132.bin" ContentType="application/vnd.openxmlformats-officedocument.oleObject"/>
  <Override PartName="/ppt/embeddings/oleObject133.bin" ContentType="application/vnd.openxmlformats-officedocument.oleObject"/>
  <Override PartName="/ppt/embeddings/oleObject134.bin" ContentType="application/vnd.openxmlformats-officedocument.oleObject"/>
  <Override PartName="/ppt/embeddings/oleObject135.bin" ContentType="application/vnd.openxmlformats-officedocument.oleObject"/>
  <Override PartName="/ppt/embeddings/oleObject136.bin" ContentType="application/vnd.openxmlformats-officedocument.oleObject"/>
  <Override PartName="/ppt/embeddings/oleObject137.bin" ContentType="application/vnd.openxmlformats-officedocument.oleObject"/>
  <Override PartName="/ppt/embeddings/oleObject138.bin" ContentType="application/vnd.openxmlformats-officedocument.oleObject"/>
  <Override PartName="/ppt/embeddings/oleObject139.bin" ContentType="application/vnd.openxmlformats-officedocument.oleObject"/>
  <Override PartName="/ppt/embeddings/oleObject140.bin" ContentType="application/vnd.openxmlformats-officedocument.oleObject"/>
  <Override PartName="/ppt/embeddings/oleObject141.bin" ContentType="application/vnd.openxmlformats-officedocument.oleObject"/>
  <Override PartName="/ppt/embeddings/oleObject142.bin" ContentType="application/vnd.openxmlformats-officedocument.oleObject"/>
  <Override PartName="/ppt/embeddings/oleObject143.bin" ContentType="application/vnd.openxmlformats-officedocument.oleObject"/>
  <Override PartName="/ppt/embeddings/oleObject144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663300"/>
        </a:solidFill>
        <a:latin typeface="Comic Sans M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663300"/>
        </a:solidFill>
        <a:latin typeface="Comic Sans M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663300"/>
        </a:solidFill>
        <a:latin typeface="Comic Sans M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663300"/>
        </a:solidFill>
        <a:latin typeface="Comic Sans M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663300"/>
        </a:solidFill>
        <a:latin typeface="Comic Sans MS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663300"/>
        </a:solidFill>
        <a:latin typeface="Comic Sans MS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663300"/>
        </a:solidFill>
        <a:latin typeface="Comic Sans MS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663300"/>
        </a:solidFill>
        <a:latin typeface="Comic Sans MS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663300"/>
        </a:solidFill>
        <a:latin typeface="Comic Sans M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8000"/>
    <a:srgbClr val="009900"/>
    <a:srgbClr val="9900FF"/>
    <a:srgbClr val="3333FF"/>
    <a:srgbClr val="FF0000"/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3"/>
    <p:restoredTop sz="94674"/>
  </p:normalViewPr>
  <p:slideViewPr>
    <p:cSldViewPr>
      <p:cViewPr varScale="1">
        <p:scale>
          <a:sx n="122" d="100"/>
          <a:sy n="122" d="100"/>
        </p:scale>
        <p:origin x="1784" y="184"/>
      </p:cViewPr>
      <p:guideLst>
        <p:guide orient="horz" pos="2112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4" Type="http://schemas.openxmlformats.org/officeDocument/2006/relationships/image" Target="../media/image21.wmf"/><Relationship Id="rId5" Type="http://schemas.openxmlformats.org/officeDocument/2006/relationships/image" Target="../media/image22.wmf"/><Relationship Id="rId6" Type="http://schemas.openxmlformats.org/officeDocument/2006/relationships/image" Target="../media/image23.wmf"/><Relationship Id="rId7" Type="http://schemas.openxmlformats.org/officeDocument/2006/relationships/image" Target="../media/image24.wmf"/><Relationship Id="rId8" Type="http://schemas.openxmlformats.org/officeDocument/2006/relationships/image" Target="../media/image25.wmf"/><Relationship Id="rId9" Type="http://schemas.openxmlformats.org/officeDocument/2006/relationships/image" Target="../media/image26.wmf"/><Relationship Id="rId10" Type="http://schemas.openxmlformats.org/officeDocument/2006/relationships/image" Target="../media/image27.wmf"/><Relationship Id="rId11" Type="http://schemas.openxmlformats.org/officeDocument/2006/relationships/image" Target="../media/image28.wmf"/><Relationship Id="rId1" Type="http://schemas.openxmlformats.org/officeDocument/2006/relationships/image" Target="../media/image18.wmf"/><Relationship Id="rId2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9.wmf"/><Relationship Id="rId5" Type="http://schemas.openxmlformats.org/officeDocument/2006/relationships/image" Target="../media/image34.wmf"/><Relationship Id="rId6" Type="http://schemas.openxmlformats.org/officeDocument/2006/relationships/image" Target="../media/image35.wmf"/><Relationship Id="rId7" Type="http://schemas.openxmlformats.org/officeDocument/2006/relationships/image" Target="../media/image36.wmf"/><Relationship Id="rId8" Type="http://schemas.openxmlformats.org/officeDocument/2006/relationships/image" Target="../media/image37.wmf"/><Relationship Id="rId1" Type="http://schemas.openxmlformats.org/officeDocument/2006/relationships/image" Target="../media/image31.wmf"/><Relationship Id="rId2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Relationship Id="rId2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11" Type="http://schemas.openxmlformats.org/officeDocument/2006/relationships/image" Target="../media/image58.wmf"/><Relationship Id="rId12" Type="http://schemas.openxmlformats.org/officeDocument/2006/relationships/image" Target="../media/image59.wmf"/><Relationship Id="rId13" Type="http://schemas.openxmlformats.org/officeDocument/2006/relationships/image" Target="../media/image60.wmf"/><Relationship Id="rId14" Type="http://schemas.openxmlformats.org/officeDocument/2006/relationships/image" Target="../media/image61.wmf"/><Relationship Id="rId15" Type="http://schemas.openxmlformats.org/officeDocument/2006/relationships/image" Target="../media/image62.wmf"/><Relationship Id="rId16" Type="http://schemas.openxmlformats.org/officeDocument/2006/relationships/image" Target="../media/image63.wmf"/><Relationship Id="rId17" Type="http://schemas.openxmlformats.org/officeDocument/2006/relationships/image" Target="../media/image64.wmf"/><Relationship Id="rId18" Type="http://schemas.openxmlformats.org/officeDocument/2006/relationships/image" Target="../media/image65.wmf"/><Relationship Id="rId19" Type="http://schemas.openxmlformats.org/officeDocument/2006/relationships/image" Target="../media/image66.wmf"/><Relationship Id="rId1" Type="http://schemas.openxmlformats.org/officeDocument/2006/relationships/image" Target="../media/image48.wmf"/><Relationship Id="rId2" Type="http://schemas.openxmlformats.org/officeDocument/2006/relationships/image" Target="../media/image49.wmf"/><Relationship Id="rId3" Type="http://schemas.openxmlformats.org/officeDocument/2006/relationships/image" Target="../media/image50.wmf"/><Relationship Id="rId4" Type="http://schemas.openxmlformats.org/officeDocument/2006/relationships/image" Target="../media/image51.wmf"/><Relationship Id="rId5" Type="http://schemas.openxmlformats.org/officeDocument/2006/relationships/image" Target="../media/image52.wmf"/><Relationship Id="rId6" Type="http://schemas.openxmlformats.org/officeDocument/2006/relationships/image" Target="../media/image53.wmf"/><Relationship Id="rId7" Type="http://schemas.openxmlformats.org/officeDocument/2006/relationships/image" Target="../media/image54.wmf"/><Relationship Id="rId8" Type="http://schemas.openxmlformats.org/officeDocument/2006/relationships/image" Target="../media/image55.wmf"/><Relationship Id="rId9" Type="http://schemas.openxmlformats.org/officeDocument/2006/relationships/image" Target="../media/image56.wmf"/><Relationship Id="rId10" Type="http://schemas.openxmlformats.org/officeDocument/2006/relationships/image" Target="../media/image5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4" Type="http://schemas.openxmlformats.org/officeDocument/2006/relationships/image" Target="../media/image70.wmf"/><Relationship Id="rId5" Type="http://schemas.openxmlformats.org/officeDocument/2006/relationships/image" Target="../media/image71.wmf"/><Relationship Id="rId6" Type="http://schemas.openxmlformats.org/officeDocument/2006/relationships/image" Target="../media/image72.wmf"/><Relationship Id="rId7" Type="http://schemas.openxmlformats.org/officeDocument/2006/relationships/image" Target="../media/image73.wmf"/><Relationship Id="rId8" Type="http://schemas.openxmlformats.org/officeDocument/2006/relationships/image" Target="../media/image74.wmf"/><Relationship Id="rId9" Type="http://schemas.openxmlformats.org/officeDocument/2006/relationships/image" Target="../media/image75.wmf"/><Relationship Id="rId10" Type="http://schemas.openxmlformats.org/officeDocument/2006/relationships/image" Target="../media/image76.wmf"/><Relationship Id="rId11" Type="http://schemas.openxmlformats.org/officeDocument/2006/relationships/image" Target="../media/image77.wmf"/><Relationship Id="rId1" Type="http://schemas.openxmlformats.org/officeDocument/2006/relationships/image" Target="../media/image67.wmf"/><Relationship Id="rId2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4" Type="http://schemas.openxmlformats.org/officeDocument/2006/relationships/image" Target="../media/image81.wmf"/><Relationship Id="rId1" Type="http://schemas.openxmlformats.org/officeDocument/2006/relationships/image" Target="../media/image78.wmf"/><Relationship Id="rId2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4" Type="http://schemas.openxmlformats.org/officeDocument/2006/relationships/image" Target="../media/image86.wmf"/><Relationship Id="rId5" Type="http://schemas.openxmlformats.org/officeDocument/2006/relationships/image" Target="../media/image87.wmf"/><Relationship Id="rId1" Type="http://schemas.openxmlformats.org/officeDocument/2006/relationships/image" Target="../media/image83.wmf"/><Relationship Id="rId2" Type="http://schemas.openxmlformats.org/officeDocument/2006/relationships/image" Target="../media/image84.wmf"/></Relationships>
</file>

<file path=ppt/drawings/_rels/vmlDrawing13.vml.rels><?xml version="1.0" encoding="UTF-8" standalone="yes"?>
<Relationships xmlns="http://schemas.openxmlformats.org/package/2006/relationships"><Relationship Id="rId11" Type="http://schemas.openxmlformats.org/officeDocument/2006/relationships/image" Target="../media/image98.wmf"/><Relationship Id="rId12" Type="http://schemas.openxmlformats.org/officeDocument/2006/relationships/image" Target="../media/image99.wmf"/><Relationship Id="rId1" Type="http://schemas.openxmlformats.org/officeDocument/2006/relationships/image" Target="../media/image88.wmf"/><Relationship Id="rId2" Type="http://schemas.openxmlformats.org/officeDocument/2006/relationships/image" Target="../media/image89.wmf"/><Relationship Id="rId3" Type="http://schemas.openxmlformats.org/officeDocument/2006/relationships/image" Target="../media/image90.wmf"/><Relationship Id="rId4" Type="http://schemas.openxmlformats.org/officeDocument/2006/relationships/image" Target="../media/image91.wmf"/><Relationship Id="rId5" Type="http://schemas.openxmlformats.org/officeDocument/2006/relationships/image" Target="../media/image92.wmf"/><Relationship Id="rId6" Type="http://schemas.openxmlformats.org/officeDocument/2006/relationships/image" Target="../media/image93.wmf"/><Relationship Id="rId7" Type="http://schemas.openxmlformats.org/officeDocument/2006/relationships/image" Target="../media/image94.wmf"/><Relationship Id="rId8" Type="http://schemas.openxmlformats.org/officeDocument/2006/relationships/image" Target="../media/image95.wmf"/><Relationship Id="rId9" Type="http://schemas.openxmlformats.org/officeDocument/2006/relationships/image" Target="../media/image96.wmf"/><Relationship Id="rId10" Type="http://schemas.openxmlformats.org/officeDocument/2006/relationships/image" Target="../media/image97.wmf"/></Relationships>
</file>

<file path=ppt/drawings/_rels/vmlDrawing14.vml.rels><?xml version="1.0" encoding="UTF-8" standalone="yes"?>
<Relationships xmlns="http://schemas.openxmlformats.org/package/2006/relationships"><Relationship Id="rId11" Type="http://schemas.openxmlformats.org/officeDocument/2006/relationships/image" Target="../media/image111.wmf"/><Relationship Id="rId12" Type="http://schemas.openxmlformats.org/officeDocument/2006/relationships/image" Target="../media/image112.wmf"/><Relationship Id="rId13" Type="http://schemas.openxmlformats.org/officeDocument/2006/relationships/image" Target="../media/image113.wmf"/><Relationship Id="rId14" Type="http://schemas.openxmlformats.org/officeDocument/2006/relationships/image" Target="../media/image114.wmf"/><Relationship Id="rId15" Type="http://schemas.openxmlformats.org/officeDocument/2006/relationships/image" Target="../media/image115.wmf"/><Relationship Id="rId16" Type="http://schemas.openxmlformats.org/officeDocument/2006/relationships/image" Target="../media/image116.wmf"/><Relationship Id="rId17" Type="http://schemas.openxmlformats.org/officeDocument/2006/relationships/image" Target="../media/image117.wmf"/><Relationship Id="rId18" Type="http://schemas.openxmlformats.org/officeDocument/2006/relationships/image" Target="../media/image118.wmf"/><Relationship Id="rId19" Type="http://schemas.openxmlformats.org/officeDocument/2006/relationships/image" Target="../media/image119.wmf"/><Relationship Id="rId1" Type="http://schemas.openxmlformats.org/officeDocument/2006/relationships/image" Target="../media/image101.wmf"/><Relationship Id="rId2" Type="http://schemas.openxmlformats.org/officeDocument/2006/relationships/image" Target="../media/image102.wmf"/><Relationship Id="rId3" Type="http://schemas.openxmlformats.org/officeDocument/2006/relationships/image" Target="../media/image103.wmf"/><Relationship Id="rId4" Type="http://schemas.openxmlformats.org/officeDocument/2006/relationships/image" Target="../media/image104.wmf"/><Relationship Id="rId5" Type="http://schemas.openxmlformats.org/officeDocument/2006/relationships/image" Target="../media/image105.wmf"/><Relationship Id="rId6" Type="http://schemas.openxmlformats.org/officeDocument/2006/relationships/image" Target="../media/image106.wmf"/><Relationship Id="rId7" Type="http://schemas.openxmlformats.org/officeDocument/2006/relationships/image" Target="../media/image107.wmf"/><Relationship Id="rId8" Type="http://schemas.openxmlformats.org/officeDocument/2006/relationships/image" Target="../media/image108.wmf"/><Relationship Id="rId9" Type="http://schemas.openxmlformats.org/officeDocument/2006/relationships/image" Target="../media/image109.wmf"/><Relationship Id="rId10" Type="http://schemas.openxmlformats.org/officeDocument/2006/relationships/image" Target="../media/image110.wmf"/></Relationships>
</file>

<file path=ppt/drawings/_rels/vmlDrawing15.vml.rels><?xml version="1.0" encoding="UTF-8" standalone="yes"?>
<Relationships xmlns="http://schemas.openxmlformats.org/package/2006/relationships"><Relationship Id="rId11" Type="http://schemas.openxmlformats.org/officeDocument/2006/relationships/image" Target="../media/image130.wmf"/><Relationship Id="rId12" Type="http://schemas.openxmlformats.org/officeDocument/2006/relationships/image" Target="../media/image131.wmf"/><Relationship Id="rId13" Type="http://schemas.openxmlformats.org/officeDocument/2006/relationships/image" Target="../media/image132.wmf"/><Relationship Id="rId14" Type="http://schemas.openxmlformats.org/officeDocument/2006/relationships/image" Target="../media/image133.wmf"/><Relationship Id="rId1" Type="http://schemas.openxmlformats.org/officeDocument/2006/relationships/image" Target="../media/image120.wmf"/><Relationship Id="rId2" Type="http://schemas.openxmlformats.org/officeDocument/2006/relationships/image" Target="../media/image121.wmf"/><Relationship Id="rId3" Type="http://schemas.openxmlformats.org/officeDocument/2006/relationships/image" Target="../media/image122.wmf"/><Relationship Id="rId4" Type="http://schemas.openxmlformats.org/officeDocument/2006/relationships/image" Target="../media/image123.wmf"/><Relationship Id="rId5" Type="http://schemas.openxmlformats.org/officeDocument/2006/relationships/image" Target="../media/image124.wmf"/><Relationship Id="rId6" Type="http://schemas.openxmlformats.org/officeDocument/2006/relationships/image" Target="../media/image125.wmf"/><Relationship Id="rId7" Type="http://schemas.openxmlformats.org/officeDocument/2006/relationships/image" Target="../media/image126.wmf"/><Relationship Id="rId8" Type="http://schemas.openxmlformats.org/officeDocument/2006/relationships/image" Target="../media/image127.wmf"/><Relationship Id="rId9" Type="http://schemas.openxmlformats.org/officeDocument/2006/relationships/image" Target="../media/image128.wmf"/><Relationship Id="rId10" Type="http://schemas.openxmlformats.org/officeDocument/2006/relationships/image" Target="../media/image12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4" Type="http://schemas.openxmlformats.org/officeDocument/2006/relationships/image" Target="../media/image138.wmf"/><Relationship Id="rId5" Type="http://schemas.openxmlformats.org/officeDocument/2006/relationships/image" Target="../media/image139.wmf"/><Relationship Id="rId6" Type="http://schemas.openxmlformats.org/officeDocument/2006/relationships/image" Target="../media/image140.wmf"/><Relationship Id="rId7" Type="http://schemas.openxmlformats.org/officeDocument/2006/relationships/image" Target="../media/image141.wmf"/><Relationship Id="rId1" Type="http://schemas.openxmlformats.org/officeDocument/2006/relationships/image" Target="../media/image135.wmf"/><Relationship Id="rId2" Type="http://schemas.openxmlformats.org/officeDocument/2006/relationships/image" Target="../media/image136.wmf"/></Relationships>
</file>

<file path=ppt/drawings/_rels/vmlDrawing17.vml.rels><?xml version="1.0" encoding="UTF-8" standalone="yes"?>
<Relationships xmlns="http://schemas.openxmlformats.org/package/2006/relationships"><Relationship Id="rId11" Type="http://schemas.openxmlformats.org/officeDocument/2006/relationships/image" Target="../media/image152.wmf"/><Relationship Id="rId12" Type="http://schemas.openxmlformats.org/officeDocument/2006/relationships/image" Target="../media/image153.wmf"/><Relationship Id="rId1" Type="http://schemas.openxmlformats.org/officeDocument/2006/relationships/image" Target="../media/image143.wmf"/><Relationship Id="rId2" Type="http://schemas.openxmlformats.org/officeDocument/2006/relationships/image" Target="../media/image144.wmf"/><Relationship Id="rId3" Type="http://schemas.openxmlformats.org/officeDocument/2006/relationships/image" Target="../media/image145.wmf"/><Relationship Id="rId4" Type="http://schemas.openxmlformats.org/officeDocument/2006/relationships/image" Target="../media/image146.wmf"/><Relationship Id="rId5" Type="http://schemas.openxmlformats.org/officeDocument/2006/relationships/image" Target="../media/image147.wmf"/><Relationship Id="rId6" Type="http://schemas.openxmlformats.org/officeDocument/2006/relationships/image" Target="../media/image148.wmf"/><Relationship Id="rId7" Type="http://schemas.openxmlformats.org/officeDocument/2006/relationships/image" Target="../media/image136.wmf"/><Relationship Id="rId8" Type="http://schemas.openxmlformats.org/officeDocument/2006/relationships/image" Target="../media/image149.wmf"/><Relationship Id="rId9" Type="http://schemas.openxmlformats.org/officeDocument/2006/relationships/image" Target="../media/image150.wmf"/><Relationship Id="rId10" Type="http://schemas.openxmlformats.org/officeDocument/2006/relationships/image" Target="../media/image1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7A060-DECA-0B48-A7BE-2EAE071C6551}" type="datetimeFigureOut">
              <a:rPr lang="en-US" smtClean="0"/>
              <a:t>11/17/18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872C4-54CB-7E41-945E-F6C2BB70C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2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B86E21-71C6-624B-B753-10F16491BBB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1345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0F1CBA-F053-084F-933F-07EBC4CFCC26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704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01793A-2C58-B644-9AAE-6E06CF49D727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6247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2818C3-2468-C44E-9297-01004E0FCAC0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6655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912FC7-CA0F-F143-A3AA-E2381AEB4CE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9235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3A0A71-8C28-D746-93D7-8CDDB486B44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8413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4799C-4E3F-E949-A7D7-3EC5F74C83DD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8511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C56982-486A-5A40-B970-36BA8D42DD37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3224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07FE42-F083-BD49-ADAA-9E8E920F1AF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51251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F0592E-F9E3-8546-95B2-EC07D683703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2692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2158DF-EAFF-774A-B21B-13F87F88C13C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7112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07A33348-D0BE-CF46-A106-5A515C150A84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audio" Target="../media/audio7.bin"/><Relationship Id="rId20" Type="http://schemas.openxmlformats.org/officeDocument/2006/relationships/image" Target="../media/image7.gif"/><Relationship Id="rId10" Type="http://schemas.openxmlformats.org/officeDocument/2006/relationships/audio" Target="../media/audio8.bin"/><Relationship Id="rId11" Type="http://schemas.openxmlformats.org/officeDocument/2006/relationships/audio" Target="../media/audio9.bin"/><Relationship Id="rId12" Type="http://schemas.openxmlformats.org/officeDocument/2006/relationships/audio" Target="../media/audio10.bin"/><Relationship Id="rId13" Type="http://schemas.openxmlformats.org/officeDocument/2006/relationships/image" Target="../media/image2.jpeg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wmf"/><Relationship Id="rId16" Type="http://schemas.openxmlformats.org/officeDocument/2006/relationships/image" Target="../media/image3.wmf"/><Relationship Id="rId17" Type="http://schemas.openxmlformats.org/officeDocument/2006/relationships/image" Target="../media/image4.wmf"/><Relationship Id="rId18" Type="http://schemas.openxmlformats.org/officeDocument/2006/relationships/image" Target="../media/image5.wmf"/><Relationship Id="rId19" Type="http://schemas.openxmlformats.org/officeDocument/2006/relationships/image" Target="../media/image6.gi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1.bin"/><Relationship Id="rId4" Type="http://schemas.openxmlformats.org/officeDocument/2006/relationships/audio" Target="../media/audio2.bin"/><Relationship Id="rId5" Type="http://schemas.openxmlformats.org/officeDocument/2006/relationships/audio" Target="../media/audio3.bin"/><Relationship Id="rId6" Type="http://schemas.openxmlformats.org/officeDocument/2006/relationships/audio" Target="../media/audio4.bin"/><Relationship Id="rId7" Type="http://schemas.openxmlformats.org/officeDocument/2006/relationships/audio" Target="../media/audio5.bin"/><Relationship Id="rId8" Type="http://schemas.openxmlformats.org/officeDocument/2006/relationships/audio" Target="../media/audio6.bin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png"/><Relationship Id="rId12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14" Type="http://schemas.openxmlformats.org/officeDocument/2006/relationships/oleObject" Target="../embeddings/oleObject4.bin"/><Relationship Id="rId15" Type="http://schemas.openxmlformats.org/officeDocument/2006/relationships/image" Target="../media/image10.wmf"/><Relationship Id="rId16" Type="http://schemas.openxmlformats.org/officeDocument/2006/relationships/image" Target="../media/image12.png"/><Relationship Id="rId17" Type="http://schemas.openxmlformats.org/officeDocument/2006/relationships/oleObject" Target="../embeddings/oleObject5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11.bin"/><Relationship Id="rId4" Type="http://schemas.openxmlformats.org/officeDocument/2006/relationships/audio" Target="../media/audio2.bin"/><Relationship Id="rId5" Type="http://schemas.openxmlformats.org/officeDocument/2006/relationships/audio" Target="../media/audio9.bin"/><Relationship Id="rId6" Type="http://schemas.openxmlformats.org/officeDocument/2006/relationships/audio" Target="../media/audio5.bin"/><Relationship Id="rId7" Type="http://schemas.openxmlformats.org/officeDocument/2006/relationships/audio" Target="../media/audio6.bin"/><Relationship Id="rId8" Type="http://schemas.openxmlformats.org/officeDocument/2006/relationships/audio" Target="../media/audio12.bin"/><Relationship Id="rId9" Type="http://schemas.openxmlformats.org/officeDocument/2006/relationships/oleObject" Target="../embeddings/oleObject2.bin"/><Relationship Id="rId10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5.gif"/><Relationship Id="rId12" Type="http://schemas.openxmlformats.org/officeDocument/2006/relationships/image" Target="../media/image16.png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13.wmf"/><Relationship Id="rId15" Type="http://schemas.openxmlformats.org/officeDocument/2006/relationships/image" Target="../media/image17.png"/><Relationship Id="rId16" Type="http://schemas.openxmlformats.org/officeDocument/2006/relationships/oleObject" Target="../embeddings/oleObject7.bin"/><Relationship Id="rId17" Type="http://schemas.openxmlformats.org/officeDocument/2006/relationships/image" Target="../media/image14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2.bin"/><Relationship Id="rId4" Type="http://schemas.openxmlformats.org/officeDocument/2006/relationships/audio" Target="../media/audio5.bin"/><Relationship Id="rId5" Type="http://schemas.openxmlformats.org/officeDocument/2006/relationships/audio" Target="../media/audio10.bin"/><Relationship Id="rId6" Type="http://schemas.openxmlformats.org/officeDocument/2006/relationships/audio" Target="../media/audio9.bin"/><Relationship Id="rId7" Type="http://schemas.openxmlformats.org/officeDocument/2006/relationships/audio" Target="../media/audio11.bin"/><Relationship Id="rId8" Type="http://schemas.openxmlformats.org/officeDocument/2006/relationships/audio" Target="../media/audio7.bin"/><Relationship Id="rId9" Type="http://schemas.openxmlformats.org/officeDocument/2006/relationships/audio" Target="../media/audio6.bin"/><Relationship Id="rId10" Type="http://schemas.openxmlformats.org/officeDocument/2006/relationships/audio" Target="../media/audio12.bin"/></Relationships>
</file>

<file path=ppt/slides/_rels/slide4.xml.rels><?xml version="1.0" encoding="UTF-8" standalone="yes"?>
<Relationships xmlns="http://schemas.openxmlformats.org/package/2006/relationships"><Relationship Id="rId20" Type="http://schemas.openxmlformats.org/officeDocument/2006/relationships/image" Target="../media/image21.wmf"/><Relationship Id="rId21" Type="http://schemas.openxmlformats.org/officeDocument/2006/relationships/oleObject" Target="../embeddings/oleObject12.bin"/><Relationship Id="rId22" Type="http://schemas.openxmlformats.org/officeDocument/2006/relationships/image" Target="../media/image22.wmf"/><Relationship Id="rId23" Type="http://schemas.openxmlformats.org/officeDocument/2006/relationships/oleObject" Target="../embeddings/oleObject13.bin"/><Relationship Id="rId24" Type="http://schemas.openxmlformats.org/officeDocument/2006/relationships/image" Target="../media/image23.wmf"/><Relationship Id="rId25" Type="http://schemas.openxmlformats.org/officeDocument/2006/relationships/oleObject" Target="../embeddings/oleObject14.bin"/><Relationship Id="rId26" Type="http://schemas.openxmlformats.org/officeDocument/2006/relationships/image" Target="../media/image24.wmf"/><Relationship Id="rId27" Type="http://schemas.openxmlformats.org/officeDocument/2006/relationships/oleObject" Target="../embeddings/oleObject15.bin"/><Relationship Id="rId28" Type="http://schemas.openxmlformats.org/officeDocument/2006/relationships/image" Target="../media/image25.wmf"/><Relationship Id="rId29" Type="http://schemas.openxmlformats.org/officeDocument/2006/relationships/oleObject" Target="../embeddings/oleObject16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7.bin"/><Relationship Id="rId4" Type="http://schemas.openxmlformats.org/officeDocument/2006/relationships/audio" Target="../media/audio1.bin"/><Relationship Id="rId5" Type="http://schemas.openxmlformats.org/officeDocument/2006/relationships/audio" Target="../media/audio12.bin"/><Relationship Id="rId30" Type="http://schemas.openxmlformats.org/officeDocument/2006/relationships/image" Target="../media/image26.wmf"/><Relationship Id="rId31" Type="http://schemas.openxmlformats.org/officeDocument/2006/relationships/oleObject" Target="../embeddings/oleObject17.bin"/><Relationship Id="rId32" Type="http://schemas.openxmlformats.org/officeDocument/2006/relationships/image" Target="../media/image27.wmf"/><Relationship Id="rId9" Type="http://schemas.openxmlformats.org/officeDocument/2006/relationships/audio" Target="../media/audio3.bin"/><Relationship Id="rId6" Type="http://schemas.openxmlformats.org/officeDocument/2006/relationships/audio" Target="../media/audio10.bin"/><Relationship Id="rId7" Type="http://schemas.openxmlformats.org/officeDocument/2006/relationships/audio" Target="../media/audio11.bin"/><Relationship Id="rId8" Type="http://schemas.openxmlformats.org/officeDocument/2006/relationships/audio" Target="../media/audio13.bin"/><Relationship Id="rId33" Type="http://schemas.openxmlformats.org/officeDocument/2006/relationships/oleObject" Target="../embeddings/oleObject18.bin"/><Relationship Id="rId34" Type="http://schemas.openxmlformats.org/officeDocument/2006/relationships/image" Target="../media/image28.wmf"/><Relationship Id="rId35" Type="http://schemas.openxmlformats.org/officeDocument/2006/relationships/image" Target="../media/image30.jpeg"/><Relationship Id="rId10" Type="http://schemas.openxmlformats.org/officeDocument/2006/relationships/audio" Target="../media/audio6.bin"/><Relationship Id="rId11" Type="http://schemas.openxmlformats.org/officeDocument/2006/relationships/audio" Target="../media/audio4.bin"/><Relationship Id="rId12" Type="http://schemas.openxmlformats.org/officeDocument/2006/relationships/oleObject" Target="../embeddings/oleObject8.bin"/><Relationship Id="rId13" Type="http://schemas.openxmlformats.org/officeDocument/2006/relationships/image" Target="../media/image18.wmf"/><Relationship Id="rId14" Type="http://schemas.openxmlformats.org/officeDocument/2006/relationships/image" Target="../media/image29.gif"/><Relationship Id="rId15" Type="http://schemas.openxmlformats.org/officeDocument/2006/relationships/oleObject" Target="../embeddings/oleObject9.bin"/><Relationship Id="rId16" Type="http://schemas.openxmlformats.org/officeDocument/2006/relationships/image" Target="../media/image19.wmf"/><Relationship Id="rId17" Type="http://schemas.openxmlformats.org/officeDocument/2006/relationships/oleObject" Target="../embeddings/oleObject10.bin"/><Relationship Id="rId18" Type="http://schemas.openxmlformats.org/officeDocument/2006/relationships/image" Target="../media/image20.wmf"/><Relationship Id="rId1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oleObject22.bin"/><Relationship Id="rId21" Type="http://schemas.openxmlformats.org/officeDocument/2006/relationships/image" Target="../media/image9.wmf"/><Relationship Id="rId22" Type="http://schemas.openxmlformats.org/officeDocument/2006/relationships/oleObject" Target="../embeddings/oleObject23.bin"/><Relationship Id="rId23" Type="http://schemas.openxmlformats.org/officeDocument/2006/relationships/oleObject" Target="../embeddings/oleObject24.bin"/><Relationship Id="rId24" Type="http://schemas.openxmlformats.org/officeDocument/2006/relationships/oleObject" Target="../embeddings/oleObject25.bin"/><Relationship Id="rId25" Type="http://schemas.openxmlformats.org/officeDocument/2006/relationships/oleObject" Target="../embeddings/oleObject26.bin"/><Relationship Id="rId26" Type="http://schemas.openxmlformats.org/officeDocument/2006/relationships/oleObject" Target="../embeddings/oleObject27.bin"/><Relationship Id="rId27" Type="http://schemas.openxmlformats.org/officeDocument/2006/relationships/oleObject" Target="../embeddings/oleObject28.bin"/><Relationship Id="rId28" Type="http://schemas.openxmlformats.org/officeDocument/2006/relationships/image" Target="../media/image39.png"/><Relationship Id="rId29" Type="http://schemas.openxmlformats.org/officeDocument/2006/relationships/oleObject" Target="../embeddings/oleObject29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11.bin"/><Relationship Id="rId4" Type="http://schemas.openxmlformats.org/officeDocument/2006/relationships/audio" Target="../media/audio3.bin"/><Relationship Id="rId5" Type="http://schemas.openxmlformats.org/officeDocument/2006/relationships/audio" Target="../media/audio14.bin"/><Relationship Id="rId30" Type="http://schemas.openxmlformats.org/officeDocument/2006/relationships/oleObject" Target="../embeddings/oleObject30.bin"/><Relationship Id="rId31" Type="http://schemas.openxmlformats.org/officeDocument/2006/relationships/image" Target="../media/image34.wmf"/><Relationship Id="rId32" Type="http://schemas.openxmlformats.org/officeDocument/2006/relationships/oleObject" Target="../embeddings/oleObject31.bin"/><Relationship Id="rId9" Type="http://schemas.openxmlformats.org/officeDocument/2006/relationships/audio" Target="../media/audio6.bin"/><Relationship Id="rId6" Type="http://schemas.openxmlformats.org/officeDocument/2006/relationships/audio" Target="../media/audio7.bin"/><Relationship Id="rId7" Type="http://schemas.openxmlformats.org/officeDocument/2006/relationships/audio" Target="../media/audio9.bin"/><Relationship Id="rId8" Type="http://schemas.openxmlformats.org/officeDocument/2006/relationships/audio" Target="../media/audio5.bin"/><Relationship Id="rId33" Type="http://schemas.openxmlformats.org/officeDocument/2006/relationships/image" Target="../media/image35.wmf"/><Relationship Id="rId34" Type="http://schemas.openxmlformats.org/officeDocument/2006/relationships/oleObject" Target="../embeddings/oleObject32.bin"/><Relationship Id="rId35" Type="http://schemas.openxmlformats.org/officeDocument/2006/relationships/image" Target="../media/image36.wmf"/><Relationship Id="rId36" Type="http://schemas.openxmlformats.org/officeDocument/2006/relationships/oleObject" Target="../embeddings/oleObject33.bin"/><Relationship Id="rId10" Type="http://schemas.openxmlformats.org/officeDocument/2006/relationships/audio" Target="../media/audio12.bin"/><Relationship Id="rId11" Type="http://schemas.openxmlformats.org/officeDocument/2006/relationships/audio" Target="../media/audio1.bin"/><Relationship Id="rId12" Type="http://schemas.openxmlformats.org/officeDocument/2006/relationships/audio" Target="../media/audio10.bin"/><Relationship Id="rId13" Type="http://schemas.openxmlformats.org/officeDocument/2006/relationships/oleObject" Target="../embeddings/oleObject19.bin"/><Relationship Id="rId14" Type="http://schemas.openxmlformats.org/officeDocument/2006/relationships/image" Target="../media/image31.wmf"/><Relationship Id="rId15" Type="http://schemas.openxmlformats.org/officeDocument/2006/relationships/oleObject" Target="../embeddings/oleObject20.bin"/><Relationship Id="rId16" Type="http://schemas.openxmlformats.org/officeDocument/2006/relationships/image" Target="../media/image32.wmf"/><Relationship Id="rId17" Type="http://schemas.openxmlformats.org/officeDocument/2006/relationships/oleObject" Target="../embeddings/oleObject21.bin"/><Relationship Id="rId18" Type="http://schemas.openxmlformats.org/officeDocument/2006/relationships/image" Target="../media/image33.emf"/><Relationship Id="rId19" Type="http://schemas.openxmlformats.org/officeDocument/2006/relationships/image" Target="../media/image38.png"/><Relationship Id="rId37" Type="http://schemas.openxmlformats.org/officeDocument/2006/relationships/image" Target="../media/image37.wmf"/><Relationship Id="rId38" Type="http://schemas.openxmlformats.org/officeDocument/2006/relationships/image" Target="../media/image3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4.bin"/><Relationship Id="rId4" Type="http://schemas.openxmlformats.org/officeDocument/2006/relationships/oleObject" Target="../embeddings/oleObject34.bin"/><Relationship Id="rId5" Type="http://schemas.openxmlformats.org/officeDocument/2006/relationships/image" Target="../media/image40.emf"/><Relationship Id="rId6" Type="http://schemas.openxmlformats.org/officeDocument/2006/relationships/image" Target="../media/image41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35.bin"/><Relationship Id="rId12" Type="http://schemas.openxmlformats.org/officeDocument/2006/relationships/image" Target="../media/image42.wmf"/><Relationship Id="rId13" Type="http://schemas.openxmlformats.org/officeDocument/2006/relationships/oleObject" Target="../embeddings/oleObject36.bin"/><Relationship Id="rId14" Type="http://schemas.openxmlformats.org/officeDocument/2006/relationships/image" Target="../media/image43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15.bin"/><Relationship Id="rId4" Type="http://schemas.openxmlformats.org/officeDocument/2006/relationships/audio" Target="../media/audio16.bin"/><Relationship Id="rId5" Type="http://schemas.openxmlformats.org/officeDocument/2006/relationships/audio" Target="../media/audio4.bin"/><Relationship Id="rId6" Type="http://schemas.openxmlformats.org/officeDocument/2006/relationships/audio" Target="../media/audio11.bin"/><Relationship Id="rId7" Type="http://schemas.openxmlformats.org/officeDocument/2006/relationships/audio" Target="../media/audio2.bin"/><Relationship Id="rId8" Type="http://schemas.openxmlformats.org/officeDocument/2006/relationships/audio" Target="../media/audio1.bin"/><Relationship Id="rId9" Type="http://schemas.openxmlformats.org/officeDocument/2006/relationships/image" Target="../media/image44.wmf"/><Relationship Id="rId10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4" Type="http://schemas.openxmlformats.org/officeDocument/2006/relationships/audio" Target="../media/audio2.bin"/><Relationship Id="rId5" Type="http://schemas.openxmlformats.org/officeDocument/2006/relationships/audio" Target="../media/audio3.bin"/><Relationship Id="rId6" Type="http://schemas.openxmlformats.org/officeDocument/2006/relationships/audio" Target="../media/audio5.bin"/><Relationship Id="rId7" Type="http://schemas.openxmlformats.org/officeDocument/2006/relationships/audio" Target="../media/audio10.bin"/><Relationship Id="rId8" Type="http://schemas.openxmlformats.org/officeDocument/2006/relationships/audio" Target="../media/audio9.bin"/><Relationship Id="rId9" Type="http://schemas.openxmlformats.org/officeDocument/2006/relationships/oleObject" Target="../embeddings/oleObject37.bin"/><Relationship Id="rId10" Type="http://schemas.openxmlformats.org/officeDocument/2006/relationships/image" Target="../media/image46.wmf"/><Relationship Id="rId11" Type="http://schemas.openxmlformats.org/officeDocument/2006/relationships/image" Target="../media/image47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46" Type="http://schemas.openxmlformats.org/officeDocument/2006/relationships/image" Target="../media/image66.wmf"/><Relationship Id="rId20" Type="http://schemas.openxmlformats.org/officeDocument/2006/relationships/image" Target="../media/image53.wmf"/><Relationship Id="rId21" Type="http://schemas.openxmlformats.org/officeDocument/2006/relationships/oleObject" Target="../embeddings/oleObject44.bin"/><Relationship Id="rId22" Type="http://schemas.openxmlformats.org/officeDocument/2006/relationships/image" Target="../media/image54.wmf"/><Relationship Id="rId23" Type="http://schemas.openxmlformats.org/officeDocument/2006/relationships/oleObject" Target="../embeddings/oleObject45.bin"/><Relationship Id="rId24" Type="http://schemas.openxmlformats.org/officeDocument/2006/relationships/image" Target="../media/image55.wmf"/><Relationship Id="rId25" Type="http://schemas.openxmlformats.org/officeDocument/2006/relationships/oleObject" Target="../embeddings/oleObject46.bin"/><Relationship Id="rId26" Type="http://schemas.openxmlformats.org/officeDocument/2006/relationships/image" Target="../media/image56.wmf"/><Relationship Id="rId27" Type="http://schemas.openxmlformats.org/officeDocument/2006/relationships/oleObject" Target="../embeddings/oleObject47.bin"/><Relationship Id="rId28" Type="http://schemas.openxmlformats.org/officeDocument/2006/relationships/image" Target="../media/image57.wmf"/><Relationship Id="rId29" Type="http://schemas.openxmlformats.org/officeDocument/2006/relationships/oleObject" Target="../embeddings/oleObject48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6.bin"/><Relationship Id="rId4" Type="http://schemas.openxmlformats.org/officeDocument/2006/relationships/audio" Target="../media/audio7.bin"/><Relationship Id="rId5" Type="http://schemas.openxmlformats.org/officeDocument/2006/relationships/audio" Target="../media/audio13.bin"/><Relationship Id="rId30" Type="http://schemas.openxmlformats.org/officeDocument/2006/relationships/image" Target="../media/image58.wmf"/><Relationship Id="rId31" Type="http://schemas.openxmlformats.org/officeDocument/2006/relationships/oleObject" Target="../embeddings/oleObject49.bin"/><Relationship Id="rId32" Type="http://schemas.openxmlformats.org/officeDocument/2006/relationships/image" Target="../media/image59.wmf"/><Relationship Id="rId9" Type="http://schemas.openxmlformats.org/officeDocument/2006/relationships/oleObject" Target="../embeddings/oleObject38.bin"/><Relationship Id="rId6" Type="http://schemas.openxmlformats.org/officeDocument/2006/relationships/audio" Target="../media/audio3.bin"/><Relationship Id="rId7" Type="http://schemas.openxmlformats.org/officeDocument/2006/relationships/audio" Target="../media/audio1.bin"/><Relationship Id="rId8" Type="http://schemas.openxmlformats.org/officeDocument/2006/relationships/audio" Target="../media/audio9.bin"/><Relationship Id="rId33" Type="http://schemas.openxmlformats.org/officeDocument/2006/relationships/oleObject" Target="../embeddings/oleObject50.bin"/><Relationship Id="rId34" Type="http://schemas.openxmlformats.org/officeDocument/2006/relationships/image" Target="../media/image60.wmf"/><Relationship Id="rId35" Type="http://schemas.openxmlformats.org/officeDocument/2006/relationships/oleObject" Target="../embeddings/oleObject51.bin"/><Relationship Id="rId36" Type="http://schemas.openxmlformats.org/officeDocument/2006/relationships/image" Target="../media/image61.wmf"/><Relationship Id="rId10" Type="http://schemas.openxmlformats.org/officeDocument/2006/relationships/image" Target="../media/image48.wmf"/><Relationship Id="rId11" Type="http://schemas.openxmlformats.org/officeDocument/2006/relationships/oleObject" Target="../embeddings/oleObject39.bin"/><Relationship Id="rId12" Type="http://schemas.openxmlformats.org/officeDocument/2006/relationships/image" Target="../media/image49.wmf"/><Relationship Id="rId13" Type="http://schemas.openxmlformats.org/officeDocument/2006/relationships/oleObject" Target="../embeddings/oleObject40.bin"/><Relationship Id="rId14" Type="http://schemas.openxmlformats.org/officeDocument/2006/relationships/image" Target="../media/image50.wmf"/><Relationship Id="rId15" Type="http://schemas.openxmlformats.org/officeDocument/2006/relationships/oleObject" Target="../embeddings/oleObject41.bin"/><Relationship Id="rId16" Type="http://schemas.openxmlformats.org/officeDocument/2006/relationships/image" Target="../media/image51.wmf"/><Relationship Id="rId17" Type="http://schemas.openxmlformats.org/officeDocument/2006/relationships/oleObject" Target="../embeddings/oleObject42.bin"/><Relationship Id="rId18" Type="http://schemas.openxmlformats.org/officeDocument/2006/relationships/image" Target="../media/image52.wmf"/><Relationship Id="rId19" Type="http://schemas.openxmlformats.org/officeDocument/2006/relationships/oleObject" Target="../embeddings/oleObject43.bin"/><Relationship Id="rId37" Type="http://schemas.openxmlformats.org/officeDocument/2006/relationships/oleObject" Target="../embeddings/oleObject52.bin"/><Relationship Id="rId38" Type="http://schemas.openxmlformats.org/officeDocument/2006/relationships/image" Target="../media/image62.wmf"/><Relationship Id="rId39" Type="http://schemas.openxmlformats.org/officeDocument/2006/relationships/oleObject" Target="../embeddings/oleObject53.bin"/><Relationship Id="rId40" Type="http://schemas.openxmlformats.org/officeDocument/2006/relationships/image" Target="../media/image63.wmf"/><Relationship Id="rId41" Type="http://schemas.openxmlformats.org/officeDocument/2006/relationships/oleObject" Target="../embeddings/oleObject54.bin"/><Relationship Id="rId42" Type="http://schemas.openxmlformats.org/officeDocument/2006/relationships/image" Target="../media/image64.wmf"/><Relationship Id="rId43" Type="http://schemas.openxmlformats.org/officeDocument/2006/relationships/oleObject" Target="../embeddings/oleObject55.bin"/><Relationship Id="rId44" Type="http://schemas.openxmlformats.org/officeDocument/2006/relationships/image" Target="../media/image65.wmf"/><Relationship Id="rId45" Type="http://schemas.openxmlformats.org/officeDocument/2006/relationships/oleObject" Target="../embeddings/oleObject5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audio" Target="../media/audio13.bin"/><Relationship Id="rId20" Type="http://schemas.openxmlformats.org/officeDocument/2006/relationships/oleObject" Target="../embeddings/oleObject62.bin"/><Relationship Id="rId21" Type="http://schemas.openxmlformats.org/officeDocument/2006/relationships/image" Target="../media/image72.wmf"/><Relationship Id="rId22" Type="http://schemas.openxmlformats.org/officeDocument/2006/relationships/oleObject" Target="../embeddings/oleObject63.bin"/><Relationship Id="rId23" Type="http://schemas.openxmlformats.org/officeDocument/2006/relationships/image" Target="../media/image73.wmf"/><Relationship Id="rId24" Type="http://schemas.openxmlformats.org/officeDocument/2006/relationships/oleObject" Target="../embeddings/oleObject64.bin"/><Relationship Id="rId25" Type="http://schemas.openxmlformats.org/officeDocument/2006/relationships/image" Target="../media/image74.wmf"/><Relationship Id="rId26" Type="http://schemas.openxmlformats.org/officeDocument/2006/relationships/oleObject" Target="../embeddings/oleObject65.bin"/><Relationship Id="rId27" Type="http://schemas.openxmlformats.org/officeDocument/2006/relationships/image" Target="../media/image75.wmf"/><Relationship Id="rId28" Type="http://schemas.openxmlformats.org/officeDocument/2006/relationships/oleObject" Target="../embeddings/oleObject66.bin"/><Relationship Id="rId29" Type="http://schemas.openxmlformats.org/officeDocument/2006/relationships/image" Target="../media/image76.wmf"/><Relationship Id="rId30" Type="http://schemas.openxmlformats.org/officeDocument/2006/relationships/oleObject" Target="../embeddings/oleObject67.bin"/><Relationship Id="rId31" Type="http://schemas.openxmlformats.org/officeDocument/2006/relationships/image" Target="../media/image77.wmf"/><Relationship Id="rId10" Type="http://schemas.openxmlformats.org/officeDocument/2006/relationships/oleObject" Target="../embeddings/oleObject57.bin"/><Relationship Id="rId11" Type="http://schemas.openxmlformats.org/officeDocument/2006/relationships/image" Target="../media/image67.wmf"/><Relationship Id="rId12" Type="http://schemas.openxmlformats.org/officeDocument/2006/relationships/oleObject" Target="../embeddings/oleObject58.bin"/><Relationship Id="rId13" Type="http://schemas.openxmlformats.org/officeDocument/2006/relationships/image" Target="../media/image68.wmf"/><Relationship Id="rId14" Type="http://schemas.openxmlformats.org/officeDocument/2006/relationships/oleObject" Target="../embeddings/oleObject59.bin"/><Relationship Id="rId15" Type="http://schemas.openxmlformats.org/officeDocument/2006/relationships/image" Target="../media/image69.wmf"/><Relationship Id="rId16" Type="http://schemas.openxmlformats.org/officeDocument/2006/relationships/oleObject" Target="../embeddings/oleObject60.bin"/><Relationship Id="rId17" Type="http://schemas.openxmlformats.org/officeDocument/2006/relationships/image" Target="../media/image70.wmf"/><Relationship Id="rId18" Type="http://schemas.openxmlformats.org/officeDocument/2006/relationships/oleObject" Target="../embeddings/oleObject61.bin"/><Relationship Id="rId19" Type="http://schemas.openxmlformats.org/officeDocument/2006/relationships/image" Target="../media/image71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14.bin"/><Relationship Id="rId4" Type="http://schemas.openxmlformats.org/officeDocument/2006/relationships/audio" Target="../media/audio6.bin"/><Relationship Id="rId5" Type="http://schemas.openxmlformats.org/officeDocument/2006/relationships/audio" Target="../media/audio17.bin"/><Relationship Id="rId6" Type="http://schemas.openxmlformats.org/officeDocument/2006/relationships/audio" Target="../media/audio3.bin"/><Relationship Id="rId7" Type="http://schemas.openxmlformats.org/officeDocument/2006/relationships/audio" Target="../media/audio1.bin"/><Relationship Id="rId8" Type="http://schemas.openxmlformats.org/officeDocument/2006/relationships/audio" Target="../media/audio9.bin"/></Relationships>
</file>

<file path=ppt/slides/_rels/slide11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68.bin"/><Relationship Id="rId12" Type="http://schemas.openxmlformats.org/officeDocument/2006/relationships/image" Target="../media/image78.wmf"/><Relationship Id="rId13" Type="http://schemas.openxmlformats.org/officeDocument/2006/relationships/oleObject" Target="../embeddings/oleObject69.bin"/><Relationship Id="rId14" Type="http://schemas.openxmlformats.org/officeDocument/2006/relationships/image" Target="../media/image79.wmf"/><Relationship Id="rId15" Type="http://schemas.openxmlformats.org/officeDocument/2006/relationships/oleObject" Target="../embeddings/oleObject70.bin"/><Relationship Id="rId16" Type="http://schemas.openxmlformats.org/officeDocument/2006/relationships/image" Target="../media/image80.wmf"/><Relationship Id="rId17" Type="http://schemas.openxmlformats.org/officeDocument/2006/relationships/oleObject" Target="../embeddings/oleObject71.bin"/><Relationship Id="rId18" Type="http://schemas.openxmlformats.org/officeDocument/2006/relationships/image" Target="../media/image81.wmf"/><Relationship Id="rId19" Type="http://schemas.openxmlformats.org/officeDocument/2006/relationships/image" Target="../media/image82.jpeg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6.bin"/><Relationship Id="rId4" Type="http://schemas.openxmlformats.org/officeDocument/2006/relationships/audio" Target="../media/audio11.bin"/><Relationship Id="rId5" Type="http://schemas.openxmlformats.org/officeDocument/2006/relationships/audio" Target="../media/audio5.bin"/><Relationship Id="rId6" Type="http://schemas.openxmlformats.org/officeDocument/2006/relationships/audio" Target="../media/audio10.bin"/><Relationship Id="rId7" Type="http://schemas.openxmlformats.org/officeDocument/2006/relationships/audio" Target="../media/audio1.bin"/><Relationship Id="rId8" Type="http://schemas.openxmlformats.org/officeDocument/2006/relationships/audio" Target="../media/audio7.bin"/><Relationship Id="rId9" Type="http://schemas.openxmlformats.org/officeDocument/2006/relationships/audio" Target="../media/audio18.bin"/><Relationship Id="rId10" Type="http://schemas.openxmlformats.org/officeDocument/2006/relationships/audio" Target="../media/audio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audio" Target="../media/audio9.bin"/><Relationship Id="rId20" Type="http://schemas.openxmlformats.org/officeDocument/2006/relationships/image" Target="../media/image86.wmf"/><Relationship Id="rId21" Type="http://schemas.openxmlformats.org/officeDocument/2006/relationships/oleObject" Target="../embeddings/oleObject76.bin"/><Relationship Id="rId22" Type="http://schemas.openxmlformats.org/officeDocument/2006/relationships/image" Target="../media/image87.wmf"/><Relationship Id="rId23" Type="http://schemas.openxmlformats.org/officeDocument/2006/relationships/image" Target="../media/image30.jpeg"/><Relationship Id="rId10" Type="http://schemas.openxmlformats.org/officeDocument/2006/relationships/audio" Target="../media/audio1.bin"/><Relationship Id="rId11" Type="http://schemas.openxmlformats.org/officeDocument/2006/relationships/audio" Target="../media/audio3.bin"/><Relationship Id="rId12" Type="http://schemas.openxmlformats.org/officeDocument/2006/relationships/oleObject" Target="../embeddings/oleObject72.bin"/><Relationship Id="rId13" Type="http://schemas.openxmlformats.org/officeDocument/2006/relationships/image" Target="../media/image83.wmf"/><Relationship Id="rId14" Type="http://schemas.openxmlformats.org/officeDocument/2006/relationships/oleObject" Target="../embeddings/oleObject73.bin"/><Relationship Id="rId15" Type="http://schemas.openxmlformats.org/officeDocument/2006/relationships/image" Target="../media/image84.wmf"/><Relationship Id="rId16" Type="http://schemas.openxmlformats.org/officeDocument/2006/relationships/image" Target="../media/image82.jpeg"/><Relationship Id="rId17" Type="http://schemas.openxmlformats.org/officeDocument/2006/relationships/oleObject" Target="../embeddings/oleObject74.bin"/><Relationship Id="rId18" Type="http://schemas.openxmlformats.org/officeDocument/2006/relationships/image" Target="../media/image85.wmf"/><Relationship Id="rId19" Type="http://schemas.openxmlformats.org/officeDocument/2006/relationships/oleObject" Target="../embeddings/oleObject75.bin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6.bin"/><Relationship Id="rId4" Type="http://schemas.openxmlformats.org/officeDocument/2006/relationships/audio" Target="../media/audio11.bin"/><Relationship Id="rId5" Type="http://schemas.openxmlformats.org/officeDocument/2006/relationships/audio" Target="../media/audio5.bin"/><Relationship Id="rId6" Type="http://schemas.openxmlformats.org/officeDocument/2006/relationships/audio" Target="../media/audio10.bin"/><Relationship Id="rId7" Type="http://schemas.openxmlformats.org/officeDocument/2006/relationships/audio" Target="../media/audio7.bin"/><Relationship Id="rId8" Type="http://schemas.openxmlformats.org/officeDocument/2006/relationships/audio" Target="../media/audio18.bin"/></Relationships>
</file>

<file path=ppt/slides/_rels/slide13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oleObject81.bin"/><Relationship Id="rId21" Type="http://schemas.openxmlformats.org/officeDocument/2006/relationships/image" Target="../media/image92.wmf"/><Relationship Id="rId22" Type="http://schemas.openxmlformats.org/officeDocument/2006/relationships/oleObject" Target="../embeddings/oleObject82.bin"/><Relationship Id="rId23" Type="http://schemas.openxmlformats.org/officeDocument/2006/relationships/image" Target="../media/image93.wmf"/><Relationship Id="rId24" Type="http://schemas.openxmlformats.org/officeDocument/2006/relationships/image" Target="../media/image100.gif"/><Relationship Id="rId25" Type="http://schemas.openxmlformats.org/officeDocument/2006/relationships/oleObject" Target="../embeddings/oleObject83.bin"/><Relationship Id="rId26" Type="http://schemas.openxmlformats.org/officeDocument/2006/relationships/image" Target="../media/image94.wmf"/><Relationship Id="rId27" Type="http://schemas.openxmlformats.org/officeDocument/2006/relationships/oleObject" Target="../embeddings/oleObject84.bin"/><Relationship Id="rId28" Type="http://schemas.openxmlformats.org/officeDocument/2006/relationships/image" Target="../media/image95.wmf"/><Relationship Id="rId29" Type="http://schemas.openxmlformats.org/officeDocument/2006/relationships/oleObject" Target="../embeddings/oleObject85.bin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7.bin"/><Relationship Id="rId4" Type="http://schemas.openxmlformats.org/officeDocument/2006/relationships/audio" Target="../media/audio5.bin"/><Relationship Id="rId5" Type="http://schemas.openxmlformats.org/officeDocument/2006/relationships/audio" Target="../media/audio10.bin"/><Relationship Id="rId30" Type="http://schemas.openxmlformats.org/officeDocument/2006/relationships/image" Target="../media/image96.wmf"/><Relationship Id="rId31" Type="http://schemas.openxmlformats.org/officeDocument/2006/relationships/oleObject" Target="../embeddings/oleObject86.bin"/><Relationship Id="rId32" Type="http://schemas.openxmlformats.org/officeDocument/2006/relationships/image" Target="../media/image97.wmf"/><Relationship Id="rId9" Type="http://schemas.openxmlformats.org/officeDocument/2006/relationships/audio" Target="../media/audio9.bin"/><Relationship Id="rId6" Type="http://schemas.openxmlformats.org/officeDocument/2006/relationships/audio" Target="../media/audio3.bin"/><Relationship Id="rId7" Type="http://schemas.openxmlformats.org/officeDocument/2006/relationships/audio" Target="../media/audio1.bin"/><Relationship Id="rId8" Type="http://schemas.openxmlformats.org/officeDocument/2006/relationships/audio" Target="../media/audio8.bin"/><Relationship Id="rId33" Type="http://schemas.openxmlformats.org/officeDocument/2006/relationships/oleObject" Target="../embeddings/oleObject87.bin"/><Relationship Id="rId34" Type="http://schemas.openxmlformats.org/officeDocument/2006/relationships/image" Target="../media/image98.wmf"/><Relationship Id="rId35" Type="http://schemas.openxmlformats.org/officeDocument/2006/relationships/oleObject" Target="../embeddings/oleObject88.bin"/><Relationship Id="rId36" Type="http://schemas.openxmlformats.org/officeDocument/2006/relationships/image" Target="../media/image99.wmf"/><Relationship Id="rId10" Type="http://schemas.openxmlformats.org/officeDocument/2006/relationships/audio" Target="../media/audio6.bin"/><Relationship Id="rId11" Type="http://schemas.openxmlformats.org/officeDocument/2006/relationships/audio" Target="../media/audio11.bin"/><Relationship Id="rId12" Type="http://schemas.openxmlformats.org/officeDocument/2006/relationships/oleObject" Target="../embeddings/oleObject77.bin"/><Relationship Id="rId13" Type="http://schemas.openxmlformats.org/officeDocument/2006/relationships/image" Target="../media/image88.wmf"/><Relationship Id="rId14" Type="http://schemas.openxmlformats.org/officeDocument/2006/relationships/oleObject" Target="../embeddings/oleObject78.bin"/><Relationship Id="rId15" Type="http://schemas.openxmlformats.org/officeDocument/2006/relationships/image" Target="../media/image89.wmf"/><Relationship Id="rId16" Type="http://schemas.openxmlformats.org/officeDocument/2006/relationships/oleObject" Target="../embeddings/oleObject79.bin"/><Relationship Id="rId17" Type="http://schemas.openxmlformats.org/officeDocument/2006/relationships/image" Target="../media/image90.wmf"/><Relationship Id="rId18" Type="http://schemas.openxmlformats.org/officeDocument/2006/relationships/oleObject" Target="../embeddings/oleObject80.bin"/><Relationship Id="rId19" Type="http://schemas.openxmlformats.org/officeDocument/2006/relationships/image" Target="../media/image91.wmf"/><Relationship Id="rId37" Type="http://schemas.openxmlformats.org/officeDocument/2006/relationships/image" Target="../media/image82.jpeg"/><Relationship Id="rId38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46" Type="http://schemas.openxmlformats.org/officeDocument/2006/relationships/image" Target="../media/image117.wmf"/><Relationship Id="rId47" Type="http://schemas.openxmlformats.org/officeDocument/2006/relationships/oleObject" Target="../embeddings/oleObject108.bin"/><Relationship Id="rId48" Type="http://schemas.openxmlformats.org/officeDocument/2006/relationships/image" Target="../media/image118.wmf"/><Relationship Id="rId49" Type="http://schemas.openxmlformats.org/officeDocument/2006/relationships/oleObject" Target="../embeddings/oleObject109.bin"/><Relationship Id="rId20" Type="http://schemas.openxmlformats.org/officeDocument/2006/relationships/image" Target="../media/image104.wmf"/><Relationship Id="rId21" Type="http://schemas.openxmlformats.org/officeDocument/2006/relationships/oleObject" Target="../embeddings/oleObject95.bin"/><Relationship Id="rId22" Type="http://schemas.openxmlformats.org/officeDocument/2006/relationships/image" Target="../media/image105.wmf"/><Relationship Id="rId23" Type="http://schemas.openxmlformats.org/officeDocument/2006/relationships/oleObject" Target="../embeddings/oleObject96.bin"/><Relationship Id="rId24" Type="http://schemas.openxmlformats.org/officeDocument/2006/relationships/image" Target="../media/image106.wmf"/><Relationship Id="rId25" Type="http://schemas.openxmlformats.org/officeDocument/2006/relationships/oleObject" Target="../embeddings/oleObject97.bin"/><Relationship Id="rId26" Type="http://schemas.openxmlformats.org/officeDocument/2006/relationships/image" Target="../media/image107.wmf"/><Relationship Id="rId27" Type="http://schemas.openxmlformats.org/officeDocument/2006/relationships/oleObject" Target="../embeddings/oleObject98.bin"/><Relationship Id="rId28" Type="http://schemas.openxmlformats.org/officeDocument/2006/relationships/image" Target="../media/image108.wmf"/><Relationship Id="rId29" Type="http://schemas.openxmlformats.org/officeDocument/2006/relationships/oleObject" Target="../embeddings/oleObject99.bin"/><Relationship Id="rId50" Type="http://schemas.openxmlformats.org/officeDocument/2006/relationships/image" Target="../media/image119.w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3.bin"/><Relationship Id="rId4" Type="http://schemas.openxmlformats.org/officeDocument/2006/relationships/audio" Target="../media/audio9.bin"/><Relationship Id="rId5" Type="http://schemas.openxmlformats.org/officeDocument/2006/relationships/audio" Target="../media/audio5.bin"/><Relationship Id="rId30" Type="http://schemas.openxmlformats.org/officeDocument/2006/relationships/image" Target="../media/image109.wmf"/><Relationship Id="rId31" Type="http://schemas.openxmlformats.org/officeDocument/2006/relationships/oleObject" Target="../embeddings/oleObject100.bin"/><Relationship Id="rId32" Type="http://schemas.openxmlformats.org/officeDocument/2006/relationships/image" Target="../media/image110.wmf"/><Relationship Id="rId9" Type="http://schemas.openxmlformats.org/officeDocument/2006/relationships/audio" Target="../media/audio7.bin"/><Relationship Id="rId6" Type="http://schemas.openxmlformats.org/officeDocument/2006/relationships/audio" Target="../media/audio6.bin"/><Relationship Id="rId7" Type="http://schemas.openxmlformats.org/officeDocument/2006/relationships/audio" Target="../media/audio1.bin"/><Relationship Id="rId8" Type="http://schemas.openxmlformats.org/officeDocument/2006/relationships/audio" Target="../media/audio13.bin"/><Relationship Id="rId33" Type="http://schemas.openxmlformats.org/officeDocument/2006/relationships/oleObject" Target="../embeddings/oleObject101.bin"/><Relationship Id="rId34" Type="http://schemas.openxmlformats.org/officeDocument/2006/relationships/image" Target="../media/image111.wmf"/><Relationship Id="rId35" Type="http://schemas.openxmlformats.org/officeDocument/2006/relationships/oleObject" Target="../embeddings/oleObject102.bin"/><Relationship Id="rId36" Type="http://schemas.openxmlformats.org/officeDocument/2006/relationships/image" Target="../media/image112.wmf"/><Relationship Id="rId10" Type="http://schemas.openxmlformats.org/officeDocument/2006/relationships/audio" Target="../media/audio18.bin"/><Relationship Id="rId11" Type="http://schemas.openxmlformats.org/officeDocument/2006/relationships/oleObject" Target="../embeddings/oleObject89.bin"/><Relationship Id="rId12" Type="http://schemas.openxmlformats.org/officeDocument/2006/relationships/image" Target="../media/image101.wmf"/><Relationship Id="rId13" Type="http://schemas.openxmlformats.org/officeDocument/2006/relationships/oleObject" Target="../embeddings/oleObject90.bin"/><Relationship Id="rId14" Type="http://schemas.openxmlformats.org/officeDocument/2006/relationships/image" Target="../media/image102.wmf"/><Relationship Id="rId15" Type="http://schemas.openxmlformats.org/officeDocument/2006/relationships/oleObject" Target="../embeddings/oleObject91.bin"/><Relationship Id="rId16" Type="http://schemas.openxmlformats.org/officeDocument/2006/relationships/oleObject" Target="../embeddings/oleObject92.bin"/><Relationship Id="rId17" Type="http://schemas.openxmlformats.org/officeDocument/2006/relationships/image" Target="../media/image103.wmf"/><Relationship Id="rId18" Type="http://schemas.openxmlformats.org/officeDocument/2006/relationships/oleObject" Target="../embeddings/oleObject93.bin"/><Relationship Id="rId19" Type="http://schemas.openxmlformats.org/officeDocument/2006/relationships/oleObject" Target="../embeddings/oleObject94.bin"/><Relationship Id="rId37" Type="http://schemas.openxmlformats.org/officeDocument/2006/relationships/oleObject" Target="../embeddings/oleObject103.bin"/><Relationship Id="rId38" Type="http://schemas.openxmlformats.org/officeDocument/2006/relationships/image" Target="../media/image113.wmf"/><Relationship Id="rId39" Type="http://schemas.openxmlformats.org/officeDocument/2006/relationships/oleObject" Target="../embeddings/oleObject104.bin"/><Relationship Id="rId40" Type="http://schemas.openxmlformats.org/officeDocument/2006/relationships/image" Target="../media/image114.wmf"/><Relationship Id="rId41" Type="http://schemas.openxmlformats.org/officeDocument/2006/relationships/oleObject" Target="../embeddings/oleObject105.bin"/><Relationship Id="rId42" Type="http://schemas.openxmlformats.org/officeDocument/2006/relationships/image" Target="../media/image115.wmf"/><Relationship Id="rId43" Type="http://schemas.openxmlformats.org/officeDocument/2006/relationships/oleObject" Target="../embeddings/oleObject106.bin"/><Relationship Id="rId44" Type="http://schemas.openxmlformats.org/officeDocument/2006/relationships/image" Target="../media/image116.wmf"/><Relationship Id="rId45" Type="http://schemas.openxmlformats.org/officeDocument/2006/relationships/oleObject" Target="../embeddings/oleObject107.bin"/></Relationships>
</file>

<file path=ppt/slides/_rels/slide15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oleObject115.bin"/><Relationship Id="rId21" Type="http://schemas.openxmlformats.org/officeDocument/2006/relationships/image" Target="../media/image124.wmf"/><Relationship Id="rId22" Type="http://schemas.openxmlformats.org/officeDocument/2006/relationships/oleObject" Target="../embeddings/oleObject116.bin"/><Relationship Id="rId23" Type="http://schemas.openxmlformats.org/officeDocument/2006/relationships/image" Target="../media/image125.wmf"/><Relationship Id="rId24" Type="http://schemas.openxmlformats.org/officeDocument/2006/relationships/oleObject" Target="../embeddings/oleObject117.bin"/><Relationship Id="rId25" Type="http://schemas.openxmlformats.org/officeDocument/2006/relationships/image" Target="../media/image126.wmf"/><Relationship Id="rId26" Type="http://schemas.openxmlformats.org/officeDocument/2006/relationships/oleObject" Target="../embeddings/oleObject118.bin"/><Relationship Id="rId27" Type="http://schemas.openxmlformats.org/officeDocument/2006/relationships/oleObject" Target="../embeddings/oleObject119.bin"/><Relationship Id="rId28" Type="http://schemas.openxmlformats.org/officeDocument/2006/relationships/image" Target="../media/image127.wmf"/><Relationship Id="rId29" Type="http://schemas.openxmlformats.org/officeDocument/2006/relationships/oleObject" Target="../embeddings/oleObject120.bin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4.bin"/><Relationship Id="rId4" Type="http://schemas.openxmlformats.org/officeDocument/2006/relationships/audio" Target="../media/audio5.bin"/><Relationship Id="rId5" Type="http://schemas.openxmlformats.org/officeDocument/2006/relationships/audio" Target="../media/audio6.bin"/><Relationship Id="rId30" Type="http://schemas.openxmlformats.org/officeDocument/2006/relationships/image" Target="../media/image128.wmf"/><Relationship Id="rId31" Type="http://schemas.openxmlformats.org/officeDocument/2006/relationships/oleObject" Target="../embeddings/oleObject121.bin"/><Relationship Id="rId32" Type="http://schemas.openxmlformats.org/officeDocument/2006/relationships/image" Target="../media/image129.wmf"/><Relationship Id="rId9" Type="http://schemas.openxmlformats.org/officeDocument/2006/relationships/audio" Target="../media/audio9.bin"/><Relationship Id="rId6" Type="http://schemas.openxmlformats.org/officeDocument/2006/relationships/audio" Target="../media/audio13.bin"/><Relationship Id="rId7" Type="http://schemas.openxmlformats.org/officeDocument/2006/relationships/audio" Target="../media/audio1.bin"/><Relationship Id="rId8" Type="http://schemas.openxmlformats.org/officeDocument/2006/relationships/audio" Target="../media/audio8.bin"/><Relationship Id="rId33" Type="http://schemas.openxmlformats.org/officeDocument/2006/relationships/oleObject" Target="../embeddings/oleObject122.bin"/><Relationship Id="rId34" Type="http://schemas.openxmlformats.org/officeDocument/2006/relationships/image" Target="../media/image130.wmf"/><Relationship Id="rId35" Type="http://schemas.openxmlformats.org/officeDocument/2006/relationships/oleObject" Target="../embeddings/oleObject123.bin"/><Relationship Id="rId36" Type="http://schemas.openxmlformats.org/officeDocument/2006/relationships/image" Target="../media/image131.wmf"/><Relationship Id="rId10" Type="http://schemas.openxmlformats.org/officeDocument/2006/relationships/audio" Target="../media/audio10.bin"/><Relationship Id="rId11" Type="http://schemas.openxmlformats.org/officeDocument/2006/relationships/oleObject" Target="../embeddings/oleObject110.bin"/><Relationship Id="rId12" Type="http://schemas.openxmlformats.org/officeDocument/2006/relationships/image" Target="../media/image120.wmf"/><Relationship Id="rId13" Type="http://schemas.openxmlformats.org/officeDocument/2006/relationships/oleObject" Target="../embeddings/oleObject111.bin"/><Relationship Id="rId14" Type="http://schemas.openxmlformats.org/officeDocument/2006/relationships/oleObject" Target="../embeddings/oleObject112.bin"/><Relationship Id="rId15" Type="http://schemas.openxmlformats.org/officeDocument/2006/relationships/image" Target="../media/image121.wmf"/><Relationship Id="rId16" Type="http://schemas.openxmlformats.org/officeDocument/2006/relationships/oleObject" Target="../embeddings/oleObject113.bin"/><Relationship Id="rId17" Type="http://schemas.openxmlformats.org/officeDocument/2006/relationships/image" Target="../media/image122.wmf"/><Relationship Id="rId18" Type="http://schemas.openxmlformats.org/officeDocument/2006/relationships/oleObject" Target="../embeddings/oleObject114.bin"/><Relationship Id="rId19" Type="http://schemas.openxmlformats.org/officeDocument/2006/relationships/image" Target="../media/image123.wmf"/><Relationship Id="rId37" Type="http://schemas.openxmlformats.org/officeDocument/2006/relationships/oleObject" Target="../embeddings/oleObject124.bin"/><Relationship Id="rId38" Type="http://schemas.openxmlformats.org/officeDocument/2006/relationships/image" Target="../media/image132.wmf"/><Relationship Id="rId39" Type="http://schemas.openxmlformats.org/officeDocument/2006/relationships/oleObject" Target="../embeddings/oleObject125.bin"/><Relationship Id="rId40" Type="http://schemas.openxmlformats.org/officeDocument/2006/relationships/image" Target="../media/image133.wmf"/><Relationship Id="rId41" Type="http://schemas.openxmlformats.org/officeDocument/2006/relationships/image" Target="../media/image134.wmf"/><Relationship Id="rId42" Type="http://schemas.openxmlformats.org/officeDocument/2006/relationships/image" Target="../media/image8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audio" Target="../media/audio7.bin"/><Relationship Id="rId20" Type="http://schemas.openxmlformats.org/officeDocument/2006/relationships/oleObject" Target="../embeddings/oleObject130.bin"/><Relationship Id="rId21" Type="http://schemas.openxmlformats.org/officeDocument/2006/relationships/image" Target="../media/image139.wmf"/><Relationship Id="rId22" Type="http://schemas.openxmlformats.org/officeDocument/2006/relationships/oleObject" Target="../embeddings/oleObject131.bin"/><Relationship Id="rId23" Type="http://schemas.openxmlformats.org/officeDocument/2006/relationships/image" Target="../media/image140.wmf"/><Relationship Id="rId24" Type="http://schemas.openxmlformats.org/officeDocument/2006/relationships/oleObject" Target="../embeddings/oleObject132.bin"/><Relationship Id="rId25" Type="http://schemas.openxmlformats.org/officeDocument/2006/relationships/image" Target="../media/image141.wmf"/><Relationship Id="rId26" Type="http://schemas.openxmlformats.org/officeDocument/2006/relationships/image" Target="../media/image30.jpeg"/><Relationship Id="rId10" Type="http://schemas.openxmlformats.org/officeDocument/2006/relationships/audio" Target="../media/audio1.bin"/><Relationship Id="rId11" Type="http://schemas.openxmlformats.org/officeDocument/2006/relationships/oleObject" Target="../embeddings/oleObject126.bin"/><Relationship Id="rId12" Type="http://schemas.openxmlformats.org/officeDocument/2006/relationships/image" Target="../media/image135.wmf"/><Relationship Id="rId13" Type="http://schemas.openxmlformats.org/officeDocument/2006/relationships/image" Target="../media/image142.wmf"/><Relationship Id="rId14" Type="http://schemas.openxmlformats.org/officeDocument/2006/relationships/oleObject" Target="../embeddings/oleObject127.bin"/><Relationship Id="rId15" Type="http://schemas.openxmlformats.org/officeDocument/2006/relationships/image" Target="../media/image136.wmf"/><Relationship Id="rId16" Type="http://schemas.openxmlformats.org/officeDocument/2006/relationships/oleObject" Target="../embeddings/oleObject128.bin"/><Relationship Id="rId17" Type="http://schemas.openxmlformats.org/officeDocument/2006/relationships/image" Target="../media/image137.wmf"/><Relationship Id="rId18" Type="http://schemas.openxmlformats.org/officeDocument/2006/relationships/oleObject" Target="../embeddings/oleObject129.bin"/><Relationship Id="rId19" Type="http://schemas.openxmlformats.org/officeDocument/2006/relationships/image" Target="../media/image138.w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4.bin"/><Relationship Id="rId4" Type="http://schemas.openxmlformats.org/officeDocument/2006/relationships/audio" Target="../media/audio5.bin"/><Relationship Id="rId5" Type="http://schemas.openxmlformats.org/officeDocument/2006/relationships/audio" Target="../media/audio14.bin"/><Relationship Id="rId6" Type="http://schemas.openxmlformats.org/officeDocument/2006/relationships/audio" Target="../media/audio9.bin"/><Relationship Id="rId7" Type="http://schemas.openxmlformats.org/officeDocument/2006/relationships/audio" Target="../media/audio10.bin"/><Relationship Id="rId8" Type="http://schemas.openxmlformats.org/officeDocument/2006/relationships/audio" Target="../media/audio3.bin"/></Relationships>
</file>

<file path=ppt/slides/_rels/slide17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oleObject138.bin"/><Relationship Id="rId21" Type="http://schemas.openxmlformats.org/officeDocument/2006/relationships/image" Target="../media/image148.wmf"/><Relationship Id="rId22" Type="http://schemas.openxmlformats.org/officeDocument/2006/relationships/oleObject" Target="../embeddings/oleObject139.bin"/><Relationship Id="rId23" Type="http://schemas.openxmlformats.org/officeDocument/2006/relationships/image" Target="../media/image136.wmf"/><Relationship Id="rId24" Type="http://schemas.openxmlformats.org/officeDocument/2006/relationships/oleObject" Target="../embeddings/oleObject140.bin"/><Relationship Id="rId25" Type="http://schemas.openxmlformats.org/officeDocument/2006/relationships/image" Target="../media/image149.wmf"/><Relationship Id="rId26" Type="http://schemas.openxmlformats.org/officeDocument/2006/relationships/oleObject" Target="../embeddings/oleObject141.bin"/><Relationship Id="rId27" Type="http://schemas.openxmlformats.org/officeDocument/2006/relationships/image" Target="../media/image150.wmf"/><Relationship Id="rId28" Type="http://schemas.openxmlformats.org/officeDocument/2006/relationships/oleObject" Target="../embeddings/oleObject142.bin"/><Relationship Id="rId29" Type="http://schemas.openxmlformats.org/officeDocument/2006/relationships/image" Target="../media/image151.wmf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4.bin"/><Relationship Id="rId4" Type="http://schemas.openxmlformats.org/officeDocument/2006/relationships/audio" Target="../media/audio1.bin"/><Relationship Id="rId5" Type="http://schemas.openxmlformats.org/officeDocument/2006/relationships/audio" Target="../media/audio5.bin"/><Relationship Id="rId30" Type="http://schemas.openxmlformats.org/officeDocument/2006/relationships/oleObject" Target="../embeddings/oleObject143.bin"/><Relationship Id="rId31" Type="http://schemas.openxmlformats.org/officeDocument/2006/relationships/image" Target="../media/image152.wmf"/><Relationship Id="rId32" Type="http://schemas.openxmlformats.org/officeDocument/2006/relationships/oleObject" Target="../embeddings/oleObject144.bin"/><Relationship Id="rId9" Type="http://schemas.openxmlformats.org/officeDocument/2006/relationships/audio" Target="../media/audio9.bin"/><Relationship Id="rId6" Type="http://schemas.openxmlformats.org/officeDocument/2006/relationships/audio" Target="../media/audio17.bin"/><Relationship Id="rId7" Type="http://schemas.openxmlformats.org/officeDocument/2006/relationships/audio" Target="../media/audio6.bin"/><Relationship Id="rId8" Type="http://schemas.openxmlformats.org/officeDocument/2006/relationships/audio" Target="../media/audio3.bin"/><Relationship Id="rId33" Type="http://schemas.openxmlformats.org/officeDocument/2006/relationships/image" Target="../media/image153.wmf"/><Relationship Id="rId10" Type="http://schemas.openxmlformats.org/officeDocument/2006/relationships/oleObject" Target="../embeddings/oleObject133.bin"/><Relationship Id="rId11" Type="http://schemas.openxmlformats.org/officeDocument/2006/relationships/image" Target="../media/image143.wmf"/><Relationship Id="rId12" Type="http://schemas.openxmlformats.org/officeDocument/2006/relationships/oleObject" Target="../embeddings/oleObject134.bin"/><Relationship Id="rId13" Type="http://schemas.openxmlformats.org/officeDocument/2006/relationships/image" Target="../media/image144.wmf"/><Relationship Id="rId14" Type="http://schemas.openxmlformats.org/officeDocument/2006/relationships/oleObject" Target="../embeddings/oleObject135.bin"/><Relationship Id="rId15" Type="http://schemas.openxmlformats.org/officeDocument/2006/relationships/image" Target="../media/image145.wmf"/><Relationship Id="rId16" Type="http://schemas.openxmlformats.org/officeDocument/2006/relationships/oleObject" Target="../embeddings/oleObject136.bin"/><Relationship Id="rId17" Type="http://schemas.openxmlformats.org/officeDocument/2006/relationships/image" Target="../media/image146.wmf"/><Relationship Id="rId18" Type="http://schemas.openxmlformats.org/officeDocument/2006/relationships/oleObject" Target="../embeddings/oleObject137.bin"/><Relationship Id="rId19" Type="http://schemas.openxmlformats.org/officeDocument/2006/relationships/image" Target="../media/image14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6.bin"/><Relationship Id="rId4" Type="http://schemas.openxmlformats.org/officeDocument/2006/relationships/audio" Target="../media/audio4.bin"/><Relationship Id="rId5" Type="http://schemas.openxmlformats.org/officeDocument/2006/relationships/image" Target="../media/image44.wmf"/><Relationship Id="rId6" Type="http://schemas.openxmlformats.org/officeDocument/2006/relationships/image" Target="../media/image45.wmf"/><Relationship Id="rId1" Type="http://schemas.openxmlformats.org/officeDocument/2006/relationships/slideLayout" Target="../slideLayouts/slideLayout6.xml"/><Relationship Id="rId2" Type="http://schemas.openxmlformats.org/officeDocument/2006/relationships/audio" Target="../media/audio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6553200" cy="960438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Quadratic Functions</a:t>
            </a:r>
          </a:p>
        </p:txBody>
      </p:sp>
      <p:pic>
        <p:nvPicPr>
          <p:cNvPr id="2053" name="Picture 5" descr="0764103032">
            <a:hlinkClick r:id="" action="ppaction://noaction" highlightClick="1">
              <a:snd r:embed="rId12" name="camera.wav"/>
            </a:hlinkClick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28600"/>
            <a:ext cx="1498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381000" y="1219200"/>
            <a:ext cx="661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A </a:t>
            </a:r>
            <a:r>
              <a:rPr lang="en-US" altLang="x-none">
                <a:solidFill>
                  <a:srgbClr val="FF0000"/>
                </a:solidFill>
              </a:rPr>
              <a:t>Quadratic Function</a:t>
            </a:r>
            <a:r>
              <a:rPr lang="en-US" altLang="x-none"/>
              <a:t> is an equation that has the form</a:t>
            </a:r>
          </a:p>
        </p:txBody>
      </p:sp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3886200" y="1752600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14" imgW="2260440" imgH="419040" progId="Equation.DSMT4">
                  <p:embed/>
                </p:oleObj>
              </mc:Choice>
              <mc:Fallback>
                <p:oleObj name="Equation" r:id="rId14" imgW="226044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52600"/>
                        <a:ext cx="226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190500" y="2667000"/>
            <a:ext cx="876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The graph of a </a:t>
            </a:r>
            <a:r>
              <a:rPr lang="en-US" altLang="x-none">
                <a:solidFill>
                  <a:srgbClr val="FF0000"/>
                </a:solidFill>
              </a:rPr>
              <a:t>Quadratic Equation</a:t>
            </a:r>
            <a:r>
              <a:rPr lang="en-US" altLang="x-none"/>
              <a:t> is a u-shaped curve called a </a:t>
            </a:r>
            <a:r>
              <a:rPr lang="en-US" altLang="x-none">
                <a:solidFill>
                  <a:srgbClr val="FF0000"/>
                </a:solidFill>
              </a:rPr>
              <a:t>Parabola</a:t>
            </a:r>
            <a:r>
              <a:rPr lang="en-US" altLang="x-none"/>
              <a:t>.</a:t>
            </a:r>
          </a:p>
        </p:txBody>
      </p:sp>
      <p:pic>
        <p:nvPicPr>
          <p:cNvPr id="2059" name="Picture 11" descr="MCj03399880000[1]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267200"/>
            <a:ext cx="900113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 descr="MCj02834250000[1]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1065213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228600" y="3276600"/>
            <a:ext cx="708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The </a:t>
            </a:r>
            <a:r>
              <a:rPr lang="en-US" altLang="x-none">
                <a:solidFill>
                  <a:srgbClr val="FF0000"/>
                </a:solidFill>
              </a:rPr>
              <a:t>Vertex</a:t>
            </a:r>
            <a:r>
              <a:rPr lang="en-US" altLang="x-none"/>
              <a:t> is the highest or lowest point of the parabola.  </a:t>
            </a:r>
          </a:p>
        </p:txBody>
      </p:sp>
      <p:pic>
        <p:nvPicPr>
          <p:cNvPr id="2063" name="Picture 15" descr="MCj04112620000[1]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391400" y="3124200"/>
            <a:ext cx="12954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1752600" y="4343400"/>
            <a:ext cx="5410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If </a:t>
            </a:r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is </a:t>
            </a:r>
            <a:r>
              <a:rPr lang="en-US" altLang="x-none">
                <a:solidFill>
                  <a:srgbClr val="FF0000"/>
                </a:solidFill>
              </a:rPr>
              <a:t>positive</a:t>
            </a:r>
            <a:r>
              <a:rPr lang="en-US" altLang="x-none"/>
              <a:t>, the parabola opens upward, and the vertex is the </a:t>
            </a:r>
            <a:r>
              <a:rPr lang="en-US" altLang="x-none">
                <a:solidFill>
                  <a:srgbClr val="FF0000"/>
                </a:solidFill>
              </a:rPr>
              <a:t>minimum point</a:t>
            </a:r>
            <a:r>
              <a:rPr lang="en-US" altLang="x-none"/>
              <a:t>.</a:t>
            </a:r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381000" y="5410200"/>
            <a:ext cx="5791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If </a:t>
            </a:r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is </a:t>
            </a:r>
            <a:r>
              <a:rPr lang="en-US" altLang="x-none">
                <a:solidFill>
                  <a:srgbClr val="FF0000"/>
                </a:solidFill>
              </a:rPr>
              <a:t>negative</a:t>
            </a:r>
            <a:r>
              <a:rPr lang="en-US" altLang="x-none"/>
              <a:t>, the parabola opens downward, and the vertex is the </a:t>
            </a:r>
            <a:r>
              <a:rPr lang="en-US" altLang="x-none">
                <a:solidFill>
                  <a:srgbClr val="FF0000"/>
                </a:solidFill>
              </a:rPr>
              <a:t>maximum point</a:t>
            </a:r>
            <a:r>
              <a:rPr lang="en-US" altLang="x-none"/>
              <a:t>.</a:t>
            </a:r>
          </a:p>
        </p:txBody>
      </p:sp>
      <p:pic>
        <p:nvPicPr>
          <p:cNvPr id="2069" name="Picture 21" descr="MCj03399880000[1]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72200" y="5410200"/>
            <a:ext cx="900113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1" name="Picture 23" descr="MMj02836790000[1]"/>
          <p:cNvPicPr>
            <a:picLocks noChangeAspect="1" noChangeArrowheads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5562600"/>
            <a:ext cx="10445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" name="AutoShape 24"/>
          <p:cNvSpPr>
            <a:spLocks noChangeArrowheads="1"/>
          </p:cNvSpPr>
          <p:nvPr/>
        </p:nvSpPr>
        <p:spPr bwMode="auto">
          <a:xfrm>
            <a:off x="6705600" y="4495800"/>
            <a:ext cx="2286000" cy="1066800"/>
          </a:xfrm>
          <a:prstGeom prst="cloudCallout">
            <a:avLst>
              <a:gd name="adj1" fmla="val -208"/>
              <a:gd name="adj2" fmla="val 51338"/>
            </a:avLst>
          </a:prstGeom>
          <a:solidFill>
            <a:srgbClr val="CC99FF">
              <a:alpha val="25098"/>
            </a:srgbClr>
          </a:solidFill>
          <a:ln w="19050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400">
                <a:solidFill>
                  <a:srgbClr val="3333FF"/>
                </a:solidFill>
              </a:rPr>
              <a:t>Maybe we should look at some diagrams.</a:t>
            </a:r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228600" y="3581400"/>
            <a:ext cx="708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The </a:t>
            </a:r>
            <a:r>
              <a:rPr lang="en-US" altLang="x-none">
                <a:solidFill>
                  <a:srgbClr val="FF0000"/>
                </a:solidFill>
              </a:rPr>
              <a:t>Vertex</a:t>
            </a:r>
            <a:r>
              <a:rPr lang="en-US" altLang="x-none"/>
              <a:t> is also called the </a:t>
            </a:r>
            <a:r>
              <a:rPr lang="en-US" altLang="x-none">
                <a:solidFill>
                  <a:srgbClr val="FF0000"/>
                </a:solidFill>
              </a:rPr>
              <a:t>Turning Point</a:t>
            </a:r>
            <a:r>
              <a:rPr lang="en-US" altLang="x-none"/>
              <a:t>.</a:t>
            </a:r>
          </a:p>
        </p:txBody>
      </p:sp>
      <p:pic>
        <p:nvPicPr>
          <p:cNvPr id="2074" name="Picture 26" descr="MMj01782270000[1]"/>
          <p:cNvPicPr>
            <a:picLocks noChangeAspect="1" noChangeArrowheads="1" noCrop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657600"/>
            <a:ext cx="6667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097493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  <p:bldP spid="2054" grpId="0"/>
      <p:bldP spid="2056" grpId="0"/>
      <p:bldP spid="2061" grpId="0"/>
      <p:bldP spid="2066" grpId="0"/>
      <p:bldP spid="2068" grpId="0"/>
      <p:bldP spid="2072" grpId="0" animBg="1"/>
      <p:bldP spid="207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12838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Maximum and Minimum Points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1295400" y="1219200"/>
          <a:ext cx="1828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9" imgW="1828800" imgH="419040" progId="Equation.DSMT4">
                  <p:embed/>
                </p:oleObj>
              </mc:Choice>
              <mc:Fallback>
                <p:oleObj name="Equation" r:id="rId9" imgW="182880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19200"/>
                        <a:ext cx="1828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381000" y="1828800"/>
            <a:ext cx="3733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is </a:t>
            </a:r>
            <a:r>
              <a:rPr lang="en-US" altLang="x-none">
                <a:solidFill>
                  <a:srgbClr val="FF0000"/>
                </a:solidFill>
              </a:rPr>
              <a:t>positive</a:t>
            </a:r>
            <a:r>
              <a:rPr lang="en-US" altLang="x-none"/>
              <a:t>, therefore the parabola opens upward, and the vertex is the </a:t>
            </a:r>
            <a:r>
              <a:rPr lang="en-US" altLang="x-none">
                <a:solidFill>
                  <a:srgbClr val="FF0000"/>
                </a:solidFill>
              </a:rPr>
              <a:t>minimum point</a:t>
            </a:r>
            <a:r>
              <a:rPr lang="en-US" altLang="x-none"/>
              <a:t>.</a:t>
            </a: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3718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2590800" y="60198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12" imgW="164880" imgH="203040" progId="Equation.DSMT4">
                  <p:embed/>
                </p:oleObj>
              </mc:Choice>
              <mc:Fallback>
                <p:oleObj name="Equation" r:id="rId12" imgW="1648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60198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5619750" y="114300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14" imgW="2019240" imgH="419040" progId="Equation.DSMT4">
                  <p:embed/>
                </p:oleObj>
              </mc:Choice>
              <mc:Fallback>
                <p:oleObj name="Equation" r:id="rId14" imgW="201924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1143000"/>
                        <a:ext cx="2019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4953000" y="1905000"/>
            <a:ext cx="3733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is </a:t>
            </a:r>
            <a:r>
              <a:rPr lang="en-US" altLang="x-none">
                <a:solidFill>
                  <a:srgbClr val="FF0000"/>
                </a:solidFill>
              </a:rPr>
              <a:t>negative</a:t>
            </a:r>
            <a:r>
              <a:rPr lang="en-US" altLang="x-none"/>
              <a:t>, therefore the parabola opens downward, and the vertex is the </a:t>
            </a:r>
            <a:r>
              <a:rPr lang="en-US" altLang="x-none">
                <a:solidFill>
                  <a:srgbClr val="FF0000"/>
                </a:solidFill>
              </a:rPr>
              <a:t>maximum point</a:t>
            </a:r>
            <a:r>
              <a:rPr lang="en-US" altLang="x-none"/>
              <a:t>.</a:t>
            </a:r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200400"/>
            <a:ext cx="33718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10" name="Object 14"/>
          <p:cNvGraphicFramePr>
            <a:graphicFrameLocks noChangeAspect="1"/>
          </p:cNvGraphicFramePr>
          <p:nvPr/>
        </p:nvGraphicFramePr>
        <p:xfrm>
          <a:off x="6248400" y="34290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17" imgW="164880" imgH="203040" progId="Equation.DSMT4">
                  <p:embed/>
                </p:oleObj>
              </mc:Choice>
              <mc:Fallback>
                <p:oleObj name="Equation" r:id="rId17" imgW="16488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4290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09600" y="5638800"/>
            <a:ext cx="14366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Vertex</a:t>
            </a:r>
          </a:p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Turning Point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2743200" y="6019800"/>
            <a:ext cx="893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1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-2</a:t>
            </a:r>
            <a:r>
              <a:rPr lang="en-US" altLang="x-none"/>
              <a:t>)</a:t>
            </a:r>
          </a:p>
        </p:txBody>
      </p:sp>
      <p:sp>
        <p:nvSpPr>
          <p:cNvPr id="4115" name="Text Box 19"/>
          <p:cNvSpPr txBox="1">
            <a:spLocks noChangeArrowheads="1"/>
          </p:cNvSpPr>
          <p:nvPr/>
        </p:nvSpPr>
        <p:spPr bwMode="auto">
          <a:xfrm>
            <a:off x="6934200" y="3429000"/>
            <a:ext cx="14366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Vertex</a:t>
            </a:r>
          </a:p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Turning Point</a:t>
            </a:r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5257800" y="3200400"/>
            <a:ext cx="893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-1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r>
              <a:rPr lang="en-US" altLang="x-none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1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1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2" grpId="0"/>
      <p:bldP spid="4108" grpId="0"/>
      <p:bldP spid="4111" grpId="0"/>
      <p:bldP spid="4112" grpId="0"/>
      <p:bldP spid="4115" grpId="0"/>
      <p:bldP spid="41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84238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Axis of Symmetry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228600" y="1295400"/>
            <a:ext cx="7239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The </a:t>
            </a:r>
            <a:r>
              <a:rPr lang="en-US" altLang="x-none">
                <a:solidFill>
                  <a:srgbClr val="FF0000"/>
                </a:solidFill>
              </a:rPr>
              <a:t>Axis of Symmetry</a:t>
            </a:r>
            <a:r>
              <a:rPr lang="en-US" altLang="x-none"/>
              <a:t> of a parabola is the line that splits the parabola in half lengthwise.  The </a:t>
            </a:r>
            <a:r>
              <a:rPr lang="en-US" altLang="x-none">
                <a:solidFill>
                  <a:srgbClr val="FF0000"/>
                </a:solidFill>
              </a:rPr>
              <a:t>Axis of Symmetry</a:t>
            </a:r>
            <a:r>
              <a:rPr lang="en-US" altLang="x-none"/>
              <a:t> always goes through the </a:t>
            </a:r>
            <a:r>
              <a:rPr lang="en-US" altLang="x-none">
                <a:solidFill>
                  <a:srgbClr val="FF0000"/>
                </a:solidFill>
              </a:rPr>
              <a:t>Vertex</a:t>
            </a:r>
            <a:r>
              <a:rPr lang="en-US" altLang="x-none"/>
              <a:t> of the parabola.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048000" y="2590800"/>
            <a:ext cx="323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Let’s look at some graphs.</a:t>
            </a:r>
          </a:p>
        </p:txBody>
      </p:sp>
      <p:pic>
        <p:nvPicPr>
          <p:cNvPr id="6151" name="Picture 7" descr="MMj02866740000[1]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533400"/>
            <a:ext cx="1490663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3718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609600" y="4267200"/>
          <a:ext cx="1384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13" imgW="1384200" imgH="330120" progId="Equation.DSMT4">
                  <p:embed/>
                </p:oleObj>
              </mc:Choice>
              <mc:Fallback>
                <p:oleObj name="Equation" r:id="rId13" imgW="1384200" imgH="3301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67200"/>
                        <a:ext cx="1384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2667000" y="3276600"/>
            <a:ext cx="0" cy="3124200"/>
          </a:xfrm>
          <a:prstGeom prst="line">
            <a:avLst/>
          </a:prstGeom>
          <a:noFill/>
          <a:ln w="317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750888" y="5638800"/>
            <a:ext cx="11572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Axis of</a:t>
            </a:r>
          </a:p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Symmetry</a:t>
            </a:r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2819400" y="5791200"/>
            <a:ext cx="730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FF0000"/>
                </a:solidFill>
              </a:rPr>
              <a:t>x </a:t>
            </a:r>
            <a:r>
              <a:rPr lang="en-US" altLang="x-none"/>
              <a:t>= </a:t>
            </a:r>
            <a:r>
              <a:rPr lang="en-US" altLang="x-none">
                <a:solidFill>
                  <a:srgbClr val="FF0000"/>
                </a:solidFill>
              </a:rPr>
              <a:t>1</a:t>
            </a:r>
            <a:endParaRPr lang="en-US" altLang="x-none"/>
          </a:p>
        </p:txBody>
      </p:sp>
      <p:pic>
        <p:nvPicPr>
          <p:cNvPr id="6158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200400"/>
            <a:ext cx="33718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60" name="Object 16"/>
          <p:cNvGraphicFramePr>
            <a:graphicFrameLocks noChangeAspect="1"/>
          </p:cNvGraphicFramePr>
          <p:nvPr/>
        </p:nvGraphicFramePr>
        <p:xfrm>
          <a:off x="6788150" y="3429000"/>
          <a:ext cx="152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16" imgW="1523880" imgH="330120" progId="Equation.DSMT4">
                  <p:embed/>
                </p:oleObj>
              </mc:Choice>
              <mc:Fallback>
                <p:oleObj name="Equation" r:id="rId16" imgW="1523880" imgH="3301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3429000"/>
                        <a:ext cx="1524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Line 17"/>
          <p:cNvSpPr>
            <a:spLocks noChangeShapeType="1"/>
          </p:cNvSpPr>
          <p:nvPr/>
        </p:nvSpPr>
        <p:spPr bwMode="auto">
          <a:xfrm>
            <a:off x="6324600" y="3276600"/>
            <a:ext cx="0" cy="3124200"/>
          </a:xfrm>
          <a:prstGeom prst="line">
            <a:avLst/>
          </a:prstGeom>
          <a:noFill/>
          <a:ln w="317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7086600" y="4648200"/>
            <a:ext cx="11572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Axis of</a:t>
            </a:r>
          </a:p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Symmetry</a:t>
            </a:r>
          </a:p>
        </p:txBody>
      </p:sp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7162800" y="5562600"/>
            <a:ext cx="836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FF0000"/>
                </a:solidFill>
              </a:rPr>
              <a:t>x </a:t>
            </a:r>
            <a:r>
              <a:rPr lang="en-US" altLang="x-none"/>
              <a:t>= </a:t>
            </a:r>
            <a:r>
              <a:rPr lang="en-US" altLang="x-none">
                <a:solidFill>
                  <a:srgbClr val="FF0000"/>
                </a:solidFill>
              </a:rPr>
              <a:t>-1</a:t>
            </a:r>
            <a:endParaRPr lang="en-US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  <p:bldP spid="6150" grpId="0"/>
      <p:bldP spid="6155" grpId="0" animBg="1"/>
      <p:bldP spid="6156" grpId="0"/>
      <p:bldP spid="6157" grpId="0"/>
      <p:bldP spid="6161" grpId="0" animBg="1"/>
      <p:bldP spid="6162" grpId="0"/>
      <p:bldP spid="61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36638"/>
          </a:xfrm>
        </p:spPr>
        <p:txBody>
          <a:bodyPr/>
          <a:lstStyle/>
          <a:p>
            <a:pPr eaLnBrk="1" hangingPunct="1"/>
            <a:r>
              <a:rPr lang="en-US" altLang="x-none" sz="4000" b="1">
                <a:solidFill>
                  <a:srgbClr val="FF0000"/>
                </a:solidFill>
                <a:latin typeface="Comic Sans MS" charset="0"/>
              </a:rPr>
              <a:t>Finding the Axis of Symmetry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57200" y="1219200"/>
            <a:ext cx="6096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You can find the </a:t>
            </a:r>
            <a:r>
              <a:rPr lang="en-US" altLang="x-none">
                <a:solidFill>
                  <a:srgbClr val="FF0000"/>
                </a:solidFill>
              </a:rPr>
              <a:t>Axis of Symmetry</a:t>
            </a:r>
            <a:r>
              <a:rPr lang="en-US" altLang="x-none"/>
              <a:t> of any quadratic equation by using the formula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6248400" y="1143000"/>
          <a:ext cx="118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" name="Equation" r:id="rId12" imgW="1180800" imgH="838080" progId="Equation.DSMT4">
                  <p:embed/>
                </p:oleObj>
              </mc:Choice>
              <mc:Fallback>
                <p:oleObj name="Equation" r:id="rId12" imgW="1180800" imgH="8380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143000"/>
                        <a:ext cx="1181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276600" y="2133600"/>
            <a:ext cx="5103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Let’s take a look at those equations again.</a:t>
            </a:r>
          </a:p>
        </p:txBody>
      </p:sp>
      <p:pic>
        <p:nvPicPr>
          <p:cNvPr id="8200" name="Picture 8" descr="MMj03957550000[1]"/>
          <p:cNvPicPr>
            <a:picLocks noChangeAspect="1" noChangeArrowheads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152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469900" y="3022600"/>
          <a:ext cx="226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Equation" r:id="rId15" imgW="2260440" imgH="393480" progId="Equation.DSMT4">
                  <p:embed/>
                </p:oleObj>
              </mc:Choice>
              <mc:Fallback>
                <p:oleObj name="Equation" r:id="rId15" imgW="22604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3022600"/>
                        <a:ext cx="226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533400" y="3581400"/>
            <a:ext cx="230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= </a:t>
            </a:r>
            <a:r>
              <a:rPr lang="en-US" altLang="x-none">
                <a:solidFill>
                  <a:srgbClr val="3333FF"/>
                </a:solidFill>
              </a:rPr>
              <a:t>2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008000"/>
                </a:solidFill>
              </a:rPr>
              <a:t>b</a:t>
            </a:r>
            <a:r>
              <a:rPr lang="en-US" altLang="x-none"/>
              <a:t> = </a:t>
            </a:r>
            <a:r>
              <a:rPr lang="en-US" altLang="x-none">
                <a:solidFill>
                  <a:srgbClr val="008000"/>
                </a:solidFill>
              </a:rPr>
              <a:t>-4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9900FF"/>
                </a:solidFill>
              </a:rPr>
              <a:t>c</a:t>
            </a:r>
            <a:r>
              <a:rPr lang="en-US" altLang="x-none"/>
              <a:t> = </a:t>
            </a:r>
            <a:r>
              <a:rPr lang="en-US" altLang="x-none">
                <a:solidFill>
                  <a:srgbClr val="9900FF"/>
                </a:solidFill>
              </a:rPr>
              <a:t>0</a:t>
            </a:r>
          </a:p>
        </p:txBody>
      </p:sp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990600" y="4191000"/>
          <a:ext cx="1346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Equation" r:id="rId17" imgW="1346040" imgH="672840" progId="Equation.DSMT4">
                  <p:embed/>
                </p:oleObj>
              </mc:Choice>
              <mc:Fallback>
                <p:oleObj name="Equation" r:id="rId17" imgW="1346040" imgH="6728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191000"/>
                        <a:ext cx="1346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1219200" y="5029200"/>
          <a:ext cx="711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Equation" r:id="rId19" imgW="711000" imgH="291960" progId="Equation.DSMT4">
                  <p:embed/>
                </p:oleObj>
              </mc:Choice>
              <mc:Fallback>
                <p:oleObj name="Equation" r:id="rId19" imgW="711000" imgH="2919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029200"/>
                        <a:ext cx="7112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3695700" y="3048000"/>
            <a:ext cx="17526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To find the coordinates of the vertex, plug the value of x into the original function .</a:t>
            </a:r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609600" y="5410200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Equation" r:id="rId21" imgW="1968480" imgH="342720" progId="Equation.DSMT4">
                  <p:embed/>
                </p:oleObj>
              </mc:Choice>
              <mc:Fallback>
                <p:oleObj name="Equation" r:id="rId21" imgW="1968480" imgH="3427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10200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/>
          <p:cNvGraphicFramePr>
            <a:graphicFrameLocks noChangeAspect="1"/>
          </p:cNvGraphicFramePr>
          <p:nvPr/>
        </p:nvGraphicFramePr>
        <p:xfrm>
          <a:off x="2667000" y="5486400"/>
          <a:ext cx="546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Equation" r:id="rId23" imgW="545760" imgH="241200" progId="Equation.DSMT4">
                  <p:embed/>
                </p:oleObj>
              </mc:Choice>
              <mc:Fallback>
                <p:oleObj name="Equation" r:id="rId23" imgW="545760" imgH="24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486400"/>
                        <a:ext cx="5461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381000" y="5943600"/>
            <a:ext cx="1054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vertex </a:t>
            </a:r>
          </a:p>
        </p:txBody>
      </p:sp>
      <p:sp>
        <p:nvSpPr>
          <p:cNvPr id="8210" name="AutoShape 18"/>
          <p:cNvSpPr>
            <a:spLocks noChangeArrowheads="1"/>
          </p:cNvSpPr>
          <p:nvPr/>
        </p:nvSpPr>
        <p:spPr bwMode="auto">
          <a:xfrm>
            <a:off x="1371600" y="60198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00FF"/>
          </a:solidFill>
          <a:ln w="12700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1752600" y="5943600"/>
            <a:ext cx="893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1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-2</a:t>
            </a:r>
            <a:r>
              <a:rPr lang="en-US" altLang="x-none"/>
              <a:t>)</a:t>
            </a:r>
          </a:p>
        </p:txBody>
      </p:sp>
      <p:graphicFrame>
        <p:nvGraphicFramePr>
          <p:cNvPr id="8212" name="Object 20"/>
          <p:cNvGraphicFramePr>
            <a:graphicFrameLocks noChangeAspect="1"/>
          </p:cNvGraphicFramePr>
          <p:nvPr/>
        </p:nvGraphicFramePr>
        <p:xfrm>
          <a:off x="6076950" y="3035300"/>
          <a:ext cx="245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4" name="Equation" r:id="rId25" imgW="2450880" imgH="393480" progId="Equation.DSMT4">
                  <p:embed/>
                </p:oleObj>
              </mc:Choice>
              <mc:Fallback>
                <p:oleObj name="Equation" r:id="rId25" imgW="245088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950" y="3035300"/>
                        <a:ext cx="2451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6172200" y="3581400"/>
            <a:ext cx="241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= </a:t>
            </a:r>
            <a:r>
              <a:rPr lang="en-US" altLang="x-none">
                <a:solidFill>
                  <a:srgbClr val="3333FF"/>
                </a:solidFill>
              </a:rPr>
              <a:t>-2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008000"/>
                </a:solidFill>
              </a:rPr>
              <a:t>b</a:t>
            </a:r>
            <a:r>
              <a:rPr lang="en-US" altLang="x-none"/>
              <a:t> = </a:t>
            </a:r>
            <a:r>
              <a:rPr lang="en-US" altLang="x-none">
                <a:solidFill>
                  <a:srgbClr val="008000"/>
                </a:solidFill>
              </a:rPr>
              <a:t>-4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9900FF"/>
                </a:solidFill>
              </a:rPr>
              <a:t>c</a:t>
            </a:r>
            <a:r>
              <a:rPr lang="en-US" altLang="x-none"/>
              <a:t> = </a:t>
            </a:r>
            <a:r>
              <a:rPr lang="en-US" altLang="x-none">
                <a:solidFill>
                  <a:srgbClr val="9900FF"/>
                </a:solidFill>
              </a:rPr>
              <a:t>0</a:t>
            </a:r>
          </a:p>
        </p:txBody>
      </p:sp>
      <p:graphicFrame>
        <p:nvGraphicFramePr>
          <p:cNvPr id="8214" name="Object 22"/>
          <p:cNvGraphicFramePr>
            <a:graphicFrameLocks noChangeAspect="1"/>
          </p:cNvGraphicFramePr>
          <p:nvPr/>
        </p:nvGraphicFramePr>
        <p:xfrm>
          <a:off x="6781800" y="4114800"/>
          <a:ext cx="1346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Equation" r:id="rId27" imgW="1346040" imgH="672840" progId="Equation.DSMT4">
                  <p:embed/>
                </p:oleObj>
              </mc:Choice>
              <mc:Fallback>
                <p:oleObj name="Equation" r:id="rId27" imgW="1346040" imgH="6728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114800"/>
                        <a:ext cx="1346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7067550" y="5029200"/>
          <a:ext cx="901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6" name="Equation" r:id="rId29" imgW="901440" imgH="291960" progId="Equation.DSMT4">
                  <p:embed/>
                </p:oleObj>
              </mc:Choice>
              <mc:Fallback>
                <p:oleObj name="Equation" r:id="rId29" imgW="901440" imgH="2919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5029200"/>
                        <a:ext cx="901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Object 24"/>
          <p:cNvGraphicFramePr>
            <a:graphicFrameLocks noChangeAspect="1"/>
          </p:cNvGraphicFramePr>
          <p:nvPr/>
        </p:nvGraphicFramePr>
        <p:xfrm>
          <a:off x="5715000" y="5486400"/>
          <a:ext cx="260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7" name="Equation" r:id="rId31" imgW="2603160" imgH="342720" progId="Equation.DSMT4">
                  <p:embed/>
                </p:oleObj>
              </mc:Choice>
              <mc:Fallback>
                <p:oleObj name="Equation" r:id="rId31" imgW="2603160" imgH="3427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486400"/>
                        <a:ext cx="2603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7" name="Object 25"/>
          <p:cNvGraphicFramePr>
            <a:graphicFrameLocks noChangeAspect="1"/>
          </p:cNvGraphicFramePr>
          <p:nvPr/>
        </p:nvGraphicFramePr>
        <p:xfrm>
          <a:off x="8305800" y="5486400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" name="Equation" r:id="rId33" imgW="393480" imgH="241200" progId="Equation.DSMT4">
                  <p:embed/>
                </p:oleObj>
              </mc:Choice>
              <mc:Fallback>
                <p:oleObj name="Equation" r:id="rId33" imgW="393480" imgH="241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486400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Text Box 26"/>
          <p:cNvSpPr txBox="1">
            <a:spLocks noChangeArrowheads="1"/>
          </p:cNvSpPr>
          <p:nvPr/>
        </p:nvSpPr>
        <p:spPr bwMode="auto">
          <a:xfrm>
            <a:off x="6096000" y="5943600"/>
            <a:ext cx="1054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vertex </a:t>
            </a:r>
          </a:p>
        </p:txBody>
      </p:sp>
      <p:sp>
        <p:nvSpPr>
          <p:cNvPr id="8219" name="AutoShape 27"/>
          <p:cNvSpPr>
            <a:spLocks noChangeArrowheads="1"/>
          </p:cNvSpPr>
          <p:nvPr/>
        </p:nvSpPr>
        <p:spPr bwMode="auto">
          <a:xfrm>
            <a:off x="7162800" y="60198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00FF"/>
          </a:solidFill>
          <a:ln w="12700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8220" name="Text Box 28"/>
          <p:cNvSpPr txBox="1">
            <a:spLocks noChangeArrowheads="1"/>
          </p:cNvSpPr>
          <p:nvPr/>
        </p:nvSpPr>
        <p:spPr bwMode="auto">
          <a:xfrm>
            <a:off x="7620000" y="5943600"/>
            <a:ext cx="893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-1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r>
              <a:rPr lang="en-US" altLang="x-none"/>
              <a:t>)</a:t>
            </a:r>
          </a:p>
        </p:txBody>
      </p:sp>
      <p:pic>
        <p:nvPicPr>
          <p:cNvPr id="8221" name="Picture 29" descr="s0105150_std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953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9" dur="10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0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1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1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1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4" dur="10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7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7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7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8199" grpId="0"/>
      <p:bldP spid="8202" grpId="0"/>
      <p:bldP spid="8205" grpId="0"/>
      <p:bldP spid="8209" grpId="0"/>
      <p:bldP spid="8210" grpId="0" animBg="1"/>
      <p:bldP spid="8211" grpId="0"/>
      <p:bldP spid="8213" grpId="0"/>
      <p:bldP spid="8218" grpId="0"/>
      <p:bldP spid="8219" grpId="0" animBg="1"/>
      <p:bldP spid="82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Graphing a Quadratic Equation Using a Table of Values</a:t>
            </a:r>
            <a:endParaRPr lang="en-US" altLang="x-none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1524000" y="1752600"/>
          <a:ext cx="195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13" imgW="1955520" imgH="393480" progId="Equation.DSMT4">
                  <p:embed/>
                </p:oleObj>
              </mc:Choice>
              <mc:Fallback>
                <p:oleObj name="Equation" r:id="rId13" imgW="195552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52600"/>
                        <a:ext cx="1955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57200" y="17526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Graph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581400" y="175260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in the interval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486400" y="1828800"/>
          <a:ext cx="1282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15" imgW="1282680" imgH="279360" progId="Equation.DSMT4">
                  <p:embed/>
                </p:oleObj>
              </mc:Choice>
              <mc:Fallback>
                <p:oleObj name="Equation" r:id="rId15" imgW="128268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828800"/>
                        <a:ext cx="1282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152400" y="2514600"/>
          <a:ext cx="166370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Worksheet" r:id="rId17" imgW="1685925" imgH="3209925" progId="Excel.Sheet.8">
                  <p:embed/>
                </p:oleObj>
              </mc:Choice>
              <mc:Fallback>
                <p:oleObj name="Worksheet" r:id="rId17" imgW="1685925" imgH="320992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14600"/>
                        <a:ext cx="1663700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14600"/>
            <a:ext cx="4419600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3200400" y="31242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Equation" r:id="rId20" imgW="164880" imgH="203040" progId="Equation.DSMT4">
                  <p:embed/>
                </p:oleObj>
              </mc:Choice>
              <mc:Fallback>
                <p:oleObj name="Equation" r:id="rId20" imgW="1648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242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3733800" y="48768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22" imgW="164880" imgH="203040" progId="Equation.DSMT4">
                  <p:embed/>
                </p:oleObj>
              </mc:Choice>
              <mc:Fallback>
                <p:oleObj name="Equation" r:id="rId22" imgW="16488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8768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4343400" y="5867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Equation" r:id="rId23" imgW="164880" imgH="203040" progId="Equation.DSMT4">
                  <p:embed/>
                </p:oleObj>
              </mc:Choice>
              <mc:Fallback>
                <p:oleObj name="Equation" r:id="rId23" imgW="1648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867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4876800" y="6248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Equation" r:id="rId24" imgW="164880" imgH="203040" progId="Equation.DSMT4">
                  <p:embed/>
                </p:oleObj>
              </mc:Choice>
              <mc:Fallback>
                <p:oleObj name="Equation" r:id="rId24" imgW="16488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248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410200" y="5867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Equation" r:id="rId25" imgW="164880" imgH="203040" progId="Equation.DSMT4">
                  <p:embed/>
                </p:oleObj>
              </mc:Choice>
              <mc:Fallback>
                <p:oleObj name="Equation" r:id="rId25" imgW="16488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867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5943600" y="48768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Equation" r:id="rId26" imgW="164880" imgH="203040" progId="Equation.DSMT4">
                  <p:embed/>
                </p:oleObj>
              </mc:Choice>
              <mc:Fallback>
                <p:oleObj name="Equation" r:id="rId26" imgW="164880" imgH="203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8768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6477000" y="31242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Equation" r:id="rId27" imgW="164880" imgH="203040" progId="Equation.DSMT4">
                  <p:embed/>
                </p:oleObj>
              </mc:Choice>
              <mc:Fallback>
                <p:oleObj name="Equation" r:id="rId27" imgW="16488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1242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9" name="Picture 15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14600"/>
            <a:ext cx="4419600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4343400" y="2895600"/>
            <a:ext cx="11572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Axis of</a:t>
            </a:r>
          </a:p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Symmetry</a:t>
            </a: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>
            <a:off x="4953000" y="3505200"/>
            <a:ext cx="0" cy="3124200"/>
          </a:xfrm>
          <a:prstGeom prst="line">
            <a:avLst/>
          </a:prstGeom>
          <a:noFill/>
          <a:ln w="508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5181600" y="3581400"/>
            <a:ext cx="777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FF0000"/>
                </a:solidFill>
              </a:rPr>
              <a:t>x </a:t>
            </a:r>
            <a:r>
              <a:rPr lang="en-US" altLang="x-none"/>
              <a:t>= 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endParaRPr lang="en-US" altLang="x-none"/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4876800" y="6248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Equation" r:id="rId29" imgW="164880" imgH="203040" progId="Equation.DSMT4">
                  <p:embed/>
                </p:oleObj>
              </mc:Choice>
              <mc:Fallback>
                <p:oleObj name="Equation" r:id="rId29" imgW="164880" imgH="2030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248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3886200" y="6248400"/>
            <a:ext cx="8588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Vertex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5410200" y="6172200"/>
            <a:ext cx="1058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-10</a:t>
            </a:r>
            <a:r>
              <a:rPr lang="en-US" altLang="x-none"/>
              <a:t>)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7620000" y="1600200"/>
          <a:ext cx="939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Equation" r:id="rId30" imgW="939600" imgH="672840" progId="Equation.DSMT4">
                  <p:embed/>
                </p:oleObj>
              </mc:Choice>
              <mc:Fallback>
                <p:oleObj name="Equation" r:id="rId30" imgW="939600" imgH="6728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600200"/>
                        <a:ext cx="939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7543800" y="2438400"/>
          <a:ext cx="128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quation" r:id="rId32" imgW="1282680" imgH="736560" progId="Equation.DSMT4">
                  <p:embed/>
                </p:oleObj>
              </mc:Choice>
              <mc:Fallback>
                <p:oleObj name="Equation" r:id="rId32" imgW="1282680" imgH="7365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438400"/>
                        <a:ext cx="1282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>
            <a:graphicFrameLocks noChangeAspect="1"/>
          </p:cNvGraphicFramePr>
          <p:nvPr/>
        </p:nvGraphicFramePr>
        <p:xfrm>
          <a:off x="7772400" y="3429000"/>
          <a:ext cx="774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Equation" r:id="rId34" imgW="774360" imgH="672840" progId="Equation.DSMT4">
                  <p:embed/>
                </p:oleObj>
              </mc:Choice>
              <mc:Fallback>
                <p:oleObj name="Equation" r:id="rId34" imgW="774360" imgH="6728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429000"/>
                        <a:ext cx="774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/>
          <p:cNvGraphicFramePr>
            <a:graphicFrameLocks noChangeAspect="1"/>
          </p:cNvGraphicFramePr>
          <p:nvPr/>
        </p:nvGraphicFramePr>
        <p:xfrm>
          <a:off x="7848600" y="4343400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name="Equation" r:id="rId36" imgW="698400" imgH="279360" progId="Equation.DSMT4">
                  <p:embed/>
                </p:oleObj>
              </mc:Choice>
              <mc:Fallback>
                <p:oleObj name="Equation" r:id="rId36" imgW="698400" imgH="2793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343400"/>
                        <a:ext cx="698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32" descr="s0105150_std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1054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304800" y="6019800"/>
            <a:ext cx="2208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2400">
                <a:solidFill>
                  <a:srgbClr val="FF0000"/>
                </a:solidFill>
              </a:rPr>
              <a:t>That was easy</a:t>
            </a:r>
          </a:p>
        </p:txBody>
      </p:sp>
      <p:sp>
        <p:nvSpPr>
          <p:cNvPr id="33" name="Curved Left Arrow 32"/>
          <p:cNvSpPr>
            <a:spLocks noChangeArrowheads="1"/>
          </p:cNvSpPr>
          <p:nvPr/>
        </p:nvSpPr>
        <p:spPr bwMode="auto">
          <a:xfrm>
            <a:off x="1676400" y="3810000"/>
            <a:ext cx="381000" cy="9144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4" name="Curved Left Arrow 33"/>
          <p:cNvSpPr>
            <a:spLocks noChangeArrowheads="1"/>
          </p:cNvSpPr>
          <p:nvPr/>
        </p:nvSpPr>
        <p:spPr bwMode="auto">
          <a:xfrm>
            <a:off x="1600200" y="3429000"/>
            <a:ext cx="609600" cy="1676400"/>
          </a:xfrm>
          <a:prstGeom prst="curvedLeftArrow">
            <a:avLst>
              <a:gd name="adj1" fmla="val 24992"/>
              <a:gd name="adj2" fmla="val 49997"/>
              <a:gd name="adj3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5" name="Curved Left Arrow 34"/>
          <p:cNvSpPr>
            <a:spLocks noChangeArrowheads="1"/>
          </p:cNvSpPr>
          <p:nvPr/>
        </p:nvSpPr>
        <p:spPr bwMode="auto">
          <a:xfrm>
            <a:off x="1600200" y="2971800"/>
            <a:ext cx="762000" cy="2590800"/>
          </a:xfrm>
          <a:prstGeom prst="curvedLeftArrow">
            <a:avLst>
              <a:gd name="adj1" fmla="val 24996"/>
              <a:gd name="adj2" fmla="val 49993"/>
              <a:gd name="adj3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6" name="Rounded Rectangle 35"/>
          <p:cNvSpPr>
            <a:spLocks noChangeArrowheads="1"/>
          </p:cNvSpPr>
          <p:nvPr/>
        </p:nvSpPr>
        <p:spPr bwMode="auto">
          <a:xfrm>
            <a:off x="228600" y="4038600"/>
            <a:ext cx="1524000" cy="457200"/>
          </a:xfrm>
          <a:prstGeom prst="roundRect">
            <a:avLst>
              <a:gd name="adj" fmla="val 16667"/>
            </a:avLst>
          </a:prstGeom>
          <a:noFill/>
          <a:ln w="412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5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2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2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9" grpId="0"/>
      <p:bldP spid="20" grpId="0" animBg="1"/>
      <p:bldP spid="21" grpId="0"/>
      <p:bldP spid="23" grpId="0"/>
      <p:bldP spid="24" grpId="0"/>
      <p:bldP spid="30" grpId="0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286000" cy="1371600"/>
          </a:xfrm>
        </p:spPr>
        <p:txBody>
          <a:bodyPr/>
          <a:lstStyle/>
          <a:p>
            <a:r>
              <a:rPr lang="en-US" altLang="x-none" sz="3600" b="1">
                <a:solidFill>
                  <a:srgbClr val="FF0000"/>
                </a:solidFill>
                <a:latin typeface="Comic Sans MS" charset="0"/>
              </a:rPr>
              <a:t>Graphing Examples</a:t>
            </a:r>
            <a:endParaRPr lang="en-US" altLang="x-none" sz="360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28600" y="3276600"/>
          <a:ext cx="166370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Worksheet" r:id="rId4" imgW="1685925" imgH="3209925" progId="Excel.Sheet.8">
                  <p:embed/>
                </p:oleObj>
              </mc:Choice>
              <mc:Fallback>
                <p:oleObj name="Worksheet" r:id="rId4" imgW="1685925" imgH="320992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276600"/>
                        <a:ext cx="1663700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"/>
            <a:ext cx="6816725" cy="641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3276600"/>
          </a:xfrm>
        </p:spPr>
        <p:txBody>
          <a:bodyPr/>
          <a:lstStyle/>
          <a:p>
            <a:pPr eaLnBrk="1" hangingPunct="1"/>
            <a:r>
              <a:rPr lang="en-US" altLang="x-none" sz="6000" b="1">
                <a:solidFill>
                  <a:srgbClr val="FF0000"/>
                </a:solidFill>
                <a:latin typeface="Comic Sans MS" charset="0"/>
              </a:rPr>
              <a:t>Quadratic Functions Homework</a:t>
            </a:r>
            <a:br>
              <a:rPr lang="en-US" altLang="x-none" sz="6000" b="1">
                <a:solidFill>
                  <a:srgbClr val="FF0000"/>
                </a:solidFill>
                <a:latin typeface="Comic Sans MS" charset="0"/>
              </a:rPr>
            </a:br>
            <a:endParaRPr lang="en-US" altLang="x-none" sz="6000" b="1">
              <a:solidFill>
                <a:srgbClr val="FF0000"/>
              </a:solidFill>
              <a:latin typeface="Comic Sans MS" charset="0"/>
            </a:endParaRPr>
          </a:p>
        </p:txBody>
      </p:sp>
      <p:pic>
        <p:nvPicPr>
          <p:cNvPr id="14342" name="Picture 6" descr="MCBD10657_0000[1]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43200"/>
            <a:ext cx="173037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 descr="MCPE02604_0000[1]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895600"/>
            <a:ext cx="1747838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505200" y="2514600"/>
            <a:ext cx="2286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3600">
                <a:solidFill>
                  <a:srgbClr val="FF0000"/>
                </a:solidFill>
              </a:rPr>
              <a:t>Page 156:</a:t>
            </a:r>
            <a:endParaRPr lang="en-US" altLang="x-none" sz="3600">
              <a:solidFill>
                <a:srgbClr val="FF00FF"/>
              </a:solidFill>
            </a:endParaRP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3733800" y="3276600"/>
            <a:ext cx="1752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3600">
                <a:solidFill>
                  <a:srgbClr val="FF00FF"/>
                </a:solidFill>
              </a:rPr>
              <a:t>1 – 4, 6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0" y="5105400"/>
            <a:ext cx="8782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3600">
                <a:solidFill>
                  <a:srgbClr val="3333FF"/>
                </a:solidFill>
              </a:rPr>
              <a:t>Answer all questions on the graph paper.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143000" y="5715000"/>
            <a:ext cx="7239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6000" b="1">
                <a:solidFill>
                  <a:srgbClr val="FF0000"/>
                </a:solidFill>
              </a:rPr>
              <a:t>Show all your work</a:t>
            </a:r>
          </a:p>
        </p:txBody>
      </p:sp>
      <p:graphicFrame>
        <p:nvGraphicFramePr>
          <p:cNvPr id="37890" name="Object 9"/>
          <p:cNvGraphicFramePr>
            <a:graphicFrameLocks noChangeAspect="1"/>
          </p:cNvGraphicFramePr>
          <p:nvPr/>
        </p:nvGraphicFramePr>
        <p:xfrm>
          <a:off x="3429000" y="3962400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11" imgW="2260440" imgH="419040" progId="Equation.DSMT4">
                  <p:embed/>
                </p:oleObj>
              </mc:Choice>
              <mc:Fallback>
                <p:oleObj name="Equation" r:id="rId11" imgW="2260440" imgH="419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962400"/>
                        <a:ext cx="226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3575050" y="4572000"/>
          <a:ext cx="196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13" imgW="1968480" imgH="419040" progId="Equation.DSMT4">
                  <p:embed/>
                </p:oleObj>
              </mc:Choice>
              <mc:Fallback>
                <p:oleObj name="Equation" r:id="rId13" imgW="196848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4572000"/>
                        <a:ext cx="1968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70" decel="100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70" decel="100000"/>
                                        <p:tgtEl>
                                          <p:spTgt spid="1434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" dur="77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SSN00725A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Sj0388507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4" grpId="0"/>
      <p:bldP spid="14345" grpId="0"/>
      <p:bldP spid="14346" grpId="0"/>
      <p:bldP spid="143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Solving Quadratic Equations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909638" y="1371600"/>
            <a:ext cx="71707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When you solve a quadratic equation, the x values that you calculate are referred to as the </a:t>
            </a:r>
            <a:r>
              <a:rPr lang="en-US" altLang="x-none">
                <a:solidFill>
                  <a:srgbClr val="FF0000"/>
                </a:solidFill>
              </a:rPr>
              <a:t>roots</a:t>
            </a:r>
            <a:r>
              <a:rPr lang="en-US" altLang="x-none">
                <a:solidFill>
                  <a:srgbClr val="3333FF"/>
                </a:solidFill>
              </a:rPr>
              <a:t> of the equation.</a:t>
            </a:r>
          </a:p>
        </p:txBody>
      </p:sp>
      <p:graphicFrame>
        <p:nvGraphicFramePr>
          <p:cNvPr id="16402" name="Object 18"/>
          <p:cNvGraphicFramePr>
            <a:graphicFrameLocks noChangeAspect="1"/>
          </p:cNvGraphicFramePr>
          <p:nvPr/>
        </p:nvGraphicFramePr>
        <p:xfrm>
          <a:off x="5715000" y="2438400"/>
          <a:ext cx="189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9" imgW="1892160" imgH="355320" progId="Equation.DSMT4">
                  <p:embed/>
                </p:oleObj>
              </mc:Choice>
              <mc:Fallback>
                <p:oleObj name="Equation" r:id="rId9" imgW="1892160" imgH="35532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438400"/>
                        <a:ext cx="1892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342900" y="2438400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When a quadratic function is in the form of                          , the </a:t>
            </a:r>
            <a:r>
              <a:rPr lang="en-US" altLang="x-none">
                <a:solidFill>
                  <a:srgbClr val="FF0000"/>
                </a:solidFill>
              </a:rPr>
              <a:t>roots</a:t>
            </a:r>
            <a:r>
              <a:rPr lang="en-US" altLang="x-none"/>
              <a:t> can be found by setting the equation equal to zero and solving.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304800" y="3276600"/>
            <a:ext cx="510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008000"/>
                </a:solidFill>
              </a:rPr>
              <a:t>When a quadratic equation is factorable, then it can be solved algebraically.</a:t>
            </a:r>
          </a:p>
        </p:txBody>
      </p:sp>
      <p:pic>
        <p:nvPicPr>
          <p:cNvPr id="16422" name="Picture 38" descr="MCj02870650000[1]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429000"/>
            <a:ext cx="2697163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23" name="AutoShape 39"/>
          <p:cNvSpPr>
            <a:spLocks noChangeArrowheads="1"/>
          </p:cNvSpPr>
          <p:nvPr/>
        </p:nvSpPr>
        <p:spPr bwMode="auto">
          <a:xfrm>
            <a:off x="457200" y="5181600"/>
            <a:ext cx="4648200" cy="990600"/>
          </a:xfrm>
          <a:prstGeom prst="wedgeRoundRectCallout">
            <a:avLst>
              <a:gd name="adj1" fmla="val 97028"/>
              <a:gd name="adj2" fmla="val -91028"/>
              <a:gd name="adj3" fmla="val 16667"/>
            </a:avLst>
          </a:prstGeom>
          <a:solidFill>
            <a:srgbClr val="FF99CC">
              <a:alpha val="50195"/>
            </a:srgbClr>
          </a:solidFill>
          <a:ln w="19050">
            <a:solidFill>
              <a:srgbClr val="FF00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2400">
                <a:solidFill>
                  <a:srgbClr val="3333FF"/>
                </a:solidFill>
              </a:rPr>
              <a:t>This is actually pretty easy.  Let’s look at some examples.</a:t>
            </a:r>
          </a:p>
        </p:txBody>
      </p:sp>
      <p:sp>
        <p:nvSpPr>
          <p:cNvPr id="16424" name="Text Box 40"/>
          <p:cNvSpPr txBox="1">
            <a:spLocks noChangeArrowheads="1"/>
          </p:cNvSpPr>
          <p:nvPr/>
        </p:nvSpPr>
        <p:spPr bwMode="auto">
          <a:xfrm>
            <a:off x="304800" y="4114800"/>
            <a:ext cx="49688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Sometimes, the </a:t>
            </a:r>
            <a:r>
              <a:rPr lang="en-US" altLang="x-none">
                <a:solidFill>
                  <a:srgbClr val="FF0000"/>
                </a:solidFill>
              </a:rPr>
              <a:t>roots</a:t>
            </a:r>
            <a:r>
              <a:rPr lang="en-US" altLang="x-none"/>
              <a:t> of the equation are referred to as the </a:t>
            </a:r>
            <a:r>
              <a:rPr lang="en-US" altLang="x-none">
                <a:solidFill>
                  <a:srgbClr val="FF0000"/>
                </a:solidFill>
              </a:rPr>
              <a:t>solution set</a:t>
            </a:r>
            <a:r>
              <a:rPr lang="en-US" altLang="x-none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  <p:bldP spid="16401" grpId="0"/>
      <p:bldP spid="16403" grpId="0"/>
      <p:bldP spid="16404" grpId="0"/>
      <p:bldP spid="16423" grpId="0" animBg="1"/>
      <p:bldP spid="164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 b="1">
                <a:solidFill>
                  <a:srgbClr val="FF0000"/>
                </a:solidFill>
                <a:latin typeface="Comic Sans MS" charset="0"/>
              </a:rPr>
              <a:t>Factoring and Solving</a:t>
            </a:r>
            <a:br>
              <a:rPr lang="en-US" altLang="x-none" sz="4000" b="1">
                <a:solidFill>
                  <a:srgbClr val="FF0000"/>
                </a:solidFill>
                <a:latin typeface="Comic Sans MS" charset="0"/>
              </a:rPr>
            </a:br>
            <a:r>
              <a:rPr lang="en-US" altLang="x-none" sz="4000" b="1">
                <a:solidFill>
                  <a:srgbClr val="FF0000"/>
                </a:solidFill>
                <a:latin typeface="Comic Sans MS" charset="0"/>
              </a:rPr>
              <a:t>Quadratic Equations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993775" y="1676400"/>
            <a:ext cx="7004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Find the solution set of the following quadratic functions.</a:t>
            </a:r>
          </a:p>
        </p:txBody>
      </p:sp>
      <p:graphicFrame>
        <p:nvGraphicFramePr>
          <p:cNvPr id="10242" name="Object 7"/>
          <p:cNvGraphicFramePr>
            <a:graphicFrameLocks noChangeAspect="1"/>
          </p:cNvGraphicFramePr>
          <p:nvPr/>
        </p:nvGraphicFramePr>
        <p:xfrm>
          <a:off x="4114800" y="3298825"/>
          <a:ext cx="91440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1" name="Equation" r:id="rId9" imgW="914400" imgH="259200" progId="Equation.DSMT4">
                  <p:embed/>
                </p:oleObj>
              </mc:Choice>
              <mc:Fallback>
                <p:oleObj name="Equation" r:id="rId9" imgW="914400" imgH="259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98825"/>
                        <a:ext cx="914400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685800" y="2362200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" name="Equation" r:id="rId11" imgW="1765080" imgH="342720" progId="Equation.DSMT4">
                  <p:embed/>
                </p:oleObj>
              </mc:Choice>
              <mc:Fallback>
                <p:oleObj name="Equation" r:id="rId11" imgW="1765080" imgH="342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362200"/>
                        <a:ext cx="1765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3238500" y="2771775"/>
            <a:ext cx="2514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Rewrite the equation in  </a:t>
            </a:r>
            <a:r>
              <a:rPr lang="en-US" altLang="x-none" sz="1600" i="1">
                <a:solidFill>
                  <a:srgbClr val="3333FF"/>
                </a:solidFill>
              </a:rPr>
              <a:t>a</a:t>
            </a:r>
            <a:r>
              <a:rPr lang="en-US" altLang="x-none" sz="1600" i="1">
                <a:solidFill>
                  <a:srgbClr val="FF0000"/>
                </a:solidFill>
              </a:rPr>
              <a:t>x</a:t>
            </a:r>
            <a:r>
              <a:rPr lang="en-US" altLang="x-none" sz="1600" baseline="30000">
                <a:solidFill>
                  <a:srgbClr val="FF0000"/>
                </a:solidFill>
              </a:rPr>
              <a:t>2</a:t>
            </a:r>
            <a:r>
              <a:rPr lang="en-US" altLang="x-none" sz="1600" baseline="30000">
                <a:solidFill>
                  <a:srgbClr val="FF00FF"/>
                </a:solidFill>
              </a:rPr>
              <a:t> </a:t>
            </a:r>
            <a:r>
              <a:rPr lang="en-US" altLang="x-none" sz="1600">
                <a:solidFill>
                  <a:schemeClr val="tx1"/>
                </a:solidFill>
              </a:rPr>
              <a:t>+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 i="1">
                <a:solidFill>
                  <a:srgbClr val="008000"/>
                </a:solidFill>
              </a:rPr>
              <a:t>b</a:t>
            </a:r>
            <a:r>
              <a:rPr lang="en-US" altLang="x-none" sz="1600" i="1">
                <a:solidFill>
                  <a:srgbClr val="FF0000"/>
                </a:solidFill>
              </a:rPr>
              <a:t>x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>
                <a:solidFill>
                  <a:schemeClr val="tx1"/>
                </a:solidFill>
              </a:rPr>
              <a:t>+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 i="1">
                <a:solidFill>
                  <a:srgbClr val="9900FF"/>
                </a:solidFill>
              </a:rPr>
              <a:t>c </a:t>
            </a:r>
            <a:r>
              <a:rPr lang="en-US" altLang="x-none" sz="1600">
                <a:solidFill>
                  <a:schemeClr val="tx1"/>
                </a:solidFill>
              </a:rPr>
              <a:t>=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>
                <a:solidFill>
                  <a:srgbClr val="FF0000"/>
                </a:solidFill>
              </a:rPr>
              <a:t>0</a:t>
            </a:r>
            <a:r>
              <a:rPr lang="en-US" altLang="x-none" sz="1600">
                <a:solidFill>
                  <a:srgbClr val="FF00FF"/>
                </a:solidFill>
              </a:rPr>
              <a:t> format.</a:t>
            </a:r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228600" y="3086100"/>
          <a:ext cx="242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3" name="Equation" r:id="rId13" imgW="2425680" imgH="342720" progId="Equation.DSMT4">
                  <p:embed/>
                </p:oleObj>
              </mc:Choice>
              <mc:Fallback>
                <p:oleObj name="Equation" r:id="rId13" imgW="2425680" imgH="3427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86100"/>
                        <a:ext cx="2425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3238500" y="3657600"/>
            <a:ext cx="2514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Rewrite the equation so that </a:t>
            </a:r>
            <a:r>
              <a:rPr lang="en-US" altLang="x-none" sz="1600" i="1">
                <a:solidFill>
                  <a:srgbClr val="3333FF"/>
                </a:solidFill>
              </a:rPr>
              <a:t>a</a:t>
            </a:r>
            <a:r>
              <a:rPr lang="en-US" altLang="x-none" sz="1600" baseline="30000">
                <a:solidFill>
                  <a:srgbClr val="FF00FF"/>
                </a:solidFill>
              </a:rPr>
              <a:t>  </a:t>
            </a:r>
            <a:r>
              <a:rPr lang="en-US" altLang="x-none" sz="1600">
                <a:solidFill>
                  <a:srgbClr val="FF00FF"/>
                </a:solidFill>
              </a:rPr>
              <a:t>is positive.</a:t>
            </a:r>
          </a:p>
        </p:txBody>
      </p:sp>
      <p:graphicFrame>
        <p:nvGraphicFramePr>
          <p:cNvPr id="18444" name="Object 12"/>
          <p:cNvGraphicFramePr>
            <a:graphicFrameLocks noChangeAspect="1"/>
          </p:cNvGraphicFramePr>
          <p:nvPr/>
        </p:nvGraphicFramePr>
        <p:xfrm>
          <a:off x="457200" y="3733800"/>
          <a:ext cx="226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4" name="Equation" r:id="rId15" imgW="2260440" imgH="342720" progId="Equation.DSMT4">
                  <p:embed/>
                </p:oleObj>
              </mc:Choice>
              <mc:Fallback>
                <p:oleObj name="Equation" r:id="rId15" imgW="2260440" imgH="3427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33800"/>
                        <a:ext cx="2260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3238500" y="43434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Factor the equation.</a:t>
            </a:r>
          </a:p>
        </p:txBody>
      </p:sp>
      <p:graphicFrame>
        <p:nvGraphicFramePr>
          <p:cNvPr id="18446" name="Object 14"/>
          <p:cNvGraphicFramePr>
            <a:graphicFrameLocks noChangeAspect="1"/>
          </p:cNvGraphicFramePr>
          <p:nvPr/>
        </p:nvGraphicFramePr>
        <p:xfrm>
          <a:off x="381000" y="4343400"/>
          <a:ext cx="2438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5" name="Equation" r:id="rId17" imgW="2438280" imgH="368280" progId="Equation.DSMT4">
                  <p:embed/>
                </p:oleObj>
              </mc:Choice>
              <mc:Fallback>
                <p:oleObj name="Equation" r:id="rId17" imgW="2438280" imgH="3682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343400"/>
                        <a:ext cx="2438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3238500" y="4800600"/>
            <a:ext cx="2514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Set each factor equal to zero and solve.</a:t>
            </a:r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1371600" y="4724400"/>
            <a:ext cx="0" cy="76200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8449" name="Object 17"/>
          <p:cNvGraphicFramePr>
            <a:graphicFrameLocks noChangeAspect="1"/>
          </p:cNvGraphicFramePr>
          <p:nvPr/>
        </p:nvGraphicFramePr>
        <p:xfrm>
          <a:off x="228600" y="4800600"/>
          <a:ext cx="1079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6" name="Equation" r:id="rId19" imgW="1079280" imgH="253800" progId="Equation.DSMT4">
                  <p:embed/>
                </p:oleObj>
              </mc:Choice>
              <mc:Fallback>
                <p:oleObj name="Equation" r:id="rId19" imgW="1079280" imgH="253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800600"/>
                        <a:ext cx="1079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Object 18"/>
          <p:cNvGraphicFramePr>
            <a:graphicFrameLocks noChangeAspect="1"/>
          </p:cNvGraphicFramePr>
          <p:nvPr/>
        </p:nvGraphicFramePr>
        <p:xfrm>
          <a:off x="1447800" y="4800600"/>
          <a:ext cx="1066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" name="Equation" r:id="rId21" imgW="1066680" imgH="266400" progId="Equation.DSMT4">
                  <p:embed/>
                </p:oleObj>
              </mc:Choice>
              <mc:Fallback>
                <p:oleObj name="Equation" r:id="rId21" imgW="1066680" imgH="266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800600"/>
                        <a:ext cx="10668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1" name="Object 19"/>
          <p:cNvGraphicFramePr>
            <a:graphicFrameLocks noChangeAspect="1"/>
          </p:cNvGraphicFramePr>
          <p:nvPr/>
        </p:nvGraphicFramePr>
        <p:xfrm>
          <a:off x="355600" y="5181600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8" name="Equation" r:id="rId23" imgW="825480" imgH="253800" progId="Equation.DSMT4">
                  <p:embed/>
                </p:oleObj>
              </mc:Choice>
              <mc:Fallback>
                <p:oleObj name="Equation" r:id="rId23" imgW="825480" imgH="253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5181600"/>
                        <a:ext cx="825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3238500" y="57150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Write the solution set.</a:t>
            </a:r>
          </a:p>
        </p:txBody>
      </p:sp>
      <p:graphicFrame>
        <p:nvGraphicFramePr>
          <p:cNvPr id="18454" name="Object 22"/>
          <p:cNvGraphicFramePr>
            <a:graphicFrameLocks noChangeAspect="1"/>
          </p:cNvGraphicFramePr>
          <p:nvPr/>
        </p:nvGraphicFramePr>
        <p:xfrm>
          <a:off x="533400" y="5715000"/>
          <a:ext cx="1638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9" name="Equation" r:id="rId25" imgW="1638000" imgH="368280" progId="Equation.DSMT4">
                  <p:embed/>
                </p:oleObj>
              </mc:Choice>
              <mc:Fallback>
                <p:oleObj name="Equation" r:id="rId25" imgW="1638000" imgH="3682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15000"/>
                        <a:ext cx="1638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AutoShape 23"/>
          <p:cNvSpPr>
            <a:spLocks noChangeArrowheads="1"/>
          </p:cNvSpPr>
          <p:nvPr/>
        </p:nvSpPr>
        <p:spPr bwMode="auto">
          <a:xfrm>
            <a:off x="381000" y="5638800"/>
            <a:ext cx="1905000" cy="6096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graphicFrame>
        <p:nvGraphicFramePr>
          <p:cNvPr id="18456" name="Object 24"/>
          <p:cNvGraphicFramePr>
            <a:graphicFrameLocks noChangeAspect="1"/>
          </p:cNvGraphicFramePr>
          <p:nvPr/>
        </p:nvGraphicFramePr>
        <p:xfrm>
          <a:off x="1524000" y="5175250"/>
          <a:ext cx="673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0" name="Equation" r:id="rId27" imgW="672840" imgH="266400" progId="Equation.DSMT4">
                  <p:embed/>
                </p:oleObj>
              </mc:Choice>
              <mc:Fallback>
                <p:oleObj name="Equation" r:id="rId27" imgW="672840" imgH="2664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175250"/>
                        <a:ext cx="6731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25"/>
          <p:cNvGraphicFramePr>
            <a:graphicFrameLocks noChangeAspect="1"/>
          </p:cNvGraphicFramePr>
          <p:nvPr/>
        </p:nvGraphicFramePr>
        <p:xfrm>
          <a:off x="6229350" y="236220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1" name="Equation" r:id="rId29" imgW="2108160" imgH="342720" progId="Equation.DSMT4">
                  <p:embed/>
                </p:oleObj>
              </mc:Choice>
              <mc:Fallback>
                <p:oleObj name="Equation" r:id="rId29" imgW="2108160" imgH="3427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2362200"/>
                        <a:ext cx="210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6026150" y="3009900"/>
          <a:ext cx="259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" name="Equation" r:id="rId31" imgW="2590560" imgH="342720" progId="Equation.DSMT4">
                  <p:embed/>
                </p:oleObj>
              </mc:Choice>
              <mc:Fallback>
                <p:oleObj name="Equation" r:id="rId31" imgW="2590560" imgH="34272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3009900"/>
                        <a:ext cx="259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9" name="Object 27"/>
          <p:cNvGraphicFramePr>
            <a:graphicFrameLocks noChangeAspect="1"/>
          </p:cNvGraphicFramePr>
          <p:nvPr/>
        </p:nvGraphicFramePr>
        <p:xfrm>
          <a:off x="6191250" y="3657600"/>
          <a:ext cx="241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" name="Equation" r:id="rId33" imgW="2412720" imgH="342720" progId="Equation.DSMT4">
                  <p:embed/>
                </p:oleObj>
              </mc:Choice>
              <mc:Fallback>
                <p:oleObj name="Equation" r:id="rId33" imgW="2412720" imgH="34272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0" y="3657600"/>
                        <a:ext cx="241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0" name="Object 28"/>
          <p:cNvGraphicFramePr>
            <a:graphicFrameLocks noChangeAspect="1"/>
          </p:cNvGraphicFramePr>
          <p:nvPr/>
        </p:nvGraphicFramePr>
        <p:xfrm>
          <a:off x="6197600" y="4267200"/>
          <a:ext cx="2387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" name="Equation" r:id="rId35" imgW="2387520" imgH="368280" progId="Equation.DSMT4">
                  <p:embed/>
                </p:oleObj>
              </mc:Choice>
              <mc:Fallback>
                <p:oleObj name="Equation" r:id="rId35" imgW="2387520" imgH="3682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4267200"/>
                        <a:ext cx="2387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1" name="Line 29"/>
          <p:cNvSpPr>
            <a:spLocks noChangeShapeType="1"/>
          </p:cNvSpPr>
          <p:nvPr/>
        </p:nvSpPr>
        <p:spPr bwMode="auto">
          <a:xfrm>
            <a:off x="7162800" y="4648200"/>
            <a:ext cx="0" cy="76200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8462" name="Object 30"/>
          <p:cNvGraphicFramePr>
            <a:graphicFrameLocks noChangeAspect="1"/>
          </p:cNvGraphicFramePr>
          <p:nvPr/>
        </p:nvGraphicFramePr>
        <p:xfrm>
          <a:off x="6019800" y="4724400"/>
          <a:ext cx="1054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" name="Equation" r:id="rId37" imgW="1054080" imgH="253800" progId="Equation.DSMT4">
                  <p:embed/>
                </p:oleObj>
              </mc:Choice>
              <mc:Fallback>
                <p:oleObj name="Equation" r:id="rId37" imgW="1054080" imgH="2538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724400"/>
                        <a:ext cx="1054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3" name="Object 31"/>
          <p:cNvGraphicFramePr>
            <a:graphicFrameLocks noChangeAspect="1"/>
          </p:cNvGraphicFramePr>
          <p:nvPr/>
        </p:nvGraphicFramePr>
        <p:xfrm>
          <a:off x="7315200" y="4724400"/>
          <a:ext cx="1054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Equation" r:id="rId39" imgW="1054080" imgH="253800" progId="Equation.DSMT4">
                  <p:embed/>
                </p:oleObj>
              </mc:Choice>
              <mc:Fallback>
                <p:oleObj name="Equation" r:id="rId39" imgW="1054080" imgH="2538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724400"/>
                        <a:ext cx="1054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4" name="Object 32"/>
          <p:cNvGraphicFramePr>
            <a:graphicFrameLocks noChangeAspect="1"/>
          </p:cNvGraphicFramePr>
          <p:nvPr/>
        </p:nvGraphicFramePr>
        <p:xfrm>
          <a:off x="6223000" y="5105400"/>
          <a:ext cx="647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" name="Equation" r:id="rId41" imgW="647640" imgH="253800" progId="Equation.DSMT4">
                  <p:embed/>
                </p:oleObj>
              </mc:Choice>
              <mc:Fallback>
                <p:oleObj name="Equation" r:id="rId41" imgW="647640" imgH="2538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105400"/>
                        <a:ext cx="647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5" name="Object 33"/>
          <p:cNvGraphicFramePr>
            <a:graphicFrameLocks noChangeAspect="1"/>
          </p:cNvGraphicFramePr>
          <p:nvPr/>
        </p:nvGraphicFramePr>
        <p:xfrm>
          <a:off x="7512050" y="5105400"/>
          <a:ext cx="660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Equation" r:id="rId43" imgW="660240" imgH="253800" progId="Equation.DSMT4">
                  <p:embed/>
                </p:oleObj>
              </mc:Choice>
              <mc:Fallback>
                <p:oleObj name="Equation" r:id="rId43" imgW="660240" imgH="253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5105400"/>
                        <a:ext cx="660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6" name="Object 34"/>
          <p:cNvGraphicFramePr>
            <a:graphicFrameLocks noChangeAspect="1"/>
          </p:cNvGraphicFramePr>
          <p:nvPr/>
        </p:nvGraphicFramePr>
        <p:xfrm>
          <a:off x="6515100" y="5638800"/>
          <a:ext cx="140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Equation" r:id="rId45" imgW="1409400" imgH="368280" progId="Equation.DSMT4">
                  <p:embed/>
                </p:oleObj>
              </mc:Choice>
              <mc:Fallback>
                <p:oleObj name="Equation" r:id="rId45" imgW="1409400" imgH="36828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5638800"/>
                        <a:ext cx="1409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7" name="AutoShape 35"/>
          <p:cNvSpPr>
            <a:spLocks noChangeArrowheads="1"/>
          </p:cNvSpPr>
          <p:nvPr/>
        </p:nvSpPr>
        <p:spPr bwMode="auto">
          <a:xfrm>
            <a:off x="6248400" y="5562600"/>
            <a:ext cx="1905000" cy="6096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8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8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8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8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8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8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8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18437" grpId="0"/>
      <p:bldP spid="18441" grpId="0"/>
      <p:bldP spid="18443" grpId="0"/>
      <p:bldP spid="18445" grpId="0"/>
      <p:bldP spid="18447" grpId="0"/>
      <p:bldP spid="18448" grpId="0" animBg="1"/>
      <p:bldP spid="18453" grpId="0"/>
      <p:bldP spid="18455" grpId="0" animBg="1"/>
      <p:bldP spid="18461" grpId="0" animBg="1"/>
      <p:bldP spid="1846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60438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More Factoring Examples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381000" y="1066800"/>
            <a:ext cx="39020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For what values of x is the following fraction undefined?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092200" y="1841500"/>
          <a:ext cx="156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tion" r:id="rId10" imgW="1562040" imgH="774360" progId="Equation.DSMT4">
                  <p:embed/>
                </p:oleObj>
              </mc:Choice>
              <mc:Fallback>
                <p:oleObj name="Equation" r:id="rId10" imgW="1562040" imgH="774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1841500"/>
                        <a:ext cx="1562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28600" y="2771775"/>
            <a:ext cx="3886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If the denominator was equal to zero, the fraction would be undefined.</a:t>
            </a: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806450" y="3556000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tion" r:id="rId12" imgW="2031840" imgH="342720" progId="Equation.DSMT4">
                  <p:embed/>
                </p:oleObj>
              </mc:Choice>
              <mc:Fallback>
                <p:oleObj name="Equation" r:id="rId12" imgW="2031840" imgH="342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3556000"/>
                        <a:ext cx="2032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571500" y="4089400"/>
          <a:ext cx="2400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name="Equation" r:id="rId14" imgW="2400120" imgH="368280" progId="Equation.DSMT4">
                  <p:embed/>
                </p:oleObj>
              </mc:Choice>
              <mc:Fallback>
                <p:oleObj name="Equation" r:id="rId14" imgW="2400120" imgH="368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089400"/>
                        <a:ext cx="2400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533400" y="4724400"/>
          <a:ext cx="220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Equation" r:id="rId16" imgW="2209680" imgH="304560" progId="Equation.DSMT4">
                  <p:embed/>
                </p:oleObj>
              </mc:Choice>
              <mc:Fallback>
                <p:oleObj name="Equation" r:id="rId16" imgW="2209680" imgH="3045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24400"/>
                        <a:ext cx="2209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381000" y="5181600"/>
            <a:ext cx="259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>
                <a:solidFill>
                  <a:srgbClr val="9900FF"/>
                </a:solidFill>
              </a:rPr>
              <a:t>The fraction would be undefined at</a:t>
            </a:r>
          </a:p>
        </p:txBody>
      </p:sp>
      <p:graphicFrame>
        <p:nvGraphicFramePr>
          <p:cNvPr id="20492" name="Object 12"/>
          <p:cNvGraphicFramePr>
            <a:graphicFrameLocks noChangeAspect="1"/>
          </p:cNvGraphicFramePr>
          <p:nvPr/>
        </p:nvGraphicFramePr>
        <p:xfrm>
          <a:off x="838200" y="5867400"/>
          <a:ext cx="161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Equation" r:id="rId18" imgW="1612800" imgH="368280" progId="Equation.DSMT4">
                  <p:embed/>
                </p:oleObj>
              </mc:Choice>
              <mc:Fallback>
                <p:oleObj name="Equation" r:id="rId18" imgW="1612800" imgH="3682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867400"/>
                        <a:ext cx="1612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457200" y="5105400"/>
            <a:ext cx="2514600" cy="12192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 flipH="1">
            <a:off x="4419600" y="1143000"/>
            <a:ext cx="76200" cy="53546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  <a:p>
            <a:pPr eaLnBrk="1" hangingPunct="1"/>
            <a:endParaRPr lang="en-US" altLang="x-none" sz="2300">
              <a:solidFill>
                <a:srgbClr val="990099"/>
              </a:solidFill>
            </a:endParaRP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4495800" y="1143000"/>
            <a:ext cx="434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Solve the following equation for x</a:t>
            </a:r>
          </a:p>
        </p:txBody>
      </p:sp>
      <p:graphicFrame>
        <p:nvGraphicFramePr>
          <p:cNvPr id="20496" name="Object 16"/>
          <p:cNvGraphicFramePr>
            <a:graphicFrameLocks noChangeAspect="1"/>
          </p:cNvGraphicFramePr>
          <p:nvPr/>
        </p:nvGraphicFramePr>
        <p:xfrm>
          <a:off x="5715000" y="1676400"/>
          <a:ext cx="139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Equation" r:id="rId20" imgW="1396800" imgH="736560" progId="Equation.DSMT4">
                  <p:embed/>
                </p:oleObj>
              </mc:Choice>
              <mc:Fallback>
                <p:oleObj name="Equation" r:id="rId20" imgW="1396800" imgH="7365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676400"/>
                        <a:ext cx="1397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5486400" y="2514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Cross-multiply.</a:t>
            </a:r>
          </a:p>
        </p:txBody>
      </p:sp>
      <p:graphicFrame>
        <p:nvGraphicFramePr>
          <p:cNvPr id="20498" name="Object 18"/>
          <p:cNvGraphicFramePr>
            <a:graphicFrameLocks noChangeAspect="1"/>
          </p:cNvGraphicFramePr>
          <p:nvPr/>
        </p:nvGraphicFramePr>
        <p:xfrm>
          <a:off x="5105400" y="2819400"/>
          <a:ext cx="229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Equation" r:id="rId22" imgW="2298600" imgH="342720" progId="Equation.DSMT4">
                  <p:embed/>
                </p:oleObj>
              </mc:Choice>
              <mc:Fallback>
                <p:oleObj name="Equation" r:id="rId22" imgW="2298600" imgH="34272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819400"/>
                        <a:ext cx="2298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5029200" y="3352800"/>
            <a:ext cx="2514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Rewrite the equation in  </a:t>
            </a:r>
            <a:r>
              <a:rPr lang="en-US" altLang="x-none" sz="1600" i="1">
                <a:solidFill>
                  <a:srgbClr val="3333FF"/>
                </a:solidFill>
              </a:rPr>
              <a:t>a</a:t>
            </a:r>
            <a:r>
              <a:rPr lang="en-US" altLang="x-none" sz="1600" i="1">
                <a:solidFill>
                  <a:srgbClr val="FF0000"/>
                </a:solidFill>
              </a:rPr>
              <a:t>x</a:t>
            </a:r>
            <a:r>
              <a:rPr lang="en-US" altLang="x-none" sz="1600" baseline="30000">
                <a:solidFill>
                  <a:srgbClr val="FF0000"/>
                </a:solidFill>
              </a:rPr>
              <a:t>2</a:t>
            </a:r>
            <a:r>
              <a:rPr lang="en-US" altLang="x-none" sz="1600" baseline="30000">
                <a:solidFill>
                  <a:srgbClr val="FF00FF"/>
                </a:solidFill>
              </a:rPr>
              <a:t> </a:t>
            </a:r>
            <a:r>
              <a:rPr lang="en-US" altLang="x-none" sz="1600">
                <a:solidFill>
                  <a:schemeClr val="tx1"/>
                </a:solidFill>
              </a:rPr>
              <a:t>+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 i="1">
                <a:solidFill>
                  <a:srgbClr val="008000"/>
                </a:solidFill>
              </a:rPr>
              <a:t>b</a:t>
            </a:r>
            <a:r>
              <a:rPr lang="en-US" altLang="x-none" sz="1600" i="1">
                <a:solidFill>
                  <a:srgbClr val="FF0000"/>
                </a:solidFill>
              </a:rPr>
              <a:t>x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>
                <a:solidFill>
                  <a:schemeClr val="tx1"/>
                </a:solidFill>
              </a:rPr>
              <a:t>+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 i="1">
                <a:solidFill>
                  <a:srgbClr val="9900FF"/>
                </a:solidFill>
              </a:rPr>
              <a:t>c </a:t>
            </a:r>
            <a:r>
              <a:rPr lang="en-US" altLang="x-none" sz="1600">
                <a:solidFill>
                  <a:schemeClr val="tx1"/>
                </a:solidFill>
              </a:rPr>
              <a:t>=</a:t>
            </a:r>
            <a:r>
              <a:rPr lang="en-US" altLang="x-none" sz="1600">
                <a:solidFill>
                  <a:srgbClr val="FF00FF"/>
                </a:solidFill>
              </a:rPr>
              <a:t> </a:t>
            </a:r>
            <a:r>
              <a:rPr lang="en-US" altLang="x-none" sz="1600">
                <a:solidFill>
                  <a:srgbClr val="FF0000"/>
                </a:solidFill>
              </a:rPr>
              <a:t>0</a:t>
            </a:r>
            <a:r>
              <a:rPr lang="en-US" altLang="x-none" sz="1600">
                <a:solidFill>
                  <a:srgbClr val="FF00FF"/>
                </a:solidFill>
              </a:rPr>
              <a:t> format.</a:t>
            </a:r>
          </a:p>
        </p:txBody>
      </p:sp>
      <p:graphicFrame>
        <p:nvGraphicFramePr>
          <p:cNvPr id="20500" name="Object 20"/>
          <p:cNvGraphicFramePr>
            <a:graphicFrameLocks noChangeAspect="1"/>
          </p:cNvGraphicFramePr>
          <p:nvPr/>
        </p:nvGraphicFramePr>
        <p:xfrm>
          <a:off x="5353050" y="403860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Equation" r:id="rId24" imgW="2108160" imgH="342720" progId="Equation.DSMT4">
                  <p:embed/>
                </p:oleObj>
              </mc:Choice>
              <mc:Fallback>
                <p:oleObj name="Equation" r:id="rId24" imgW="2108160" imgH="3427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3050" y="4038600"/>
                        <a:ext cx="210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5410200" y="4419600"/>
            <a:ext cx="2286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Factor the equation.</a:t>
            </a:r>
          </a:p>
        </p:txBody>
      </p:sp>
      <p:graphicFrame>
        <p:nvGraphicFramePr>
          <p:cNvPr id="20502" name="Object 22"/>
          <p:cNvGraphicFramePr>
            <a:graphicFrameLocks noChangeAspect="1"/>
          </p:cNvGraphicFramePr>
          <p:nvPr/>
        </p:nvGraphicFramePr>
        <p:xfrm>
          <a:off x="5213350" y="4800600"/>
          <a:ext cx="2336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1" name="Equation" r:id="rId26" imgW="2336760" imgH="368280" progId="Equation.DSMT4">
                  <p:embed/>
                </p:oleObj>
              </mc:Choice>
              <mc:Fallback>
                <p:oleObj name="Equation" r:id="rId26" imgW="2336760" imgH="3682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800600"/>
                        <a:ext cx="2336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23"/>
          <p:cNvGraphicFramePr>
            <a:graphicFrameLocks noChangeAspect="1"/>
          </p:cNvGraphicFramePr>
          <p:nvPr/>
        </p:nvGraphicFramePr>
        <p:xfrm>
          <a:off x="5232400" y="5340350"/>
          <a:ext cx="1955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Equation" r:id="rId28" imgW="1955520" imgH="291960" progId="Equation.DSMT4">
                  <p:embed/>
                </p:oleObj>
              </mc:Choice>
              <mc:Fallback>
                <p:oleObj name="Equation" r:id="rId28" imgW="1955520" imgH="2919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5340350"/>
                        <a:ext cx="1955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4" name="Object 24"/>
          <p:cNvGraphicFramePr>
            <a:graphicFrameLocks noChangeAspect="1"/>
          </p:cNvGraphicFramePr>
          <p:nvPr/>
        </p:nvGraphicFramePr>
        <p:xfrm>
          <a:off x="5588000" y="5791200"/>
          <a:ext cx="1358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Equation" r:id="rId30" imgW="1358640" imgH="368280" progId="Equation.DSMT4">
                  <p:embed/>
                </p:oleObj>
              </mc:Choice>
              <mc:Fallback>
                <p:oleObj name="Equation" r:id="rId30" imgW="1358640" imgH="368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5791200"/>
                        <a:ext cx="1358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AutoShape 25"/>
          <p:cNvSpPr>
            <a:spLocks noChangeArrowheads="1"/>
          </p:cNvSpPr>
          <p:nvPr/>
        </p:nvSpPr>
        <p:spPr bwMode="auto">
          <a:xfrm>
            <a:off x="5410200" y="5638800"/>
            <a:ext cx="1905000" cy="6096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/>
      <p:bldP spid="20487" grpId="0"/>
      <p:bldP spid="20491" grpId="0"/>
      <p:bldP spid="20493" grpId="0" animBg="1"/>
      <p:bldP spid="20494" grpId="0" animBg="1"/>
      <p:bldP spid="20495" grpId="0"/>
      <p:bldP spid="20497" grpId="0"/>
      <p:bldP spid="20499" grpId="0"/>
      <p:bldP spid="20501" grpId="0"/>
      <p:bldP spid="2050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715963"/>
          </a:xfrm>
        </p:spPr>
        <p:txBody>
          <a:bodyPr/>
          <a:lstStyle/>
          <a:p>
            <a:pPr eaLnBrk="1" hangingPunct="1"/>
            <a:r>
              <a:rPr lang="en-US" altLang="x-none" sz="3200" b="1">
                <a:solidFill>
                  <a:srgbClr val="FF0000"/>
                </a:solidFill>
                <a:latin typeface="Comic Sans MS" charset="0"/>
              </a:rPr>
              <a:t>Solving Quadratic Equations by Graphing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365250" y="1066800"/>
            <a:ext cx="613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Find the roots of the following quadratic function.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609600" y="1752600"/>
          <a:ext cx="191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11" imgW="1917360" imgH="342720" progId="Equation.DSMT4">
                  <p:embed/>
                </p:oleObj>
              </mc:Choice>
              <mc:Fallback>
                <p:oleObj name="Equation" r:id="rId11" imgW="1917360" imgH="342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52600"/>
                        <a:ext cx="1917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28600" y="2286000"/>
            <a:ext cx="3309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/>
              <a:t>Let’s solve by factoring first.</a:t>
            </a:r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539750" y="2743200"/>
          <a:ext cx="220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Equation" r:id="rId13" imgW="2209680" imgH="342720" progId="Equation.DSMT4">
                  <p:embed/>
                </p:oleObj>
              </mc:Choice>
              <mc:Fallback>
                <p:oleObj name="Equation" r:id="rId13" imgW="2209680" imgH="342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43200"/>
                        <a:ext cx="2209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444500" y="3168650"/>
          <a:ext cx="2387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Equation" r:id="rId15" imgW="2387520" imgH="368280" progId="Equation.DSMT4">
                  <p:embed/>
                </p:oleObj>
              </mc:Choice>
              <mc:Fallback>
                <p:oleObj name="Equation" r:id="rId15" imgW="2387520" imgH="368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3168650"/>
                        <a:ext cx="2387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698500" y="3581400"/>
          <a:ext cx="158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Equation" r:id="rId17" imgW="1587240" imgH="368280" progId="Equation.DSMT4">
                  <p:embed/>
                </p:oleObj>
              </mc:Choice>
              <mc:Fallback>
                <p:oleObj name="Equation" r:id="rId17" imgW="1587240" imgH="368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3581400"/>
                        <a:ext cx="1587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304800" y="4038600"/>
            <a:ext cx="3111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/>
              <a:t>Now let’s solve by graphing.</a:t>
            </a:r>
          </a:p>
        </p:txBody>
      </p:sp>
      <p:pic>
        <p:nvPicPr>
          <p:cNvPr id="22540" name="Picture 12" descr="TI83Plus_L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419600"/>
            <a:ext cx="10779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3908425" y="1676400"/>
            <a:ext cx="342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1) </a:t>
            </a:r>
            <a:r>
              <a:rPr lang="en-US" altLang="x-none">
                <a:solidFill>
                  <a:srgbClr val="FF0000"/>
                </a:solidFill>
              </a:rPr>
              <a:t>Enter the equation in Y</a:t>
            </a:r>
            <a:r>
              <a:rPr lang="en-US" altLang="x-none" baseline="-25000">
                <a:solidFill>
                  <a:srgbClr val="FF0000"/>
                </a:solidFill>
              </a:rPr>
              <a:t>1</a:t>
            </a:r>
            <a:r>
              <a:rPr lang="en-US" altLang="x-none">
                <a:solidFill>
                  <a:srgbClr val="FF0000"/>
                </a:solidFill>
              </a:rPr>
              <a:t> .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3886200" y="2133600"/>
            <a:ext cx="3706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2) </a:t>
            </a:r>
            <a:r>
              <a:rPr lang="en-US" altLang="x-none">
                <a:solidFill>
                  <a:srgbClr val="FF0000"/>
                </a:solidFill>
              </a:rPr>
              <a:t>View the graph by pressing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7543800" y="2209800"/>
            <a:ext cx="860425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GRAPH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3886200" y="2667000"/>
            <a:ext cx="1150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3) </a:t>
            </a:r>
            <a:r>
              <a:rPr lang="en-US" altLang="x-none">
                <a:solidFill>
                  <a:srgbClr val="FF0000"/>
                </a:solidFill>
              </a:rPr>
              <a:t>Press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5029200" y="2667000"/>
            <a:ext cx="533400" cy="3365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2nd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5715000" y="2667000"/>
            <a:ext cx="690563" cy="3365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CALC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6553200" y="2667000"/>
            <a:ext cx="307975" cy="33655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6858000" y="2667000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(zero)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3810000" y="32004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4) </a:t>
            </a:r>
            <a:r>
              <a:rPr lang="en-US" altLang="x-none">
                <a:solidFill>
                  <a:srgbClr val="FF0000"/>
                </a:solidFill>
              </a:rPr>
              <a:t>Move the curser slightly to the left</a:t>
            </a:r>
          </a:p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    of the vertex and press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7162800" y="35814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3886200" y="40386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5) </a:t>
            </a:r>
            <a:r>
              <a:rPr lang="en-US" altLang="x-none">
                <a:solidFill>
                  <a:srgbClr val="FF0000"/>
                </a:solidFill>
              </a:rPr>
              <a:t>Move the curser slightly to the right</a:t>
            </a:r>
          </a:p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    of the vertex and press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7162800" y="44196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3886200" y="4800600"/>
            <a:ext cx="1150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6) </a:t>
            </a:r>
            <a:r>
              <a:rPr lang="en-US" altLang="x-none">
                <a:solidFill>
                  <a:srgbClr val="FF0000"/>
                </a:solidFill>
              </a:rPr>
              <a:t>Press</a:t>
            </a: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5105400" y="48006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3810000" y="5257800"/>
            <a:ext cx="4614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The calculator calculates the 1</a:t>
            </a:r>
            <a:r>
              <a:rPr lang="en-US" altLang="x-none" baseline="30000">
                <a:solidFill>
                  <a:srgbClr val="FF0000"/>
                </a:solidFill>
              </a:rPr>
              <a:t>st</a:t>
            </a:r>
            <a:r>
              <a:rPr lang="en-US" altLang="x-none">
                <a:solidFill>
                  <a:srgbClr val="FF0000"/>
                </a:solidFill>
              </a:rPr>
              <a:t> root.</a:t>
            </a:r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3581400" y="5791200"/>
            <a:ext cx="5380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Repeat steps </a:t>
            </a:r>
            <a:r>
              <a:rPr lang="en-US" altLang="x-none">
                <a:solidFill>
                  <a:srgbClr val="3333FF"/>
                </a:solidFill>
              </a:rPr>
              <a:t>3</a:t>
            </a:r>
            <a:r>
              <a:rPr lang="en-US" altLang="x-none">
                <a:solidFill>
                  <a:srgbClr val="FF0000"/>
                </a:solidFill>
              </a:rPr>
              <a:t> – </a:t>
            </a:r>
            <a:r>
              <a:rPr lang="en-US" altLang="x-none">
                <a:solidFill>
                  <a:srgbClr val="3333FF"/>
                </a:solidFill>
              </a:rPr>
              <a:t>6</a:t>
            </a:r>
            <a:r>
              <a:rPr lang="en-US" altLang="x-none">
                <a:solidFill>
                  <a:srgbClr val="FF0000"/>
                </a:solidFill>
              </a:rPr>
              <a:t> to calculate the 2</a:t>
            </a:r>
            <a:r>
              <a:rPr lang="en-US" altLang="x-none" baseline="30000">
                <a:solidFill>
                  <a:srgbClr val="FF0000"/>
                </a:solidFill>
              </a:rPr>
              <a:t>nd</a:t>
            </a:r>
            <a:r>
              <a:rPr lang="en-US" altLang="x-none">
                <a:solidFill>
                  <a:srgbClr val="FF0000"/>
                </a:solidFill>
              </a:rPr>
              <a:t> root.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2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2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2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5" grpId="0"/>
      <p:bldP spid="22539" grpId="0"/>
      <p:bldP spid="22541" grpId="0"/>
      <p:bldP spid="22542" grpId="0"/>
      <p:bldP spid="22543" grpId="0" animBg="1"/>
      <p:bldP spid="22544" grpId="0"/>
      <p:bldP spid="22545" grpId="0" animBg="1"/>
      <p:bldP spid="22546" grpId="0" animBg="1"/>
      <p:bldP spid="22547" grpId="0" animBg="1"/>
      <p:bldP spid="22548" grpId="0"/>
      <p:bldP spid="22549" grpId="0"/>
      <p:bldP spid="22550" grpId="0" animBg="1"/>
      <p:bldP spid="22551" grpId="0"/>
      <p:bldP spid="22552" grpId="0" animBg="1"/>
      <p:bldP spid="22553" grpId="0"/>
      <p:bldP spid="22554" grpId="0" animBg="1"/>
      <p:bldP spid="22555" grpId="0"/>
      <p:bldP spid="225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715963"/>
          </a:xfrm>
        </p:spPr>
        <p:txBody>
          <a:bodyPr/>
          <a:lstStyle/>
          <a:p>
            <a:pPr eaLnBrk="1" hangingPunct="1"/>
            <a:r>
              <a:rPr lang="en-US" altLang="x-none" sz="3200" b="1">
                <a:solidFill>
                  <a:srgbClr val="FF0000"/>
                </a:solidFill>
                <a:latin typeface="Comic Sans MS" charset="0"/>
              </a:rPr>
              <a:t>More Solving Quadratic</a:t>
            </a:r>
            <a:br>
              <a:rPr lang="en-US" altLang="x-none" sz="3200" b="1">
                <a:solidFill>
                  <a:srgbClr val="FF0000"/>
                </a:solidFill>
                <a:latin typeface="Comic Sans MS" charset="0"/>
              </a:rPr>
            </a:br>
            <a:r>
              <a:rPr lang="en-US" altLang="x-none" sz="3200" b="1">
                <a:solidFill>
                  <a:srgbClr val="FF0000"/>
                </a:solidFill>
                <a:latin typeface="Comic Sans MS" charset="0"/>
              </a:rPr>
              <a:t>Equations by Graphing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0" y="990600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Approximate the roots of the following quadratic function to the nearest hundredth.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685800" y="1981200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Equation" r:id="rId12" imgW="1765080" imgH="342720" progId="Equation.DSMT4">
                  <p:embed/>
                </p:oleObj>
              </mc:Choice>
              <mc:Fallback>
                <p:oleObj name="Equation" r:id="rId12" imgW="1765080" imgH="342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81200"/>
                        <a:ext cx="1765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52400" y="2362200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/>
              <a:t>Set equation equal to zero.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609600" y="2743200"/>
          <a:ext cx="207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Equation" r:id="rId14" imgW="2070000" imgH="342720" progId="Equation.DSMT4">
                  <p:embed/>
                </p:oleObj>
              </mc:Choice>
              <mc:Fallback>
                <p:oleObj name="Equation" r:id="rId14" imgW="2070000" imgH="342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43200"/>
                        <a:ext cx="2070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0" y="3352800"/>
            <a:ext cx="3657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/>
              <a:t>This equation is unfactorable, so we have to use our calculator.</a:t>
            </a:r>
          </a:p>
        </p:txBody>
      </p:sp>
      <p:pic>
        <p:nvPicPr>
          <p:cNvPr id="24586" name="Picture 10" descr="TI83Plus_L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10779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3886200" y="1143000"/>
            <a:ext cx="342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1) </a:t>
            </a:r>
            <a:r>
              <a:rPr lang="en-US" altLang="x-none">
                <a:solidFill>
                  <a:srgbClr val="FF0000"/>
                </a:solidFill>
              </a:rPr>
              <a:t>Enter the equation in Y</a:t>
            </a:r>
            <a:r>
              <a:rPr lang="en-US" altLang="x-none" baseline="-25000">
                <a:solidFill>
                  <a:srgbClr val="FF0000"/>
                </a:solidFill>
              </a:rPr>
              <a:t>1</a:t>
            </a:r>
            <a:r>
              <a:rPr lang="en-US" altLang="x-none">
                <a:solidFill>
                  <a:srgbClr val="FF0000"/>
                </a:solidFill>
              </a:rPr>
              <a:t> .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3886200" y="1600200"/>
            <a:ext cx="3706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2) </a:t>
            </a:r>
            <a:r>
              <a:rPr lang="en-US" altLang="x-none">
                <a:solidFill>
                  <a:srgbClr val="FF0000"/>
                </a:solidFill>
              </a:rPr>
              <a:t>View the graph by pressing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7543800" y="1676400"/>
            <a:ext cx="860425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GRAPH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3919538" y="2057400"/>
            <a:ext cx="1150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3) </a:t>
            </a:r>
            <a:r>
              <a:rPr lang="en-US" altLang="x-none">
                <a:solidFill>
                  <a:srgbClr val="FF0000"/>
                </a:solidFill>
              </a:rPr>
              <a:t>Press</a:t>
            </a:r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5029200" y="2057400"/>
            <a:ext cx="533400" cy="3365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2nd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5638800" y="2057400"/>
            <a:ext cx="690563" cy="3365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CALC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6400800" y="2057400"/>
            <a:ext cx="307975" cy="33655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6781800" y="2057400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(zero)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3810000" y="24384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4) </a:t>
            </a:r>
            <a:r>
              <a:rPr lang="en-US" altLang="x-none">
                <a:solidFill>
                  <a:srgbClr val="FF0000"/>
                </a:solidFill>
              </a:rPr>
              <a:t>Move the curser slightly to the left</a:t>
            </a:r>
          </a:p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    of the vertex and press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7086600" y="28194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3886200" y="32004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5) </a:t>
            </a:r>
            <a:r>
              <a:rPr lang="en-US" altLang="x-none">
                <a:solidFill>
                  <a:srgbClr val="FF0000"/>
                </a:solidFill>
              </a:rPr>
              <a:t>Move the curser slightly to the right</a:t>
            </a:r>
          </a:p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    of the vertex and press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7162800" y="35814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3919538" y="3886200"/>
            <a:ext cx="1150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6) </a:t>
            </a:r>
            <a:r>
              <a:rPr lang="en-US" altLang="x-none">
                <a:solidFill>
                  <a:srgbClr val="FF0000"/>
                </a:solidFill>
              </a:rPr>
              <a:t>Press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5105400" y="39624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3810000" y="4343400"/>
            <a:ext cx="4614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The calculator calculates the 1</a:t>
            </a:r>
            <a:r>
              <a:rPr lang="en-US" altLang="x-none" baseline="30000">
                <a:solidFill>
                  <a:srgbClr val="9900FF"/>
                </a:solidFill>
              </a:rPr>
              <a:t>st</a:t>
            </a:r>
            <a:r>
              <a:rPr lang="en-US" altLang="x-none">
                <a:solidFill>
                  <a:srgbClr val="9900FF"/>
                </a:solidFill>
              </a:rPr>
              <a:t> root.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3505200" y="5105400"/>
            <a:ext cx="5380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Repeat steps </a:t>
            </a:r>
            <a:r>
              <a:rPr lang="en-US" altLang="x-none">
                <a:solidFill>
                  <a:srgbClr val="3333FF"/>
                </a:solidFill>
              </a:rPr>
              <a:t>3</a:t>
            </a:r>
            <a:r>
              <a:rPr lang="en-US" altLang="x-none">
                <a:solidFill>
                  <a:srgbClr val="9900FF"/>
                </a:solidFill>
              </a:rPr>
              <a:t> – </a:t>
            </a:r>
            <a:r>
              <a:rPr lang="en-US" altLang="x-none">
                <a:solidFill>
                  <a:srgbClr val="3333FF"/>
                </a:solidFill>
              </a:rPr>
              <a:t>6</a:t>
            </a:r>
            <a:r>
              <a:rPr lang="en-US" altLang="x-none">
                <a:solidFill>
                  <a:srgbClr val="9900FF"/>
                </a:solidFill>
              </a:rPr>
              <a:t> to calculate the 2</a:t>
            </a:r>
            <a:r>
              <a:rPr lang="en-US" altLang="x-none" baseline="30000">
                <a:solidFill>
                  <a:srgbClr val="9900FF"/>
                </a:solidFill>
              </a:rPr>
              <a:t>nd</a:t>
            </a:r>
            <a:r>
              <a:rPr lang="en-US" altLang="x-none">
                <a:solidFill>
                  <a:srgbClr val="9900FF"/>
                </a:solidFill>
              </a:rPr>
              <a:t> root.</a:t>
            </a:r>
          </a:p>
        </p:txBody>
      </p:sp>
      <p:graphicFrame>
        <p:nvGraphicFramePr>
          <p:cNvPr id="24603" name="Object 27"/>
          <p:cNvGraphicFramePr>
            <a:graphicFrameLocks noChangeAspect="1"/>
          </p:cNvGraphicFramePr>
          <p:nvPr/>
        </p:nvGraphicFramePr>
        <p:xfrm>
          <a:off x="4953000" y="4724400"/>
          <a:ext cx="2095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17" imgW="2095200" imgH="304560" progId="Equation.DSMT4">
                  <p:embed/>
                </p:oleObj>
              </mc:Choice>
              <mc:Fallback>
                <p:oleObj name="Equation" r:id="rId17" imgW="2095200" imgH="30456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724400"/>
                        <a:ext cx="2095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28"/>
          <p:cNvGraphicFramePr>
            <a:graphicFrameLocks noChangeAspect="1"/>
          </p:cNvGraphicFramePr>
          <p:nvPr/>
        </p:nvGraphicFramePr>
        <p:xfrm>
          <a:off x="4953000" y="5562600"/>
          <a:ext cx="2095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Equation" r:id="rId19" imgW="2095200" imgH="304560" progId="Equation.DSMT4">
                  <p:embed/>
                </p:oleObj>
              </mc:Choice>
              <mc:Fallback>
                <p:oleObj name="Equation" r:id="rId19" imgW="2095200" imgH="30456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562600"/>
                        <a:ext cx="2095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2187575" y="6096000"/>
            <a:ext cx="2916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Round off your answer.</a:t>
            </a:r>
          </a:p>
        </p:txBody>
      </p:sp>
      <p:graphicFrame>
        <p:nvGraphicFramePr>
          <p:cNvPr id="24606" name="Object 30"/>
          <p:cNvGraphicFramePr>
            <a:graphicFrameLocks noChangeAspect="1"/>
          </p:cNvGraphicFramePr>
          <p:nvPr/>
        </p:nvGraphicFramePr>
        <p:xfrm>
          <a:off x="5181600" y="6096000"/>
          <a:ext cx="247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4" name="Equation" r:id="rId21" imgW="2476440" imgH="368280" progId="Equation.DSMT4">
                  <p:embed/>
                </p:oleObj>
              </mc:Choice>
              <mc:Fallback>
                <p:oleObj name="Equation" r:id="rId21" imgW="2476440" imgH="3682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6096000"/>
                        <a:ext cx="2476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7" name="AutoShape 31"/>
          <p:cNvSpPr>
            <a:spLocks noChangeArrowheads="1"/>
          </p:cNvSpPr>
          <p:nvPr/>
        </p:nvSpPr>
        <p:spPr bwMode="auto">
          <a:xfrm>
            <a:off x="5105400" y="6019800"/>
            <a:ext cx="2743200" cy="6096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pic>
        <p:nvPicPr>
          <p:cNvPr id="24608" name="Picture 32" descr="s0105150_std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3434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4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4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4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2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4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4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2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2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4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4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/>
      <p:bldP spid="24581" grpId="0"/>
      <p:bldP spid="24585" grpId="0"/>
      <p:bldP spid="24587" grpId="0"/>
      <p:bldP spid="24588" grpId="0"/>
      <p:bldP spid="24589" grpId="0" animBg="1"/>
      <p:bldP spid="24590" grpId="0"/>
      <p:bldP spid="24591" grpId="0" animBg="1"/>
      <p:bldP spid="24592" grpId="0" animBg="1"/>
      <p:bldP spid="24593" grpId="0" animBg="1"/>
      <p:bldP spid="24594" grpId="0"/>
      <p:bldP spid="24595" grpId="0"/>
      <p:bldP spid="24596" grpId="0" animBg="1"/>
      <p:bldP spid="24597" grpId="0"/>
      <p:bldP spid="24598" grpId="0" animBg="1"/>
      <p:bldP spid="24599" grpId="0"/>
      <p:bldP spid="24600" grpId="0" animBg="1"/>
      <p:bldP spid="24601" grpId="0"/>
      <p:bldP spid="24602" grpId="0"/>
      <p:bldP spid="24605" grpId="0"/>
      <p:bldP spid="2460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x-none" sz="3200" b="1">
                <a:solidFill>
                  <a:srgbClr val="FF0000"/>
                </a:solidFill>
                <a:latin typeface="Comic Sans MS" charset="0"/>
              </a:rPr>
              <a:t>Solving Quadratic Equations</a:t>
            </a:r>
            <a:br>
              <a:rPr lang="en-US" altLang="x-none" sz="3200" b="1">
                <a:solidFill>
                  <a:srgbClr val="FF0000"/>
                </a:solidFill>
                <a:latin typeface="Comic Sans MS" charset="0"/>
              </a:rPr>
            </a:br>
            <a:r>
              <a:rPr lang="en-US" altLang="x-none" sz="3200" b="1">
                <a:solidFill>
                  <a:srgbClr val="FF0000"/>
                </a:solidFill>
                <a:latin typeface="Comic Sans MS" charset="0"/>
              </a:rPr>
              <a:t>with no Middle Term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914400" y="1524000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name="Equation" r:id="rId12" imgW="1739880" imgH="342720" progId="Equation.DSMT4">
                  <p:embed/>
                </p:oleObj>
              </mc:Choice>
              <mc:Fallback>
                <p:oleObj name="Equation" r:id="rId12" imgW="1739880" imgH="3427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1739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228600" y="2057400"/>
            <a:ext cx="388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/>
              <a:t>Since there is no middle term, this equation is unfactorable.</a:t>
            </a: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1073150" y="2819400"/>
          <a:ext cx="1270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Equation" r:id="rId14" imgW="1269720" imgH="342720" progId="Equation.DSMT4">
                  <p:embed/>
                </p:oleObj>
              </mc:Choice>
              <mc:Fallback>
                <p:oleObj name="Equation" r:id="rId14" imgW="1269720" imgH="342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819400"/>
                        <a:ext cx="1270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1143000" y="3352800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Equation" r:id="rId16" imgW="1091880" imgH="342720" progId="Equation.DSMT4">
                  <p:embed/>
                </p:oleObj>
              </mc:Choice>
              <mc:Fallback>
                <p:oleObj name="Equation" r:id="rId16" imgW="1091880" imgH="3427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52800"/>
                        <a:ext cx="1092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838200" y="3810000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Equation" r:id="rId18" imgW="1549080" imgH="431640" progId="Equation.DSMT4">
                  <p:embed/>
                </p:oleObj>
              </mc:Choice>
              <mc:Fallback>
                <p:oleObj name="Equation" r:id="rId18" imgW="1549080" imgH="431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10000"/>
                        <a:ext cx="154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533400" y="4495800"/>
          <a:ext cx="2197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Equation" r:id="rId20" imgW="2197080" imgH="291960" progId="Equation.DSMT4">
                  <p:embed/>
                </p:oleObj>
              </mc:Choice>
              <mc:Fallback>
                <p:oleObj name="Equation" r:id="rId20" imgW="2197080" imgH="2919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95800"/>
                        <a:ext cx="2197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1028700" y="5067300"/>
          <a:ext cx="1206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Equation" r:id="rId22" imgW="1206360" imgH="368280" progId="Equation.DSMT4">
                  <p:embed/>
                </p:oleObj>
              </mc:Choice>
              <mc:Fallback>
                <p:oleObj name="Equation" r:id="rId22" imgW="1206360" imgH="3682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5067300"/>
                        <a:ext cx="1206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15" name="Picture 15" descr="MMj02827390000[1]"/>
          <p:cNvPicPr>
            <a:picLocks noChangeAspect="1" noChangeArrowheads="1" noCrop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3716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6" name="AutoShape 16"/>
          <p:cNvSpPr>
            <a:spLocks noChangeArrowheads="1"/>
          </p:cNvSpPr>
          <p:nvPr/>
        </p:nvSpPr>
        <p:spPr bwMode="auto">
          <a:xfrm>
            <a:off x="3733800" y="1524000"/>
            <a:ext cx="3352800" cy="1143000"/>
          </a:xfrm>
          <a:prstGeom prst="wedgeRoundRectCallout">
            <a:avLst>
              <a:gd name="adj1" fmla="val 59468"/>
              <a:gd name="adj2" fmla="val 30000"/>
              <a:gd name="adj3" fmla="val 16667"/>
            </a:avLst>
          </a:prstGeom>
          <a:solidFill>
            <a:srgbClr val="CCFFCC">
              <a:alpha val="50195"/>
            </a:srgbClr>
          </a:solidFill>
          <a:ln w="15875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>
                <a:solidFill>
                  <a:srgbClr val="FF00FF"/>
                </a:solidFill>
              </a:rPr>
              <a:t>Let’s check with our calculator to make sure the roots are correct.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4114800" y="2849563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Approximate the roots of the following quadratic function to the nearest hundredth.</a:t>
            </a:r>
          </a:p>
        </p:txBody>
      </p:sp>
      <p:graphicFrame>
        <p:nvGraphicFramePr>
          <p:cNvPr id="25619" name="Object 19"/>
          <p:cNvGraphicFramePr>
            <a:graphicFrameLocks noChangeAspect="1"/>
          </p:cNvGraphicFramePr>
          <p:nvPr/>
        </p:nvGraphicFramePr>
        <p:xfrm>
          <a:off x="4800600" y="3962400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Equation" r:id="rId25" imgW="1739880" imgH="342720" progId="Equation.DSMT4">
                  <p:embed/>
                </p:oleObj>
              </mc:Choice>
              <mc:Fallback>
                <p:oleObj name="Equation" r:id="rId25" imgW="1739880" imgH="34272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962400"/>
                        <a:ext cx="1739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20"/>
          <p:cNvGraphicFramePr>
            <a:graphicFrameLocks noChangeAspect="1"/>
          </p:cNvGraphicFramePr>
          <p:nvPr/>
        </p:nvGraphicFramePr>
        <p:xfrm>
          <a:off x="4876800" y="4419600"/>
          <a:ext cx="1270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name="Equation" r:id="rId27" imgW="1269720" imgH="342720" progId="Equation.DSMT4">
                  <p:embed/>
                </p:oleObj>
              </mc:Choice>
              <mc:Fallback>
                <p:oleObj name="Equation" r:id="rId27" imgW="1269720" imgH="3427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19600"/>
                        <a:ext cx="1270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/>
          <p:cNvGraphicFramePr>
            <a:graphicFrameLocks noChangeAspect="1"/>
          </p:cNvGraphicFramePr>
          <p:nvPr/>
        </p:nvGraphicFramePr>
        <p:xfrm>
          <a:off x="4953000" y="4876800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Equation" r:id="rId29" imgW="1091880" imgH="342720" progId="Equation.DSMT4">
                  <p:embed/>
                </p:oleObj>
              </mc:Choice>
              <mc:Fallback>
                <p:oleObj name="Equation" r:id="rId29" imgW="1091880" imgH="34272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76800"/>
                        <a:ext cx="1092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/>
        </p:nvGraphicFramePr>
        <p:xfrm>
          <a:off x="4648200" y="5257800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name="Equation" r:id="rId31" imgW="1549080" imgH="431640" progId="Equation.DSMT4">
                  <p:embed/>
                </p:oleObj>
              </mc:Choice>
              <mc:Fallback>
                <p:oleObj name="Equation" r:id="rId31" imgW="154908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257800"/>
                        <a:ext cx="154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3"/>
          <p:cNvGraphicFramePr>
            <a:graphicFrameLocks noChangeAspect="1"/>
          </p:cNvGraphicFramePr>
          <p:nvPr/>
        </p:nvGraphicFramePr>
        <p:xfrm>
          <a:off x="3721100" y="5854700"/>
          <a:ext cx="3136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quation" r:id="rId33" imgW="3136680" imgH="317160" progId="Equation.DSMT4">
                  <p:embed/>
                </p:oleObj>
              </mc:Choice>
              <mc:Fallback>
                <p:oleObj name="Equation" r:id="rId33" imgW="3136680" imgH="3171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5854700"/>
                        <a:ext cx="3136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4" name="Object 24"/>
          <p:cNvGraphicFramePr>
            <a:graphicFrameLocks noChangeAspect="1"/>
          </p:cNvGraphicFramePr>
          <p:nvPr/>
        </p:nvGraphicFramePr>
        <p:xfrm>
          <a:off x="4572000" y="6248400"/>
          <a:ext cx="166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Equation" r:id="rId35" imgW="1663560" imgH="368280" progId="Equation.DSMT4">
                  <p:embed/>
                </p:oleObj>
              </mc:Choice>
              <mc:Fallback>
                <p:oleObj name="Equation" r:id="rId35" imgW="1663560" imgH="368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6248400"/>
                        <a:ext cx="1663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25" name="Picture 25" descr="MMj02827390000[1]"/>
          <p:cNvPicPr>
            <a:picLocks noChangeAspect="1" noChangeArrowheads="1" noCrop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3716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26" name="AutoShape 26"/>
          <p:cNvSpPr>
            <a:spLocks noChangeArrowheads="1"/>
          </p:cNvSpPr>
          <p:nvPr/>
        </p:nvSpPr>
        <p:spPr bwMode="auto">
          <a:xfrm>
            <a:off x="3733800" y="1524000"/>
            <a:ext cx="3352800" cy="1143000"/>
          </a:xfrm>
          <a:prstGeom prst="wedgeRoundRectCallout">
            <a:avLst>
              <a:gd name="adj1" fmla="val 59375"/>
              <a:gd name="adj2" fmla="val 28472"/>
              <a:gd name="adj3" fmla="val 16667"/>
            </a:avLst>
          </a:prstGeom>
          <a:solidFill>
            <a:srgbClr val="CCFFCC">
              <a:alpha val="50195"/>
            </a:srgbClr>
          </a:solidFill>
          <a:ln w="15875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>
                <a:solidFill>
                  <a:srgbClr val="FF00FF"/>
                </a:solidFill>
              </a:rPr>
              <a:t>Let’s check with our calculator to make sure the roots are correct.</a:t>
            </a:r>
          </a:p>
        </p:txBody>
      </p:sp>
      <p:pic>
        <p:nvPicPr>
          <p:cNvPr id="25627" name="Picture 27" descr="TI83Plus_L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810000"/>
            <a:ext cx="10779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8" name="Picture 28" descr="TI83Plus_L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810000"/>
            <a:ext cx="10779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9" name="Picture 29" descr="s0105150_std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38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30" name="Text Box 30"/>
          <p:cNvSpPr txBox="1">
            <a:spLocks noChangeArrowheads="1"/>
          </p:cNvSpPr>
          <p:nvPr/>
        </p:nvSpPr>
        <p:spPr bwMode="auto">
          <a:xfrm>
            <a:off x="381000" y="5895975"/>
            <a:ext cx="2863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3200">
                <a:solidFill>
                  <a:srgbClr val="FF0000"/>
                </a:solidFill>
              </a:rPr>
              <a:t>That was easy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MSj0097493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MSj0097493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5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5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5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7" grpId="0"/>
      <p:bldP spid="25616" grpId="0" animBg="1"/>
      <p:bldP spid="25618" grpId="0"/>
      <p:bldP spid="25626" grpId="0" animBg="1"/>
      <p:bldP spid="256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Linear Quadratic Systems</a:t>
            </a: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3790950" y="1066800"/>
          <a:ext cx="140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" name="Equation" r:id="rId11" imgW="1409400" imgH="419040" progId="Equation.DSMT4">
                  <p:embed/>
                </p:oleObj>
              </mc:Choice>
              <mc:Fallback>
                <p:oleObj name="Equation" r:id="rId11" imgW="140940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50" y="1066800"/>
                        <a:ext cx="1409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3162300" y="1524000"/>
          <a:ext cx="266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" name="Equation" r:id="rId13" imgW="2666880" imgH="469800" progId="Equation.DSMT4">
                  <p:embed/>
                </p:oleObj>
              </mc:Choice>
              <mc:Fallback>
                <p:oleObj name="Equation" r:id="rId13" imgW="2666880" imgH="469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1524000"/>
                        <a:ext cx="2667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685800" y="1066800"/>
            <a:ext cx="172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u="sng"/>
              <a:t>Algebraically</a:t>
            </a:r>
          </a:p>
        </p:txBody>
      </p:sp>
      <p:sp>
        <p:nvSpPr>
          <p:cNvPr id="27656" name="AutoShape 8"/>
          <p:cNvSpPr>
            <a:spLocks noChangeArrowheads="1"/>
          </p:cNvSpPr>
          <p:nvPr/>
        </p:nvSpPr>
        <p:spPr bwMode="auto">
          <a:xfrm>
            <a:off x="2895600" y="914400"/>
            <a:ext cx="3048000" cy="12954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838200" y="1524000"/>
          <a:ext cx="140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0" name="Equation" r:id="rId15" imgW="1409400" imgH="419040" progId="Equation.DSMT4">
                  <p:embed/>
                </p:oleObj>
              </mc:Choice>
              <mc:Fallback>
                <p:oleObj name="Equation" r:id="rId15" imgW="1409400" imgH="419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1409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609600" y="1981200"/>
          <a:ext cx="140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1" name="Equation" r:id="rId16" imgW="1409400" imgH="419040" progId="Equation.DSMT4">
                  <p:embed/>
                </p:oleObj>
              </mc:Choice>
              <mc:Fallback>
                <p:oleObj name="Equation" r:id="rId16" imgW="140940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81200"/>
                        <a:ext cx="1409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609600" y="2362200"/>
          <a:ext cx="266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2" name="Equation" r:id="rId18" imgW="2666880" imgH="469800" progId="Equation.DSMT4">
                  <p:embed/>
                </p:oleObj>
              </mc:Choice>
              <mc:Fallback>
                <p:oleObj name="Equation" r:id="rId18" imgW="2666880" imgH="469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362200"/>
                        <a:ext cx="2667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457200" y="2819400"/>
          <a:ext cx="3162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3" name="Equation" r:id="rId19" imgW="3162240" imgH="380880" progId="Equation.DSMT4">
                  <p:embed/>
                </p:oleObj>
              </mc:Choice>
              <mc:Fallback>
                <p:oleObj name="Equation" r:id="rId19" imgW="3162240" imgH="3808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19400"/>
                        <a:ext cx="3162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838200" y="3352800"/>
          <a:ext cx="265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4" name="Equation" r:id="rId21" imgW="2654280" imgH="380880" progId="Equation.DSMT4">
                  <p:embed/>
                </p:oleObj>
              </mc:Choice>
              <mc:Fallback>
                <p:oleObj name="Equation" r:id="rId21" imgW="2654280" imgH="380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352800"/>
                        <a:ext cx="2654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914400" y="3886200"/>
          <a:ext cx="245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5" name="Equation" r:id="rId23" imgW="2450880" imgH="380880" progId="Equation.DSMT4">
                  <p:embed/>
                </p:oleObj>
              </mc:Choice>
              <mc:Fallback>
                <p:oleObj name="Equation" r:id="rId23" imgW="2450880" imgH="3808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86200"/>
                        <a:ext cx="2451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685800" y="4419600"/>
          <a:ext cx="273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6" name="Equation" r:id="rId25" imgW="2730240" imgH="419040" progId="Equation.DSMT4">
                  <p:embed/>
                </p:oleObj>
              </mc:Choice>
              <mc:Fallback>
                <p:oleObj name="Equation" r:id="rId25" imgW="2730240" imgH="4190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19600"/>
                        <a:ext cx="273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1828800" y="4876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/>
        </p:nvGraphicFramePr>
        <p:xfrm>
          <a:off x="838200" y="48768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7" name="Equation" r:id="rId27" imgW="901440" imgH="342720" progId="Equation.DSMT4">
                  <p:embed/>
                </p:oleObj>
              </mc:Choice>
              <mc:Fallback>
                <p:oleObj name="Equation" r:id="rId27" imgW="901440" imgH="34272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76800"/>
                        <a:ext cx="901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18"/>
          <p:cNvGraphicFramePr>
            <a:graphicFrameLocks noChangeAspect="1"/>
          </p:cNvGraphicFramePr>
          <p:nvPr/>
        </p:nvGraphicFramePr>
        <p:xfrm>
          <a:off x="2057400" y="4800600"/>
          <a:ext cx="812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8" name="Equation" r:id="rId29" imgW="812520" imgH="330120" progId="Equation.DSMT4">
                  <p:embed/>
                </p:oleObj>
              </mc:Choice>
              <mc:Fallback>
                <p:oleObj name="Equation" r:id="rId29" imgW="812520" imgH="33012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00600"/>
                        <a:ext cx="812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/>
          <p:cNvGraphicFramePr>
            <a:graphicFrameLocks noChangeAspect="1"/>
          </p:cNvGraphicFramePr>
          <p:nvPr/>
        </p:nvGraphicFramePr>
        <p:xfrm>
          <a:off x="381000" y="5334000"/>
          <a:ext cx="135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9" name="Equation" r:id="rId31" imgW="1358640" imgH="431640" progId="Equation.DSMT4">
                  <p:embed/>
                </p:oleObj>
              </mc:Choice>
              <mc:Fallback>
                <p:oleObj name="Equation" r:id="rId31" imgW="1358640" imgH="4316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34000"/>
                        <a:ext cx="1358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0"/>
          <p:cNvGraphicFramePr>
            <a:graphicFrameLocks noChangeAspect="1"/>
          </p:cNvGraphicFramePr>
          <p:nvPr/>
        </p:nvGraphicFramePr>
        <p:xfrm>
          <a:off x="533400" y="5715000"/>
          <a:ext cx="1066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0" name="Equation" r:id="rId33" imgW="1066680" imgH="419040" progId="Equation.DSMT4">
                  <p:embed/>
                </p:oleObj>
              </mc:Choice>
              <mc:Fallback>
                <p:oleObj name="Equation" r:id="rId33" imgW="1066680" imgH="4190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15000"/>
                        <a:ext cx="1066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/>
        </p:nvGraphicFramePr>
        <p:xfrm>
          <a:off x="546100" y="6172200"/>
          <a:ext cx="104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" name="Equation" r:id="rId35" imgW="1041120" imgH="419040" progId="Equation.DSMT4">
                  <p:embed/>
                </p:oleObj>
              </mc:Choice>
              <mc:Fallback>
                <p:oleObj name="Equation" r:id="rId35" imgW="1041120" imgH="419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6172200"/>
                        <a:ext cx="1041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/>
          <p:cNvGraphicFramePr>
            <a:graphicFrameLocks noChangeAspect="1"/>
          </p:cNvGraphicFramePr>
          <p:nvPr/>
        </p:nvGraphicFramePr>
        <p:xfrm>
          <a:off x="2025650" y="5264150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2" name="Equation" r:id="rId37" imgW="1269720" imgH="419040" progId="Equation.DSMT4">
                  <p:embed/>
                </p:oleObj>
              </mc:Choice>
              <mc:Fallback>
                <p:oleObj name="Equation" r:id="rId37" imgW="1269720" imgH="4190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5264150"/>
                        <a:ext cx="1270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24"/>
          <p:cNvGraphicFramePr>
            <a:graphicFrameLocks noChangeAspect="1"/>
          </p:cNvGraphicFramePr>
          <p:nvPr/>
        </p:nvGraphicFramePr>
        <p:xfrm>
          <a:off x="2076450" y="5638800"/>
          <a:ext cx="87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3" name="Equation" r:id="rId39" imgW="876240" imgH="419040" progId="Equation.DSMT4">
                  <p:embed/>
                </p:oleObj>
              </mc:Choice>
              <mc:Fallback>
                <p:oleObj name="Equation" r:id="rId39" imgW="876240" imgH="4190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5638800"/>
                        <a:ext cx="876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25"/>
          <p:cNvGraphicFramePr>
            <a:graphicFrameLocks noChangeAspect="1"/>
          </p:cNvGraphicFramePr>
          <p:nvPr/>
        </p:nvGraphicFramePr>
        <p:xfrm>
          <a:off x="2133600" y="6172200"/>
          <a:ext cx="76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" name="Equation" r:id="rId41" imgW="761760" imgH="419040" progId="Equation.DSMT4">
                  <p:embed/>
                </p:oleObj>
              </mc:Choice>
              <mc:Fallback>
                <p:oleObj name="Equation" r:id="rId41" imgW="761760" imgH="4190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172200"/>
                        <a:ext cx="762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6553200" y="990600"/>
            <a:ext cx="1495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u="sng"/>
              <a:t>Graphically</a:t>
            </a:r>
          </a:p>
        </p:txBody>
      </p:sp>
      <p:sp>
        <p:nvSpPr>
          <p:cNvPr id="27676" name="Text Box 28"/>
          <p:cNvSpPr txBox="1">
            <a:spLocks noChangeArrowheads="1"/>
          </p:cNvSpPr>
          <p:nvPr/>
        </p:nvSpPr>
        <p:spPr bwMode="auto">
          <a:xfrm>
            <a:off x="6019800" y="1524000"/>
            <a:ext cx="779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Y</a:t>
            </a:r>
            <a:r>
              <a:rPr lang="en-US" altLang="x-none" baseline="-25000"/>
              <a:t>1</a:t>
            </a:r>
            <a:r>
              <a:rPr lang="en-US" altLang="x-none"/>
              <a:t>  =</a:t>
            </a:r>
            <a:r>
              <a:rPr lang="en-US" altLang="x-none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27677" name="Object 29"/>
          <p:cNvGraphicFramePr>
            <a:graphicFrameLocks noChangeAspect="1"/>
          </p:cNvGraphicFramePr>
          <p:nvPr/>
        </p:nvGraphicFramePr>
        <p:xfrm>
          <a:off x="6781800" y="1524000"/>
          <a:ext cx="774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5" name="Equation" r:id="rId43" imgW="774360" imgH="330120" progId="Equation.DSMT4">
                  <p:embed/>
                </p:oleObj>
              </mc:Choice>
              <mc:Fallback>
                <p:oleObj name="Equation" r:id="rId43" imgW="774360" imgH="33012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524000"/>
                        <a:ext cx="774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8" name="Text Box 30"/>
          <p:cNvSpPr txBox="1">
            <a:spLocks noChangeArrowheads="1"/>
          </p:cNvSpPr>
          <p:nvPr/>
        </p:nvSpPr>
        <p:spPr bwMode="auto">
          <a:xfrm>
            <a:off x="6019800" y="1905000"/>
            <a:ext cx="779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Y</a:t>
            </a:r>
            <a:r>
              <a:rPr lang="en-US" altLang="x-none" baseline="-25000"/>
              <a:t>2</a:t>
            </a:r>
            <a:r>
              <a:rPr lang="en-US" altLang="x-none"/>
              <a:t>  =</a:t>
            </a:r>
            <a:r>
              <a:rPr lang="en-US" altLang="x-none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27679" name="Object 31"/>
          <p:cNvGraphicFramePr>
            <a:graphicFrameLocks noChangeAspect="1"/>
          </p:cNvGraphicFramePr>
          <p:nvPr/>
        </p:nvGraphicFramePr>
        <p:xfrm>
          <a:off x="6705600" y="1905000"/>
          <a:ext cx="203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Equation" r:id="rId45" imgW="2031840" imgH="380880" progId="Equation.DSMT4">
                  <p:embed/>
                </p:oleObj>
              </mc:Choice>
              <mc:Fallback>
                <p:oleObj name="Equation" r:id="rId45" imgW="2031840" imgH="3808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905000"/>
                        <a:ext cx="2032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0" name="Text Box 32"/>
          <p:cNvSpPr txBox="1">
            <a:spLocks noChangeArrowheads="1"/>
          </p:cNvSpPr>
          <p:nvPr/>
        </p:nvSpPr>
        <p:spPr bwMode="auto">
          <a:xfrm>
            <a:off x="4495800" y="2438400"/>
            <a:ext cx="3381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View the graph by pressing</a:t>
            </a:r>
          </a:p>
        </p:txBody>
      </p:sp>
      <p:sp>
        <p:nvSpPr>
          <p:cNvPr id="27681" name="Text Box 33"/>
          <p:cNvSpPr txBox="1">
            <a:spLocks noChangeArrowheads="1"/>
          </p:cNvSpPr>
          <p:nvPr/>
        </p:nvSpPr>
        <p:spPr bwMode="auto">
          <a:xfrm>
            <a:off x="7848600" y="2438400"/>
            <a:ext cx="860425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GRAPH</a:t>
            </a:r>
          </a:p>
        </p:txBody>
      </p:sp>
      <p:sp>
        <p:nvSpPr>
          <p:cNvPr id="27682" name="Text Box 34"/>
          <p:cNvSpPr txBox="1">
            <a:spLocks noChangeArrowheads="1"/>
          </p:cNvSpPr>
          <p:nvPr/>
        </p:nvSpPr>
        <p:spPr bwMode="auto">
          <a:xfrm>
            <a:off x="4648200" y="2955925"/>
            <a:ext cx="825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Press</a:t>
            </a:r>
          </a:p>
        </p:txBody>
      </p:sp>
      <p:sp>
        <p:nvSpPr>
          <p:cNvPr id="27686" name="Text Box 38"/>
          <p:cNvSpPr txBox="1">
            <a:spLocks noChangeArrowheads="1"/>
          </p:cNvSpPr>
          <p:nvPr/>
        </p:nvSpPr>
        <p:spPr bwMode="auto">
          <a:xfrm>
            <a:off x="5486400" y="3016250"/>
            <a:ext cx="533400" cy="3365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2nd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6096000" y="3016250"/>
            <a:ext cx="690563" cy="3365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CALC</a:t>
            </a:r>
          </a:p>
        </p:txBody>
      </p:sp>
      <p:sp>
        <p:nvSpPr>
          <p:cNvPr id="27688" name="Text Box 40"/>
          <p:cNvSpPr txBox="1">
            <a:spLocks noChangeArrowheads="1"/>
          </p:cNvSpPr>
          <p:nvPr/>
        </p:nvSpPr>
        <p:spPr bwMode="auto">
          <a:xfrm>
            <a:off x="6858000" y="3016250"/>
            <a:ext cx="307975" cy="33655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689" name="Text Box 41"/>
          <p:cNvSpPr txBox="1">
            <a:spLocks noChangeArrowheads="1"/>
          </p:cNvSpPr>
          <p:nvPr/>
        </p:nvSpPr>
        <p:spPr bwMode="auto">
          <a:xfrm>
            <a:off x="7239000" y="2955925"/>
            <a:ext cx="147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(intersect)</a:t>
            </a:r>
          </a:p>
        </p:txBody>
      </p:sp>
      <p:sp>
        <p:nvSpPr>
          <p:cNvPr id="27690" name="Text Box 42"/>
          <p:cNvSpPr txBox="1">
            <a:spLocks noChangeArrowheads="1"/>
          </p:cNvSpPr>
          <p:nvPr/>
        </p:nvSpPr>
        <p:spPr bwMode="auto">
          <a:xfrm>
            <a:off x="4648200" y="35052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Press</a:t>
            </a:r>
          </a:p>
        </p:txBody>
      </p:sp>
      <p:sp>
        <p:nvSpPr>
          <p:cNvPr id="27691" name="Text Box 43"/>
          <p:cNvSpPr txBox="1">
            <a:spLocks noChangeArrowheads="1"/>
          </p:cNvSpPr>
          <p:nvPr/>
        </p:nvSpPr>
        <p:spPr bwMode="auto">
          <a:xfrm>
            <a:off x="5486400" y="35052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7692" name="Text Box 44"/>
          <p:cNvSpPr txBox="1">
            <a:spLocks noChangeArrowheads="1"/>
          </p:cNvSpPr>
          <p:nvPr/>
        </p:nvSpPr>
        <p:spPr bwMode="auto">
          <a:xfrm>
            <a:off x="6477000" y="35052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7693" name="Text Box 45"/>
          <p:cNvSpPr txBox="1">
            <a:spLocks noChangeArrowheads="1"/>
          </p:cNvSpPr>
          <p:nvPr/>
        </p:nvSpPr>
        <p:spPr bwMode="auto">
          <a:xfrm>
            <a:off x="7467600" y="3505200"/>
            <a:ext cx="865188" cy="33655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7694" name="Text Box 46"/>
          <p:cNvSpPr txBox="1">
            <a:spLocks noChangeArrowheads="1"/>
          </p:cNvSpPr>
          <p:nvPr/>
        </p:nvSpPr>
        <p:spPr bwMode="auto">
          <a:xfrm>
            <a:off x="4800600" y="3962400"/>
            <a:ext cx="373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The calculator calculates the first point of intersection.</a:t>
            </a:r>
          </a:p>
        </p:txBody>
      </p:sp>
      <p:graphicFrame>
        <p:nvGraphicFramePr>
          <p:cNvPr id="27695" name="Object 47"/>
          <p:cNvGraphicFramePr>
            <a:graphicFrameLocks noChangeAspect="1"/>
          </p:cNvGraphicFramePr>
          <p:nvPr/>
        </p:nvGraphicFramePr>
        <p:xfrm>
          <a:off x="6235700" y="4724400"/>
          <a:ext cx="76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Equation" r:id="rId47" imgW="761760" imgH="419040" progId="Equation.DSMT4">
                  <p:embed/>
                </p:oleObj>
              </mc:Choice>
              <mc:Fallback>
                <p:oleObj name="Equation" r:id="rId47" imgW="761760" imgH="4190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4724400"/>
                        <a:ext cx="762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7" name="Text Box 49"/>
          <p:cNvSpPr txBox="1">
            <a:spLocks noChangeArrowheads="1"/>
          </p:cNvSpPr>
          <p:nvPr/>
        </p:nvSpPr>
        <p:spPr bwMode="auto">
          <a:xfrm>
            <a:off x="4724400" y="5181600"/>
            <a:ext cx="4419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Repeat the same process .  Be sure to move the curser closer to the second point before pressing enter.</a:t>
            </a:r>
          </a:p>
        </p:txBody>
      </p:sp>
      <p:graphicFrame>
        <p:nvGraphicFramePr>
          <p:cNvPr id="27698" name="Object 50"/>
          <p:cNvGraphicFramePr>
            <a:graphicFrameLocks noChangeAspect="1"/>
          </p:cNvGraphicFramePr>
          <p:nvPr/>
        </p:nvGraphicFramePr>
        <p:xfrm>
          <a:off x="6184900" y="6172200"/>
          <a:ext cx="104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name="Equation" r:id="rId49" imgW="1041120" imgH="419040" progId="Equation.DSMT4">
                  <p:embed/>
                </p:oleObj>
              </mc:Choice>
              <mc:Fallback>
                <p:oleObj name="Equation" r:id="rId49" imgW="1041120" imgH="41904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6172200"/>
                        <a:ext cx="1041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7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7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7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7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7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7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27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27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7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7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7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7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27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27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27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7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27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27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7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27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7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7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27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27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276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27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27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276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27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7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27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27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27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27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27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27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27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10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27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27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276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  <p:bldP spid="27655" grpId="0"/>
      <p:bldP spid="27656" grpId="0" animBg="1"/>
      <p:bldP spid="27664" grpId="0" animBg="1"/>
      <p:bldP spid="27674" grpId="0"/>
      <p:bldP spid="27676" grpId="0"/>
      <p:bldP spid="27678" grpId="0"/>
      <p:bldP spid="27680" grpId="0"/>
      <p:bldP spid="27681" grpId="0" animBg="1"/>
      <p:bldP spid="27682" grpId="0"/>
      <p:bldP spid="27686" grpId="0" animBg="1"/>
      <p:bldP spid="27687" grpId="0" animBg="1"/>
      <p:bldP spid="27688" grpId="0" animBg="1"/>
      <p:bldP spid="27689" grpId="0"/>
      <p:bldP spid="27690" grpId="0"/>
      <p:bldP spid="27691" grpId="0" animBg="1"/>
      <p:bldP spid="27692" grpId="0" animBg="1"/>
      <p:bldP spid="27693" grpId="0" animBg="1"/>
      <p:bldP spid="27694" grpId="0"/>
      <p:bldP spid="2769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960438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Projectile Motion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288925" y="1084263"/>
            <a:ext cx="8626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A ball is thrown in the air so that its height, </a:t>
            </a:r>
            <a:r>
              <a:rPr lang="en-US" altLang="x-none" i="1"/>
              <a:t>h</a:t>
            </a:r>
            <a:r>
              <a:rPr lang="en-US" altLang="x-none"/>
              <a:t>, in feet after </a:t>
            </a:r>
            <a:r>
              <a:rPr lang="en-US" altLang="x-none" i="1"/>
              <a:t>t</a:t>
            </a:r>
            <a:r>
              <a:rPr lang="en-US" altLang="x-none"/>
              <a:t> seconds is given by the equation</a:t>
            </a:r>
          </a:p>
        </p:txBody>
      </p:sp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3276600" y="1447800"/>
          <a:ext cx="1892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name="Equation" r:id="rId11" imgW="1892160" imgH="317160" progId="Equation.DSMT4">
                  <p:embed/>
                </p:oleObj>
              </mc:Choice>
              <mc:Fallback>
                <p:oleObj name="Equation" r:id="rId11" imgW="1892160" imgH="3171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47800"/>
                        <a:ext cx="1892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441325" y="1846263"/>
            <a:ext cx="40544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a.  Find the number of seconds</a:t>
            </a:r>
          </a:p>
          <a:p>
            <a:pPr eaLnBrk="1" hangingPunct="1"/>
            <a:r>
              <a:rPr lang="en-US" altLang="x-none"/>
              <a:t>    that the ball is in the air</a:t>
            </a:r>
          </a:p>
          <a:p>
            <a:pPr eaLnBrk="1" hangingPunct="1"/>
            <a:r>
              <a:rPr lang="en-US" altLang="x-none"/>
              <a:t>    when it reaches a height of</a:t>
            </a:r>
          </a:p>
          <a:p>
            <a:pPr eaLnBrk="1" hangingPunct="1"/>
            <a:r>
              <a:rPr lang="en-US" altLang="x-none"/>
              <a:t>    128 feet.</a:t>
            </a: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4724400" y="1905000"/>
            <a:ext cx="42370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b.  After how many seconds will</a:t>
            </a:r>
          </a:p>
          <a:p>
            <a:pPr eaLnBrk="1" hangingPunct="1"/>
            <a:r>
              <a:rPr lang="en-US" altLang="x-none"/>
              <a:t>    the ball hit the ground?</a:t>
            </a:r>
          </a:p>
        </p:txBody>
      </p:sp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1219200" y="3352800"/>
          <a:ext cx="1892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4" name="Equation" r:id="rId13" imgW="1892160" imgH="317160" progId="Equation.DSMT4">
                  <p:embed/>
                </p:oleObj>
              </mc:Choice>
              <mc:Fallback>
                <p:oleObj name="Equation" r:id="rId13" imgW="1892160" imgH="3171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352800"/>
                        <a:ext cx="1892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1066800" y="3810000"/>
          <a:ext cx="215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5" name="Equation" r:id="rId14" imgW="2158920" imgH="317160" progId="Equation.DSMT4">
                  <p:embed/>
                </p:oleObj>
              </mc:Choice>
              <mc:Fallback>
                <p:oleObj name="Equation" r:id="rId14" imgW="2158920" imgH="3171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10000"/>
                        <a:ext cx="2159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666750" y="4267200"/>
          <a:ext cx="280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" name="Equation" r:id="rId16" imgW="2806560" imgH="317160" progId="Equation.DSMT4">
                  <p:embed/>
                </p:oleObj>
              </mc:Choice>
              <mc:Fallback>
                <p:oleObj name="Equation" r:id="rId16" imgW="2806560" imgH="3171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267200"/>
                        <a:ext cx="280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/>
        </p:nvGraphicFramePr>
        <p:xfrm>
          <a:off x="1219200" y="4648200"/>
          <a:ext cx="1778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7" name="Equation" r:id="rId18" imgW="1777680" imgH="330120" progId="Equation.DSMT4">
                  <p:embed/>
                </p:oleObj>
              </mc:Choice>
              <mc:Fallback>
                <p:oleObj name="Equation" r:id="rId18" imgW="1777680" imgH="3301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48200"/>
                        <a:ext cx="1778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1111250" y="5099050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Equation" r:id="rId20" imgW="1993680" imgH="342720" progId="Equation.DSMT4">
                  <p:embed/>
                </p:oleObj>
              </mc:Choice>
              <mc:Fallback>
                <p:oleObj name="Equation" r:id="rId20" imgW="1993680" imgH="3427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5099050"/>
                        <a:ext cx="1993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Line 14"/>
          <p:cNvSpPr>
            <a:spLocks noChangeShapeType="1"/>
          </p:cNvSpPr>
          <p:nvPr/>
        </p:nvSpPr>
        <p:spPr bwMode="auto">
          <a:xfrm>
            <a:off x="1905000" y="5410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1066800" y="5562600"/>
          <a:ext cx="635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22" imgW="634680" imgH="279360" progId="Equation.DSMT4">
                  <p:embed/>
                </p:oleObj>
              </mc:Choice>
              <mc:Fallback>
                <p:oleObj name="Equation" r:id="rId22" imgW="634680" imgH="2793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562600"/>
                        <a:ext cx="6350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16"/>
          <p:cNvGraphicFramePr>
            <a:graphicFrameLocks noChangeAspect="1"/>
          </p:cNvGraphicFramePr>
          <p:nvPr/>
        </p:nvGraphicFramePr>
        <p:xfrm>
          <a:off x="2082800" y="5562600"/>
          <a:ext cx="58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name="Equation" r:id="rId24" imgW="583920" imgH="279360" progId="Equation.DSMT4">
                  <p:embed/>
                </p:oleObj>
              </mc:Choice>
              <mc:Fallback>
                <p:oleObj name="Equation" r:id="rId24" imgW="583920" imgH="2793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5562600"/>
                        <a:ext cx="584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441325" y="5867400"/>
            <a:ext cx="3673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The ball reaches 128 feet at 1 second and at 8 seconds.</a:t>
            </a:r>
          </a:p>
        </p:txBody>
      </p:sp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5943600" y="2743200"/>
          <a:ext cx="1892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1" name="Equation" r:id="rId26" imgW="1892160" imgH="317160" progId="Equation.DSMT4">
                  <p:embed/>
                </p:oleObj>
              </mc:Choice>
              <mc:Fallback>
                <p:oleObj name="Equation" r:id="rId26" imgW="1892160" imgH="3171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743200"/>
                        <a:ext cx="1892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6019800" y="3200400"/>
          <a:ext cx="1905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2" name="Equation" r:id="rId27" imgW="1904760" imgH="317160" progId="Equation.DSMT4">
                  <p:embed/>
                </p:oleObj>
              </mc:Choice>
              <mc:Fallback>
                <p:oleObj name="Equation" r:id="rId27" imgW="1904760" imgH="3171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200400"/>
                        <a:ext cx="1905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5943600" y="3657600"/>
          <a:ext cx="2095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3" name="Equation" r:id="rId29" imgW="2095200" imgH="317160" progId="Equation.DSMT4">
                  <p:embed/>
                </p:oleObj>
              </mc:Choice>
              <mc:Fallback>
                <p:oleObj name="Equation" r:id="rId29" imgW="2095200" imgH="3171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657600"/>
                        <a:ext cx="2095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22"/>
          <p:cNvGraphicFramePr>
            <a:graphicFrameLocks noChangeAspect="1"/>
          </p:cNvGraphicFramePr>
          <p:nvPr/>
        </p:nvGraphicFramePr>
        <p:xfrm>
          <a:off x="6172200" y="4038600"/>
          <a:ext cx="1905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31" imgW="1904760" imgH="317160" progId="Equation.DSMT4">
                  <p:embed/>
                </p:oleObj>
              </mc:Choice>
              <mc:Fallback>
                <p:oleObj name="Equation" r:id="rId31" imgW="1904760" imgH="3171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038600"/>
                        <a:ext cx="1905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6096000" y="4495800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" name="Equation" r:id="rId33" imgW="1993680" imgH="342720" progId="Equation.DSMT4">
                  <p:embed/>
                </p:oleObj>
              </mc:Choice>
              <mc:Fallback>
                <p:oleObj name="Equation" r:id="rId33" imgW="1993680" imgH="3427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495800"/>
                        <a:ext cx="1993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1" name="Line 25"/>
          <p:cNvSpPr>
            <a:spLocks noChangeShapeType="1"/>
          </p:cNvSpPr>
          <p:nvPr/>
        </p:nvSpPr>
        <p:spPr bwMode="auto">
          <a:xfrm>
            <a:off x="7162800" y="48768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9722" name="Object 26"/>
          <p:cNvGraphicFramePr>
            <a:graphicFrameLocks noChangeAspect="1"/>
          </p:cNvGraphicFramePr>
          <p:nvPr/>
        </p:nvGraphicFramePr>
        <p:xfrm>
          <a:off x="6248400" y="4876800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Equation" r:id="rId35" imgW="647640" imgH="279360" progId="Equation.DSMT4">
                  <p:embed/>
                </p:oleObj>
              </mc:Choice>
              <mc:Fallback>
                <p:oleObj name="Equation" r:id="rId35" imgW="647640" imgH="27936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876800"/>
                        <a:ext cx="647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3" name="Object 27"/>
          <p:cNvGraphicFramePr>
            <a:graphicFrameLocks noChangeAspect="1"/>
          </p:cNvGraphicFramePr>
          <p:nvPr/>
        </p:nvGraphicFramePr>
        <p:xfrm>
          <a:off x="7239000" y="4876800"/>
          <a:ext cx="1206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Equation" r:id="rId37" imgW="1206360" imgH="279360" progId="Equation.DSMT4">
                  <p:embed/>
                </p:oleObj>
              </mc:Choice>
              <mc:Fallback>
                <p:oleObj name="Equation" r:id="rId37" imgW="1206360" imgH="27936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876800"/>
                        <a:ext cx="1206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4" name="Object 28"/>
          <p:cNvGraphicFramePr>
            <a:graphicFrameLocks noChangeAspect="1"/>
          </p:cNvGraphicFramePr>
          <p:nvPr/>
        </p:nvGraphicFramePr>
        <p:xfrm>
          <a:off x="7543800" y="5257800"/>
          <a:ext cx="635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Equation" r:id="rId39" imgW="634680" imgH="291960" progId="Equation.DSMT4">
                  <p:embed/>
                </p:oleObj>
              </mc:Choice>
              <mc:Fallback>
                <p:oleObj name="Equation" r:id="rId39" imgW="634680" imgH="29196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257800"/>
                        <a:ext cx="6350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5638800" y="5791200"/>
            <a:ext cx="3124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The ball hits the ground after 9 seconds.</a:t>
            </a:r>
          </a:p>
        </p:txBody>
      </p:sp>
      <p:pic>
        <p:nvPicPr>
          <p:cNvPr id="29727" name="Picture 31" descr="MCj03981330000[1]"/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105400"/>
            <a:ext cx="160020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29" name="AutoShape 33"/>
          <p:cNvSpPr>
            <a:spLocks noChangeArrowheads="1"/>
          </p:cNvSpPr>
          <p:nvPr/>
        </p:nvSpPr>
        <p:spPr bwMode="auto">
          <a:xfrm>
            <a:off x="3581400" y="4267200"/>
            <a:ext cx="2057400" cy="914400"/>
          </a:xfrm>
          <a:prstGeom prst="wedgeRoundRectCallout">
            <a:avLst>
              <a:gd name="adj1" fmla="val -2778"/>
              <a:gd name="adj2" fmla="val 75523"/>
              <a:gd name="adj3" fmla="val 16667"/>
            </a:avLst>
          </a:prstGeom>
          <a:solidFill>
            <a:srgbClr val="FFCC99">
              <a:alpha val="50195"/>
            </a:srgbClr>
          </a:solidFill>
          <a:ln w="19050">
            <a:solidFill>
              <a:srgbClr val="FF99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3333FF"/>
                </a:solidFill>
              </a:rPr>
              <a:t>Maybe we should check this on our calculator.</a:t>
            </a:r>
          </a:p>
        </p:txBody>
      </p:sp>
      <p:pic>
        <p:nvPicPr>
          <p:cNvPr id="29730" name="Picture 34" descr="TI83Plus_L"/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86000"/>
            <a:ext cx="8985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9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9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MSj0097493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  <p:bldP spid="29701" grpId="0"/>
      <p:bldP spid="29703" grpId="0"/>
      <p:bldP spid="29704" grpId="0"/>
      <p:bldP spid="29710" grpId="0" animBg="1"/>
      <p:bldP spid="29713" grpId="0"/>
      <p:bldP spid="29721" grpId="0" animBg="1"/>
      <p:bldP spid="29725" grpId="0"/>
      <p:bldP spid="297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More Projectile Motion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0" y="1143000"/>
            <a:ext cx="8626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A model rocket is launched from ground level.  At </a:t>
            </a:r>
            <a:r>
              <a:rPr lang="en-US" altLang="x-none" i="1"/>
              <a:t>t</a:t>
            </a:r>
            <a:r>
              <a:rPr lang="en-US" altLang="x-none"/>
              <a:t> seconds after it is launched, it is </a:t>
            </a:r>
            <a:r>
              <a:rPr lang="en-US" altLang="x-none" i="1"/>
              <a:t>h </a:t>
            </a:r>
            <a:r>
              <a:rPr lang="en-US" altLang="x-none"/>
              <a:t>meters above the ground, where</a:t>
            </a:r>
          </a:p>
        </p:txBody>
      </p:sp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5943600" y="1524000"/>
          <a:ext cx="243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name="Equation" r:id="rId11" imgW="2438280" imgH="342720" progId="Equation.DSMT4">
                  <p:embed/>
                </p:oleObj>
              </mc:Choice>
              <mc:Fallback>
                <p:oleObj name="Equation" r:id="rId11" imgW="2438280" imgH="342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524000"/>
                        <a:ext cx="243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228600" y="2133600"/>
            <a:ext cx="6324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What is the maximum height, to the nearest meter, attained by the model rocket?</a:t>
            </a:r>
          </a:p>
        </p:txBody>
      </p:sp>
      <p:pic>
        <p:nvPicPr>
          <p:cNvPr id="31752" name="Picture 8" descr="MCj01345670000[1]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905000"/>
            <a:ext cx="1160463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4" name="AutoShape 10"/>
          <p:cNvSpPr>
            <a:spLocks noChangeArrowheads="1"/>
          </p:cNvSpPr>
          <p:nvPr/>
        </p:nvSpPr>
        <p:spPr bwMode="auto">
          <a:xfrm>
            <a:off x="3886200" y="2819400"/>
            <a:ext cx="3200400" cy="533400"/>
          </a:xfrm>
          <a:prstGeom prst="wedgeRoundRectCallout">
            <a:avLst>
              <a:gd name="adj1" fmla="val 58977"/>
              <a:gd name="adj2" fmla="val 7144"/>
              <a:gd name="adj3" fmla="val 16667"/>
            </a:avLst>
          </a:prstGeom>
          <a:solidFill>
            <a:srgbClr val="FFCC99"/>
          </a:solidFill>
          <a:ln w="19050">
            <a:solidFill>
              <a:srgbClr val="9933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>
                <a:solidFill>
                  <a:srgbClr val="FF0000"/>
                </a:solidFill>
              </a:rPr>
              <a:t>I know how to do this.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228600" y="3657600"/>
            <a:ext cx="8382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FF0000"/>
                </a:solidFill>
              </a:rPr>
              <a:t>We need to find the maximum height.  So, first we’ll find the axis of symmetry, then use that x-value to find the corresponding y-value.</a:t>
            </a:r>
          </a:p>
        </p:txBody>
      </p:sp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304800" y="4572000"/>
          <a:ext cx="86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Equation" r:id="rId14" imgW="863280" imgH="609480" progId="Equation.DSMT4">
                  <p:embed/>
                </p:oleObj>
              </mc:Choice>
              <mc:Fallback>
                <p:oleObj name="Equation" r:id="rId14" imgW="863280" imgH="609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86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/>
        </p:nvGraphicFramePr>
        <p:xfrm>
          <a:off x="1371600" y="4572000"/>
          <a:ext cx="1130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2" name="Equation" r:id="rId16" imgW="1130040" imgH="660240" progId="Equation.DSMT4">
                  <p:embed/>
                </p:oleObj>
              </mc:Choice>
              <mc:Fallback>
                <p:oleObj name="Equation" r:id="rId16" imgW="1130040" imgH="660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1130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2590800" y="4800600"/>
          <a:ext cx="406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3" name="Equation" r:id="rId18" imgW="406080" imgH="253800" progId="Equation.DSMT4">
                  <p:embed/>
                </p:oleObj>
              </mc:Choice>
              <mc:Fallback>
                <p:oleObj name="Equation" r:id="rId18" imgW="406080" imgH="253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800600"/>
                        <a:ext cx="406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Object 16"/>
          <p:cNvGraphicFramePr>
            <a:graphicFrameLocks noChangeAspect="1"/>
          </p:cNvGraphicFramePr>
          <p:nvPr/>
        </p:nvGraphicFramePr>
        <p:xfrm>
          <a:off x="4267200" y="4724400"/>
          <a:ext cx="290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4" name="Equation" r:id="rId20" imgW="2908080" imgH="342720" progId="Equation.DSMT4">
                  <p:embed/>
                </p:oleObj>
              </mc:Choice>
              <mc:Fallback>
                <p:oleObj name="Equation" r:id="rId20" imgW="2908080" imgH="3427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724400"/>
                        <a:ext cx="2908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1" name="AutoShape 17"/>
          <p:cNvSpPr>
            <a:spLocks noChangeArrowheads="1"/>
          </p:cNvSpPr>
          <p:nvPr/>
        </p:nvSpPr>
        <p:spPr bwMode="auto">
          <a:xfrm>
            <a:off x="3200400" y="480060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graphicFrame>
        <p:nvGraphicFramePr>
          <p:cNvPr id="31762" name="Object 18"/>
          <p:cNvGraphicFramePr>
            <a:graphicFrameLocks noChangeAspect="1"/>
          </p:cNvGraphicFramePr>
          <p:nvPr/>
        </p:nvGraphicFramePr>
        <p:xfrm>
          <a:off x="4267200" y="5181600"/>
          <a:ext cx="2527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5" name="Equation" r:id="rId22" imgW="2527200" imgH="317160" progId="Equation.DSMT4">
                  <p:embed/>
                </p:oleObj>
              </mc:Choice>
              <mc:Fallback>
                <p:oleObj name="Equation" r:id="rId22" imgW="2527200" imgH="3171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181600"/>
                        <a:ext cx="2527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3" name="Object 19"/>
          <p:cNvGraphicFramePr>
            <a:graphicFrameLocks noChangeAspect="1"/>
          </p:cNvGraphicFramePr>
          <p:nvPr/>
        </p:nvGraphicFramePr>
        <p:xfrm>
          <a:off x="4800600" y="5562600"/>
          <a:ext cx="1447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Equation" r:id="rId24" imgW="1447560" imgH="317160" progId="Equation.DSMT4">
                  <p:embed/>
                </p:oleObj>
              </mc:Choice>
              <mc:Fallback>
                <p:oleObj name="Equation" r:id="rId24" imgW="1447560" imgH="3171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562600"/>
                        <a:ext cx="1447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381000" y="5562600"/>
            <a:ext cx="342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>
                <a:solidFill>
                  <a:srgbClr val="FF0000"/>
                </a:solidFill>
              </a:rPr>
              <a:t>The maximum height is approximately 240 meters.</a:t>
            </a:r>
          </a:p>
        </p:txBody>
      </p:sp>
      <p:sp>
        <p:nvSpPr>
          <p:cNvPr id="31766" name="AutoShape 22"/>
          <p:cNvSpPr>
            <a:spLocks noChangeArrowheads="1"/>
          </p:cNvSpPr>
          <p:nvPr/>
        </p:nvSpPr>
        <p:spPr bwMode="auto">
          <a:xfrm>
            <a:off x="381000" y="5410200"/>
            <a:ext cx="3505200" cy="10668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pic>
        <p:nvPicPr>
          <p:cNvPr id="31767" name="Picture 23" descr="s0105150_std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2578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1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1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/>
      <p:bldP spid="31751" grpId="0"/>
      <p:bldP spid="31754" grpId="0" animBg="1"/>
      <p:bldP spid="31756" grpId="0"/>
      <p:bldP spid="31761" grpId="0" animBg="1"/>
      <p:bldP spid="31764" grpId="0"/>
      <p:bldP spid="317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84238"/>
          </a:xfrm>
        </p:spPr>
        <p:txBody>
          <a:bodyPr/>
          <a:lstStyle/>
          <a:p>
            <a:pPr eaLnBrk="1" hangingPunct="1"/>
            <a:r>
              <a:rPr lang="en-US" altLang="x-none" sz="3600" b="1">
                <a:solidFill>
                  <a:srgbClr val="FF0000"/>
                </a:solidFill>
                <a:latin typeface="Comic Sans MS" charset="0"/>
              </a:rPr>
              <a:t>Maximizing the Area of a Rectangle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452438" y="990600"/>
            <a:ext cx="80851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Stanley has 30 yards of fencing that he wishes to use to enclose a rectangular garden.  If all the fencing is used, what is the maximum area of the garden that can be enclosed?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304800" y="2362200"/>
            <a:ext cx="1905000" cy="838200"/>
          </a:xfrm>
          <a:prstGeom prst="rect">
            <a:avLst/>
          </a:prstGeom>
          <a:solidFill>
            <a:srgbClr val="FFCC99"/>
          </a:solidFill>
          <a:ln w="1905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3733800" y="2286000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9900FF"/>
                </a:solidFill>
              </a:rPr>
              <a:t>Let </a:t>
            </a:r>
            <a:r>
              <a:rPr lang="en-US" altLang="x-none" sz="1800">
                <a:solidFill>
                  <a:srgbClr val="3333FF"/>
                </a:solidFill>
              </a:rPr>
              <a:t>x</a:t>
            </a:r>
            <a:r>
              <a:rPr lang="en-US" altLang="x-none" sz="1800">
                <a:solidFill>
                  <a:srgbClr val="9900FF"/>
                </a:solidFill>
              </a:rPr>
              <a:t> represent the length and let </a:t>
            </a:r>
            <a:r>
              <a:rPr lang="en-US" altLang="x-none" sz="1800">
                <a:solidFill>
                  <a:srgbClr val="008000"/>
                </a:solidFill>
              </a:rPr>
              <a:t>w</a:t>
            </a:r>
            <a:r>
              <a:rPr lang="en-US" altLang="x-none" sz="1800">
                <a:solidFill>
                  <a:srgbClr val="9900FF"/>
                </a:solidFill>
              </a:rPr>
              <a:t> represent the width.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228600" y="3352800"/>
            <a:ext cx="26670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/>
              <a:t>Since all the fencing must be used, the perimeter of the garden will be 30 yards, and we can use the following equation.</a:t>
            </a:r>
          </a:p>
        </p:txBody>
      </p:sp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533400" y="5181600"/>
          <a:ext cx="1536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Equation" r:id="rId10" imgW="1536480" imgH="253800" progId="Equation.DSMT4">
                  <p:embed/>
                </p:oleObj>
              </mc:Choice>
              <mc:Fallback>
                <p:oleObj name="Equation" r:id="rId10" imgW="1536480" imgH="253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1536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609600" y="5638800"/>
          <a:ext cx="1206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6" name="Equation" r:id="rId12" imgW="1206360" imgH="253800" progId="Equation.DSMT4">
                  <p:embed/>
                </p:oleObj>
              </mc:Choice>
              <mc:Fallback>
                <p:oleObj name="Equation" r:id="rId12" imgW="120636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638800"/>
                        <a:ext cx="1206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609600" y="6019800"/>
          <a:ext cx="1206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name="Equation" r:id="rId14" imgW="1206360" imgH="253800" progId="Equation.DSMT4">
                  <p:embed/>
                </p:oleObj>
              </mc:Choice>
              <mc:Fallback>
                <p:oleObj name="Equation" r:id="rId14" imgW="1206360" imgH="253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019800"/>
                        <a:ext cx="1206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1066800" y="1981200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3333FF"/>
                </a:solidFill>
              </a:rPr>
              <a:t>x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2209800" y="2590800"/>
            <a:ext cx="862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15</a:t>
            </a:r>
            <a:r>
              <a:rPr lang="en-US" altLang="x-none">
                <a:solidFill>
                  <a:srgbClr val="3333FF"/>
                </a:solidFill>
              </a:rPr>
              <a:t> </a:t>
            </a:r>
            <a:r>
              <a:rPr lang="en-US" altLang="x-none">
                <a:solidFill>
                  <a:schemeClr val="tx1"/>
                </a:solidFill>
              </a:rPr>
              <a:t>-</a:t>
            </a:r>
            <a:r>
              <a:rPr lang="en-US" altLang="x-none">
                <a:solidFill>
                  <a:srgbClr val="3333FF"/>
                </a:solidFill>
              </a:rPr>
              <a:t> x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2895600" y="3154363"/>
            <a:ext cx="525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9900FF"/>
                </a:solidFill>
              </a:rPr>
              <a:t>Let A(</a:t>
            </a:r>
            <a:r>
              <a:rPr lang="en-US" altLang="x-none">
                <a:solidFill>
                  <a:srgbClr val="3333FF"/>
                </a:solidFill>
              </a:rPr>
              <a:t>x</a:t>
            </a:r>
            <a:r>
              <a:rPr lang="en-US" altLang="x-none" sz="1800">
                <a:solidFill>
                  <a:srgbClr val="9900FF"/>
                </a:solidFill>
              </a:rPr>
              <a:t>) represent the area of the rectangle.</a:t>
            </a:r>
          </a:p>
        </p:txBody>
      </p:sp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3200400" y="3657600"/>
          <a:ext cx="2133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Equation" r:id="rId16" imgW="2133360" imgH="317160" progId="Equation.DSMT4">
                  <p:embed/>
                </p:oleObj>
              </mc:Choice>
              <mc:Fallback>
                <p:oleObj name="Equation" r:id="rId16" imgW="2133360" imgH="3171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657600"/>
                        <a:ext cx="2133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3276600" y="4114800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Equation" r:id="rId18" imgW="1854000" imgH="342720" progId="Equation.DSMT4">
                  <p:embed/>
                </p:oleObj>
              </mc:Choice>
              <mc:Fallback>
                <p:oleObj name="Equation" r:id="rId18" imgW="1854000" imgH="3427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14800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/>
        </p:nvGraphicFramePr>
        <p:xfrm>
          <a:off x="3200400" y="4572000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Equation" r:id="rId20" imgW="2031840" imgH="342720" progId="Equation.DSMT4">
                  <p:embed/>
                </p:oleObj>
              </mc:Choice>
              <mc:Fallback>
                <p:oleObj name="Equation" r:id="rId20" imgW="2031840" imgH="34272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572000"/>
                        <a:ext cx="2032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2819400" y="50292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9900FF"/>
                </a:solidFill>
              </a:rPr>
              <a:t>The maximum value occurs at</a:t>
            </a:r>
          </a:p>
        </p:txBody>
      </p:sp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2895600" y="5486400"/>
          <a:ext cx="86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Equation" r:id="rId22" imgW="863280" imgH="609480" progId="Equation.DSMT4">
                  <p:embed/>
                </p:oleObj>
              </mc:Choice>
              <mc:Fallback>
                <p:oleObj name="Equation" r:id="rId22" imgW="863280" imgH="6094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486400"/>
                        <a:ext cx="86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0"/>
          <p:cNvGraphicFramePr>
            <a:graphicFrameLocks noChangeAspect="1"/>
          </p:cNvGraphicFramePr>
          <p:nvPr/>
        </p:nvGraphicFramePr>
        <p:xfrm>
          <a:off x="3810000" y="5486400"/>
          <a:ext cx="863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Equation" r:id="rId24" imgW="863280" imgH="660240" progId="Equation.DSMT4">
                  <p:embed/>
                </p:oleObj>
              </mc:Choice>
              <mc:Fallback>
                <p:oleObj name="Equation" r:id="rId24" imgW="863280" imgH="6602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486400"/>
                        <a:ext cx="863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1"/>
          <p:cNvGraphicFramePr>
            <a:graphicFrameLocks noChangeAspect="1"/>
          </p:cNvGraphicFramePr>
          <p:nvPr/>
        </p:nvGraphicFramePr>
        <p:xfrm>
          <a:off x="4692650" y="5638800"/>
          <a:ext cx="622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3" name="Equation" r:id="rId26" imgW="622080" imgH="253800" progId="Equation.DSMT4">
                  <p:embed/>
                </p:oleObj>
              </mc:Choice>
              <mc:Fallback>
                <p:oleObj name="Equation" r:id="rId26" imgW="622080" imgH="253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5638800"/>
                        <a:ext cx="622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5" name="Object 23"/>
          <p:cNvGraphicFramePr>
            <a:graphicFrameLocks noChangeAspect="1"/>
          </p:cNvGraphicFramePr>
          <p:nvPr/>
        </p:nvGraphicFramePr>
        <p:xfrm>
          <a:off x="5880100" y="3657600"/>
          <a:ext cx="292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" name="Equation" r:id="rId28" imgW="2920680" imgH="342720" progId="Equation.DSMT4">
                  <p:embed/>
                </p:oleObj>
              </mc:Choice>
              <mc:Fallback>
                <p:oleObj name="Equation" r:id="rId28" imgW="2920680" imgH="34272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3657600"/>
                        <a:ext cx="2921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6" name="Object 24"/>
          <p:cNvGraphicFramePr>
            <a:graphicFrameLocks noChangeAspect="1"/>
          </p:cNvGraphicFramePr>
          <p:nvPr/>
        </p:nvGraphicFramePr>
        <p:xfrm>
          <a:off x="6045200" y="4127500"/>
          <a:ext cx="2717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5" name="Equation" r:id="rId30" imgW="2717640" imgH="317160" progId="Equation.DSMT4">
                  <p:embed/>
                </p:oleObj>
              </mc:Choice>
              <mc:Fallback>
                <p:oleObj name="Equation" r:id="rId30" imgW="2717640" imgH="31716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127500"/>
                        <a:ext cx="2717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25"/>
          <p:cNvGraphicFramePr>
            <a:graphicFrameLocks noChangeAspect="1"/>
          </p:cNvGraphicFramePr>
          <p:nvPr/>
        </p:nvGraphicFramePr>
        <p:xfrm>
          <a:off x="6400800" y="4572000"/>
          <a:ext cx="1727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Equation" r:id="rId32" imgW="1726920" imgH="317160" progId="Equation.DSMT4">
                  <p:embed/>
                </p:oleObj>
              </mc:Choice>
              <mc:Fallback>
                <p:oleObj name="Equation" r:id="rId32" imgW="1726920" imgH="3171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2000"/>
                        <a:ext cx="1727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6019800" y="5562600"/>
            <a:ext cx="266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>
                <a:solidFill>
                  <a:srgbClr val="FF0000"/>
                </a:solidFill>
              </a:rPr>
              <a:t>The maximum area is 56.25 yards</a:t>
            </a:r>
            <a:r>
              <a:rPr lang="en-US" altLang="x-none" baseline="30000">
                <a:solidFill>
                  <a:srgbClr val="FF0000"/>
                </a:solidFill>
              </a:rPr>
              <a:t>2</a:t>
            </a:r>
            <a:r>
              <a:rPr lang="en-US" altLang="x-none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3819" name="AutoShape 27"/>
          <p:cNvSpPr>
            <a:spLocks noChangeArrowheads="1"/>
          </p:cNvSpPr>
          <p:nvPr/>
        </p:nvSpPr>
        <p:spPr bwMode="auto">
          <a:xfrm>
            <a:off x="5867400" y="5410200"/>
            <a:ext cx="2971800" cy="106680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3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3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3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7" grpId="0"/>
      <p:bldP spid="33798" grpId="0" animBg="1"/>
      <p:bldP spid="33799" grpId="0"/>
      <p:bldP spid="33800" grpId="0"/>
      <p:bldP spid="33804" grpId="0"/>
      <p:bldP spid="33805" grpId="0"/>
      <p:bldP spid="33806" grpId="0"/>
      <p:bldP spid="33810" grpId="0"/>
      <p:bldP spid="33818" grpId="0"/>
      <p:bldP spid="338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 b="1">
                <a:solidFill>
                  <a:srgbClr val="FF0000"/>
                </a:solidFill>
                <a:latin typeface="Comic Sans MS" charset="0"/>
              </a:rPr>
              <a:t>Quadratic Equations Homework</a:t>
            </a:r>
          </a:p>
        </p:txBody>
      </p:sp>
      <p:pic>
        <p:nvPicPr>
          <p:cNvPr id="35845" name="Picture 5" descr="MCBD10657_0000[1]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57400"/>
            <a:ext cx="1625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 descr="MCPE02604_0000[1]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286000"/>
            <a:ext cx="1595438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2895600" y="2133600"/>
            <a:ext cx="3505200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3600">
                <a:solidFill>
                  <a:srgbClr val="FF0000"/>
                </a:solidFill>
              </a:rPr>
              <a:t>JUN04</a:t>
            </a:r>
            <a:r>
              <a:rPr lang="en-US" altLang="x-none" sz="3600">
                <a:solidFill>
                  <a:srgbClr val="FF00FF"/>
                </a:solidFill>
              </a:rPr>
              <a:t>  4, 30</a:t>
            </a:r>
          </a:p>
          <a:p>
            <a:pPr eaLnBrk="1" hangingPunct="1"/>
            <a:endParaRPr lang="en-US" altLang="x-none" sz="1200">
              <a:solidFill>
                <a:srgbClr val="FF00FF"/>
              </a:solidFill>
            </a:endParaRPr>
          </a:p>
          <a:p>
            <a:pPr eaLnBrk="1" hangingPunct="1"/>
            <a:r>
              <a:rPr lang="en-US" altLang="x-none" sz="3600">
                <a:solidFill>
                  <a:srgbClr val="FF0000"/>
                </a:solidFill>
              </a:rPr>
              <a:t>AUG05</a:t>
            </a:r>
            <a:r>
              <a:rPr lang="en-US" altLang="x-none" sz="3600">
                <a:solidFill>
                  <a:srgbClr val="FF00FF"/>
                </a:solidFill>
              </a:rPr>
              <a:t>  1</a:t>
            </a:r>
          </a:p>
          <a:p>
            <a:pPr eaLnBrk="1" hangingPunct="1"/>
            <a:endParaRPr lang="en-US" altLang="x-none" sz="1200">
              <a:solidFill>
                <a:srgbClr val="FF00FF"/>
              </a:solidFill>
            </a:endParaRPr>
          </a:p>
          <a:p>
            <a:pPr eaLnBrk="1" hangingPunct="1"/>
            <a:r>
              <a:rPr lang="en-US" altLang="x-none" sz="3600">
                <a:solidFill>
                  <a:srgbClr val="FF0000"/>
                </a:solidFill>
              </a:rPr>
              <a:t>JUN06</a:t>
            </a:r>
            <a:r>
              <a:rPr lang="en-US" altLang="x-none" sz="3600">
                <a:solidFill>
                  <a:srgbClr val="FF00FF"/>
                </a:solidFill>
              </a:rPr>
              <a:t>  27, 32</a:t>
            </a:r>
          </a:p>
          <a:p>
            <a:pPr eaLnBrk="1" hangingPunct="1"/>
            <a:endParaRPr lang="en-US" altLang="x-none" sz="1200">
              <a:solidFill>
                <a:srgbClr val="FF00FF"/>
              </a:solidFill>
            </a:endParaRPr>
          </a:p>
          <a:p>
            <a:pPr eaLnBrk="1" hangingPunct="1"/>
            <a:r>
              <a:rPr lang="en-US" altLang="x-none" sz="3600">
                <a:solidFill>
                  <a:srgbClr val="FF0000"/>
                </a:solidFill>
              </a:rPr>
              <a:t>AUG06</a:t>
            </a:r>
            <a:r>
              <a:rPr lang="en-US" altLang="x-none" sz="3600">
                <a:solidFill>
                  <a:srgbClr val="FF00FF"/>
                </a:solidFill>
              </a:rPr>
              <a:t>  3, 11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70" decel="100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70" decel="100000"/>
                                        <p:tgtEl>
                                          <p:spTgt spid="3584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" dur="77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SSN00725A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Sj0388507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7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663300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663300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1972</TotalTime>
  <Words>1190</Words>
  <Application>Microsoft Macintosh PowerPoint</Application>
  <PresentationFormat>On-screen Show (4:3)</PresentationFormat>
  <Paragraphs>188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Comic Sans MS</vt:lpstr>
      <vt:lpstr>Arial</vt:lpstr>
      <vt:lpstr>Default Design</vt:lpstr>
      <vt:lpstr>Equation</vt:lpstr>
      <vt:lpstr>Worksheet</vt:lpstr>
      <vt:lpstr>Quadratic Functions</vt:lpstr>
      <vt:lpstr>Maximum and Minimum Points</vt:lpstr>
      <vt:lpstr>Axis of Symmetry</vt:lpstr>
      <vt:lpstr>Finding the Axis of Symmetry</vt:lpstr>
      <vt:lpstr>Graphing a Quadratic Equation Using a Table of Values</vt:lpstr>
      <vt:lpstr>Graphing Examples</vt:lpstr>
      <vt:lpstr>Quadratic Functions Homework </vt:lpstr>
      <vt:lpstr>Solving Quadratic Equations</vt:lpstr>
      <vt:lpstr>Factoring and Solving Quadratic Equations</vt:lpstr>
      <vt:lpstr>More Factoring Examples</vt:lpstr>
      <vt:lpstr>Solving Quadratic Equations by Graphing</vt:lpstr>
      <vt:lpstr>More Solving Quadratic Equations by Graphing</vt:lpstr>
      <vt:lpstr>Solving Quadratic Equations with no Middle Term</vt:lpstr>
      <vt:lpstr>Linear Quadratic Systems</vt:lpstr>
      <vt:lpstr>Projectile Motion</vt:lpstr>
      <vt:lpstr>More Projectile Motion</vt:lpstr>
      <vt:lpstr>Maximizing the Area of a Rectangle</vt:lpstr>
      <vt:lpstr>Quadratic Equations Homework</vt:lpstr>
    </vt:vector>
  </TitlesOfParts>
  <Company> 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 Functions</dc:title>
  <dc:creator> Pete Wirchansky</dc:creator>
  <cp:lastModifiedBy>Brad SUMMERS</cp:lastModifiedBy>
  <cp:revision>36</cp:revision>
  <dcterms:created xsi:type="dcterms:W3CDTF">2006-12-12T02:10:59Z</dcterms:created>
  <dcterms:modified xsi:type="dcterms:W3CDTF">2018-11-17T05:09:59Z</dcterms:modified>
</cp:coreProperties>
</file>