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9" r:id="rId4"/>
    <p:sldId id="280" r:id="rId5"/>
    <p:sldId id="281" r:id="rId6"/>
    <p:sldId id="282" r:id="rId7"/>
    <p:sldId id="283" r:id="rId8"/>
    <p:sldId id="27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0"/>
    <p:restoredTop sz="94650"/>
  </p:normalViewPr>
  <p:slideViewPr>
    <p:cSldViewPr snapToGrid="0" snapToObjects="1">
      <p:cViewPr varScale="1">
        <p:scale>
          <a:sx n="84" d="100"/>
          <a:sy n="84" d="100"/>
        </p:scale>
        <p:origin x="200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2/16/20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2/16/20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2/16/20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2/16/20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2/16/20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2/16/20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2/16/20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2/16/20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2/16/20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2/16/20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2/16/20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2/16/20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3250" y="5191496"/>
            <a:ext cx="7418146" cy="963977"/>
          </a:xfrm>
        </p:spPr>
        <p:txBody>
          <a:bodyPr>
            <a:normAutofit fontScale="90000"/>
          </a:bodyPr>
          <a:lstStyle/>
          <a:p>
            <a:r>
              <a:rPr lang="en-AU" dirty="0"/>
              <a:t>Congruency and similarity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9342" y="4502073"/>
            <a:ext cx="2906434" cy="2330106"/>
          </a:xfrm>
        </p:spPr>
        <p:txBody>
          <a:bodyPr>
            <a:normAutofit/>
          </a:bodyPr>
          <a:lstStyle/>
          <a:p>
            <a:r>
              <a:rPr lang="en-AU" sz="2400" dirty="0"/>
              <a:t>EQ: How do we prove congruence and </a:t>
            </a:r>
            <a:r>
              <a:rPr lang="en-AU" sz="2400" dirty="0" err="1"/>
              <a:t>similiarity</a:t>
            </a:r>
            <a:r>
              <a:rPr lang="en-AU" sz="2400" dirty="0"/>
              <a:t> in triangles?</a:t>
            </a:r>
          </a:p>
        </p:txBody>
      </p:sp>
    </p:spTree>
    <p:extLst>
      <p:ext uri="{BB962C8B-B14F-4D97-AF65-F5344CB8AC3E}">
        <p14:creationId xmlns:p14="http://schemas.microsoft.com/office/powerpoint/2010/main" val="155655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Topic: Congruency and similarity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966" y="1765792"/>
            <a:ext cx="484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can we determine congruency </a:t>
            </a:r>
            <a:r>
              <a:rPr lang="en-AU"/>
              <a:t>in triangles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724523" y="2185416"/>
            <a:ext cx="50105" cy="467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C48A10D-9A58-F54A-B677-229B62D25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9430216" cy="485001"/>
          </a:xfrm>
        </p:spPr>
        <p:txBody>
          <a:bodyPr/>
          <a:lstStyle/>
          <a:p>
            <a:r>
              <a:rPr lang="en-US" dirty="0"/>
              <a:t>To review, these are the following tests for congruency:</a:t>
            </a: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468E27BA-5F07-614F-AF2A-797ED0262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83" y="2871589"/>
            <a:ext cx="8843382" cy="19021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9">
                <a:extLst>
                  <a:ext uri="{FF2B5EF4-FFF2-40B4-BE49-F238E27FC236}">
                    <a16:creationId xmlns:a16="http://schemas.microsoft.com/office/drawing/2014/main" id="{CFC518D3-0398-F844-9268-2E73A063C6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7965" y="5092390"/>
                <a:ext cx="10429511" cy="1520274"/>
              </a:xfrm>
              <a:prstGeom prst="rect">
                <a:avLst/>
              </a:prstGeom>
            </p:spPr>
            <p:txBody>
              <a:bodyPr vert="horz" lIns="45720" tIns="45720" rIns="4572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The symbols for congruency are: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endParaRPr lang="en-CA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We can get caught up on the notation for proving congruence and similarity, so let’s look at some examples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3" name="Content Placeholder 9">
                <a:extLst>
                  <a:ext uri="{FF2B5EF4-FFF2-40B4-BE49-F238E27FC236}">
                    <a16:creationId xmlns:a16="http://schemas.microsoft.com/office/drawing/2014/main" id="{CFC518D3-0398-F844-9268-2E73A063C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965" y="5092390"/>
                <a:ext cx="10429511" cy="1520274"/>
              </a:xfrm>
              <a:prstGeom prst="rect">
                <a:avLst/>
              </a:prstGeom>
              <a:blipFill>
                <a:blip r:embed="rId3"/>
                <a:stretch>
                  <a:fillRect l="-243" t="-4132" r="-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8925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0F662566-AE11-F340-98DA-828C8A2D2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84" y="215900"/>
            <a:ext cx="11455561" cy="577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513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0F662566-AE11-F340-98DA-828C8A2D2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85" y="215900"/>
            <a:ext cx="6796236" cy="3425195"/>
          </a:xfrm>
          <a:prstGeom prst="rect">
            <a:avLst/>
          </a:prstGeom>
        </p:spPr>
      </p:pic>
      <p:pic>
        <p:nvPicPr>
          <p:cNvPr id="5" name="Picture 4" descr="A picture containing table, knife, bird&#10;&#10;Description automatically generated">
            <a:extLst>
              <a:ext uri="{FF2B5EF4-FFF2-40B4-BE49-F238E27FC236}">
                <a16:creationId xmlns:a16="http://schemas.microsoft.com/office/drawing/2014/main" id="{6F782FA2-7747-3744-B99C-4589B09F1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85" y="3756659"/>
            <a:ext cx="6898402" cy="952499"/>
          </a:xfrm>
          <a:prstGeom prst="rect">
            <a:avLst/>
          </a:prstGeom>
        </p:spPr>
      </p:pic>
      <p:pic>
        <p:nvPicPr>
          <p:cNvPr id="7" name="Picture 6" descr="A picture containing bird&#10;&#10;Description automatically generated">
            <a:extLst>
              <a:ext uri="{FF2B5EF4-FFF2-40B4-BE49-F238E27FC236}">
                <a16:creationId xmlns:a16="http://schemas.microsoft.com/office/drawing/2014/main" id="{A499B212-30CA-3D41-A6C4-A47F077A9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84" y="4872989"/>
            <a:ext cx="6898401" cy="106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36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C48A10D-9A58-F54A-B677-229B62D25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523" y="120932"/>
            <a:ext cx="9430216" cy="485001"/>
          </a:xfrm>
        </p:spPr>
        <p:txBody>
          <a:bodyPr/>
          <a:lstStyle/>
          <a:p>
            <a:r>
              <a:rPr lang="en-US" dirty="0"/>
              <a:t>To review, these are the following tests for similarity: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9">
                <a:extLst>
                  <a:ext uri="{FF2B5EF4-FFF2-40B4-BE49-F238E27FC236}">
                    <a16:creationId xmlns:a16="http://schemas.microsoft.com/office/drawing/2014/main" id="{CFC518D3-0398-F844-9268-2E73A063C6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22441" y="3002843"/>
                <a:ext cx="3669559" cy="852314"/>
              </a:xfrm>
              <a:prstGeom prst="rect">
                <a:avLst/>
              </a:prstGeom>
            </p:spPr>
            <p:txBody>
              <a:bodyPr vert="horz" lIns="45720" tIns="45720" rIns="45720" bIns="45720" rtlCol="0">
                <a:normAutofit lnSpcReduction="10000"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/>
                  <a:t>The symbols for similarity is: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3" name="Content Placeholder 9">
                <a:extLst>
                  <a:ext uri="{FF2B5EF4-FFF2-40B4-BE49-F238E27FC236}">
                    <a16:creationId xmlns:a16="http://schemas.microsoft.com/office/drawing/2014/main" id="{CFC518D3-0398-F844-9268-2E73A063C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441" y="3002843"/>
                <a:ext cx="3669559" cy="852314"/>
              </a:xfrm>
              <a:prstGeom prst="rect">
                <a:avLst/>
              </a:prstGeom>
              <a:blipFill>
                <a:blip r:embed="rId2"/>
                <a:stretch>
                  <a:fillRect l="-2069" t="-14493"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0A21538E-3953-1848-84B2-1B235D031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61" y="640151"/>
            <a:ext cx="6238435" cy="1325880"/>
          </a:xfrm>
          <a:prstGeom prst="rect">
            <a:avLst/>
          </a:prstGeom>
        </p:spPr>
      </p:pic>
      <p:pic>
        <p:nvPicPr>
          <p:cNvPr id="11" name="Picture 10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1FB4D98B-B025-3444-A830-ECBA2C6A3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161" y="1966031"/>
            <a:ext cx="7263140" cy="1270000"/>
          </a:xfrm>
          <a:prstGeom prst="rect">
            <a:avLst/>
          </a:prstGeom>
        </p:spPr>
      </p:pic>
      <p:pic>
        <p:nvPicPr>
          <p:cNvPr id="15" name="Picture 14" descr="A picture containing bird&#10;&#10;Description automatically generated">
            <a:extLst>
              <a:ext uri="{FF2B5EF4-FFF2-40B4-BE49-F238E27FC236}">
                <a16:creationId xmlns:a16="http://schemas.microsoft.com/office/drawing/2014/main" id="{F27EB2EE-365C-C847-A977-B80309031F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161" y="5737301"/>
            <a:ext cx="7719801" cy="1102829"/>
          </a:xfrm>
          <a:prstGeom prst="rect">
            <a:avLst/>
          </a:prstGeom>
        </p:spPr>
      </p:pic>
      <p:pic>
        <p:nvPicPr>
          <p:cNvPr id="17" name="Picture 16" descr="A picture containing table&#10;&#10;Description automatically generated">
            <a:extLst>
              <a:ext uri="{FF2B5EF4-FFF2-40B4-BE49-F238E27FC236}">
                <a16:creationId xmlns:a16="http://schemas.microsoft.com/office/drawing/2014/main" id="{758D5121-4F5A-B54D-ADB1-F4DA9E475B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161" y="3177335"/>
            <a:ext cx="6233341" cy="1304653"/>
          </a:xfrm>
          <a:prstGeom prst="rect">
            <a:avLst/>
          </a:prstGeom>
        </p:spPr>
      </p:pic>
      <p:pic>
        <p:nvPicPr>
          <p:cNvPr id="19" name="Picture 18" descr="A picture containing table&#10;&#10;Description automatically generated">
            <a:extLst>
              <a:ext uri="{FF2B5EF4-FFF2-40B4-BE49-F238E27FC236}">
                <a16:creationId xmlns:a16="http://schemas.microsoft.com/office/drawing/2014/main" id="{448D240A-AEA7-2E45-8695-FEA81A8625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161" y="4453191"/>
            <a:ext cx="7098559" cy="128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6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66486C20-927D-9B47-953E-3715A77CF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85" y="1005840"/>
            <a:ext cx="11834429" cy="420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43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527FCEA-6143-4C5E-8C45-8AC9237A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9F23AD-7A55-49F3-A3EC-743F47F3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66486C20-927D-9B47-953E-3715A77CF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80" y="2298241"/>
            <a:ext cx="6410084" cy="22755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7D9F91F-72C9-4DB9-ABD0-A8180D82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398BFA62-971B-CA43-A93E-67152EF45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873" y="1234440"/>
            <a:ext cx="3964807" cy="125882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E016956-CE9F-4946-8834-A8BC3529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device&#10;&#10;Description automatically generated">
            <a:extLst>
              <a:ext uri="{FF2B5EF4-FFF2-40B4-BE49-F238E27FC236}">
                <a16:creationId xmlns:a16="http://schemas.microsoft.com/office/drawing/2014/main" id="{573D18CC-D3A0-4544-A937-14C65328F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873" y="4584059"/>
            <a:ext cx="3854945" cy="79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32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C048CE-709A-2F47-BE65-0EE6AC1F8B66}"/>
              </a:ext>
            </a:extLst>
          </p:cNvPr>
          <p:cNvSpPr txBox="1"/>
          <p:nvPr/>
        </p:nvSpPr>
        <p:spPr>
          <a:xfrm>
            <a:off x="3319462" y="1028699"/>
            <a:ext cx="55530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Complete Worksheet for Homework</a:t>
            </a:r>
          </a:p>
        </p:txBody>
      </p:sp>
    </p:spTree>
    <p:extLst>
      <p:ext uri="{BB962C8B-B14F-4D97-AF65-F5344CB8AC3E}">
        <p14:creationId xmlns:p14="http://schemas.microsoft.com/office/powerpoint/2010/main" val="18980203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</Words>
  <Application>Microsoft Macintosh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Cambria Math</vt:lpstr>
      <vt:lpstr>Tw Cen MT</vt:lpstr>
      <vt:lpstr>Tw Cen MT Condensed</vt:lpstr>
      <vt:lpstr>Wingdings 3</vt:lpstr>
      <vt:lpstr>Integral</vt:lpstr>
      <vt:lpstr>Congruency and similarity review</vt:lpstr>
      <vt:lpstr>Topic: Congruency and similarity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Congruency and similarity review</dc:title>
  <dc:creator>SUMMERS Brad [Baldivis Secondary College]</dc:creator>
  <cp:lastModifiedBy>SUMMERS Brad [Baldivis Secondary College]</cp:lastModifiedBy>
  <cp:revision>2</cp:revision>
  <dcterms:created xsi:type="dcterms:W3CDTF">2020-02-16T12:23:30Z</dcterms:created>
  <dcterms:modified xsi:type="dcterms:W3CDTF">2020-02-16T12:25:43Z</dcterms:modified>
</cp:coreProperties>
</file>