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1" r:id="rId2"/>
    <p:sldId id="273" r:id="rId3"/>
    <p:sldId id="274" r:id="rId4"/>
    <p:sldId id="275" r:id="rId5"/>
    <p:sldId id="276" r:id="rId6"/>
    <p:sldId id="272" r:id="rId7"/>
    <p:sldId id="270" r:id="rId8"/>
    <p:sldId id="278" r:id="rId9"/>
    <p:sldId id="279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9-11-13T06:18:08.91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24497 9602 312 0,'0'-10'115'0,"0"10"-89"0,0-15 16 0,6 10 2 16,0-5 0-16,-1 0 5 15,1-4-11-15,-1-1-3 16,1-5-20-16,-6 0 9 0,0 1 5 0,-6 4-4 16,1 0-2-16,-6 0-11 15,-6 5-3-15,-5 0-5 16,-12 6-3-16,-10 4-3 16,-1 0 1-16,-5 4-1 0,-5 6 0 15,-6 5 2 1,5 5 2-16,6 5-3 15,11-1-2-15,6 1 2 16,11 0 0-16,11-1-2 16,16 1 2-16,18 0 1 15,15-6 0-15,12 6 0 0,0-5 0 16,6 4 0 0,0 1 2-16,-7 5-1 15,-4-1-1-15,-6 1-2 16,-6-1-1-16,0-4 2 0,-16 0 0 15,-6-1 1-15,-5 1 2 16,-12-5-1-16,-5 0 2 16,-6-6-2-16,-16 1 2 15,-6-5-2-15,-5-5-1 16,-12 0 1-16,-5-10-1 0,-5 0 0 16,-1-5 2-16,6-5-6 15,5 1-1 1,12-6-18-16,5 0-8 15,11 5-16-15,12-4-6 16,10-6-38-16,17-5-17 16,11 1-52-1</inkml:trace>
  <inkml:trace contextRef="#ctx0" brushRef="#br0" timeOffset="322.582">24170 9320 328 0,'-28'-14'123'0,"22"4"-95"0,1 5 29 0,5 5 6 15,0 0-29 1,0 0-8-16,0 0-8 0,5 5-3 16,7 5-7-16,-1 4 1 0,0 11 4 15,0 10-5 1,6 19-2-16,-1 20-1 15,1 15 1-15,0 5-5 0,-6-11-1 16,0-4 0-16,0-10 2 16,0-4-1-16,0-11-1 15,0-5 3-15,-5-9 0 16,-1-6-4-16,1-9 1 16,-1-5-31-16,-5-5-12 15,0-15-49-15,17 0-21 16,0-10-48-1</inkml:trace>
  <inkml:trace contextRef="#ctx0" brushRef="#br0" timeOffset="823.284">24658 9543 356 0,'-22'-20'134'0,"22"10"-104"0,6-5 3 15,5 10-5-15,6-5-4 16,5-4 5-16,6-1-2 16,10 0-2-16,7 0-13 15,5 5-3-15,0 0-2 0,0 5-1 16,-6 5-1-16,1 5-3 15,-6 5-2-15,-6 10 3 0,-11 5 2 16,-5 4 2-16,-12 11 1 16,-10 9-2-16,-6 5-1 15,-12 6 1-15,-4-6 3 16,-12 0 0-16,-6 0 0 16,1-9-1-16,-1-6 0 0,7-4-2 15,4-1-1 1,7-9-3-16,4-5-2 15,12-5 3-15,6-1 0 16,10-4 1-16,12-5 0 16,16-5-2-16,6 0-2 15,5 0-2-15,1-5 1 0,-1 0-12 16,1 5-5 0,-1-5-28-16,6 0-12 15,0 1-56-15,0-6-22 0,6-10-24 16</inkml:trace>
  <inkml:trace contextRef="#ctx0" brushRef="#br0" timeOffset="1217.686">25442 9661 480 0,'-39'-10'178'0,"33"5"-138"0,6 5-3 0,0 0-9 16,6 0-16-16,10-10 1 15,7 5-10 1,10-5-2-16,11 6-1 0,12-1 0 0,10 0 0 16,1 5-3-16,-6 10 2 15,0 4 1-15,-5 6 0 16,-6 0 0-16,-11 5 0 16,-12-1 0-16,-4 6 0 0,-12-1 0 15,-11 1 2 1,-17 0 1-16,-5-1 1 15,-17-4-5-15,-17 4 1 16,-21-4 0-16,-7 0 2 16,7-5-1-16,-1-1 2 0,11-9-2 15,12-5-1-15,5-10 1 16,11-5 1-16,17-9-14 16,11-11-7-16,-1 5-21 15,29-19-8-15,16-5-25 16,17-1-11-16,17 6-83 31</inkml:trace>
  <inkml:trace contextRef="#ctx0" brushRef="#br0" timeOffset="1619.12">26147 9691 388 0,'-34'-5'145'0,"18"0"-112"0,-6 0 27 16,16 5 8-16,0-5-27 15,1 5-8-15,5 0-17 0,5-5-6 16,7-5-6-16,10 0-3 0,6-10 2 16,16 6-4-16,12-1 0 15,10 5 1-15,6 5 2 16,1 5-3-16,-1 15-2 16,-11 5-1-16,-6 14 3 0,-10-4 2 15,-12 4 2 1,-5 1-4-16,-17 4 1 15,-11-4-2-15,-17 4 0 16,-10-9 4-16,-18-1 1 16,-10-4-1-16,-12 0 1 15,-5-5 0-15,0-6 1 16,-1-4 0-16,12-5 0 16,6-5-2-16,5-5-2 15,11-10 1-15,11-4-1 16,11-16-22-16,12-4-10 0,16-6-20 15,17 1-5-15,11-5-35 16,16 4-14-16,17 11-48 16</inkml:trace>
  <inkml:trace contextRef="#ctx0" brushRef="#br0" timeOffset="2055.737">27046 9676 476 0,'-38'-10'178'0,"38"10"-138"0,-23-5 11 16,23 5-6-16,-5 0-23 0,-1-5-2 15,6 0-10-15,6 0-2 16,10-5-4 0,7 0-5-16,10 1 0 0,17-1 1 0,11 5 0 15,11 5-3-15,-11 5 0 16,-11 0 2-16,23 14 0 15,-18 1 1-15,12 10 0 16,10 14 0-16,-15-4 0 16,-7-1-3-16,-27-9 2 0,0-6-1 15,-12 1 0-15,-16 10 4 16,-16-1 1-16,-18-4-4 16,-5-11 1-16,6-4 2 15,-50 5 3-15,-34 0 2 16,6-5 3-1,11-6 1-15,34-9 1 0,10 0-2 16,6-9 1-16,-6-16-6 16,18-15-1-16,21-9-11 15,17 10-3-15,0 4-15 16,33-14-4-16,28-15-45 16,17 9-19-16,-6 16-119 15</inkml:trace>
  <inkml:trace contextRef="#ctx0" brushRef="#br0" timeOffset="4415.035">24570 11097 236 0,'0'-10'88'0,"5"0"-69"0,-5 0 26 0,6 5 6 15,-1 0 7 1,1-4 4-16,-1-1-11 16,-5-5-7-16,0 0-24 15,-5 5 5-15,-1 0 5 0,-5 0-7 0,-6 1-4 16,-5-1-8-16,-5 5-5 16,-12 5-3-1,-11 0-3-15,-6 5 1 16,-5 5-1-16,0-1 0 0,5 6 0 15,6 0-3-15,12 0 2 16,10 0-1-16,11 0-2 16,17-1 3-16,22 1 2 15,17 0 0-15,17 0 2 16,5 0-2-16,0-1 2 0,6 1-2 16,-6 5 2-16,0 5-4 15,-11-1 0-15,-17 6 1 16,-11 9 0-1,-16 6 0-15,-12 4 2 16,-10-9-1-16,-7-6 2 16,-4-4-2-16,-12-6-1 0,0-4 1 15,-11-10 1-15,5-5 1 16,1-10 1-16,5-10 2 16,6-14 3-16,11-16-2 15,11-9-2-15,11-10-2 16,11 5-3-16,11 4-2 15,11 6-1-15,12 0 2 16,-1 4 0-16,6 6-2 16,6 9 2-16,-6 5-39 15,-1 11-18-15,1 9-69 0,0 10-30 16,-5 9-7 0</inkml:trace>
  <inkml:trace contextRef="#ctx0" brushRef="#br0" timeOffset="4865.642">25319 11087 444 0,'-11'-10'167'0,"6"5"-129"0,-1 0 4 16,6 5-8-16,0 0-14 16,0 0 3-1,-11 15-9-15,-6 10-7 16,-10 9-5-16,-7 11 1 0,-10 14-2 0,-12 5 2 16,-5 10-2-16,6-15 2 15,-1 1-13 1,6-11-6-16,11-10-24 0,12-9-10 15,10-10-42-15,6-15-19 16,11-15-51 0</inkml:trace>
  <inkml:trace contextRef="#ctx0" brushRef="#br0" timeOffset="5252.085">24770 10969 452 0,'-67'-15'167'0,"50"15"-129"0,1 0-1 0,16 0-6 0,0 0-22 15,0 0-5-15,16 0-5 16,6 0-2-16,12 0 2 16,10 0 0-16,6 5 1 0,0 0 0 15,0 0 2-15,-5 4-1 16,-7 1-1-16,-4-5 1 15,-12 5 1-15,-5 0 1 16,-12 0 3-16,-10 0-3 16,-6 0-2-16,-17 0 2 15,-6-1 0-15,-10-4-4 0,0 0 1 16,-6 0 2-16,5-5 1 16,6 0 1-16,12-5 0 15,4-5-5-15,12 1 1 16,6-1-9-1,10-5-2-15,12 5-18 0,11 0-9 16,5 0-42-16,11 0-18 16,6 10-66-1</inkml:trace>
  <inkml:trace contextRef="#ctx0" brushRef="#br0" timeOffset="5704.311">25153 11655 400 0,'-17'-5'148'0,"17"5"-115"0,0-5 6 0,0 5-3 16,0 0-20-1,0 0-1-15,11 0-9 16,6-10-2-16,-1 5-2 16,7-5-2-16,4 5 1 0,7 0-1 15,-1 5 0-15,0 5-3 16,1 0 2-16,-6 5 1 0,-6 0 0 16,-6 0 2-1,-4-1 1-15,-7 1-1 16,-10 5 1-16,-7-5 2 15,-4 5 4-15,-6-5 5 0,-12-5 1 16,-5 0-2-16,0-5 0 16,1-5-7-16,-1 0-2 15,11-10-2-15,6 0 1 16,5-5-13-16,12 1-3 16,10-11-38-16,17 0-17 15,12 1-112-15,16-6-66 16,5 1 113-1</inkml:trace>
  <inkml:trace contextRef="#ctx0" brushRef="#br0" timeOffset="6785.109">26091 11625 340 0,'-16'-25'129'0,"10"25"-100"0,0-19 26 15,6 14 6-15,0 0-27 31,0 0-6-31,0 0-13 0,0 5-2 16,0 0-8-16,0 10-5 0,6 9-3 16,0 11 2-16,-1 5 0 15,1 4 1-15,5 0 2 16,-6 6-1-16,6-1-1 16,1 1 1-16,-1-1 1 0,-6-9-1 15,1-6-1-15,-6-4 3 16,5-5 2-1,-5-10 0-15,0-6 0 16,-5-8-1-16,-1-6 0 16,-5-10 0-16,0-5 2 15,-6-9-1-15,1-11 2 16,-1-4-4-16,6-10 0 0,5-5-1 16,6-5-2-1,6 4-2-15,5 6 1 0,6 5 1 16,5 5 0-16,11 9-5 15,6 10 1-15,11 6 2 16,6 14 3-16,-1 15-5 16,1 10-1-16,-12 14 4 15,-5 6 2-15,-17 4 1 16,-16 1 1-16,-12-1 0 0,-10 1 1 16,-12-6-2-16,-6-4 1 15,-4-5-2-15,-1-6 2 16,0 1-2-1,0-5 2-15,0-10-2 0,11 0-1 16,1-5-19-16,10-10-10 16,11-10-40-16,12-5-19 15,5-4-88 1,17-1-41-16,11-4 111 16</inkml:trace>
  <inkml:trace contextRef="#ctx0" brushRef="#br0" timeOffset="7068.455">26780 11684 420 0,'-22'0'159'0,"16"-5"-124"0,1 15 13 0,5-10-4 16,0 0-22 0,0 0-2-16,0 0-14 15,0 0-4-15,5 5-2 16,1 5 0-16,-1 0 0 0,-5-10-18 16,6 5-8-16,5 0-46 15,0-5-21-15,6 0-81 16</inkml:trace>
  <inkml:trace contextRef="#ctx0" brushRef="#br0" timeOffset="7621.44">27313 11551 384 0,'-17'-15'143'0,"17"15"-112"0,0-10 10 15,0 5-5 1,0 0-12 0,0 0 0-16,0 0-2 0,-5 1-2 15,-1-1-10-15,-5 0 2 0,-5 0 4 16,-7 5-6-16,1 0-1 16,-6 10-7-16,1-1-4 15,-7 6-2-15,6 5 3 16,-5 5 0-16,0-1 1 0,5 6-3 15,6-5 0-15,5-1-1 16,6 1 3-16,11-5-2 16,11-5-1-16,6-6 3 15,5-4 2-15,11-5 0 16,1-5 2-16,5-4-2 0,-6-6 2 16,0 0-2-1,-5 0-1-15,-6 0 1 16,-5 1 1-16,-6-6-1 15,-5 0-1-15,-6 0 1 16,0 1-1-16,0 4 0 0,0 5 0 16,0 0-3-1,0 5 2-15,0 5-1 0,0 5 0 16,0 10 2-16,5 0 0 16,1 4 0-16,5 1 0 15,0 5 0-15,0-1 2 16,6-4-1-16,-6 5-1 15,0-5-32-15,5-6-16 16,7 1-62-16,-7 5-27 16,1 0-21-16</inkml:trace>
  <inkml:trace contextRef="#ctx0" brushRef="#br0" timeOffset="8049.011">27707 11862 432 0,'-39'-25'162'0,"28"15"-126"0,0 5 40 16,6 5 12-1,-1-5-41-15,1 0-16 16,5 1-19-16,0-1-9 16,0 5-2-16,0 0-4 0,0 0 0 15,5 5-38-15,6-1-17 16,6 1-70-16,5 10-31 0,6-5-20 16</inkml:trace>
  <inkml:trace contextRef="#ctx0" brushRef="#br0" timeOffset="8965.513">28179 11531 292 0,'-16'-10'110'0,"10"10"-86"0,1 0 46 0,5 0 17 15,0 0-21-15,0 0-8 0,0 0-14 16,11 5-5-16,0 0-22 16,5 0-4-16,12 0-1 0,6-5-7 15,4 0-1-15,7 0-2 16,-1-5-2-16,1 0-13 16,-1-5-4-16,1-5-37 0,-1-4-16 15,-11-6-56 1,1 0-24-16,-12 1-3 15</inkml:trace>
  <inkml:trace contextRef="#ctx0" brushRef="#br0" timeOffset="9202.849">28174 11181 448 0,'-45'-5'167'0,"34"5"-129"0,0 0 8 0,11 0-5 16,0 0-24-16,0 0-5 16,17 5-5-16,5-5-2 0,11 0-3 15,6 0 1-15,11-5 0 0,0 0-1 16,0 0 1-16,0 0-22 16,0 0-7-16,-5-5-60 15,-1 10-26-15,6 5-70 16</inkml:trace>
  <inkml:trace contextRef="#ctx0" brushRef="#br0" timeOffset="12582.091">29351 11255 376 0,'-22'-25'140'0,"16"20"-109"0,1-5 20 16,5 5 3-16,5-4-26 16,7-6-5-1,4 0-10-15,6-5-1 16,6 5-7-16,0 1 1 0,0-1 4 16,5 5-6-16,0 5 0 15,1 0-2-15,5 5-2 0,-1 5-2 16,1 10-1-16,0 5 2 15,-6 9 2 1,-5 11 2-16,-11 4 1 0,-6 5-2 16,-11 6-2-16,-6-1 3 15,-5-5 2-15,-5-4-2 16,-7-1 0-16,-4-9 5 0,-7-1 3 16,1-9-2-1,-6-5 0-15,-5-11-1 16,-1-4 0-16,1-5-2 15,-6-5-1-15,0-4-3 16,0-6 1-16,6-10-2 16,5-4-1-16,5-6 1 0,12-5-1 15,17-4-3-15,10-5 0 16,12-1-7 0,16 1-2-16,12 10-22 0,10 4-8 15,6 10-44-15,6 6-18 16,11 19-75-1</inkml:trace>
  <inkml:trace contextRef="#ctx0" brushRef="#br0" timeOffset="12804.01">30084 11477 528 0,'-39'0'198'0,"34"0"-154"0,5 0-13 16,0 0-16-16,0 0-24 15,0 0-4-15,0 0-20 16,11 0-8-16,0 0 21 16,0 0-45-16,0 0-15 0,6 0-93 15</inkml:trace>
  <inkml:trace contextRef="#ctx0" brushRef="#br0" timeOffset="13375.263">30379 11329 312 0,'-23'-15'118'0,"18"10"-92"0,5-5 41 0,0 10 15 16,5-5-35-16,1 0-13 0,-1 0-6 15,7-4 1 1,-1-1-16-16,5 0 0 0,1 0-2 0,11-5-4 15,5 0-2-15,12 5-2 16,5 6-3-16,5 4-2 16,6 9 1-16,-5 6 1 15,-6 5 0-15,-6 10 0 0,-5 4 2 16,-11 1-1-16,-6 9-1 16,-11-9 3-16,-11 4 0 15,-11 1-1-15,-6-6 1 16,-16 1 2-1,-6-1 2-15,-11-9 1 16,-5 0 2-16,-1-6-3 0,0-4 1 16,-5-5-5-16,6-10 0 15,-1-5-1-15,6-5 1 16,6-10 0 0,11-4 1-16,-1-11-5 0,18-9-1 15,10-6-6-15,17 1-2 16,11 0-20-16,12-1-5 15,10-4-26-15,17 10-9 16,17 9-47-16,5 15-18 16,1 15-10-16</inkml:trace>
  <inkml:trace contextRef="#ctx0" brushRef="#br0" timeOffset="13948.047">31623 11176 408 0,'-12'-20'154'0,"12"20"-120"0,-5-10 19 0,5 10 2 0,0-5-29 15,0 0-8-15,0 0 1 16,-6-9 4-16,1 4-12 16,-6 0 1-16,-12 0 1 0,-4 0-3 15,-7 5 2-15,-4 5-9 16,-7 5-2-16,1 5-1 15,-6 5 2-15,5 0-1 16,1 4-1-16,5 1-2 0,11 0 1 16,6 0-1-16,11-1 0 15,5 6 2-15,12 0 0 16,16-1 0 0,6 1 0-16,5 0 0 0,6 9 2 0,11-4-3 15,0-1-2 1,-6 6 4-16,-5 0 1 0,-11-6-5 15,-6 1 0 1,-11 4 1-16,-11-4 1 16,-5 0 1-16,-12-6 2 15,1 1 1-15,-7-5 3 16,-4-6-3-16,-1 1 0 16,-6-5-1-16,1-5 1 0,0-10 2 15,5-5 2 1,0-5 1-16,6-4 2 15,11-11-5-15,5-9-1 0,12-6-4 16,5-9-1-16,11-10 1 16,12 0 0-16,4-1-5 15,12-4-1-15,6 15-13 16,-12 20-5-16,-10 4-29 16,5 5-14-16,-6 6-74 15,-5 9-35-15,-6 5 18 16</inkml:trace>
  <inkml:trace contextRef="#ctx0" brushRef="#br0" timeOffset="19136.129">24198 12883 300 0,'-23'-5'112'0,"23"5"-87"0,-5-5 33 0,5 0 10 16,0 0-18-16,5 1-4 15,1-6-18-15,5-5-6 16,6 0-12-16,5 0 2 0,6 0 2 16,5-4-5-16,0 4-3 0,1 0-3 15,4 5 0 1,1 0-2-16,-5 10-1 15,-7 5 3-15,1 15 0 0,-6 5 3 16,-11 14 1-16,-5 11-3 16,-6-6-3-16,0-9 2 15,-11 14 0-15,0-10-1 16,-11 16-2-16,-1-16 1 16,-15 6 1-16,4-11-1 15,-16 1 2-15,11-11-2 16,-11-4 2-16,12 0-2 0,-1-10-1 15,5-1-2-15,12-9 1 16,0 0-4 0,22-9 1-16,0 4 0 15,22-5 2-15,-5 0-1 0,22 5-1 16,-6 0 3-16,11 5 0 16,-10 0 1-16,10 5 0 15,-11 0 2-15,12 0 1 16,-12 0-1-16,6 0-2 15,-11 0-4-15,5-5-2 16,6 0-33-16,0-5-11 16,-6-5-52-16,6-5-22 15,-6-5-37-15</inkml:trace>
  <inkml:trace contextRef="#ctx0" brushRef="#br0" timeOffset="19885.983">25230 13115 400 0,'-33'-15'151'0,"28"15"-118"0,5 5 14 0,0-5-2 15,0 0-33-15,0 10-7 0,0 0-5 16,0 10 1-16,5 4 0 15,1 1-1-15,5 5 3 16,0-6-2-16,6 6-1 16,-1-5 1-16,6-6 1 15,1-4-1-15,-1-5 2 16,0-10 0-16,0-10 1 16,1 0 0-16,-1-4 0 15,-6-1 0-15,1-10 2 16,-6-5-1-16,0 1 2 15,-5-1-2-15,-6 1 2 0,0 4 0 16,0 5 3-16,0 5-1 16,0 1 0-16,0 9-5 15,0 5-1-15,0 5-3 16,0 9-3-16,5 11 2 16,6 5 2-16,1 4-2 15,-1 6 0-15,5 4 1 0,1 1 0 16,5-1 0-16,-5 0 0 15,0 1 0-15,-6-1 2 16,-6 6-1 0,-5-1 2-16,-5-5 2 15,-1-9 4-15,1-6-2 16,-18 6 1-16,7-5-3 0,-18-6 2 16,7 1-4-16,-18-10 0 15,6 0-1-15,-16-20-2 16,-23-20-8-16,6-15-5 15,11-4-18-15,16 0-5 16,18-1-14-16,21 11-4 16,17-6-26-16,17 1-12 15,22 9-65 1</inkml:trace>
  <inkml:trace contextRef="#ctx0" brushRef="#br0" timeOffset="20386.409">25653 13224 408 0,'-34'10'151'0,"34"-5"-118"0,0-1 11 16,0-4-2-16,6 5-22 16,10 0-3-16,7 0-9 0,10-5 0 15,11-5-5-15,6 0 0 0,6-9 1 16,-1-6-5-16,-10 0 1 16,-6 0 2-16,-6 1 3 15,-11-1 0-15,-5 0 0 16,-12 5-3-16,-10 1 1 0,-6 4-7 15,-11 5 1 1,-12 5 3-16,-5 5 2 16,-5 5-3-16,-12 9 1 15,12 1 2-15,0 5 1 16,5-1-1-16,11 1 1 16,6 0-4-16,11 4-2 15,16-4 2-15,12-5 0 16,16-1 1-16,12-9 2 0,10 0-12 15,6-5-6 1,6-5-22-16,-6-5-11 0,0-5-40 16,0 0-16-16,0 1-49 15</inkml:trace>
  <inkml:trace contextRef="#ctx0" brushRef="#br0" timeOffset="21511.886">26563 13125 392 0,'-5'-20'145'0,"-1"10"-112"0,-5 1 21 15,6 4 3-15,-1 0-20 16,-5 0-4-16,-6 0-10 16,-5-5-5-16,-6 5-10 15,0 5-1-15,-5 5 3 0,-6 10-8 16,6 0-3-16,-6 4 0 0,6 6 0 16,-1 10-2-16,12-6 2 15,6 1-1-15,4-11 0 16,12 6 2-16,12-10 2 15,4 0-3-15,12-10 0 16,5-10 1-16,1 0 0 16,-1-5-3-16,0-5 2 15,-5 0 1-15,-6-4 2 16,-5-1-1-16,-6 0-1 16,-5 0 1-16,-1 1 1 0,-5 4 1 0,0 5 1 31,0 5-5-31,0 0 1 0,0 5-2 15,6 10 0-15,-1 5 0 16,6 5 0 0,0-1 2-16,6 1 0 0,5 0-20 15,6-5-7-15,0-1-6 16,0-9-2-16,-1 5-1 16,-4-10 2-16,-7-5 17 15,1 0 7-15,-6-5 20 16,-5 1 17-1,-6-6 11-15,0 5-5 16,0 5-2-16,0 0-13 16,0 5-6-16,0 0-10 15,0 0-3-15,5 10 0 0,1 0 0 16,-1 0-2-16,1-1 2 16,-1 1 3-16,1-5 1 15,-6-5 10-15,0 10 3 16,0-10 6-16,0 0 1 15,-6 5-4-15,1-5 1 0,-1-5-9 16,1-5-2 0,-1-5-3-16,6-9-1 15,6-6-8-15,5-9-2 16,5-1-7-16,7 6-3 16,4-6-16-16,1 16-7 15,6 4-18-15,-1 5-7 16,6 0-13-16,5 5-4 15,1 5 1-15,-1 0 3 16,6 5 30-16,-6-4 14 0,1-1 35 16,-6 0 15-16,-6 5 37 15,-5-5 14-15,-6 5 2 16,-5 0 2-16,-1 0-13 16,-5 0-2-16,-5 0-12 15,-6 0-4-15,0 0-11 0,-6 0-4 16,-5 0-7-16,-5 5 0 15,-12 0-5 1,-5 4 1-16,-1 1-9 16,1 0-4-16,5 0-2 15,0 0 1-15,6 5-3 16,6 0 0-16,-1-6-1 16,6 6-2-16,11 0 3 0,5 5 0 15,12-5 1-15,11-1 2 16,5 1-3-16,12-5 0 15,-1 5-1-15,0 0 0 16,1-1 2-16,-6 1 0 16,-12 0-3-16,-4 0 2 15,-12 0 1-15,-17 4 0 16,-10 1 0-16,-7-5 2 16,-10 0-1-16,0-5 2 0,-6-5-2 15,6-1-1-15,-1-4-6 16,6 0-1-1,1 0-13-15,10-4-4 0,0 4-25 16,12-5-11 0,5 0-19-16,5 0-8 0,12 5-99 15</inkml:trace>
  <inkml:trace contextRef="#ctx0" brushRef="#br0" timeOffset="21783.327">28163 13322 548 0,'-45'10'203'0,"18"-5"-158"0,-7-10 25 15,23 10 2-15,-6 0-35 16,1 0-8-16,-1 0-18 0,6 5-5 16,0-10-4-16,5 5-2 0,1-5 1 15,-1 0-1 1,1 0 0-16,5 0 0 0,0 0 0 15,-6 0 0-15,6 0 0 16,0 0 0-16,0-5 0 16,0 0-9-16,0 0-4 15,0-5-51-15,11-5-20 16,17-19-173 0</inkml:trace>
  <inkml:trace contextRef="#ctx0" brushRef="#br0" timeOffset="23436.826">6276 7648 300 0,'-11'-15'112'0,"11"15"-87"0,0 0 37 0,0 0 13 16,0 0-25-16,0 0-5 16,0 0-1-16,6 5 2 15,-1-5-25-15,6 5 4 0,6 0 2 16,-17 0-9-16,11 9 0 16,0 6-6-16,6 5 0 15,-11 14-7-15,5 11-1 16,0 9-2-16,0 5-2 15,-11 10 1-15,5-15 1 16,-5-4-1-16,12-6-1 16,-12-5 3-16,0-9 0 15,0-11-17-15,0-4-5 0,0-5-24 16,-12-10-8-16,7-5-48 16,-6-10-19-16,5-15-70 15</inkml:trace>
  <inkml:trace contextRef="#ctx0" brushRef="#br0" timeOffset="23869.362">6004 7746 232 0,'-16'-10'88'0,"16"10"-69"0,-6-4 30 0,6 4 11 15,0 0 2-15,0 0 3 16,0 0-8-16,0-5-2 16,0 5-31-16,0-5 8 0,0 0 5 15,0 5-9-15,0-5-1 0,11 0-10 16,6 0 0-16,11 0-4 15,10-5 0-15,7 5-5 16,10-5 0 0,6 5-5-16,6 5 0 15,-6 0-3-15,11 0-1 16,-16 0 1-16,5 0 0 16,-5 0 2-16,-12 0 1 0,-5 0-4 15,-6 0-1-15,-11 0-15 16,6 5-6-16,-17 5-24 15,-5-10-7-15,-6 0-43 16,-6 0-17-16,6 10-72 16</inkml:trace>
  <inkml:trace contextRef="#ctx0" brushRef="#br0" timeOffset="24453.065">5876 8398 324 0,'-5'-10'123'0,"5"5"-95"0,0 10 20 16,0-5 5-16,0 0-3 15,0 5 3-15,0-5-5 16,0 0 0-16,0 0-27 16,0 0 4-16,0 0-1 0,0 0-4 15,0 5-1-15,17 0-3 16,5-5 0-16,11-5-11 16,12 0-5-16,16 0-3 15,5 0 2-15,12 0 9 16,-6 0 4-16,-5 0-5 15,0 5-4-15,-12 0-2 16,-11 0 1-16,6 0-1 16,-11 0-1-16,-11 0-2 0,0-5 1 15,-6 5-4-15,-5 0 1 16,-1-5-9-16,-4 0-4 16,-1 0-22-16,-6 0-8 15,-5-4-52-15,0-1-24 16,0-5-74-16</inkml:trace>
  <inkml:trace contextRef="#ctx0" brushRef="#br0" timeOffset="24998.111">7298 8042 324 0,'-11'0'123'0,"-6"-5"-95"0,17 10 36 0,0-5 11 16,0 0-20-16,0 0-4 16,0 0-13-16,6 5-1 15,5 0-21-15,-5 0 4 0,16-5 3 0,6 0-8 16,-1-5-1 0,7 0-6-16,5 0-3 15,-1 0-5-15,1 1 0 0,-5-1-7 16,-7 5-3-16,1 0-38 15,-6 0-17-15,-5 0-50 16,0 0-20-16,-12-5-43 16</inkml:trace>
  <inkml:trace contextRef="#ctx0" brushRef="#br0" timeOffset="25249.35">7232 7830 296 0,'-39'-5'112'0,"28"5"-87"0,22 5 46 0,-11-5 14 16,0 0-22-16,0 0-7 16,11 0-15-16,5 0-3 15,12 0-22-15,-6 0-3 0,12 0-1 16,10 0-7-16,1 0-1 0,-1-5-9 15,6 0-2-15,-6 5-62 16,1 0-29-16,-6 10-109 31</inkml:trace>
  <inkml:trace contextRef="#ctx0" brushRef="#br0" timeOffset="39829.943">8514 7687 212 0,'-11'-15'79'0,"6"10"-61"0,5 0 30 0,0 5 9 16,0-4 6 0,0 4 6-16,0-5-11 15,0 0-5-15,0 5-30 16,0 0 10-16,0 0 7 0,0 0-10 16,0 14 2-1,-11 11-10-15,5 20-8 0,1 19-1 16,5 15-8-16,0 9-1 15,5-4-2-15,12-5-2 16,-12-10 3-16,6-9 0 16,1-16-4-16,-1-4 1 0,5-11-5 15,-10-4 1 1,-1-5-20-16,1-11-7 16,-6-9-33-16,5-14-11 15,-5-11-62-15,0-19-25 16,0-11 14-1</inkml:trace>
  <inkml:trace contextRef="#ctx0" brushRef="#br0" timeOffset="40190.752">8370 7712 376 0,'-39'-10'143'0,"34"10"-112"0,-7-5 27 15,12 5 4-15,0 0-28 16,12-5-8-16,-7-5-5 15,17-5 0-15,6-4-11 16,11-1-1-16,11 0 1 0,6 5-8 0,10 1-1 16,-5 4-1-1,0 10 2-15,6 5-3 16,-23 9 0-16,6 1 1 16,-27 5 2-16,-1 5 1 15,-11 9 1-15,-11 1-2 16,-11 4-2-16,-17 6 1 0,-11 4-1 15,-11 5 2-15,-11 1 1 16,6-11-4-16,-12-10-1 16,11-4-6-16,6-15 0 15,6-5-14-15,16-15-5 16,6-10-26-16,5-10-9 16,17-4-40-16,17-6-17 15,22 6-28 1</inkml:trace>
  <inkml:trace contextRef="#ctx0" brushRef="#br0" timeOffset="40504.689">9581 7924 436 0,'-23'-5'162'0,"18"5"-126"0,-1 0 3 0,6 0-6 0,0 0-7 15,0 0 4-15,-5 5-7 16,-1 10-4-16,-16 0-11 16,5 9-3-16,-21 11 1 0,4 4-3 0,-5 11 0 15,-11-1-1-15,0 0-2 16,0-4-17-16,0-6-6 15,12-4-35-15,-1-6-13 16,11-9-58-16,11-30-97 31</inkml:trace>
  <inkml:trace contextRef="#ctx0" brushRef="#br0" timeOffset="40748.136">9120 8042 460 0,'-34'5'170'0,"34"-5"-132"0,0 5 2 0,6 0-6 15,5 5-10-15,6 0 3 16,-6 0-13-16,17 5-3 0,-6 4-7 16,11 6-3-16,12 0 2 0,10 4-2 15,6 1-1-15,6 0 1 16,-12-1 1-16,-10-4-36 15,5 0-15-15,-22-6-43 16,-1 1-20-16</inkml:trace>
  <inkml:trace contextRef="#ctx0" brushRef="#br0" timeOffset="41210.012">10064 8107 444 0,'-45'-10'165'0,"40"15"-129"0,-1 5 10 0,6-6-5 15,0 6-22-15,0 0-3 16,0 5-8-16,0 5-3 15,6 4-2-15,5 1-3 0,0 0 1 0,0-1-1 16,6-4 0-16,-1 0 0 16,-4-5 0-16,-1-5 2 15,-6-1 1-15,1-4 1 16,-6-5 0-16,-6 0 0 16,1-5 0-16,-12-4 4 15,0-6 5-15,1-5-3 16,-1-5 0-16,6-9-4 15,0-1-1-15,5-4-3 16,6-1-2-16,0 1-2 16,11-1-1-16,6 6-1 15,5-1 3-15,6 11-2 16,0 4 1-16,5 0-11 16,0 10-7-16,-5 5-27 15,0 10-12-15,0 10-57 16,0 5-26-16,-12-5-18 15</inkml:trace>
  <inkml:trace contextRef="#ctx0" brushRef="#br0" timeOffset="41493.611">10930 7944 488 0,'-16'-10'184'0,"16"10"-143"0,-6 0 8 0,6 0-7 0,0 0-14 16,0 0 0-1,0 0-13-15,-6 10-4 16,1 5-7-16,-6 4-3 0,-6 11 0 16,-5 4-1-16,-6 1 0 0,0 4-3 15,-5 1 0-15,-6-6-16 16,0-4-5-16,-5-5-23 15,5-6-10-15,6-4-45 16,5-5-18-16,11-15-53 16</inkml:trace>
  <inkml:trace contextRef="#ctx0" brushRef="#br0" timeOffset="41716.31">10614 7954 460 0,'-11'-5'170'0,"22"10"-132"0,-11 4 7 16,5 1-7-16,6 0-10 0,0 10 1 16,6 5-14-16,0 4-4 15,5 6-7-15,0-1-3 16,6 1 0-16,5-6-1 0,1 6 0 16,4-5-11-16,7-6-5 15,-17-4-21-15,5-5-9 16,6-5-37-16,0-15-15 15,11-10-78-15</inkml:trace>
  <inkml:trace contextRef="#ctx0" brushRef="#br0" timeOffset="42016.828">11491 7658 424 0,'-28'-20'159'0,"28"15"-124"0,0 5 24 15,0 0 1 1,0 0-19-16,0 0-1 0,0 0-17 16,6 0-6-16,-1 5-10 15,7 5-3-15,4 4 0 0,-10 6-2 16,5 10-2-16,0 14 1 16,0 6 1-16,0 9-1 15,0 10-1-15,-5-5-4 16,-1-10-2-16,1 1-13 0,-6-11-5 15,5-5-16-15,-5-9-5 16,12-10-22-16,-12-5-8 16,0-10-31-16,0-10-10 15,0-10-17 1</inkml:trace>
  <inkml:trace contextRef="#ctx0" brushRef="#br0" timeOffset="42231.566">11286 7904 472 0,'-61'-5'178'0,"44"10"-138"0,0 0 24 0,17-5 2 15,0 0-33-15,6 5-7 16,16-5-15-16,22 0-3 16,12-5-4-16,5-5-3 0,6 0 0 0,5-4-4 15,6-1 0-15,-12 0-23 16,1 5-10-16,-12 5-41 15,-27 15-179 1</inkml:trace>
  <inkml:trace contextRef="#ctx0" brushRef="#br0" timeOffset="51731.728">7220 9543 356 0,'-16'-5'132'0,"16"10"-103"0,5-10 21 0,-5 5 1 16,0 0-15-16,11 0-1 16,1 0-7-16,4 0 0 15,1 5-16-15,5-1 2 0,-5 1 2 16,11-5-8-16,-1 0-4 16,1 0-3-16,5 0-1 15,-10-5-22-15,-1 1-10 16,0-1-37-16,-5 0-14 15,-1-5-82 1,-5 0-55-16,-5 5 95 0</inkml:trace>
  <inkml:trace contextRef="#ctx0" brushRef="#br0" timeOffset="51945.492">7154 9419 488 0,'-17'-15'181'0,"17"10"-141"0,17-4-6 16,-12 9-15-16,12-5-11 16,5 0 0-16,0 5-2 15,6 0-1-15,0 0-3 0,5 5-4 0,6 0 1 16,-6 0-30 0,6-1-12-16,-5-4-79 15,10 5-36-15,-5-5-4 16</inkml:trace>
  <inkml:trace contextRef="#ctx0" brushRef="#br0" timeOffset="53671.047">8187 9227 420 0,'-11'-25'159'0,"11"25"-124"0,0-20 4 16,0 15 14-1,0 5-33-15,5-9 17 16,12 4-22-16,0-10-3 16,-1 10-8-16,6-5-1 15,1 5-1-15,15 0-4 16,-4 10 1-16,-6-5 1 16,5 10 0-16,-5 0 4 15,-6 10-2-15,-11 4 1 16,0 1-1-16,-16 9-2 0,-1 6 1 15,-5 4 1-15,-11 6-1 0,-12-1 2 16,12 0-2-16,-17-4-1 16,11-1 1-16,-16-9-1 31,16-6 0-31,1-4 0 0,-1-5 0 0,6-10-5 16,10-1 3-16,7-9-3 15,5 0 2-15,11-4 2 16,6-1 1-16,5 0 0 15,11 5 0-15,-5 0 0 16,22 5 0-16,-11-5-18 16,5 5 10-16,1-1-67 15,-6 1 41-15,-1-5-174 16,1 5 115-16,0-10-106 16,-17 0 115-16</inkml:trace>
  <inkml:trace contextRef="#ctx0" brushRef="#br0" timeOffset="54061.821">8770 9380 504 0,'-28'-15'187'0,"28"15"-146"0,0-15-4 0,0 10-8 32,6 5-21-32,5-10 10 15,11 5-11-15,0-9 1 16,12 9-5-16,-7-10-2 15,7 10 0-15,4-5-1 0,1 5 0 0,0 0-3 32,-5 10 2-32,-1 0 1 0,6 5 0 0,-17 0 2 15,6 9-1-15,-17 6-1 16,0 5 1-16,-11-1 1 16,0 6-1-16,-17-1 2 15,1 6-2-15,-18-1-1 16,1-4 1-16,-17-1 3 15,6 6-2-15,-18-20 1 16,12-1-1-16,-11-19-8 16,17 0 3-16,5-19-16 15,0 4 10-15,11-25-33 16,17 16 23-16,11-11-77 16,11 6 54-16,28-11-173 15,6 11 120-15</inkml:trace>
  <inkml:trace contextRef="#ctx0" brushRef="#br0" timeOffset="54481.67">9281 9404 472 0,'-28'-5'178'0,"28"5"-138"0,0-4 0 15,0-1-5 1,0 5-24-16,6-10 4 0,5 5-10 0,5-10 0 15,7 0-3-15,15-5-4 16,1 11 1-16,6-6-1 16,10 5 0-16,12 0 4 15,-6 10-1-15,0 5-3 16,-5 5 1-16,-1 5 1 16,-10 9 0-16,-18 6 2 15,1 0-1-15,-17 4-1 16,-5 6 1-16,-17-6 3 15,5 1-2-15,-22-1 4 16,-5-4-4-16,-17-1 10 16,0 6-6-16,-17-15 3 15,12-6-5-15,-12-14-2 16,17-4-1-16,-22-26-1 16,17-5 0-16,5-9-14 15,16 4 8-15,12-4-35 16,11 10 23-16,11-11-87 15,17 16 59-15,16-6-173 16,11 10 122-16</inkml:trace>
  <inkml:trace contextRef="#ctx0" brushRef="#br0" timeOffset="54914.835">10069 9350 432 0,'-55'-5'162'0,"55"5"-126"0,-17-5 14 0,17 5-3 16,0-5-25-16,0 0-7 15,11 0-5 1,0-4 0-16,6-1-5 16,5 0-1-16,6 0 2 0,11 0-5 0,11 0-1 15,11 5 0-15,6 0 2 16,5 5-3-16,-6 10-2 15,-4 5-1-15,-7 5 3 16,-10-1 0-16,-18 11 3 16,-4 5-3-16,-12-1 0 0,-17 6 3 15,-5-11 1 1,0-4 3-16,-28 9 1 16,6-4 1-16,-28 0 2 15,11-6-1-15,-17 1 2 16,0-10-4-16,1-15 1 15,10 0-3-15,1-20 2 0,-1-24-9 16,17 4-3-16,17 1-8 16,16-1-5-16,18-4-17 15,15 4-5-15,29 1-39 16,16-1-16-16,11 6-91 16</inkml:trace>
  <inkml:trace contextRef="#ctx0" brushRef="#br0" timeOffset="55158.291">11658 9266 500 0,'-61'10'187'0,"38"-5"-146"0,-4 5 4 0,16-5-9 15,-1 0-27-15,-4 5-6 16,-6-1-1-16,-17 6 0 15,-11 5 0-15,-11 10-2 0,0 9 1 16,-17 6-21-16,28-11-9 16,5-4-27-16,-5 4-10 15,-11 1-53-15,22-16-24 16,12-4-4 0</inkml:trace>
  <inkml:trace contextRef="#ctx0" brushRef="#br0" timeOffset="55348.42">11002 9330 464 0,'-38'10'173'0,"32"0"-135"0,0 0 19 15,12 0-1-15,11 0-32 16,10 0-8-16,18-1-10 16,21 6-3-16,7 0-1 15,16 0-4-15,-17 0-1 0,5-1-31 16,-10 6-15-16,-6 0-59 15,-5 0-23-15,-6-1-44 16</inkml:trace>
  <inkml:trace contextRef="#ctx0" brushRef="#br0" timeOffset="55814.809">12307 9306 452 0,'-61'-10'170'0,"39"10"-132"0,-6 0 24 0,23 0 2 0,-1 0-27 16,1-5-6 0,-1 0-13-16,6 0-3 15,6 0-9-15,10-5-4 0,7 0-1 16,15 0-4-16,-4 1 2 15,16-1-1-15,5 5 0 0,1 5 2 16,10 5 0-16,1 10-3 16,-6-1 2-16,0 6-4 15,-16 0 1-15,-17 0-5 16,-12 4 1-16,-16 6 2 16,-11 4 3-16,-17 1 2 15,-11-1 3-15,-11-4 1 16,-11-5 1-16,-11-1-2 15,-6-9 1-15,-10-5-2 16,-1-5-1-16,5-10 3 0,18-5 0 16,10-10-6-16,17-4 0 15,17-1-12-15,17-4-3 16,21-1-20-16,29 0-5 16,5 1-46-16,22-6-20 15,22 1-71 1</inkml:trace>
  <inkml:trace contextRef="#ctx0" brushRef="#br0" timeOffset="56131.619">13207 9449 540 0,'-39'-15'200'0,"28"5"-155"0,0 5 5 16,11 5-8-16,0 0-37 15,0 0-9-15,0 0-37 16,0 0-13-16,6 0 27 16,10 0-79-16,1 5-31 0,5 0-40 15</inkml:trace>
  <inkml:trace contextRef="#ctx0" brushRef="#br0" timeOffset="56581.6">13485 9261 504 0,'-39'-10'189'0,"44"10"-147"16,-5-9 6-16,0 9-8 0,12-5-27 15,4 0-5 1,6 0-5-16,6-5 0 15,11 0-2-15,11 0-1 0,6 0 1 0,5 0-1 16,0 5 0-16,0 10 0 16,0 5 0-16,-11 5-3 15,0 5 2-15,-11 4-1 16,-11 1 0-16,-12 0 2 16,-10 4 2-16,-6 1-3 15,-11 0 0-15,-12-6 1 16,-15 1 0-16,-18 0 2 15,-11-6 1-15,-10 1-1 16,-1-5 1-16,0-5 0 16,12-10 1-16,4-5-2 0,12-5-2 15,12-5-4-15,10-5-2 16,22-4-15-16,12-6-4 16,16-9-22-1,22-1-8-15,18 1-48 0,10-1-19 16,0-4-42-1</inkml:trace>
  <inkml:trace contextRef="#ctx0" brushRef="#br0" timeOffset="57198.414">14923 9128 452 0,'-28'-10'167'0,"23"5"-129"0,-12 5 24 16,12 0 1-16,-6-5-29 0,-1 5-8 15,1 0-10 1,0 0-3-16,-11-5-7 15,-11 0-2-15,-6 0 2 0,-6 1-3 16,-5 4 0-16,-5 0-1 16,5 0-2-16,0 4-2 0,5 6 1 15,7 5-1 1,4 0 0-16,6-5 0 0,6 5 0 16,11 4 0-1,6 1-2-15,16 0 0 16,11 5 0-16,17-6 3 0,22 1 0 15,17 5-2-15,5-1 2 16,-5 6-1-16,-6 0-2 16,-11-1 0-16,-11-4 0 15,-17 0-4-15,-11-1-2 0,-10 1 5 16,-12-5 4-16,0-6 6 16,-28 1 4-1,-22-5 0-15,-11-5 0 16,0-10-1-16,0-5 2 15,0-5 1-15,11-4 1 0,11-6-4 16,11-5 0-16,17-4-10 16,16-6 0-16,18-4-2 15,21 0 2-15,17-1-12 16,11 1-4 0,6 4-25-16,5 6-11 0,6 4-55 15,0 10-25-15,-6 1-48 16</inkml:trace>
  <inkml:trace contextRef="#ctx0" brushRef="#br0" timeOffset="57381.451">15828 9266 564 0,'-5'-5'211'0,"5"5"-164"0,0-5-2 0,0 5-13 15,0 0-24-15,0 5-4 16</inkml:trace>
  <inkml:trace contextRef="#ctx0" brushRef="#br0" timeOffset="57498.122">15812 9281 916 0,'-11'15'0'0,"-17"9"0"15,-28 11 0-15,-10 9 0 16,-18 1-9-16,12-1-4 15,6-4-26-15,10-11-10 16,12-9-43-16,10-5-19 0,6-10-84 16</inkml:trace>
  <inkml:trace contextRef="#ctx0" brushRef="#br0" timeOffset="57710.415">15301 9286 544 0,'-11'0'203'0,"11"0"-158"0,0 5 1 16,0-5-12-16,11 5-13 16,-6 0-1-16,23 10-8 15,17 9-5-15,16 1-4 16,0 5-3-16,-11-1 1 0,-6-4-23 16,23 4-8-16,5 11-29 15,-5-11-10-15,-6-9-68 16,-6-5-26-16,1-10-5 15</inkml:trace>
  <inkml:trace contextRef="#ctx0" brushRef="#br0" timeOffset="58191.14">16256 9123 572 0,'-28'-5'214'0,"23"0"-166"0,5 0-5 0,0 5-13 0,0 0-20 15,5 0-3 1,6-5-2-16,6 0-1 16,5 0-2-16,6-4-4 0,5-1 1 0,6 5-1 15,6 0-2-15,-7 5 3 16,1 0 0-16,-5 5-2 15,-1 5 2-15,-5 4 1 16,-12-4 2-16,-4 0-1 16,-7 15-1-16,-10 9 1 0,-12 1 1 15,-5 0 1-15,-1-6 1 16,1-4 0-16,-17 4 0 16,-16 16 2-1,5-1 1-15,0-4-3 16,11-1-1-16,6-4 1 15,5-6 2-15,11-4-3 0,17-5 0 16,17-1 1 0,16-9 0-16,12-5-2 0,16-5-2 15,0-5-4-15,11 0-2 16,-5-4-17-16,-1-1-8 16,-5-5-36-16,-5 5-17 15,-17 0-150 1</inkml:trace>
  <inkml:trace contextRef="#ctx0" brushRef="#br0" timeOffset="58958.434">7315 10539 384 0,'-11'0'143'0,"11"0"-112"0,-6 0 36 0,6 0 8 16,0 0-19-1,0 0-3-15,0 0-19 0,0 0-7 16,6 5-15-16,-1 0-3 0,12 0 1 16,5 0-6-16,0 0-2 15,1 0-4-15,4-5 1 16,7 0-19-16,-7 0-7 16,-4 0-41-16,4-5-17 15,1-5-89 1,-6 0-83-16,-5-5 96 15</inkml:trace>
  <inkml:trace contextRef="#ctx0" brushRef="#br0" timeOffset="59131.774">7265 10352 476 0,'-33'-10'178'0,"21"10"-138"15,12-5 6-15,0 5-5 0,12 0-25 16,4 0-4-16,6-5-7 15,6 0-2-15,6 0-1 16,-1 0-15-16,0 0-4 0,6 0-42 16,11 0-19-16,0 10-122 15</inkml:trace>
  <inkml:trace contextRef="#ctx0" brushRef="#br0" timeOffset="59764.805">9120 10214 436 0,'-11'-10'165'0,"0"5"-129"0,11 0 17 0,0 5-3 16,0 0-15-16,-6-5-1 16,0 0-10-16,1 0-3 0,-6 0-12 15,5 0 1-15,-16 0 1 16,5-5-2-16,-10 5 0 0,-1 1-5 16,-22-1-3-1,-6 5-3-15,-5 0 1 0,0 5 1 16,-6-1 0-16,6 6 0 15,6 5 0-15,10 0 0 16,7 0 0-16,4 5-3 16,12-1 0-16,5 1 2 15,17 0 0-15,0-1-2 0,23-4 2 16,15 0 1-16,18 0 0 16,16 0 0-1,11-1 0-15,1 1-5 16,-1 0 1-16,-11 0 0 15,-5 0-1-15,-17-1 1 0,-6 1 0 16,-10 0-2-16,-12 5 1 16,-5 0 1-16,-6-1 2 15,-22 6 1-15,-6 0 3 16,-16-1-1 0,-12 1-1-16,-16 0-2 0,-17-1 1 15,-11-4 1-15,6-5 2 16,-6-5-1-16,11-5-1 15,6-5-6-15,11-10-4 16,11-5-25-16,11-10-12 16,12-9-42-16,15-11-16 0,24 1-77 15</inkml:trace>
  <inkml:trace contextRef="#ctx0" brushRef="#br0" timeOffset="60098.136">8559 10056 452 0,'-17'-10'170'0,"17"10"-132"0,0 0 7 16,0 0-5-16,0 0-6 15,11 5 1-15,-5 0-12 16,5 0-6-16,0 5-10 15,0-1 2-15,6 11 1 0,-1 5-5 16,7 14-3-16,-1 16-1 0,11 14-1 16,-5 5 0-1,0 5 0-15,0 0 2 0,-6-15 1 16,6-5-10-16,-12-10-5 16,6-9-14-16,-11-11-4 0,1-4-22 15,-1-5-9 1,0-5-36-16,0-10-13 15,0-15-57 1</inkml:trace>
  <inkml:trace contextRef="#ctx0" brushRef="#br0" timeOffset="60757.755">9286 10268 412 0,'-33'-15'154'0,"33"10"-120"0,-11 0 19 16,11 5 0-16,0 0-17 15,0-5-3-15,0 0-11 16,11 0-3-16,-5 1-11 15,5-1-3-15,5 0 1 0,7 0-3 16,15-5-2-16,1 5 0 0,-11 0-1 16,0 0-3-16,16 5 2 15,12 5-1 1,-6 5 0-16,-22 0 4 0,-6 0 1 16,-6-1-1-16,-4 6 1 15,-12 10-2-15,-17 0-1 16,-5-1 3-16,-6 1 0 15,-11 0 1-15,0-1 0 16,0 1-5-16,6-5 1 16,5-1 0-16,12-9 2 0,-1 0-3 15,11 0 0 1,-5 5-1-16,22 0 0 0,6-1 0 16,0-4 0-16,5 0 2 15,17 5 2 1,27 5-3-16,1-1 0 15,-6 1 1-15,-5 0 0 0,-6 0 0 16,-12-6 0-16,-15 1 0 16,-7 5 0-16,-16 5 0 15,-11-10 0-15,6-1 2 16,-18 1 1-16,-32 5-4 16,-12-5 1-16,1-1 0 15,-1-9 2-15,6-5-6 16,5 0 1-16,12-5-19 15,5-4-6-15,11-11-31 16,12-5-15-16,10-9-63 0,17-6-24 16,17 1 18-1</inkml:trace>
  <inkml:trace contextRef="#ctx0" brushRef="#br0" timeOffset="61265.117">10014 10367 364 0,'-39'-15'137'0,"39"15"-106"0,-17-15 30 0,17 15 9 16,0-5-18-16,0 0-5 0,0 0-14 15,0-5-4-15,6 0-16 16,5-4-3-16,6-1 0 0,5 0-4 16,11 0 2-16,0 0-5 15,12 6-2-15,5 4-3 16,0 0 1-16,0 5 1 16,-6 5 0-16,-10 5 0 15,-1 4 2-15,-28 11 1 16,-10 10 1-16,-12 9-2 15,-10 5-2-15,-12 6 5 16,-6 4 4-16,1-10-3 0,5-4-1 16,6-6 0-16,-6-4-1 15,11-6-2 1,6-4 1-16,5-5-2 0,6-6 2 16,11 1-2-1,6-5-1-15,10 0 1 0,12-5-1 16,16-5-3-16,-5 0 0 15,0 0-12-15,11-5-2 16,22-5-30-16,-5 0-11 16,-12 0-63-16,-16 0-27 15,-16 6-32 1</inkml:trace>
  <inkml:trace contextRef="#ctx0" brushRef="#br0" timeOffset="61731.564">10708 10376 456 0,'-22'-24'170'0,"22"24"-132"0,-6-5 18 0,6 5 0 0,0 0-17 16,6-5 0-16,-1 0-18 16,12 0-7-16,-6 0-9 15,6 0-2-15,5 0 3 0,6 0-3 16,0 0-2-16,5 0 0 15,6 5-1-15,5 0-3 16,6 10 2-16,0 0 1 0,-11 5 0 16,-6 0 0-16,6 9 0 15,0 11-3-15,-11 4 2 16,-11 1 1-16,-6-5 0 16,-6-11 0-1,-21 6 0-15,-18 9 2 16,-10-4 3-16,-6-6 0 0,-6-4 0 15,-5-5-3-15,-11-5 1 16,0-1 2-16,0-9 2 16,-1-5-10-16,7-5-3 15,16-9 12-15,-6-6 5 16,17-15-12-16,12-9-3 0,15-5-8 16,12 9-3-1,0 6-13-15,17-11-8 16,11-4-24-16,5 9-12 15,12 11-94-15,5 9-42 0,0 5 59 16</inkml:trace>
  <inkml:trace contextRef="#ctx0" brushRef="#br0" timeOffset="62576.738">11880 10529 408 0,'-33'-4'151'0,"33"4"-118"0,-6 0 22 15,6 0 1 1,0 0-16-16,0 0-3 15,0 0-10-15,0 0-3 0,6 4-13 16,-6-4-2-16,5 15 1 0,1 0-6 16,5 15 0-16,0-6-2 15,-6 16-2-15,6-11-6 16,6 6-1-16,-6-5-32 16,6-6-12-16,-6 1-47 15,0-10-20-15,0 0-65 16</inkml:trace>
  <inkml:trace contextRef="#ctx0" brushRef="#br0" timeOffset="62723.945">11763 10248 420 0,'-55'-5'159'0,"55"5"-124"0,-11 0-9 16,11 0-12-16,11 5-55 0,0 5-19 15,11 0-109-15,6 0-46 16</inkml:trace>
  <inkml:trace contextRef="#ctx0" brushRef="#br0" timeOffset="63145.387">12163 10643 384 0,'-17'20'145'0,"17"-6"-112"0,6 1-8 0,5-5-9 16,0 0-7-16,0-5 5 0,0 0 1 15,0 0 0-15,1 0-7 16,-7-5 12-16,-5 0 7 0,6 0-1 16,-1-5-1-16,1 0-5 15,-1-5 0-15,6-5-5 16,-5-9-1-16,5-11-6 15,6 0-3-15,-1-4-2 16,7 4-3-16,-1 11-2 16,0-1-1-16,0 10-1 15,1 10 0-15,-1 10 0 16,0 10 3-16,0 15 0 0,-5-1 3 0,-1 1-1 31,1 4-1-31,0 1 1 16,-1-5 1-16,-4-1-1 0,-1-9-1 15,-6 0-13-15,1-5-6 16,-1-6-23-16,6-4-11 16,1 0-41-16,-1-10-17 15,11-9-56 1</inkml:trace>
  <inkml:trace contextRef="#ctx0" brushRef="#br0" timeOffset="63401.282">12929 10154 480 0,'-33'-5'178'0,"28"1"-138"0,-1 8 2 15,6-4-8-15,0 10-12 16,6 0-1-16,-1 10-9 16,6 5-3-16,0 9-5 15,0 11-3-15,6 9 2 0,0 5-2 16,-1 5 2-16,1 0-2 15,0-9-1-15,-6-6-17 16,0-10-9-16,-5-9-33 16,-6-5-12-16,0-5-56 15,-6-20-100 1</inkml:trace>
  <inkml:trace contextRef="#ctx0" brushRef="#br0" timeOffset="63596.35">12602 10564 492 0,'-11'-5'184'0,"16"10"-143"0,6-5-12 15,0 0-15 1,6 0-12-16,11-5 3 0,22 0-7 16,5-5-3-1,-5 0 3-15,-5 1-29 0,16 4-11 16,0 0-44-16,-5 5-19 15,-7 5-59 1</inkml:trace>
  <inkml:trace contextRef="#ctx0" brushRef="#br0" timeOffset="64493.612">13274 10613 376 0,'-6'10'143'0,"6"0"-112"16,6-5 10-16,-6-5-3 0,11 5-11 15,0 0-1-15,6-10-14 16,5 0-5-16,6-5-5 15,-1-5-2-15,1-4 1 0,5-6-1 16,-5 0 2-16,-6 1-1 16,-5 4 2-16,-6-5-2 15,-11 5 2-15,-11 6 0 0,-6 4 1 16,-5 5 0-16,-6 5 2 16,-5 5 1-16,-6 10 1 15,6 4-4 1,0 6-3-16,5 10-3 15,6-1 1-15,5 1 1 0,11-1 0 16,12 1 0-16,11-6 2 16,10-4-1-16,7-5-1 15,10-10-6-15,6-5-1 16,0-5-2-16,0-5 3 16,-5-5-1-16,-7 0 2 15,-4-5 1-15,-6 0 2 16,-12 0 1-16,-5-4 3 15,-5-6-1-15,-6 0 2 16,0 6 0-16,0 4 3 16,0 0-5-16,0 5-1 0,5 5-2 0,1 10 0 15,5 5 0 1,0 5 0 0,6 0 0-16,-1-1 0 15,1 1 2-15,0-5 2 0,-6 0 1 16,0-5 1-16,-11-5-2 15,0 0 1-15,0 0 4 16,-6-5 4 0,1-5-4-16,-6-5 1 0,-6 0-3 15,0-4 2-15,1-6-4 16,-1 0 0-16,0 1-1 0,6-6 1 16,6 10-2-1,5 1 2-15,0 4-7 16,11 5-1-16,6 5 2 15,5 5 1-15,6 0-1 0,10 10 2 16,7 0 1-16,-1 0 0 16,6-5 0-16,0-1 0 15,0-4-3-15,0-4 0 16,-11-6-1-16,0-5 0 0,-11 0 0 16,-6 0 0-16,-5 0 0 15,-6 1 3 1,-6-1 0-16,-10 5 1 15,-6 0 6-15,-12 0 6 16,-4 5-6-16,-12 5-1 16,5 10-1-16,-4 10 2 15,4 10-1-15,1 4 0 0,11 6-3 16,5-1-2-16,12 10 3 16,10-14 2-1,12-1-2-15,10-9 0 0,12-5-8 16,11-5-2-16,6-5-18 15,-1-10-9-15,7-5-37 16,-1-5-15-16,0-5-94 16</inkml:trace>
  <inkml:trace contextRef="#ctx0" brushRef="#br0" timeOffset="64915.219">15012 10307 420 0,'-39'-9'156'0,"28"4"-121"0,-11 10 23 0,16-5 4 16,-5 4-24-16,0-4-6 15,0 0-13-15,0 0-4 16,-11 0-9-16,-17 0 0 0,0 5 1 16,-6 0-8-16,7 5-1 15,-1 0-2-15,5 0 2 16,12 0 1-16,6-5 3 15,-1 0-6-15,17 5 1 16,17-1-4-16,16 1 2 16,11 0 1-16,6 5 2 15,6 0-6-15,-6 0-2 0,-11-6-5 16,11 6-2-16,5 5 3 16,-10 0 3-16,-18-5 7 15,-10 4 2-15,-11 1 4 16,-18 0 1-16,-4-1 1 15,-12-4 0-15,-11 0-2 16,-11 0 1-16,-5-5 0 16,-1-5 1-16,6-5-20 15,11-5-9-15,11-5-45 16,17-10-17-16,17-9-92 16</inkml:trace>
  <inkml:trace contextRef="#ctx0" brushRef="#br0" timeOffset="65159.328">15217 10080 420 0,'-16'-5'159'0,"10"1"-124"0,-5 13 22 0,11-9 1 16,0 10-17-16,-5 0-1 16,-1 5-14-16,6 5-4 15,0-1-13-15,0-4-5 0,11 20-1 16,6 14-2-16,-6-4-1 15,0-6 1-15,6 15-1 16,-1-9-22-16,1 4-10 16,0 10-22-16,-6-14-8 15,0-11-38-15,-6-4-16 0,1-10-48 16</inkml:trace>
  <inkml:trace contextRef="#ctx0" brushRef="#br0" timeOffset="65381.789">14995 10322 504 0,'-22'-10'187'0,"22"10"-146"0,-5 0 2 0,5 0-10 16,5 5-21-16,12 0-2 15,5 0-6 1,11 0-3-16,6-5 0 15,11 0-6-15,11 0 1 0,6 0-31 16,5 5-12-16,0 0-49 0,-22 5-19 16,-5-5-62-1</inkml:trace>
  <inkml:trace contextRef="#ctx0" brushRef="#br0" timeOffset="65608.061">15740 10658 584 0,'-23'5'217'0,"18"-5"-169"0,-1 10 9 0,6-10-7 0,0 0-29 16,0 0-6-16,0 0-7 16,0 0-3-1,6 0-3-15,5 0-6 0,-6 0 0 16,1 0-16-16,0-5-4 0,-6-5-63 15,0 0-25-15</inkml:trace>
  <inkml:trace contextRef="#ctx0" brushRef="#br0" timeOffset="78158.103">6504 12454 244 0,'-11'-5'90'0,"11"10"-70"0,0-5 39 15,0 0 14-15,0 0-12 16,5 0 0-16,1-5-4 15,0 0-2-15,-1 0-29 16,-5 0 7-16,6 5 4 0,-6 0-7 16,0 0-2-16,0 10-12 0,11 5-5 15,-11-5-4-15,0 24-2 16,0 21-1-16,5 4 2 16,-5 10-5-16,11-15-1 15,-11-5 0-15,6 16 0 16,0-16 0-16,5 5 2 15,-11-9-6-15,5-6-1 16,6 1-16-16,-11-16-4 16,0 1-25-16,0-10-8 15,0-5-42-15,0-20-16 16,0 0-65 0</inkml:trace>
  <inkml:trace contextRef="#ctx0" brushRef="#br0" timeOffset="78471.888">6176 12414 344 0,'-38'5'129'0,"32"5"-100"0,-5-5 26 0,11-5 6 15,0 0-18 1,11 5-4-16,-11 5-1 15,11-5 0-15,0 0-20 16,6 0 7-16,5 0 3 0,6 0-9 16,22-5-1-16,28-5-6 15,10-5-2-15,7 0-9 0,-1-5 0 16,1 0-3-16,-1 6 0 16,-11 4-11-16,-16 5-5 15,-11 0-32-15,-12 5-15 16,-11-1-61-16,-11 1-27 15,-5-5-18 1</inkml:trace>
  <inkml:trace contextRef="#ctx0" brushRef="#br0" timeOffset="79042.574">6993 12888 412 0,'-22'-15'154'0,"16"10"-120"0,6-4 23 16,0 4 3-16,0 0-23 16,11-5-4-16,0 0-8 0,6-10-2 15,5 5-12-15,11 1-2 0,-5 4-2 16,5 0-3-16,6 10-1 16,0 0-1-16,0 5-2 15,11 0 1-15,-11 10-1 16,-11-1 0-16,-1 6 0 15,1 0 0-15,0 0 2 16,-22-1-1-16,-1 1-1 16,1-5 3-16,-6 10 2 15,0-6-2-15,-17 1 0 16,0-5 1-16,-16 5 0 16,5-6 0-16,-27 6 0 15,10 0-2-15,-21-10 1 0,10 0-4 16,1-15 0-1,16 0-6-15,0-20-3 16,0-14-12-16,11-6-4 0,23-4-13 16,21 4-5-16,7 1-20 15,15 4-8-15,12 6-76 16,0 4-75 0,11 6 75-16</inkml:trace>
  <inkml:trace contextRef="#ctx0" brushRef="#br0" timeOffset="79360.524">7837 12459 364 0,'-50'5'137'0,"33"5"-106"0,-5-5 37 0,16-5 9 15,6 9-24-15,0 1-5 16,0-5-15-16,0-5-6 15,0 15-15-15,0 0-3 0,17 5 1 16,-11 4-4-16,10 11 2 16,1 9-5-16,0 11-2 15,-12 9 0-15,12-10-1 16,-12-10 0-16,7 16 0 16,-12-11-20-16,5 0-7 0,1-4-15 15,-6-11-6 1,0-4-18-16,0-15-9 15,0-1-45-15,0-14-19 16,0 0 6 0</inkml:trace>
  <inkml:trace contextRef="#ctx0" brushRef="#br0" timeOffset="79555.399">7570 12868 492 0,'-27'0'184'0,"27"-5"-143"0,0 5-1 15,0 0-8-15,11-4-17 16,11-6 0-16,11 0-9 16,12 0-2-16,5 0-2 15,5 0-8-15,6 5-1 0,0 5-30 0,6 0-13 16,-17 5-58-16,11 5-23 16,6-5-40-1</inkml:trace>
  <inkml:trace contextRef="#ctx0" brushRef="#br0" timeOffset="80048.457">8687 12755 464 0,'-28'-10'176'0,"17"10"-137"0,-12-5 11 0,18 5-3 16,-6 0-15-16,-6 0-1 15,0 0-9-15,-5 0-3 16,0 0-11-16,-6 5-3 0,-5 5 1 15,-6 5-3-15,0 0-2 16,0 4 0-16,-5 6-1 16,5 5-3-16,0 4 2 0,0 1 1 15,23-1 0-15,-7 1-3 16,12-6 0-16,11-4 2 16,11 0 0-16,12-15-2 15,16-10 2-15,-6-5-1 16,6-10 0-16,11-10 2 15,-11 5 2-15,5-4-3 16,-16-1-2-16,-6 0 4 16,6 6 1-16,-12-6 0 15,-10 5-2-15,0 0 1 16,-6 6 1-16,5-1 1 16,-5 5 1-16,0 0-5 0,0 5-1 15,0 5-4-15,6 10 1 16,-1 10 3-1,6 4 1-15,0 6-2 0,0 10 2 16,6-1-4-16,0 1-1 16,-1-6-22-16,7 1-6 15,-12-16-34-15,5-9-11 16,1-10-63-16,5-15-24 16,6-4 26-16</inkml:trace>
  <inkml:trace contextRef="#ctx0" brushRef="#br0" timeOffset="80289.847">8814 12439 428 0,'-16'-10'159'0,"5"15"-124"0,11 10 22 16,0-15 17 0,0 25-26-16,0-1-15 15,11 1-11-15,-11 10-14 16,11-1 1-16,0 6 2 0,6 4-6 15,-1 10-3-15,6 1-1 16,-11 4 1-16,6-5-3 16,0-5-2-16,-1-4-25 15,-4-11-9-15,-7-9-45 16,1 0-18-16,-6-15-103 16</inkml:trace>
  <inkml:trace contextRef="#ctx0" brushRef="#br0" timeOffset="81081.425">9675 12947 344 0,'-22'-5'129'0,"11"1"-100"0,0-1 37 16,11 0 13-16,0 0-22 15,-11 0-6-15,11 5-18 16,0 0-9-16,0-5-13 16,11 5-5-16,5 0 0 0,7 0-3 15,4 0 0-15,7 0-1 16,5 5-2-16,-6-5 1 0,0 0-1 16,0 0-36-16,-5 0-13 15,-6-5-43 1,-5 0-18-16,0 0-71 15</inkml:trace>
  <inkml:trace contextRef="#ctx0" brushRef="#br0" timeOffset="81294.215">9614 12780 400 0,'-33'-20'151'0,"16"10"-118"0,6 0 27 0,11 5 2 16,0 0-32-16,5 0-9 15,12 0-13-15,-11 0-4 16,10 5-2-16,7 0-4 0,-1 0 1 16,6 5-1-16,5 0 0 15,6 5-16-15,5 0-5 0,1 0-49 16,5-10-20-16,22 0-87 16</inkml:trace>
  <inkml:trace contextRef="#ctx0" brushRef="#br0" timeOffset="82241.405">11063 12474 452 0,'-16'-15'167'0,"16"5"-129"0,-11 5 24 0,11 5 3 0,0 0-25 16,0 0-5-16,0 5-19 15,0-5-5 1,5 20-3-16,6 4 0 0,0 1-7 16,12 10 0-16,-7-1-1 15,7 6 0-15,-1 4 2 16,0 5 1-16,-5 1-1 16,-1-6 1-16,1-4-18 15,-11-6-4-15,5-4-20 16,-6-10-5-16,-5-11-23 15,0-9-8-15,-5-14-77 16,-6-6-31-16,5-5 46 16</inkml:trace>
  <inkml:trace contextRef="#ctx0" brushRef="#br0" timeOffset="82586.604">10836 12365 408 0,'-56'-10'151'0,"40"10"-118"0,-1-5 33 0,11 5 6 15,6 0-37-15,0 0-11 16,11-5-12-16,6 0-3 16,16 0-5-16,-5 1-3 0,22-1 2 15,22 0-4-15,17 5 0 16,6 5 1-16,5 4 2 0,-6 6-3 16,-16 10 0-16,-17 0 1 15,-11 4 0-15,-11 1-3 16,-17 4 2-1,-17 1 1-15,-10-5 2 0,-12-1 1 16,-10-4 1-16,-7-5-2 16,-21-1 1-16,-6-4-4 15,-1-5 0-15,1 0-4 16,0-10-1-16,11 0-15 16,11 0-4-16,12-5-29 15,-1-5-10-15,17 0-44 16,22-5-17-16,17 1-21 15</inkml:trace>
  <inkml:trace contextRef="#ctx0" brushRef="#br0" timeOffset="82931.458">12385 12696 408 0,'-11'-5'151'16,"11"0"-118"-16,0 5 38 0,0 0 9 0,0 0-30 15,0 0-10 1,0 0-20-16,6 10-6 0,-1 5-8 15,6 4-4-15,0 11 1 0,1 4-2 16,-1 11-1-16,0-1 1 16,0 1-1-16,0-1-18 15,0-14-5-15,0-6-27 16,-5-4-10-16,-1-10-48 16,-5-10-18-16,6-10-44 15</inkml:trace>
  <inkml:trace contextRef="#ctx0" brushRef="#br0" timeOffset="83124.941">12185 12819 464 0,'-22'-5'176'0,"22"5"-137"0,0 5 13 0,0-5-4 16,11 0-26-16,17 0-7 15,5 0-9-15,12 0-5 16,5 0 0-16,0-5-1 0,11 0 0 15,0 0-33-15,0 0-13 16,-6 5-52-16,1-5-20 16,5 5-59-1</inkml:trace>
  <inkml:trace contextRef="#ctx0" brushRef="#br0" timeOffset="83470.953">13490 12469 444 0,'-16'0'165'0,"16"-10"-129"0,-6 10 26 16,6 0 1-16,0 10-24 15,0-10-5-15,0 10-14 16,6 4-2-16,-1 6-11 16,1 5-2-16,-1 4 1 0,6 1-3 15,1 5 0-15,-1 9-1 16,0 0-2-16,0 1 1 0,0-1-1 16,0-4-20-16,0-6-7 15,-5-9-26-15,-1-5-9 16,1-10-46-16,-1-10-19 15,7-5-48 1</inkml:trace>
  <inkml:trace contextRef="#ctx0" brushRef="#br0" timeOffset="83737.884">13185 12479 440 0,'-39'-10'165'0,"39"10"-129"0,-11 10 21 0,11-10 2 0,0 0-26 16,0 0-7-16,11 5-4 15,0-5-2-15,11 0-11 16,6-5-1-16,5 5 2 0,12 0-6 16,10 0-2-16,12 0-4 15,-6 0 1-15,-11 0-4 16,28 0 1-16,-17 0-29 15,6 5-11-15,-12-5-50 16,-5 4-20-16,-5 1-79 16</inkml:trace>
  <inkml:trace contextRef="#ctx0" brushRef="#br0" timeOffset="84042.421">13174 13076 384 0,'-22'14'145'0,"22"-14"-112"0,5 5 19 0,-5-5 0 15,11 5-16-15,6-5-1 0,5 0-7 16,11 0-3-16,12-10-13 15,5 1-1-15,11-6 0 0,11-5-9 16,-11 10 0-16,-11 0-2 16,17 0 2-16,-12 6-21 15,6-1-9-15,-11 0-50 16,-5 5-22-16,-6 0-94 16</inkml:trace>
  <inkml:trace contextRef="#ctx0" brushRef="#br0" timeOffset="85215.09">9631 14077 476 0,'-17'5'178'0,"17"0"-138"0,6-5 13 16,5 0-3-16,5 0-33 15,7-5-11-15,10-5-5 16,0 1-2-16,12-6 1 16,-7 0 0-16,1 0 2 0,-11 0-21 15,0 6-7-15,-6-1-58 16,-5 0-25-16</inkml:trace>
  <inkml:trace contextRef="#ctx0" brushRef="#br0" timeOffset="85408.764">9631 13915 508 0,'-56'-5'189'0,"56"5"-147"0,0 0-7 0,17-5-15 15,-1-5-19-15,18-5-2 16,10 0-3-16,6-5 3 16,11 1 0-16,0-1-30 0,-16 5-14 15,5 0-61-15,5 6-27 16,1 4-32 0</inkml:trace>
  <inkml:trace contextRef="#ctx0" brushRef="#br0" timeOffset="94853.578">10447 14102 368 0,'-44'5'137'0,"44"-5"-106"0,-28-15 24 0,28 15 3 15,0-5-30 1,0 0-10-16,11-19 2 0,0 4 3 16,22-24-12-16,17-16 1 0,0 1 1 15,0 10-5-15,6 9 0 16,-6 11-4-16,-6 9-1 15,-5 10 1-15,-6 10 0 16,-5 15 0-16,-11 10 2 16,-6-1-1-16,-11 26 0 15,0-11-3-15,-11 25-2 16,0-14 1-16,-11 9 1 16,-1-15-1-16,-16 5 2 15,12-9 0-15,-23-1 1 0,11-9-2 16,-11 0 1-16,11-11-2 15,0-4 2-15,11 0-4 16,-5-5 0-16,11 0-1 16,22-10 0-16,0 0 0 15,28 0-2-15,-1 0 3 16,18 0 2-16,-6 0-2 16,22 0 0-16,-11 0-1 15,11 0 0-15,-11 0-40 16,5 0-17-16,12 0-78 15,-6 0-32-15,-11-5 6 16</inkml:trace>
  <inkml:trace contextRef="#ctx0" brushRef="#br0" timeOffset="95689.987">11502 13855 264 0,'-16'-5'99'0,"16"5"-77"0,0 0 31 16,0 0 11-16,0 0-19 15,0 0-3-15,5-5-7 0,6 1-2 16,-5-1-18 0,5-5 0-16,0 0-1 0,0 0-5 15,-5 0-3-15,5 5-1 16,-6 0-1-16,1 0-2 0,-1 0 1 16,1 5 0-16,-1 0 1 15,7 0-2-15,-12 0-2 16,0 0 5-16,5 0 4 15,1 5-5-15,5 5 0 16,-6-5 0-16,6 10 2 16,-5 0-1-16,5 9 0 15,-5-4-3-15,-1 10-2 16,1-1 1-16,-1 1 1 16,1-5 1-16,-6 4 3 15,0-4-1-15,0 5 2 0,0-6 2 16,-11 6 2-16,0-6-1 15,-6 1-1-15,0 0-1 16,-5 0 0 0,0-6-4-16,-11 1-1 0,5-5 1 15,-17 0 0-15,7-6-2 16,-12 1-2-16,11 0 3 16,-11-5 0-16,11-5 3 15,0-5 1-15,0 0-6 16,11-14 0-16,6 4-3 15,5-15-2-15,6 5 0 16,11-19 3-16,0 9-2 0,28-19-1 16,-6 10 0-16,17-1 0 15,22-4-19-15,0 10-8 16,-16 19-33 0,10 15-11-16,-5 10-95 15,6 5-78-15,5-5 93 16</inkml:trace>
  <inkml:trace contextRef="#ctx0" brushRef="#br0" timeOffset="96291.791">11791 14063 444 0,'-22'-20'167'0,"22"20"-129"0,-6-10 15 16,6 10-3-16,6-5-28 16,-1 0-9-16,12-10-5 15,-6 1-1-15,22-11-3 16,-5 5-1-16,33-5 1 0,23-9-5 0,-1 14 1 16,-5 10 0-16,-1 10 2 15,-10 10-3-15,-6 10 0 16,-11 14 3-16,-11 6 1 15,-6-10 3-15,-16 4 1 16,-6-4-3-16,-11 9-1 16,0-4 1-16,-17 4 0 0,-10 6 2 15,-1-16 1 1,6-4 1-16,-28 0 2 16,11-6-3-16,-28-4-2 15,12-5 0-15,-12-5-1 16,11 0 0-16,1-15 0 15,5 5-5-15,5-20 1 16,12 6-7-16,11-16 0 16,11 5-6-16,11-14 1 0,0 5-23 15,39-16-7-15,33-14-35 16,11 15-14-16,12 5-104 16</inkml:trace>
  <inkml:trace contextRef="#ctx0" brushRef="#br0" timeOffset="96803.443">12630 14161 396 0,'-23'-15'148'0,"23"11"-115"0,0-6 13 0,6 5-3 15,5-5-16-15,0 0-1 16,6-5-2-16,5-5 0 16,17 1-13-16,5-1-4 0,17-5-1 0,12 6-5 15,-1 4-1 1,6 5 0-16,-1 10 0 15,-5 10 2-15,-5 10 1 0,-6-1-1 16,-16 6-2-16,-12 0-2 16,-11 4 1-16,-11 1 3 15,-11 4 3-15,-16 1 0 16,-7-5 2-16,-15-6-2 16,-7 1 2-16,-10-10-2 15,-18-1 2-15,-4 1-2 16,-7-5 0-16,1-5-3 15,11-5-2-15,11-5 3 16,11-5 2-16,11-9-7 16,6-11-3-16,16 0-8 15,17-4-3-15,17-1-18 16,33 1-7-16,16-6-41 0,17 6-17 16,17-1-83-1</inkml:trace>
  <inkml:trace contextRef="#ctx0" brushRef="#br0" timeOffset="97056.049">14079 13900 540 0,'-6'-15'200'0,"6"15"-155"0,6 0 9 16,-6 0-7-1,0 0-34-15,6 5-6 16,-1 5-3-16,1 5 1 15,-1 14-2-15,1 1-4 0,5 9 0 16,0 1 1-16,0 4 0 16,6 1-9-16,-1-6-2 0,-4 1-16 15,-1-11-6-15,-11 1-31 16,5-6-13-16,1-4-73 16,-6 0-28-16,-6-5 29 15</inkml:trace>
  <inkml:trace contextRef="#ctx0" brushRef="#br0" timeOffset="97269.347">13896 14216 512 0,'-50'-5'192'0,"44"10"-149"0,6 0 10 16,0-5-7-16,6 0-30 0,10 0-8 15,12 0-9 1,11-5 0-16,11-5 1 0,11 0-3 0,0 0 0 15,11 0-14-15,6 0-6 16,0 0-24-16,0 0-7 16,-6 1-58-16,0-6-25 15,-11 0-30 1</inkml:trace>
  <inkml:trace contextRef="#ctx0" brushRef="#br0" timeOffset="98049.857">14923 13895 456 0,'-39'-10'170'0,"34"10"-132"0,-6 0 20 0,11 0 1 15,0 0-20-15,0 0-5 16,5-5-15-16,6 0-7 16,11-5-7-16,12-5-4 0,10 1 0 15,6-1-4-15,11 5 2 16,0 5-1-16,0 0 0 15,-11 10 2-15,-16 0 0 0,-6 0 0 16,-17 15 0 0,-11 9-5-16,-17 6 1 15,-11 4 4-15,-11-4 4 0,0-6 1 16,-5 1 0-16,5-5-3 16,11-6-2-16,6 1 1 15,11-10-6 1,17-5 1-16,10-5 0 15,12 0-1-15,17 0 4 16,10 0 0-16,12 0-4 16,-12 0 1-16,-10 0 2 15,5 5 1-15,-6 0 1 0,-5 5 0 16,-11-5 0 0,-12 9 2-16,1-4-3 0,-23 5 0 15,1 0 3 1,-28 0 3-16,-28 4-2 0,-6 1-2 15,0 0-3-15,-5-5 1 16,5-5-6-16,12-1 0 16,5-4-21-16,17-5-7 15,10-9-26-15,29-16-11 16,16-10-72-16,28-14-32 16,17-5 37-1</inkml:trace>
  <inkml:trace contextRef="#ctx0" brushRef="#br0" timeOffset="98439.658">15845 13762 468 0,'-61'-15'176'0,"61"15"-137"0,-33 0 24 16,27 0 1 0,1 0-27-16,-1 0-9 15,6 0-14-15,0 0-7 0,11 0-4 16,0 0-5-16,17-5 1 0,0 5 1 15,16-5 2-15,-11 5-6 16,17 0 1-16,-5 0-1 16,-1 5 2-16,-5 0-1 0,-11 15 1 15,0-6 0 1,-28 26 0-16,0-11 2 0,-17 16 2 16,0-6-1-16,-10 6 2 15,-1-6 0 1,0 6 3-16,6-11-1 0,0 1 0 15,-1-6-3-15,12-4-2 16,0 0 1-16,11-6-1 16,0 1-7-16,17-10 0 15,-6 0-17-15,22-5-4 16,-5 0-32-16,22-10-14 16,-5 0-63-16,16-15-24 15,-11 5 7 1</inkml:trace>
  <inkml:trace contextRef="#ctx0" brushRef="#br0" timeOffset="98825.879">16578 14028 460 0,'-22'-20'170'0,"22"20"-132"0,-6-14 20 0,6 14-1 0,0-5-23 16,0 0-5 0,6 0-11-16,-1 0-3 0,12-10-9 15,-6 5-6-15,17-5-1 0,0-4 1 16,11 4 2-16,-6 5-6 15,17 5 1-15,-11 0 1 16,16 15 1-16,-10 0 1 16,5 19 2-16,-6-9-1 15,-11 20-1-15,-5-11 1 16,-22 16 1-16,-1-11-1 16,-27 6-1-16,5-6 1 15,-27 6 1-15,5-6 3 16,-16-4 2-16,5-6 1 0,-17-14 2 15,11 0-1-15,-21-10 2 16,16 0-2-16,-6-10 2 16,11 0-6-16,6-14-3 15,12 4-4-15,15-19-1 16,18-26-12-16,16 16-5 16,0 10-25-16,28-6-8 15,-6 6-66-15,34 4-27 16,-12 1-48-1</inkml:trace>
  <inkml:trace contextRef="#ctx0" brushRef="#br0" timeOffset="99538.26">9564 15814 484 0,'-11'-5'181'0,"11"5"-141"0,22 0 3 0,-22 0-9 0,22 0-21 15,1 0-2 1,15-5-7 0,-4 1-3-16,10-1 0 0,1 0-17 15,-1-5-4-15,-11 5-67 0,6-5-30 16,17-15-72 0</inkml:trace>
  <inkml:trace contextRef="#ctx0" brushRef="#br0" timeOffset="99731.631">9692 15494 452 0,'-61'14'167'0,"61"-14"-129"0,-39-5 24 15,39 5 3-15,0 0-38 16,0 0-12 0,5 0-12-16,1 0-6 15,22-4 2-15,27-6-7 0,-5 0 1 0,17 0-21 16,-6 0-9-16,6 0-34 15,10 5-13-15,7-5-100 16</inkml:trace>
  <inkml:trace contextRef="#ctx0" brushRef="#br0" timeOffset="100255.77">11358 15242 460 0,'-28'-10'170'0,"22"5"-132"0,1 5 9 0,5 0-6 15,0 0-13-15,0-5 0 16,0 0 0-16,-6 0 0 16,6 0-15-16,-22 0 1 0,6 1 2 15,-18-1-4-15,-10 0 1 16,-1 5-10-16,-5 0-2 15,0 5-3-15,-5 4 0 16,-1 6 2-16,12 0 2 16,-12 5-3-16,17 0-2 15,1 4-1-15,15 1 0 16,7 0 0-16,16 4 0 0,11 1 0 16,17-1 3-1,10 6-2-15,18-1 1 16,16 1 0-16,11 0 0 0,6-1-3 15,-11 6 1-15,-6-11-3 16,-22 1 2-16,-16-6 1 16,-12 6-1-16,-11 0 6 15,-22-6 1-15,-11 1 0 0,-12-5 1 16,-10 0 0 0,-12-6 1-16,1 1-2 15,-6-5 1-15,0-10-9 16,0-5-3-16,-1-5-13 15,7-10-4-15,10-4-28 0,7-16-10 16,10-19-31 0,17-15-10-16,5-10-63 15</inkml:trace>
  <inkml:trace contextRef="#ctx0" brushRef="#br0" timeOffset="100526.435">10864 15074 472 0,'-6'-10'176'0,"0"5"-137"0,6 5 11 0,0 0-3 16,0 0-21-16,0 0-3 16,0 0-9-16,6 10-1 0,5 5-8 15,0 10-1-15,6 9 0 0,-6 21-2 16,6 23 1-16,-1 16-2 16,7 0 2-16,-7 0-2 15,1-5-1-15,-1-10 1 16,-4-10 1-16,-1-10-14 15,0-10-7 1,0-9-19-16,0-6-6 0,6-9-28 16,5-5-9-16,6-11-83 15,-1-9-64 1,7-9 93-16</inkml:trace>
  <inkml:trace contextRef="#ctx0" brushRef="#br0" timeOffset="100962.628">11569 15355 504 0,'-39'-19'187'0,"39"14"-146"0,-6 0 9 0,6 5-6 16,6-5-26-16,5 0-5 15,11-5-8-15,0-5-4 16,12 0 0-16,-1 1-4 0,6-1 2 15,0 5-1-15,5 5 0 16,1 0 2-16,-1 10 0 16,-11 5 0-16,-5 10 2 15,-11 14-1-15,-17 16 2 16,-11 9-2-16,-6 0 2 16,-11 0-2-16,-5 0-1 0,-6 1 3 15,-5-6 2 1,5-5 0-16,0 1 2 0,6-11-2 15,-1-4 2-15,12-6-4 16,5-4 0-16,12-5-1 16,10-6-2-16,12-4 1 15,11-5 1-15,5-5-1 16,12-5 2-16,5 0-11 16,5 0-2-16,-5 1-17 15,0-6-8-15,0 0-54 16,0-5-22-16,-5-10-93 15</inkml:trace>
  <inkml:trace contextRef="#ctx0" brushRef="#br0" timeOffset="101623.392">12369 15410 452 0,'-34'-20'170'0,"29"20"-132"0,-1-5 22 0,6 5 1 0,0 0-33 16,6 0-10-16,5-5-11 16,5-5-4-16,12 0-1 15,0 1-4-15,11-1-1 0,0 0-1 16,5 5 3-16,-5 5 0 16,-6 0 3-16,-5 5-1 15,-6 5-1-15,-5 0 1 16,-11 9-1-16,-12 6 2 15,-11 0 3-15,-5 4-2 16,-6 1-2-16,1-1 2 0,-1-4 0 16,0 0-1-16,6-5-2 15,0-1 1 1,11-4 1-16,5 5-6 16,17-5 1-16,11-1-1 0,6 1 2 15,11 0 1-15,11 0 3 16,11 5-3-16,6-1 0 15,-6-4-1-15,-11 5 0 16,-11 0 0-16,-12-1 0 16,-10 1 2-16,-17 0 0 15,0-5 0-15,-28 4 2 16,-11 1 1-16,-11 0 1 16,0 0 0-16,-16-1 0 15,-6-4-2-15,10 0-2 16,7-5 1-16,5-5 1 0,6-5-23 15,10 0-11-15,12-10-38 16,16-10-18-16,18-14-113 16</inkml:trace>
  <inkml:trace contextRef="#ctx0" brushRef="#br0" timeOffset="102538.905">13274 15548 384 0,'-17'-10'145'0,"17"10"-112"0,-17-15 32 15,17 15 6 1,0-5-25-16,0 0-6 16,0-5-18-16,0-4-4 15,6-6-10-15,11-5-7 0,5 1-2 0,6 4 1 16,-1 0 2 0,1 5-1-16,5 5-1 15,-5 10-2-15,-6 10 1 16,1 5 3-16,-12 10 1 0,-6-5 3 15,-10 24 1-15,-1-10-3 16,-16 21-1-16,0-11-1 16,-12 10-2-16,7-9 1 15,-12-1-1-15,6-9 4 16,-6-1 2-16,5-4-5 16,1-5 0-16,5-1-1 15,12-4 2-15,-1-5-3 16,17 0 0-16,0-5 1 15,28-1 0-15,-6 1 0 16,22-5 2-16,-5-5-1 16,11 0-1-16,-5 0-19 15,5-5-10-15,-6 0-45 16,6 0-17-16,-11 0-116 16</inkml:trace>
  <inkml:trace contextRef="#ctx0" brushRef="#br0" timeOffset="102989.435">13862 15701 484 0,'-55'-10'181'0,"55"10"-141"0,-11-10 16 16,11 10-5 0,5-5-29-1,18-15-9-15,-7 6-5 16,23-21-5-16,17-9 5 0,-1 4 2 15,1 6-5-15,-1 4-3 16,1 5-4-16,5 6 1 0,-6 9 1 16,6 10 2-1,-5 15-3-15,-6 14 0 0,-11 11 1 16,-11 4 0-16,-12 5 0 16,-5 6 2-16,-16-6 1 15,-12-5 1-15,-11 1-2 16,-5-1 1-16,-6-4 0 15,-5-6 3-15,-12-9 1 16,-5-5 1-16,-5-5 0 0,-18-11 2 16,1-4-1-16,5-4 0 15,12-6-1 1,10-5 2-16,12-15-7 16,16-4-2-16,17-6-6 15,22-9 1-15,17-5-14 16,16 4-3-16,6 1-27 0,11 14-9 15,0 11-98-15,0 9-43 16,-5 5 16 0</inkml:trace>
  <inkml:trace contextRef="#ctx0" brushRef="#br0" timeOffset="108454.351">15390 15306 388 0,'-17'-15'145'0,"17"10"-112"0,0 0 32 0,0 5 8 15,0-5-26 1,0 5-9-16,0 0-11 16,0 0-6-16,0 0-11 0,0 0-4 0,6 10 0 15,5 15-1-15,-6 5 0 16,1-6-3-16,5 36 1 15,0-11-4-15,0 15-2 16,0-10 4-16,0 10 1 16,6 6 0-16,-6-26 1 15,0-5-7-15,0 1-1 0,0-6-20 16,-5-4-9 0,-1-5-22-16,1-1-10 15,0-4-44-15,-6-5-19 16,0 0-29-1</inkml:trace>
  <inkml:trace contextRef="#ctx0" brushRef="#br0" timeOffset="108675.079">15256 15804 460 0,'-50'0'170'0,"50"0"-132"0,-5 5 9 16,5-5-4-16,0 0-21 15,0 0-4-15,11 0-9 16,0 0-1-16,17 0-5 16,0 0-2-16,22-5 0 0,-12 1-1 15,24-1 2-15,-12 0-19 16,16 0-6-16,23 0-48 16,-17 0-19-16,-5 5-105 15</inkml:trace>
  <inkml:trace contextRef="#ctx0" brushRef="#br0" timeOffset="109068.909">15973 15770 444 0,'-39'5'165'0,"28"0"-129"0,-6-5 24 0,17 5 2 16,0-5-33-16,0 0-10 16,6 0-12-16,5 0-6 15,5 0 0-15,7-5 1 0,4 5 1 16,1 0-1-16,6 5-2 15,10 0 1-15,0 5-1 0,-5 4 0 16,0 1 2-16,-6 0-3 16,-10 5 0-16,-7-1 1 15,-5 1 0-15,-11 0 2 16,-5 0 1-16,-12-1-1 0,-5 1 1 16,-6 0 2-1,-5-5 2-15,-6-5-1 16,-5-1 1-16,-1-4-2 15,1-10 2-15,-1 0-2 16,1-9 0-16,5-1-3 16,6-5 1-16,5 0-7 0,6 1 1 15,11-1-19 1,5-5-6-16,12 1-27 16,16-6-10-16,11 0-48 15,12 1-17-15,10-6-36 16</inkml:trace>
  <inkml:trace contextRef="#ctx0" brushRef="#br0" timeOffset="109354.58">16328 15296 476 0,'-28'-10'178'0,"23"10"-138"0,5 0 2 0,0 0-8 15,0 0-12-15,5 10-1 16,1 10 0-16,0 10 1 16,-1 19-12-16,6 15-3 0,0 5-1 0,0 0-3 15,6 10 0 1,0-10-1-16,5 0 1 0,0-4-11 16,-5-6-2-16,-1-10-15 15,1-5-6-15,-6-9-31 16,0-5-10-16,-5-11-55 15,-6-4-23-15,-6-10-1 16</inkml:trace>
  <inkml:trace contextRef="#ctx0" brushRef="#br0" timeOffset="109575.014">16184 15809 520 0,'-61'5'192'0,"55"0"-149"0,6 0 7 0,0-5-7 16,11 5-26-16,17-5-7 16,11 0-6-16,16-5-1 15,7 0-2-15,4 0-1 0,-5-5 1 16,0 6-21-16,0-1-7 16,1 0-32-16,-7 5-13 15,-5 0-48-15,6 0-21 16,5 0-18-1</inkml:trace>
  <inkml:trace contextRef="#ctx0" brushRef="#br0" timeOffset="110024.481">17322 15800 488 0,'-39'-5'181'0,"23"10"-141"0,-18-10 14 16,23 5-4-16,-5 0-20 0,-7 0-3 15,1 0-11-15,-6 0-3 16,-5 0-7-1,-6 0-4-15,0 0 1 0,1 9-2 16,-1 1 2-16,-6 5-4 16,1 5 0-16,5 0-1 15,6-1 0-15,-1 1 0 16,12 0-2-16,5 0 0 16,12-1 0-16,10 1 3 15,12-10 0-15,11-5 3 16,16-10 1-16,6-5-1 0,6 0-2 15,-1-5-2-15,-5 1 1 16,-11-1 1-16,-6 0 2 16,1 0 1-16,-18 5 1 15,1 0-5-15,-6 1 1 0,-5 4 2 16,-1 0 1-16,-5 5-4 16,0 0 1-1,0 0-2-15,0 10 0 16,0 4 2-16,6 1 0 15,-1 5-3-15,7 0 2 16,-1-1-10-16,5 1-3 0,1 0-24 16,0 0-10-16,-1-6-41 15,7-9-19 1,-1-5-83-16</inkml:trace>
  <inkml:trace contextRef="#ctx0" brushRef="#br0" timeOffset="110271.798">17428 15346 460 0,'-22'-40'170'0,"10"35"-132"0,1 0 27 0,11 5 1 15,0 5-32-15,0 5-11 16,0 5-3-16,0 14-2 16,6 21-9-16,-1 14-1 0,7 5-1 15,-1 0-3 1,0 5-1-16,5-5-1 15,1-5-2-15,0-4-4 0,-6-11-2 16,0-5-15-16,0-4-6 16,0-11-39-16,-5-9-15 15,-1 0-139 1</inkml:trace>
  <inkml:trace contextRef="#ctx0" brushRef="#br0" timeOffset="111438.628">18233 15814 252 0,'-11'0'93'0,"5"-5"-72"0,1 0 36 0,5 5 12 15,0-4-13-15,0-1-3 16,0 0-6-16,-6 0-2 16,6 0-25-16,-5 5 8 0,5 0 5 0,-6 5-15 15,1 10-7-15,5 14-10 16,0 1-1-16,5 4 0 15,6 1 0-15,0-1 0 16,0-4 0-16,-5-5 0 16,0-6 2-16,-1-4 3 0,1-5 4 15,-6-10 5-15,0-10 1 16,0 0-6 0,-6-4-3-16,1-6-3 15,-7-5 0-15,1-4-2 16,0-1 2-16,6 0-2 15,-1 1-1-15,1 4-2 16,5 0-1-16,0 6-1 0,5-1 0 16,12 5 0-16,-1 10 0 15,7 5 0-15,4 10 3 16,1 5 0-16,6 5 1 16,-1 4-3-16,0 1 0 15,-5-5-14-15,0-1-6 16,-6 1 5-16,-5-5 5 15,-6-5 10-15,0 0 7 16,0 0-4-16,0-6-2 0,0 1-2 16,-5 0 3-1,10 0 0-15,-5 0 3 0,1 0-1 16,4-5-1 0,1 0 9-16,5-5 4 15,0-5 0-15,6-4 2 0,0-1-4 16,-6-5-1-16,0 0-4 15,-5-4 1-15,-6-6 0 16,0 0 3-16,-11 1-3 16,0-6 1-16,-5 6-1 15,-6 4 1-15,-1 5 0 16,-4 5 2-16,-1 10-7 16,-5 5-2-16,-6 15-1 15,-5 10 0-15,-1 9-3 16,1 1 0-16,5 4-1 15,1 1 3-15,10-1-2 0,11 1 1 16,6-6 2-16,11-4 2 16,12-5-1-16,16-6-1 15,5-4-4-15,6-5 0 16,0-5-20-16,6 0-7 0,-1-5-48 16,1 0-19-1,-6 5-112 1</inkml:trace>
  <inkml:trace contextRef="#ctx0" brushRef="#br0" timeOffset="112054.474">19160 15893 416 0,'-27'-19'156'0,"21"14"-121"0,1-10 12 16,5 15-3-16,5-5-9 16,-5 5 4-16,6-5-12 15,-6 5-7-15,0 0-11 16,5 10-2-16,1 5 0 0,-1 9-3 16,1 16-1-16,-1 24-1 15,7 0-2-15,-7-10 3 16,12 35 0-16,-1-15-4 15,1 5 1-15,0-10 0 16,-1 0 0-16,-4-19 0 0,-1-11 2 16,0-4 1-16,-6-16 3 15,1 1-1 1,-6-25 0-16,0 0-3 0,-11-29 1 16,0 9-2-16,-6-49-1 15,-5-39-2-15,5 4-1 16,6-4 2-16,5 4 0 15,6 5-2-15,12 11 2 16,4 14-4-16,12 14 1 16,0 16 0-16,5 20 2 0,6 19-1 15,5 20-1-15,1 19 3 16,-6 11 2-16,-6 4-2 16,-11 0 0-1,-16 6 1-15,-12-1 0 16,-10 0 0-16,-7 1 0 0,-10-6 0 15,0-9 0-15,-6-6 0 16,-6-9 2-16,-5-10-8 16,0-10-1-16,0-10-23 15,6-5-10-15,11-14-28 16,16-6-12-16,12-9-59 16,16-6-23-16,11 1 32 15</inkml:trace>
  <inkml:trace contextRef="#ctx0" brushRef="#br0" timeOffset="113033.052">20093 15839 460 0,'-33'-15'173'0,"28"10"-135"15,-7-10 8-15,7 11-6 0,-6-6-13 16,0 0 1-1,0 0-9-15,-6 5-1 16,-5 0-11-16,-6 10-4 0,-11 5-2 16,-5 15-6-16,-6-1 1 15,0 11 2-15,5 4 3 16,6-4-2-16,12 4-2 16,10-4-1-16,11-6 0 15,18-4 0-15,10-10 3 16,11-10-2-16,11-5 1 0,1-10 2 15,5-5 2-15,0-5-3 16,-11 1 0-16,-6-1 1 16,-5-10 0-16,-6 6 2 15,-5-1 1-15,-6 0-1 0,0 6-2 16,-6 9 1 0,-5 0 1-16,0 10-3 15,0 10-2-15,0 5-1 16,0 4 0-16,6 1 3 15,5 0 0-15,6-1-24 16,5 1-10-16,0-5-13 0,6-5-6 16,0-5-6-16,0-10-2 15,-6-5 16 1,0-5 8-16,-5 0 26 16,-12 1 12-16,-5-1 41 0,0 0 18 15,0 5-7-15,-5 5-6 16,-1 5-22-16,1 5-10 15,-1 10-4-15,6 5 0 16,0-1-3-16,6 6-2 16,5 0 0-16,5-6-1 0,7 1-2 15,4-5-2-15,7-5 1 16,-1-10 1-16,6-5 1 16,-6-5 1-1,0 0 0-15,-5-5 2 16,-6 1-3-16,-5-1-2 15,-6-5 4-15,0-5 1 0,-11 1 4 16,0-1 4-16,-5 0-2 16,5 1 1-16,-6 4-3 15,6 5-1-15,0 0-5 16,0 10-1-16,0 0-3 16,0 5-3-16,6 10 2 15,-1 10 2-15,1 5 0 16,-1 9-1-16,1-4 1 15,5 49 1-15,0 20-1 16,0 9-1-16,0 1-2 0,6-11 1 16,-6-14 1-16,-5 5 2 15,-6-5 5-15,-11-5 4 16,-12-5 0-16,-4-10 1 16,-12-15 0-16,0-19 0 0,11-5-4 15,-16-10 0 1,-23-11-5-16,-5-13 0 15,0-16-1-15,-1-10-2 16,7-14-10-16,5-20-6 16,11-25-21-16,16-19-9 15,23 4-33-15,22 10-12 16,17 16-111 0</inkml:trace>
  <inkml:trace contextRef="#ctx0" brushRef="#br0" timeOffset="114384.052">20877 15918 460 0,'-56'-20'170'0,"39"20"-132"0,1 0 24 16,16 0 4-16,-6 0-37 0,6 10-10 16,0 0-11-16,6 5-3 15,5 5-3-15,0 4-2 0,0 1 1 16,0 0-1-1,0-1 2-15,0-4-1 16,0-5 2-16,-5 0 0 16,5-10 1-16,0-5 0 0,0-10 2 15,0-5-3 1,6-5 0-16,0-5-1 16,-1-14-2-16,7-5 1 0,-1-6 1 15,-6 11-3-15,1 9 0 16,-6 10-4-16,0 10-1 15,0 20 3-15,-5 10 3 16,0 10-1-16,-1 4 0 16,6 6 1-16,0-1 2 0,-5 1-1 15,5-11 2-15,0-4 0 16,0-5 1-16,-5-10 0 16,5-5 2-1,0-10-1-15,6-10 2 16,-1-5-4-16,6-5 0 15,6-4-1-15,0-11-2 0,5 1-2 16,1 4 1-16,-7 6-4 16,1 9 1-16,-6 10 0 15,-5 15-1-15,0 10 4 16,-1 9 2-16,7 6 0 16,-1 0-1-16,0 4 1 15,6-4-1-15,0-1 2 16,5-4 1-16,6-5-4 15,0-10 1-15,0-10 0 16,-1-10 0-16,1 0 0 0,-5-10 2 16,-1-4-1-16,-5-11 2 15,-12-4-2-15,1-6 2 16,-11 6-2 0,-6-1-1-16,-6 6 1 15,-5 9-1-15,-6 10 0 0,-5 15 0 16,0 15-3-16,-6 15 2 15,0 4 1-15,6 11 0 16,5-1 0-16,6 0 0 16,6 1 0-16,10-1 0 15,6-9-3-15,12-6 2 16,10-14 1-16,11-15 0 16,6-5-3-16,11-10 2 15,-5-4 1-15,0-6 0 16,-7 0 0-16,-4-9 0 0,-12-1 0 15,-5 1 0-15,-11 9 0 16,-6 5 0-16,-6 5-3 16,-5 11 2-16,-5 8-1 15,-1 6 0-15,1 5 2 16,5 5 2-16,5 5-3 0,1-6 0 16,5 1 1-1,0 0 2-15,0-5 1 16,0-6 1-16,0-4-2 15,0-5-2-15,1-5 3 16,-1 0 0-16,0-4-1 16,5-6-2-16,1-5 1 15,5-5 1-15,0-4-3 16,1 4-2-16,-7 5-1 16,1 6 0-16,-6 14-2 15,0 9 1-15,0 11 3 0,0 5 1 16,1 4-2-16,-1 6 2 15,5 0 1-15,12-6 0 16,0-4 0-16,11-5 0 16,5-11-5-16,6-9-1 0,0-4-6 15,0-11 0-15,-5-5 4 16,-7 5 4 0,-10 0 1-16,-6-9-1 15,1-1 3-15,-7-14 2 16,1 9 0-16,-6-24 2 15,-5 9 0-15,-1-14 3 16,1 10 1-16,-6 4 1 0,0 11 0 16,0-1 0-16,0 11-7 15,0 24 0-15,0 0 1 16,0 34 3-16,0-4 0 16,-6 19 2-16,1 20-4 15,-1 0 0-15,6 0-1 16,6-14-2-16,-6-11-8 15,5 5-5-15,1-9-29 16,-1-6-10-16,1-4-70 16,-6-10-31-16,0-6-30 15</inkml:trace>
  <inkml:trace contextRef="#ctx0" brushRef="#br0" timeOffset="114591.045">22787 15864 568 0,'-22'0'211'0,"16"5"-164"0,6 0-4 0,6 0-13 15,10-1-22-15,12-4-2 16,17 0-6-16,10-4-1 16,6-1 1-16,-16 0-16 0,21 0-4 15,-10 0-21-15,22-5-7 16,-17 5-36-16,11 0-14 15,-17 0-93-15</inkml:trace>
  <inkml:trace contextRef="#ctx0" brushRef="#br0" timeOffset="114985.138">23931 15819 508 0,'-11'-10'189'0,"11"10"-147"0,-17-5 20 15,17 5-2-15,-11 0-25 0,0 0-7 16,-11 0-13-1,5 0-2-15,-16 5-8 16,5-5-1-16,-16 5 0 0,10 0-2 16,-10 5 1-16,11 0-2 15,-1 0-1-15,6 0-2 16,6 0-1-16,0-5-3 16,11 4 1-16,5 1 3 15,17 5 1-15,1-5-2 0,21 5 2 16,-5 0-4-16,22 4-1 15,-12-4-2-15,18 10 2 16,-12-5 2-16,-5 4-1 16,-5-4 1-16,-12 0 3 15,0-5 0-15,-22 4 3 0,0-4 1 16,-28 5 3-16,6-5-3 16,-17-1-2-1,6-4-5-15,-12 0-2 16,7-5-28-16,-1 0-13 15,5-5-63-15,18 0-27 16,5 0-61 0</inkml:trace>
  <inkml:trace contextRef="#ctx0" brushRef="#br0" timeOffset="115173.285">24325 16268 624 0,'-11'0'231'0,"11"0"-180"0,-11 5 1 16,11-5-13-16,0 0-25 16,0 0-5-16,0 0-9 0,0 0 0 15,0 0 0-15,0 0-11 0,0 0-5 16,0 0-63 0,6-10-27-16,-1 5-144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9-11-13T06:21:46.18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24214 9681 200 0,'0'-15'74'0,"0"15"-58"0,17-20 25 0,-12 10 6 15,1 5 2-15,0 0 5 16,-1-4-1-16,1-6 2 15,-1 0-30-15,1-5 6 0,-1 0 0 16,-5 1-3-16,0 4-2 16,0-5-6-16,-5 5 0 15,-1-4-2-15,-5 4-2 16,-6 5-6-16,-10 0-2 16,-7 5-2-16,-10 0 1 15,-6 5-4-15,-6 10-2 0,1 5-3 16,-1 5 1-16,12-6 1 15,-1 11 0 1,12 0-3-16,16-5 2 0,1-1-1 16,10 6 0-16,1-5 2 15,21 4 0-15,1 1 0 16,27 0 2-16,-5-6-1 16,22 6-1-16,-11-5 1 15,17 5-1-15,-11-6 0 16,-1 11 0-16,-5-5-3 15,-11 4 2-15,-6-4 1 16,-11 4 2-16,1-4-1 16,-18 0 2-16,1-1-2 0,-17 1 2 15,0-5-2-15,-17-5-1 16,0-1 3-16,-22-4 0 16,6-5-1-16,-17-5-2 15,11 0-2-15,-12-10-1 16,13 1-5-16,-7-1 0 15,12 0-14-15,5-5-5 16,5 0-19-16,18-9-9 16,5 4-28-16,16-15-12 15,17-14-66 1</inkml:trace>
  <inkml:trace contextRef="#ctx0" brushRef="#br0" timeOffset="345.146">23975 9306 324 0,'-22'-10'123'0,"17"0"-95"0,5 5 27 16,0 5 5-16,0 0-15 16,0 0-3-16,0 0-11 15,0 0-3-15,0 0-15 16,5 5 5-16,1 5 3 0,-1 10-7 15,1 14-1-15,5 15-5 16,0 11 0-16,-5-11-5 16,10 30 0-16,-5-10-1 15,6 10-2-15,0-15 1 16,-1 5-1-16,1-10 2 0,0 6 3 16,-6-16-2-16,0 0-2 15,0-9-20-15,-5-6-8 16,-1-4-30-16,1-5-12 15,-1-11-42-15,-5-14-20 16,0 0-23 0</inkml:trace>
  <inkml:trace contextRef="#ctx0" brushRef="#br0" timeOffset="782.925">24586 9335 368 0,'-28'0'137'0,"28"5"-106"0,-5 0 10 15,5-5 0-15,0 5-19 16,0 5-2-16,0 5-1 15,0 5 0-15,-6 4-10 16,1 11 1-16,-1-1 3 0,6-4-3 0,-5 19 0 16,-1-9-6-1,1 14-1-15,-1-15-1 16,6 1 1-16,0-6-2 0,0-4-1 16,0-5 7-1,11-1 3-15,0-4-1 0,17-5 2 16,-6-5-6-16,23-5-1 15,-6 0-4-15,16 0-1 16,-10 0-1-16,10-1 0 16,-11 1-20-16,6-5-10 15,12-5-26-15,-12-4-11 16,-6-6-62-16,-16 0-26 16,-6 5 22-16</inkml:trace>
  <inkml:trace contextRef="#ctx0" brushRef="#br0" timeOffset="1068.687">24814 9385 400 0,'-39'-10'151'0,"28"15"-118"0,0-5 27 16,11 0 2-16,0 0-25 15,0 0-9-15,0 0-12 16,5 10-6-16,1 9-5 15,0 16 1-15,-1 4 3 0,1-4-5 16,-1 34 0-16,1-5-2 16,-1 10 1-16,1-15-2 15,-1 5-1-15,1-14 1 16,0 4-1-16,-1-9-31 0,1-6-12 16,5 5-20-16,0-19-8 15,-6 0-31-15,6-10-12 16,1-6-27-1</inkml:trace>
  <inkml:trace contextRef="#ctx0" brushRef="#br0" timeOffset="1638.087">25175 9513 364 0,'-11'-10'134'0,"11"5"-104"0,-6 0 40 15,6 5 10-15,0 0-25 16,0 0-8-16,0 0-22 15,0 10-8-15,0 0-10 16,-5 5-3-16,5 9 2 0,-6 1 1 16,6 0 1-16,0-6-7 0,0 11 0 15,0-10-1 1,6 0 0-16,-6-1 0 16,11 1 0-16,-6-5 4 15,12 0 5-15,11-1-5 0,0-4-2 16,-6 0-1-16,17 0-1 15,22 5-3-15,0 0 2 16,0-1 1-16,0 6 2 16,0 0-1-16,-11 5-1 15,-5-1-2-15,-12-4 1 16,-5 0 1-16,-12 0 0 16,-5 4 0-16,-16-9 2 15,5-5 1-15,-28 5 1 16,-22-1-5-16,-5 1 1 15,-7 0-5-15,1-5 1 0,0-5-9 16,17-10-4-16,11 5-29 16,-6-20-12-16,-6-19-47 15,23 4-19 1,0 6-49-16</inkml:trace>
  <inkml:trace contextRef="#ctx0" brushRef="#br0" timeOffset="1866.322">25119 9434 536 0,'-38'-5'200'0,"32"0"-155"0,0 10-6 16,6-5-13-16,12 0-18 16,10 0 0-16,11 0-4 0,11-5-1 15,12-5-1 1,11 0-2-16,5 1 1 0,11-1-10 0,-5 0-4 15,0 0-31-15,-12 10-11 16,-5 5-56-16,-5 0-23 16,-6 5-40-1</inkml:trace>
  <inkml:trace contextRef="#ctx0" brushRef="#br0" timeOffset="2239.524">26008 9473 424 0,'-33'-9'159'0,"16"4"-124"0,6 5 26 0,11 0 2 0,0 0-33 16,0 0-11 0,11 0-10-16,6 0-2 15,10 0-4-15,7-5-2 0,5 0 2 0,5 0-2 16,6 5 2-16,0 5-2 16,6 10-1-16,5 9-2 15,-6 11-1-15,-5 4 2 16,-5 11 0-16,-12 4 1 15,-11-5 2-15,-11 1-1 16,-11-6 2-16,-11-5-2 16,-11 1-1-16,-17-10 5 15,-5-1 4-15,-12 1-1 16,-5-10 3-16,-11-6-4 16,0 1-2-16,-6-5-2 15,6-10 0-15,5-5 0 0,0-10 1 16,23-4-9-16,16-16-2 15,23-5-7-15,16-9-4 16,16-5-17-16,23 5-5 16,6-1-30-16,11 11-12 15</inkml:trace>
  <inkml:trace contextRef="#ctx0" brushRef="#br0" timeOffset="2689.049">26685 9626 444 0,'-27'-9'167'0,"27"9"-129"0,-22-5 21 16,16 5 2-1,6 0-22-15,0-5-5 16,6 0-17-16,-6 0-8 0,16 0-6 16,12-10 0-16,5 5 0 0,12 0-4 15,5 0 1-15,5 6 0 16,6 4 0-16,11 4-3 15,6 11 2-15,6 10 1 16,-23 5 0-16,-11-1-3 16,5 11 2-16,12 9 3 15,-23-5 1-15,-10 1-1 16,-18-16-2-16,-5-4 1 16,-16 5 1-16,-17 9 1 0,-17-4 3 15,-17-6 3 1,-16-4 2-16,0-5-1 0,-6-5-1 15,0-1-3-15,0-14-1 16,6-5 1-16,6-9 1 16,5-6-3-16,27 0-1 15,6 0-6-15,17-19-2 16,11-25-14-16,17 0-5 16,16 4-31-16,17 6-15 15,17 5-120 1,11 4-97-16,-6 11 108 15</inkml:trace>
  <inkml:trace contextRef="#ctx0" brushRef="#br0" timeOffset="27024.743">24442 11003 288 0,'-17'-10'110'0,"17"10"-86"0,0-10 27 0,0 10 5 0,0-5-24 15,0 1-7-15,0-1 7 16,0 0 3-16,0-5-18 16,-5 0 4-16,-6 0 2 0,-6 0-6 15,-5 5 1-15,-6 0-5 0,-5 0 0 16,-6 10-10-16,0 5-1 16,6-5-4-16,-17 15 0 15,-17 19 0 1,11 6-2-16,6 4 3 15,12-4 0-15,15-6-2 16,12-9 2-16,6-6-1 0,21-9-2 16,-5 0 5-16,28-15 3 15,17-10-1-15,-1-5 0 16,-5-5-1-16,0-4-2 16,-5-1 3-16,-12 0 0 15,0 1-1-15,-10-1-2 16,-7 0 3-16,1 1 0 15,-12 4-1-15,1 0 1 16,0 1 0-16,-6 9 3 0,0 0 1 16,0 5 1-16,0 5-4 15,0 10-1-15,-6 5-1 16,6 9 1-16,0 6-2 16,6 14 2-16,-1 6-2 15,1-6 2-15,-1-9-4 16,6 14 0-16,-5-10 3 15,-1 11 1-15,1-6-1 16,0-4 1-16,-1-6-15 16,-5 1-7-16,0-6-19 15,0-4-8-15,0-5-45 16,6-5-18-16,10-15-64 16</inkml:trace>
  <inkml:trace contextRef="#ctx0" brushRef="#br0" timeOffset="27323.221">25119 11003 440 0,'-38'-25'165'0,"32"21"-129"0,0-1 13 0,6 5-5 0,0 0-31 15,0 0-8 1,-5 5-4-16,-1 9 0 16,-5 11 0-16,-11 15 2 0,0 4 0 15,5-5-1-15,-11 35-2 0,6-14 1 16,-6 9-1 0,6-10-18-16,0-5-5 15,5-9-38-15,6-11-13 0,-5 1-58 16,10-30-26-16,0 0 35 15</inkml:trace>
  <inkml:trace contextRef="#ctx0" brushRef="#br0" timeOffset="27655.112">24642 10909 464 0,'-67'-5'173'0,"50"5"-135"0,6 5 3 15,11-5-7-15,0 0-25 16,6 0-5-16,5 0-3 0,6-5-1 16,10 1 0-16,7 4 0 0,5 4 0 15,0 1-3-15,-6 5 2 16,-5 0 1 0,-6 5 0-16,-5 0 0 0,-12 4 2 15,-10 1-1-15,-12 0 2 16,-11 0 0-16,-5-1 1 15,-6-4-2-15,0 0 1 16,0-5-2-16,11-5 2 16,1-5-4-16,10-10 0 0,6 0-17 15,11-5-8-15,11-4-33 16,17 4-14-16,11 0-112 16</inkml:trace>
  <inkml:trace contextRef="#ctx0" brushRef="#br0" timeOffset="28074.784">24908 11585 396 0,'-27'-19'148'0,"27"19"-115"0,5-5 6 0,-5 5-6 16,11-5-15-16,0 0 0 16,12-10-5-16,4-5 2 15,1 6-8-15,-6 4-2 0,12 0-1 16,-7 0-2-16,12 10 1 16,-5 0-4-16,-1 15 0 15,-5-5 3-15,-6 9 1 16,0 1 1-16,-11 5 0 15,0-5 0-15,-11 4 0 16,0-4 4-16,-16 0 3 16,-1-6-2-16,-16-4 2 15,-12-5-4-15,12 0-2 16,5-5-2-16,-5-10-3 0,5 5-15 16,6-14-7-1,5-1-20-15,12-10-6 16,10-14-46-16,12 14-16 0,-6 6-51 15</inkml:trace>
  <inkml:trace contextRef="#ctx0" brushRef="#br0" timeOffset="28691.073">25725 11467 392 0,'-22'-15'145'0,"22"10"-112"0,5 0 21 0,-5 5 3 15,0 0-31-15,0 0-11 16,11 10-4-16,0 10 0 15,6 10-6-15,0 9-5 0,-1 5-1 16,1 6 1-16,5 4 2 16,0 0-1-16,-5 1 2 0,0-6-2 15,-6-5-1-15,5-9 3 16,-10-5 0-16,-6-11 1 16,0-9 2-16,-6-15-1 15,-10-10 2 1,5-4-2-16,-6-6 2 15,0-10-4-15,6 1 0 0,0 4-3 16,0-19-1 0,0-25 1-16,5 5 2 15,6 10-3-15,11 4-2 16,6 11-3-16,5 14 1 0,6 11 3 16,11 9 1-1,5 10-2-15,1 5 0 0,-1 9 2 16,-5 1 2-16,-11 5 0 15,-6 0-1-15,-5-1-4 16,-12 1-2-16,-10 5 0 16,-12-5 4-16,-11-1 1 0,-5 1 3 15,-11 0-1-15,-1-5-1 16,1-5-15-16,-6-6-5 16,11-4-36-16,17-9-14 15,11-6-65-15,16-15-29 0,12-4 38 31</inkml:trace>
  <inkml:trace contextRef="#ctx0" brushRef="#br0" timeOffset="29107.28">26325 11581 464 0,'-34'0'176'0,"29"4"-137"0,-6 1 20 16,11 0 0-16,-6-5-31 16,0 5-7-16,1 0-12 0,5-5-4 15,0 5-2-15,-6-5-5 0,6 0-1 16,0 0-16-16,0 0-5 15,0 0-28-15,11 5-11 16,1-5-44-16,4-5-20 16,6-10-34-16</inkml:trace>
  <inkml:trace contextRef="#ctx0" brushRef="#br0" timeOffset="29666.771">26891 11452 416 0,'-11'-15'156'0,"11"15"-121"0,-6-9 3 16,6 9-5-16,0-5-9 15,0 0 3-15,0 0-6 16,0 0-1-16,-5-5-11 15,-6 0 3-15,-6 5 2 0,0 0-5 16,-5 5-3-16,-6 5-6 0,-11 5 0 16,1 5 0-16,-7 9 0 15,1 1-3-15,5 5 2 16,6-6 1-16,5 6 0 16,11-5-3-16,6-1 0 15,11-4-1-15,17-5 3 16,10-5-2-16,7-5 1 15,10-5 0-15,1-5 0 16,-7-5 2-16,-4-5 0 16,-6 0-3-16,-1-4 2 15,-4-1 3-15,-7 0 1 16,-5 0-1-16,0 1 1 16,1 4-4-16,-7 0 0 15,-5 5 3-15,6 5 3 16,-6 5-2-16,0 0 0 15,0 15-3-15,0 5-3 0,5 4 2 16,1 1 0-16,-1 5-2 16,6-6 2-16,1 1-17 15,4 0-8-15,-5-1-24 16,6-4-11-16,0-10-42 0,-1-10-20 16,12-5-25-1</inkml:trace>
  <inkml:trace contextRef="#ctx0" brushRef="#br0" timeOffset="29906.055">27141 11625 584 0,'-39'-5'220'0,"28"5"-172"0,0 5-10 0,11-5-17 16,0 0-18-16,0 0-2 16,0 0-16-16,0 0-5 15,11 5 10-15,0-5-30 0,6 0-11 0,5-5-52 16,0-5-23 0,6-10-59-16</inkml:trace>
  <inkml:trace contextRef="#ctx0" brushRef="#br0" timeOffset="32427.422">27624 11413 324 0,'-6'-5'121'0,"6"0"-95"0,6 5 33 0,-6 0 10 32,0 0-22-32,0 0-4 15,11 0-14-15,0 0-4 0,6-5-14 16,5 0 4-16,6-5 3 0,0 0-8 15,-1 0-1-15,7-9-5 16,-1 4-1-16,0 0-1 16,1 0-2-16,-7 0 1 15,1 6-1-15,-6 4-5 0,-5 0-1 16,0 10-41-16,-6 5-19 16,0 4-54-1,-5 1-24-15,5-5-12 16</inkml:trace>
  <inkml:trace contextRef="#ctx0" brushRef="#br0" timeOffset="32718.232">27591 11161 360 0,'-11'-5'134'0,"16"5"-104"0,1 0 7 0,5 0-2 0,0 0-6 15,6-5 5-15,-1 0-9 16,6 0-3-16,6 0-13 16,0 0-5-16,0 1-3 0,0-1-1 15,5 0 0-15,0 0-9 0,6 0-2 16,5 0-58-1,1 0-26-15,5 5-78 16</inkml:trace>
  <inkml:trace contextRef="#ctx0" brushRef="#br0" timeOffset="34819.522">28646 11205 348 0,'-11'-14'132'16,"16"-1"-103"-16,1 0 21 0,-1 10 3 0,7-10-18 15,-1 1-3 1,5-6-12-16,7 5-2 16,-1 0-11-16,6 0-2 0,5 6-1 15,11 4-2-15,1 5-2 16,5 5 1-16,0 4-1 0,0 11 0 15,-6 5 2-15,-5 4-1 16,-6 1 2-16,-5 5-2 16,-6-1 2-16,-11 1-2 15,-11-1 2-15,-11 1 2 16,-11 4 4-16,-11-4 0 0,-6-6 2 16,-11-4-4-16,-6-5-2 15,1-5 0 1,-1-6-1-16,-5-4-2 15,11-10 1-15,0-4-2 16,6-6 2-16,5-10-2 16,11-5-1-16,6-4-2 15,5-1-1-15,12-9-3 0,10 5-1 16,12 4-5-16,5 0-3 16,11 1-20-1,12 4-8-15,5 6-34 0,11 9-14 16,17 10-78-1</inkml:trace>
  <inkml:trace contextRef="#ctx0" brushRef="#br0" timeOffset="35072.278">29546 11383 444 0,'-39'-5'165'0,"28"0"-129"0,5 0 21 0,6 5 2 16,0 0-37-1,0-5-14-15,0 0-9 16,6 1 0-16,-1-6 0 16,1 5-21-16,-1 0-10 0,6 0-33 15,6 0-13-15,0 0-83 16,5 0-57-1,6 0 92-15</inkml:trace>
  <inkml:trace contextRef="#ctx0" brushRef="#br0" timeOffset="35583.412">29768 11324 400 0,'-28'-15'148'0,"28"15"-115"0,0-10 8 0,0 10-2 16,5-5-14-16,7-5-2 15,-1-4-9-15,5-1-4 16,12 0-5-16,5-5-2 0,12 1 3 15,10 4-3-15,-10 10 0 0,-6 0-3 16,16 5-1-16,-10 0 1 16,5 10 2-16,-6 0-3 15,1 9 0-15,-1 1 3 16,-11 10 1-16,-5-6-4 16,-11 11 1-16,-6-1 4 0,-11 1 2 15,0-5 2-15,-17 4 0 16,6-9 0-1,-28-1 0-15,11-4-2 16,-33 0-1-16,17-5 1 16,-17-10 1-16,-23-10-3 15,12-10-1-15,11-5-3 0,11-9-1 16,11-6-10-16,12 1-5 16,10-6-17-1,11 6-6-15,17-6-21 16,6 20-8-16,0 1-45 0,33 4-17 15,22 5-3 1</inkml:trace>
  <inkml:trace contextRef="#ctx0" brushRef="#br0" timeOffset="36167.107">31245 11294 404 0,'-28'-14'151'0,"28"14"-118"0,-11-10 9 0,11 10-3 0,0-5-8 15,0 0 4-15,-6-5-10 16,1 0-6-16,-6-5-10 16,0 5-2-16,-11-4 3 0,-1 4-6 15,-16 5-2-15,6 0-4 16,-17 15-1-16,-22 14-1 15,22 1 3-15,11-5 0 16,0 9 1-16,6-4-3 16,11 5 2-16,11 4-1 0,16-14 0 15,1-5 2-15,27-10 2 16,-5 0-1-16,11-15 2 16,-6 5-2-16,6-10-1 15,-6 5 3-15,0-5 0 0,-5 1-1 16,0-11-2-1,-6 10 5-15,-5-5 1 16,0 6 2-16,-1-1 2 16,-5 5-1-16,0 0 0 15,-5 0-3-15,0 5-1 16,-1 0-6-16,1 20-1 16,-1-5 1-16,1 29 2 15,-1-9 0-15,6 29-1 16,-5-14 1-16,5 9 1 15,0-10-1-15,0 1-1 0,-5-6 3 16,-1-9 0-16,1-6-1 16,-1 1 1-16,1-5-2 15,-6-5-1-15,0-1-28 16,6-4-14-16,-6 0-38 16,0-10-17-16,0 0-102 15</inkml:trace>
  <inkml:trace contextRef="#ctx0" brushRef="#br0" timeOffset="152771.952">23959 12424 296 0,'-11'-5'112'0,"11"-9"-87"0,-6 19 35 0,6-5 11 0,0 0-26 16,6-5-8-16,-6 5-9 16,5-5-1-16,6 5-15 15,0 0 9-15,0 0 5 0,-5 5-3 16,0 9-1-16,-1 11-6 16,1 10 0-16,-6 9-7 0,0 10-1 15,0 10-2 1,5-4-1-16,1-11-6 15,5 20 1-15,-6-10 0 16,12 5 0-16,-6-9-9 16,6-6-2-16,0 10-23 15,-1-19-10-15,1-11-41 16,0-19-16-16,-6 0-86 16</inkml:trace>
  <inkml:trace contextRef="#ctx0" brushRef="#br0" timeOffset="153389.636">24781 12528 444 0,'0'-20'165'0,"5"10"-129"0,1-4-3 16,-1 9-9-1,1 0 4-15,-1 0 9 16,-5 0-6-16,0-5-3 0,-5 5-16 16,-12-5-1-16,-5 5 2 15,-6 0-7-15,-5 5-1 0,-6 0-3 16,-5 5-2 0,-1 0-2-16,-5 5 1 0,0 0 1 15,0 5 2-15,6-1-3 16,5 6 0-16,0-5-1 15,11 10 0-15,12-6 0 16,5 1-2-16,11 5 0 16,11 0 3-16,16-1 0 0,7 1 1 15,5 0 0-15,11 4 2 16,11 1-1-16,-6 4-1 16,1 6-2-16,-12-1 1 15,-5 6-4 1,-11-1 1-16,-6 0 2 15,-11-4 1-15,-11 4-2 0,-11-9 2 16,-6-5 1-16,-5-6 2 16,-6-4 1-16,1-10 3 15,-7 0 1-15,12-10 1 16,0 0 4-16,0-25 3 16,5 5-6-16,0-29-1 15,6-30-4-15,6 10-3 16,5 0-3-16,11 10-1 15,5-6-1-15,12 11 3 16,5 5-11-16,1 9-2 0,5 1-26 16,0 9-9-16,-1 6-41 15,1 9-18-15,0 0-83 16</inkml:trace>
  <inkml:trace contextRef="#ctx0" brushRef="#br0" timeOffset="154154.849">25342 12834 432 0,'-17'-45'162'0,"22"36"-126"0,-5-6 32 0,0 10 4 16,0 0-33-16,0 0-11 0,0 5-15 16,0 0-5-1,0 0-4-15,6 15-1 0,0 9 3 16,-1 6-1-16,1 14 0 15,5 1-3-15,0-1-2 16,0 1 1-16,0-6-1 16,-5-4 0-16,-1-11 2 0,1-4-1 15,-1-5 2-15,1-5 4 16,-1-15 6 0,7-10-7-16,-1-10-1 15,5-19-1-15,6-5 2 0,1 4-5 16,-1 1-1-16,0 4-2 15,-5 11 0-15,-1 4 0 16,1 15-2-16,0 5 3 16,-1 15 0-16,1 10-2 15,0 9 2-15,-1 6-1 0,7 5 0 16,-1-1 2-16,-5-9 2 16,-1-1-1-16,1 1 2 15,-6-15-2-15,0-1-1 16,6-4 1-1,-6-10 1-15,5-5-1 0,1-9 2 16,0-16-2-16,5 0 2 16,-5-9-4-16,5 4 0 15,0 6-1-15,0 4 0 16,-5 10 2-16,0 10 0 16,-6 10-3-16,5 10 0 15,1 10 2-15,0 4 2 16,-1 6 0-16,1-1-1 15,0-4 1-15,-1 0-1 16,1-6-16-16,0-4-4 0,-6-5-19 16,0-10-7-16,6-5-27 15,-1-10-9-15,1 0-31 16,0-10-14-16,-1 1-17 16</inkml:trace>
  <inkml:trace contextRef="#ctx0" brushRef="#br0" timeOffset="154516.709">26291 12898 404 0,'-28'-5'151'0,"17"0"-118"0,0 5 27 16,11 0 2-16,0 0-14 16,0-5-4-16,0 0-16 15,0-5-7-15,11-4-12 16,6-6-4-16,5 0-1 16,6 0 0-16,5 6 0 0,1 4-2 15,-7 5-2-15,1 0 1 16,5 15-1-16,-5-5 0 15,6 19 2-15,-7-4-1 0,-4 15-1 16,-7-6 1-16,-5 11-1 16,-5 14 2-1,-12-10 3-15,-5 1 0 0,-5-21 2 16,4-4-2-16,-21-5 0 16,-17 0-3-16,0-10 1 0,0-5-2 15,6-10 2 1,-1-5-2-16,6-10-1 15,6-4-8-15,11-6-5 16,5 11-13-16,12-6-6 16,16 5-27-16,11 6-13 15,11 9-32-15,12 5-12 0,10 5-50 16</inkml:trace>
  <inkml:trace contextRef="#ctx0" brushRef="#br0" timeOffset="155140.452">26735 12942 372 0,'17'5'140'0,"-17"-5"-109"15,6 0 35-15,-6 0 9 0,0 0-17 16,-6 5-4-16,1 0-24 16,-1 0-8-16,6 0-14 15,0-5-7-15,0 5-2 0,0 0 3 0,6 5 3 16,-1-5-2-16,1 0-2 16,-1 0 0-1,-5-5 1-15,0 0 1 0,6 0 3 16,5-10 1-1,0-5 3-15,6-5-3 16,-1 1-2-16,-5 4-2 0,6-5 0 16,0 0-7-16,5 5 1 15,-5 1-1-15,-1 4 2 16,1 5 1-16,0 15 1 16,-1-5 0-16,1 19 2 15,0-4-3-15,-1 10 0 16,1-6 1-16,0 6 2 15,-6-5-1-15,0-1-1 16,0-4-10-16,0 0-4 16,-5-5-15-16,5-11-7 0,11-8-22 15,0-6-11-15,-5 0-32 16,16-25-11-16,-5 11-26 16,5-26-20-1,-5 11 75 1,0-20 156-16,-1 9 81 0,1-9-19 15,-11 10-17-15,-6 4-36 16,0 6-15-16,-5 4-38 16,-1 6 2-16,-5 9 1 0,0 0-9 15,0 15-3-15,0 0-7 16,6 15-1-16,-1 0-3 0,1 15 0 16,-1-1-8-1,7 21 0-15,-1-11-1 16,0 30 2-16,0-14-1 15,-6 14 2-15,1-10-7 0,0 1-1 16,-1-11-20-16,-5-5-7 16,0-9-29-16,-5-5-12 15,5-11-54-15,-12-9-23 16,7 0-9 0</inkml:trace>
  <inkml:trace contextRef="#ctx0" brushRef="#br0" timeOffset="155716.938">27152 12854 524 0,'-22'0'195'0,"22"5"-152"0,0-10 6 0,0 5-7 15,11 0-28-15,0 0-5 16,22-5-8-16,-5 0-2 16,28-5 1-16,-12 0-14 0,23 0-3 15,-17 0-15-15,5-5-6 16,-5 6-8-16,-5-6-1 0,-7 0 1 15,-4-5 1-15,-6 5 25 16,-6-4 11-16,-6 4 35 16,-4-10 18-16,-1 6 4 15,-6 4 2-15,1 0-9 16,-1 5-2-16,1 5-14 16,-6 0-5-16,0 5-9 15,0 15-5-15,0-5 1 16,0 24 2-16,0-4-4 15,0 24-3-15,0-9-1 16,0 14 1-16,0-10-1 16,0 6 2-16,0-11-2 0,5-10 2 15,1-4 0-15,0 0 1 16,-1-11 0-16,1-9 2 16,-1 0-1-16,6-20 0 15,0 5-6-15,6-29 1 16,0 4-2-16,5-14-2 15,0 9 3-15,6 1 0 16,-6 4-2-16,6 5 0 16,-6 6-1-16,0 14 0 0,1 0 5 15,-1 25 3-15,-6-6-1 16,1 21-2 0,0-5 0-16,-1 9 1 0,-4-4-8 15,-1-1-1 1,0-4-25-16,0-6-9 15,0-4-45-15,11-15-18 0,-5 0-101 16</inkml:trace>
  <inkml:trace contextRef="#ctx0" brushRef="#br0" timeOffset="156138.053">28685 12740 548 0,'-28'-5'206'0,"28"5"-160"0,-22-5 0 0,22 5-10 16,-6 0-16-16,1 0-2 16,-1 0-6-16,1 0-2 15,-12 0-6-15,6 0-3 0,-17 0 2 16,6 0-2-16,-23 5-1 16,7 0 1-16,-7 5-1 0,6 0-3 15,0 5 0 1,6-5 2-16,5 4 0 15,6-4-4-15,11 10-1 16,5-5 3-16,23 9 3 16,-6-4-1-16,28 5 0 15,-11-5-1-15,16 9-2 16,-10-4 3-16,4 4 0 16,-4-4 1-16,-7 5 0 15,-4-6 0-15,-7 1 2 16,-5-5 1-16,-11 5 1 15,0-6-2-15,-16 1 1 0,-1 0-2 16,-16-5 2-16,5-6-22 16,-11-4-9-16,6 0-72 15,5-20-32-15,6 1-84 16</inkml:trace>
  <inkml:trace contextRef="#ctx0" brushRef="#br0" timeOffset="157408.706">23714 13801 452 0,'-16'-30'167'0,"16"21"-129"0,0-11 21 0,0 15 2 0,0 0-22 16,0 0-5-16,5 0-13 15,1 0-6-15,-6 5-8 16,11 10-1-16,0 15 1 0,0 24-1 15,0 10 1-15,0 15-4 16,0-5 0-16,1-4-3 16,-1-6-3-16,0 0-5 0,0-10 0 15,0-4-25-15,0-6-8 16,6-9-50 0,5-6-21-16,6-14-91 15</inkml:trace>
  <inkml:trace contextRef="#ctx0" brushRef="#br0" timeOffset="157968.076">24597 13875 484 0,'-27'-15'181'0,"21"15"-141"0,0-10 11 0,6 5-3 16,0-4-18-16,0-1-2 15,0-5-5-15,-5 0-3 0,-1-5-10 16,-5 1-4-16,-5 4 0 0,-7 0-3 16,-4 5 0-16,-18 5-1 15,1 10-2-15,-6 5-2 16,0 10-1-16,0 9-1 16,0 6 0-16,5-1 3 0,12 1 2 15,11 0-2 1,5 4-2-16,17-9-1 15,11-1 0-15,12-4 3 16,10 5 2-16,11-6 0 16,6 6 2-16,0-1-4 15,0-4-2-15,-5 0-1 0,-12-1 0 16,0-4 0 0,-10 5 0-16,-12 0 3 15,-11-1 2-15,-6-4-2 16,-11 0 0-16,-10-6 3 0,4-4 1 15,-4-10 1-15,-1-5 0 16,0-4 4-16,0-6 3 16,1-5-2-16,4-10 2 15,12-4-8-15,6-6-2 0,10-4-3 16,12-5-2-16,11-6 0 16,11 1 0-1,-1 5-13-15,7 4-4 16,5 6-24-16,-6 14-12 15,1 10-53-15,-1 10-24 16,1 10-54 0</inkml:trace>
  <inkml:trace contextRef="#ctx0" brushRef="#br0" timeOffset="158268.132">24919 14216 488 0,'-50'5'181'0,"39"-5"-141"0,6 4 11 0,5-4-3 16,0 0-14-16,0 0 1 16,11 0-14-1,6 0-3-15,5 0-10 16,11 0-3-16,6-4-1 0,5-1-2 0,6 0-2 15,6 5 1-15,-1-5-1 16,1 0-20-16,0 0-7 16,-6 0-28-16,-6-5-12 15,-5 0-64-15,-6-5-26 16,-5-9-17 0</inkml:trace>
  <inkml:trace contextRef="#ctx0" brushRef="#br0" timeOffset="158466.422">25119 13850 536 0,'-33'-14'200'0,"28"14"-155"0,5-5 5 16,0 5-8-16,0 0-28 16,0 0-5-16,0 0-11 0,11 0-1 15,-11 0 1 1,5 10-23-16,1 9-11 0,-6 11-65 15,0 9-29-15,-11 1-70 16</inkml:trace>
  <inkml:trace contextRef="#ctx0" brushRef="#br0" timeOffset="158640.41">25114 14408 492 0,'-33'-10'184'0,"33"10"-143"0,0-5 32 16,0 5 7-16,0 0-41 0,11-5-12 15,0 0-18-15,0 0-5 16,0 0-2-16,-5 1-6 0,-6 4-2 16,0 0-33-16,0 0-13 15,0 0-58-15,0 0-24 0,5 9-69 16</inkml:trace>
  <inkml:trace contextRef="#ctx0" brushRef="#br0" timeOffset="159186.683">25758 13860 508 0,'-17'-19'189'0,"17"19"-147"0,-5 0 15 0,5 0-5 15,0 0-21-15,0 0-6 16,5 4-12-16,-5 1-6 15,6 20-4-15,0-5-3 0,-1 24 3 16,6 11-2-16,0-11 2 16,0-10-2-16,0 6 2 0,6 14-4 15,0-9-2-15,-6-6-18 16,6-4-9-16,-6-6-39 16,5-4-16-16,7-5-93 15,-7-10-39-15,1-1 66 16</inkml:trace>
  <inkml:trace contextRef="#ctx0" brushRef="#br0" timeOffset="159650.572">26186 14018 460 0,'-56'-15'173'0,"56"15"-135"0,-22-5 32 15,16 5 3-15,6-4-29 16,0-1-10-16,0 0-12 0,0 0-4 15,11-5-10-15,-5 0-5 0,11-10-2 16,-1 5-1-16,18-9 0 16,10-1-3-16,6 5 2 15,0 10 1-15,-17 10 0 16,-5 0 0-16,0 15 2 0,0-5-3 16,-17 20 0-16,-6-1 3 15,-21 16 3 1,-18 9 2-16,-10 0 3 15,0-4-3-15,5-6-2 16,0-4 0-16,5-6 1 16,12-9-3-16,0-5 0 15,5-1-1-15,6-4-2 0,6-5 3 16,5 0 0-16,5 0-1 16,6-10 1-1,12 0-2-15,10 0 2 0,17-5-4 16,0 5 0-16,-11 0-1 15,16 0 0-15,-5 0 0 16,-5 0-2-16,-6 0-13 16,-6 0-6-16,-5 0-37 15,-1 0-14-15,-4 0-109 0,-12 0-46 16,0 0 55 0</inkml:trace>
  <inkml:trace contextRef="#ctx0" brushRef="#br0" timeOffset="160250">27130 14255 508 0,'-39'10'189'0,"33"-5"-147"0,1-5 13 16,5 0-6-1,0 0-18-15,0 0-1 16,11 0-13-16,6-5-5 16,10 0-7-16,7-5-4 0,5 5 2 15,5 0-4-15,0 0-2 0,1 0-1 16,-1 5 3-1,-10 0-22-15,-7 0-9 16,-4 0-35-16,-7 0-15 16,-5 0-51-16,0 0-21 15</inkml:trace>
  <inkml:trace contextRef="#ctx0" brushRef="#br0" timeOffset="160477.211">27096 14043 496 0,'-33'5'184'0,"28"-5"-143"0,5 5 4 16,0-5-10-16,0 0-10 15,0 0 2-15,11 0-9 0,0 0-3 16,5 0-8 0,7 0-3-16,-1 0 0 0,6 0-5 15,11 0 1-15,-1 0-2 0,7 0 0 16,-6 0-27-1,11-5-13-15,-11 0-58 16,-1 0-23-16,1-10-75 16</inkml:trace>
  <inkml:trace contextRef="#ctx0" brushRef="#br0" timeOffset="161002.522">27985 13796 332 0,'-11'-10'126'0,"11"10"-98"0,0-5 19 16,0 5 3-16,0 0-4 15,0 0 5-15,0 0-2 0,0 0 0 16,0 0-27-16,0 0 5 0,0 0 3 16,0 10-10-16,5 5-3 15,-5 15-8-15,6 9-4 16,0 10-5-16,-1 1 0 16,6-1 0-16,0 0 2 0,0-4-3 15,1-6 0 1,-1-4 1-16,0-5 0 15,0-6-16-15,0 1-6 16,-5-5-22-16,5-1-8 16,-6-4-29-16,1 0-12 15,5-5-95 1</inkml:trace>
  <inkml:trace contextRef="#ctx0" brushRef="#br0" timeOffset="161359.46">28463 14132 568 0,'-39'10'211'0,"28"-10"-164"0,-12 4 18 16,18 1-3-16,-6-5-34 16,5 0-10-1,1 5-11-15,-1 0-6 16,1-5 0-16,-1 5-1 0,6-5 2 16,0 5-6-16,0-5 1 15,0 0-6-15,0 0-1 16,0 0-15-16,0 0-4 15,6 0-38-15,5-5-14 16,11 0-132 0,6-14-83-16,5-6 132 15</inkml:trace>
  <inkml:trace contextRef="#ctx0" brushRef="#br0" timeOffset="161916.612">28807 13870 476 0,'-22'-10'178'0,"16"10"-138"0,-5 5 19 16,11-5-1-16,-5 5-22 15,-1 0-4-15,0 0-16 16,1 0-5-16,-1 5-7 0,1 0-5 0,-1 0 0 16,1 4-1-16,-1 1 0 15,1 0 2-15,5 0 0 16,0 0-3-16,0-1 2 16,5 1 1-16,6 0 0 15,6 0 0-15,11 0 2 0,10-6-1 16,18 1-1-1,0 0 1-15,5 0-1 16,0 0 0-16,0 5 0 16,-11 0 0-16,-6 4 0 15,-5-4 0-15,-6 5 0 16,-10 0-3-16,-7-1 0 16,-10-4 4-16,-6 0 1 15,-11 0 0-15,-11 0-2 16,-17-6 3-16,-17 1 0 0,-11 0-1 15,1-5 1-15,-6 0-4 16,5 0 0-16,6-5-8 16,0 0-2-16,16-5-16 15,7 0-8-15,10-5-41 16,11-5-16-16,17-4-84 16,22-16-68-1,12-9 100-15</inkml:trace>
  <inkml:trace contextRef="#ctx0" brushRef="#br0" timeOffset="162123.317">28757 13880 408 0,'-56'-5'154'0,"45"0"-120"0,0 10 30 16,11-5 5-16,0 0-29 15,6 0-10-15,10-5-12 0,7 0-2 16,4-5-9-16,12 0-6 0,17 1-2 15,5 4 3-15,6 5 1 16,-1 0-15-16,1 5-6 16,-6 4-42-16,-17-4-18 0,-10 0-130 15</inkml:trace>
  <inkml:trace contextRef="#ctx0" brushRef="#br0" timeOffset="162873.07">29790 14117 400 0,'-28'-5'148'0,"23"10"-115"0,-7 0 24 16,12-5 2-16,0 5-27 0,-5 0-5 0,-1 0-10 15,6 4-3 1,-5 1-8-16,5 5-6 0,0 0-1 15,5 0 1-15,12 0 2 16,5-1-1-16,0-4 2 16,-5 0-2-16,22 0-1 15,-11-5-2-15,16-5-1 16,-5 0 2-16,0 0 0 16,-6 0-4-16,1-10-1 15,-7 5-2-15,1-10 2 16,-6 5 2-16,-5-4 2 15,-6-1 1-15,-5 0 1 0,-1 0 2 16,-5 5 1-16,0 0 3 16,0 1 3-16,0 4-2 15,0 0 1-15,0 0-5 16,0 5-2 0,0 0 0-16,6 10-1 0,-1 0 0 15,1 14 0-15,-1-4-3 16,7 10 2-16,-1-6 1 15,5 16 2-15,-5-6-1 16,6 11 2-16,-6-6-4 16,0 6 0-16,6-11 3 15,-12 1 1-15,1-6 1 16,-12 1 0-16,6-5 6 0,-27-1 4 16,10-4-5-16,-27-5-1 15,5 0-4 1,-28-11-3-16,-27 1 0 0,5-10-1 15,17-4-16-15,11-11-4 16,22-10-32-16,16-4-14 16,18-6-42-16,22 1-20 15,21 4-35-15</inkml:trace>
  <inkml:trace contextRef="#ctx0" brushRef="#br0" timeOffset="163299.88">30373 14255 376 0,'-39'-5'140'0,"39"5"-109"0,-5 5 29 15,5-5 4-15,0 0-23 16,0 0-8 0,11 5-14-16,0 0-4 0,11-5-9 15,0 0-4-15,17-5-1 0,-11 0 1 16,11-10 1-16,-6 5-1 15,0-4 1-15,-5-1 0 16,0-5 1-16,-6 5 0 16,-11-5 0-16,0 6 4 0,-11-1 5 15,0 0-7-15,-16 5-1 16,5 0-3-16,-17 10-2 16,6 0 3-16,-17 15 0 15,5 0-1-15,-4 10-2 16,4-6 1-16,1 6 1 0,5-5-1 15,6 9-1 1,5-4 3-16,17 0 0 16,0-1 1-16,28-4 0 15,-6-5-11-15,34-5-3 16,-12-5-15-16,28 0-6 16,-11 0-42-16,17-5-15 15,-17 0-110 1</inkml:trace>
  <inkml:trace contextRef="#ctx0" brushRef="#br0" timeOffset="164120.111">31362 14221 472 0,'-12'-25'176'0,"12"25"-137"0,-16-10 13 16,16 10-4-16,-6-5-22 0,1 5-2 15,-6-5-12-15,-1 0-3 16,-10 0-5-1,0 5-3-15,-11 5 0 0,5 0-4 16,-22 5 2-16,6 0 1 16,-12 10 0-16,12-6 0 15,-6 6 2-15,11 0-3 16,11 0 0-16,0-6-1 0,23 1 0 16,-1 0 2-16,28-5 0 15,-5 0-3 1,22-5 0-16,-6 0-3 0,12-5-1 15,-7 0-1-15,1-10 0 16,-5 5 0-16,-7-5 0 16,-4 0 2-16,-7 0 4 15,1 0-1-15,-6 0 1 0,0 1 4 16,-5 4 1 0,-1 0 1-16,1 0 2 0,-1 5-3 15,-5 0 0 1,0 0-1-16,11 5-2 15,-5 0-2-15,11 5 1 16,-1-6-8-16,12 6-2 0,0-5-27 16,11 0-13-16,-11 0-28 15,5-5-13-15,-5 0-26 16,-6 0-9-16,-6 0 16 16,-4-5 254 15,-12-10-39-16,0 1-1-15,0 4-43 16,0 0-24-16,0 5-19 16,0 0-6-16,0 0-7 0,0 0-3 0,0 5 2 15,0 0 0-15,5 10 1 16,-5 0-2-16,6 0 1 16,-1 0-2-16,1-1 2 15,-1-4 2-15,1 0 2 0,-6-5 8 16,0 0 2-1,0 0 0-15,-6 0 0 16,1 0-1-16,-6-5 0 16,0 0-4-16,-6-4 0 15,0-1-1-15,1-10 1 16,-1 0-4-16,0-4 0 16,6 4-3-16,6 0 0 15,-1 0-3-15,12 1-2 16,-1 4 1-16,17 0-1 15,-5 5-16-15,16 0-6 16,-5 5-33-16,11 5-13 0,-6 0-61 16,6 0-27-16,-5 0 0 15</inkml:trace>
  <inkml:trace contextRef="#ctx0" brushRef="#br0" timeOffset="164555.725">32100 14033 436 0,'0'-15'162'0,"0"15"-126"0,0-5 16 15,0 5 1-15,0 0-13 16,0 0-1-16,-5 0-14 0,-1 0-2 16,1 0-14-1,-1 0 1-15,-11 0 1 0,1 0-6 16,-12 5-1-16,6 0-2 15,-6 5-2-15,6 0 1 0,-6 5-1 16,6-5 0-16,-1 4 0 16,7-4-3-16,10 5 2 15,1-5 1-15,16 5 0 16,-6-1-3-16,18 6 2 0,-7-5 1 16,23 5 0-16,-6-5-3 15,12 4 2 1,-12-4-1-16,1 0 0 15,-7 0 2-15,-5 0 2 16,-5-1-1-16,-17 1 2 16,0 0 2-16,-22 0 2 15,0-5 1-15,-17-1 0 0,6-4-4 16,-12 0-3-16,6 0-11 16,-5-5-6-16,10 0-76 15,12-5-31-15,0 0-101 16</inkml:trace>
  <inkml:trace contextRef="#ctx0" brushRef="#br0" timeOffset="177421.132">6532 8171 288 0,'-17'-15'110'0,"23"15"-86"0,-6-5 44 16,0 0 16-16,0 0-20 15,0 0-6-15,11 5-10 16,-11 0-3-16,0 0-25 16,0 0-3-16,0 10-2 0,0 5-4 15,0 10-1-15,0 9-6 16,0 10-1-16,0 1 1 15,0 4 0-15,0 1-2 16,5-1-2-16,6 5 1 16,-11 0 1-16,6-4 1 0,0-6 1 15,5-9-13-15,-11-11-7 16,5-9-24-16,6-10-12 16,-11-10-42-16,0-14-17 15,6-1-73-15</inkml:trace>
  <inkml:trace contextRef="#ctx0" brushRef="#br0" timeOffset="177711.102">6160 8097 404 0,'-45'-5'151'0,"34"10"-118"0,6 5 9 0,5-10-5 0,0 9-7 15,0 1 4-15,16 5-3 16,1-5 1-16,5 0-18 16,17 0 1-16,17-5-1 0,-1 0-5 15,12-5-3-15,-1-5-3 16,12 5-3-16,5 0 1 16,1-5-1-16,-1 0-16 0,-5 5-6 15,-12 0-31-15,-21 5-14 16,5 0-44-16,-28 0-19 15,-5 9-30 1</inkml:trace>
  <inkml:trace contextRef="#ctx0" brushRef="#br0" timeOffset="178011.662">6176 8842 280 0,'-33'10'107'0,"28"0"-83"0,-1-1 32 0,6-9 10 15,0 0-13-15,0 0-4 16,11 5-12-16,6 0-4 0,16 0-18 16,-5-5 9-16,16 0 3 0,1 0-12 15,10 0-3-15,1-5-8 16,5 0-1-16,5 0-1 15,-4 5-2-15,10 0 1 16,-11 0-1-16,0-4-38 16,6-1-14-16,-6 0-47 15,-6 0-17-15,1 0-54 16</inkml:trace>
  <inkml:trace contextRef="#ctx0" brushRef="#br0" timeOffset="178355.349">7476 8649 372 0,'-28'-14'140'0,"28"14"-109"0,-5 0 31 15,5 0 8 1,0 0-36-16,0 0-10 16,11 0-10-16,11-5-2 0,0 0-6 15,11-5-6-15,12 0-1 16,5 0 1-16,0 0 0 15,-6 5-44-15,1 0-20 0,-6 0-85 16,-6 5-34-16,-11 5 44 16</inkml:trace>
  <inkml:trace contextRef="#ctx0" brushRef="#br0" timeOffset="178551.253">7420 8477 452 0,'-27'0'170'0,"27"0"-132"0,0 0-4 0,5 0-10 16,17 0-14-16,-5-5 0 15,22 0-6-15,0-5-1 16,16 0-1-16,6 0-8 0,12 5-4 16,-12-5-43-16,0 1-20 15,-6 4-112 1</inkml:trace>
  <inkml:trace contextRef="#ctx0" brushRef="#br0" timeOffset="179167.523">8581 8329 272 0,'-17'-5'104'0,"12"5"-81"0,-1-5 38 16,6 5 11-1,0 0-14-15,0 0-4 16,0 0-15-16,0 0-7 16,0 0-18-16,0 5-4 0,0 5 0 15,0 9-6-15,0 6-2 16,6 5-4-16,5 9 1 0,0 5 3 15,6 6 1 1,-1 4-4-16,1 0 1 0,0-4 2 16,-1-6 3-16,7-9-29 15,-18-6-13-15,6-14-28 16,-5-10-9-16,-1-10-40 16,-5-10-16-16,0-4 8 15</inkml:trace>
  <inkml:trace contextRef="#ctx0" brushRef="#br0" timeOffset="179528.044">8437 8343 368 0,'-45'-19'137'0,"34"9"-106"0,-6 0 19 16,17 10 4-16,0 0-19 0,0 0-5 16,12-5-11-16,4 0-4 15,12-5-9-15,16 0 0 0,23-4 1 16,16-6-1-16,6 5 1 15,-5 5-6-15,4 5-3 16,-15 10 3-16,-7 5 1 16,-10 5-3-16,-6 5-1 15,-28-1 1-15,-5 6 0 16,-6 0 3-16,-17 4 3 16,-10 1-2-16,-12-5-2 0,-11-1 0 15,-11-4 1-15,-11 0-1 16,-6-1-1-16,1-4 1 15,10-5-1-15,-5 0 2 16,16-5 1 0,18-5-17-16,-1-5-5 0,22 0-26 15,17-5-12-15,17 0-38 16,22 0-17-16,0 10-39 16</inkml:trace>
  <inkml:trace contextRef="#ctx0" brushRef="#br0" timeOffset="179801.993">10103 8491 420 0,'-56'0'156'0,"40"5"-121"0,-7 0 19 0,7 0-1 16,5 5-21-16,-1 0-4 0,-4 0-14 15,-1 5-6 1,-5-1-5-16,-6 6-3 0,0 5 1 16,-22 5-1-16,-5 4 2 15,-1 1-19-15,1-1-6 16,5-4-30-16,5-6-14 16,12-9-41-16,5-10-20 15,12-5-17 1</inkml:trace>
  <inkml:trace contextRef="#ctx0" brushRef="#br0" timeOffset="180008.948">9547 8511 344 0,'-11'-10'129'0,"0"10"-100"0,6-5 31 16,5 5 9-16,0 0-28 16,0 0-8-16,16 10-11 15,1 0-3-15,11 5-10 16,5 5-5-16,11 9-1 0,1 6-2 15,5 4-1-15,16 6 3 16,-16-6 2-16,6-4-24 16,-6-1-12-16,0-19-44 15,5-10-19-15,-5-10-83 16</inkml:trace>
  <inkml:trace contextRef="#ctx0" brushRef="#br0" timeOffset="180367.43">10292 8546 412 0,'-45'-10'154'0,"40"10"-120"0,-1 0-1 0,6 0-7 16,0 10-7-16,0 0 1 15,6 4-9-15,5 1-2 16,5 5-5-16,7 5-3 0,-7 4 0 0,6 1-1 16,6-5 2-16,0-1 1 15,-11-4 1-15,5-5 0 16,-17 4 0-1,6-14 11-15,-11-5 7 16,0-5-5-16,-5-9 1 16,-6-1-5-16,0 0 0 0,-6-10-5 15,-5 1-3-15,0-6 0 16,5 1 1-16,11-1-3 16,-10 5 0-16,16 1-3 15,5 4-1-15,6 5-1 16,12 0-2-16,10 5 0 15,6 5 3-15,5 5-31 16,6 0-11-16,6 5-42 16,-6 5-16-16,11 5-90 15</inkml:trace>
  <inkml:trace contextRef="#ctx0" brushRef="#br0" timeOffset="180519.229">11647 8521 360 0,'-17'-15'134'0,"11"15"-104"0,6 0 36 0,0 0 8 16,0 0-25-16,-5 0-7 15</inkml:trace>
  <inkml:trace contextRef="#ctx0" brushRef="#br0" timeOffset="180668.203">11597 8511 789 0,'-23'10'15'0,"-4"5"-9"15,-18 5-4-15,-10 4-2 16,-12 11 0-16,0 4 2 0,-10 1-3 16,4-1-2-16,18 1-29 15,10-6-14-15,12-14-25 16,5-5-8-16,17-15-55 16,11-10-22-16,11-5 34 15</inkml:trace>
  <inkml:trace contextRef="#ctx0" brushRef="#br0" timeOffset="180879.816">11152 8491 404 0,'-27'-4'151'0,"10"4"-118"0,6 4 16 16,11-4-1-16,0 10-12 16,0 0-1-16,5 0-13 15,6 5-4-15,12 5-10 16,4 4-5-16,7 6 0 0,10 4-2 0,1 6-1 15,-1-1 1-15,0 1 1 16,-5-1-30-16,0-9-13 16,0-5-34-16,0-11-14 15,0-9-93 1</inkml:trace>
  <inkml:trace contextRef="#ctx0" brushRef="#br0" timeOffset="181164.425">12019 8240 428 0,'-28'-10'159'16,"22"15"-124"-16,1 0 17 0,5-5-2 0,0 5-15 16,0 5-3-16,0 4-14 15,5 1-6-15,1 5-7 16,-1 5-2-16,1 4 1 0,0 6-2 15,-1-1 1-15,1 11-2 16,-1-1 2-16,1 5-2 16,-1 1 2-16,-5-1-13 15,0-4-6-15,6-11-20 16,-1-9-10-16,1-1-28 0,11-9-11 16,-12-10-96-1</inkml:trace>
  <inkml:trace contextRef="#ctx0" brushRef="#br0" timeOffset="181418.015">11741 8565 412 0,'-22'-4'154'0,"27"-1"-120"0,-10 0 26 0,5 5 2 15,0 0-17-15,11-5-1 16,0 0-19-16,6 0-5 16,10 0-12-16,7 0-5 0,10 0-2 0,12 0-1 15,5 0 2-15,5 5-17 16,1 0-6-16,-6 0-56 16,-5 0-25-16,-1 0-106 15</inkml:trace>
  <inkml:trace contextRef="#ctx0" brushRef="#br0" timeOffset="185095.968">7692 10056 276 0,'-27'19'104'0,"27"-14"-81"0,-11-5 42 0,11 5 16 16,0-5-19 0,0 0-3-16,0 0-10 0,0 0-4 15,0 0-24 1,11 5-2-16,0 0 2 0,17-5-8 16,-6 5 0-16,11-5-5 0,6 0-3 15,5 5-2-15,6-5 0 16,-11 0-29-16,-11 0-11 15,5 5-48-15,-10-5-19 16,-7 0-93 0</inkml:trace>
  <inkml:trace contextRef="#ctx0" brushRef="#br0" timeOffset="185286.765">7709 9918 456 0,'-44'-5'170'0,"33"10"-132"0,5-5 2 15,6 0-6-15,0 0-17 16,17 0-2-16,-6 0-8 16,17 0-5-16,-1 0-1 15,12-5-6-15,11 0 1 0,6 5-18 16,5-5-8-16,0 0-48 16,6-5-22-16,5 0-76 15</inkml:trace>
  <inkml:trace contextRef="#ctx0" brushRef="#br0" timeOffset="185800.05">9292 9755 420 0,'-28'-25'159'0,"23"15"-124"0,-12 0 15 0,11 5-3 0,-5 0-14 16,0 1 0 0,-6-1-12-16,-5 0-3 15,-11 0-10-15,-6 5-3 0,0 0 1 16,0 0-5-16,-27 15-1 16,-1-1 0-16,0 6 2 15,6 0-3-15,11 4 0 16,11-4-1-16,12 5 0 0,10 0 0 15,11-1-2 1,29 1 3-16,4-5 2 16,23 4 0-16,12 1 2 0,10 0-4 15,0-1-2-15,-11-4-3 16,-5 5-1-16,-6-1-1 16,-12-4 0-16,-10 0 2 15,-11 0 2-15,-6-6 4 16,-17 1 4-16,-5 0-1 0,-16 0-2 15,-12-5 0-15,-17-5 1 16,-11-5-3 0,-5 0 0-16,0 0 3 0,11-5 1 15,0-5-10 1,16 0-5-16,18-10-30 0,16-9-10 16,22-16-30-16,16-4-14 15,12-10-69 1</inkml:trace>
  <inkml:trace contextRef="#ctx0" brushRef="#br0" timeOffset="186053.46">9064 9503 408 0,'-28'-25'151'0,"28"20"-118"0,-11-4 18 0,11 9 1 16,0 0-15-16,0 0-1 0,0 0-14 15,0 0-6-15,0 9-9 16,11 11-5-16,-5 15 1 15,0 14-2-15,-1 25-1 0,6 5-2 16,0 0 1-16,0-5 3 16,1 5 1-16,-1-5-1 15,0-5 1-15,-11 0-2 16,11-10 2-16,0-9-33 16,6-6-12-16,-12-14-34 15,12-11-13-15,5-9-97 16</inkml:trace>
  <inkml:trace contextRef="#ctx0" brushRef="#br0" timeOffset="186400.23">9536 9809 428 0,'-39'-20'162'0,"28"20"-126"0,6 0 23 0,5 0 1 16,-11 5-32-16,11 0-10 15,0 5-11-15,0 5-6 0,-6 0 0 16,1 9-1-16,-1 6 0 16,0 4 0-16,1 1 0 15,5 0 0-15,0-1 2 16,0-4-3-16,5-1 0 16,7-4 1-16,10-5 2 15,-6-6 1-15,23-4 3 16,0-5-3-16,0 0 0 15,17-5-1-15,-12 0-2 0,6-5-13 16,-6 0-4-16,-5 0-22 16,-5 0-8-1,-1 1-26-15,-11 4-11 0,0 0-59 16,-5 0-54 0,0 0 75-16</inkml:trace>
  <inkml:trace contextRef="#ctx0" brushRef="#br0" timeOffset="186646.65">9775 9819 384 0,'-39'-25'145'0,"28"25"-112"0,-11 0 10 0,16 5-2 15,1 0-14-15,-1 5-1 0,6 0-4 32,0 10-2-32,0 4-10 15,0 6-4-15,0 4-2 0,0 6 0 0,11-1 2 16,0 1-3-16,6-1-2 15,-6 1 2-15,0 4 0 16,6-4-1-16,-6-6-2 16,6-4-35-16,-6-6-14 15,5-4-52-15,1-10-21 16,16-5-42 0</inkml:trace>
  <inkml:trace contextRef="#ctx0" brushRef="#br0" timeOffset="187049.879">10175 9868 444 0,'-28'-10'165'0,"23"15"-129"0,-12-5 10 0,11 5-3 16,1 0-14 0,-1 0-2-16,1 0-13 15,5 0-4-15,-11 0-6 16,-1 0-5-16,1 5 0 0,0 0 1 15,0 9 0-15,0 1-3 16,6 0 0-16,5 0 4 16,5-1 1-16,12 1-3 15,5 0 1-15,17-5 0 16,11-1 2-16,5 1-1 16,6 0 2-16,1 0-4 0,-1 0 0 15,-11 4 1-15,-12-4 2 16,-10 0-3-16,-11 5 0 15,-12-1 1-15,-16 1 0 16,-11 0 2-16,-17-5 1 0,-5-1-1 16,-12-4-2-1,1 0-4-15,-1-5-2 16,6-10-24-16,0-5-8 16,6 0-42-16,5-9-18 15,11-1-84 1</inkml:trace>
  <inkml:trace contextRef="#ctx0" brushRef="#br0" timeOffset="187266.249">10075 9957 460 0,'-6'-10'173'0,"6"0"-135"0,6 0 3 16,5 5-9-16,6 1-14 15,10-11 2-15,12 0-11 16,11 0-5-16,6 0-3 15,5 5-4-15,0 6 2 0,0 4-21 0,0 4-8 16,-16 6-38 0,-6 5-14-16,-1 0-39 15,-10 0-13-15,-6 0 7 16</inkml:trace>
  <inkml:trace contextRef="#ctx0" brushRef="#br0" timeOffset="187616.3">10736 9982 400 0,'-17'-5'151'0,"17"5"-118"0,-5 0 20 0,5 0 2 15,0 0-18-15,5 0-3 16,12-5-16-16,-1 0-6 16,12 0-7-16,0 0-6 0,11 5 0 15,11 0-1-15,0 5 0 16,11 0 0-16,-11 5 0 16,-11 0 2-16,11 4 0 15,-6 1 0-15,1 5 2 0,-6-5-1 16,-23 0-1-16,6-1 3 15,-33 6 0-15,6-5-1 16,-29 0 1-16,-32 4 0 16,-1 1 3-1,0 0-1-15,-5-10 2 16,0-5-4-16,11-5-2 0,5-5 2 16,6 0 2-16,12-5-2 15,15-5 0-15,12-5-8 16,11-4-2-16,11-1-23 15,12-4-8-15,15-1-33 16,12 5-13-16,0 1-43 16,12 4-20-16,4 10 17 15</inkml:trace>
  <inkml:trace contextRef="#ctx0" brushRef="#br0" timeOffset="188010.62">11336 9962 356 0,'0'0'134'0,"0"0"-104"0,0 0 29 0,0 0 5 16,0 0-17-16,0 0-2 15,0 0-20-15,0 0-5 16,5-5-12-16,1 0-5 0,16 0 0 0,-11 0-2 16,17 0-1-16,0 0-2 15,10 5 1 1,-4 0 1-16,10 5 0 16,1 0-3-16,-1 10 2 15,-5 0 1-15,11 5 0 16,-11-1-3-16,-6 1 2 15,-5 0 3-15,-11 4 1 16,-6-4-1-16,-17 5-2 16,6-5 3-16,-22 9 0 15,5-4 3-15,-22 0 3 0,6-6 2 16,-28-9 3-16,11 0-5 16,-22-10-1-16,-23-5 0 15,6-5 0-15,17-5-2 16,17-4 1-16,10-1-2 15,29-10 2-15,16-4-13 0,16 9-5 16,1 5-24-16,39-4-10 16,-18-1-82-1,40-5-35-15,-6 6-22 16</inkml:trace>
  <inkml:trace contextRef="#ctx0" brushRef="#br0" timeOffset="189436.065">12602 9868 308 0,'-6'5'115'0,"6"-5"-89"0,0 5 38 0,0-5 12 15,0 0-16 1,0 0-3 0,0 0-4-16,0 0-1 15,0 0-28-15,0 5-1 0,-5 0-1 16,-6 5-10-16,-6 5-4 15,-5 4-8-15,-12 6 0 16,-4 5 0-16,-12 4 0 16,-6 1 0-16,-5-1 0 15,0-4-5-15,5-1 1 16,6-4-20-16,6-5-7 0,11-5-24 16,10-5-10-16,7-10-40 15,10-5-16-15,17-5-46 16</inkml:trace>
  <inkml:trace contextRef="#ctx0" brushRef="#br0" timeOffset="189646.204">12130 9913 460 0,'-34'0'170'0,"29"5"-132"0,-1 4 9 16,6-9-6-16,6 5-13 15,5 5-2-15,6 5-8 16,5 5-3-16,6 0-9 15,5 4-4-15,0 1-1 0,6 4-1 0,6 1 2 16,-1 0 1 0,0-1 1-16,1-4-22 15,-1-5-8-15,-5-1-42 0,0-4-17 16,0-5-120 0</inkml:trace>
  <inkml:trace contextRef="#ctx0" brushRef="#br0" timeOffset="190400.023">14329 9977 500 0,'-56'0'187'0,"45"5"-146"0,-5 0 2 15,10 0-8-15,6-5-24 16,0 0-6-16,0 0-10 16,0 0-5-16,11 5 6 15,6-1-43-15,5-4-15 0,11-4-88 16,12-1-38-16,-1-15 40 16</inkml:trace>
  <inkml:trace contextRef="#ctx0" brushRef="#br0" timeOffset="190892.675">14823 9942 432 0,'-11'-15'162'0,"11"1"-126"0,-5 4 21 0,5 5-1 0,0-5-11 15,5 0-2-15,1 0-16 16,-1-5-6-16,6 1-12 16,0-1-4-16,6 0-1 0,11 5-5 15,5 0-1-15,0 10 1 16,6 0 0-16,6 10-2 16,-1 5 2-16,1 5-1 15,-1 4-2-15,0 6 3 16,-5 0 2-16,-5-1-2 0,-12 1 0 15,-11-1 1-15,-11 1 0 16,-11 0 0-16,-11-1 0 16,-12 1 0-1,-10-1 2-15,-12-4-3 16,1-5 0-16,-12-5 3 0,-5-10 1 16,0-5 1-16,0-5 0 15,-1-5-2-15,12-5 1 16,6 0 0-16,10-5 1 15,12-9-5-15,16-6-1 16,12 1-13-16,16-6-5 16,17 1-16-16,11 4-7 15,-6 11-50-15,39-6-20 16,45-5-78 0</inkml:trace>
  <inkml:trace contextRef="#ctx0" brushRef="#br0" timeOffset="191668.822">16084 9903 444 0,'-17'-30'165'0,"17"15"-129"0,-11-4 21 0,11 9 0 15,-5-5-21-15,-7-5-4 16,-4 0-14-16,-6-4-6 15,-12 4-7-15,-5 5-6 0,-5 10-2 0,-12 15-1 16,-10 15 3 0,-1 9-2-16,6 6 1 0,0-1 0 15,16 1 0-15,18-6 0 16,10 1 0-16,23-5 4 16,16-6 1-16,22-9-1 15,12-5-2-15,10-5-2 16,-4-10 1-16,-1-5 1 0,-6-10 0 15,-5 5 0-15,-5-4 0 16,-12-1 2 0,-5 0 1-16,-6 0 1 15,-11 1 0-15,-5-1 4 16,-6 5 3-16,0 5-2 16,0 5 0-16,0 0-3 0,0 5-1 15,-6 5-6-15,0 10-1 16,6 10 1-16,0 4 0 15,0 6-2-15,6 5 2 16,0-1 1-16,-1 0 0 16,6 1 0-16,0-6 2 15,0 1-3-15,1-5 0 16,-1-6-21-16,0-4-8 16,5-10-36-16,7-5-15 15,4-5-131-15</inkml:trace>
  <inkml:trace contextRef="#ctx0" brushRef="#br0" timeOffset="191952.819">16861 9957 516 0,'-16'-15'192'0,"16"15"-149"0,-11 0 10 16,11 0-5-16,0 5-31 0,-6 5-6 16,-5 0-10-1,-6 10-2-15,-11 4 1 16,-5 1 0-16,-6 5 2 0,-5-6-1 16,-6 6-1-16,0-1-24 0,0 1-11 15,5-5-40-15,7-5-17 16,10-6-94-1,6 1-61-15,5-10 112 16</inkml:trace>
  <inkml:trace contextRef="#ctx0" brushRef="#br0" timeOffset="192135.735">16278 9997 516 0,'-16'-5'192'0,"16"10"-149"0,5 4 3 15,1-4-10 1,10 10-16-16,12 5 1 15,0-5-10-15,0-1-4 0,22 11-4 16,16 15-3-16,6-6 3 0,1 1-13 16,-7-6-6-16,-5 1-42 15,0-10-17-15,-5 4-149 16</inkml:trace>
  <inkml:trace contextRef="#ctx0" brushRef="#br0" timeOffset="193399.783">17078 9730 468 0,'-28'10'176'0,"23"5"-137"0,-7 0 20 0,12-6 0 15,0 1-26-15,0 5-9 16,6 5-10 0,0 4-2-16,5 6-7 15,0 5-1-15,0-1 2 0,0 6-3 16,6-1-2-16,-6-4 0 15,0-1 1-15,0 1 1 16,0-6 1-16,0-4-16 16,0 0-6-16,6-6-38 15,5-9-13-15,6-10-95 16,5 0-41-16,1-19 43 16</inkml:trace>
  <inkml:trace contextRef="#ctx0" brushRef="#br0" timeOffset="193618.93">17500 10026 592 0,'-39'5'222'0,"34"-5"-172"0,5 5-12 16,0-5-19 0,0 0-17-16,11 5 1 15,-6-5-4 1,6 0 0-16,-11 0 1 0,11 5-14 0,1-5-3 15,-1 0-33-15,5 0-13 16,7 0-71-16,4-5-28 16,12-10-15-1</inkml:trace>
  <inkml:trace contextRef="#ctx0" brushRef="#br0" timeOffset="194054.225">18105 9814 480 0,'-39'-15'181'0,"28"15"-141"0,-5-5 18 0,10 5-1 15,1 0-20-15,-7 0-3 16,1 0-14 0,-5 0-5-16,-7 10-8 15,-4 0-7-15,-1 5-3 0,0 4 4 16,6 6 3-16,0 0-3 0,5-1-1 15,6-4 0-15,5 0 0 16,12-5-3-16,11 0 2 16,10-1 3-16,12-4 3 15,11 0-4-15,11 0-1 16,0-5-2-16,1 5 0 16,-7 0 2-16,-5 0 2 15,-6-1-3-15,-10 1-2 16,-6 0 2-16,-12 0 2 0,-10 0-2 15,-6 5-2-15,-11-5 4 16,-12-1 1-16,-15 1-3 16,-12 0 1-16,-6-5-9 15,-5 0-2 1,0-5-21-16,5 0-6 16,12-5-36-16,11-5-15 0,10-14-79 15,18-11-76 1,10-9 89-16</inkml:trace>
  <inkml:trace contextRef="#ctx0" brushRef="#br0" timeOffset="194235.813">17983 9705 536 0,'-44'-5'200'0,"27"10"-155"0,6 0 2 16,11-5-7-16,0 0-15 15,11 5 0-15,6-5-11 0,16 0-6 16,17-5-5-16,11-5-5 0,6 1 1 15,5-1-8-15,0-5-4 16,-5 0-40-16,-1-5-17 16,1 10-167-1</inkml:trace>
  <inkml:trace contextRef="#ctx0" brushRef="#br0" timeOffset="197516.282">7559 11122 472 0,'-16'-10'176'0,"10"10"-137"0,0 0 22 0,6 0 2 16,-11 5-29-16,11-5-7 15,0 0-12-15,0 0-2 16,11 5-8-16,12-5-1 0,16 0 0 0,16-5-2 15,17-5-2-15,-5 5 3 16,5 0 0-16,0 0-19 16,-16 5-9-16,-17 5-42 15,-12 10-18-15,-10 14-138 16</inkml:trace>
  <inkml:trace contextRef="#ctx0" brushRef="#br0" timeOffset="197766.738">7598 11472 420 0,'-67'10'156'0,"67"-10"-121"0,-16 0 32 16,16 0 7-16,0 0-29 0,0 0-8 15,16 0-13-15,-4 0-4 16,26-10-11-16,29-10-3 0,5 0 0 15,-5 1-3-15,0 4-2 16,-6 5-5-16,-6 0 0 0,1 5-38 16,-17 0-16-16,5 5-75 15,0 0-29 1,1 0-20 0</inkml:trace>
  <inkml:trace contextRef="#ctx0" brushRef="#br0" timeOffset="198918.739">9470 11117 428 0,'-6'-15'159'0,"6"5"-124"0,6 0 31 0,-6 5 3 16,0 0-18-1,-6 0-5 1,1 0-15-16,-7 0-5 15,-4 1-15-15,-12-1-2 0,-5 0-2 0,-6 5-3 16,-6 5-1-16,1 0-3 16,-6 4-3-1,0 1 2-15,0 0 2 0,6 5-2 16,5 0 0-16,5 0-1 16,12-1 0-16,11 1-3 15,17 5 1-15,16 5 0 16,-6-6 2-16,1-4 1 15,22 5 1-15,-6 0 0 0,28 4 0 16,-11 1-3-16,23 9 2 16,-12-9-4-1,-6 10-1-15,-5-11 0 16,-11 11 2-16,-6-6-1 0,-22 1 4 16,1-5-2-1,-18 4 1-15,0-4 4 16,-21 0 3-16,5-6-4 0,-17-4-1 15,5 0 0-15,-21-10 2 16,10 0-6-16,-16-10 1 16,11 0-10-16,-5-10-4 15,-1 0-13-15,17-14-4 16,-5 4-22-16,22-19-7 16,5 9-54-16,23-4-25 15,16-11-9 1</inkml:trace>
  <inkml:trace contextRef="#ctx0" brushRef="#br0" timeOffset="199251.769">9136 10801 432 0,'-11'0'162'0,"6"0"-126"0,5 0 12 16,0 0-4-16,0 0-4 15,5 5 3-15,1 5-12 16,-6 4-7-16,5 6-13 16,1 5-1-16,0 9 1 0,5 16-6 15,0 19-3-15,0 25-1 0,0-15-1 16,0-15 0-16,6 25 0 15,-6-20-14-15,11 5-3 16,-5-10-29-16,-1 5-10 16,7-15-61-16,-12 5-25 0,16 10-36 15</inkml:trace>
  <inkml:trace contextRef="#ctx0" brushRef="#br0" timeOffset="202722.748">10358 10993 236 0,'-5'-5'90'0,"5"-5"-70"0,-6 10 43 0,6 0 14 0,0-4-13 16,0-1-5-1,-5 0-14-15,-1 0-3 16,0 0-24-16,-5 0 5 0,0 5 1 16,-5 0-10-16,-1 10-5 15,-5 5-9-15,-6 4-2 16,0 11 1-16,0 9 0 16,1 16 5-16,-1 9 5 15,6 10-5-15,5 0-2 0,6 5-1 16,5-10-1-16,12-10 0 15,10-5 2-15,12-9 1 16,11-11 1-16,11-9-2 16,6-5 1-16,5-5 0 15,-6-11 1-15,1-8-2 0,-1-1 1 16,-16-5-2 0,-11-5 2-16,0 0-4 15,-6-5-2-15,-5-4 2 16,-17-6 0-16,0 1-2 15,-17-1 2-15,-5 5-1 16,-6 5-2-16,-11 11 0 0,-11 9 0 16,-5 14 3-1,-1 6 0-15,1 5-2 16,5 4 2-16,5 1-1 0,6 0 0 16,11-6 0-16,12 1 0 15,10 0-18-15,6-11-9 16,17-4-21-16,16-15-8 15,17-4-42-15,17-11-18 16,0-15-29 0</inkml:trace>
  <inkml:trace contextRef="#ctx0" brushRef="#br0" timeOffset="203233.136">10780 11428 428 0,'-39'-15'162'0,"39"10"-126"0,-5-5 10 16,5 5-4-16,5 0-13 15,1-5-2-15,11-5-7 16,-1-14-2-16,6 4-10 15,12-4-3-15,5-1-1 0,5 5-5 0,6 5 1 16,0 6 0 0,6 9 2-16,5 5-1 0,-6 10-1 15,1 9 1-15,-12 11-1 16,-11 5 0 0,-10 4 0-16,-1 10-3 0,-22-4 2 15,0-1 3-15,-22 1 3 16,-6-6-2-16,-11-4 0 15,-5-1-1-15,-12-4 1 16,1-6 0-16,-7-4 1 16,1-5 0-16,0-5 2 15,6-10-1-15,-1-5 0 16,12-10-3-16,5-5 1 16,6-9-2-16,10-11-1 15,12-4-2-15,17-10-1 16,5-1-3-16,17 6-1 0,11 5-25 15,11-6-11-15,11 11-31 16,11 4-13-16,11 10-106 16</inkml:trace>
  <inkml:trace contextRef="#ctx0" brushRef="#br0" timeOffset="203666.269">11708 11250 360 0,'-67'-10'134'0,"45"5"-104"0,0-5 38 16,10 10 9-16,7-5-24 15,-1 0-5-15,1 0-17 0,-1 0-5 16,6 1-15-16,11-1-4 0,12 0-1 15,-1-5-3-15,6 0-2 16,5-5 0-16,6 5-1 16,5 0 0-16,1 1 0 15,-1 4-3-15,-5 5 2 0,-6 0 1 16,-5 9 0-16,-6 16 0 16,-16 10 0-1,-6 14 0-15,-6 10 0 16,-5 5 2-16,0-4 3 15,0-6-2-15,0 0-2 0,0-9-3 16,5-1 1-16,-5-9 1 16,5-1 2-16,1-4-12 15,5-6-3-15,0-4-29 16,0-5-13-16,0 0-31 16,0-5-11-16,0-10-82 15</inkml:trace>
  <inkml:trace contextRef="#ctx0" brushRef="#br0" timeOffset="203919.263">11758 11576 420 0,'-34'0'156'0,"29"0"-121"0,-1 9 19 0,6-9 1 0,0 0-22 15,0 0-4 1,0 0-13-16,6 5-3 15,5 0-7-15,6 0 0 0,5-5 4 16,11 0-6-16,12-5-2 16,4 0-1-1,1 0 1-15,0 1-10 0,-5-1-2 16,-1-5-28-16,-5 5-13 0,0-5-48 16,-17 0-22-1,6 0-53 1</inkml:trace>
  <inkml:trace contextRef="#ctx0" brushRef="#br0" timeOffset="204165.505">12502 11600 556 0,'-45'15'206'0,"29"0"-160"0,-1-15 0 15,12 0-12-15,5 5-20 16,-6-5-3-16,6 0-4 16,0 0-2-16,0 0-3 15,0 0-10-15,17-5-36 16,5-5-5-16,6-5-63 16,5 0-28-16,11-9-54 15</inkml:trace>
  <inkml:trace contextRef="#ctx0" brushRef="#br0" timeOffset="-189363.477">13368 9977 356 0,'-5'-10'134'0,"10"5"-104"0,1-5 20 0,-1 0 4 16,6 0-17-1,0-4-3-15,6-6-9 16,5 0-2-16,1 0-12 0,4-4 2 16,7 4 3-16,5 5-6 0,5 5-3 15,0 10-4-15,6 10 0 16,-5 10-2-16,-1 5 2 16,-5 4 0-16,-6 6 1 15,-5-1-2-15,-11 6 1 16,-6-6 0-16,-11 1 1 15,-11-6 0-15,-6 1 0 16,-11 0-2-16,-16-1-2 16,-12 1 5-16,1-1 1 15,-6-4 0-15,0-10 1 0,0-5-2 16,0-15 0-16,5-5-1 16,6-10 2-16,6-9-1 15,10-6 0-15,12-4-6 16,11-6-1-16,11-4-2 15,11 0 0-15,6 4-15 16,16 6-5-16,12-1-30 16,10 11-13-16,6 4-90 15,6 10-40-15,-6 0 44 16</inkml:trace>
  <inkml:trace contextRef="#ctx0" brushRef="#br0" timeOffset="-188354.638">12941 11181 332 0,'-6'-15'126'0,"12"5"-98"0,-6 0 30 0,0 5 5 16,0 0-7-16,0 5-1 0,0-5-11 16,0 5-2-16,-6 0-24 15,0 5-6-15,-5 10-1 0,-5 5-7 16,-7 10 0-16,7 9-2 15,-12 5-2-15,11 1 1 16,6-1-1-16,0-14 0 16,11-5 2-16,6-6 3 15,10-4 2-15,12-10 1 16,11-5 2-16,11-10-5 16,0 0-1-16,0-5-2 15,0 6-2-15,0-1 1 0,-6 5 1 16,1 5-1-16,-6 10-1 15,-6 0-2 1,-5 4 1-16,-6 6-1 16,-5 0 0-16,-1 4 4 0,-5 1 1 15,-5-5-1 1,-6 5 1-16,-6-1 0 0,-5 1 1 16,-5 0-2-16,-12-1-2 15,-5-4 1-15,-6 0-1 16,-6-5 0-16,-5-1 2 15,0-4-6-15,0-5 1 16,6-5-17-16,-1-5-4 16,7-5-26-16,4-4-10 15,6-1-39-15,12-5-15 16,-1 0-65 0</inkml:trace>
  <inkml:trace contextRef="#ctx0" brushRef="#br0" timeOffset="-187366.606">12907 11176 208 0,'0'-20'77'0,"0"15"-60"0,0-10 21 0,0 10 9 15,0 1 4-15,0-1 4 16,0 5-4-16,-5 0-1 15,-1 0-28-15,1 0 9 0,-1 5 4 16,0-1-2-16,1 1 1 16,-1 0-4-16,1 0-1 15,5 0-8-15,0-5 0 16,0 0-3-16,11 0 0 16,6-5-3-16,5 0 1 0,6 0-5 15,-1 0-1-15,1 1-2 16,0-1 2-16,5 5-3 15,0 0-2-15,1 0-2 16,5 0-3-16,5 0 1 16,1-5-1-16,5 0 2 15,0-5 1-15,-1 0-4 16,1 0 1-16,-5 0 0 16,-6 0 0-16,-11 5 0 15,-6 1 2-15,-6-1-6 16,-4 0 1-16,-1 5-6 15,-11 0-1-15,0 0-9 16,-6 5 0-16,1 0-30 0,5-1-10 16,0 1-96-1,11 10-124 1</inkml:trace>
  <inkml:trace contextRef="#ctx0" brushRef="#br0" timeOffset="-183987.84">13879 11383 212 0,'-5'-10'82'0,"-1"5"-64"0,6 0 31 0,0 0 8 15,0 1-7 1,0-6 0-16,0 5-4 15,0 0 1-15,0-5-26 16,0 0 8-16,0 0 2 0,6 0-1 16,5-4 2-16,5-1-7 15,1-5-3-15,11 0-6 16,0 5 0-16,-1 1-9 16,7 4-2-16,-1 0-3 0,0 5-2 15,1 5 1-15,-1 10-1 16,-5 5 0-16,-1 9 0 15,1 6 0 1,-6 4 0-16,1 6 2 0,-7 9 1 16,-5-4-1-16,-5-1-2 15,-6 0 1-15,-6 1 1 16,-5-1-1-16,-5-4-1 16,-1-1 1-16,-5-4-1 15,-6-6 2-15,-5 1 3 16,-6-5-2-16,5-6-2 15,-4-4 4-15,-7-5 1 0,1-5 2 16,-1-5 0-16,1-5-4 16,-1-5-1-16,1 0-1 15,0-4-2 1,5-6 1-16,5-5-1 0,7 0 0 16,10-4 2-16,6-6-6 15,11-4 1-15,17-10-1 16,16-11 2-16,17 1-1 15,11 0 1-15,0 10 0 16,0 4 0-16,-5 16-14 16,-1 4-6-16,-10 15-44 15,-12 15-18-15,-11 25-130 16</inkml:trace>
  <inkml:trace contextRef="#ctx0" brushRef="#br0" timeOffset="-151471.013">8936 13979 408 0,'0'-10'151'0,"0"0"-118"0,0-10 20 0,6 10 2 15,-6-4-13 1,0-1 0-16,-6-5-11 15,1 0-4-15,-17 1-15 16,-6-1-5-16,-11 5-3 0,-16 10-5 0,-12 10 1 16,-5 10-2-16,-1 9 0 15,1 6 2-15,6 10 0 16,5 4-3 0,11-5 2-16,5-4-1 0,17 0-2 15,17-6 0-15,17 1 3 16,16-11 2-16,17 1 2 15,16-5-1-15,18-5 1 16,16 0-2-16,-6 0-1 16,-5 4 1-16,-12 1-1 0,-16 0-5 15,-11 0 1-15,-6 0 2 16,-27 4 3-16,-12 1 0 16,-16 0 2-1,-17 0-2-15,-11 4-1 16,-11 1 3-16,-5 0 0 15,-1-1-1-15,-5-9-2 16,5-10-6-16,6-5-1 0,0-15-21 16,0-5-7-16,16-9-24 15,18-11-8-15,10-9-21 16,17-15-8-16,17-5-58 16</inkml:trace>
  <inkml:trace contextRef="#ctx0" brushRef="#br0" timeOffset="-151204.063">8481 13609 384 0,'-11'-20'143'0,"5"10"-112"0,6 0 30 0,0 10 6 15,0 0-24-15,0 0-6 16,0 0-20-16,0 0-6 16,6 10-7-16,5 10-1 0,6 19 1 0,-1 30 0 15,7 15 0 1,4 5-2-16,1 10-2 15,0-10 1-15,0-1 1 16,-6 1-1-16,0-5-1 16,-5-5 1-16,-1-10 1 15,1-10-21-15,-11-9-7 16,-1-11-31-16,1-9-12 16,-1-15-49-16,12-20-20 15,0-10-6 1</inkml:trace>
  <inkml:trace contextRef="#ctx0" brushRef="#br0" timeOffset="-150872.061">9320 13915 480 0,'-11'-5'181'0,"11"19"-141"0,0-9-8 16,0 0-14-16,0 10-11 0,0 5 1 15,0 9-4 1,0 6-3-16,-12 4 0 16,7 1-1-16,-1 4 2 0,-5-4-1 15,6-6 2-15,-1-4-2 0,6-5-1 16,6-6 5-16,5-4 4 16,17-5-1-1,10-5 1-15,7-5-5 0,16 0-3 16,6 0 0-16,5-5-1 15,-17 5-7-15,6-5-3 16,-5 5-27-16,-1 0-12 16,-16 0-42-16,-5 5-18 15,-1-5-61-15</inkml:trace>
  <inkml:trace contextRef="#ctx0" brushRef="#br0" timeOffset="-150596.497">9658 13776 460 0,'-44'-9'173'0,"33"13"-135"15,0 6 3-15,0 5-9 0,11 10-11 16,0 9 2-16,11 11-11 16,-6 9-2-16,12 5-6 15,5 0-3-15,0 1 2 0,6-1-2 16,-6-5 2-16,-5 5-2 15,0 1-1-15,-6-6 1 16,6-10-1-16,-6-9-31 0,0-6-14 16,0-9-26-16,5-10-10 15,-4-15-56-15,15-10-25 16,7-9 37 0</inkml:trace>
  <inkml:trace contextRef="#ctx0" brushRef="#br0" timeOffset="-150192.29">10253 13974 504 0,'-34'-10'187'0,"23"15"-146"0,-11 0 2 0,16 0-8 16,-5 5-22-16,0-1-4 16,0 6-4-16,6 5-1 0,-18 0-2 15,7-1-2-15,5 6 1 16,-1-5-4-16,1 5 2 15,6-6-1-15,5 1 0 0,0 0 4 16,11-5 1-16,17-1-1 16,-6-4 1-16,22 0-2 15,6 0-1-15,11-5-2 16,1 5 1-16,-7 0 1 16,-5 0 0-16,-6-1 0 0,-5 1 0 15,-11 0-3 1,-6 5 2-16,-11 0 1 15,-11 0 2-15,-11-1-1 16,-16 6 2-16,-7 0-2 16,-27 0 2-16,0-1-7 15,-6 1 1-15,6-5-15 0,11-10-3 16,6-5-24 0,11-10-9-16,-6-10-43 15,16-5-17-15,18-14-53 16</inkml:trace>
  <inkml:trace contextRef="#ctx0" brushRef="#br0" timeOffset="-149980.395">10075 14013 496 0,'-28'0'187'0,"28"5"-146"0,0-5 4 16,0 0-6-16,11 0-25 15,6 0-2 1,11-5-8-16,16-5-3 15,17 1 0-15,11-1-1 0,1 0 2 16,-1 0-12-16,-6 0-3 16,1 5-27-16,-6 0-12 0,-11 5-36 15,0 5-17-15,0 0-70 16</inkml:trace>
  <inkml:trace contextRef="#ctx0" brushRef="#br0" timeOffset="-149522.461">10952 14146 400 0,'-38'0'148'0,"26"0"-115"0,7 0 26 0,5 0 5 15,0 0-24 1,0 0-5-16,0 0-17 0,11-4-6 16,6-1-7-16,10 0-2 0,12-5 1 15,0 5-2-15,17 0 1 16,-6 0-4-16,11 5 0 15,5 5 1-15,-10 10 0 16,-6 0 0-16,0 4 2 16,-6 1-3-16,-16 5 0 15,0-6 1-15,-11 6 0 16,-6 0 4-16,-11-5 2 16,-6-1-2-16,-16 1-1 15,-11 0 3-15,-17-1 1 16,-17 1-1-16,-5 0-1 15,-6 0-1-15,0-6 2 0,6-4 1 16,5-5 1-16,6-10 0 16,17-5 0-16,-1-4-4 15,18-11-3-15,10 0-7 16,11-9-1-16,6-1-8 16,12 1-1-16,10-1-7 0,17 1 0 15,11 4-19 1,16 5-6-16,-10 6-23 15,22-1-7-15,-12 0-63 16,18 0-66 0,-18 1 70-16</inkml:trace>
  <inkml:trace contextRef="#ctx0" brushRef="#br0" timeOffset="-149111.408">11647 13998 452 0,'-17'0'167'0,"11"0"-129"0,-5 0 26 15,11 0 2-15,0 0-23 16,0 0-7-16,0 0-17 0,0-4-7 15,11-1-7-15,6 0-4 0,0 0 0 16,5-5-1-16,11 5 0 16,6 0-3-16,11 5 2 15,11 5 1-15,-5 5 2 16,-12-5-3-16,23 14-2 16,-12-4 2-16,6 10 0 15,-11-5 3-15,11 4 1 16,-22-4-4-16,0 10 1 15,-5-6 0-15,-12 1 2 16,0 0 1-16,-22-1 3 16,0 1-1-16,-28 0 2 0,6-6-6 15,-39 1-3-15,-34 5 7 16,1 0 4 0,5-11-2-16,11-4-2 0,12-10 0 15,5-5-1-15,11-5-2 16,11-4-2-16,11-11-6 15,17-5-4-15,0-9-8 16,22-1-1-16,11 1-14 16,12-6-5-16,10 1-32 0,6 10-13 15,-11 4-126 1</inkml:trace>
  <inkml:trace contextRef="#ctx0" brushRef="#br0" timeOffset="-148256.593">13229 13994 356 0,'-11'-15'132'0,"11"10"-103"0,-5 0 29 0,5 5 6 16,0 0-23-1,0 0-6-15,5 10-15 16,-5 0-5-16,6 4-8 0,-1 11-1 0,6 5 1 16,-11 9-3-16,6 1-1 15,5-1-3-15,0 1-1 16,-5-1 1-16,-1 1 0 15,1-1-38-15,-1-4-14 16,1-6-40-16,-6-9-17 16,0-5-52-1</inkml:trace>
  <inkml:trace contextRef="#ctx0" brushRef="#br0" timeOffset="-148045.752">12985 14221 444 0,'-39'0'165'0,"39"0"-129"16,0 4-5-16,0-4-13 0,17 5-12 15,11 0-1-15,10 0-3 16,12 0-2-16,17 0 1 16,-6-5-1-16,11 0 0 15,6 0-33-15,11-5-13 0,0-5-52 16,5-4-20-16,-5-6-26 15</inkml:trace>
  <inkml:trace contextRef="#ctx0" brushRef="#br0" timeOffset="-147389.671">15190 13860 324 0,'-22'-10'121'0,"16"5"-95"0,0-4 33 0,1 4 8 16,-1 0-14-16,1 0-4 16,-6-5-14-16,-6 0-5 15,-5 0-17-15,-12 0-6 0,-4 0 0 16,-18 6-4-16,-5 4-2 0,-11 9 0 15,-6 6 1-15,6 0-1 16,5 5 2-16,12-1-4 16,10-4-2-16,12 0-1 15,11 5 0-15,16 0 3 0,17 4 0 16,23 1 1-16,16 0 0 16,11-1 0-16,11 6 0 15,0-1 0 1,0 1 0-16,-11 0-5 15,-5-1 1-15,-12-4-3 16,-10 0 2-16,-12-1 3 16,-11 1 1-16,-11-5 1 0,-17-1 0 15,-5-4 0-15,-17-5 0 16,-16 0 2-16,-12-5 3 16,-11-5-4-16,-5 0-3 15,5-5-6-15,12-5-2 16,10-10-17-16,12-4-8 15,16-16-30-15,17-14-13 16,16-10-65 0,23-10-57-16,11 5 80 0</inkml:trace>
  <inkml:trace contextRef="#ctx0" brushRef="#br0" timeOffset="-147159.038">14829 13549 464 0,'-28'-14'173'0,"11"19"-135"0,1-5 8 0,16 0-8 15,-6 4-19-15,1 6-3 16,5 5-7 0,0 10-4-16,0 19-2 15,0 25-5-15,5 15 1 0,-5 10-1 16,0 5 0-16,6-1 4 16,-1-4 1-16,1 0-1 15,5-5 1-15,0-15-33 16,6-10-12-16,5-15-25 15,6-19-9-15,10-20-109 16</inkml:trace>
  <inkml:trace contextRef="#ctx0" brushRef="#br0" timeOffset="-146724.095">15584 13791 480 0,'-44'-20'181'0,"38"20"-141"0,-5 5 7 0,11 0-6 16,-6 5-29-16,1 0-9 15,-6 10-2-15,0 9-2 16,-6 16 1-16,-5 14 0 0,0 0 0 16,-1 0 0-16,7 1 0 15,10-6 0-15,6-5 0 16,22 1 0-16,12-6 0 0,16-4 0 15,5-11 0-15,6-9-7 16,6-10 0-16,-12-10-2 16,-5-5 1-16,-5-5 2 15,-12 0 4-15,-11-5-1 16,-11-4-1-16,-11-6-2 0,-11 5-1 16,-11 0 1-1,-11 6 4-15,-12 4 3 16,-16 5 4-16,0 10 0 15,-11 5 0-15,11-1-6 16,11 6-1-16,11 0-10 16,17 0-5-16,11 0-40 15,22-1-17-15,17-4-53 0,16-5-19 16,17-5 20 0</inkml:trace>
  <inkml:trace contextRef="#ctx0" brushRef="#br0" timeOffset="-146604.764">16112 14132 440 0,'-39'-15'165'0,"33"10"-129"0,-5-5 15 16,11 5-2-16</inkml:trace>
  <inkml:trace contextRef="#ctx0" brushRef="#br0" timeOffset="-146306.711">16073 14082 786 0,'22'-14'24'16,"11"-6"-14"-16,12 0-7 0,-1 5-2 0,-11 5-1 15,29 1 0-15,-12 4-3 16,11 10 2-16,-11-1-1 16,11 16 0-16,-11 0 2 15,0 10 0-15,-11-6 0 16,-6 11 0-16,-5-6 2 16,-17 6 3-16,-6-10 0 15,-21 4 0-15,4-4-1 16,-26 0 0-16,4-6-5 15,-32-4 1-15,-29 0 2 16,1-5 1-16,11-5 1 0,10-5 0 16,18-10-2-16,10-5 1 15,12-10-11-15,11-9-4 16,16-11-16-16,17 1-5 16,23-5-14-16,5 14-3 0,-6 5-35 15,34 1-15 1,-12 4-62-1</inkml:trace>
  <inkml:trace contextRef="#ctx0" brushRef="#br0" timeOffset="-145959.371">16822 13924 432 0,'-27'-14'162'0,"27"14"-126"0,-11-5 18 0,11 5 0 15,0 0-16-15,0 0-2 16,0 0-14-16,0 0-4 0,5-5-10 15,1 0-3-15,16-5-1 0,-5 0-5 16,27 0 1-16,-11 0-2 16,28 0 0-16,-11 1 2 15,6 9 0-15,-1 0-3 16,-5 5 2-16,-11-1-1 0,-5 21 0 16,-7-5 2-16,-10 29 2 15,0-14 1-15,-17 14 3 16,0-4-5-1,-6 9-1-15,1-10 0 16,-1 6 2-16,1-6-3 16,-1 5 0-16,0-9-12 15,1-1-5-15,-1-9-23 0,1-1-11 16,-1-4-28-16,6-10-12 16,0 0-90-1</inkml:trace>
  <inkml:trace contextRef="#ctx0" brushRef="#br0" timeOffset="-145740.261">16978 14304 444 0,'-50'-9'167'0,"50"9"-129"0,-17 0 28 16,17 0 4-16,0 0-35 16,0 0-9-16,17 0-14 15,0 0-4-15,33-5-4 16,-12 0-5-16,35-5 0 15,-18 5-6-15,12-5 0 0,-12 5-24 16,6 0-9-16,-11 0-28 16,0 0-10-16,-5 5-44 15,10 0-18-15,-10 0 0 16</inkml:trace>
  <inkml:trace contextRef="#ctx0" brushRef="#br0" timeOffset="-145542.649">18033 14206 512 0,'-44'-10'189'0,"44"10"-147"0,-61 0 24 0,55 0-1 16,-16 0-33-16,5 0-7 15,1 5-14-15,-1-5-5 16,6 0-3-16,0 0-5 0,5 5-1 16,1-5-16-16,10 0-5 15,1 0-37-15,21-5-15 0,-4 5-95 16,21-15-39-1,-5 0 47 1</inkml:trace>
  <inkml:trace contextRef="#ctx0" brushRef="#br0" timeOffset="-145155.781">18655 13890 500 0,'-94'-5'187'0,"94"5"-146"0,-50 0 29 0,44 0 1 0,-10 0-36 15,4 0-11-15,1 0-15 16,6 0-7-16,-1 5-1 16,1 0-4-16,-1 5 2 0,1 0-1 15,-7 9 0-15,7-4 2 16,-1 5 2-16,1 0-3 0,5-1 0 16,0 1-1-16,5 0 0 15,1 0 0 1,11 4 0-16,-1-4 0 15,18 5-2-15,-7-6 0 16,12 6 3-16,-6-5-2 16,-5 4-1-16,-6-4-2 15,-10 5 1-15,-7-5 3 0,-16 4 3 16,0 1-2-16,-28 0 0 16,6-6-4-1,-12 1-1-15,6-5-11 16,1-10-1-16,4 0-33 0,6-10-12 15,6 0-53-15,11-10-21 16,0 0-32 0</inkml:trace>
  <inkml:trace contextRef="#ctx0" brushRef="#br0" timeOffset="-144942.776">18411 13924 472 0,'-61'-14'178'0,"61"14"-138"0,-34 0 26 16,29 0 1-16,-1 0-31 0,1 0-9 15,5 0-15-15,0 0-6 16,22 5-3-16,-5-5-3 0,27 0 1 16,-11 0-12-1,34 9-5 1,-12-4-30-16,34 0-12 0,-16 0-30 16,-7 5-12-16,-10 0-67 15,5 0-51 1,-11-5 96-16</inkml:trace>
  <inkml:trace contextRef="#ctx0" brushRef="#br0" timeOffset="-144579.89">19149 14043 444 0,'-5'0'165'0,"5"0"-129"0,-6 0 28 0,6 0 2 15,6 0-25-15,-6 0-8 16,11-5-16 0,0 5-6-16,11-5-6 0,-5 0-6 0,16 5 0 15,-5 0 1-15,16 5 0 0,-5-5-3 16,11 15 2-16,-5-5 1 15,10 9 0-15,-10 1-3 16,-1 5 2 0,-11-5 3-16,-10 4 1 15,-7 1 3-15,-21 0 3 16,5-6-2-16,-34 11 1 16,7-5-1-16,-23 4 3 15,5-4 1-15,-27-10 1 16,11-1-2-16,-45-9-1 15,23 0-1-15,-17-5 0 0,22 0-4 16,1-14-1-16,16 4-1 16,22-25-2-1,5 6-8-15,46-31-3 0,-1 11-18 16,39-25-9-16,-12 15-46 16,40-5-21-16,-17 14-119 15</inkml:trace>
  <inkml:trace contextRef="#ctx0" brushRef="#br0" timeOffset="-143725.274">7654 15997 496 0,'-17'-10'187'0,"17"10"-146"0,11 0 15 0,-5 0-4 15,16 0-26 1,6-5-7-16,16 0-11 16,12 0-6-16,5 0-1 15,5 0-4-15,1 0 0 0,0 1-49 16,-6-6-20-16,0-5-156 16</inkml:trace>
  <inkml:trace contextRef="#ctx0" brushRef="#br0" timeOffset="-143542.674">7781 15711 564 0,'-89'10'211'0,"78"-10"-164"0,11 5 0 0,0-5-12 0,23 0-28 16,32 0-5-16,12-5-27 15,16-5-8-15,11-10 16 16,6 0-93-16,12-9-37 0,-18-6-53 31</inkml:trace>
  <inkml:trace contextRef="#ctx0" brushRef="#br0" timeOffset="-131982.43">9514 15464 420 0,'-6'-5'159'0,"6"5"-124"16,0 0 13-16,0 0-2 15,0 0-16-15,0 0 0 16,-5 0-6-16,-1 0-1 16,6-5-12-16,-16 0 7 0,-1 0 2 0,-5 0-8 15,-6 0-2 1,-11 5-4-16,-5 5-1 0,-1 0-3 16,-5 5-2-16,0 0-2 15,0 5 1-15,6 0 1 16,0 4 0-16,5 1 0 0,11 0 0 15,6 0-5 1,11-1 1-16,5 6 2 16,17 5 1-16,17-6-2 15,5 1 2-15,17 0 3 16,6-6 1-16,10 6-4 16,12 0-1-16,5 4 1 0,-16-4 0 15,0 0-2 1,-23-1 0-16,-5 1 2 15,-6-5 0-15,-16-1 1 0,0 1 2 16,-28 0-1-16,-1 0-1 16,-4-1 1-16,-29-4 1 15,1 0-1-15,-12 0 2 16,-5 0-4-16,-5-1 0 16,-1-9 1-16,-11-5 2 0,1-5-1 15,4 1 2-15,7-6-9 16,10 0-1-16,12 0-16 15,5-5-5-15,17-5-19 16,22-9-8 0,5-11-19-16,17-9-6 15,12-5-34-15,5-11-13 0,5 1 4 16</inkml:trace>
  <inkml:trace contextRef="#ctx0" brushRef="#br0" timeOffset="-131674.299">9164 15257 376 0,'-22'-15'140'0,"22"10"-109"0,-6 0 24 16,6 5 6-16,0 0-16 15,0 0-2-15,0 0-11 16,0 0-5-16,0 0-15 0,0 0 1 0,0 10 1 16,0 5-3-16,0 14-1 15,6 26-4-15,-6 19 1 16,6 10-4-16,5-1 0 15,-11 6-1-15,11-10-2 16,0 0 1-16,0 0 1 16,11 0-1-16,-16-25 2 15,-1-9-2-15,6 4-1 16,6-9 1-16,-17-1 1 16,6-4-17-16,-1-6-4 15,1-4-26-15,-1-5-9 16,1-1-34-16,-1-9-14 15,1 0-84 1</inkml:trace>
  <inkml:trace contextRef="#ctx0" brushRef="#br0" timeOffset="-131051.157">10036 15494 476 0,'-22'-10'178'0,"22"15"-138"0,-6 0 6 0,6-5-5 16,0 0-21-16,0 9-3 0,0 6-8 15,0 5-4 1,0 0-2-16,6 4 2 0,-1 1 1 15,1 5-2-15,5-11-3 16,6 1 2-16,5 0 2 16,11 0-2-16,12-6 0 15,10 1 3-15,6-5 1 16,6 0-6-16,0 0-2 0,-6 5 0 16,-6 4 0-16,-16 1 1 15,-6 0 0 1,-5 0 2-16,-11-1 3 0,-6 1-2 15,-5 0-2-15,-12 0 0 16,-5-1 1-16,-6-4-1 16,-11 0 2-16,-10 0-2 15,-7-5 2-15,-10-1-7 16,-7-4 1-16,7-5-17 0,-1-5-4 16,12-4-32-16,-6-11-12 15,11-10-46-15,11-9-19 16,17-15-34-1</inkml:trace>
  <inkml:trace contextRef="#ctx0" brushRef="#br0" timeOffset="-130828.344">10080 15484 440 0,'-33'-5'165'0,"17"5"-129"0,-7 0 30 0,23 0 6 15,0 0-31-15,0 0-8 16,0 0-16-16,6 0-6 15,11-5-6-15,10-5 1 0,18 0 3 16,16-5-5-16,11 1 0 16,6-1-4-16,-1 5-1 15,-4 0-1-15,-7 5 0 0,-5 0-22 16,-11 5-10-16,0 5-46 16,-5 5-19-16,-6 5-111 15</inkml:trace>
  <inkml:trace contextRef="#ctx0" brushRef="#br0" timeOffset="-130528.869">11086 15499 416 0,'-61'0'154'0,"49"0"-120"0,-4 4 30 16,10 1 7-16,6 0-26 15,0 0-5-15,-11 0-13 16,11 0-5-16,0 0-12 16,0 5-4-16,0 10 0 0,0 9-1 0,0 16 0 15,0-1-3 1,0 5-2-16,0 1-2 0,11-1 1 0,-11 1 3 16,6-1 1-1,-1-5-8-15,1-4-4 0,-1-11-22 16,7-4-10-16,-1-5-38 15,5-5-15 1,7-10-109 0</inkml:trace>
  <inkml:trace contextRef="#ctx0" brushRef="#br0" timeOffset="-130046.643">11441 15819 340 0,'-33'-5'126'0,"33"5"-98"0,-11-5 34 15,11 5 8-15,0-5-24 16,11 1-8-16,0-6-6 16,6 0-1-16,10-5-16 15,-4-5 2-15,10 1 1 0,6-1-4 0,0 0 0 16,5 5-8-1,6 5-2-15,6 10-2 16,5 5-2-16,0 10 1 0,-17 0-1 16,-5 0 2-16,0 9 1 15,-6-4 1-15,-11 10 0 16,1 9 0-16,-23-4 2 16,0-1-3-16,-23 1-2 15,-10-1 2-15,-6 1 0 16,-5-1-1-16,-6-4 1 15,-17-5 0-15,6-10 1 16,0-10 0-16,-6-5 2 16,6-10-3-16,6-5-2 15,10-5 0-15,12-5 1 0,11-4-8 16,11-6-1-16,22-4-5 16,0-1-3-16,17-4-16 15,16-1-7-15,12 1-44 16,16 5-18-16,11 4-101 15</inkml:trace>
  <inkml:trace contextRef="#ctx0" brushRef="#br0" timeOffset="-129594.412">12385 15612 464 0,'-33'-10'173'0,"33"10"-135"0,0 0 25 0,0 0 3 15,0 0-28-15,11 5-9 16,-5-5-13-16,5 0-3 16,5 0-8-16,1-5-3 0,11 0-1 15,5 0-1-15,11 0 0 16,6 0-3-16,6 1 2 0,5-1-1 15,-11 5 0 1,-11 0 2-16,0 5 2 16,-6-5-1-16,-5 14-1 15,-6-4 1-15,-5 25-1 16,-1-11 0-16,-16 21 2 0,0-11-1 16,-5 11-1-16,-6 14 1 15,0 5-1 1,0-5 0-16,-1 1 0 15,1-6 2-15,6-10 1 16,5-4-12-16,-11-11-7 0,5-4-18 16,1-5-6-16,-1-10-28 15,0-5-11-15,1-5-71 16,-6-10-30-16,0-5 39 16</inkml:trace>
  <inkml:trace contextRef="#ctx0" brushRef="#br0" timeOffset="-129370.548">12541 16017 556 0,'-28'-10'206'0,"28"10"-160"0,-11-5 9 0,11 5-8 15,0 0-23-15,0 0-1 16,11 0-11-16,6 0-3 16,5-5-5-16,11 0-3 0,17 0 2 15,17 0-4-15,-12 0 0 16,-10 0-4-16,21 0 1 15,-10 5-11-15,-1-5-3 16,-5 0-18-16,0 1-6 16,-11-1-64-16,-5 0-29 15,-7 0-72 1</inkml:trace>
  <inkml:trace contextRef="#ctx0" brushRef="#br0" timeOffset="-128451.142">13596 15972 428 0,'-11'-15'162'0,"11"15"-126"0,-6-4 34 0,6 4 8 31,0 0-30-31,0 0-7 16,0 0-11-16,0 0-5 15,0 0-13-15,0 0-5 0,-5 0-1 16,5 0-5-16,-6 4-1 16,1-4 0-16,-1 0 0 15,0 0 0-15,6 0 0 0,0 0-3 16,0 5 2-16,0-5 1 15,0 0 0 1,0 0-7-16,0 0 0 0,0 0-6 16,0 0 1-16,0 0-3 15,0-5 2 1,0 5-28-16,6-4-11 0,-6-6-88 16,11 0-38-16,0 0 4 15</inkml:trace>
  <inkml:trace contextRef="#ctx0" brushRef="#br0" timeOffset="-127890.255">14151 15780 380 0,'6'-20'143'0,"5"10"-112"0,-6 0 34 0,-5 10 6 16,6-5-5-16,-6 5 0 16,0-5-19-16,-6 5-6 15,1 0-24-15,-6 0-6 0,0 0 0 16,0 5-7-16,-6 5-2 15,0 0-1-15,-5 5-1 16,0 0-3-16,5 0 2 0,0-1-1 16,6 1 0-16,6 0 0 15,5 0-2-15,11 0 3 16,11-6 0-16,11-4 1 16,12 0 2-16,10-5-3 15,1 0 0-15,5 0 1 0,6 0 2 16,-6 0-3-16,-6 5-2 15,-10 0 2 1,-12 5 2-16,-5 0-5 16,-11 5-1-16,-12 0 6 0,-10 4 4 15,-12 1 0-15,-16 5 2 16,-6-1-4 0,-6 6 0-16,-10-5-3 0,-1-1-3 15,1-9-3-15,5-5-1 16,5-5-16-1,-5-5-5-15,11-10-32 0,12-5-12 16,4-9-46-16,12-11-20 16,6-9-34-1</inkml:trace>
  <inkml:trace contextRef="#ctx0" brushRef="#br0" timeOffset="-127675.225">14051 15716 536 0,'-33'0'200'0,"27"5"-155"0,12 0 0 16,-6-5-11-16,11 0-18 0,6 0-1 16,10 0-9-1,7-5-2-15,5 0-2 0,16 0-2 0,6-5 1 16,6 0-15 0,5 0-5-16,0 0-37 15,1 0-13-15,-7 1-82 16,-10-6-32-16,-6-5 20 15</inkml:trace>
  <inkml:trace contextRef="#ctx0" brushRef="#br0" timeOffset="-127268.297">14862 15691 444 0,'-28'0'167'0,"34"5"-129"0,-6-5 17 15,0 0-1-15,11 0-20 0,0 0-2 16,6-5-13-16,10 0-4 0,7-5-8 31,5 5 2-31,5 5 1 0,12 0-5 0,-1 5-1 0,6 10-4 16,0 0-1-1,0 5 1-15,1 4 2 16,-12 6-1-16,-6-1 2 16,-11 1 0-16,-11-5 1 15,-5-6-2-15,-11 11 1 16,-12 5 0-16,-16 4 1 15,-17 1 0-15,-11-6 2 16,-5 1 1-16,-7-6 1 16,-10-9-2-16,-5-10-1 0,-7-10-1 15,-5-5 0-15,6-5 0 16,11-10 2-16,5 1-3 16,17-6 0-16,17-5-6 15,16 1 0-15,17-6-8 16,22-4-1-16,12-1-20 15,16-4-9-15,16-1-86 16,23-9-40-16,6 0-37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F3598-C73D-4DA3-8571-4B275C35C740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8692B-A9E3-4A8A-A874-D4F0B8E31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621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24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8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75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7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61D6-233E-4746-B40C-DE4EAC028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10DB7-15F4-4A36-AAC5-86B469BF4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904AF-0281-4996-AD27-37DC772C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BCAA9-AC39-4AC9-A021-2C1B388C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2D4AD-6967-47A4-8BF6-EFBD8E87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04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794C-49A5-48B7-AC6D-A5B6D0DC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155E-328E-4BD1-8EDE-B5071A751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3508E-CE31-44CE-AAED-3A75B91D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20BAA-D977-431B-BE57-833EB273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CA7D9-66AA-4852-9FA2-58DD8A06E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511D-CE7B-45C5-A8F2-893E6830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FB2C-714F-4B17-8607-1A5DB5E65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18A7F-B67B-494B-8C71-36082C388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14360-2FD6-47BF-AA1E-90201F5F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8894-8910-4F58-80AB-3FC3ADC1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11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9D2F-94D9-4F7B-A0FD-D7F26973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8947-D357-46D0-9700-D4AE54B92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4F7CB-CB7C-4A57-977A-13FB34125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5EEBB-1CAD-4FFB-B2FE-0C167825A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176A4-ADAC-43F4-89C9-BDE01760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1686-B9F0-46FE-B6B3-49443F2E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434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2F62F-0C4E-4D55-9202-07EB7DC3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59CBA-EFD4-447C-80D6-F4088B38F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F6B52-A6DA-4016-9408-45BD87E51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38342-5A1E-4D6F-865B-0ADD256F3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252D5F-474A-4309-A0EC-F1B7C7609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2911A-5EE2-4637-A1B9-FD057B84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9808A-B984-4E07-A62D-AC5051DE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EE3B-9E4F-49B6-ADFA-BB50EEE7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402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DB79-4EAC-4440-8921-F46A5207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9F541-11DD-4939-A5AB-A716A8717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CF43D-38E8-4E4C-A583-2AE4115A5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CDBD9-F02A-43DC-9102-9AF12816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589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972EA-EA8E-4DCF-931C-E26047BA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3495F-ABAC-48AC-8666-B0DCAAE8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013C7-DD53-4219-8728-7EE419A6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635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E109-0E14-4FB5-9865-3EF52CE21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91566-A8E3-4AB8-9AFC-FF53C628D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59069-FF3F-4569-A364-27A05C683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2F32A-F93D-49CB-8988-C1236A3A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5E049-9D5E-4B27-8DDF-1683E42F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7EA78-979E-4A9C-8290-9C13150A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69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4ACB-4A18-41F6-B3FE-FE2192E9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09FE0-6710-4F87-9E79-DFD72FFEF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F6BF2-D73E-4037-947E-6E7A78808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3A887-3E26-42B9-B688-45FDC5BC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10DCA-7053-4505-9C3A-74580C546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0B9BC-9628-4B98-B517-34F672D7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38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3504-44A0-4E4C-98C0-79097322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4D4BE-CC8C-468A-AA9C-0E0292895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99F36-3A1E-48D1-8E58-70012CDF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DA175-9E67-48C4-8A21-D5B361A3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75EB2-6767-4ADB-A39C-B25CC3D7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990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E0646-C7E1-44B7-9C3D-38EC3BD0E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82FE7-7110-41D0-A6C1-54D8A56EC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901B4-7741-4E52-ACFE-D27454FF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4CFD5-A9CF-4D6A-969B-ED3B9AD4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2B285-23FD-4F1D-A204-2954579A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35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462CD-0D20-45F0-9F83-BFDA550E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476CF-8E81-46FF-B14E-DC57ACB19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E7EA2-C311-4E85-AA58-574940022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2174E-4C9D-481F-A27E-197AA6AE3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DD792-A4DE-45D1-B93F-38EE7FFCC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0E0A6-11E1-4518-8C02-CE76352AD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0ABA4-19DF-4AA6-9802-1793123FB0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38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31FE-A17C-4221-88BC-73DA285AD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3600" dirty="0"/>
              <a:t>Topic: Finance</a:t>
            </a:r>
            <a:br>
              <a:rPr lang="en-AU" sz="3600" dirty="0"/>
            </a:br>
            <a:r>
              <a:rPr lang="en-AU" sz="3600" dirty="0"/>
              <a:t>EQ: How DO I calculate the other variables in the simple interest formula?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AE3F5-A355-4652-B119-0A1A951EB9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2388235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4247" y="204438"/>
            <a:ext cx="245235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Finance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6C1EC8C-B600-4E28-A450-0AEBEE1A53FF}"/>
              </a:ext>
            </a:extLst>
          </p:cNvPr>
          <p:cNvSpPr txBox="1">
            <a:spLocks noChangeArrowheads="1"/>
          </p:cNvSpPr>
          <p:nvPr/>
        </p:nvSpPr>
        <p:spPr>
          <a:xfrm>
            <a:off x="1937447" y="1399537"/>
            <a:ext cx="9559152" cy="45865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Joe wants to borrow $2000 from a bank to buy a new car. He will take 2 years to pay the money back, and the bank’s interest rate is 8% per annum (per year).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simple interest does he pay?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he pay altogether?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B52D42-5412-4D8B-8102-CDE3F1E83F38}"/>
                  </a:ext>
                </a:extLst>
              </p14:cNvPr>
              <p14:cNvContentPartPr/>
              <p14:nvPr/>
            </p14:nvContentPartPr>
            <p14:xfrm>
              <a:off x="2113560" y="2724840"/>
              <a:ext cx="9271080" cy="3400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B52D42-5412-4D8B-8102-CDE3F1E83F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4200" y="2715480"/>
                <a:ext cx="9289800" cy="341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Finance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3B3B472-7933-4362-8914-489E1CFF7322}"/>
              </a:ext>
            </a:extLst>
          </p:cNvPr>
          <p:cNvSpPr txBox="1">
            <a:spLocks noChangeArrowheads="1"/>
          </p:cNvSpPr>
          <p:nvPr/>
        </p:nvSpPr>
        <p:spPr>
          <a:xfrm>
            <a:off x="2032000" y="1560286"/>
            <a:ext cx="9913461" cy="468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Susie borrows $4500 for a holiday. She expects to pay it off after 18 months. The bank charges 9% </a:t>
            </a:r>
            <a:r>
              <a:rPr lang="en-AU" i="1" dirty="0"/>
              <a:t>per annum </a:t>
            </a:r>
            <a:r>
              <a:rPr lang="en-AU" dirty="0"/>
              <a:t>interest.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interest does Susie pay? 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she pay altogether?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C6627A-67EC-49C8-83F6-B6B7436E0882}"/>
              </a:ext>
            </a:extLst>
          </p:cNvPr>
          <p:cNvSpPr txBox="1"/>
          <p:nvPr/>
        </p:nvSpPr>
        <p:spPr>
          <a:xfrm>
            <a:off x="9044247" y="204438"/>
            <a:ext cx="245235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7DCEB3-8FFC-4E0B-9508-E240181BAA6C}"/>
                  </a:ext>
                </a:extLst>
              </p14:cNvPr>
              <p14:cNvContentPartPr/>
              <p14:nvPr/>
            </p14:nvContentPartPr>
            <p14:xfrm>
              <a:off x="2195640" y="2913120"/>
              <a:ext cx="9378720" cy="297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7DCEB3-8FFC-4E0B-9508-E240181BAA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6280" y="2903760"/>
                <a:ext cx="9397440" cy="299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047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44882" y="235915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Finance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A03056-4FD6-4A80-A4A0-6F0AF5D7C346}"/>
              </a:ext>
            </a:extLst>
          </p:cNvPr>
          <p:cNvSpPr txBox="1"/>
          <p:nvPr/>
        </p:nvSpPr>
        <p:spPr>
          <a:xfrm>
            <a:off x="1958710" y="1377944"/>
            <a:ext cx="592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Whatever is being solved for in the equation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3136A7-0248-4965-8976-EB5A893E4484}"/>
              </a:ext>
            </a:extLst>
          </p:cNvPr>
          <p:cNvSpPr txBox="1"/>
          <p:nvPr/>
        </p:nvSpPr>
        <p:spPr>
          <a:xfrm>
            <a:off x="1958710" y="1783802"/>
            <a:ext cx="7801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accent1">
                    <a:lumMod val="75000"/>
                  </a:schemeClr>
                </a:solidFill>
              </a:rPr>
              <a:t>In this equation simple interest is the subject but what if we wanted to find the rate? (or principal amount or time)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B8829-3DB0-463E-B4BF-AECE9D046602}"/>
              </a:ext>
            </a:extLst>
          </p:cNvPr>
          <p:cNvSpPr txBox="1"/>
          <p:nvPr/>
        </p:nvSpPr>
        <p:spPr>
          <a:xfrm>
            <a:off x="1958710" y="2491688"/>
            <a:ext cx="6408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need to re-arrange the equation using back-tracking</a:t>
            </a:r>
          </a:p>
          <a:p>
            <a:endParaRPr lang="en-AU" sz="1000" dirty="0"/>
          </a:p>
          <a:p>
            <a:r>
              <a:rPr lang="en-AU" sz="2400" dirty="0"/>
              <a:t>Backtracking uses opposite operations to find the unknown.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5CAA2-35C2-4A17-8EDF-E489BAC73D4B}"/>
              </a:ext>
            </a:extLst>
          </p:cNvPr>
          <p:cNvSpPr txBox="1"/>
          <p:nvPr/>
        </p:nvSpPr>
        <p:spPr>
          <a:xfrm>
            <a:off x="8678223" y="2491688"/>
            <a:ext cx="3110133" cy="150810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Inverse Operations</a:t>
            </a:r>
          </a:p>
          <a:p>
            <a:endParaRPr lang="en-AU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Addition and Subtraction</a:t>
            </a: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Multiplication and Division</a:t>
            </a:r>
            <a:r>
              <a:rPr lang="en-AU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F7D2C-A5FF-4B26-BE55-9D4E35F2FF95}"/>
              </a:ext>
            </a:extLst>
          </p:cNvPr>
          <p:cNvSpPr txBox="1"/>
          <p:nvPr/>
        </p:nvSpPr>
        <p:spPr>
          <a:xfrm>
            <a:off x="2443273" y="43393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D7E86C-6C10-47D8-8EA7-9CA6BD5C6C5B}"/>
              </a:ext>
            </a:extLst>
          </p:cNvPr>
          <p:cNvSpPr txBox="1"/>
          <p:nvPr/>
        </p:nvSpPr>
        <p:spPr>
          <a:xfrm>
            <a:off x="5859259" y="4272551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2E4DE3-FE9D-446B-B49A-7C794EE38161}"/>
              </a:ext>
            </a:extLst>
          </p:cNvPr>
          <p:cNvSpPr txBox="1"/>
          <p:nvPr/>
        </p:nvSpPr>
        <p:spPr>
          <a:xfrm>
            <a:off x="5859261" y="4937438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Division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70AC92-1A84-476B-A847-772324C29CFB}"/>
              </a:ext>
            </a:extLst>
          </p:cNvPr>
          <p:cNvSpPr txBox="1"/>
          <p:nvPr/>
        </p:nvSpPr>
        <p:spPr>
          <a:xfrm>
            <a:off x="5954108" y="5466048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We have to do the EXACT same thing to both sides to keep the equation BALANCED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3B449-3412-49D0-94D6-AB0288AAC8C3}"/>
                  </a:ext>
                </a:extLst>
              </p:cNvPr>
              <p:cNvSpPr txBox="1"/>
              <p:nvPr/>
            </p:nvSpPr>
            <p:spPr>
              <a:xfrm>
                <a:off x="2677887" y="5005830"/>
                <a:ext cx="586438" cy="2773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3B449-3412-49D0-94D6-AB0288AAC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887" y="5005830"/>
                <a:ext cx="586438" cy="277370"/>
              </a:xfrm>
              <a:prstGeom prst="rect">
                <a:avLst/>
              </a:prstGeom>
              <a:blipFill>
                <a:blip r:embed="rId3"/>
                <a:stretch>
                  <a:fillRect l="-4167" r="-833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E28A1-1726-48CE-99D6-CF3558661E25}"/>
                  </a:ext>
                </a:extLst>
              </p:cNvPr>
              <p:cNvSpPr txBox="1"/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E28A1-1726-48CE-99D6-CF3558661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blipFill>
                <a:blip r:embed="rId4"/>
                <a:stretch>
                  <a:fillRect l="-4211" r="-7368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BAE858-5F22-4870-834D-7167DD2F14DF}"/>
                  </a:ext>
                </a:extLst>
              </p:cNvPr>
              <p:cNvSpPr txBox="1"/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rgbClr val="FFFF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BAE858-5F22-4870-834D-7167DD2F1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F32349A-A30D-4D50-A105-4C529CE96C14}"/>
              </a:ext>
            </a:extLst>
          </p:cNvPr>
          <p:cNvSpPr txBox="1"/>
          <p:nvPr/>
        </p:nvSpPr>
        <p:spPr>
          <a:xfrm>
            <a:off x="122294" y="1528062"/>
            <a:ext cx="2282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subject?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DA096B-E8F6-438F-9EFB-592D63C53160}"/>
              </a:ext>
            </a:extLst>
          </p:cNvPr>
          <p:cNvSpPr txBox="1"/>
          <p:nvPr/>
        </p:nvSpPr>
        <p:spPr>
          <a:xfrm>
            <a:off x="168698" y="2601407"/>
            <a:ext cx="1567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get a different subject?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FFFA3-988C-4CE7-AD4C-D915727FBCF2}"/>
              </a:ext>
            </a:extLst>
          </p:cNvPr>
          <p:cNvSpPr txBox="1"/>
          <p:nvPr/>
        </p:nvSpPr>
        <p:spPr>
          <a:xfrm>
            <a:off x="122294" y="4488273"/>
            <a:ext cx="1665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</p:spTree>
    <p:extLst>
      <p:ext uri="{BB962C8B-B14F-4D97-AF65-F5344CB8AC3E}">
        <p14:creationId xmlns:p14="http://schemas.microsoft.com/office/powerpoint/2010/main" val="20283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animBg="1"/>
      <p:bldP spid="18" grpId="0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Finance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E5108D-17E5-41AC-877F-17DDCDBA65A6}"/>
              </a:ext>
            </a:extLst>
          </p:cNvPr>
          <p:cNvSpPr txBox="1"/>
          <p:nvPr/>
        </p:nvSpPr>
        <p:spPr>
          <a:xfrm>
            <a:off x="2220686" y="1473398"/>
            <a:ext cx="3397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/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204477-39B7-49C4-81BA-E87DDBA8282E}"/>
                  </a:ext>
                </a:extLst>
              </p:cNvPr>
              <p:cNvSpPr txBox="1"/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204477-39B7-49C4-81BA-E87DDBA82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blipFill>
                <a:blip r:embed="rId4"/>
                <a:stretch>
                  <a:fillRect l="-4255" r="-851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FD618-F1D9-4640-982A-1D8EE193EBF4}"/>
                  </a:ext>
                </a:extLst>
              </p:cNvPr>
              <p:cNvSpPr txBox="1"/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FD618-F1D9-4640-982A-1D8EE193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blipFill>
                <a:blip r:embed="rId5"/>
                <a:stretch>
                  <a:fillRect l="-4211" r="-842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D0D1A8E-CCA0-45F5-AEB7-153FD563607B}"/>
              </a:ext>
            </a:extLst>
          </p:cNvPr>
          <p:cNvSpPr txBox="1"/>
          <p:nvPr/>
        </p:nvSpPr>
        <p:spPr>
          <a:xfrm>
            <a:off x="6012464" y="1623546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9A297-E8D5-4583-8512-343F6D8848A2}"/>
              </a:ext>
            </a:extLst>
          </p:cNvPr>
          <p:cNvSpPr txBox="1"/>
          <p:nvPr/>
        </p:nvSpPr>
        <p:spPr>
          <a:xfrm>
            <a:off x="6012464" y="2269877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Division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47600-D72B-42BE-A8AD-629F345D0452}"/>
              </a:ext>
            </a:extLst>
          </p:cNvPr>
          <p:cNvSpPr txBox="1"/>
          <p:nvPr/>
        </p:nvSpPr>
        <p:spPr>
          <a:xfrm>
            <a:off x="6237653" y="2629366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We have to do the EXACT same thing to both sides to keep the equation BALANCED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B9DEB-16CA-4B72-AC5B-F65D1DEE3F40}"/>
              </a:ext>
            </a:extLst>
          </p:cNvPr>
          <p:cNvSpPr txBox="1"/>
          <p:nvPr/>
        </p:nvSpPr>
        <p:spPr>
          <a:xfrm>
            <a:off x="2269331" y="318503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 P</a:t>
            </a:r>
            <a:r>
              <a:rPr lang="en-AU" sz="4000" dirty="0">
                <a:solidFill>
                  <a:srgbClr val="FF0000"/>
                </a:solidFill>
              </a:rPr>
              <a:t>R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8B134B-98D4-4EFF-AD47-7C5598092ED1}"/>
                  </a:ext>
                </a:extLst>
              </p:cNvPr>
              <p:cNvSpPr txBox="1"/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8B134B-98D4-4EFF-AD47-7C5598092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blipFill>
                <a:blip r:embed="rId6"/>
                <a:stretch>
                  <a:fillRect l="-4255" r="-851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EFBB0C-4BA7-4A03-9B55-7977533CD7AA}"/>
                  </a:ext>
                </a:extLst>
              </p:cNvPr>
              <p:cNvSpPr txBox="1"/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EFBB0C-4BA7-4A03-9B55-7977533C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blipFill>
                <a:blip r:embed="rId7"/>
                <a:stretch>
                  <a:fillRect l="-4255" r="-957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/>
              <p:nvPr/>
            </p:nvSpPr>
            <p:spPr>
              <a:xfrm>
                <a:off x="2269330" y="4045762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R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30" y="4045762"/>
                <a:ext cx="3355755" cy="963149"/>
              </a:xfrm>
              <a:prstGeom prst="rect">
                <a:avLst/>
              </a:prstGeom>
              <a:blipFill>
                <a:blip r:embed="rId8"/>
                <a:stretch>
                  <a:fillRect b="-11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B27F5D1-F62E-4190-A5B9-F91B73F57706}"/>
              </a:ext>
            </a:extLst>
          </p:cNvPr>
          <p:cNvSpPr txBox="1"/>
          <p:nvPr/>
        </p:nvSpPr>
        <p:spPr>
          <a:xfrm>
            <a:off x="2084379" y="49396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 PR</a:t>
            </a:r>
            <a:r>
              <a:rPr lang="en-AU" sz="4000" dirty="0">
                <a:solidFill>
                  <a:srgbClr val="FF0000"/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7D40E5-8BBE-4A54-9600-700E408757B5}"/>
                  </a:ext>
                </a:extLst>
              </p:cNvPr>
              <p:cNvSpPr txBox="1"/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7D40E5-8BBE-4A54-9600-700E40875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blipFill>
                <a:blip r:embed="rId9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8CFB7-E241-44E1-979F-20510B4C457A}"/>
                  </a:ext>
                </a:extLst>
              </p:cNvPr>
              <p:cNvSpPr txBox="1"/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8CFB7-E241-44E1-979F-20510B4C4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blipFill>
                <a:blip r:embed="rId10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/>
              <p:nvPr/>
            </p:nvSpPr>
            <p:spPr>
              <a:xfrm>
                <a:off x="2307771" y="5769429"/>
                <a:ext cx="3317314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771" y="5769429"/>
                <a:ext cx="3317314" cy="9631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AE20D84-07BE-4CD9-8CE6-8705C37FE848}"/>
              </a:ext>
            </a:extLst>
          </p:cNvPr>
          <p:cNvSpPr txBox="1"/>
          <p:nvPr/>
        </p:nvSpPr>
        <p:spPr>
          <a:xfrm>
            <a:off x="103866" y="1554459"/>
            <a:ext cx="1671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64689-57C3-42C8-B86C-2A5DE1AAE4C2}"/>
              </a:ext>
            </a:extLst>
          </p:cNvPr>
          <p:cNvSpPr txBox="1"/>
          <p:nvPr/>
        </p:nvSpPr>
        <p:spPr>
          <a:xfrm>
            <a:off x="79900" y="3237053"/>
            <a:ext cx="2264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R the subject of the equation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0EE97-56F0-452A-A90E-2EF9A7D1C335}"/>
              </a:ext>
            </a:extLst>
          </p:cNvPr>
          <p:cNvSpPr txBox="1"/>
          <p:nvPr/>
        </p:nvSpPr>
        <p:spPr>
          <a:xfrm>
            <a:off x="79900" y="4877174"/>
            <a:ext cx="1695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T the subject of the equation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903305-970B-45E2-90E3-5ABEE17E3B50}"/>
              </a:ext>
            </a:extLst>
          </p:cNvPr>
          <p:cNvSpPr txBox="1"/>
          <p:nvPr/>
        </p:nvSpPr>
        <p:spPr>
          <a:xfrm>
            <a:off x="9044247" y="204438"/>
            <a:ext cx="245235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322054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1367" y="1641896"/>
                <a:ext cx="9720073" cy="4023360"/>
              </a:xfrm>
            </p:spPr>
            <p:txBody>
              <a:bodyPr>
                <a:normAutofit fontScale="92500"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are the total repayments on a loan of $2000 that is paid back over a period of 2 years charged simple interest of 6.95% pa?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many years are there in 75 months? Your answer should be to the nearest month.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the interest earned on $1000 invested for 15 months at an interest of 2.5% pa?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+3=15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what is the value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1367" y="1641896"/>
                <a:ext cx="9720073" cy="4023360"/>
              </a:xfrm>
              <a:blipFill>
                <a:blip r:embed="rId2"/>
                <a:stretch>
                  <a:fillRect l="-1129" t="-24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27526" y="518379"/>
            <a:ext cx="21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Topic: Finance</a:t>
            </a:r>
            <a:endParaRPr lang="en-AU" sz="2800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51403" y="865141"/>
            <a:ext cx="639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accent2"/>
                </a:solidFill>
              </a:rPr>
              <a:t>EQ – </a:t>
            </a:r>
            <a:r>
              <a:rPr lang="en-US" sz="2400" dirty="0">
                <a:solidFill>
                  <a:schemeClr val="accent2"/>
                </a:solidFill>
              </a:rPr>
              <a:t>How do you calculate for the other variables in the simple interest formula?</a:t>
            </a:r>
            <a:endParaRPr lang="en-AU" sz="24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483EAA-A089-42CD-BDB4-F38864BC5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79" y="4470767"/>
            <a:ext cx="6143347" cy="197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E77DC3-5208-41AB-B735-FCFAFAF76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52" y="120444"/>
            <a:ext cx="11687695" cy="37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5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62B3E7-1AF6-4E84-B1B4-8EAE7C8B1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61"/>
            <a:ext cx="12192000" cy="334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42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037232-1A3C-4250-9833-8E3342800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9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56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A9D6BC-7D1F-4BE1-BB7E-829E8E6AD6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16" t="50000" r="30077" b="22037"/>
          <a:stretch/>
        </p:blipFill>
        <p:spPr>
          <a:xfrm>
            <a:off x="239151" y="109024"/>
            <a:ext cx="8692744" cy="3084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3E0A46-0ED9-4B1E-8724-0B8684A4B7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615" t="24808" r="30077" b="60416"/>
          <a:stretch/>
        </p:blipFill>
        <p:spPr>
          <a:xfrm>
            <a:off x="1162931" y="3327009"/>
            <a:ext cx="8515642" cy="15966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1BA206-E600-4407-8DC6-CA152EE98B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077" t="70472" r="31231" b="14752"/>
          <a:stretch/>
        </p:blipFill>
        <p:spPr>
          <a:xfrm>
            <a:off x="2655082" y="5152293"/>
            <a:ext cx="8205177" cy="159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6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Widescreen</PresentationFormat>
  <Paragraphs>116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Kiwi School Handwriting</vt:lpstr>
      <vt:lpstr>Wingdings</vt:lpstr>
      <vt:lpstr>Office Theme</vt:lpstr>
      <vt:lpstr>Topic: Finance EQ: How DO I calculate the other variables in the simple interest formula?</vt:lpstr>
      <vt:lpstr>PowerPoint Presentation</vt:lpstr>
      <vt:lpstr>PowerPoint Presentation</vt:lpstr>
      <vt:lpstr>PowerPoint Presentation</vt:lpstr>
      <vt:lpstr>PowerPoint Presentation</vt:lpstr>
      <vt:lpstr>Five Questions (LHS)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Finance EQ: How DO I calculate the other variables in the simple interest formula?</dc:title>
  <dc:creator>MCALLISTER Robert [Baldivis Secondary College]</dc:creator>
  <cp:lastModifiedBy>MCALLISTER Robert [Baldivis Secondary College]</cp:lastModifiedBy>
  <cp:revision>1</cp:revision>
  <dcterms:created xsi:type="dcterms:W3CDTF">2020-03-13T06:05:52Z</dcterms:created>
  <dcterms:modified xsi:type="dcterms:W3CDTF">2020-03-13T06:06:26Z</dcterms:modified>
</cp:coreProperties>
</file>