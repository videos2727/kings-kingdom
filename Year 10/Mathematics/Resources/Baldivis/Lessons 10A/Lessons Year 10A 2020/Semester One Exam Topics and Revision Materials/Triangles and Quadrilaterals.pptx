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1"/>
  </p:notesMasterIdLst>
  <p:sldIdLst>
    <p:sldId id="272" r:id="rId4"/>
    <p:sldId id="273" r:id="rId5"/>
    <p:sldId id="267" r:id="rId6"/>
    <p:sldId id="274" r:id="rId7"/>
    <p:sldId id="275" r:id="rId8"/>
    <p:sldId id="276" r:id="rId9"/>
    <p:sldId id="277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009900"/>
    <a:srgbClr val="99FF66"/>
    <a:srgbClr val="FF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55" autoAdjust="0"/>
    <p:restoredTop sz="94660"/>
  </p:normalViewPr>
  <p:slideViewPr>
    <p:cSldViewPr>
      <p:cViewPr>
        <p:scale>
          <a:sx n="80" d="100"/>
          <a:sy n="80" d="100"/>
        </p:scale>
        <p:origin x="-1858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AC2DFA9-CC8D-4011-AA2B-848F3FC94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3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C722E-2588-4308-B9FC-842F309EB2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9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FC724-849D-4478-BAD2-8FACAEA31F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4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3810F-E8DD-48EA-BECB-F2E10661B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5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E03A4-DF86-4C0D-93FA-3AA3890BAA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EF287-92F2-41DD-B05F-75580F8B9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6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2B799-62D4-47AA-B364-8BD4BC0D89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09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E5B40-5893-49DA-B6E2-3F96FD0CE3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3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91C47-D878-47DA-9EA5-C63C7906A6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78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CDF1A-2F60-4795-9ADF-AA17B9DC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44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DFE83-A267-4E77-B8FC-00F531CDDC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3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0721B-7116-4CAD-B0E1-92D20A693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0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DB3228-A4BF-4710-B170-7D874C72D660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C068C35-D08D-411D-AFD3-30454A46649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926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37A028F-01B4-4168-89A4-2FCBF8EA50F7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0D4B55C-788B-4384-AE4C-AF3774EE3BFF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04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A8829D5-32F7-4E4C-924F-FA78E31AE6CE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BD8AC7E4-D36B-49DA-840F-760B2D73149F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2559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E3F35E1-FF4A-414F-B5F3-318AEF94F5EF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6388422-0EF8-4DE8-BBFE-70125E5E1C7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5051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D93899AC-0404-479C-B6F9-78EFDF3F8207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DD7A2C0-3F5E-4D8C-A941-5FF4E226F069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433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F944F178-6F59-47E4-9DC9-CB5551992E52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5574DAA-D9D2-488F-811D-5E5349E47E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8583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57813FC-AC3C-416C-A3E6-7A03EE0756A9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D52D8E22-6720-49DF-B787-4400306EB55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8315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0C12627-B49B-45F0-BFED-A63E8503E0BA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BEEF719-D25C-4CB0-805E-62D2CCAFFDF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5669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6C9D0AB-17D5-4F15-A425-60A3C9728353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065FC16-AB15-4FD9-9542-133A71CDA18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55176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A728C1E-5E46-45CA-8CEC-4190666ACE39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3C975BD-9BB9-496B-BFDE-0221B116436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21686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557D1D7-18C0-4A88-8D54-58C0B185D722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EE61735-1B25-4CF3-B6BE-303EAB081E2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3905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1495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0421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74750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39571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46634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4820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88403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1183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8487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15131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260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75A7E39-531E-4FC1-93D5-D9196569D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A2349C4C-B07F-45F1-9E43-C7232431594C}" type="datetimeFigureOut">
              <a:rPr lang="en-AU"/>
              <a:pPr>
                <a:defRPr/>
              </a:pPr>
              <a:t>28/10/2016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6F5FD3A-7F44-4D3B-9954-B2319C68E7A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667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AU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>
                <a:cs typeface="+mn-cs"/>
              </a:rPr>
              <a:pPr>
                <a:defRPr/>
              </a:pPr>
              <a:t>28/10/2016</a:t>
            </a:fld>
            <a:endParaRPr lang="en-AU" dirty="0"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>
                <a:cs typeface="+mn-cs"/>
              </a:rPr>
              <a:pPr>
                <a:defRPr/>
              </a:pPr>
              <a:t>‹#›</a:t>
            </a:fld>
            <a:endParaRPr lang="en-AU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69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 smtClean="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 smtClean="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 smtClean="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76109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24</a:t>
            </a:r>
          </a:p>
          <a:p>
            <a:r>
              <a:rPr lang="en-AU" sz="16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7</a:t>
            </a:r>
          </a:p>
          <a:p>
            <a:r>
              <a:rPr lang="en-AU" sz="16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30</a:t>
            </a:r>
            <a:endParaRPr lang="en-AU" sz="16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Date</a:t>
            </a:r>
            <a:endParaRPr lang="en-AU" sz="24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EQ – </a:t>
            </a:r>
            <a:r>
              <a:rPr lang="en-AU" sz="22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What does the exterior angle in triangle add to? </a:t>
            </a:r>
            <a:endParaRPr lang="en-AU" sz="22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5249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Topic: </a:t>
            </a:r>
            <a:r>
              <a:rPr lang="en-AU" sz="2800" dirty="0" smtClean="0">
                <a:solidFill>
                  <a:prstClr val="black"/>
                </a:solidFill>
                <a:latin typeface="Times New Roman" pitchFamily="18" charset="0"/>
                <a:cs typeface="+mn-cs"/>
              </a:rPr>
              <a:t>Triangles and Quadrilaterals</a:t>
            </a:r>
            <a:endParaRPr lang="en-AU" sz="2800" dirty="0">
              <a:solidFill>
                <a:prstClr val="black"/>
              </a:solidFill>
              <a:latin typeface="Times New Roman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70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2" t="10397" r="30406" b="53382"/>
          <a:stretch/>
        </p:blipFill>
        <p:spPr bwMode="auto">
          <a:xfrm>
            <a:off x="1043608" y="764704"/>
            <a:ext cx="7069401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865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22" t="48932" r="30406" b="34616"/>
          <a:stretch/>
        </p:blipFill>
        <p:spPr bwMode="auto">
          <a:xfrm>
            <a:off x="1105987" y="4509120"/>
            <a:ext cx="6398132" cy="2101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4" t="36944" r="26094" b="50000"/>
          <a:stretch/>
        </p:blipFill>
        <p:spPr bwMode="auto">
          <a:xfrm>
            <a:off x="611559" y="332656"/>
            <a:ext cx="830083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7" t="37222" r="25156" b="41111"/>
          <a:stretch/>
        </p:blipFill>
        <p:spPr bwMode="auto">
          <a:xfrm>
            <a:off x="571946" y="1916832"/>
            <a:ext cx="746621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27584" y="3645024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Exterior angle is equal to the sum of the two opposite interior angles.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471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47" t="53889" r="25625" b="11389"/>
          <a:stretch/>
        </p:blipFill>
        <p:spPr bwMode="auto">
          <a:xfrm>
            <a:off x="323528" y="908720"/>
            <a:ext cx="8445964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6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94" t="11250" r="25000" b="36528"/>
          <a:stretch/>
        </p:blipFill>
        <p:spPr bwMode="auto">
          <a:xfrm>
            <a:off x="467543" y="548680"/>
            <a:ext cx="7534409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470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6" t="27361" r="24604" b="13647"/>
          <a:stretch/>
        </p:blipFill>
        <p:spPr bwMode="auto">
          <a:xfrm>
            <a:off x="467544" y="188640"/>
            <a:ext cx="7560840" cy="644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243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45</Words>
  <Application>Microsoft Office PowerPoint</Application>
  <PresentationFormat>On-screen Show (4:3)</PresentationFormat>
  <Paragraphs>16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Default Design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Range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just a test to see if notes will appear here…</dc:title>
  <dc:creator>Craig Barton</dc:creator>
  <cp:lastModifiedBy>FRASER-JONES Laura</cp:lastModifiedBy>
  <cp:revision>302</cp:revision>
  <dcterms:created xsi:type="dcterms:W3CDTF">2007-08-06T16:33:49Z</dcterms:created>
  <dcterms:modified xsi:type="dcterms:W3CDTF">2016-10-27T23:32:13Z</dcterms:modified>
</cp:coreProperties>
</file>