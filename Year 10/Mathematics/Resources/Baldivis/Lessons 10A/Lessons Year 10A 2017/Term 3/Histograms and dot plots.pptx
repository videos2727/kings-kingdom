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6" r:id="rId4"/>
    <p:sldId id="267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latin typeface="Algerian" panose="04020705040A02060702" pitchFamily="82" charset="0"/>
              </a:rPr>
              <a:t>Power </a:t>
            </a:r>
            <a:r>
              <a:rPr lang="en-AU" b="1" dirty="0" smtClean="0">
                <a:latin typeface="Algerian" panose="04020705040A02060702" pitchFamily="82" charset="0"/>
              </a:rPr>
              <a:t>write</a:t>
            </a:r>
            <a:endParaRPr lang="en-AU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What are the different ways we can represent data?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Histograms and Dot 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you determine which data display is best?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907704" y="1916832"/>
            <a:ext cx="68322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Histogram: A  graph with bars showing the frequency of class intervals. A way of displaying continuous data. (there should be no gaps between the bars)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Dot plot: A number line with the frequency of scores represented by the number of dots above each points</a:t>
            </a:r>
            <a:endParaRPr lang="en-AU" dirty="0"/>
          </a:p>
        </p:txBody>
      </p:sp>
      <p:sp>
        <p:nvSpPr>
          <p:cNvPr id="5" name="AutoShape 2" descr="Image result for dot plot"/>
          <p:cNvSpPr>
            <a:spLocks noChangeAspect="1" noChangeArrowheads="1"/>
          </p:cNvSpPr>
          <p:nvPr/>
        </p:nvSpPr>
        <p:spPr bwMode="auto">
          <a:xfrm>
            <a:off x="155575" y="-708025"/>
            <a:ext cx="2095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8" name="AutoShape 4" descr="Image result for dot plot"/>
          <p:cNvSpPr>
            <a:spLocks noChangeAspect="1" noChangeArrowheads="1"/>
          </p:cNvSpPr>
          <p:nvPr/>
        </p:nvSpPr>
        <p:spPr bwMode="auto">
          <a:xfrm>
            <a:off x="307975" y="-555625"/>
            <a:ext cx="2095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3" name="AutoShape 6" descr="Image result for dot plo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083646"/>
            <a:ext cx="258127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687" y="2920322"/>
            <a:ext cx="29337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latin typeface="Algerian" panose="04020705040A02060702" pitchFamily="82" charset="0"/>
              </a:rPr>
              <a:t>From the activities we did last week.</a:t>
            </a:r>
            <a:endParaRPr lang="en-AU" sz="4000" b="1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656" y="2210961"/>
            <a:ext cx="65004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 smtClean="0"/>
              <a:t>What is the best way to represent the data?</a:t>
            </a:r>
            <a:endParaRPr lang="en-AU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475656" y="3621500"/>
            <a:ext cx="23012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Reaction Time:</a:t>
            </a:r>
          </a:p>
          <a:p>
            <a:endParaRPr lang="en-AU" dirty="0"/>
          </a:p>
          <a:p>
            <a:r>
              <a:rPr lang="en-AU" dirty="0" smtClean="0"/>
              <a:t>Word search:</a:t>
            </a:r>
          </a:p>
          <a:p>
            <a:endParaRPr lang="en-AU" dirty="0"/>
          </a:p>
          <a:p>
            <a:r>
              <a:rPr lang="en-AU" dirty="0" smtClean="0"/>
              <a:t>Math Problem solving:</a:t>
            </a:r>
          </a:p>
          <a:p>
            <a:endParaRPr lang="en-AU" dirty="0"/>
          </a:p>
          <a:p>
            <a:r>
              <a:rPr lang="en-AU" dirty="0" smtClean="0"/>
              <a:t>Lolly throw:</a:t>
            </a:r>
          </a:p>
          <a:p>
            <a:endParaRPr lang="en-AU" dirty="0"/>
          </a:p>
          <a:p>
            <a:r>
              <a:rPr lang="en-AU" dirty="0" smtClean="0"/>
              <a:t>Mental Maths: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47525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Making a Histogram for Reaction time</a:t>
            </a:r>
            <a:endParaRPr lang="en-A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556792"/>
            <a:ext cx="4534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Sort the data into a frequency table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Draw your axes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Draw your graph using the frequency table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59492"/>
              </p:ext>
            </p:extLst>
          </p:nvPr>
        </p:nvGraphicFramePr>
        <p:xfrm>
          <a:off x="5364088" y="1988840"/>
          <a:ext cx="2399928" cy="254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964"/>
                <a:gridCol w="1199964"/>
              </a:tblGrid>
              <a:tr h="380212">
                <a:tc>
                  <a:txBody>
                    <a:bodyPr/>
                    <a:lstStyle/>
                    <a:p>
                      <a:r>
                        <a:rPr lang="en-AU" dirty="0" smtClean="0"/>
                        <a:t>Class</a:t>
                      </a:r>
                      <a:r>
                        <a:rPr lang="en-AU" baseline="0" dirty="0" smtClean="0"/>
                        <a:t> intervals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Frequency</a:t>
                      </a:r>
                      <a:endParaRPr lang="en-AU" dirty="0"/>
                    </a:p>
                  </a:txBody>
                  <a:tcPr/>
                </a:tc>
              </a:tr>
              <a:tr h="380212"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r>
                        <a:rPr lang="en-AU" baseline="0" dirty="0" smtClean="0"/>
                        <a:t> to 0.1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80212">
                <a:tc>
                  <a:txBody>
                    <a:bodyPr/>
                    <a:lstStyle/>
                    <a:p>
                      <a:r>
                        <a:rPr lang="en-AU" dirty="0" smtClean="0"/>
                        <a:t>0.1 to 0.2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38021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8021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80212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Represent the data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Display the data for each of the activities</a:t>
            </a:r>
            <a:r>
              <a:rPr lang="en-AU" dirty="0" smtClean="0"/>
              <a:t>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Choose which display is best.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You must have at least one dot plot and one histogram, but feel free to use other display we have learnt. (box and whisker etc.)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210</Words>
  <Application>Microsoft Office PowerPoint</Application>
  <PresentationFormat>On-screen Show (4:3)</PresentationFormat>
  <Paragraphs>56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 write</vt:lpstr>
      <vt:lpstr>PowerPoint Presentation</vt:lpstr>
      <vt:lpstr>PowerPoint Presentation</vt:lpstr>
      <vt:lpstr>PowerPoint Presentation</vt:lpstr>
      <vt:lpstr>Represent the data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8</cp:revision>
  <dcterms:created xsi:type="dcterms:W3CDTF">2016-10-20T03:14:06Z</dcterms:created>
  <dcterms:modified xsi:type="dcterms:W3CDTF">2017-08-01T07:29:31Z</dcterms:modified>
</cp:coreProperties>
</file>