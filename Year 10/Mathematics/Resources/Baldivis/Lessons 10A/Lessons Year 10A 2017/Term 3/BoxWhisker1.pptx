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8" r:id="rId3"/>
    <p:sldId id="260" r:id="rId4"/>
    <p:sldId id="267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034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Quick-Write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27044-FE65-40FC-A6F7-E1268078B3CD}"/>
              </a:ext>
            </a:extLst>
          </p:cNvPr>
          <p:cNvSpPr txBox="1"/>
          <p:nvPr/>
        </p:nvSpPr>
        <p:spPr>
          <a:xfrm>
            <a:off x="1331640" y="2132856"/>
            <a:ext cx="6696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/>
              <a:t>Write everything you remember about “Measures of Central Tendency”. Definitions, Formulas etc.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28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Box &amp; Whisker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sections for a Box &amp; Whisker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1D951-CAC3-4684-85FC-2474AC01985E}"/>
              </a:ext>
            </a:extLst>
          </p:cNvPr>
          <p:cNvSpPr txBox="1"/>
          <p:nvPr/>
        </p:nvSpPr>
        <p:spPr>
          <a:xfrm>
            <a:off x="3203848" y="2348880"/>
            <a:ext cx="55446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Quartile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Lower 25%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Next 25%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Next 25%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Upper 25%</a:t>
            </a:r>
          </a:p>
          <a:p>
            <a:endParaRPr lang="en-AU" dirty="0"/>
          </a:p>
          <a:p>
            <a:r>
              <a:rPr lang="en-AU" dirty="0"/>
              <a:t>It is splitting you data to enable more effective use of it.</a:t>
            </a:r>
          </a:p>
          <a:p>
            <a:endParaRPr lang="en-AU" dirty="0"/>
          </a:p>
          <a:p>
            <a:r>
              <a:rPr lang="en-AU" dirty="0"/>
              <a:t>To do this you need to find the 3 points to split the data</a:t>
            </a:r>
          </a:p>
          <a:p>
            <a:endParaRPr lang="en-AU" dirty="0"/>
          </a:p>
          <a:p>
            <a:r>
              <a:rPr lang="en-AU" dirty="0"/>
              <a:t>Q1</a:t>
            </a:r>
          </a:p>
          <a:p>
            <a:r>
              <a:rPr lang="en-AU" dirty="0"/>
              <a:t>Q2 - Median</a:t>
            </a:r>
          </a:p>
          <a:p>
            <a:r>
              <a:rPr lang="en-AU" dirty="0"/>
              <a:t>Q3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934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28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Box &amp; Whisker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sections for a Box &amp; Whisker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6CCF1-2EB3-41C2-90E4-EC8E04BBFE65}"/>
              </a:ext>
            </a:extLst>
          </p:cNvPr>
          <p:cNvSpPr txBox="1"/>
          <p:nvPr/>
        </p:nvSpPr>
        <p:spPr>
          <a:xfrm>
            <a:off x="3203848" y="2492896"/>
            <a:ext cx="55446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Finding the quartiles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Put all results in ascending order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Find the Median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Find the ‘first quartile’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dirty="0"/>
              <a:t>Use the scores before the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dirty="0"/>
              <a:t>Find the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Find the ‘third quartile’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dirty="0"/>
              <a:t>Use the scores above the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dirty="0"/>
              <a:t>Find the median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23C924-8E8A-4029-99D3-AB221FD4035C}"/>
              </a:ext>
            </a:extLst>
          </p:cNvPr>
          <p:cNvSpPr txBox="1"/>
          <p:nvPr/>
        </p:nvSpPr>
        <p:spPr>
          <a:xfrm>
            <a:off x="1979712" y="256490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Look at Question 1 the Q 11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Worksheet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178</Words>
  <Application>Microsoft Office PowerPoint</Application>
  <PresentationFormat>On-screen Show (4:3)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DHUE Natasha [Baldivis Secondary College]</cp:lastModifiedBy>
  <cp:revision>6</cp:revision>
  <dcterms:created xsi:type="dcterms:W3CDTF">2016-10-20T03:14:06Z</dcterms:created>
  <dcterms:modified xsi:type="dcterms:W3CDTF">2017-07-25T03:08:06Z</dcterms:modified>
</cp:coreProperties>
</file>