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3" r:id="rId2"/>
    <p:sldId id="264" r:id="rId3"/>
    <p:sldId id="267" r:id="rId4"/>
    <p:sldId id="266" r:id="rId5"/>
    <p:sldId id="265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435" autoAdjust="0"/>
  </p:normalViewPr>
  <p:slideViewPr>
    <p:cSldViewPr>
      <p:cViewPr varScale="1">
        <p:scale>
          <a:sx n="60" d="100"/>
          <a:sy n="60" d="100"/>
        </p:scale>
        <p:origin x="-762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27/07/2017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Drawing</a:t>
            </a:r>
            <a:r>
              <a:rPr lang="en-AU" baseline="0" dirty="0" smtClean="0"/>
              <a:t> a scatterplot as a class.</a:t>
            </a:r>
          </a:p>
          <a:p>
            <a:r>
              <a:rPr lang="en-AU" baseline="0" dirty="0" smtClean="0"/>
              <a:t>Draw up a set of axes on the whiteboard.</a:t>
            </a:r>
          </a:p>
          <a:p>
            <a:r>
              <a:rPr lang="en-AU" baseline="0" dirty="0" smtClean="0"/>
              <a:t>Show students how to plot the point on their using yourself as an Example (or Mr Morgan Height and arm span both 200cm)</a:t>
            </a:r>
          </a:p>
          <a:p>
            <a:r>
              <a:rPr lang="en-AU" baseline="0" dirty="0" smtClean="0"/>
              <a:t>When they measure their height and arm span they will then plot their data point on the scatterplot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Draw</a:t>
            </a:r>
            <a:r>
              <a:rPr lang="en-AU" baseline="0" dirty="0" smtClean="0"/>
              <a:t> the trend line on the scatterplot</a:t>
            </a:r>
          </a:p>
          <a:p>
            <a:endParaRPr lang="en-AU" baseline="0" dirty="0" smtClean="0"/>
          </a:p>
          <a:p>
            <a:r>
              <a:rPr lang="en-AU" baseline="0" dirty="0" err="1" smtClean="0"/>
              <a:t>Desribe</a:t>
            </a:r>
            <a:r>
              <a:rPr lang="en-AU" baseline="0" dirty="0" smtClean="0"/>
              <a:t> the relationship of the graph.</a:t>
            </a:r>
          </a:p>
          <a:p>
            <a:endParaRPr lang="en-AU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Practice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77591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Closure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27/07/2017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27/07/2017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27/07/2017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27/07/2017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27/07/2017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27/07/2017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27/07/2017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27/07/2017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27/07/2017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27/07/2017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27/07/2017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27/07/2017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Measure your height and Arm span</a:t>
            </a:r>
            <a:endParaRPr lang="en-AU" dirty="0"/>
          </a:p>
        </p:txBody>
      </p:sp>
      <p:pic>
        <p:nvPicPr>
          <p:cNvPr id="4" name="Picture 2" descr="Image result for height and armspan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1412776"/>
            <a:ext cx="4337097" cy="3888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907704" y="5838140"/>
            <a:ext cx="5656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Plot it on the scatter plot once you have the measurement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19231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Scatterplots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how can we use scatterplots to analyse data?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802871" y="2174122"/>
            <a:ext cx="7850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Scatterplots compare how one variable is affected by another</a:t>
            </a:r>
            <a:endParaRPr lang="en-AU" sz="2400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669535" y="1942300"/>
            <a:ext cx="0" cy="492674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71600" y="2975520"/>
            <a:ext cx="540218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 smtClean="0"/>
              <a:t>Trend line or line of best fit</a:t>
            </a:r>
          </a:p>
          <a:p>
            <a:r>
              <a:rPr lang="en-AU" dirty="0" smtClean="0"/>
              <a:t>The trend line can be used for making predictions</a:t>
            </a:r>
            <a:br>
              <a:rPr lang="en-AU" dirty="0" smtClean="0"/>
            </a:br>
            <a:r>
              <a:rPr lang="en-AU" dirty="0" smtClean="0"/>
              <a:t/>
            </a:r>
            <a:br>
              <a:rPr lang="en-AU" dirty="0" smtClean="0"/>
            </a:br>
            <a:r>
              <a:rPr lang="en-AU" b="1" dirty="0" smtClean="0"/>
              <a:t>Extrapolation </a:t>
            </a:r>
            <a:r>
              <a:rPr lang="en-AU" dirty="0" smtClean="0"/>
              <a:t>is a prediction ______________ the data</a:t>
            </a:r>
          </a:p>
          <a:p>
            <a:r>
              <a:rPr lang="en-AU" b="1" dirty="0" smtClean="0"/>
              <a:t>Interpolation</a:t>
            </a:r>
            <a:r>
              <a:rPr lang="en-AU" dirty="0" smtClean="0"/>
              <a:t> is a prediction _______________ the data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1115616" y="5085184"/>
            <a:ext cx="27479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 smtClean="0"/>
              <a:t>Describing the relationship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 smtClean="0"/>
              <a:t>Strength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 smtClean="0"/>
              <a:t>Linear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 smtClean="0"/>
              <a:t>Direction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Image result for extrapolation and interpol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980728"/>
            <a:ext cx="6596663" cy="4968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2651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744" y="746056"/>
            <a:ext cx="6800850" cy="156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>
            <a:off x="2051720" y="6165304"/>
            <a:ext cx="4032448" cy="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V="1">
            <a:off x="2051720" y="3068960"/>
            <a:ext cx="0" cy="309634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84168" y="5949280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History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859516" y="2967782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Geography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72171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Why is Interpolation more Accurate than Interpolation?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Write your answer on the LHS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Be prepared to share</a:t>
            </a:r>
            <a:endParaRPr lang="en-AU" dirty="0" smtClean="0"/>
          </a:p>
        </p:txBody>
      </p:sp>
      <p:pic>
        <p:nvPicPr>
          <p:cNvPr id="2051" name="Picture 3" descr="C:\Users\e4075868\AppData\Local\Microsoft\Windows\Temporary Internet Files\Content.IE5\A3GB4X8C\0511-0709-2511-5453_Excited_Fortune_Teller_clipart_image[1]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3789040"/>
            <a:ext cx="3281079" cy="2756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</TotalTime>
  <Words>166</Words>
  <Application>Microsoft Office PowerPoint</Application>
  <PresentationFormat>On-screen Show (4:3)</PresentationFormat>
  <Paragraphs>37</Paragraphs>
  <Slides>5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Measure your height and Arm span</vt:lpstr>
      <vt:lpstr>PowerPoint Presentation</vt:lpstr>
      <vt:lpstr>PowerPoint Presentation</vt:lpstr>
      <vt:lpstr>PowerPoint Presentation</vt:lpstr>
      <vt:lpstr>Why is Interpolation more Accurate than Interpolation?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MORGAN Adam</cp:lastModifiedBy>
  <cp:revision>9</cp:revision>
  <dcterms:created xsi:type="dcterms:W3CDTF">2016-10-20T03:14:06Z</dcterms:created>
  <dcterms:modified xsi:type="dcterms:W3CDTF">2017-07-27T06:10:27Z</dcterms:modified>
</cp:coreProperties>
</file>