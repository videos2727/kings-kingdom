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3" r:id="rId2"/>
    <p:sldId id="260" r:id="rId3"/>
    <p:sldId id="271" r:id="rId4"/>
    <p:sldId id="270" r:id="rId5"/>
    <p:sldId id="269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22/08/2017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7648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1310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981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22/08/2017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Quick write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/>
              <a:t>Write down everything you remember about graphing parabolas (you have 2 minutes)</a:t>
            </a:r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Share with the person next to you</a:t>
            </a:r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Be prepared to share with the class</a:t>
            </a:r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278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Translations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–How do the translations affect parabolas, circles and Hyperbolas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FF07A3-59A5-4932-8BDF-27DA1CB5FF9F}"/>
              </a:ext>
            </a:extLst>
          </p:cNvPr>
          <p:cNvSpPr txBox="1"/>
          <p:nvPr/>
        </p:nvSpPr>
        <p:spPr>
          <a:xfrm>
            <a:off x="3131840" y="2276872"/>
            <a:ext cx="56166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standard quadratic function is ax</a:t>
            </a:r>
            <a:r>
              <a:rPr lang="en-AU" baseline="30000" dirty="0"/>
              <a:t>2</a:t>
            </a:r>
            <a:r>
              <a:rPr lang="en-AU" dirty="0"/>
              <a:t> + </a:t>
            </a:r>
            <a:r>
              <a:rPr lang="en-AU" dirty="0" err="1"/>
              <a:t>bx</a:t>
            </a:r>
            <a:r>
              <a:rPr lang="en-AU" dirty="0"/>
              <a:t> + c</a:t>
            </a:r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Dilation – ‘a’ affects how wide the parabola is. The larger the number the narrower the parabola is. The smaller the number the wider the parabola is.</a:t>
            </a:r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Vertical reflection – a positive ‘a’ will give a ‘happy parabola’, a parabola with the turning point being the lowest pair of </a:t>
            </a:r>
            <a:r>
              <a:rPr lang="en-AU" dirty="0" err="1"/>
              <a:t>x,y</a:t>
            </a:r>
            <a:r>
              <a:rPr lang="en-AU" dirty="0"/>
              <a:t> values. A negative ‘a’ will give a ‘sad parabola’, a parabola with the turning point being the highest pair of </a:t>
            </a:r>
            <a:r>
              <a:rPr lang="en-AU" dirty="0" err="1"/>
              <a:t>x,y</a:t>
            </a:r>
            <a:r>
              <a:rPr lang="en-AU" dirty="0"/>
              <a:t> values.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278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Translations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–How do the translations affect parabolas, circles and Hyperbolas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9ABA0-2E12-43D9-B556-E2D173729283}"/>
              </a:ext>
            </a:extLst>
          </p:cNvPr>
          <p:cNvSpPr txBox="1"/>
          <p:nvPr/>
        </p:nvSpPr>
        <p:spPr>
          <a:xfrm>
            <a:off x="3043451" y="2204864"/>
            <a:ext cx="57050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Vertical translation – the ‘c’ value causes the parabola to move up and down the y axis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Horizontal translation – the ‘b’ value causes the parabola to move to the left and right along the x axis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9515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278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Translations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–How do the translations affect parabolas, circles and Hyperbolas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2A1D1A-D7C9-48D3-ABF9-8B7D68145C94}"/>
              </a:ext>
            </a:extLst>
          </p:cNvPr>
          <p:cNvSpPr txBox="1"/>
          <p:nvPr/>
        </p:nvSpPr>
        <p:spPr>
          <a:xfrm>
            <a:off x="2963185" y="1977140"/>
            <a:ext cx="606016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Circles have a function of x2 + y2 = r2</a:t>
            </a:r>
          </a:p>
          <a:p>
            <a:r>
              <a:rPr lang="en-AU" dirty="0"/>
              <a:t>It has its centre at (0,0) with a radius = r</a:t>
            </a:r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Horizontal translation occurs when you have (x +- p)2 + y2. That is the circles centre is moved left and right along the x axis.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Vertical translation occurs when you have x2 + (y +- q)2. That is the circles centre moves up and down the y axis.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r>
              <a:rPr lang="en-AU" dirty="0"/>
              <a:t>Finding the equation of a circle from its centre co-ordinates and radius. </a:t>
            </a:r>
          </a:p>
          <a:p>
            <a:r>
              <a:rPr lang="en-AU" dirty="0"/>
              <a:t>For centre co-ordinates (0,0) it is x2 + y2</a:t>
            </a:r>
          </a:p>
          <a:p>
            <a:r>
              <a:rPr lang="en-AU" dirty="0"/>
              <a:t>For centre co-ordinates (2,-3) it is (x-2)2 + (y+3)2, a positive co-ordinate gives a x/y – co. A negative co-ordinate gives a x/y + co.</a:t>
            </a:r>
          </a:p>
          <a:p>
            <a:r>
              <a:rPr lang="en-AU" dirty="0"/>
              <a:t>Radius is the distance from the centre to the edge.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4379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278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Translations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–How do the translations affect parabolas, circles and Hyperbolas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8E0478-9C66-4752-9452-9BC6E7EF581C}"/>
              </a:ext>
            </a:extLst>
          </p:cNvPr>
          <p:cNvSpPr txBox="1"/>
          <p:nvPr/>
        </p:nvSpPr>
        <p:spPr>
          <a:xfrm>
            <a:off x="3043451" y="2204864"/>
            <a:ext cx="57770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Hyperbolas have the function y = a/x</a:t>
            </a:r>
          </a:p>
          <a:p>
            <a:r>
              <a:rPr lang="en-AU" dirty="0"/>
              <a:t>Hyperbolas have 2 distinct curves known as arms or branches</a:t>
            </a:r>
          </a:p>
          <a:p>
            <a:endParaRPr lang="en-AU" dirty="0"/>
          </a:p>
          <a:p>
            <a:r>
              <a:rPr lang="en-AU" dirty="0"/>
              <a:t>When ‘a’ is positive the curves are in the 1</a:t>
            </a:r>
            <a:r>
              <a:rPr lang="en-AU" baseline="30000" dirty="0"/>
              <a:t>st</a:t>
            </a:r>
            <a:r>
              <a:rPr lang="en-AU" dirty="0"/>
              <a:t> and 3</a:t>
            </a:r>
            <a:r>
              <a:rPr lang="en-AU" baseline="30000" dirty="0"/>
              <a:t>rd</a:t>
            </a:r>
            <a:r>
              <a:rPr lang="en-AU" dirty="0"/>
              <a:t> quadrants.</a:t>
            </a:r>
          </a:p>
          <a:p>
            <a:endParaRPr lang="en-AU" dirty="0"/>
          </a:p>
          <a:p>
            <a:r>
              <a:rPr lang="en-AU" dirty="0"/>
              <a:t>When ‘a’ is negative the curves are in the 2</a:t>
            </a:r>
            <a:r>
              <a:rPr lang="en-AU" baseline="30000" dirty="0"/>
              <a:t>nd</a:t>
            </a:r>
            <a:r>
              <a:rPr lang="en-AU" dirty="0"/>
              <a:t> and 4</a:t>
            </a:r>
            <a:r>
              <a:rPr lang="en-AU" baseline="30000" dirty="0"/>
              <a:t>th</a:t>
            </a:r>
            <a:r>
              <a:rPr lang="en-AU" dirty="0"/>
              <a:t> quadrants.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9843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Dwyer text pages 192 &amp; 193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475</Words>
  <Application>Microsoft Office PowerPoint</Application>
  <PresentationFormat>On-screen Show (4:3)</PresentationFormat>
  <Paragraphs>73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Quick write</vt:lpstr>
      <vt:lpstr>PowerPoint Presentation</vt:lpstr>
      <vt:lpstr>PowerPoint Presentation</vt:lpstr>
      <vt:lpstr>PowerPoint Presentation</vt:lpstr>
      <vt:lpstr>PowerPoint Presentation</vt:lpstr>
      <vt:lpstr>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DHUE Natasha [Baldivis Secondary College]</cp:lastModifiedBy>
  <cp:revision>8</cp:revision>
  <dcterms:created xsi:type="dcterms:W3CDTF">2016-10-20T03:14:06Z</dcterms:created>
  <dcterms:modified xsi:type="dcterms:W3CDTF">2017-08-22T02:43:49Z</dcterms:modified>
</cp:coreProperties>
</file>