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9" r:id="rId2"/>
    <p:sldId id="271" r:id="rId3"/>
    <p:sldId id="263" r:id="rId4"/>
    <p:sldId id="268" r:id="rId5"/>
    <p:sldId id="264" r:id="rId6"/>
    <p:sldId id="266" r:id="rId7"/>
    <p:sldId id="262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</a:p>
          <a:p>
            <a:r>
              <a:rPr lang="en-AU" dirty="0" smtClean="0"/>
              <a:t>Discussion</a:t>
            </a:r>
            <a:r>
              <a:rPr lang="en-AU" baseline="0" dirty="0" smtClean="0"/>
              <a:t> with the class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Are there any trends in Fuel prices in Perth?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/>
              <a:t>Hint:</a:t>
            </a:r>
          </a:p>
          <a:p>
            <a:pPr>
              <a:buFontTx/>
              <a:buChar char="-"/>
            </a:pPr>
            <a:r>
              <a:rPr lang="en-AU" dirty="0" smtClean="0"/>
              <a:t>What are the trends</a:t>
            </a:r>
          </a:p>
          <a:p>
            <a:pPr>
              <a:buFontTx/>
              <a:buChar char="-"/>
            </a:pPr>
            <a:r>
              <a:rPr lang="en-AU" dirty="0" smtClean="0"/>
              <a:t>How do you know</a:t>
            </a:r>
          </a:p>
          <a:p>
            <a:pPr>
              <a:buFontTx/>
              <a:buChar char="-"/>
            </a:pPr>
            <a:r>
              <a:rPr lang="en-AU" dirty="0" smtClean="0"/>
              <a:t>How could we prove it</a:t>
            </a:r>
          </a:p>
          <a:p>
            <a:pPr>
              <a:buFontTx/>
              <a:buChar char="-"/>
            </a:pPr>
            <a:endParaRPr lang="en-AU" dirty="0"/>
          </a:p>
          <a:p>
            <a:pPr marL="0" indent="0" algn="ctr">
              <a:buNone/>
            </a:pPr>
            <a:r>
              <a:rPr lang="en-AU" b="1" dirty="0" err="1" smtClean="0"/>
              <a:t>Powerwrite</a:t>
            </a:r>
            <a:endParaRPr lang="en-AU" b="1" dirty="0" smtClean="0"/>
          </a:p>
          <a:p>
            <a:pPr marL="0" indent="0" algn="ctr">
              <a:buNone/>
            </a:pPr>
            <a:r>
              <a:rPr lang="en-AU" dirty="0" smtClean="0"/>
              <a:t>You have 2 mins</a:t>
            </a:r>
            <a:endParaRPr lang="en-AU" dirty="0"/>
          </a:p>
        </p:txBody>
      </p:sp>
      <p:pic>
        <p:nvPicPr>
          <p:cNvPr id="1026" name="Picture 2" descr="C:\Users\e4075868\AppData\Local\Microsoft\Windows\Temporary Internet Files\Content.IE5\4JPRA91W\lgi01a201309250000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580" y="1484784"/>
            <a:ext cx="4341214" cy="2709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125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POPCORN</a:t>
            </a:r>
            <a:endParaRPr lang="en-AU" dirty="0">
              <a:latin typeface="Algerian" panose="04020705040A02060702" pitchFamily="82" charset="0"/>
            </a:endParaRPr>
          </a:p>
        </p:txBody>
      </p:sp>
      <p:pic>
        <p:nvPicPr>
          <p:cNvPr id="2050" name="Picture 2" descr="C:\Users\e4075868\AppData\Local\Microsoft\Windows\Temporary Internet Files\Content.IE5\JODDZX2B\Popcorn_clip_art[1]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284984"/>
            <a:ext cx="3096543" cy="327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87624" y="1772816"/>
            <a:ext cx="66356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400" dirty="0" smtClean="0"/>
              <a:t>Pop your ideas</a:t>
            </a:r>
          </a:p>
          <a:p>
            <a:pPr algn="ctr"/>
            <a:endParaRPr lang="en-AU" sz="2400" dirty="0"/>
          </a:p>
          <a:p>
            <a:pPr algn="ctr"/>
            <a:r>
              <a:rPr lang="en-AU" sz="2400" dirty="0" smtClean="0"/>
              <a:t>Pop up and share your ideas ONE AT A TIME PLEASE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04918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Fuel prices in c/L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12637"/>
              </p:ext>
            </p:extLst>
          </p:nvPr>
        </p:nvGraphicFramePr>
        <p:xfrm>
          <a:off x="1043608" y="1916832"/>
          <a:ext cx="7200800" cy="2534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/>
                <a:gridCol w="900100"/>
                <a:gridCol w="900100"/>
                <a:gridCol w="900100"/>
                <a:gridCol w="900100"/>
                <a:gridCol w="900100"/>
                <a:gridCol w="900100"/>
                <a:gridCol w="900100"/>
              </a:tblGrid>
              <a:tr h="648071">
                <a:tc>
                  <a:txBody>
                    <a:bodyPr/>
                    <a:lstStyle/>
                    <a:p>
                      <a:r>
                        <a:rPr lang="en-AU" dirty="0" smtClean="0"/>
                        <a:t>Week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Mo</a:t>
                      </a:r>
                      <a:r>
                        <a:rPr lang="en-AU" baseline="0" dirty="0" smtClean="0"/>
                        <a:t>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Tues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Wed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Thurs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Fri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Sat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Sun</a:t>
                      </a:r>
                      <a:endParaRPr lang="en-AU" dirty="0"/>
                    </a:p>
                  </a:txBody>
                  <a:tcPr/>
                </a:tc>
              </a:tr>
              <a:tr h="628778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112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130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118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116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112</a:t>
                      </a:r>
                      <a:endParaRPr lang="en-AU" dirty="0"/>
                    </a:p>
                  </a:txBody>
                  <a:tcPr/>
                </a:tc>
              </a:tr>
              <a:tr h="628778">
                <a:tc>
                  <a:txBody>
                    <a:bodyPr/>
                    <a:lstStyle/>
                    <a:p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119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115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113</a:t>
                      </a:r>
                      <a:endParaRPr lang="en-AU" dirty="0"/>
                    </a:p>
                  </a:txBody>
                  <a:tcPr/>
                </a:tc>
              </a:tr>
              <a:tr h="628778"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131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116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114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12693" y="5157192"/>
            <a:ext cx="4030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b="1" dirty="0" smtClean="0"/>
              <a:t>Draw the time series graph for this table</a:t>
            </a:r>
          </a:p>
          <a:p>
            <a:pPr algn="ctr"/>
            <a:r>
              <a:rPr lang="en-AU" dirty="0" smtClean="0"/>
              <a:t>(plot the points and connect the dots)</a:t>
            </a:r>
            <a:endParaRPr lang="en-AU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308304" y="4581128"/>
            <a:ext cx="0" cy="144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7308304" y="6021288"/>
            <a:ext cx="15121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57252" y="6021288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time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6623495" y="5169607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Price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It should look something like this</a:t>
            </a:r>
            <a:endParaRPr lang="en-A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060848"/>
            <a:ext cx="4114577" cy="4373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155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559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Time series 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use time series data?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60848"/>
            <a:ext cx="9024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</a:t>
            </a:r>
            <a:r>
              <a:rPr lang="en-AU" b="1" dirty="0"/>
              <a:t>time series</a:t>
            </a:r>
            <a:r>
              <a:rPr lang="en-AU" dirty="0"/>
              <a:t> is a </a:t>
            </a:r>
            <a:r>
              <a:rPr lang="en-AU" b="1" dirty="0"/>
              <a:t>series</a:t>
            </a:r>
            <a:r>
              <a:rPr lang="en-AU" dirty="0"/>
              <a:t> of </a:t>
            </a:r>
            <a:r>
              <a:rPr lang="en-AU" b="1" dirty="0"/>
              <a:t>data</a:t>
            </a:r>
            <a:r>
              <a:rPr lang="en-AU" dirty="0"/>
              <a:t> points </a:t>
            </a:r>
            <a:r>
              <a:rPr lang="en-AU" dirty="0" smtClean="0"/>
              <a:t>listed </a:t>
            </a:r>
            <a:r>
              <a:rPr lang="en-AU" dirty="0"/>
              <a:t>or </a:t>
            </a:r>
            <a:r>
              <a:rPr lang="en-AU" dirty="0" smtClean="0"/>
              <a:t>graphed </a:t>
            </a:r>
            <a:r>
              <a:rPr lang="en-AU" dirty="0"/>
              <a:t>in </a:t>
            </a:r>
            <a:r>
              <a:rPr lang="en-AU" b="1" dirty="0"/>
              <a:t>time</a:t>
            </a:r>
            <a:r>
              <a:rPr lang="en-AU" dirty="0"/>
              <a:t> order. Most commonly, a </a:t>
            </a:r>
            <a:r>
              <a:rPr lang="en-AU" b="1" dirty="0"/>
              <a:t>time series</a:t>
            </a:r>
            <a:r>
              <a:rPr lang="en-AU" dirty="0"/>
              <a:t> is a sequence taken at successive equally spaced points in </a:t>
            </a:r>
            <a:r>
              <a:rPr lang="en-AU" b="1" dirty="0"/>
              <a:t>time</a:t>
            </a:r>
            <a:r>
              <a:rPr lang="en-AU" dirty="0"/>
              <a:t>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503" y="3356992"/>
            <a:ext cx="1856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Describe the Data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264" y="2707179"/>
            <a:ext cx="5410200" cy="1482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73" y="4189503"/>
            <a:ext cx="7763966" cy="267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Describe the following time series data</a:t>
            </a:r>
            <a:endParaRPr lang="en-AU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04664"/>
            <a:ext cx="6791325" cy="587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64704"/>
            <a:ext cx="8334675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123728" y="5875476"/>
            <a:ext cx="741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If you can’t see the numbers </a:t>
            </a:r>
            <a:r>
              <a:rPr lang="en-AU" b="1" dirty="0" err="1" smtClean="0"/>
              <a:t>Pg</a:t>
            </a:r>
            <a:r>
              <a:rPr lang="en-AU" b="1" dirty="0" smtClean="0"/>
              <a:t> 251 in the text book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 smtClean="0"/>
              <a:t>Can we manipulate the fuel data to change the relationship?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256" y="136287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Let’s say we only use the data from Tuesday to Monday of one week</a:t>
            </a:r>
            <a:endParaRPr lang="en-AU" dirty="0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625860"/>
            <a:ext cx="2674417" cy="2842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068960"/>
            <a:ext cx="1598976" cy="3526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3934049" y="4832424"/>
            <a:ext cx="121401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226</Words>
  <Application>Microsoft Office PowerPoint</Application>
  <PresentationFormat>On-screen Show (4:3)</PresentationFormat>
  <Paragraphs>75</Paragraphs>
  <Slides>8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Are there any trends in Fuel prices in Perth?</vt:lpstr>
      <vt:lpstr>POPCORN</vt:lpstr>
      <vt:lpstr>Fuel prices in c/L</vt:lpstr>
      <vt:lpstr>It should look something like this</vt:lpstr>
      <vt:lpstr>PowerPoint Presentation</vt:lpstr>
      <vt:lpstr>PowerPoint Presentation</vt:lpstr>
      <vt:lpstr>PowerPoint Presentation</vt:lpstr>
      <vt:lpstr>Can we manipulate the fuel data to change the relationship?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9</cp:revision>
  <dcterms:created xsi:type="dcterms:W3CDTF">2016-10-20T03:14:06Z</dcterms:created>
  <dcterms:modified xsi:type="dcterms:W3CDTF">2017-08-08T13:12:54Z</dcterms:modified>
</cp:coreProperties>
</file>