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7077075" cy="93694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C0209-9ECC-44F1-9639-7A957A16AE8D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D0F8-9F6E-4228-A79F-30F7046F3B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78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C0209-9ECC-44F1-9639-7A957A16AE8D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D0F8-9F6E-4228-A79F-30F7046F3B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8272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C0209-9ECC-44F1-9639-7A957A16AE8D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D0F8-9F6E-4228-A79F-30F7046F3B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7214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C0209-9ECC-44F1-9639-7A957A16AE8D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D0F8-9F6E-4228-A79F-30F7046F3B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8171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C0209-9ECC-44F1-9639-7A957A16AE8D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D0F8-9F6E-4228-A79F-30F7046F3B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6332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C0209-9ECC-44F1-9639-7A957A16AE8D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D0F8-9F6E-4228-A79F-30F7046F3B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661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C0209-9ECC-44F1-9639-7A957A16AE8D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D0F8-9F6E-4228-A79F-30F7046F3B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951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C0209-9ECC-44F1-9639-7A957A16AE8D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D0F8-9F6E-4228-A79F-30F7046F3B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1597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C0209-9ECC-44F1-9639-7A957A16AE8D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D0F8-9F6E-4228-A79F-30F7046F3B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805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C0209-9ECC-44F1-9639-7A957A16AE8D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D0F8-9F6E-4228-A79F-30F7046F3B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4809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C0209-9ECC-44F1-9639-7A957A16AE8D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D0F8-9F6E-4228-A79F-30F7046F3B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3767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C0209-9ECC-44F1-9639-7A957A16AE8D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DD0F8-9F6E-4228-A79F-30F7046F3B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4959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f1-start.glitch.me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Maths Olympics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Data Collection</a:t>
            </a:r>
          </a:p>
        </p:txBody>
      </p:sp>
    </p:spTree>
    <p:extLst>
      <p:ext uri="{BB962C8B-B14F-4D97-AF65-F5344CB8AC3E}">
        <p14:creationId xmlns:p14="http://schemas.microsoft.com/office/powerpoint/2010/main" val="1679790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 collection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You will be arranged into 5 groups</a:t>
            </a:r>
          </a:p>
          <a:p>
            <a:r>
              <a:rPr lang="en-AU" dirty="0"/>
              <a:t>Each groups will start at a nominated activity</a:t>
            </a:r>
          </a:p>
          <a:p>
            <a:r>
              <a:rPr lang="en-AU" dirty="0"/>
              <a:t>When the time is up for that activity you will move to the next one</a:t>
            </a:r>
          </a:p>
          <a:p>
            <a:r>
              <a:rPr lang="en-AU" dirty="0"/>
              <a:t>You will need to record your results for each of the activities</a:t>
            </a:r>
          </a:p>
          <a:p>
            <a:r>
              <a:rPr lang="en-AU" dirty="0"/>
              <a:t>You do not need to put your name on anything but you must indicate if you are male or female</a:t>
            </a:r>
          </a:p>
          <a:p>
            <a:r>
              <a:rPr lang="en-AU" dirty="0"/>
              <a:t>Some activities you will do in pairs then swap, other activities everyone does at the same time.</a:t>
            </a:r>
          </a:p>
          <a:p>
            <a:r>
              <a:rPr lang="en-AU" dirty="0"/>
              <a:t>Total time at each station is 6 minutes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95810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1.  Lolly Throw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How many lollies can you throw into the container in 1 minute?</a:t>
            </a:r>
          </a:p>
          <a:p>
            <a:endParaRPr lang="en-AU" dirty="0"/>
          </a:p>
          <a:p>
            <a:r>
              <a:rPr lang="en-AU" dirty="0"/>
              <a:t>In pairs, Person A will throw Person B will time. After the 1 minute is up, count how many lollies you got in the bowl and record your result.</a:t>
            </a:r>
          </a:p>
          <a:p>
            <a:r>
              <a:rPr lang="en-AU" dirty="0"/>
              <a:t>Make sure all lollies are returned to the green bowl.</a:t>
            </a:r>
          </a:p>
          <a:p>
            <a:r>
              <a:rPr lang="en-AU" dirty="0"/>
              <a:t>Swap, Person B will throw Person A will time. After the 1 minute is up, count how many lollies you got in the bowl and record your results.</a:t>
            </a:r>
          </a:p>
          <a:p>
            <a:r>
              <a:rPr lang="en-AU" dirty="0"/>
              <a:t>Make sure all lollies are returned to the green bowl</a:t>
            </a:r>
          </a:p>
        </p:txBody>
      </p:sp>
    </p:spTree>
    <p:extLst>
      <p:ext uri="{BB962C8B-B14F-4D97-AF65-F5344CB8AC3E}">
        <p14:creationId xmlns:p14="http://schemas.microsoft.com/office/powerpoint/2010/main" val="239126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2.  Mental Maths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How many questions can you answer correctly in 1 minute.</a:t>
            </a:r>
          </a:p>
          <a:p>
            <a:endParaRPr lang="en-AU" dirty="0"/>
          </a:p>
          <a:p>
            <a:r>
              <a:rPr lang="en-AU" dirty="0"/>
              <a:t>All group members are to do this activity at the same time.</a:t>
            </a:r>
          </a:p>
          <a:p>
            <a:r>
              <a:rPr lang="en-AU" dirty="0"/>
              <a:t>Answer as many questions as you can. If you are unsure with one question skip it and go to the next – you can come back to it later if you have time.</a:t>
            </a:r>
          </a:p>
          <a:p>
            <a:r>
              <a:rPr lang="en-AU" dirty="0"/>
              <a:t>Swap sheets and mark them.</a:t>
            </a:r>
          </a:p>
          <a:p>
            <a:r>
              <a:rPr lang="en-AU" dirty="0"/>
              <a:t>Hand them back to the correct person and record the results on the result sheet.</a:t>
            </a:r>
          </a:p>
        </p:txBody>
      </p:sp>
    </p:spTree>
    <p:extLst>
      <p:ext uri="{BB962C8B-B14F-4D97-AF65-F5344CB8AC3E}">
        <p14:creationId xmlns:p14="http://schemas.microsoft.com/office/powerpoint/2010/main" val="561980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3.  Language Activity – Find-A-Word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How many words can you find in 1 minute</a:t>
            </a:r>
          </a:p>
          <a:p>
            <a:endParaRPr lang="en-AU" dirty="0"/>
          </a:p>
          <a:p>
            <a:r>
              <a:rPr lang="en-AU" dirty="0"/>
              <a:t>All group members are to do this activity at the same time.</a:t>
            </a:r>
          </a:p>
          <a:p>
            <a:r>
              <a:rPr lang="en-AU" dirty="0"/>
              <a:t>Find as many words as you can. Words go in all directions</a:t>
            </a:r>
          </a:p>
          <a:p>
            <a:r>
              <a:rPr lang="en-AU" dirty="0"/>
              <a:t>Swap sheets and mark them.</a:t>
            </a:r>
          </a:p>
          <a:p>
            <a:r>
              <a:rPr lang="en-AU" dirty="0"/>
              <a:t>Hand them back to the correct person and record the results on the result sheet.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27891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4.  Reaction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How quick are you reflex's (My best time is 0.144)</a:t>
            </a:r>
          </a:p>
          <a:p>
            <a:endParaRPr lang="en-AU" dirty="0"/>
          </a:p>
          <a:p>
            <a:r>
              <a:rPr lang="en-AU" dirty="0">
                <a:hlinkClick r:id="rId2"/>
              </a:rPr>
              <a:t>https://f1-start.glitch.me/</a:t>
            </a:r>
            <a:endParaRPr lang="en-AU" dirty="0"/>
          </a:p>
          <a:p>
            <a:endParaRPr lang="en-AU" dirty="0"/>
          </a:p>
          <a:p>
            <a:r>
              <a:rPr lang="en-AU" dirty="0"/>
              <a:t>Right click to start. When the red lights go out right click.</a:t>
            </a:r>
          </a:p>
          <a:p>
            <a:r>
              <a:rPr lang="en-AU" dirty="0"/>
              <a:t>Do 3 times, write down each of your times.</a:t>
            </a:r>
          </a:p>
          <a:p>
            <a:r>
              <a:rPr lang="en-AU" dirty="0"/>
              <a:t>Record you fastest time on the record sheet.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65205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5.  Find the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From the pattern find what the next 2 rows are.</a:t>
            </a:r>
          </a:p>
          <a:p>
            <a:endParaRPr lang="en-AU" dirty="0"/>
          </a:p>
          <a:p>
            <a:r>
              <a:rPr lang="en-AU" dirty="0"/>
              <a:t>All group members work on the puzzle at the same time.</a:t>
            </a:r>
          </a:p>
          <a:p>
            <a:r>
              <a:rPr lang="en-AU" dirty="0"/>
              <a:t>You have a maximum of 3 minutes to solve the puzzle.</a:t>
            </a:r>
          </a:p>
          <a:p>
            <a:r>
              <a:rPr lang="en-AU" dirty="0"/>
              <a:t>If you solve it in a shorter time, record how long it took you to solve it</a:t>
            </a:r>
          </a:p>
          <a:p>
            <a:r>
              <a:rPr lang="en-AU" dirty="0"/>
              <a:t>After 1 minute I will give the group a hint if you need it.</a:t>
            </a:r>
          </a:p>
          <a:p>
            <a:r>
              <a:rPr lang="en-AU" dirty="0"/>
              <a:t>Record your results on the record sheet.</a:t>
            </a:r>
          </a:p>
        </p:txBody>
      </p:sp>
    </p:spTree>
    <p:extLst>
      <p:ext uri="{BB962C8B-B14F-4D97-AF65-F5344CB8AC3E}">
        <p14:creationId xmlns:p14="http://schemas.microsoft.com/office/powerpoint/2010/main" val="2374933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When Activities Completed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Return to where you started from.</a:t>
            </a:r>
          </a:p>
          <a:p>
            <a:r>
              <a:rPr lang="en-AU" dirty="0"/>
              <a:t>Open Excel on your device and start a new workbook</a:t>
            </a:r>
          </a:p>
          <a:p>
            <a:r>
              <a:rPr lang="en-AU" dirty="0"/>
              <a:t>Put the headings in then key all the data in</a:t>
            </a:r>
          </a:p>
          <a:p>
            <a:endParaRPr lang="en-AU" dirty="0"/>
          </a:p>
          <a:p>
            <a:r>
              <a:rPr lang="en-AU" dirty="0"/>
              <a:t>Look at sorting and applying filters to the data</a:t>
            </a:r>
          </a:p>
          <a:p>
            <a:endParaRPr lang="en-AU" dirty="0"/>
          </a:p>
          <a:p>
            <a:r>
              <a:rPr lang="en-AU" dirty="0"/>
              <a:t>I will come to each group and save the spreadsheet to my USB. I will collate all of the information and put it on connect so it is available to everyone.</a:t>
            </a:r>
          </a:p>
        </p:txBody>
      </p:sp>
    </p:spTree>
    <p:extLst>
      <p:ext uri="{BB962C8B-B14F-4D97-AF65-F5344CB8AC3E}">
        <p14:creationId xmlns:p14="http://schemas.microsoft.com/office/powerpoint/2010/main" val="1982328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558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Maths Olympics</vt:lpstr>
      <vt:lpstr>Data collection </vt:lpstr>
      <vt:lpstr>1.  Lolly Throw</vt:lpstr>
      <vt:lpstr>2.  Mental Maths Activity</vt:lpstr>
      <vt:lpstr>3.  Language Activity – Find-A-Word</vt:lpstr>
      <vt:lpstr>4.  Reaction time</vt:lpstr>
      <vt:lpstr>5.  Find the pattern</vt:lpstr>
      <vt:lpstr>When Activities Completed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 Olympics</dc:title>
  <dc:creator>Natasha</dc:creator>
  <cp:lastModifiedBy>Natasha</cp:lastModifiedBy>
  <cp:revision>7</cp:revision>
  <cp:lastPrinted>2017-07-23T15:06:29Z</cp:lastPrinted>
  <dcterms:created xsi:type="dcterms:W3CDTF">2017-07-23T14:11:16Z</dcterms:created>
  <dcterms:modified xsi:type="dcterms:W3CDTF">2017-07-23T15:09:08Z</dcterms:modified>
</cp:coreProperties>
</file>