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1" r:id="rId2"/>
    <p:sldId id="264" r:id="rId3"/>
    <p:sldId id="257" r:id="rId4"/>
    <p:sldId id="258" r:id="rId5"/>
    <p:sldId id="260" r:id="rId6"/>
    <p:sldId id="270" r:id="rId7"/>
    <p:sldId id="269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385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uPl_8o_j7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colorTemperature colorTemp="6514"/>
                    </a14:imgEffect>
                    <a14:imgEffect>
                      <a14:saturation sat="5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836712"/>
            <a:ext cx="7848872" cy="53568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TextBox 1"/>
          <p:cNvSpPr txBox="1"/>
          <p:nvPr/>
        </p:nvSpPr>
        <p:spPr>
          <a:xfrm>
            <a:off x="683568" y="1484784"/>
            <a:ext cx="80648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How can you find the volume of a pyramid?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/>
              <a:t>Lets see if you can figure it out. Lets make Pyramids.</a:t>
            </a:r>
          </a:p>
          <a:p>
            <a:pPr algn="ctr"/>
            <a:endParaRPr lang="en-AU" sz="2400" b="1" dirty="0"/>
          </a:p>
          <a:p>
            <a:pPr marL="342900" indent="-342900" algn="ctr">
              <a:buFont typeface="+mj-lt"/>
              <a:buAutoNum type="arabicPeriod"/>
            </a:pPr>
            <a:r>
              <a:rPr lang="en-AU" sz="2400" b="1" dirty="0"/>
              <a:t>Cut around the edge of the pyramid shape.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AU" sz="2400" b="1" dirty="0"/>
              <a:t>Fold along the dotted lines.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AU" sz="2400" b="1" dirty="0"/>
              <a:t>Put glue on the tabs and form your pyramid.</a:t>
            </a:r>
          </a:p>
          <a:p>
            <a:pPr marL="342900" indent="-342900" algn="ctr">
              <a:buFont typeface="+mj-lt"/>
              <a:buAutoNum type="arabicPeriod"/>
            </a:pPr>
            <a:endParaRPr lang="en-AU" sz="2400" b="1" dirty="0"/>
          </a:p>
          <a:p>
            <a:pPr algn="ctr"/>
            <a:r>
              <a:rPr lang="en-AU" sz="2400" b="1" dirty="0"/>
              <a:t>Work with those around you to see if you can form another 3D object</a:t>
            </a:r>
            <a:r>
              <a:rPr lang="en-AU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50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Calculate the volume of spheres and pyramids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r>
              <a:rPr lang="en-AU" dirty="0"/>
              <a:t>Being able to calculate the volume of spheres and pyramids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volume of a 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046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Finding the volume of a pyramid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Find the volume of the prism based on the base shape</a:t>
            </a:r>
            <a:br>
              <a:rPr lang="en-AU" dirty="0"/>
            </a:br>
            <a:r>
              <a:rPr lang="en-AU" dirty="0" err="1"/>
              <a:t>eg</a:t>
            </a:r>
            <a:r>
              <a:rPr lang="en-AU" dirty="0"/>
              <a:t>. Volume = 8 x 8 x 9 = 576 cm</a:t>
            </a:r>
            <a:r>
              <a:rPr lang="en-AU" baseline="30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Divide by 3</a:t>
            </a:r>
            <a:br>
              <a:rPr lang="en-AU" dirty="0"/>
            </a:br>
            <a:r>
              <a:rPr lang="en-AU" dirty="0"/>
              <a:t>Pyramid Volume = 576/3 = 192cm</a:t>
            </a:r>
            <a:r>
              <a:rPr lang="en-AU" baseline="30000" dirty="0"/>
              <a:t>3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2124075"/>
            <a:ext cx="22955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volume of a 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87824" y="2132856"/>
            <a:ext cx="6035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of a Sphere</a:t>
            </a:r>
          </a:p>
          <a:p>
            <a:endParaRPr lang="en-AU" dirty="0"/>
          </a:p>
          <a:p>
            <a:r>
              <a:rPr lang="en-AU" dirty="0"/>
              <a:t>V = 4/3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𝝅r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  <a:p>
            <a:endParaRPr lang="en-A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/>
              <a:t>Why does this formula work </a:t>
            </a:r>
            <a:r>
              <a:rPr lang="en-AU" dirty="0">
                <a:hlinkClick r:id="rId3"/>
              </a:rPr>
              <a:t>https://www.youtube.com/watch?v=xuPl_8o_j7k</a:t>
            </a:r>
            <a:endParaRPr lang="en-AU" dirty="0"/>
          </a:p>
          <a:p>
            <a:endParaRPr lang="en-AU" dirty="0"/>
          </a:p>
          <a:p>
            <a:r>
              <a:rPr lang="en-AU" dirty="0"/>
              <a:t>Mercury has a radius of 2,440km what is its volume</a:t>
            </a:r>
          </a:p>
          <a:p>
            <a:endParaRPr lang="en-AU" dirty="0"/>
          </a:p>
          <a:p>
            <a:r>
              <a:rPr lang="en-AU" dirty="0"/>
              <a:t>Volume of sphere – 3/4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𝝅r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Volume of Mercury = 3/4𝝅2440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 = 6.08496 x 10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10</a:t>
            </a:r>
          </a:p>
          <a:p>
            <a:endParaRPr lang="en-A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/>
              <a:t>Half a sphere is called a hemisphere and the volume of a hemisphere is found by halving the volume of a sphere with a given radius.</a:t>
            </a:r>
          </a:p>
          <a:p>
            <a:endParaRPr lang="en-AU" dirty="0"/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composite shapes that contain spheres and pyramids.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166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		How do you find</a:t>
            </a:r>
          </a:p>
          <a:p>
            <a:r>
              <a:rPr lang="en-AU" dirty="0"/>
              <a:t>				the volume of a</a:t>
            </a:r>
          </a:p>
          <a:p>
            <a:r>
              <a:rPr lang="en-AU" dirty="0"/>
              <a:t>				shape like this</a:t>
            </a:r>
          </a:p>
          <a:p>
            <a:r>
              <a:rPr lang="en-AU" dirty="0"/>
              <a:t>				one.</a:t>
            </a:r>
          </a:p>
          <a:p>
            <a:endParaRPr lang="en-AU" dirty="0"/>
          </a:p>
          <a:p>
            <a:r>
              <a:rPr lang="en-AU" dirty="0"/>
              <a:t>				Break it into parts</a:t>
            </a:r>
          </a:p>
          <a:p>
            <a:endParaRPr lang="en-AU" dirty="0"/>
          </a:p>
          <a:p>
            <a:r>
              <a:rPr lang="en-AU" dirty="0"/>
              <a:t>				Square prism and</a:t>
            </a:r>
          </a:p>
          <a:p>
            <a:r>
              <a:rPr lang="en-AU" dirty="0"/>
              <a:t>				Square pyramid</a:t>
            </a:r>
          </a:p>
          <a:p>
            <a:endParaRPr lang="en-AU" dirty="0"/>
          </a:p>
          <a:p>
            <a:r>
              <a:rPr lang="en-AU" dirty="0"/>
              <a:t>Find the volume of both then add the parts together.</a:t>
            </a:r>
          </a:p>
          <a:p>
            <a:endParaRPr lang="en-AU" dirty="0"/>
          </a:p>
          <a:p>
            <a:r>
              <a:rPr lang="en-AU" dirty="0"/>
              <a:t>Square prism = 4 x 4 x 5 = 80</a:t>
            </a:r>
          </a:p>
          <a:p>
            <a:r>
              <a:rPr lang="en-AU" dirty="0"/>
              <a:t>Square pyramid = 1/3 (4 x 4 x 6) = 32</a:t>
            </a:r>
          </a:p>
          <a:p>
            <a:endParaRPr lang="en-AU" dirty="0"/>
          </a:p>
          <a:p>
            <a:r>
              <a:rPr lang="en-AU" dirty="0"/>
              <a:t>Total 80 + 32 = 112in</a:t>
            </a:r>
            <a:r>
              <a:rPr lang="en-AU" baseline="30000" dirty="0"/>
              <a:t>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130" y="2447056"/>
            <a:ext cx="227701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49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page 38 &amp; 39</a:t>
            </a:r>
          </a:p>
          <a:p>
            <a:r>
              <a:rPr lang="en-AU" dirty="0"/>
              <a:t>Nelson P119 – 18,19,20</a:t>
            </a:r>
          </a:p>
          <a:p>
            <a:r>
              <a:rPr lang="en-AU" dirty="0"/>
              <a:t>Nelson </a:t>
            </a:r>
            <a:r>
              <a:rPr lang="en-AU" dirty="0" err="1"/>
              <a:t>pg</a:t>
            </a:r>
            <a:r>
              <a:rPr lang="en-AU" dirty="0"/>
              <a:t> 193 – 26 a &amp; b; 28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273</Words>
  <Application>Microsoft Office PowerPoint</Application>
  <PresentationFormat>On-screen Show (4:3)</PresentationFormat>
  <Paragraphs>103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16</cp:revision>
  <dcterms:created xsi:type="dcterms:W3CDTF">2016-10-20T03:14:06Z</dcterms:created>
  <dcterms:modified xsi:type="dcterms:W3CDTF">2017-05-09T14:57:15Z</dcterms:modified>
</cp:coreProperties>
</file>