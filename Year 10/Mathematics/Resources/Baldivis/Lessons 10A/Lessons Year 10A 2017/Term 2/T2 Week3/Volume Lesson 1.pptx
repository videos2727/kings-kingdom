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70" r:id="rId3"/>
    <p:sldId id="271" r:id="rId4"/>
    <p:sldId id="272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722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631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EujGmHPT3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3"/>
              </a:rPr>
              <a:t>https://www.youtube.com/watch?v=1EujGmHPT3k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2" y="100497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3D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04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Volume is the space a 3D shape occupies</a:t>
            </a:r>
          </a:p>
          <a:p>
            <a:pPr algn="ctr"/>
            <a:endParaRPr lang="en-AU" dirty="0"/>
          </a:p>
          <a:p>
            <a:r>
              <a:rPr lang="en-AU" dirty="0"/>
              <a:t>To find the volume</a:t>
            </a:r>
          </a:p>
          <a:p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Find the area of the cross-section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Multiply by the height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                                                        Area = L x W</a:t>
            </a:r>
          </a:p>
          <a:p>
            <a:r>
              <a:rPr lang="en-AU" dirty="0"/>
              <a:t>                                                                 = 11 x 6</a:t>
            </a:r>
          </a:p>
          <a:p>
            <a:r>
              <a:rPr lang="en-AU" dirty="0"/>
              <a:t>                                                                 = 66 cm</a:t>
            </a:r>
            <a:r>
              <a:rPr lang="en-AU" baseline="30000" dirty="0"/>
              <a:t>2</a:t>
            </a:r>
          </a:p>
          <a:p>
            <a:r>
              <a:rPr lang="en-AU" dirty="0"/>
              <a:t>Volume = A x H</a:t>
            </a:r>
          </a:p>
          <a:p>
            <a:r>
              <a:rPr lang="en-AU" dirty="0"/>
              <a:t>               = 66 x 5</a:t>
            </a:r>
          </a:p>
          <a:p>
            <a:r>
              <a:rPr lang="en-AU" dirty="0"/>
              <a:t>               = 330cm</a:t>
            </a:r>
            <a:r>
              <a:rPr lang="en-AU" baseline="30000" dirty="0"/>
              <a:t>3</a:t>
            </a:r>
          </a:p>
          <a:p>
            <a:r>
              <a:rPr lang="en-AU" dirty="0"/>
              <a:t>			V = L x W x 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0" y="4349377"/>
            <a:ext cx="194310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2" y="100497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3D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046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Cylinders</a:t>
            </a:r>
          </a:p>
          <a:p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Find the area of the circle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Multiply by height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endParaRPr lang="en-AU" dirty="0"/>
          </a:p>
          <a:p>
            <a:r>
              <a:rPr lang="en-AU" dirty="0"/>
              <a:t>			Area =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en-AU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AU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en-AU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= 𝝅 4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= 50.26cm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endParaRPr lang="en-A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Volume = A x H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       = 50.26 x 15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       = 753.9cm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en-AU" baseline="30000" dirty="0"/>
          </a:p>
          <a:p>
            <a:endParaRPr lang="en-AU" dirty="0"/>
          </a:p>
          <a:p>
            <a:r>
              <a:rPr lang="en-AU" dirty="0"/>
              <a:t>		V =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𝝅 r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 h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46" y="3479725"/>
            <a:ext cx="16287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0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2" y="100497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3D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0465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Composite shapes</a:t>
            </a:r>
          </a:p>
          <a:p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Find the area of the cross-section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Multiply by height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r>
              <a:rPr lang="en-AU" dirty="0"/>
              <a:t>			A1 = l x w</a:t>
            </a:r>
          </a:p>
          <a:p>
            <a:r>
              <a:rPr lang="en-AU" dirty="0"/>
              <a:t>			      = 10 x 10 = 100</a:t>
            </a:r>
          </a:p>
          <a:p>
            <a:r>
              <a:rPr lang="en-AU" dirty="0"/>
              <a:t>			A2 =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𝝅</a:t>
            </a:r>
            <a:r>
              <a:rPr lang="en-AU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AU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en-AU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= 𝝅 2.5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 =   19.63</a:t>
            </a:r>
          </a:p>
          <a:p>
            <a:endParaRPr lang="en-AU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A1–A2 = 100-19.63= 80.37cm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endParaRPr lang="en-AU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Volume = A x H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       = 80.37 x 10</a:t>
            </a:r>
          </a:p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			                = 803.7cm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en-AU" baseline="30000" dirty="0"/>
          </a:p>
          <a:p>
            <a:pPr marL="342900" indent="-342900">
              <a:buFont typeface="+mj-lt"/>
              <a:buAutoNum type="arabicPeriod"/>
            </a:pP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501008"/>
            <a:ext cx="2148951" cy="176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1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pages 35 to 37</a:t>
            </a:r>
          </a:p>
          <a:p>
            <a:r>
              <a:rPr lang="en-AU" dirty="0"/>
              <a:t>Nelson page 187</a:t>
            </a:r>
          </a:p>
          <a:p>
            <a:pPr lvl="1"/>
            <a:r>
              <a:rPr lang="en-AU" dirty="0"/>
              <a:t>Q1, every 2</a:t>
            </a:r>
            <a:r>
              <a:rPr lang="en-AU" baseline="30000" dirty="0"/>
              <a:t>nd</a:t>
            </a:r>
            <a:r>
              <a:rPr lang="en-AU" dirty="0"/>
              <a:t>; Q2 every 2</a:t>
            </a:r>
            <a:r>
              <a:rPr lang="en-AU" baseline="30000" dirty="0"/>
              <a:t>nd</a:t>
            </a:r>
            <a:r>
              <a:rPr lang="en-AU" dirty="0"/>
              <a:t>; Q3 All</a:t>
            </a:r>
          </a:p>
          <a:p>
            <a:r>
              <a:rPr lang="en-AU" dirty="0"/>
              <a:t>Nelson page 190</a:t>
            </a:r>
          </a:p>
          <a:p>
            <a:pPr lvl="1"/>
            <a:r>
              <a:rPr lang="en-AU" dirty="0"/>
              <a:t>Q 16 &amp; 17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your summary answering the EQ.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181</Words>
  <Application>Microsoft Office PowerPoint</Application>
  <PresentationFormat>On-screen Show (4:3)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Mental set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12</cp:revision>
  <dcterms:created xsi:type="dcterms:W3CDTF">2016-10-20T03:14:06Z</dcterms:created>
  <dcterms:modified xsi:type="dcterms:W3CDTF">2017-05-07T14:53:11Z</dcterms:modified>
</cp:coreProperties>
</file>