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1" r:id="rId3"/>
    <p:sldId id="262" r:id="rId4"/>
    <p:sldId id="265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1696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30/05/2017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945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Difference of two Squares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they and how do you work with them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93132" y="2162231"/>
                <a:ext cx="576064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When finding the difference of two numbers you are subtracting. The square referred to here and numbers that are multiplied by themselves  -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Difference of two squares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− 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Example</a:t>
                </a:r>
              </a:p>
              <a:p>
                <a:r>
                  <a:rPr lang="en-AU" dirty="0"/>
                  <a:t>Distributing, expanding (Distributive Law)</a:t>
                </a:r>
              </a:p>
              <a:p>
                <a:r>
                  <a:rPr lang="en-AU" dirty="0"/>
                  <a:t>(x + 5)(x – 5)</a:t>
                </a:r>
              </a:p>
              <a:p>
                <a:r>
                  <a:rPr lang="en-AU" dirty="0"/>
                  <a:t>x(x - 5) + 5(x – 5)</a:t>
                </a:r>
              </a:p>
              <a:p>
                <a:r>
                  <a:rPr lang="en-AU" dirty="0"/>
                  <a:t>x</a:t>
                </a:r>
                <a:r>
                  <a:rPr lang="en-AU" baseline="30000" dirty="0"/>
                  <a:t>2</a:t>
                </a:r>
                <a:r>
                  <a:rPr lang="en-AU" dirty="0"/>
                  <a:t> – 5x + 5x – 25	“collecting like terms” results in zero</a:t>
                </a:r>
              </a:p>
              <a:p>
                <a:r>
                  <a:rPr lang="en-AU" dirty="0"/>
                  <a:t>x</a:t>
                </a:r>
                <a:r>
                  <a:rPr lang="en-AU" baseline="30000" dirty="0"/>
                  <a:t>2</a:t>
                </a:r>
                <a:r>
                  <a:rPr lang="en-AU" dirty="0"/>
                  <a:t> – 25       or         x</a:t>
                </a:r>
                <a:r>
                  <a:rPr lang="en-AU" baseline="30000" dirty="0"/>
                  <a:t>2</a:t>
                </a:r>
                <a:r>
                  <a:rPr lang="en-AU" dirty="0"/>
                  <a:t> – 5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132" y="2162231"/>
                <a:ext cx="5760640" cy="3970318"/>
              </a:xfrm>
              <a:prstGeom prst="rect">
                <a:avLst/>
              </a:prstGeom>
              <a:blipFill>
                <a:blip r:embed="rId3"/>
                <a:stretch>
                  <a:fillRect l="-847" t="-9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945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Difference of two Squares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/>
              <a:t>– What </a:t>
            </a:r>
            <a:r>
              <a:rPr lang="en-AU" sz="2400" dirty="0"/>
              <a:t>are they and how do you work with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840" y="2276872"/>
            <a:ext cx="56886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  <a:p>
            <a:r>
              <a:rPr lang="en-AU" dirty="0"/>
              <a:t>Factorising</a:t>
            </a:r>
          </a:p>
          <a:p>
            <a:r>
              <a:rPr lang="en-AU" dirty="0"/>
              <a:t>x</a:t>
            </a:r>
            <a:r>
              <a:rPr lang="en-AU" baseline="30000" dirty="0"/>
              <a:t>2</a:t>
            </a:r>
            <a:r>
              <a:rPr lang="en-AU" dirty="0"/>
              <a:t> – 25</a:t>
            </a:r>
          </a:p>
          <a:p>
            <a:r>
              <a:rPr lang="en-AU" dirty="0"/>
              <a:t>x</a:t>
            </a:r>
            <a:r>
              <a:rPr lang="en-AU" baseline="30000" dirty="0"/>
              <a:t>2</a:t>
            </a:r>
            <a:r>
              <a:rPr lang="en-AU" dirty="0"/>
              <a:t> – 5</a:t>
            </a:r>
            <a:r>
              <a:rPr lang="en-AU" baseline="30000" dirty="0"/>
              <a:t>2</a:t>
            </a:r>
            <a:endParaRPr lang="en-AU" dirty="0"/>
          </a:p>
          <a:p>
            <a:r>
              <a:rPr lang="en-AU" dirty="0"/>
              <a:t>(x + 5)(x – 5)</a:t>
            </a:r>
          </a:p>
          <a:p>
            <a:endParaRPr lang="en-AU" dirty="0"/>
          </a:p>
          <a:p>
            <a:r>
              <a:rPr lang="en-AU" dirty="0"/>
              <a:t>Example 2</a:t>
            </a:r>
          </a:p>
          <a:p>
            <a:r>
              <a:rPr lang="en-AU" dirty="0"/>
              <a:t>Distribute</a:t>
            </a:r>
          </a:p>
          <a:p>
            <a:r>
              <a:rPr lang="en-AU" dirty="0"/>
              <a:t>(2x + 3)(2x – 3)</a:t>
            </a:r>
          </a:p>
          <a:p>
            <a:r>
              <a:rPr lang="en-AU" dirty="0"/>
              <a:t> 4x</a:t>
            </a:r>
            <a:r>
              <a:rPr lang="en-AU" baseline="30000" dirty="0"/>
              <a:t>2</a:t>
            </a:r>
            <a:r>
              <a:rPr lang="en-AU" dirty="0"/>
              <a:t> – 9</a:t>
            </a:r>
          </a:p>
          <a:p>
            <a:endParaRPr lang="en-AU" dirty="0"/>
          </a:p>
          <a:p>
            <a:r>
              <a:rPr lang="en-AU" dirty="0"/>
              <a:t>Factorise – 4x</a:t>
            </a:r>
            <a:r>
              <a:rPr lang="en-AU" baseline="30000" dirty="0"/>
              <a:t>2</a:t>
            </a:r>
            <a:r>
              <a:rPr lang="en-AU" dirty="0"/>
              <a:t> - 9</a:t>
            </a:r>
          </a:p>
          <a:p>
            <a:r>
              <a:rPr lang="en-AU" dirty="0"/>
              <a:t>(2x)</a:t>
            </a:r>
            <a:r>
              <a:rPr lang="en-AU" baseline="30000" dirty="0"/>
              <a:t>2</a:t>
            </a:r>
            <a:r>
              <a:rPr lang="en-AU" dirty="0"/>
              <a:t> – 3</a:t>
            </a:r>
            <a:r>
              <a:rPr lang="en-AU" baseline="30000" dirty="0"/>
              <a:t>2</a:t>
            </a:r>
            <a:r>
              <a:rPr lang="en-AU" dirty="0"/>
              <a:t>  </a:t>
            </a:r>
          </a:p>
          <a:p>
            <a:r>
              <a:rPr lang="en-AU" dirty="0"/>
              <a:t>(2x + 3)(2x – 3)</a:t>
            </a:r>
          </a:p>
        </p:txBody>
      </p:sp>
    </p:spTree>
    <p:extLst>
      <p:ext uri="{BB962C8B-B14F-4D97-AF65-F5344CB8AC3E}">
        <p14:creationId xmlns:p14="http://schemas.microsoft.com/office/powerpoint/2010/main" val="2894630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Dwyer Text Page 76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/>
              <a:t>Thumbs up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191</Words>
  <Application>Microsoft Office PowerPoint</Application>
  <PresentationFormat>On-screen Show (4:3)</PresentationFormat>
  <Paragraphs>50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10</cp:revision>
  <dcterms:created xsi:type="dcterms:W3CDTF">2016-10-20T03:14:06Z</dcterms:created>
  <dcterms:modified xsi:type="dcterms:W3CDTF">2017-05-30T15:48:38Z</dcterms:modified>
</cp:coreProperties>
</file>