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4" r:id="rId2"/>
    <p:sldId id="257" r:id="rId3"/>
    <p:sldId id="258" r:id="rId4"/>
    <p:sldId id="270" r:id="rId5"/>
    <p:sldId id="271" r:id="rId6"/>
    <p:sldId id="260" r:id="rId7"/>
    <p:sldId id="268" r:id="rId8"/>
    <p:sldId id="262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15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28/05/2017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Examples appear individually</a:t>
            </a:r>
            <a:r>
              <a:rPr lang="en-AU" baseline="0" dirty="0"/>
              <a:t> to enable discussion about what is happening. The answers to the second example fly in to enable review of ‘collect like terms’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7386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66935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82035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28/05/2017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28/05/2017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28/05/2017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28/05/2017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28/05/2017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28/05/2017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28/05/2017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28/05/2017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28/05/2017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28/05/2017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28/05/2017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28/05/2017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Title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</a:t>
            </a:r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 marL="0" indent="0">
              <a:buNone/>
            </a:pPr>
            <a:r>
              <a:rPr lang="en-AU" dirty="0"/>
              <a:t>- Use the distributive law and factorise equations</a:t>
            </a:r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You will know you are successful in achieving the objective by… being able to distribute and factorise equations</a:t>
            </a:r>
          </a:p>
        </p:txBody>
      </p:sp>
    </p:spTree>
    <p:extLst>
      <p:ext uri="{BB962C8B-B14F-4D97-AF65-F5344CB8AC3E}">
        <p14:creationId xmlns:p14="http://schemas.microsoft.com/office/powerpoint/2010/main" val="3209397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1210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Distributive Law and Factorisation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use the distributive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59832" y="2132856"/>
            <a:ext cx="590465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err="1"/>
              <a:t>Distibute</a:t>
            </a:r>
            <a:r>
              <a:rPr lang="en-AU" dirty="0"/>
              <a:t> – to spread out, to cover everything</a:t>
            </a:r>
          </a:p>
          <a:p>
            <a:endParaRPr lang="en-AU" dirty="0"/>
          </a:p>
          <a:p>
            <a:r>
              <a:rPr lang="en-AU" dirty="0"/>
              <a:t>Multiply each inside term by the outside term</a:t>
            </a:r>
          </a:p>
          <a:p>
            <a:endParaRPr lang="en-AU" dirty="0"/>
          </a:p>
          <a:p>
            <a:pPr algn="ctr"/>
            <a:r>
              <a:rPr lang="en-AU" dirty="0"/>
              <a:t>a(</a:t>
            </a:r>
            <a:r>
              <a:rPr lang="en-AU" dirty="0" err="1"/>
              <a:t>b+c</a:t>
            </a:r>
            <a:r>
              <a:rPr lang="en-AU" dirty="0"/>
              <a:t>) = ab + ac</a:t>
            </a:r>
          </a:p>
          <a:p>
            <a:endParaRPr lang="en-AU" dirty="0"/>
          </a:p>
          <a:p>
            <a:r>
              <a:rPr lang="en-AU" dirty="0" err="1"/>
              <a:t>Eg</a:t>
            </a:r>
            <a:r>
              <a:rPr lang="en-AU" dirty="0"/>
              <a:t>.   3(x + 1) = 3x + 3  </a:t>
            </a:r>
          </a:p>
          <a:p>
            <a:endParaRPr lang="en-AU" dirty="0"/>
          </a:p>
          <a:p>
            <a:r>
              <a:rPr lang="en-AU" dirty="0"/>
              <a:t>(x + 2)(x + 1) = x(x + 1) + 2(x + 1)</a:t>
            </a:r>
          </a:p>
          <a:p>
            <a:endParaRPr lang="en-AU" dirty="0"/>
          </a:p>
          <a:p>
            <a:r>
              <a:rPr lang="en-AU" dirty="0"/>
              <a:t>                       = x</a:t>
            </a:r>
            <a:r>
              <a:rPr lang="en-AU" baseline="30000" dirty="0"/>
              <a:t>2</a:t>
            </a:r>
            <a:r>
              <a:rPr lang="en-AU" dirty="0"/>
              <a:t> + 1x + 2x + 2</a:t>
            </a:r>
          </a:p>
          <a:p>
            <a:r>
              <a:rPr lang="en-AU" dirty="0"/>
              <a:t>                       = x</a:t>
            </a:r>
            <a:r>
              <a:rPr lang="en-AU" baseline="30000" dirty="0"/>
              <a:t>2</a:t>
            </a:r>
            <a:r>
              <a:rPr lang="en-AU" dirty="0"/>
              <a:t> + 3x + 2</a:t>
            </a:r>
          </a:p>
          <a:p>
            <a:endParaRPr lang="en-AU" dirty="0"/>
          </a:p>
          <a:p>
            <a:r>
              <a:rPr lang="en-AU" dirty="0"/>
              <a:t>(2x +1)(x + 3) = 2x(x + 3) +1(x + 3)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90260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1210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Distributive Law and Factorisation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use the distributive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87824" y="2132856"/>
            <a:ext cx="603552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dirty="0"/>
              <a:t>(x – 1)(x + 3) = x(x + 3) – 1(x + 3)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(2x – 1)(x – 3) = 2x(x – 3) – 1(x – 3)</a:t>
            </a:r>
          </a:p>
        </p:txBody>
      </p:sp>
    </p:spTree>
    <p:extLst>
      <p:ext uri="{BB962C8B-B14F-4D97-AF65-F5344CB8AC3E}">
        <p14:creationId xmlns:p14="http://schemas.microsoft.com/office/powerpoint/2010/main" val="4050183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1210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Distributive Law and Factorisation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Factorise an equation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59832" y="2204864"/>
            <a:ext cx="596351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Factorisation is the reversal of distribution</a:t>
            </a:r>
          </a:p>
          <a:p>
            <a:endParaRPr lang="en-AU" dirty="0"/>
          </a:p>
          <a:p>
            <a:r>
              <a:rPr lang="en-AU" dirty="0"/>
              <a:t>ab + ac = a(b + c)</a:t>
            </a:r>
          </a:p>
          <a:p>
            <a:endParaRPr lang="en-AU" dirty="0"/>
          </a:p>
          <a:p>
            <a:r>
              <a:rPr lang="en-AU" dirty="0" err="1"/>
              <a:t>Eg</a:t>
            </a:r>
            <a:r>
              <a:rPr lang="en-AU" dirty="0"/>
              <a:t>.   4x + 8 = 4(x + 8)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4xy + 8x = 4x(y + 2)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4x</a:t>
            </a:r>
            <a:r>
              <a:rPr lang="en-AU" baseline="30000" dirty="0"/>
              <a:t>2</a:t>
            </a:r>
            <a:r>
              <a:rPr lang="en-AU" dirty="0"/>
              <a:t> + 8x = 4x(x + 2)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1210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Distributive Law and Factorisation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/>
              <a:t>How do you Factorise an equation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59832" y="2204864"/>
            <a:ext cx="596351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4x</a:t>
            </a:r>
            <a:r>
              <a:rPr lang="en-AU" baseline="30000" dirty="0"/>
              <a:t>5</a:t>
            </a:r>
            <a:r>
              <a:rPr lang="en-AU" dirty="0"/>
              <a:t> + 8x = 4x(x</a:t>
            </a:r>
            <a:r>
              <a:rPr lang="en-AU" baseline="30000" dirty="0"/>
              <a:t>4</a:t>
            </a:r>
            <a:r>
              <a:rPr lang="en-AU" dirty="0"/>
              <a:t> + 2)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4x</a:t>
            </a:r>
            <a:r>
              <a:rPr lang="en-AU" baseline="30000" dirty="0"/>
              <a:t>5</a:t>
            </a:r>
            <a:r>
              <a:rPr lang="en-AU" dirty="0"/>
              <a:t> + 8x</a:t>
            </a:r>
            <a:r>
              <a:rPr lang="en-AU" baseline="30000" dirty="0"/>
              <a:t>3</a:t>
            </a:r>
            <a:r>
              <a:rPr lang="en-AU" dirty="0"/>
              <a:t> = 4x</a:t>
            </a:r>
            <a:r>
              <a:rPr lang="en-AU" baseline="30000" dirty="0"/>
              <a:t>3</a:t>
            </a:r>
            <a:r>
              <a:rPr lang="en-AU" dirty="0"/>
              <a:t>(x</a:t>
            </a:r>
            <a:r>
              <a:rPr lang="en-AU" baseline="30000" dirty="0"/>
              <a:t>2</a:t>
            </a:r>
            <a:r>
              <a:rPr lang="en-AU" dirty="0"/>
              <a:t> + 2)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c(a + b) + d(a + b) = (a + b)(c + d)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 err="1"/>
              <a:t>Eg</a:t>
            </a:r>
            <a:r>
              <a:rPr lang="en-AU" dirty="0"/>
              <a:t>.  x(x – 5) + 4(x – 5) = (x – 5)(x + 4)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95876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Dwyer Chapter 6</a:t>
            </a:r>
          </a:p>
          <a:p>
            <a:pPr lvl="1"/>
            <a:r>
              <a:rPr lang="en-AU" dirty="0"/>
              <a:t>Page 72 Ex 6.1</a:t>
            </a:r>
            <a:br>
              <a:rPr lang="en-AU" dirty="0"/>
            </a:br>
            <a:r>
              <a:rPr lang="en-AU" dirty="0"/>
              <a:t>Q’s 1 to 4; 9 to 12;17, 20, 21, 24, 25, 28, 29, 32</a:t>
            </a:r>
          </a:p>
          <a:p>
            <a:pPr lvl="1"/>
            <a:r>
              <a:rPr lang="en-AU" dirty="0"/>
              <a:t>Page 73 Ex 6.2</a:t>
            </a:r>
            <a:br>
              <a:rPr lang="en-AU" dirty="0"/>
            </a:br>
            <a:r>
              <a:rPr lang="en-AU" dirty="0"/>
              <a:t>Q’s 7, 8, 9, 22, 23, 24, 30, 31</a:t>
            </a:r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Closure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Thumbs up</a:t>
            </a:r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407</Words>
  <Application>Microsoft Office PowerPoint</Application>
  <PresentationFormat>On-screen Show (4:3)</PresentationFormat>
  <Paragraphs>109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Lesson objective</vt:lpstr>
      <vt:lpstr>Success Criteria</vt:lpstr>
      <vt:lpstr>PowerPoint Presentation</vt:lpstr>
      <vt:lpstr>PowerPoint Presentation</vt:lpstr>
      <vt:lpstr>PowerPoint Presentation</vt:lpstr>
      <vt:lpstr>PowerPoint Presentation</vt:lpstr>
      <vt:lpstr>Activity</vt:lpstr>
      <vt:lpstr>Closure activity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Natasha</cp:lastModifiedBy>
  <cp:revision>11</cp:revision>
  <dcterms:created xsi:type="dcterms:W3CDTF">2016-10-20T03:14:06Z</dcterms:created>
  <dcterms:modified xsi:type="dcterms:W3CDTF">2017-05-28T15:28:46Z</dcterms:modified>
</cp:coreProperties>
</file>