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0" r:id="rId2"/>
    <p:sldId id="260" r:id="rId3"/>
    <p:sldId id="271" r:id="rId4"/>
    <p:sldId id="262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331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51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Grouping by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if there are only 3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8326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there are 4 terms you can split them into 2 pairs then factorise the pairs</a:t>
            </a:r>
          </a:p>
          <a:p>
            <a:endParaRPr lang="en-AU" dirty="0"/>
          </a:p>
          <a:p>
            <a:r>
              <a:rPr lang="en-AU" dirty="0"/>
              <a:t>…..but what do you do if there are only 3 terms in the equation.</a:t>
            </a:r>
          </a:p>
          <a:p>
            <a:endParaRPr lang="en-AU" dirty="0"/>
          </a:p>
          <a:p>
            <a:r>
              <a:rPr lang="en-AU" dirty="0"/>
              <a:t>How did you get 3 terms</a:t>
            </a:r>
          </a:p>
          <a:p>
            <a:endParaRPr lang="en-AU" dirty="0"/>
          </a:p>
          <a:p>
            <a:r>
              <a:rPr lang="en-AU" dirty="0"/>
              <a:t>(x + 4)(x + 2)            Distribute</a:t>
            </a:r>
          </a:p>
          <a:p>
            <a:endParaRPr lang="en-AU" dirty="0"/>
          </a:p>
          <a:p>
            <a:r>
              <a:rPr lang="en-AU" dirty="0"/>
              <a:t>= x(x + 2) + 4(x + 2)</a:t>
            </a:r>
          </a:p>
          <a:p>
            <a:endParaRPr lang="en-AU" dirty="0"/>
          </a:p>
          <a:p>
            <a:r>
              <a:rPr lang="en-AU" dirty="0"/>
              <a:t>= x</a:t>
            </a:r>
            <a:r>
              <a:rPr lang="en-AU" baseline="30000" dirty="0"/>
              <a:t>2</a:t>
            </a:r>
            <a:r>
              <a:rPr lang="en-AU" dirty="0"/>
              <a:t> + 2x + 4x + 8    “collect like terms”</a:t>
            </a:r>
          </a:p>
          <a:p>
            <a:endParaRPr lang="en-AU" dirty="0"/>
          </a:p>
          <a:p>
            <a:r>
              <a:rPr lang="en-AU" dirty="0"/>
              <a:t>= x</a:t>
            </a:r>
            <a:r>
              <a:rPr lang="en-AU" baseline="30000" dirty="0"/>
              <a:t>2</a:t>
            </a:r>
            <a:r>
              <a:rPr lang="en-AU" dirty="0"/>
              <a:t> + 6x + 8</a:t>
            </a:r>
          </a:p>
        </p:txBody>
      </p:sp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51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/>
              <a:t>Grouping by pairs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What if there are only 3 terms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9046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factorise x</a:t>
            </a:r>
            <a:r>
              <a:rPr lang="en-AU" baseline="30000" dirty="0"/>
              <a:t>2</a:t>
            </a:r>
            <a:r>
              <a:rPr lang="en-AU" dirty="0"/>
              <a:t> + 6x + 8</a:t>
            </a:r>
          </a:p>
          <a:p>
            <a:endParaRPr lang="en-AU" dirty="0"/>
          </a:p>
          <a:p>
            <a:r>
              <a:rPr lang="en-AU" dirty="0"/>
              <a:t>Using the cross method</a:t>
            </a:r>
          </a:p>
          <a:p>
            <a:endParaRPr lang="en-AU" dirty="0"/>
          </a:p>
          <a:p>
            <a:r>
              <a:rPr lang="en-AU" dirty="0"/>
              <a:t>x</a:t>
            </a:r>
            <a:r>
              <a:rPr lang="en-AU" baseline="30000" dirty="0"/>
              <a:t>2</a:t>
            </a:r>
            <a:r>
              <a:rPr lang="en-AU" dirty="0"/>
              <a:t> is the same as </a:t>
            </a:r>
            <a:r>
              <a:rPr lang="en-AU" i="1" dirty="0"/>
              <a:t>x</a:t>
            </a:r>
            <a:r>
              <a:rPr lang="en-AU" dirty="0"/>
              <a:t> </a:t>
            </a:r>
            <a:r>
              <a:rPr lang="en-AU" dirty="0" err="1"/>
              <a:t>x</a:t>
            </a:r>
            <a:r>
              <a:rPr lang="en-AU" dirty="0"/>
              <a:t> </a:t>
            </a:r>
            <a:r>
              <a:rPr lang="en-AU" i="1" dirty="0" err="1"/>
              <a:t>x</a:t>
            </a:r>
            <a:r>
              <a:rPr lang="en-AU" i="1" dirty="0"/>
              <a:t>  </a:t>
            </a:r>
            <a:r>
              <a:rPr lang="en-AU" dirty="0"/>
              <a:t>and what are the factors of 8</a:t>
            </a:r>
          </a:p>
          <a:p>
            <a:endParaRPr lang="en-AU" i="1" dirty="0"/>
          </a:p>
          <a:p>
            <a:r>
              <a:rPr lang="en-AU" dirty="0"/>
              <a:t>X		1x	2x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X		8x	4x</a:t>
            </a:r>
          </a:p>
          <a:p>
            <a:r>
              <a:rPr lang="en-AU" dirty="0"/>
              <a:t>		9x	6x</a:t>
            </a:r>
          </a:p>
          <a:p>
            <a:r>
              <a:rPr lang="en-AU" dirty="0"/>
              <a:t>Which matches the middle term ?</a:t>
            </a:r>
          </a:p>
          <a:p>
            <a:endParaRPr lang="en-AU" dirty="0"/>
          </a:p>
          <a:p>
            <a:r>
              <a:rPr lang="en-AU" dirty="0"/>
              <a:t>Making the answer (x = 2)(x + 4)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419872" y="4077072"/>
            <a:ext cx="144016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419872" y="4077072"/>
            <a:ext cx="1296144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20272" y="3919118"/>
            <a:ext cx="1728192" cy="14773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Multiply each of the x’s with the each of the factors then add them down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51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/>
              <a:t>Grouping by pairs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What if there are only 3 terms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03848" y="2276872"/>
            <a:ext cx="568863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x</a:t>
            </a:r>
            <a:r>
              <a:rPr lang="en-AU" baseline="30000" dirty="0"/>
              <a:t>2</a:t>
            </a:r>
            <a:r>
              <a:rPr lang="en-AU" dirty="0"/>
              <a:t> + x -12</a:t>
            </a:r>
          </a:p>
          <a:p>
            <a:endParaRPr lang="en-AU" dirty="0"/>
          </a:p>
          <a:p>
            <a:r>
              <a:rPr lang="en-AU" dirty="0"/>
              <a:t>X’s and the factors of 12</a:t>
            </a:r>
          </a:p>
          <a:p>
            <a:endParaRPr lang="en-AU" dirty="0"/>
          </a:p>
          <a:p>
            <a:r>
              <a:rPr lang="en-AU" dirty="0"/>
              <a:t>X	1x	2x	3x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X	12x	6x	4x</a:t>
            </a:r>
          </a:p>
          <a:p>
            <a:endParaRPr lang="en-AU" dirty="0"/>
          </a:p>
          <a:p>
            <a:r>
              <a:rPr lang="en-AU" dirty="0"/>
              <a:t>Which pair of factors will give the answer x, which number will be negative</a:t>
            </a:r>
          </a:p>
          <a:p>
            <a:endParaRPr lang="en-AU" dirty="0"/>
          </a:p>
          <a:p>
            <a:r>
              <a:rPr lang="en-AU" dirty="0"/>
              <a:t>(x - 3)(x + 4)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563888" y="3645024"/>
            <a:ext cx="576064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491880" y="3645024"/>
            <a:ext cx="576064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07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text Page 75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/>
              <a:t>Thumbs </a:t>
            </a:r>
            <a:r>
              <a:rPr lang="en-AU" dirty="0"/>
              <a:t>up </a:t>
            </a:r>
            <a:r>
              <a:rPr lang="en-AU" dirty="0" err="1"/>
              <a:t>etc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204</Words>
  <Application>Microsoft Office PowerPoint</Application>
  <PresentationFormat>On-screen Show (4:3)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10</cp:revision>
  <dcterms:created xsi:type="dcterms:W3CDTF">2016-10-20T03:14:06Z</dcterms:created>
  <dcterms:modified xsi:type="dcterms:W3CDTF">2017-05-30T15:13:08Z</dcterms:modified>
</cp:coreProperties>
</file>