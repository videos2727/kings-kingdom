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3" r:id="rId2"/>
    <p:sldId id="264" r:id="rId3"/>
    <p:sldId id="257" r:id="rId4"/>
    <p:sldId id="258" r:id="rId5"/>
    <p:sldId id="270" r:id="rId6"/>
    <p:sldId id="260" r:id="rId7"/>
    <p:sldId id="271" r:id="rId8"/>
    <p:sldId id="272" r:id="rId9"/>
    <p:sldId id="262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27/04/2017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 activity needs to be done whilst going through these slides. </a:t>
            </a:r>
            <a:r>
              <a:rPr lang="en-AU" dirty="0" err="1"/>
              <a:t>Ie</a:t>
            </a:r>
            <a:r>
              <a:rPr lang="en-AU" dirty="0"/>
              <a:t>, review sample space then have students work out the sample space for the die they have </a:t>
            </a:r>
            <a:r>
              <a:rPr lang="en-AU" dirty="0" err="1"/>
              <a:t>etc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738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17316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0193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27/04/2017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27/04/2017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27/04/2017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27/04/2017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Mental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Quick write – ‘Probability’ </a:t>
            </a:r>
          </a:p>
          <a:p>
            <a:pPr marL="0" indent="0">
              <a:buNone/>
            </a:pPr>
            <a:r>
              <a:rPr lang="en-AU" sz="2400" dirty="0"/>
              <a:t>Write everything you know about probability, keep writing until the time is up (2 minutes)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Share – compare what you have with the person next to you. Update your list to include items your partner has that you don’t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‘Popcorn’</a:t>
            </a:r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666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 -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 marL="0" indent="0">
              <a:buNone/>
            </a:pPr>
            <a:r>
              <a:rPr lang="en-AU" dirty="0"/>
              <a:t>- Recall the language associated with probability and what you have learnt so far.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You will know you are successful in achieving the objective by… </a:t>
            </a:r>
          </a:p>
        </p:txBody>
      </p:sp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666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 -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47864" y="2348880"/>
            <a:ext cx="525658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Probability is the chance of an event happening.</a:t>
            </a:r>
          </a:p>
          <a:p>
            <a:endParaRPr lang="en-AU" dirty="0"/>
          </a:p>
          <a:p>
            <a:r>
              <a:rPr lang="en-AU" u="sng" dirty="0"/>
              <a:t>Probability Scale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Probability can be described 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Decimals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Fractions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Percentages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Words</a:t>
            </a:r>
          </a:p>
          <a:p>
            <a:pPr lvl="1"/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3782372" y="3573016"/>
            <a:ext cx="46060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782372" y="3573016"/>
            <a:ext cx="0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8388424" y="3573016"/>
            <a:ext cx="0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084168" y="3573016"/>
            <a:ext cx="0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9514" y="3140968"/>
            <a:ext cx="2580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probability scale</a:t>
            </a:r>
          </a:p>
        </p:txBody>
      </p:sp>
    </p:spTree>
    <p:extLst>
      <p:ext uri="{BB962C8B-B14F-4D97-AF65-F5344CB8AC3E}">
        <p14:creationId xmlns:p14="http://schemas.microsoft.com/office/powerpoint/2010/main" val="690260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666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 -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471" y="2348880"/>
            <a:ext cx="2678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sample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31840" y="2276872"/>
            <a:ext cx="57606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u="sng" dirty="0"/>
              <a:t>Sample Space</a:t>
            </a:r>
          </a:p>
          <a:p>
            <a:endParaRPr lang="en-AU" dirty="0"/>
          </a:p>
          <a:p>
            <a:r>
              <a:rPr lang="en-AU" dirty="0"/>
              <a:t>The sample space is a list of all possible outcomes</a:t>
            </a:r>
          </a:p>
          <a:p>
            <a:endParaRPr lang="en-AU" dirty="0"/>
          </a:p>
          <a:p>
            <a:r>
              <a:rPr lang="en-AU" dirty="0"/>
              <a:t>Example – What is the sample space for the roll of one six sided die.</a:t>
            </a:r>
          </a:p>
          <a:p>
            <a:endParaRPr lang="en-AU" dirty="0"/>
          </a:p>
          <a:p>
            <a:r>
              <a:rPr lang="en-AU" dirty="0"/>
              <a:t>A normal six sided die has the numbers 1 to 6 on it, the sample space is</a:t>
            </a:r>
          </a:p>
          <a:p>
            <a:endParaRPr lang="en-AU" dirty="0"/>
          </a:p>
          <a:p>
            <a:r>
              <a:rPr lang="en-AU" dirty="0"/>
              <a:t>Sample space {1, 2, 3, 4, 5, 6}</a:t>
            </a:r>
          </a:p>
          <a:p>
            <a:endParaRPr lang="en-AU" dirty="0"/>
          </a:p>
          <a:p>
            <a:r>
              <a:rPr lang="en-AU" i="1" dirty="0"/>
              <a:t>What is the sample space for the toss of 2 coins?</a:t>
            </a:r>
          </a:p>
          <a:p>
            <a:endParaRPr lang="en-AU" i="1" dirty="0"/>
          </a:p>
          <a:p>
            <a:r>
              <a:rPr lang="en-AU" i="1" dirty="0"/>
              <a:t>Samples space {HH, HT, TH, TT}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666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 -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9514" y="2420888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theoretical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03848" y="2276872"/>
                <a:ext cx="5616624" cy="47255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u="sng" dirty="0"/>
                  <a:t>Theoretical Probability</a:t>
                </a:r>
              </a:p>
              <a:p>
                <a:endParaRPr lang="en-AU" dirty="0"/>
              </a:p>
              <a:p>
                <a:r>
                  <a:rPr lang="en-AU" dirty="0"/>
                  <a:t>Theoretical probability is what we expect to occur.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600" b="0" i="1" smtClean="0">
                              <a:latin typeface="Cambria Math" panose="02040503050406030204" pitchFamily="18" charset="0"/>
                            </a:rPr>
                            <m:t>𝐸𝑣𝑒𝑛𝑡</m:t>
                          </m:r>
                        </m:e>
                      </m:d>
                      <m:r>
                        <a:rPr lang="en-AU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𝑝𝑜𝑠𝑠𝑖𝑏𝑙𝑒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𝑜𝑢𝑡𝑐𝑜𝑚𝑒𝑠</m:t>
                          </m:r>
                        </m:num>
                        <m:den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𝑝𝑜𝑠𝑠𝑖𝑏𝑙𝑒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𝑜𝑢𝑡𝑐𝑜𝑚𝑒𝑠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𝑆𝑎𝑚𝑝𝑙𝑒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𝑆𝑝𝑎𝑐𝑒</m:t>
                          </m:r>
                          <m:r>
                            <a:rPr lang="en-A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AU" sz="1600" dirty="0"/>
              </a:p>
              <a:p>
                <a:endParaRPr lang="en-AU" dirty="0"/>
              </a:p>
              <a:p>
                <a:r>
                  <a:rPr lang="en-AU" dirty="0"/>
                  <a:t>Example – what is the probability of rolling an even number on a six sided die.</a:t>
                </a:r>
              </a:p>
              <a:p>
                <a:endParaRPr lang="en-AU" dirty="0"/>
              </a:p>
              <a:p>
                <a:r>
                  <a:rPr lang="en-AU" dirty="0"/>
                  <a:t>Sample Space {1, 2, 3, 4, 5, 6}</a:t>
                </a:r>
              </a:p>
              <a:p>
                <a:r>
                  <a:rPr lang="en-AU" dirty="0"/>
                  <a:t>Even Numbers  2, 4, 6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𝐸𝑣𝑒𝑛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  <a:p>
                <a:r>
                  <a:rPr lang="en-AU" dirty="0"/>
                  <a:t>50/50 or even chance</a:t>
                </a: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2276872"/>
                <a:ext cx="5616624" cy="4725524"/>
              </a:xfrm>
              <a:prstGeom prst="rect">
                <a:avLst/>
              </a:prstGeom>
              <a:blipFill>
                <a:blip r:embed="rId3"/>
                <a:stretch>
                  <a:fillRect l="-977" t="-7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486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666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 -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9514" y="2564904"/>
            <a:ext cx="2580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experimental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131840" y="2276872"/>
                <a:ext cx="5616624" cy="4130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u="sng" dirty="0"/>
                  <a:t>Experimental Probability</a:t>
                </a:r>
              </a:p>
              <a:p>
                <a:endParaRPr lang="en-AU" dirty="0"/>
              </a:p>
              <a:p>
                <a:r>
                  <a:rPr lang="en-AU" dirty="0"/>
                  <a:t>Experimental Probability is what actually happens. The results of the activity are recorded and the number of trials is calculated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𝑒𝑣𝑒𝑛𝑡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𝑑𝑒𝑠𝑖𝑟𝑒𝑑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𝑜𝑢𝑡𝑐𝑜𝑚𝑒𝑠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𝑡𝑟𝑖𝑎𝑙𝑠</m:t>
                          </m:r>
                        </m:den>
                      </m:f>
                    </m:oMath>
                  </m:oMathPara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Example – tossing a coin 20 times</a:t>
                </a:r>
              </a:p>
              <a:p>
                <a:endParaRPr lang="en-AU" dirty="0"/>
              </a:p>
              <a:p>
                <a:r>
                  <a:rPr lang="en-AU" dirty="0"/>
                  <a:t>                                       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h𝑒𝑎𝑑𝑠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276872"/>
                <a:ext cx="5616624" cy="4130683"/>
              </a:xfrm>
              <a:prstGeom prst="rect">
                <a:avLst/>
              </a:prstGeom>
              <a:blipFill>
                <a:blip r:embed="rId3"/>
                <a:stretch>
                  <a:fillRect l="-977" t="-8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305728"/>
              </p:ext>
            </p:extLst>
          </p:nvPr>
        </p:nvGraphicFramePr>
        <p:xfrm>
          <a:off x="3347864" y="5157192"/>
          <a:ext cx="186381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713">
                  <a:extLst>
                    <a:ext uri="{9D8B030D-6E8A-4147-A177-3AD203B41FA5}">
                      <a16:colId xmlns:a16="http://schemas.microsoft.com/office/drawing/2014/main" val="2152058774"/>
                    </a:ext>
                  </a:extLst>
                </a:gridCol>
                <a:gridCol w="926103">
                  <a:extLst>
                    <a:ext uri="{9D8B030D-6E8A-4147-A177-3AD203B41FA5}">
                      <a16:colId xmlns:a16="http://schemas.microsoft.com/office/drawing/2014/main" val="33024330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076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247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1422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 To be done in conjunction with the slides</a:t>
            </a:r>
          </a:p>
          <a:p>
            <a:r>
              <a:rPr lang="en-AU" dirty="0"/>
              <a:t>Group students into pairs or groups of 3</a:t>
            </a:r>
          </a:p>
          <a:p>
            <a:r>
              <a:rPr lang="en-AU" dirty="0"/>
              <a:t>Each group is given a die</a:t>
            </a:r>
          </a:p>
          <a:p>
            <a:r>
              <a:rPr lang="en-AU" dirty="0"/>
              <a:t>They are to work out sample space &amp; theoretical probability for the die they have</a:t>
            </a:r>
          </a:p>
          <a:p>
            <a:r>
              <a:rPr lang="en-AU" dirty="0"/>
              <a:t>They are to do 20 – 30 rolls (adjust depending on time) record results and calculate experimental probability</a:t>
            </a:r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Thumbs up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508</Words>
  <Application>Microsoft Office PowerPoint</Application>
  <PresentationFormat>On-screen Show (4:3)</PresentationFormat>
  <Paragraphs>127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Office Theme</vt:lpstr>
      <vt:lpstr>Mental set</vt:lpstr>
      <vt:lpstr>PowerPoint Presentation</vt:lpstr>
      <vt:lpstr>Lesson objective</vt:lpstr>
      <vt:lpstr>Success Criteria</vt:lpstr>
      <vt:lpstr>PowerPoint Presentation</vt:lpstr>
      <vt:lpstr>PowerPoint Presentation</vt:lpstr>
      <vt:lpstr>PowerPoint Presentation</vt:lpstr>
      <vt:lpstr>PowerPoint Presentation</vt:lpstr>
      <vt:lpstr>Activity</vt:lpstr>
      <vt:lpstr>Closure activity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e4037255</cp:lastModifiedBy>
  <cp:revision>20</cp:revision>
  <dcterms:created xsi:type="dcterms:W3CDTF">2016-10-20T03:14:06Z</dcterms:created>
  <dcterms:modified xsi:type="dcterms:W3CDTF">2017-04-27T06:22:49Z</dcterms:modified>
</cp:coreProperties>
</file>