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60" r:id="rId3"/>
    <p:sldId id="268" r:id="rId4"/>
    <p:sldId id="271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students rewrite in log form before showing the answer. </a:t>
            </a:r>
            <a:r>
              <a:rPr lang="en-AU" i="1" dirty="0"/>
              <a:t>Having students do enables them</a:t>
            </a:r>
            <a:r>
              <a:rPr lang="en-AU" i="1" baseline="0" dirty="0"/>
              <a:t> to see the link between index laws and log laws.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085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Logarithms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32682" y="2126618"/>
                <a:ext cx="5616624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Logarithms find the index/power (x) of base (b) that gives the result (y)</a:t>
                </a:r>
              </a:p>
              <a:p>
                <a:endParaRPr lang="en-AU" dirty="0"/>
              </a:p>
              <a:p>
                <a:r>
                  <a:rPr lang="en-AU" dirty="0"/>
                  <a:t>Index Form -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Log Form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</a:t>
                </a:r>
                <a:r>
                  <a:rPr lang="en-AU" u="sng" dirty="0"/>
                  <a:t>Types of Bases</a:t>
                </a:r>
              </a:p>
              <a:p>
                <a:endParaRPr lang="en-AU" dirty="0"/>
              </a:p>
              <a:p>
                <a:r>
                  <a:rPr lang="en-AU" dirty="0"/>
                  <a:t>Common Base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/>
                  <a:t> becomes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Base </a:t>
                </a:r>
                <a:r>
                  <a:rPr lang="en-AU" i="1" dirty="0"/>
                  <a:t>b</a:t>
                </a:r>
                <a:r>
                  <a:rPr lang="en-AU" dirty="0"/>
                  <a:t> (any base)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eg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i="1" dirty="0"/>
                  <a:t>Activity Dwyer book; Page 54</a:t>
                </a:r>
              </a:p>
              <a:p>
                <a:r>
                  <a:rPr lang="en-AU" i="1" dirty="0"/>
                  <a:t>Ex. 4.11 Q 1,3,5; Ex 4.12 Q 16,18,20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682" y="2126618"/>
                <a:ext cx="5616624" cy="4801314"/>
              </a:xfrm>
              <a:prstGeom prst="rect">
                <a:avLst/>
              </a:prstGeom>
              <a:blipFill>
                <a:blip r:embed="rId3"/>
                <a:stretch>
                  <a:fillRect l="-868" t="-7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Logarithm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204864"/>
                <a:ext cx="5963519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Log laws</a:t>
                </a:r>
              </a:p>
              <a:p>
                <a:endParaRPr lang="en-AU" dirty="0"/>
              </a:p>
              <a:p>
                <a:r>
                  <a:rPr lang="en-AU" dirty="0"/>
                  <a:t>We know the index laws. The log laws are similar but rewritten in log form.</a:t>
                </a:r>
              </a:p>
              <a:p>
                <a:endParaRPr lang="en-AU" dirty="0"/>
              </a:p>
              <a:p>
                <a:r>
                  <a:rPr lang="en-AU" dirty="0"/>
                  <a:t>Index law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Rewrite in Log Form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Index law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Rewrite in Log form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04864"/>
                <a:ext cx="5963519" cy="4801314"/>
              </a:xfrm>
              <a:prstGeom prst="rect">
                <a:avLst/>
              </a:prstGeom>
              <a:blipFill>
                <a:blip r:embed="rId3"/>
                <a:stretch>
                  <a:fillRect l="-920" t="-7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Logarithm Laws v’s Index Law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85592" y="2257371"/>
                <a:ext cx="568863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Law 1</a:t>
                </a:r>
              </a:p>
              <a:p>
                <a:endParaRPr lang="en-AU" dirty="0"/>
              </a:p>
              <a:p>
                <a:r>
                  <a:rPr lang="en-AU" dirty="0"/>
                  <a:t>Index law 1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r>
                  <a:rPr lang="en-AU" dirty="0"/>
                  <a:t>In Log form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Using this law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i="1" dirty="0"/>
                  <a:t>Activity</a:t>
                </a:r>
              </a:p>
              <a:p>
                <a:r>
                  <a:rPr lang="en-AU" i="1" dirty="0" err="1"/>
                  <a:t>Dywer</a:t>
                </a:r>
                <a:r>
                  <a:rPr lang="en-AU" i="1" dirty="0"/>
                  <a:t> book; Page 55 Exercise 4.12 Q 2,3,4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92" y="2257371"/>
                <a:ext cx="5688632" cy="3970318"/>
              </a:xfrm>
              <a:prstGeom prst="rect">
                <a:avLst/>
              </a:prstGeom>
              <a:blipFill>
                <a:blip r:embed="rId3"/>
                <a:stretch>
                  <a:fillRect l="-965" t="-767" b="-13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Logarithm Laws v’s Index Law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04864"/>
                <a:ext cx="576064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</a:t>
                </a:r>
              </a:p>
              <a:p>
                <a:r>
                  <a:rPr lang="en-AU" dirty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Using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i="1" dirty="0"/>
                  <a:t>256 can be written as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2.56 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r>
                  <a:rPr lang="en-AU" i="1" dirty="0"/>
                  <a:t>  giving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2.56 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</m:t>
                          </m:r>
                        </m:e>
                      </m:func>
                    </m:oMath>
                  </m:oMathPara>
                </a14:m>
                <a:endParaRPr lang="en-AU" i="1" dirty="0"/>
              </a:p>
              <a:p>
                <a:r>
                  <a:rPr lang="en-AU" dirty="0"/>
                  <a:t>Now using the law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2.56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0.4082400+2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=2.4082400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760640" cy="4524315"/>
              </a:xfrm>
              <a:prstGeom prst="rect">
                <a:avLst/>
              </a:prstGeom>
              <a:blipFill>
                <a:blip r:embed="rId3"/>
                <a:stretch>
                  <a:fillRect l="-952" t="-809" b="-1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29383"/>
              </p:ext>
            </p:extLst>
          </p:nvPr>
        </p:nvGraphicFramePr>
        <p:xfrm>
          <a:off x="3455814" y="4869160"/>
          <a:ext cx="4479290" cy="578358"/>
        </p:xfrm>
        <a:graphic>
          <a:graphicData uri="http://schemas.openxmlformats.org/drawingml/2006/table">
            <a:tbl>
              <a:tblPr firstRow="1" firstCol="1" bandRow="1"/>
              <a:tblGrid>
                <a:gridCol w="518795">
                  <a:extLst>
                    <a:ext uri="{9D8B030D-6E8A-4147-A177-3AD203B41FA5}">
                      <a16:colId xmlns:a16="http://schemas.microsoft.com/office/drawing/2014/main" val="202804035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1123318338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27414174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586680580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05464359"/>
                    </a:ext>
                  </a:extLst>
                </a:gridCol>
                <a:gridCol w="989965">
                  <a:extLst>
                    <a:ext uri="{9D8B030D-6E8A-4147-A177-3AD203B41FA5}">
                      <a16:colId xmlns:a16="http://schemas.microsoft.com/office/drawing/2014/main" val="3333620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0.4048337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0.5490033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0.6570559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97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0.4065402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0.5502284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0.6580114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42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0.4082400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0.5514500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0.6589648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929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8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 Chapter 1</a:t>
            </a:r>
          </a:p>
          <a:p>
            <a:pPr marL="0" indent="0">
              <a:buNone/>
            </a:pPr>
            <a:r>
              <a:rPr lang="en-AU" dirty="0"/>
              <a:t>Page 24; Q’s 4,5,6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This lesson is on connect.</a:t>
            </a:r>
          </a:p>
          <a:p>
            <a:pPr marL="0" indent="0">
              <a:buNone/>
            </a:pPr>
            <a:r>
              <a:rPr lang="en-AU" dirty="0"/>
              <a:t>Homework – make sure your notes are complete</a:t>
            </a:r>
          </a:p>
          <a:p>
            <a:r>
              <a:rPr lang="en-AU" dirty="0"/>
              <a:t>Complete summary</a:t>
            </a:r>
          </a:p>
          <a:p>
            <a:r>
              <a:rPr lang="en-AU" dirty="0"/>
              <a:t>Complete questions from this lesson</a:t>
            </a:r>
          </a:p>
          <a:p>
            <a:pPr marL="0" indent="0">
              <a:buNone/>
            </a:pPr>
            <a:r>
              <a:rPr lang="en-AU" i="1" dirty="0"/>
              <a:t>Go to </a:t>
            </a:r>
            <a:r>
              <a:rPr lang="en-AU" i="1" dirty="0" err="1"/>
              <a:t>Mathspace</a:t>
            </a:r>
            <a:r>
              <a:rPr lang="en-AU" i="1" dirty="0"/>
              <a:t> and do activities you have  not previously completed.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543</Words>
  <Application>Microsoft Office PowerPoint</Application>
  <PresentationFormat>On-screen Show (4:3)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Activity</vt:lpstr>
      <vt:lpstr>Closure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17</cp:revision>
  <dcterms:created xsi:type="dcterms:W3CDTF">2016-10-20T03:14:06Z</dcterms:created>
  <dcterms:modified xsi:type="dcterms:W3CDTF">2017-04-25T05:43:23Z</dcterms:modified>
</cp:coreProperties>
</file>