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0" r:id="rId2"/>
    <p:sldId id="260" r:id="rId3"/>
    <p:sldId id="268" r:id="rId4"/>
    <p:sldId id="262" r:id="rId5"/>
    <p:sldId id="265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73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8203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25/04/2017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579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 - Mini Logarithm lesson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put this all together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234963" y="2124470"/>
                <a:ext cx="5616624" cy="4267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i="1" dirty="0"/>
                  <a:t>Firstly, the Casio fx-82AU PLUS II</a:t>
                </a:r>
                <a:endParaRPr lang="en-AU" dirty="0"/>
              </a:p>
              <a:p>
                <a:r>
                  <a:rPr lang="en-AU" dirty="0"/>
                  <a:t>This calculator allows you to do base 10 operations easily but does not have the function for base ‘b’.</a:t>
                </a:r>
              </a:p>
              <a:p>
                <a:endParaRPr lang="en-AU" dirty="0"/>
              </a:p>
              <a:p>
                <a:r>
                  <a:rPr lang="en-AU" dirty="0"/>
                  <a:t>This is easily handled by changing the base to base 10.</a:t>
                </a:r>
              </a:p>
              <a:p>
                <a:endParaRPr lang="en-AU" dirty="0"/>
              </a:p>
              <a:p>
                <a:r>
                  <a:rPr lang="en-AU" dirty="0"/>
                  <a:t>Example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func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To change base you find the common log of both 8 &amp; 2, then divide the log of 8 by the log of 2</a:t>
                </a:r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A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AU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A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0.903089987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0.3010299957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≈3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963" y="2124470"/>
                <a:ext cx="5616624" cy="4267900"/>
              </a:xfrm>
              <a:prstGeom prst="rect">
                <a:avLst/>
              </a:prstGeom>
              <a:blipFill>
                <a:blip r:embed="rId3"/>
                <a:stretch>
                  <a:fillRect l="-977" t="-8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260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579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</a:t>
            </a:r>
            <a:r>
              <a:rPr lang="en-AU" sz="2800" dirty="0"/>
              <a:t> - Mini Logarithm lesson 3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/>
              <a:t>How do you put this all together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113291" y="2210959"/>
                <a:ext cx="5963519" cy="44324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u="sng" dirty="0"/>
                  <a:t>Example 2</a:t>
                </a:r>
                <a:r>
                  <a:rPr lang="en-AU" dirty="0"/>
                  <a:t>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1.8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n-AU" dirty="0"/>
              </a:p>
              <a:p>
                <a:r>
                  <a:rPr lang="en-AU" dirty="0"/>
                  <a:t>In log form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1.8</m:t>
                            </m:r>
                          </m:sub>
                        </m:sSub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func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/>
              </a:p>
              <a:p>
                <a:r>
                  <a:rPr lang="en-AU" dirty="0"/>
                  <a:t>Change base       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15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1.8</m:t>
                            </m:r>
                          </m:e>
                        </m:func>
                      </m:den>
                    </m:f>
                  </m:oMath>
                </a14:m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4.607199113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Test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1.8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4.607199113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u="sng" dirty="0"/>
                  <a:t>Example 3</a:t>
                </a:r>
                <a:r>
                  <a:rPr lang="en-AU" dirty="0"/>
                  <a:t>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1.8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=15</m:t>
                    </m:r>
                  </m:oMath>
                </a14:m>
                <a:endParaRPr lang="en-AU" dirty="0"/>
              </a:p>
              <a:p>
                <a:r>
                  <a:rPr lang="en-AU" dirty="0"/>
                  <a:t>Change base     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1.8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e>
                    </m:func>
                  </m:oMath>
                </a14:m>
                <a:endParaRPr lang="en-AU" dirty="0"/>
              </a:p>
              <a:p>
                <a:r>
                  <a:rPr lang="en-AU" dirty="0"/>
                  <a:t>Log Law           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func>
                      <m:func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1.8</m:t>
                        </m:r>
                      </m:e>
                    </m:func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e>
                    </m:func>
                  </m:oMath>
                </a14:m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1.8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                             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=4.607199113 ÷2</m:t>
                    </m:r>
                  </m:oMath>
                </a14:m>
                <a:r>
                  <a:rPr lang="en-AU" dirty="0"/>
                  <a:t>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=2.3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03599557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291" y="2210959"/>
                <a:ext cx="5963519" cy="4432432"/>
              </a:xfrm>
              <a:prstGeom prst="rect">
                <a:avLst/>
              </a:prstGeom>
              <a:blipFill>
                <a:blip r:embed="rId3"/>
                <a:stretch>
                  <a:fillRect l="-920" t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579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</a:t>
            </a:r>
            <a:r>
              <a:rPr lang="en-AU" sz="2800" dirty="0"/>
              <a:t> - Mini Logarithm lesson 3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/>
              <a:t>How do you put this all together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185592" y="2060848"/>
                <a:ext cx="5688632" cy="2328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Example 4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1.8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=15</m:t>
                    </m:r>
                  </m:oMath>
                </a14:m>
                <a:endParaRPr lang="en-AU" dirty="0"/>
              </a:p>
              <a:p>
                <a:r>
                  <a:rPr lang="en-AU" dirty="0"/>
                  <a:t>Change base         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1.8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func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e>
                    </m:func>
                  </m:oMath>
                </a14:m>
                <a:endParaRPr lang="en-AU" dirty="0"/>
              </a:p>
              <a:p>
                <a:r>
                  <a:rPr lang="en-AU" dirty="0"/>
                  <a:t>Log Law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func>
                      <m:func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1.8</m:t>
                        </m:r>
                      </m:e>
                    </m:func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e>
                    </m:func>
                  </m:oMath>
                </a14:m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 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1.8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=4.6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07199113+1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=5.6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07199113</m:t>
                      </m:r>
                    </m:oMath>
                  </m:oMathPara>
                </a14:m>
                <a:endParaRPr lang="en-AU" dirty="0"/>
              </a:p>
              <a:p>
                <a:endParaRPr lang="en-AU" i="1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592" y="2060848"/>
                <a:ext cx="5688632" cy="2328907"/>
              </a:xfrm>
              <a:prstGeom prst="rect">
                <a:avLst/>
              </a:prstGeom>
              <a:blipFill>
                <a:blip r:embed="rId3"/>
                <a:stretch>
                  <a:fillRect l="-965" t="-13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5876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Nelson – Chapter 1, page 25</a:t>
            </a:r>
          </a:p>
          <a:p>
            <a:pPr marL="0" indent="0">
              <a:buNone/>
            </a:pPr>
            <a:r>
              <a:rPr lang="en-AU" dirty="0"/>
              <a:t>Question 20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Dwyer – Page 55</a:t>
            </a:r>
          </a:p>
          <a:p>
            <a:pPr marL="0" indent="0">
              <a:buNone/>
            </a:pPr>
            <a:r>
              <a:rPr lang="en-AU" dirty="0"/>
              <a:t>Questions 19 to 23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This lesson is on connect.</a:t>
            </a:r>
          </a:p>
          <a:p>
            <a:pPr marL="0" indent="0">
              <a:buNone/>
            </a:pPr>
            <a:r>
              <a:rPr lang="en-AU" dirty="0"/>
              <a:t>Homework – make sure your notes are complete</a:t>
            </a:r>
          </a:p>
          <a:p>
            <a:r>
              <a:rPr lang="en-AU" dirty="0"/>
              <a:t>Complete summary</a:t>
            </a:r>
          </a:p>
          <a:p>
            <a:r>
              <a:rPr lang="en-AU" dirty="0"/>
              <a:t>Complete questions from this lesson</a:t>
            </a:r>
          </a:p>
          <a:p>
            <a:pPr marL="0" indent="0">
              <a:buNone/>
            </a:pPr>
            <a:r>
              <a:rPr lang="en-AU" i="1" dirty="0"/>
              <a:t>Go to </a:t>
            </a:r>
            <a:r>
              <a:rPr lang="en-AU" i="1" dirty="0" err="1"/>
              <a:t>Mathspace</a:t>
            </a:r>
            <a:r>
              <a:rPr lang="en-AU" i="1" dirty="0"/>
              <a:t> and do activities you have  not previously completed.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386</Words>
  <Application>Microsoft Office PowerPoint</Application>
  <PresentationFormat>On-screen Show (4:3)</PresentationFormat>
  <Paragraphs>72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Activity</vt:lpstr>
      <vt:lpstr>Closure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31</cp:revision>
  <dcterms:created xsi:type="dcterms:W3CDTF">2016-10-20T03:14:06Z</dcterms:created>
  <dcterms:modified xsi:type="dcterms:W3CDTF">2017-04-25T05:47:25Z</dcterms:modified>
</cp:coreProperties>
</file>