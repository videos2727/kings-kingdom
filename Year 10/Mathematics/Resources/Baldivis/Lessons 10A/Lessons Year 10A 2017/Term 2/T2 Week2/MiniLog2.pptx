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0" r:id="rId2"/>
    <p:sldId id="260" r:id="rId3"/>
    <p:sldId id="268" r:id="rId4"/>
    <p:sldId id="262" r:id="rId5"/>
    <p:sldId id="26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203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7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Mini Logarithm lesson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Logarithm Law v’s Index Law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234963" y="2124470"/>
                <a:ext cx="5616624" cy="4427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Index Law 2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Example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 − 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1.5</m:t>
                        </m:r>
                      </m:e>
                    </m:func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Using this law</a:t>
                </a:r>
              </a:p>
              <a:p>
                <a:r>
                  <a:rPr lang="en-AU" dirty="0"/>
                  <a:t>Becomes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150 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÷1.5</m:t>
                        </m:r>
                      </m:e>
                    </m:func>
                  </m:oMath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r>
                  <a:rPr lang="en-AU" dirty="0">
                    <a:ea typeface="Cambria Math" panose="020405030504060302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func>
                  </m:oMath>
                </a14:m>
                <a:endParaRPr lang="en-AU" dirty="0"/>
              </a:p>
              <a:p>
                <a:r>
                  <a:rPr lang="en-AU" dirty="0">
                    <a:ea typeface="Cambria Math" panose="020405030504060302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r>
                  <a:rPr lang="en-AU" i="1" dirty="0"/>
                  <a:t>Activity – Dwyer book Page 55</a:t>
                </a:r>
              </a:p>
              <a:p>
                <a:r>
                  <a:rPr lang="en-AU" i="1" dirty="0"/>
                  <a:t>Ex 4.12  Q’s 8,9,10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963" y="2124470"/>
                <a:ext cx="5616624" cy="4427366"/>
              </a:xfrm>
              <a:prstGeom prst="rect">
                <a:avLst/>
              </a:prstGeom>
              <a:blipFill>
                <a:blip r:embed="rId3"/>
                <a:stretch>
                  <a:fillRect l="-977" t="-826" b="-12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7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  <a:r>
              <a:rPr lang="en-AU" sz="2800" dirty="0"/>
              <a:t> - Mini Logarithm lesson 2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Logarithm Law v’s Index Law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59832" y="2204864"/>
                <a:ext cx="596351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u="sng" dirty="0"/>
                  <a:t>Index Law 3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𝑚𝑛</m:t>
                      </m:r>
                    </m:oMath>
                  </m:oMathPara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Example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Using this law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func>
                  </m:oMath>
                </a14:m>
                <a:endParaRPr lang="en-AU" dirty="0"/>
              </a:p>
              <a:p>
                <a:r>
                  <a:rPr lang="en-AU" dirty="0"/>
                  <a:t>                              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 ×1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                      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AU" dirty="0"/>
              </a:p>
              <a:p>
                <a:r>
                  <a:rPr lang="en-AU" i="1" dirty="0"/>
                  <a:t>Activity – Dwyer book Page 55</a:t>
                </a:r>
              </a:p>
              <a:p>
                <a:r>
                  <a:rPr lang="en-AU" i="1" dirty="0"/>
                  <a:t>Ex 4.12 Q 14,15,16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204864"/>
                <a:ext cx="5963519" cy="4524315"/>
              </a:xfrm>
              <a:prstGeom prst="rect">
                <a:avLst/>
              </a:prstGeom>
              <a:blipFill>
                <a:blip r:embed="rId3"/>
                <a:stretch>
                  <a:fillRect l="-920" t="-809" b="-12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7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  <a:r>
              <a:rPr lang="en-AU" sz="2800" dirty="0"/>
              <a:t> - Mini Logarithm lesson 2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Logarithm Laws v’s Negative Index Law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85592" y="2060848"/>
                <a:ext cx="5688632" cy="5163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Negative Law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In Log form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func>
                  </m:oMath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 ×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Example.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func>
                  </m:oMath>
                </a14:m>
                <a:endParaRPr lang="en-AU" dirty="0"/>
              </a:p>
              <a:p>
                <a:r>
                  <a:rPr lang="en-AU" dirty="0"/>
                  <a:t>Using Log Law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func>
                    </m:oMath>
                  </m:oMathPara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endParaRPr lang="en-AU" i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592" y="2060848"/>
                <a:ext cx="5688632" cy="5163850"/>
              </a:xfrm>
              <a:prstGeom prst="rect">
                <a:avLst/>
              </a:prstGeom>
              <a:blipFill>
                <a:blip r:embed="rId3"/>
                <a:stretch>
                  <a:fillRect l="-965" t="-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876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Evaluate the following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func>
                  </m:oMath>
                </a14:m>
                <a:r>
                  <a:rPr lang="en-AU" dirty="0"/>
                  <a:t> 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AU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func>
                  </m:oMath>
                </a14:m>
                <a:r>
                  <a:rPr lang="en-AU" dirty="0"/>
                  <a:t>  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AU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func>
                  </m:oMath>
                </a14:m>
                <a:endParaRPr lang="en-A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1000</m:t>
                            </m:r>
                          </m:den>
                        </m:f>
                      </m:e>
                    </m:func>
                  </m:oMath>
                </a14:m>
                <a:r>
                  <a:rPr lang="en-AU" dirty="0"/>
                  <a:t>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AU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</m:e>
                    </m:func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This lesson is on connect.</a:t>
            </a:r>
          </a:p>
          <a:p>
            <a:pPr marL="0" indent="0">
              <a:buNone/>
            </a:pPr>
            <a:r>
              <a:rPr lang="en-AU" dirty="0"/>
              <a:t>Homework – make sure your notes are complete</a:t>
            </a:r>
          </a:p>
          <a:p>
            <a:r>
              <a:rPr lang="en-AU" dirty="0"/>
              <a:t>Complete summary</a:t>
            </a:r>
          </a:p>
          <a:p>
            <a:r>
              <a:rPr lang="en-AU" dirty="0"/>
              <a:t>Complete questions from this lesson</a:t>
            </a:r>
          </a:p>
          <a:p>
            <a:pPr marL="0" indent="0">
              <a:buNone/>
            </a:pPr>
            <a:r>
              <a:rPr lang="en-AU" i="1" dirty="0"/>
              <a:t>Go to </a:t>
            </a:r>
            <a:r>
              <a:rPr lang="en-AU" i="1" dirty="0" err="1"/>
              <a:t>Mathspace</a:t>
            </a:r>
            <a:r>
              <a:rPr lang="en-AU" i="1" dirty="0"/>
              <a:t> and do activities you have  not previously completed.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522</Words>
  <Application>Microsoft Office PowerPoint</Application>
  <PresentationFormat>On-screen Show (4:3)</PresentationFormat>
  <Paragraphs>80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Activity</vt:lpstr>
      <vt:lpstr>Closure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25</cp:revision>
  <dcterms:created xsi:type="dcterms:W3CDTF">2016-10-20T03:14:06Z</dcterms:created>
  <dcterms:modified xsi:type="dcterms:W3CDTF">2017-04-25T03:49:02Z</dcterms:modified>
</cp:coreProperties>
</file>