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70" r:id="rId3"/>
    <p:sldId id="264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Factorise these using perfect square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b="0" i="1" smtClean="0">
                          <a:latin typeface="Cambria Math"/>
                        </a:rPr>
                        <m:t>+8</m:t>
                      </m:r>
                      <m:r>
                        <a:rPr lang="en-AU" sz="4000" b="0" i="1" smtClean="0">
                          <a:latin typeface="Cambria Math"/>
                        </a:rPr>
                        <m:t>𝑥</m:t>
                      </m:r>
                      <m:r>
                        <a:rPr lang="en-AU" sz="4000" b="0" i="1" smtClean="0">
                          <a:latin typeface="Cambria Math"/>
                        </a:rPr>
                        <m:t>+16</m:t>
                      </m:r>
                    </m:oMath>
                  </m:oMathPara>
                </a14:m>
                <a:endParaRPr lang="en-AU" sz="4000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AU" sz="4000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b="0" i="1" smtClean="0">
                          <a:latin typeface="Cambria Math"/>
                        </a:rPr>
                        <m:t>+4</m:t>
                      </m:r>
                      <m:r>
                        <a:rPr lang="en-AU" sz="4000" b="0" i="1" smtClean="0">
                          <a:latin typeface="Cambria Math"/>
                        </a:rPr>
                        <m:t>𝑥</m:t>
                      </m:r>
                      <m:r>
                        <a:rPr lang="en-AU" sz="4000" b="0" i="1" smtClean="0">
                          <a:latin typeface="Cambria Math"/>
                        </a:rPr>
                        <m:t>+4</m:t>
                      </m:r>
                    </m:oMath>
                  </m:oMathPara>
                </a14:m>
                <a:endParaRPr lang="en-AU" sz="4000" b="0" i="1" dirty="0" smtClean="0">
                  <a:latin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000" b="0" i="1" dirty="0" smtClean="0">
                    <a:latin typeface="Cambria Math"/>
                  </a:rPr>
                  <a:t/>
                </a:r>
                <a:br>
                  <a:rPr lang="en-AU" sz="4000" b="0" i="1" dirty="0" smtClean="0">
                    <a:latin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4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i="1">
                          <a:latin typeface="Cambria Math"/>
                        </a:rPr>
                        <m:t>+10</m:t>
                      </m:r>
                      <m:r>
                        <a:rPr lang="en-AU" sz="4000" i="1">
                          <a:latin typeface="Cambria Math"/>
                        </a:rPr>
                        <m:t>𝑥</m:t>
                      </m:r>
                      <m:r>
                        <a:rPr lang="en-AU" sz="4000" i="1">
                          <a:latin typeface="Cambria Math"/>
                        </a:rPr>
                        <m:t>+25</m:t>
                      </m:r>
                    </m:oMath>
                  </m:oMathPara>
                </a14:m>
                <a:endParaRPr lang="en-AU" sz="400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000" dirty="0"/>
                  <a:t/>
                </a:r>
                <a:br>
                  <a:rPr lang="en-AU" sz="4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i="1">
                          <a:latin typeface="Cambria Math"/>
                        </a:rPr>
                        <m:t>+18</m:t>
                      </m:r>
                      <m:r>
                        <a:rPr lang="en-AU" sz="4000" i="1">
                          <a:latin typeface="Cambria Math"/>
                        </a:rPr>
                        <m:t>𝑥</m:t>
                      </m:r>
                      <m:r>
                        <a:rPr lang="en-AU" sz="4000" i="1">
                          <a:latin typeface="Cambria Math"/>
                        </a:rPr>
                        <m:t>+81</m:t>
                      </m:r>
                    </m:oMath>
                  </m:oMathPara>
                </a14:m>
                <a:endParaRPr lang="en-AU" sz="4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Factorise these using perfect square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b="0" i="1" smtClean="0">
                          <a:latin typeface="Cambria Math"/>
                        </a:rPr>
                        <m:t>+8</m:t>
                      </m:r>
                      <m:r>
                        <a:rPr lang="en-AU" sz="4000" b="0" i="1" smtClean="0">
                          <a:latin typeface="Cambria Math"/>
                        </a:rPr>
                        <m:t>𝑥</m:t>
                      </m:r>
                      <m:r>
                        <a:rPr lang="en-AU" sz="4000" b="0" i="1" smtClean="0">
                          <a:latin typeface="Cambria Math"/>
                        </a:rPr>
                        <m:t>+16=</m:t>
                      </m:r>
                      <m:sSup>
                        <m:sSupPr>
                          <m:ctrlP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AU" sz="4000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b="0" i="1" smtClean="0">
                          <a:latin typeface="Cambria Math"/>
                        </a:rPr>
                        <m:t>+4</m:t>
                      </m:r>
                      <m:r>
                        <a:rPr lang="en-AU" sz="4000" b="0" i="1" smtClean="0">
                          <a:latin typeface="Cambria Math"/>
                        </a:rPr>
                        <m:t>𝑥</m:t>
                      </m:r>
                      <m:r>
                        <a:rPr lang="en-AU" sz="4000" b="0" i="1" smtClean="0">
                          <a:latin typeface="Cambria Math"/>
                        </a:rPr>
                        <m:t>+4=</m:t>
                      </m:r>
                      <m:sSup>
                        <m:sSupPr>
                          <m:ctrlP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b="0" i="1" dirty="0" smtClean="0">
                  <a:latin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000" b="0" i="1" dirty="0" smtClean="0">
                    <a:latin typeface="Cambria Math"/>
                  </a:rPr>
                  <a:t/>
                </a:r>
                <a:br>
                  <a:rPr lang="en-AU" sz="4000" b="0" i="1" dirty="0" smtClean="0">
                    <a:latin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4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i="1">
                          <a:latin typeface="Cambria Math"/>
                        </a:rPr>
                        <m:t>+10</m:t>
                      </m:r>
                      <m:r>
                        <a:rPr lang="en-AU" sz="4000" i="1">
                          <a:latin typeface="Cambria Math"/>
                        </a:rPr>
                        <m:t>𝑥</m:t>
                      </m:r>
                      <m:r>
                        <a:rPr lang="en-AU" sz="4000" i="1">
                          <a:latin typeface="Cambria Math"/>
                        </a:rPr>
                        <m:t>+25=</m:t>
                      </m:r>
                      <m:sSup>
                        <m:sSupPr>
                          <m:ctrlP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+5</m:t>
                              </m:r>
                            </m:e>
                          </m:d>
                        </m:e>
                        <m:sup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sz="4000" dirty="0"/>
                  <a:t/>
                </a:r>
                <a:br>
                  <a:rPr lang="en-AU" sz="4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4000" i="1">
                          <a:latin typeface="Cambria Math"/>
                        </a:rPr>
                        <m:t>+18</m:t>
                      </m:r>
                      <m:r>
                        <a:rPr lang="en-AU" sz="4000" i="1">
                          <a:latin typeface="Cambria Math"/>
                        </a:rPr>
                        <m:t>𝑥</m:t>
                      </m:r>
                      <m:r>
                        <a:rPr lang="en-AU" sz="4000" i="1">
                          <a:latin typeface="Cambria Math"/>
                        </a:rPr>
                        <m:t>+81=</m:t>
                      </m:r>
                      <m:sSup>
                        <m:sSupPr>
                          <m:ctrlP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+9</m:t>
                              </m:r>
                            </m:e>
                          </m:d>
                        </m:e>
                        <m:sup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dirty="0" smtClean="0"/>
              </a:p>
            </p:txBody>
          </p:sp>
        </mc:Choice>
        <mc:Fallback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34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497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factorise by completing the square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340493" y="2035200"/>
                <a:ext cx="304519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+2∗3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r>
                  <a:rPr lang="en-AU" b="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+6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+9</m:t>
                    </m:r>
                  </m:oMath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493" y="2035200"/>
                <a:ext cx="3045193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06876" y="2035200"/>
            <a:ext cx="153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Perfect square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15037" y="3172326"/>
            <a:ext cx="232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Completing the square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589380" y="3204957"/>
                <a:ext cx="28285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𝐹𝑎𝑐𝑡𝑜𝑟𝑖𝑠𝑒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380" y="3204957"/>
                <a:ext cx="282859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903055" y="3789040"/>
                <a:ext cx="28203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+_____−_____−1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055" y="3789040"/>
                <a:ext cx="2820324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6723379" y="2636912"/>
            <a:ext cx="2169101" cy="904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Similar to perfect square</a:t>
            </a:r>
            <a:endParaRPr lang="en-AU" dirty="0"/>
          </a:p>
        </p:txBody>
      </p:sp>
      <p:cxnSp>
        <p:nvCxnSpPr>
          <p:cNvPr id="20" name="Straight Arrow Connector 19"/>
          <p:cNvCxnSpPr>
            <a:stCxn id="18" idx="2"/>
          </p:cNvCxnSpPr>
          <p:nvPr/>
        </p:nvCxnSpPr>
        <p:spPr>
          <a:xfrm flipH="1">
            <a:off x="5580112" y="3089285"/>
            <a:ext cx="1143267" cy="115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2"/>
          </p:cNvCxnSpPr>
          <p:nvPr/>
        </p:nvCxnSpPr>
        <p:spPr>
          <a:xfrm flipH="1" flipV="1">
            <a:off x="5313217" y="2636912"/>
            <a:ext cx="1410162" cy="4523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503" y="4416577"/>
            <a:ext cx="377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 the 6 by two and then square it</a:t>
            </a:r>
            <a:endParaRPr lang="en-AU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1575258" y="4158372"/>
            <a:ext cx="3038175" cy="258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589380" y="5013176"/>
                <a:ext cx="5378332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=3…..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=9…. </m:t>
                      </m:r>
                      <m:r>
                        <a:rPr lang="en-AU" b="0" i="1" smtClean="0">
                          <a:latin typeface="Cambria Math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𝑔𝑜𝑒𝑠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𝑖𝑛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𝑠𝑝𝑎𝑐𝑒𝑠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380" y="5013176"/>
                <a:ext cx="5378332" cy="61093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 animBg="1"/>
      <p:bldP spid="23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404664"/>
            <a:ext cx="3497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Completing the square</a:t>
            </a:r>
            <a:endParaRPr lang="en-A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factorise by completing the square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340493" y="2035200"/>
                <a:ext cx="304519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+2∗3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r>
                  <a:rPr lang="en-AU" b="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+6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+9</m:t>
                    </m:r>
                  </m:oMath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493" y="2035200"/>
                <a:ext cx="3045193" cy="923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06876" y="2035200"/>
            <a:ext cx="153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Perfect square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5037" y="3172326"/>
            <a:ext cx="232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Completing the square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589380" y="3204957"/>
                <a:ext cx="28285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𝐹𝑎𝑐𝑡𝑜𝑟𝑖𝑠𝑒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380" y="3204957"/>
                <a:ext cx="282859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903055" y="3789040"/>
                <a:ext cx="2567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+_9_−_9_−1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055" y="3789040"/>
                <a:ext cx="256704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6723379" y="2636912"/>
            <a:ext cx="2169101" cy="904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Similar to perfect square</a:t>
            </a:r>
            <a:endParaRPr lang="en-AU" dirty="0"/>
          </a:p>
        </p:txBody>
      </p:sp>
      <p:cxnSp>
        <p:nvCxnSpPr>
          <p:cNvPr id="15" name="Straight Arrow Connector 14"/>
          <p:cNvCxnSpPr>
            <a:stCxn id="14" idx="2"/>
          </p:cNvCxnSpPr>
          <p:nvPr/>
        </p:nvCxnSpPr>
        <p:spPr>
          <a:xfrm flipH="1">
            <a:off x="5580112" y="3089285"/>
            <a:ext cx="1143267" cy="115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2"/>
          </p:cNvCxnSpPr>
          <p:nvPr/>
        </p:nvCxnSpPr>
        <p:spPr>
          <a:xfrm flipH="1" flipV="1">
            <a:off x="5313217" y="2636912"/>
            <a:ext cx="1410162" cy="4523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1503" y="4416577"/>
            <a:ext cx="377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 the 6 by two and then square it</a:t>
            </a:r>
            <a:endParaRPr lang="en-AU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575258" y="4158372"/>
            <a:ext cx="3038175" cy="258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589380" y="5013176"/>
                <a:ext cx="5378332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=3…..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=9…. </m:t>
                      </m:r>
                      <m:r>
                        <a:rPr lang="en-AU" b="0" i="1" smtClean="0">
                          <a:latin typeface="Cambria Math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𝑔𝑜𝑒𝑠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𝑖𝑛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𝑠𝑝𝑎𝑐𝑒𝑠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380" y="5013176"/>
                <a:ext cx="5378332" cy="61093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endCxn id="13" idx="2"/>
          </p:cNvCxnSpPr>
          <p:nvPr/>
        </p:nvCxnSpPr>
        <p:spPr>
          <a:xfrm flipH="1" flipV="1">
            <a:off x="5186579" y="4158372"/>
            <a:ext cx="126638" cy="998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313217" y="4158372"/>
            <a:ext cx="482919" cy="998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ft Brace 24"/>
          <p:cNvSpPr/>
          <p:nvPr/>
        </p:nvSpPr>
        <p:spPr>
          <a:xfrm rot="16200000">
            <a:off x="4454421" y="3648570"/>
            <a:ext cx="318024" cy="123965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1486" y="4427409"/>
            <a:ext cx="153862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Perfect square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015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115616" y="404664"/>
            <a:ext cx="3497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Completing the square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factorise by completing the square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340493" y="2035200"/>
                <a:ext cx="304519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+2∗3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r>
                  <a:rPr lang="en-AU" b="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+6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+9</m:t>
                    </m:r>
                  </m:oMath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493" y="2035200"/>
                <a:ext cx="3045193" cy="923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106876" y="2035200"/>
            <a:ext cx="153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Perfect square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15037" y="3172326"/>
            <a:ext cx="232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Completing the square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589380" y="3204957"/>
                <a:ext cx="28285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𝐹𝑎𝑐𝑡𝑜𝑟𝑖𝑠𝑒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      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380" y="3204957"/>
                <a:ext cx="282859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903055" y="3789040"/>
                <a:ext cx="2567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+_9_−_9_−1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055" y="3789040"/>
                <a:ext cx="256704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6723379" y="2636912"/>
            <a:ext cx="2169101" cy="904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Similar to perfect square</a:t>
            </a:r>
            <a:endParaRPr lang="en-AU" dirty="0"/>
          </a:p>
        </p:txBody>
      </p:sp>
      <p:cxnSp>
        <p:nvCxnSpPr>
          <p:cNvPr id="16" name="Straight Arrow Connector 15"/>
          <p:cNvCxnSpPr>
            <a:stCxn id="15" idx="2"/>
          </p:cNvCxnSpPr>
          <p:nvPr/>
        </p:nvCxnSpPr>
        <p:spPr>
          <a:xfrm flipH="1">
            <a:off x="5580112" y="3089285"/>
            <a:ext cx="1143267" cy="115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5" idx="2"/>
          </p:cNvCxnSpPr>
          <p:nvPr/>
        </p:nvCxnSpPr>
        <p:spPr>
          <a:xfrm flipH="1" flipV="1">
            <a:off x="5313217" y="2636912"/>
            <a:ext cx="1410162" cy="4523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0740" y="4416577"/>
            <a:ext cx="377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 the 6 by two and then square it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34081" y="4785909"/>
                <a:ext cx="2941510" cy="88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=3…..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=9…. </m:t>
                      </m:r>
                      <m:r>
                        <a:rPr lang="en-AU" b="0" i="1" smtClean="0">
                          <a:latin typeface="Cambria Math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𝑔𝑜𝑒𝑠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𝑖𝑛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𝑠𝑝𝑎𝑐𝑒𝑠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1" y="4785909"/>
                <a:ext cx="2941510" cy="887935"/>
              </a:xfrm>
              <a:prstGeom prst="rect">
                <a:avLst/>
              </a:prstGeom>
              <a:blipFill rotWithShape="1">
                <a:blip r:embed="rId5"/>
                <a:stretch>
                  <a:fillRect r="-35818" b="-13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eft Brace 22"/>
          <p:cNvSpPr/>
          <p:nvPr/>
        </p:nvSpPr>
        <p:spPr>
          <a:xfrm rot="16200000">
            <a:off x="4454421" y="3648570"/>
            <a:ext cx="318024" cy="123965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041486" y="4427409"/>
            <a:ext cx="153862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Perfect square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235063" y="5045210"/>
                <a:ext cx="1878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−9−1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063" y="5045210"/>
                <a:ext cx="1878784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5983515" y="4570327"/>
            <a:ext cx="24420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Factorise perfect square</a:t>
            </a:r>
            <a:endParaRPr lang="en-AU" dirty="0"/>
          </a:p>
        </p:txBody>
      </p:sp>
      <p:cxnSp>
        <p:nvCxnSpPr>
          <p:cNvPr id="28" name="Straight Arrow Connector 27"/>
          <p:cNvCxnSpPr>
            <a:endCxn id="25" idx="1"/>
          </p:cNvCxnSpPr>
          <p:nvPr/>
        </p:nvCxnSpPr>
        <p:spPr>
          <a:xfrm>
            <a:off x="5186579" y="4796741"/>
            <a:ext cx="1048484" cy="4331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350903" y="5673844"/>
                <a:ext cx="15848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0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</a:rPr>
                                <m:t>x</m:t>
                              </m:r>
                              <m:r>
                                <a:rPr lang="en-AU" b="0" i="0" smtClean="0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AU" b="0" i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903" y="5673844"/>
                <a:ext cx="158485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18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416</Words>
  <Application>Microsoft Office PowerPoint</Application>
  <PresentationFormat>On-screen Show (4:3)</PresentationFormat>
  <Paragraphs>68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Factorise these using perfect square</vt:lpstr>
      <vt:lpstr>Factorise these using perfect square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7</cp:revision>
  <dcterms:created xsi:type="dcterms:W3CDTF">2016-10-20T03:14:06Z</dcterms:created>
  <dcterms:modified xsi:type="dcterms:W3CDTF">2017-06-13T13:22:20Z</dcterms:modified>
</cp:coreProperties>
</file>