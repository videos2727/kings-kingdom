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8" r:id="rId2"/>
    <p:sldId id="270" r:id="rId3"/>
    <p:sldId id="260" r:id="rId4"/>
    <p:sldId id="262" r:id="rId5"/>
    <p:sldId id="26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820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14/03/2017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8541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 Mini Lesson 3</a:t>
            </a:r>
          </a:p>
          <a:p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/>
              <a:t>How do you use fractional indices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419872" y="2420888"/>
            <a:ext cx="5040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Terminology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Roots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Radical 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95876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854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 Mini Lesson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use fractional indices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275856" y="2348880"/>
                <a:ext cx="5184576" cy="4589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Calibri" panose="020F0502020204030204" pitchFamily="34" charset="0"/>
                    <a:cs typeface="Calibri" panose="020F0502020204030204" pitchFamily="34" charset="0"/>
                  </a:rPr>
                  <a:t>Fractional Index Law</a:t>
                </a:r>
              </a:p>
              <a:p>
                <a:endParaRPr lang="en-AU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f>
                          <m:f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AU" dirty="0"/>
                          <m:t>(</m:t>
                        </m:r>
                        <m:rad>
                          <m:radPr>
                            <m:ctrlPr>
                              <a:rPr lang="en-AU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n-AU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g>
                          <m:e>
                            <m:r>
                              <a:rPr lang="en-AU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m:rPr>
                            <m:nor/>
                          </m:rPr>
                          <a:rPr lang="en-AU" dirty="0"/>
                          <m:t> )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Where a base has a fraction as an index what does it mean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dirty="0"/>
                  <a:t>Denominator is the root of the base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AU" dirty="0"/>
                  <a:t>The numerator tells you how many times the root of the base is multiplied by itself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rad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2348880"/>
                <a:ext cx="5184576" cy="4589141"/>
              </a:xfrm>
              <a:prstGeom prst="rect">
                <a:avLst/>
              </a:prstGeom>
              <a:blipFill>
                <a:blip r:embed="rId3"/>
                <a:stretch>
                  <a:fillRect l="-940" t="-664" r="-1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854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Laws Mini Lesson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/>
              <a:t>How do you use fractional indices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275856" y="2348880"/>
                <a:ext cx="5472608" cy="2450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Eg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f>
                            <m:f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f>
                            <m:f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 32</m:t>
                      </m:r>
                    </m:oMath>
                  </m:oMathPara>
                </a14:m>
                <a:endParaRPr lang="en-AU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AU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1.8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32</m:t>
                          </m:r>
                        </m:e>
                        <m:sup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g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32</m:t>
                              </m:r>
                            </m:e>
                          </m:rad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=512  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2348880"/>
                <a:ext cx="5472608" cy="2450479"/>
              </a:xfrm>
              <a:prstGeom prst="rect">
                <a:avLst/>
              </a:prstGeom>
              <a:blipFill>
                <a:blip r:embed="rId3"/>
                <a:stretch>
                  <a:fillRect l="-891" t="-12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Nelson</a:t>
            </a:r>
          </a:p>
          <a:p>
            <a:r>
              <a:rPr lang="en-AU" dirty="0"/>
              <a:t>Page 13</a:t>
            </a:r>
          </a:p>
          <a:p>
            <a:r>
              <a:rPr lang="en-AU" dirty="0"/>
              <a:t>Q12 Show answers as fractional indices and using the radical sign – e, f, g, k</a:t>
            </a:r>
          </a:p>
          <a:p>
            <a:r>
              <a:rPr lang="en-AU" dirty="0"/>
              <a:t>Q22 a, e</a:t>
            </a:r>
          </a:p>
          <a:p>
            <a:r>
              <a:rPr lang="en-AU"/>
              <a:t>Q23 a, 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Success Criteria</a:t>
            </a:r>
          </a:p>
          <a:p>
            <a:pPr marL="0" indent="0">
              <a:buNone/>
            </a:pPr>
            <a:r>
              <a:rPr lang="en-AU" dirty="0"/>
              <a:t>Thumbs up </a:t>
            </a:r>
            <a:r>
              <a:rPr lang="en-AU" dirty="0" err="1"/>
              <a:t>etc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242</Words>
  <Application>Microsoft Office PowerPoint</Application>
  <PresentationFormat>On-screen Show (4:3)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10</cp:revision>
  <dcterms:created xsi:type="dcterms:W3CDTF">2016-10-20T03:14:06Z</dcterms:created>
  <dcterms:modified xsi:type="dcterms:W3CDTF">2017-03-14T14:52:43Z</dcterms:modified>
</cp:coreProperties>
</file>