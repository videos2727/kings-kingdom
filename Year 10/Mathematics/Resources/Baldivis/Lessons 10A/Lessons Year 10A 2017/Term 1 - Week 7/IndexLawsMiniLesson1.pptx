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4" r:id="rId2"/>
    <p:sldId id="260" r:id="rId3"/>
    <p:sldId id="266" r:id="rId4"/>
    <p:sldId id="267" r:id="rId5"/>
    <p:sldId id="262" r:id="rId6"/>
    <p:sldId id="265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11/03/2017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312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0575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11/03/2017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11/03/2017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11/03/2017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11/03/2017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11/03/2017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11/03/2017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11/03/2017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11/03/2017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11/03/2017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11/03/2017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11/03/2017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11/03/2017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1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6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Laws – Mini lesson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to use Index Laws 1 to 3 and Zero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520" y="2420888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terminology will I expect to see when using Index Laws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3848" y="2564904"/>
            <a:ext cx="568863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Terminology –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Index, Indices, Power, Exponent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Index Form, Power Form, Index Notation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Extended Form, Expanded Form, Factor 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r>
              <a:rPr lang="en-AU" dirty="0"/>
              <a:t>In the questions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Expand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Simplify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Find, Solve, Evaluate, Calculate, Express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2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6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Laws – Mini lesson 1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/>
              <a:t>How to use Index Laws 1 to 3 and Zero Index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23528" y="2420888"/>
            <a:ext cx="2232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Index Laws 1 to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347864" y="2564904"/>
                <a:ext cx="5184576" cy="39029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Index Laws</a:t>
                </a: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GB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A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A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A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A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AU" dirty="0"/>
              </a:p>
              <a:p>
                <a:pPr marL="342900" indent="-342900">
                  <a:buFont typeface="+mj-lt"/>
                  <a:buAutoNum type="arabicPeriod"/>
                </a:pPr>
                <a:endParaRPr lang="en-AU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AU" dirty="0"/>
                  <a:t>When multiplying ADD the indices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en-AU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𝑎𝑏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AU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AU" dirty="0"/>
              </a:p>
              <a:p>
                <a:pPr marL="342900" indent="-342900">
                  <a:buFont typeface="+mj-lt"/>
                  <a:buAutoNum type="arabicPeriod"/>
                </a:pPr>
                <a:endParaRPr lang="en-AU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AU" dirty="0"/>
                  <a:t>When dividing SUBTRACT the indices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12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÷2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14</m:t>
                        </m:r>
                        <m:sSup>
                          <m:sSupPr>
                            <m:ctrlP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A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sz="2000" dirty="0"/>
              </a:p>
              <a:p>
                <a:pPr marL="342900" indent="-342900">
                  <a:buFont typeface="+mj-lt"/>
                  <a:buAutoNum type="arabicPeriod"/>
                </a:pPr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2564904"/>
                <a:ext cx="5184576" cy="3902928"/>
              </a:xfrm>
              <a:prstGeom prst="rect">
                <a:avLst/>
              </a:prstGeom>
              <a:blipFill>
                <a:blip r:embed="rId3"/>
                <a:stretch>
                  <a:fillRect l="-940" t="-9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3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649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Laws – Mini lesson 1</a:t>
            </a:r>
          </a:p>
          <a:p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/>
              <a:t>How to use Index Laws 1 to 3 and Zero Index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707904" y="2636912"/>
                <a:ext cx="4752528" cy="36994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GB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AU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AU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AU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AU" dirty="0"/>
              </a:p>
              <a:p>
                <a:pPr marL="342900" indent="-342900">
                  <a:buFont typeface="+mj-lt"/>
                  <a:buAutoNum type="arabicPeriod" startAt="3"/>
                </a:pPr>
                <a:endParaRPr lang="en-AU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AU" dirty="0"/>
                  <a:t>When raised to a power MULTIPLY the indices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endParaRPr lang="en-AU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(6</m:t>
                        </m:r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216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sup>
                    </m:sSup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en-AU" dirty="0"/>
              </a:p>
              <a:p>
                <a:pPr marL="342900" indent="-342900">
                  <a:buFont typeface="+mj-lt"/>
                  <a:buAutoNum type="arabicPeriod" startAt="3"/>
                </a:pPr>
                <a:endParaRPr lang="en-AU" dirty="0"/>
              </a:p>
              <a:p>
                <a:r>
                  <a:rPr lang="en-AU" dirty="0"/>
                  <a:t>Zero Index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AU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AU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(2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AU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+3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+5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=9</m:t>
                    </m:r>
                  </m:oMath>
                </a14:m>
                <a:endParaRPr lang="en-AU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3−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04" y="2636912"/>
                <a:ext cx="4752528" cy="3699474"/>
              </a:xfrm>
              <a:prstGeom prst="rect">
                <a:avLst/>
              </a:prstGeom>
              <a:blipFill>
                <a:blip r:embed="rId3"/>
                <a:stretch>
                  <a:fillRect l="-1026" t="-825" b="-115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67544" y="4653136"/>
            <a:ext cx="2088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‘Zero Index’ law.</a:t>
            </a:r>
          </a:p>
        </p:txBody>
      </p:sp>
    </p:spTree>
    <p:extLst>
      <p:ext uri="{BB962C8B-B14F-4D97-AF65-F5344CB8AC3E}">
        <p14:creationId xmlns:p14="http://schemas.microsoft.com/office/powerpoint/2010/main" val="45992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4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649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Laws – Mini lesson 1</a:t>
            </a:r>
          </a:p>
          <a:p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/>
              <a:t>How to use Index Laws 1 to 3 and Zero Index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2492896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Things to remember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347864" y="2708920"/>
                <a:ext cx="5472608" cy="3332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pPr lvl="1"/>
                <a:r>
                  <a:rPr lang="en-AU" dirty="0"/>
                  <a:t>All numbers/pronumerals have an index, if there is no index showing then it has an index of 1.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𝑎𝑏</m:t>
                    </m:r>
                  </m:oMath>
                </a14:m>
                <a:endParaRPr lang="en-AU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1×2</m:t>
                        </m:r>
                      </m:sup>
                    </m:sSup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2×2</m:t>
                        </m:r>
                      </m:sup>
                    </m:sSup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AU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AU" dirty="0"/>
              </a:p>
              <a:p>
                <a:pPr lvl="1"/>
                <a:r>
                  <a:rPr lang="en-AU" dirty="0"/>
                  <a:t>When dividing you can show the equation with the division sign (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dirty="0"/>
                  <a:t> or as a fraction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AU" dirty="0"/>
                  <a:t>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AU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2708920"/>
                <a:ext cx="5472608" cy="3332644"/>
              </a:xfrm>
              <a:prstGeom prst="rect">
                <a:avLst/>
              </a:prstGeom>
              <a:blipFill>
                <a:blip r:embed="rId3"/>
                <a:stretch>
                  <a:fillRect r="-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0915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/>
                  <a:t>Dwyer 10 – Page 2</a:t>
                </a:r>
              </a:p>
              <a:p>
                <a:pPr lvl="1">
                  <a:buFont typeface="Bradley Hand ITC" panose="03070402050302030203" pitchFamily="66" charset="0"/>
                  <a:buChar char="*"/>
                </a:pPr>
                <a:r>
                  <a:rPr lang="en-AU" dirty="0"/>
                  <a:t>Questions 8, 12, 22, 24, 32, 39, 40, 41</a:t>
                </a:r>
              </a:p>
              <a:p>
                <a:r>
                  <a:rPr lang="en-AU" dirty="0"/>
                  <a:t>Dwyer 10 – Page 3</a:t>
                </a:r>
              </a:p>
              <a:p>
                <a:pPr lvl="1">
                  <a:buFont typeface="Bradley Hand ITC" panose="03070402050302030203" pitchFamily="66" charset="0"/>
                  <a:buChar char="*"/>
                </a:pPr>
                <a:r>
                  <a:rPr lang="en-AU" dirty="0"/>
                  <a:t>Questions 7, 12, 14, 18, 22</a:t>
                </a:r>
              </a:p>
              <a:p>
                <a:pPr lvl="1">
                  <a:buFont typeface="Bradley Hand ITC" panose="03070402050302030203" pitchFamily="66" charset="0"/>
                  <a:buChar char="*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(2</m:t>
                        </m:r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  <a:p>
                <a:pPr lvl="1">
                  <a:buFont typeface="Bradley Hand ITC" panose="03070402050302030203" pitchFamily="66" charset="0"/>
                  <a:buChar char="*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sSupPr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Thumbs up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631</Words>
  <Application>Microsoft Office PowerPoint</Application>
  <PresentationFormat>On-screen Show (4:3)</PresentationFormat>
  <Paragraphs>95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Bradley Hand ITC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Activity</vt:lpstr>
      <vt:lpstr>Closure activity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Natasha</cp:lastModifiedBy>
  <cp:revision>18</cp:revision>
  <dcterms:created xsi:type="dcterms:W3CDTF">2016-10-20T03:14:06Z</dcterms:created>
  <dcterms:modified xsi:type="dcterms:W3CDTF">2017-03-11T16:08:00Z</dcterms:modified>
</cp:coreProperties>
</file>