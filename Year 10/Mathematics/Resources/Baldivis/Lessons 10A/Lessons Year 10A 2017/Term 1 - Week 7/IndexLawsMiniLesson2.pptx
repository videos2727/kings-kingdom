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60" r:id="rId3"/>
    <p:sldId id="266" r:id="rId4"/>
    <p:sldId id="262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12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to use Negative Index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2420888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terminology will I expect to see when using Index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848" y="2564904"/>
            <a:ext cx="56886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Terminology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Index, Indices, Power, Exponent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Index Form, Power Form, Index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Extended Form, Expanded Form, Factor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In the questions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Expand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Find, Solve, Evaluate, Calculate,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Positive </a:t>
            </a:r>
            <a:r>
              <a:rPr lang="en-AU" dirty="0" err="1"/>
              <a:t>indicies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2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to use Negative Index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242088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the negative index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47864" y="2564904"/>
                <a:ext cx="5184576" cy="4010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Negative Index Law</a:t>
                </a:r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 err="1"/>
                  <a:t>Eg</a:t>
                </a:r>
                <a:r>
                  <a:rPr lang="en-AU" sz="2000" dirty="0"/>
                  <a:t>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Whenever possible express indices in their positive form</a:t>
                </a:r>
              </a:p>
              <a:p>
                <a:endParaRPr lang="en-AU" sz="2000" dirty="0"/>
              </a:p>
              <a:p>
                <a:r>
                  <a:rPr lang="en-AU" sz="2000" dirty="0" err="1"/>
                  <a:t>Eg</a:t>
                </a:r>
                <a:r>
                  <a:rPr lang="en-AU" sz="2000" dirty="0"/>
                  <a:t>.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AU" sz="2000" dirty="0"/>
              </a:p>
              <a:p>
                <a:pPr marL="342900" indent="-3429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564904"/>
                <a:ext cx="5184576" cy="4010970"/>
              </a:xfrm>
              <a:prstGeom prst="rect">
                <a:avLst/>
              </a:prstGeom>
              <a:blipFill>
                <a:blip r:embed="rId3"/>
                <a:stretch>
                  <a:fillRect l="-1175" t="-9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2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to use Negative Index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707904" y="2636912"/>
                <a:ext cx="4752528" cy="2192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 is no set rule on when to convert. Converting early makes calculations easier, as you are dealing with positive numbers.</a:t>
                </a:r>
              </a:p>
              <a:p>
                <a:endParaRPr lang="en-AU" dirty="0"/>
              </a:p>
              <a:p>
                <a:r>
                  <a:rPr lang="en-AU" dirty="0" err="1"/>
                  <a:t>Eg</a:t>
                </a:r>
                <a:r>
                  <a:rPr lang="en-AU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+36=36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2636912"/>
                <a:ext cx="4752528" cy="2192523"/>
              </a:xfrm>
              <a:prstGeom prst="rect">
                <a:avLst/>
              </a:prstGeom>
              <a:blipFill>
                <a:blip r:embed="rId3"/>
                <a:stretch>
                  <a:fillRect l="-1026" t="-16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37125" y="2461204"/>
            <a:ext cx="208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At what point do you convert negative indices to positive indices.</a:t>
            </a:r>
          </a:p>
        </p:txBody>
      </p:sp>
    </p:spTree>
    <p:extLst>
      <p:ext uri="{BB962C8B-B14F-4D97-AF65-F5344CB8AC3E}">
        <p14:creationId xmlns:p14="http://schemas.microsoft.com/office/powerpoint/2010/main" val="4599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 – Page 13 &amp; 14</a:t>
            </a:r>
          </a:p>
          <a:p>
            <a:r>
              <a:rPr lang="en-AU" dirty="0"/>
              <a:t>Q10</a:t>
            </a:r>
          </a:p>
          <a:p>
            <a:r>
              <a:rPr lang="en-AU" dirty="0"/>
              <a:t>Q13 f, g, l</a:t>
            </a:r>
          </a:p>
          <a:p>
            <a:r>
              <a:rPr lang="en-AU" dirty="0"/>
              <a:t>Q20 </a:t>
            </a:r>
            <a:r>
              <a:rPr lang="en-AU"/>
              <a:t>b, e</a:t>
            </a:r>
            <a:r>
              <a:rPr lang="en-AU" dirty="0"/>
              <a:t>, g,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241</Words>
  <Application>Microsoft Office PowerPoint</Application>
  <PresentationFormat>On-screen Show (4:3)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e4037255</cp:lastModifiedBy>
  <cp:revision>24</cp:revision>
  <dcterms:created xsi:type="dcterms:W3CDTF">2016-10-20T03:14:06Z</dcterms:created>
  <dcterms:modified xsi:type="dcterms:W3CDTF">2017-03-14T02:30:09Z</dcterms:modified>
</cp:coreProperties>
</file>