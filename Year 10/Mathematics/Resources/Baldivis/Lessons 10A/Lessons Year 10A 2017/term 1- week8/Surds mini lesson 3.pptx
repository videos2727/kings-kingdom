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0554-CF16-41E2-9BCD-F688455FB813}" type="datetimeFigureOut">
              <a:rPr lang="en-AU" smtClean="0"/>
              <a:t>21/03/2017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71FE-E2A7-476F-9020-973D447483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6433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0554-CF16-41E2-9BCD-F688455FB813}" type="datetimeFigureOut">
              <a:rPr lang="en-AU" smtClean="0"/>
              <a:t>21/03/2017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71FE-E2A7-476F-9020-973D447483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9514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0554-CF16-41E2-9BCD-F688455FB813}" type="datetimeFigureOut">
              <a:rPr lang="en-AU" smtClean="0"/>
              <a:t>21/03/2017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71FE-E2A7-476F-9020-973D447483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3180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0554-CF16-41E2-9BCD-F688455FB813}" type="datetimeFigureOut">
              <a:rPr lang="en-AU" smtClean="0"/>
              <a:t>21/03/2017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71FE-E2A7-476F-9020-973D447483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109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0554-CF16-41E2-9BCD-F688455FB813}" type="datetimeFigureOut">
              <a:rPr lang="en-AU" smtClean="0"/>
              <a:t>21/03/2017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71FE-E2A7-476F-9020-973D447483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776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0554-CF16-41E2-9BCD-F688455FB813}" type="datetimeFigureOut">
              <a:rPr lang="en-AU" smtClean="0"/>
              <a:t>21/03/2017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71FE-E2A7-476F-9020-973D447483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692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0554-CF16-41E2-9BCD-F688455FB813}" type="datetimeFigureOut">
              <a:rPr lang="en-AU" smtClean="0"/>
              <a:t>21/03/2017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71FE-E2A7-476F-9020-973D447483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147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0554-CF16-41E2-9BCD-F688455FB813}" type="datetimeFigureOut">
              <a:rPr lang="en-AU" smtClean="0"/>
              <a:t>21/03/2017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71FE-E2A7-476F-9020-973D447483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176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0554-CF16-41E2-9BCD-F688455FB813}" type="datetimeFigureOut">
              <a:rPr lang="en-AU" smtClean="0"/>
              <a:t>21/03/2017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71FE-E2A7-476F-9020-973D447483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467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0554-CF16-41E2-9BCD-F688455FB813}" type="datetimeFigureOut">
              <a:rPr lang="en-AU" smtClean="0"/>
              <a:t>21/03/2017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71FE-E2A7-476F-9020-973D447483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928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0554-CF16-41E2-9BCD-F688455FB813}" type="datetimeFigureOut">
              <a:rPr lang="en-AU" smtClean="0"/>
              <a:t>21/03/2017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71FE-E2A7-476F-9020-973D447483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849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50554-CF16-41E2-9BCD-F688455FB813}" type="datetimeFigureOut">
              <a:rPr lang="en-AU" smtClean="0"/>
              <a:t>21/03/2017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71FE-E2A7-476F-9020-973D447483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953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Rationalising Surds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Mini lesson 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6408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-39085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61023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616" y="404664"/>
            <a:ext cx="989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Surds</a:t>
            </a:r>
            <a:endParaRPr lang="en-A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755576" y="1340768"/>
            <a:ext cx="3207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How do we rationalise surds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1619691" y="2129756"/>
            <a:ext cx="7284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Rationalising surds is getting rid of the surd in the denominator of a fraction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028519" y="2524984"/>
                <a:ext cx="45719" cy="1787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𝑅𝑎𝑡𝑖𝑜𝑛𝑎𝑙𝑖𝑠𝑒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𝑓𝑜𝑙𝑙𝑜𝑤𝑖𝑛𝑔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eqArr>
                            <m:eqArr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eqArr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√2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AU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AU" b="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AU" b="0" i="1" smtClean="0">
                                          <a:latin typeface="Cambria Math"/>
                                          <a:ea typeface="Cambria Math"/>
                                        </a:rPr>
                                        <m:t>√2</m:t>
                                      </m:r>
                                    </m:e>
                                    <m:e/>
                                  </m:eqArr>
                                </m:den>
                              </m:f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f>
                                <m:fPr>
                                  <m:ctrlPr>
                                    <a:rPr lang="en-AU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/>
                                      <a:ea typeface="Cambria Math"/>
                                    </a:rPr>
                                    <m:t>√2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/>
                                      <a:ea typeface="Cambria Math"/>
                                    </a:rPr>
                                    <m:t>√2</m:t>
                                  </m: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AU" dirty="0" smtClean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519" y="2524984"/>
                <a:ext cx="45719" cy="1787797"/>
              </a:xfrm>
              <a:prstGeom prst="rect">
                <a:avLst/>
              </a:prstGeom>
              <a:blipFill rotWithShape="1">
                <a:blip r:embed="rId2"/>
                <a:stretch>
                  <a:fillRect l="-142857" r="-6428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028519" y="4149080"/>
                <a:ext cx="1112099" cy="21669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</m:rad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ad>
                            <m:radPr>
                              <m:degHide m:val="on"/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b="0" dirty="0" smtClean="0">
                    <a:ea typeface="Cambria Math"/>
                  </a:rPr>
                  <a:t/>
                </a:r>
                <a:br>
                  <a:rPr lang="en-AU" b="0" dirty="0" smtClean="0"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2√2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/>
                </a:r>
                <a:br>
                  <a:rPr lang="en-AU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519" y="4149080"/>
                <a:ext cx="1112099" cy="216694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3140618" y="3212976"/>
            <a:ext cx="1791422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5148064" y="2780928"/>
                <a:ext cx="1728192" cy="93610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2780928"/>
                <a:ext cx="1728192" cy="93610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7092280" y="3068960"/>
            <a:ext cx="20126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Anything multiplied by 1 stays the same value.</a:t>
            </a:r>
            <a:endParaRPr lang="en-A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64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99792" y="1340768"/>
                <a:ext cx="3610744" cy="54006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AU" sz="2000" b="0" dirty="0" smtClean="0"/>
                  <a:t> </a:t>
                </a:r>
                <a:r>
                  <a:rPr lang="en-AU" sz="2800" b="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AU" sz="2800" b="0" i="1" smtClean="0">
                                <a:latin typeface="Cambria Math"/>
                                <a:ea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AU" sz="2800" b="0" i="1" smtClean="0">
                                <a:latin typeface="Cambria Math"/>
                                <a:ea typeface="Cambria Math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lang="en-AU" sz="2000" b="0" dirty="0" smtClean="0">
                    <a:ea typeface="Cambria Math"/>
                  </a:rPr>
                  <a:t/>
                </a:r>
                <a:br>
                  <a:rPr lang="en-AU" sz="2000" b="0" dirty="0" smtClean="0">
                    <a:ea typeface="Cambria Math"/>
                  </a:rPr>
                </a:br>
                <a:r>
                  <a:rPr lang="en-AU" sz="2000" b="0" dirty="0" smtClean="0">
                    <a:ea typeface="Cambria Math"/>
                  </a:rPr>
                  <a:t/>
                </a:r>
                <a:br>
                  <a:rPr lang="en-AU" sz="2000" b="0" dirty="0" smtClean="0"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AU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0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sz="20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AU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0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AU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0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AU" sz="2000" dirty="0" smtClean="0"/>
              </a:p>
              <a:p>
                <a:pPr marL="0" indent="0">
                  <a:buNone/>
                </a:pPr>
                <a:endParaRPr lang="en-AU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0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/>
                            </a:rPr>
                            <m:t>4</m:t>
                          </m:r>
                          <m:rad>
                            <m:radPr>
                              <m:degHide m:val="on"/>
                              <m:ctrlPr>
                                <a:rPr lang="en-AU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0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AU" sz="20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×3</m:t>
                          </m:r>
                        </m:den>
                      </m:f>
                    </m:oMath>
                  </m:oMathPara>
                </a14:m>
                <a:endParaRPr lang="en-AU" sz="2000" dirty="0" smtClean="0"/>
              </a:p>
              <a:p>
                <a:pPr marL="0" indent="0">
                  <a:buNone/>
                </a:pPr>
                <a:r>
                  <a:rPr lang="en-AU" sz="2000" dirty="0" smtClean="0"/>
                  <a:t/>
                </a:r>
                <a:br>
                  <a:rPr lang="en-AU" sz="2000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/>
                            </a:rPr>
                            <m:t>4</m:t>
                          </m:r>
                          <m:rad>
                            <m:radPr>
                              <m:degHide m:val="on"/>
                              <m:ctrlPr>
                                <a:rPr lang="en-AU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0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2000" dirty="0" smtClean="0"/>
              </a:p>
              <a:p>
                <a:pPr marL="0" indent="0">
                  <a:buNone/>
                </a:pPr>
                <a:endParaRPr lang="en-AU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AU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0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2000" dirty="0" smtClean="0"/>
              </a:p>
              <a:p>
                <a:pPr marL="0" indent="0">
                  <a:buNone/>
                </a:pPr>
                <a:endParaRPr lang="en-AU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99792" y="1340768"/>
                <a:ext cx="3610744" cy="54006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936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Rationalise these please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00808"/>
            <a:ext cx="7259980" cy="3254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2239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68</Words>
  <Application>Microsoft Office PowerPoint</Application>
  <PresentationFormat>On-screen Show (4:3)</PresentationFormat>
  <Paragraphs>19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Rationalising Surds</vt:lpstr>
      <vt:lpstr>PowerPoint Presentation</vt:lpstr>
      <vt:lpstr>Example</vt:lpstr>
      <vt:lpstr>Rationalise these please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MORGAN Adam</dc:creator>
  <cp:lastModifiedBy>MORGAN Adam</cp:lastModifiedBy>
  <cp:revision>5</cp:revision>
  <dcterms:created xsi:type="dcterms:W3CDTF">2017-03-21T07:40:01Z</dcterms:created>
  <dcterms:modified xsi:type="dcterms:W3CDTF">2017-03-21T08:07:39Z</dcterms:modified>
</cp:coreProperties>
</file>