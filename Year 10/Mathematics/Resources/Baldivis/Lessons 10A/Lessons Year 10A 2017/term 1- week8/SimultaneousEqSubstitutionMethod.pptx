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3" r:id="rId2"/>
    <p:sldId id="264" r:id="rId3"/>
    <p:sldId id="257" r:id="rId4"/>
    <p:sldId id="258" r:id="rId5"/>
    <p:sldId id="270" r:id="rId6"/>
    <p:sldId id="260" r:id="rId7"/>
    <p:sldId id="268" r:id="rId8"/>
    <p:sldId id="269" r:id="rId9"/>
    <p:sldId id="271" r:id="rId10"/>
    <p:sldId id="272" r:id="rId11"/>
    <p:sldId id="266" r:id="rId12"/>
    <p:sldId id="267" r:id="rId13"/>
    <p:sldId id="262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>
      <p:cViewPr varScale="1">
        <p:scale>
          <a:sx n="90" d="100"/>
          <a:sy n="90" d="100"/>
        </p:scale>
        <p:origin x="94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385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110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6079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19/03/2017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kahoot.it/#/?quizId=d2c1c343-ee76-4975-80dd-4a3c9353c3c9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980728"/>
            <a:ext cx="7272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 err="1"/>
              <a:t>Kahoot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2"/>
              </a:rPr>
              <a:t>https://play.kahoot.it/#/?quizId=d2c1c343-ee76-4975-80dd-4a3c9353c3c9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490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Solve simultaneous equations using the substitution method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r>
              <a:rPr lang="en-AU" dirty="0"/>
              <a:t>Being able to solve simultaneous equations using the substitution method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34888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‘substitution method’?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1840" y="2348880"/>
            <a:ext cx="56080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Substitution Method</a:t>
            </a:r>
          </a:p>
          <a:p>
            <a:endParaRPr lang="en-AU" dirty="0"/>
          </a:p>
          <a:p>
            <a:r>
              <a:rPr lang="en-AU" i="1" dirty="0"/>
              <a:t>You use one equation to express one variable in terms of the other. You then substitute this into the equation to make a linear equation to find the other variable.</a:t>
            </a:r>
          </a:p>
          <a:p>
            <a:endParaRPr lang="en-AU" i="1" dirty="0"/>
          </a:p>
          <a:p>
            <a:r>
              <a:rPr lang="en-AU" i="1" dirty="0"/>
              <a:t>To check you substitute both variables into the original equations.</a:t>
            </a: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276872"/>
            <a:ext cx="265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it done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03848" y="2276872"/>
                <a:ext cx="5616624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 – </a:t>
                </a:r>
              </a:p>
              <a:p>
                <a:endParaRPr lang="en-AU" dirty="0"/>
              </a:p>
              <a:p>
                <a:pPr lvl="1"/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      [1]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AU" b="0" dirty="0"/>
                  <a:t>      [2]</a:t>
                </a:r>
              </a:p>
              <a:p>
                <a:endParaRPr lang="en-AU" dirty="0"/>
              </a:p>
              <a:p>
                <a:r>
                  <a:rPr lang="en-AU" dirty="0"/>
                  <a:t>Rearrange [1]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Substitute into [2]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Remove bracket, collect like terms and solve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−3=7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276872"/>
                <a:ext cx="5616624" cy="4247317"/>
              </a:xfrm>
              <a:prstGeom prst="rect">
                <a:avLst/>
              </a:prstGeom>
              <a:blipFill>
                <a:blip r:embed="rId3"/>
                <a:stretch>
                  <a:fillRect l="-977" t="-8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24128" y="292494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Number the equations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8184" y="3660467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Bracket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204864"/>
                <a:ext cx="590465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=4−3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Check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[1]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dirty="0"/>
                  <a:t>                           [2]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−1=3 </m:t>
                    </m:r>
                  </m:oMath>
                </a14:m>
                <a:r>
                  <a:rPr lang="en-AU" dirty="0"/>
                  <a:t>              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4−1=3</m:t>
                    </m:r>
                  </m:oMath>
                </a14:m>
                <a:r>
                  <a:rPr lang="en-AU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1+6=7</m:t>
                    </m:r>
                  </m:oMath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04864"/>
                <a:ext cx="5904656" cy="3416320"/>
              </a:xfrm>
              <a:prstGeom prst="rect">
                <a:avLst/>
              </a:prstGeom>
              <a:blipFill>
                <a:blip r:embed="rId3"/>
                <a:stretch>
                  <a:fillRect l="-929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318" y="11343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04864"/>
                <a:ext cx="5760640" cy="4172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 2</a:t>
                </a:r>
              </a:p>
              <a:p>
                <a:endParaRPr lang="en-AU" dirty="0"/>
              </a:p>
              <a:p>
                <a:r>
                  <a:rPr lang="en-AU" b="0" dirty="0"/>
                  <a:t>[1]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AU" b="0" dirty="0"/>
              </a:p>
              <a:p>
                <a:r>
                  <a:rPr lang="en-AU" b="0" dirty="0"/>
                  <a:t>[2]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Rearrange the equation with the smallest coefficient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7−3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Substitute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+3×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(7−3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+2×3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(7−3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04864"/>
                <a:ext cx="5760640" cy="4172168"/>
              </a:xfrm>
              <a:prstGeom prst="rect">
                <a:avLst/>
              </a:prstGeom>
              <a:blipFill>
                <a:blip r:embed="rId3"/>
                <a:stretch>
                  <a:fillRect l="-952" t="-8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94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318" y="11343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204864"/>
                <a:ext cx="5963519" cy="35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7−3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+21−9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21−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Solve 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7−3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7−15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04864"/>
                <a:ext cx="5963519" cy="3592715"/>
              </a:xfrm>
              <a:prstGeom prst="rect">
                <a:avLst/>
              </a:prstGeom>
              <a:blipFill>
                <a:blip r:embed="rId3"/>
                <a:stretch>
                  <a:fillRect l="-9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70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01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Simultaneous Equations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318" y="11343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substitution method.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204864"/>
                <a:ext cx="596351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Check in [1] &amp; [2]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𝑊h𝑒𝑟𝑒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[1]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AU" dirty="0"/>
                  <a:t>                        [2]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×5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3×−4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            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3×5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2×−4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20−12=8                                   15−8=7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04864"/>
                <a:ext cx="5963519" cy="2031325"/>
              </a:xfrm>
              <a:prstGeom prst="rect">
                <a:avLst/>
              </a:prstGeom>
              <a:blipFill>
                <a:blip r:embed="rId3"/>
                <a:stretch>
                  <a:fillRect l="-920" t="-18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11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71600" y="1340768"/>
                <a:ext cx="7416824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/>
                  <a:t>Nelson page </a:t>
                </a:r>
                <a:r>
                  <a:rPr lang="en-AU" dirty="0"/>
                  <a:t>540 Q5f</a:t>
                </a:r>
              </a:p>
              <a:p>
                <a:endParaRPr lang="en-AU" dirty="0"/>
              </a:p>
              <a:p>
                <a:r>
                  <a:rPr lang="en-AU" b="0" dirty="0"/>
                  <a:t>[1]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  &amp; 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r>
                  <a:rPr lang="en-AU" b="0" dirty="0"/>
                  <a:t>  [2]</a:t>
                </a:r>
              </a:p>
              <a:p>
                <a:endParaRPr lang="en-AU" dirty="0"/>
              </a:p>
              <a:p>
                <a:r>
                  <a:rPr lang="en-AU" b="0" dirty="0"/>
                  <a:t>Use [1]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AU" b="0" dirty="0"/>
                  <a:t>  </a:t>
                </a:r>
                <a:r>
                  <a:rPr lang="en-AU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no rearranging required</a:t>
                </a:r>
                <a:endParaRPr lang="en-AU" b="0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−5−7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−5=19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b="0" dirty="0"/>
              </a:p>
              <a:p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=3×3−1=8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×8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7×3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40−21=19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340768"/>
                <a:ext cx="7416824" cy="5078313"/>
              </a:xfrm>
              <a:prstGeom prst="rect">
                <a:avLst/>
              </a:prstGeom>
              <a:blipFill>
                <a:blip r:embed="rId3"/>
                <a:stretch>
                  <a:fillRect l="-657" t="-7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 Page 540</a:t>
            </a:r>
          </a:p>
          <a:p>
            <a:r>
              <a:rPr lang="en-AU" dirty="0"/>
              <a:t>Question 5 except (f)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703</Words>
  <Application>Microsoft Office PowerPoint</Application>
  <PresentationFormat>On-screen Show (4:3)</PresentationFormat>
  <Paragraphs>167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17</cp:revision>
  <dcterms:created xsi:type="dcterms:W3CDTF">2016-10-20T03:14:06Z</dcterms:created>
  <dcterms:modified xsi:type="dcterms:W3CDTF">2017-03-19T10:34:52Z</dcterms:modified>
</cp:coreProperties>
</file>