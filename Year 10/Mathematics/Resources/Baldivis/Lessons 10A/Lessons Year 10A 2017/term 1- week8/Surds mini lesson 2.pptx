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434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7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5916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4914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2548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63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6981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218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601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5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73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820E9-FE96-4360-9DE1-400F16DE3606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0475E-7786-4B71-9283-68F7DD717D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64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Surds mini lesson 2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0449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-4287" y="56522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623905" y="107972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8449" y="0"/>
            <a:ext cx="98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Surds</a:t>
            </a:r>
            <a:endParaRPr lang="en-AU" sz="2800" dirty="0"/>
          </a:p>
        </p:txBody>
      </p:sp>
      <p:sp>
        <p:nvSpPr>
          <p:cNvPr id="9" name="TextBox 7"/>
          <p:cNvSpPr txBox="1"/>
          <p:nvPr/>
        </p:nvSpPr>
        <p:spPr>
          <a:xfrm>
            <a:off x="-20222" y="1079724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10" name="TextBox 12"/>
          <p:cNvSpPr txBox="1"/>
          <p:nvPr/>
        </p:nvSpPr>
        <p:spPr>
          <a:xfrm>
            <a:off x="1979712" y="1991635"/>
            <a:ext cx="716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81503" y="569402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94013"/>
              </p:ext>
            </p:extLst>
          </p:nvPr>
        </p:nvGraphicFramePr>
        <p:xfrm>
          <a:off x="3551949" y="980728"/>
          <a:ext cx="307657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838080" imgH="457200" progId="Equation.DSMT4">
                  <p:embed/>
                </p:oleObj>
              </mc:Choice>
              <mc:Fallback>
                <p:oleObj name="Equation" r:id="rId3" imgW="83808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949" y="980728"/>
                        <a:ext cx="3076575" cy="12604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4"/>
              <p:cNvSpPr txBox="1"/>
              <p:nvPr/>
            </p:nvSpPr>
            <p:spPr>
              <a:xfrm>
                <a:off x="1817694" y="2458061"/>
                <a:ext cx="2719847" cy="1338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55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÷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55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÷5</m:t>
                          </m:r>
                        </m:e>
                      </m:rad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  <a:p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                       = </m:t>
                    </m:r>
                    <m:rad>
                      <m:radPr>
                        <m:degHide m:val="on"/>
                        <m:ctrlPr>
                          <a:rPr lang="en-AU" sz="240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</a:rPr>
                          <m:t>11</m:t>
                        </m:r>
                      </m:e>
                    </m:rad>
                  </m:oMath>
                </a14:m>
                <a:endParaRPr lang="en-AU" sz="2400" dirty="0" smtClean="0"/>
              </a:p>
            </p:txBody>
          </p:sp>
        </mc:Choice>
        <mc:Fallback>
          <p:sp>
            <p:nvSpPr>
              <p:cNvPr id="16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694" y="2458061"/>
                <a:ext cx="2719847" cy="133838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3"/>
              <p:cNvSpPr txBox="1"/>
              <p:nvPr/>
            </p:nvSpPr>
            <p:spPr>
              <a:xfrm>
                <a:off x="1706914" y="3774100"/>
                <a:ext cx="3112647" cy="17554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120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120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÷10</m:t>
                          </m:r>
                        </m:e>
                      </m:rad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  <a:p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            =2</m:t>
                    </m:r>
                    <m:rad>
                      <m:radPr>
                        <m:degHide m:val="on"/>
                        <m:ctrlPr>
                          <a:rPr lang="en-AU" sz="240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endParaRPr lang="en-AU" sz="2400" dirty="0" smtClean="0"/>
              </a:p>
            </p:txBody>
          </p:sp>
        </mc:Choice>
        <mc:Fallback>
          <p:sp>
            <p:nvSpPr>
              <p:cNvPr id="17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914" y="3774100"/>
                <a:ext cx="3112647" cy="175548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5"/>
              <p:cNvSpPr txBox="1"/>
              <p:nvPr/>
            </p:nvSpPr>
            <p:spPr>
              <a:xfrm>
                <a:off x="6228184" y="2453299"/>
                <a:ext cx="4037284" cy="4746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9</m:t>
                          </m:r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88</m:t>
                              </m:r>
                            </m:e>
                          </m:rad>
                        </m:num>
                        <m:den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99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9</m:t>
                          </m:r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8</m:t>
                              </m:r>
                            </m:e>
                          </m:rad>
                        </m:num>
                        <m:den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9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AU" sz="2400" i="1" dirty="0" smtClean="0">
                  <a:latin typeface="Cambria Math"/>
                  <a:ea typeface="Cambria Math"/>
                </a:endParaRPr>
              </a:p>
              <a:p>
                <a:r>
                  <a:rPr lang="en-AU" sz="2400" b="0" dirty="0" smtClean="0"/>
                  <a:t> </a:t>
                </a:r>
                <a:endParaRPr lang="en-AU" sz="240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              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9</m:t>
                          </m:r>
                          <m:r>
                            <a:rPr lang="en-AU" sz="240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AU" sz="2400" i="1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sz="240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i="1" dirty="0" smtClean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  </m:t>
                      </m:r>
                    </m:oMath>
                  </m:oMathPara>
                </a14:m>
                <a:endParaRPr lang="en-AU" sz="2400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              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18</m:t>
                          </m:r>
                          <m:rad>
                            <m:radPr>
                              <m:degHide m:val="on"/>
                              <m:ctrlPr>
                                <a:rPr lang="en-AU" sz="24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                 </m:t>
                      </m:r>
                    </m:oMath>
                  </m:oMathPara>
                </a14:m>
                <a:endParaRPr lang="en-AU" sz="2400" b="0" i="1" dirty="0" smtClean="0">
                  <a:latin typeface="Cambria Math"/>
                </a:endParaRPr>
              </a:p>
              <a:p>
                <a:r>
                  <a:rPr lang="en-AU" sz="2400" b="0" dirty="0" smtClean="0"/>
                  <a:t>    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sz="24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endParaRPr lang="en-AU" sz="2400" b="0" dirty="0" smtClean="0"/>
              </a:p>
              <a:p>
                <a:endParaRPr lang="en-AU" sz="2400" b="0" dirty="0" smtClean="0">
                  <a:ea typeface="Cambria Math"/>
                </a:endParaRPr>
              </a:p>
              <a:p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           </m:t>
                    </m:r>
                  </m:oMath>
                </a14:m>
                <a:endParaRPr lang="en-AU" sz="2400" dirty="0" smtClean="0"/>
              </a:p>
            </p:txBody>
          </p:sp>
        </mc:Choice>
        <mc:Fallback>
          <p:sp>
            <p:nvSpPr>
              <p:cNvPr id="18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2453299"/>
                <a:ext cx="4037284" cy="474674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695070" y="5307454"/>
                <a:ext cx="3713758" cy="1721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15</m:t>
                          </m:r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35</m:t>
                              </m:r>
                            </m:e>
                          </m:rad>
                        </m:num>
                        <m:den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/>
                                  <a:ea typeface="Cambria Math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latin typeface="Cambria Math"/>
                        </a:rPr>
                        <m:t>=15</m:t>
                      </m:r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÷5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35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÷5</m:t>
                          </m:r>
                        </m:e>
                      </m:rad>
                    </m:oMath>
                  </m:oMathPara>
                </a14:m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  <a:ea typeface="Cambria Math"/>
                        </a:rPr>
                        <m:t>=3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e>
                      </m:rad>
                    </m:oMath>
                  </m:oMathPara>
                </a14:m>
                <a:endParaRPr lang="en-AU" sz="2400" b="0" dirty="0" smtClean="0">
                  <a:ea typeface="Cambria Math"/>
                </a:endParaRPr>
              </a:p>
              <a:p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           </m:t>
                    </m:r>
                  </m:oMath>
                </a14:m>
                <a:endParaRPr lang="en-AU" sz="2400" dirty="0" smtClean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070" y="5307454"/>
                <a:ext cx="3713758" cy="172194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70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2" t="23060" r="22815" b="43750"/>
          <a:stretch/>
        </p:blipFill>
        <p:spPr bwMode="auto">
          <a:xfrm>
            <a:off x="0" y="2454989"/>
            <a:ext cx="9144000" cy="25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4996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2" t="23060" r="22815" b="43750"/>
          <a:stretch/>
        </p:blipFill>
        <p:spPr bwMode="auto">
          <a:xfrm>
            <a:off x="395536" y="1988840"/>
            <a:ext cx="8229600" cy="230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835696" y="2636912"/>
                <a:ext cx="645625" cy="1436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1.5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636912"/>
                <a:ext cx="645625" cy="143680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907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/>
          <p:cNvSpPr txBox="1"/>
          <p:nvPr/>
        </p:nvSpPr>
        <p:spPr>
          <a:xfrm>
            <a:off x="264914" y="1043392"/>
            <a:ext cx="104085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r>
              <a:rPr lang="en-AU" sz="2400" dirty="0" smtClean="0">
                <a:solidFill>
                  <a:prstClr val="black"/>
                </a:solidFill>
              </a:rPr>
              <a:t>Expanding double brackets:</a:t>
            </a: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r>
              <a:rPr lang="en-AU" sz="24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068" y="1988840"/>
            <a:ext cx="3217862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14"/>
              <p:cNvSpPr txBox="1"/>
              <p:nvPr/>
            </p:nvSpPr>
            <p:spPr>
              <a:xfrm>
                <a:off x="536965" y="3176536"/>
                <a:ext cx="8565871" cy="15629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2+ </m:t>
                          </m:r>
                          <m:rad>
                            <m:radPr>
                              <m:degHide m:val="on"/>
                              <m:ctrlPr>
                                <a:rPr lang="en-AU" sz="28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8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  <m:r>
                            <a:rPr lang="en-AU" sz="2800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d>
                        <m:dPr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3+ </m:t>
                          </m:r>
                          <m:rad>
                            <m:radPr>
                              <m:degHide m:val="on"/>
                              <m:ctrlPr>
                                <a:rPr lang="en-AU" sz="28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8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  <m:r>
                            <a:rPr lang="en-AU" sz="2800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AU" sz="2800" b="0" i="1" smtClean="0">
                          <a:latin typeface="Cambria Math"/>
                        </a:rPr>
                        <m:t>=6+2</m:t>
                      </m:r>
                      <m:rad>
                        <m:radPr>
                          <m:degHide m:val="on"/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AU" sz="2800" b="0" i="1" smtClean="0">
                          <a:latin typeface="Cambria Math"/>
                        </a:rPr>
                        <m:t>+3</m:t>
                      </m:r>
                      <m:rad>
                        <m:radPr>
                          <m:degHide m:val="on"/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AU" sz="2800" b="0" i="1" smtClean="0">
                          <a:latin typeface="Cambria Math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AU" sz="28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AU" sz="2800" b="0" dirty="0" smtClean="0">
                  <a:ea typeface="Cambria Math"/>
                </a:endParaRPr>
              </a:p>
              <a:p>
                <a:r>
                  <a:rPr lang="en-AU" sz="2800" dirty="0" smtClean="0"/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                                            = </m:t>
                    </m:r>
                    <m:r>
                      <a:rPr lang="en-AU" sz="2800" i="1">
                        <a:latin typeface="Cambria Math"/>
                      </a:rPr>
                      <m:t>6+2</m:t>
                    </m:r>
                    <m:rad>
                      <m:radPr>
                        <m:degHide m:val="on"/>
                        <m:ctrlPr>
                          <a:rPr lang="en-AU" sz="28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800" i="1">
                        <a:latin typeface="Cambria Math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en-AU" sz="28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800" i="1">
                        <a:latin typeface="Cambria Math"/>
                      </a:rPr>
                      <m:t>+ </m:t>
                    </m:r>
                  </m:oMath>
                </a14:m>
                <a:r>
                  <a:rPr lang="en-AU" sz="2800" dirty="0" smtClean="0"/>
                  <a:t> 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    =8</m:t>
                      </m:r>
                      <m:r>
                        <a:rPr lang="en-AU" sz="2800" i="1">
                          <a:latin typeface="Cambria Math"/>
                        </a:rPr>
                        <m:t>+</m:t>
                      </m:r>
                      <m:r>
                        <a:rPr lang="en-AU" sz="2800" b="0" i="1" smtClean="0">
                          <a:latin typeface="Cambria Math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en-AU" sz="28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800" i="1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6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65" y="3176536"/>
                <a:ext cx="8565871" cy="156292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868" y="1360983"/>
            <a:ext cx="4492625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13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98" t="58836" r="22694" b="19829"/>
          <a:stretch/>
        </p:blipFill>
        <p:spPr bwMode="auto">
          <a:xfrm>
            <a:off x="2051720" y="1268760"/>
            <a:ext cx="5137174" cy="3158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4437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solutions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98" t="58836" r="22694" b="19829"/>
          <a:stretch/>
        </p:blipFill>
        <p:spPr bwMode="auto">
          <a:xfrm>
            <a:off x="611560" y="2132856"/>
            <a:ext cx="5839828" cy="3590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940152" y="2569830"/>
                <a:ext cx="1458348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11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−8√3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2569830"/>
                <a:ext cx="1458348" cy="401970"/>
              </a:xfrm>
              <a:prstGeom prst="rect">
                <a:avLst/>
              </a:prstGeom>
              <a:blipFill rotWithShape="1"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228184" y="3373770"/>
                <a:ext cx="1458348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13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−4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3373770"/>
                <a:ext cx="1458348" cy="4019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228184" y="4149080"/>
                <a:ext cx="1458348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12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−4√5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4149080"/>
                <a:ext cx="1458348" cy="401970"/>
              </a:xfrm>
              <a:prstGeom prst="rect">
                <a:avLst/>
              </a:prstGeom>
              <a:blipFill rotWithShape="1"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217065" y="4941168"/>
                <a:ext cx="1586588" cy="4075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10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−11√2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065" y="4941168"/>
                <a:ext cx="1586588" cy="407547"/>
              </a:xfrm>
              <a:prstGeom prst="rect">
                <a:avLst/>
              </a:prstGeom>
              <a:blipFill rotWithShape="1">
                <a:blip r:embed="rId6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68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194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Equation</vt:lpstr>
      <vt:lpstr>Surds mini lesson 2</vt:lpstr>
      <vt:lpstr>PowerPoint Presentation</vt:lpstr>
      <vt:lpstr>PowerPoint Presentation</vt:lpstr>
      <vt:lpstr>Answers</vt:lpstr>
      <vt:lpstr>PowerPoint Presentation</vt:lpstr>
      <vt:lpstr>PowerPoint Presentation</vt:lpstr>
      <vt:lpstr>solutions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Surds mini lesson 2</dc:title>
  <dc:creator>MORGAN Adam</dc:creator>
  <cp:lastModifiedBy>MORGAN Adam</cp:lastModifiedBy>
  <cp:revision>2</cp:revision>
  <dcterms:created xsi:type="dcterms:W3CDTF">2017-03-20T09:06:27Z</dcterms:created>
  <dcterms:modified xsi:type="dcterms:W3CDTF">2017-03-21T00:15:08Z</dcterms:modified>
</cp:coreProperties>
</file>