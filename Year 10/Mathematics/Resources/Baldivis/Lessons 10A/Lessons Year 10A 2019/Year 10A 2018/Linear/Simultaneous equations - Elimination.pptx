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60" r:id="rId2"/>
    <p:sldId id="256" r:id="rId3"/>
    <p:sldId id="261" r:id="rId4"/>
    <p:sldId id="265" r:id="rId5"/>
    <p:sldId id="267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5/22/2018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Topic: simultaneous equations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EQ: How do I solve simultaneous equations algebraically, without graphing them?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026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RECAP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162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 1 </a:t>
            </a:r>
            <a:r>
              <a:rPr lang="en-AU" dirty="0" smtClean="0">
                <a:sym typeface="Wingdings" panose="05000000000000000000" pitchFamily="2" charset="2"/>
              </a:rPr>
              <a:t> substitution method</a:t>
            </a:r>
            <a:endParaRPr lang="en-AU" dirty="0"/>
          </a:p>
        </p:txBody>
      </p:sp>
      <p:pic>
        <p:nvPicPr>
          <p:cNvPr id="3" name="Picture 2"/>
          <p:cNvPicPr/>
          <p:nvPr/>
        </p:nvPicPr>
        <p:blipFill rotWithShape="1">
          <a:blip r:embed="rId2"/>
          <a:srcRect l="41807" t="44982" r="44989" b="31479"/>
          <a:stretch/>
        </p:blipFill>
        <p:spPr>
          <a:xfrm>
            <a:off x="1095063" y="2586180"/>
            <a:ext cx="2272146" cy="1126837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 rotWithShape="1">
          <a:blip r:embed="rId2"/>
          <a:srcRect l="7691" t="71215" r="78078" b="2410"/>
          <a:stretch/>
        </p:blipFill>
        <p:spPr>
          <a:xfrm>
            <a:off x="5019963" y="2586180"/>
            <a:ext cx="2152073" cy="112683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2"/>
          <a:srcRect l="76359" t="70506" r="9251" b="1418"/>
          <a:stretch/>
        </p:blipFill>
        <p:spPr>
          <a:xfrm>
            <a:off x="8861736" y="2586180"/>
            <a:ext cx="2198256" cy="112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0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 2 - Elimination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636651" y="2466109"/>
            <a:ext cx="53201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 + 4y = 12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-x + y = 8</a:t>
            </a:r>
          </a:p>
          <a:p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5y = 20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 = 4</a:t>
            </a:r>
          </a:p>
          <a:p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 + 4(4) = 12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 + 16 = 12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 = -4</a:t>
            </a:r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516577" y="3398982"/>
            <a:ext cx="2115127" cy="9236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Plus 5"/>
          <p:cNvSpPr/>
          <p:nvPr/>
        </p:nvSpPr>
        <p:spPr>
          <a:xfrm>
            <a:off x="4173153" y="2846806"/>
            <a:ext cx="335868" cy="346971"/>
          </a:xfrm>
          <a:prstGeom prst="mathPlus">
            <a:avLst>
              <a:gd name="adj1" fmla="val 988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Callout 6"/>
          <p:cNvSpPr/>
          <p:nvPr/>
        </p:nvSpPr>
        <p:spPr>
          <a:xfrm>
            <a:off x="1921716" y="1378225"/>
            <a:ext cx="1639456" cy="1330036"/>
          </a:xfrm>
          <a:prstGeom prst="wedgeEllipseCallout">
            <a:avLst>
              <a:gd name="adj1" fmla="val 72345"/>
              <a:gd name="adj2" fmla="val 37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Step 1:</a:t>
            </a:r>
          </a:p>
          <a:p>
            <a:pPr algn="ctr"/>
            <a:r>
              <a:rPr lang="en-AU" dirty="0" smtClean="0"/>
              <a:t>Eliminate one of the variables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7721594" y="2197589"/>
            <a:ext cx="2863274" cy="2335461"/>
          </a:xfrm>
          <a:prstGeom prst="wedgeEllipseCallout">
            <a:avLst>
              <a:gd name="adj1" fmla="val -108033"/>
              <a:gd name="adj2" fmla="val 266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By adding the two equations together the </a:t>
            </a:r>
            <a:r>
              <a:rPr lang="en-AU" dirty="0" err="1" smtClean="0"/>
              <a:t>xs</a:t>
            </a:r>
            <a:r>
              <a:rPr lang="en-AU" dirty="0" smtClean="0"/>
              <a:t> cancel out</a:t>
            </a:r>
          </a:p>
          <a:p>
            <a:pPr algn="ctr"/>
            <a:r>
              <a:rPr lang="en-AU" dirty="0"/>
              <a:t>x</a:t>
            </a:r>
            <a:r>
              <a:rPr lang="en-AU" dirty="0" smtClean="0"/>
              <a:t>+-x = 0</a:t>
            </a:r>
          </a:p>
          <a:p>
            <a:pPr algn="ctr"/>
            <a:r>
              <a:rPr lang="en-AU" dirty="0" smtClean="0">
                <a:sym typeface="Wingdings" panose="05000000000000000000" pitchFamily="2" charset="2"/>
              </a:rPr>
              <a:t>eliminating the x variable</a:t>
            </a:r>
            <a:endParaRPr lang="en-AU" dirty="0" smtClean="0"/>
          </a:p>
        </p:txBody>
      </p:sp>
      <p:sp>
        <p:nvSpPr>
          <p:cNvPr id="9" name="Oval Callout 8"/>
          <p:cNvSpPr/>
          <p:nvPr/>
        </p:nvSpPr>
        <p:spPr>
          <a:xfrm>
            <a:off x="690694" y="3987488"/>
            <a:ext cx="2743200" cy="2177784"/>
          </a:xfrm>
          <a:prstGeom prst="wedgeEllipseCallout">
            <a:avLst>
              <a:gd name="adj1" fmla="val 86857"/>
              <a:gd name="adj2" fmla="val 237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Now that we know what y is, we can substitute it back into one of the equations and solve for x</a:t>
            </a:r>
          </a:p>
        </p:txBody>
      </p:sp>
    </p:spTree>
    <p:extLst>
      <p:ext uri="{BB962C8B-B14F-4D97-AF65-F5344CB8AC3E}">
        <p14:creationId xmlns:p14="http://schemas.microsoft.com/office/powerpoint/2010/main" val="255860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 2 - Elimination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636651" y="2466109"/>
            <a:ext cx="53201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2x + 3y = 14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-2x + 2y = 6</a:t>
            </a:r>
          </a:p>
          <a:p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5y = 20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y = 4</a:t>
            </a:r>
          </a:p>
          <a:p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-x + 4 = 3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-x = 3 – 4 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-x = -1</a:t>
            </a:r>
          </a:p>
          <a:p>
            <a:r>
              <a:rPr lang="en-AU" sz="28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 = 1</a:t>
            </a:r>
            <a:endParaRPr lang="en-AU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108354" y="3398982"/>
            <a:ext cx="2115127" cy="9236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Plus 5"/>
          <p:cNvSpPr/>
          <p:nvPr/>
        </p:nvSpPr>
        <p:spPr>
          <a:xfrm>
            <a:off x="764930" y="2846806"/>
            <a:ext cx="335868" cy="346971"/>
          </a:xfrm>
          <a:prstGeom prst="mathPlus">
            <a:avLst>
              <a:gd name="adj1" fmla="val 988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Callout 6"/>
          <p:cNvSpPr/>
          <p:nvPr/>
        </p:nvSpPr>
        <p:spPr>
          <a:xfrm>
            <a:off x="1866298" y="314707"/>
            <a:ext cx="1639456" cy="1330036"/>
          </a:xfrm>
          <a:prstGeom prst="wedgeEllipseCallout">
            <a:avLst>
              <a:gd name="adj1" fmla="val 72345"/>
              <a:gd name="adj2" fmla="val 37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Step 1:</a:t>
            </a:r>
          </a:p>
          <a:p>
            <a:pPr algn="ctr"/>
            <a:r>
              <a:rPr lang="en-AU" dirty="0" smtClean="0"/>
              <a:t>Eliminate one of the variables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799499" y="4093610"/>
            <a:ext cx="2863274" cy="2335461"/>
          </a:xfrm>
          <a:prstGeom prst="wedgeEllipseCallout">
            <a:avLst>
              <a:gd name="adj1" fmla="val 678"/>
              <a:gd name="adj2" fmla="val -781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Sometimes just adding or subtracting the equations doesn’t immediately eliminate one of the variables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7509709" y="4680216"/>
            <a:ext cx="2743200" cy="2177784"/>
          </a:xfrm>
          <a:prstGeom prst="wedgeEllipseCallout">
            <a:avLst>
              <a:gd name="adj1" fmla="val -87891"/>
              <a:gd name="adj2" fmla="val -212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Now that we know what y is, we can substitute it back into one of the equations and solve for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27" y="2257784"/>
            <a:ext cx="22906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2x + 3y = </a:t>
            </a:r>
            <a:r>
              <a:rPr lang="en-AU" sz="3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9</a:t>
            </a:r>
            <a:endParaRPr lang="en-AU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-x + y = </a:t>
            </a:r>
            <a:r>
              <a:rPr lang="en-AU" sz="3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endParaRPr lang="en-AU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58135" y="3440550"/>
            <a:ext cx="2115127" cy="9236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Plus 10"/>
          <p:cNvSpPr/>
          <p:nvPr/>
        </p:nvSpPr>
        <p:spPr>
          <a:xfrm>
            <a:off x="4214711" y="2888374"/>
            <a:ext cx="335868" cy="346971"/>
          </a:xfrm>
          <a:prstGeom prst="mathPlus">
            <a:avLst>
              <a:gd name="adj1" fmla="val 9884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Callout 11"/>
          <p:cNvSpPr/>
          <p:nvPr/>
        </p:nvSpPr>
        <p:spPr>
          <a:xfrm>
            <a:off x="7509709" y="1644743"/>
            <a:ext cx="3289421" cy="2548566"/>
          </a:xfrm>
          <a:prstGeom prst="wedgeEllipseCallout">
            <a:avLst>
              <a:gd name="adj1" fmla="val -71981"/>
              <a:gd name="adj2" fmla="val 112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By multiplying the entire second equation by 2 the </a:t>
            </a:r>
            <a:r>
              <a:rPr lang="en-AU" dirty="0" err="1" smtClean="0"/>
              <a:t>xs</a:t>
            </a:r>
            <a:r>
              <a:rPr lang="en-AU" dirty="0" smtClean="0"/>
              <a:t> will now cancel out when added </a:t>
            </a:r>
            <a:r>
              <a:rPr lang="en-AU" dirty="0" err="1" smtClean="0"/>
              <a:t>togther</a:t>
            </a:r>
            <a:endParaRPr lang="en-AU" dirty="0" smtClean="0"/>
          </a:p>
          <a:p>
            <a:pPr algn="ctr"/>
            <a:r>
              <a:rPr lang="en-AU" dirty="0" smtClean="0"/>
              <a:t>2x+-2x=0, eliminating the x variable 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69475" y="2838804"/>
            <a:ext cx="1667176" cy="554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08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4" grpId="0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Part 2 - Elimination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539423"/>
            <a:ext cx="111537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5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387</TotalTime>
  <Words>235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Gill Sans MT</vt:lpstr>
      <vt:lpstr>Wingdings</vt:lpstr>
      <vt:lpstr>Parcel</vt:lpstr>
      <vt:lpstr>Topic: simultaneous equations</vt:lpstr>
      <vt:lpstr>RECAP</vt:lpstr>
      <vt:lpstr>Part 1  substitution method</vt:lpstr>
      <vt:lpstr>Part 2 - Elimination</vt:lpstr>
      <vt:lpstr>Part 2 - Elimination</vt:lpstr>
      <vt:lpstr>Part 2 - Elimination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CONDITIONS</dc:title>
  <dc:creator>Jason Stephenson</dc:creator>
  <cp:lastModifiedBy>Jason Stephenson</cp:lastModifiedBy>
  <cp:revision>12</cp:revision>
  <dcterms:created xsi:type="dcterms:W3CDTF">2018-05-17T10:07:40Z</dcterms:created>
  <dcterms:modified xsi:type="dcterms:W3CDTF">2018-05-22T13:59:46Z</dcterms:modified>
</cp:coreProperties>
</file>