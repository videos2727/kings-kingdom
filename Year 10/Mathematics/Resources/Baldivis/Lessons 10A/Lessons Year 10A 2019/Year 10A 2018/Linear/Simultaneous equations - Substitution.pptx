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64" r:id="rId3"/>
    <p:sldId id="263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5/23/2018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5/23/2018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5/23/2018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5/23/2018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5/23/2018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5/23/2018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RECAP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1628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463" y="559863"/>
            <a:ext cx="2895046" cy="1213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3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y = -2x + 4</a:t>
            </a:r>
            <a:endParaRPr lang="en-AU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AU" sz="3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y = x – 2 </a:t>
            </a:r>
            <a:endParaRPr lang="en-AU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4" descr="Blank Coordinate Grid With Grid Lines Shown">
            <a:extLst>
              <a:ext uri="{FF2B5EF4-FFF2-40B4-BE49-F238E27FC236}">
                <a16:creationId xmlns:a16="http://schemas.microsoft.com/office/drawing/2014/main" id="{D87FEE0C-EBF9-411D-95BA-E4942D757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582" y="525920"/>
            <a:ext cx="5837382" cy="584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52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TEST CONDITIONS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POP QUIZ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6465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632186"/>
            <a:ext cx="7729728" cy="1188720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What is the simultaneous solution to these two linear lines?</a:t>
            </a:r>
            <a:endParaRPr lang="en-AU" dirty="0"/>
          </a:p>
        </p:txBody>
      </p:sp>
      <p:pic>
        <p:nvPicPr>
          <p:cNvPr id="1026" name="Picture 2" descr="http://www.uzinggo.com/images/lessons/teacherguides/US810605IE_3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" t="5507" r="2209" b="3824"/>
          <a:stretch/>
        </p:blipFill>
        <p:spPr bwMode="auto">
          <a:xfrm>
            <a:off x="3426691" y="2078186"/>
            <a:ext cx="5338618" cy="4488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5-Point Star 3"/>
          <p:cNvSpPr/>
          <p:nvPr/>
        </p:nvSpPr>
        <p:spPr>
          <a:xfrm>
            <a:off x="92364" y="82619"/>
            <a:ext cx="1833972" cy="17272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Q1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35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2017637"/>
            <a:ext cx="7729728" cy="2471235"/>
          </a:xfrm>
        </p:spPr>
        <p:txBody>
          <a:bodyPr>
            <a:normAutofit/>
          </a:bodyPr>
          <a:lstStyle/>
          <a:p>
            <a:r>
              <a:rPr lang="en-AU" dirty="0" smtClean="0"/>
              <a:t>Graph the lines:</a:t>
            </a:r>
            <a:br>
              <a:rPr lang="en-AU" dirty="0" smtClean="0"/>
            </a:br>
            <a:r>
              <a:rPr lang="en-AU" dirty="0" smtClean="0"/>
              <a:t>y=3x-1 </a:t>
            </a:r>
            <a:br>
              <a:rPr lang="en-AU" dirty="0" smtClean="0"/>
            </a:br>
            <a:r>
              <a:rPr lang="en-AU" dirty="0" smtClean="0"/>
              <a:t>y=-4x+6</a:t>
            </a:r>
            <a:br>
              <a:rPr lang="en-AU" dirty="0" smtClean="0"/>
            </a:br>
            <a:r>
              <a:rPr lang="en-AU" dirty="0" smtClean="0"/>
              <a:t>What is the solution that satisfies both equations?</a:t>
            </a:r>
            <a:endParaRPr lang="en-AU" dirty="0"/>
          </a:p>
        </p:txBody>
      </p:sp>
      <p:sp>
        <p:nvSpPr>
          <p:cNvPr id="4" name="5-Point Star 3"/>
          <p:cNvSpPr/>
          <p:nvPr/>
        </p:nvSpPr>
        <p:spPr>
          <a:xfrm>
            <a:off x="92364" y="82619"/>
            <a:ext cx="1833972" cy="17272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Q2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51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2017623"/>
            <a:ext cx="7729728" cy="2554364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Line “a” passes through (-2,6) and (4,0)</a:t>
            </a:r>
            <a:br>
              <a:rPr lang="en-AU" dirty="0" smtClean="0"/>
            </a:br>
            <a:r>
              <a:rPr lang="en-AU" dirty="0" smtClean="0"/>
              <a:t>Line “b” passes through (-2,-1) and (2,2)</a:t>
            </a:r>
            <a:br>
              <a:rPr lang="en-AU" dirty="0" smtClean="0"/>
            </a:br>
            <a:r>
              <a:rPr lang="en-AU" dirty="0" smtClean="0"/>
              <a:t>Graph these lines and find where they intersect</a:t>
            </a:r>
            <a:endParaRPr lang="en-AU" dirty="0"/>
          </a:p>
        </p:txBody>
      </p:sp>
      <p:sp>
        <p:nvSpPr>
          <p:cNvPr id="4" name="5-Point Star 3"/>
          <p:cNvSpPr/>
          <p:nvPr/>
        </p:nvSpPr>
        <p:spPr>
          <a:xfrm>
            <a:off x="92364" y="82619"/>
            <a:ext cx="1833972" cy="1727200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Q3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81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Topic: simultaneous equations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2800" dirty="0" smtClean="0"/>
              <a:t>EQ: How do I solve simultaneous equations algebraically, without graphing them?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026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Part 1 </a:t>
            </a:r>
            <a:r>
              <a:rPr lang="en-AU" dirty="0" smtClean="0">
                <a:sym typeface="Wingdings" panose="05000000000000000000" pitchFamily="2" charset="2"/>
              </a:rPr>
              <a:t> substitution method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842327" y="2448306"/>
            <a:ext cx="22536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y = </a:t>
            </a:r>
            <a:r>
              <a:rPr lang="en-AU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3x + 7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2x + </a:t>
            </a:r>
            <a:r>
              <a:rPr lang="en-AU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= 20</a:t>
            </a:r>
            <a:endParaRPr lang="en-AU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Oval Callout 3"/>
          <p:cNvSpPr/>
          <p:nvPr/>
        </p:nvSpPr>
        <p:spPr>
          <a:xfrm>
            <a:off x="83128" y="1616365"/>
            <a:ext cx="3283526" cy="2080942"/>
          </a:xfrm>
          <a:prstGeom prst="wedgeEllipseCallout">
            <a:avLst>
              <a:gd name="adj1" fmla="val 59406"/>
              <a:gd name="adj2" fmla="val 243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The first equation tells us what y is, so we can substitute </a:t>
            </a:r>
            <a:r>
              <a:rPr lang="en-AU" dirty="0" smtClean="0">
                <a:solidFill>
                  <a:srgbClr val="FF0000"/>
                </a:solidFill>
              </a:rPr>
              <a:t>3x+7</a:t>
            </a:r>
            <a:r>
              <a:rPr lang="en-AU" dirty="0" smtClean="0">
                <a:solidFill>
                  <a:schemeClr val="bg1"/>
                </a:solidFill>
              </a:rPr>
              <a:t> into the second equation where </a:t>
            </a:r>
            <a:r>
              <a:rPr lang="en-AU" dirty="0" smtClean="0">
                <a:solidFill>
                  <a:srgbClr val="FF0000"/>
                </a:solidFill>
              </a:rPr>
              <a:t>y </a:t>
            </a:r>
            <a:r>
              <a:rPr lang="en-AU" dirty="0" smtClean="0">
                <a:solidFill>
                  <a:schemeClr val="bg1"/>
                </a:solidFill>
              </a:rPr>
              <a:t>is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842327" y="3623416"/>
            <a:ext cx="32973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2x + (</a:t>
            </a:r>
            <a:r>
              <a:rPr lang="en-AU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3x + 7</a:t>
            </a:r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AU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 20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2x + 3x + 7 = 20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5x + 7 = 20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5x = 20 – 7 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5x = 13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x = 13/5</a:t>
            </a:r>
            <a:endParaRPr lang="en-AU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Oval Callout 5"/>
          <p:cNvSpPr/>
          <p:nvPr/>
        </p:nvSpPr>
        <p:spPr>
          <a:xfrm>
            <a:off x="374072" y="4195305"/>
            <a:ext cx="3191164" cy="2401805"/>
          </a:xfrm>
          <a:prstGeom prst="wedgeEllipseCallout">
            <a:avLst>
              <a:gd name="adj1" fmla="val 54757"/>
              <a:gd name="adj2" fmla="val -589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By substituting we obtain an equation with only one variable, which we can solve by applying our knowledge of balancing equations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869381" y="4374647"/>
                <a:ext cx="3528291" cy="1926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 = 3(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+ 7</a:t>
                </a:r>
              </a:p>
              <a:p>
                <a:r>
                  <a:rPr lang="en-AU" sz="2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+ 7</a:t>
                </a:r>
              </a:p>
              <a:p>
                <a:r>
                  <a:rPr lang="en-AU" sz="2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74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381" y="4374647"/>
                <a:ext cx="3528291" cy="1926425"/>
              </a:xfrm>
              <a:prstGeom prst="rect">
                <a:avLst/>
              </a:prstGeom>
              <a:blipFill>
                <a:blip r:embed="rId2"/>
                <a:stretch>
                  <a:fillRect l="-3627" b="-25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Callout 7"/>
          <p:cNvSpPr/>
          <p:nvPr/>
        </p:nvSpPr>
        <p:spPr>
          <a:xfrm>
            <a:off x="8021780" y="2041906"/>
            <a:ext cx="3223491" cy="1766907"/>
          </a:xfrm>
          <a:prstGeom prst="wedgeEllipseCallout">
            <a:avLst>
              <a:gd name="adj1" fmla="val -20833"/>
              <a:gd name="adj2" fmla="val 729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Now that we know x=13/5 we can sub that back into either of the equations and solve for 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540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29" y="90537"/>
            <a:ext cx="11842541" cy="4098498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202931" y="4284172"/>
            <a:ext cx="9786135" cy="245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08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66</TotalTime>
  <Words>180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Cambria Math</vt:lpstr>
      <vt:lpstr>Gill Sans MT</vt:lpstr>
      <vt:lpstr>Wingdings</vt:lpstr>
      <vt:lpstr>Parcel</vt:lpstr>
      <vt:lpstr>RECAP</vt:lpstr>
      <vt:lpstr>PowerPoint Presentation</vt:lpstr>
      <vt:lpstr>TEST CONDITIONS</vt:lpstr>
      <vt:lpstr>What is the simultaneous solution to these two linear lines?</vt:lpstr>
      <vt:lpstr>Graph the lines: y=3x-1  y=-4x+6 What is the solution that satisfies both equations?</vt:lpstr>
      <vt:lpstr>Line “a” passes through (-2,6) and (4,0) Line “b” passes through (-2,-1) and (2,2) Graph these lines and find where they intersect</vt:lpstr>
      <vt:lpstr>Topic: simultaneous equations</vt:lpstr>
      <vt:lpstr>Part 1  substitution method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CONDITIONS</dc:title>
  <dc:creator>Jason Stephenson</dc:creator>
  <cp:lastModifiedBy>Jason Stephenson</cp:lastModifiedBy>
  <cp:revision>8</cp:revision>
  <dcterms:created xsi:type="dcterms:W3CDTF">2018-05-17T10:07:40Z</dcterms:created>
  <dcterms:modified xsi:type="dcterms:W3CDTF">2018-05-23T01:10:53Z</dcterms:modified>
</cp:coreProperties>
</file>