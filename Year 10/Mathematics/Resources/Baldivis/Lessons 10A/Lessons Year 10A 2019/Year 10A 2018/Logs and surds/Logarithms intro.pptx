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1" r:id="rId2"/>
    <p:sldId id="273" r:id="rId3"/>
    <p:sldId id="275" r:id="rId4"/>
    <p:sldId id="276" r:id="rId5"/>
    <p:sldId id="278" r:id="rId6"/>
    <p:sldId id="279" r:id="rId7"/>
    <p:sldId id="28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73"/>
    <p:restoredTop sz="94662"/>
  </p:normalViewPr>
  <p:slideViewPr>
    <p:cSldViewPr>
      <p:cViewPr varScale="1">
        <p:scale>
          <a:sx n="122" d="100"/>
          <a:sy n="122" d="100"/>
        </p:scale>
        <p:origin x="57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9/4/18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7136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3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40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9/4/18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1916832"/>
            <a:ext cx="85689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https://</a:t>
            </a:r>
            <a:r>
              <a:rPr lang="en-US" sz="3200" dirty="0" err="1"/>
              <a:t>www.youtube.com</a:t>
            </a:r>
            <a:r>
              <a:rPr lang="en-US" sz="3200" dirty="0"/>
              <a:t>/</a:t>
            </a:r>
            <a:r>
              <a:rPr lang="en-US" sz="3200" dirty="0" err="1"/>
              <a:t>watch?v</a:t>
            </a:r>
            <a:r>
              <a:rPr lang="en-US" sz="3200" dirty="0"/>
              <a:t>=zzu2POfYv0Y</a:t>
            </a:r>
          </a:p>
        </p:txBody>
      </p:sp>
    </p:spTree>
    <p:extLst>
      <p:ext uri="{BB962C8B-B14F-4D97-AF65-F5344CB8AC3E}">
        <p14:creationId xmlns:p14="http://schemas.microsoft.com/office/powerpoint/2010/main" val="92524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3937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075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4" y="10837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115616" y="1507516"/>
            <a:ext cx="0" cy="53504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281711"/>
            <a:ext cx="1802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Logarithms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99360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</a:t>
            </a:r>
            <a:r>
              <a:rPr lang="en-AU" sz="2400" dirty="0" smtClean="0"/>
              <a:t>Logarithms?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64401" y="1706500"/>
            <a:ext cx="7858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Logarithm</a:t>
            </a:r>
            <a:r>
              <a:rPr lang="en-AU" dirty="0" smtClean="0"/>
              <a:t> is another word for power or index. We know that 10</a:t>
            </a:r>
            <a:r>
              <a:rPr lang="en-AU" baseline="30000" dirty="0" smtClean="0"/>
              <a:t>2</a:t>
            </a:r>
            <a:r>
              <a:rPr lang="en-AU" dirty="0" smtClean="0"/>
              <a:t> = 100, so we say the logarithm of 100 to the base 10 is 2.</a:t>
            </a:r>
            <a:endParaRPr lang="en-AU" b="1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583434"/>
            <a:ext cx="3067675" cy="142192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146464" y="4142161"/>
                <a:ext cx="78768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In this case, we used 10 as the base, but any number can be used. For example, </a:t>
                </a:r>
              </a:p>
              <a:p>
                <a:r>
                  <a:rPr lang="en-US" dirty="0" smtClean="0"/>
                  <a:t>2</a:t>
                </a:r>
                <a:r>
                  <a:rPr lang="en-US" baseline="30000" dirty="0" smtClean="0"/>
                  <a:t>3</a:t>
                </a:r>
                <a:r>
                  <a:rPr lang="en-US" dirty="0" smtClean="0"/>
                  <a:t> = 8, so the logarithm of 8 to the base 2 is 3. We write this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mr-IN" i="1" smtClean="0">
                            <a:latin typeface="Cambria Math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mr-IN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mr-IN" i="0" smtClean="0">
                                <a:latin typeface="Cambria Math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CA" b="0" i="1" smtClean="0">
                            <a:latin typeface="Cambria Math" charset="0"/>
                          </a:rPr>
                          <m:t>8=3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464" y="4142161"/>
                <a:ext cx="7876887" cy="646331"/>
              </a:xfrm>
              <a:prstGeom prst="rect">
                <a:avLst/>
              </a:prstGeom>
              <a:blipFill rotWithShape="0">
                <a:blip r:embed="rId4"/>
                <a:stretch>
                  <a:fillRect l="-619" t="-4673" b="-1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30" y="4980940"/>
            <a:ext cx="7393457" cy="6576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0185" y="5876270"/>
            <a:ext cx="7788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Any number can be used as the base number, however the most frequently used values are 10 and 2. The log button on your </a:t>
            </a:r>
            <a:r>
              <a:rPr lang="en-US" dirty="0" err="1" smtClean="0"/>
              <a:t>calc</a:t>
            </a:r>
            <a:r>
              <a:rPr lang="en-US" dirty="0" smtClean="0"/>
              <a:t> will give you the base 10 logarithm for any number keyed 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68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3937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075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4" y="10837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899592" y="1507516"/>
            <a:ext cx="0" cy="53504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281711"/>
            <a:ext cx="1802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Logarithms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99360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</a:t>
            </a:r>
            <a:r>
              <a:rPr lang="en-AU" sz="2400" dirty="0" smtClean="0"/>
              <a:t>Logarithms?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28418" y="1654077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Ex:</a:t>
            </a:r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57" y="1635929"/>
            <a:ext cx="4883103" cy="98088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691490"/>
            <a:ext cx="3903960" cy="177544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076" y="2691490"/>
            <a:ext cx="3031781" cy="18026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79" y="4869160"/>
            <a:ext cx="3876197" cy="173487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226" y="4818116"/>
            <a:ext cx="2973037" cy="190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5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3937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075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4" y="10837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899592" y="1507516"/>
            <a:ext cx="0" cy="53504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281711"/>
            <a:ext cx="1802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Logarithms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99360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</a:t>
            </a:r>
            <a:r>
              <a:rPr lang="en-AU" sz="2400" dirty="0" smtClean="0"/>
              <a:t>Logarithms?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28418" y="1654077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Ex: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654077"/>
            <a:ext cx="6978352" cy="442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87" y="2708920"/>
            <a:ext cx="4023056" cy="1800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7" y="2708920"/>
            <a:ext cx="3096344" cy="18022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24433" y="5445224"/>
            <a:ext cx="79077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Remember:</a:t>
            </a:r>
            <a:r>
              <a:rPr lang="en-US" dirty="0" smtClean="0"/>
              <a:t> Logarithm is just a different name for the familiar concepts of indices.</a:t>
            </a:r>
          </a:p>
          <a:p>
            <a:r>
              <a:rPr lang="en-US" dirty="0" smtClean="0"/>
              <a:t>Break the question down into: 1) What is the logarithm 2) What is the base and 3) What is the numerical value to solve.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15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077553"/>
            <a:ext cx="8316416" cy="756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19872" y="188640"/>
            <a:ext cx="137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Your Turn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709831"/>
            <a:ext cx="8640960" cy="1526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75856" y="2564904"/>
            <a:ext cx="2368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Now Finish These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129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19872" y="188640"/>
            <a:ext cx="137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Your Turn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564904"/>
            <a:ext cx="2368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Now Finish These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7" y="959077"/>
            <a:ext cx="8410481" cy="7203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37" y="4077072"/>
            <a:ext cx="8255311" cy="187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5736" y="1628800"/>
            <a:ext cx="4403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Logarithms Worksheet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9545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222</Words>
  <Application>Microsoft Macintosh PowerPoint</Application>
  <PresentationFormat>On-screen Show (4:3)</PresentationFormat>
  <Paragraphs>39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Cambria Math</vt:lpstr>
      <vt:lpstr>Mangal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SUMMERS Brad [Baldivis Secondary College]</cp:lastModifiedBy>
  <cp:revision>25</cp:revision>
  <dcterms:created xsi:type="dcterms:W3CDTF">2016-10-20T03:14:06Z</dcterms:created>
  <dcterms:modified xsi:type="dcterms:W3CDTF">2018-04-09T06:45:27Z</dcterms:modified>
</cp:coreProperties>
</file>