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8" r:id="rId2"/>
    <p:sldId id="260" r:id="rId3"/>
    <p:sldId id="272" r:id="rId4"/>
    <p:sldId id="270" r:id="rId5"/>
    <p:sldId id="273" r:id="rId6"/>
    <p:sldId id="27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3/19/2019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3/19/2019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3/19/2019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3/19/2019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3/19/2019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3/19/2019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3/19/2019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3/19/2019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3/19/2019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3/19/2019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3/19/2019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3/19/2019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3/19/2019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Revision of Area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How do I calculate the area of composite shapes?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Revise units of length and area </a:t>
            </a:r>
            <a:endParaRPr lang="en-US" dirty="0"/>
          </a:p>
          <a:p>
            <a:r>
              <a:rPr lang="en-US" dirty="0" smtClean="0"/>
              <a:t>Use formulas to find the area of basic shapes</a:t>
            </a:r>
            <a:endParaRPr lang="en-US" dirty="0"/>
          </a:p>
          <a:p>
            <a:r>
              <a:rPr lang="en-US" dirty="0" smtClean="0"/>
              <a:t>Calculate the area of composite shapes.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 smtClean="0"/>
              <a:t>Quickwrite</a:t>
            </a:r>
            <a:r>
              <a:rPr lang="en-AU" dirty="0" smtClean="0"/>
              <a:t> – What do I know about area and perimeter?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Revision of Area </a:t>
            </a:r>
            <a:br>
              <a:rPr lang="en-AU" dirty="0" smtClean="0"/>
            </a:br>
            <a:r>
              <a:rPr lang="en-AU" dirty="0" smtClean="0"/>
              <a:t>EQ- </a:t>
            </a:r>
            <a:r>
              <a:rPr lang="en-US" dirty="0"/>
              <a:t>How do I calculate the area of composite shapes?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38200"/>
            <a:ext cx="2151017" cy="3986213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How do I convert units of length?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How do I convert units of area?</a:t>
            </a:r>
            <a:endParaRPr lang="en-AU" dirty="0"/>
          </a:p>
        </p:txBody>
      </p:sp>
      <p:pic>
        <p:nvPicPr>
          <p:cNvPr id="4" name="Picture 3" descr="http://passyworldofmathematics.com/Images/pwmImagesFour/ConvertMetricOne550x407JPG.jpg"/>
          <p:cNvPicPr>
            <a:picLocks noChangeAspect="1" noChangeArrowheads="1"/>
          </p:cNvPicPr>
          <p:nvPr/>
        </p:nvPicPr>
        <p:blipFill rotWithShape="1">
          <a:blip r:embed="rId2" cstate="print"/>
          <a:srcRect t="22025" b="20641"/>
          <a:stretch/>
        </p:blipFill>
        <p:spPr bwMode="auto">
          <a:xfrm>
            <a:off x="3127410" y="1938200"/>
            <a:ext cx="3961367" cy="1680692"/>
          </a:xfrm>
          <a:prstGeom prst="rect">
            <a:avLst/>
          </a:prstGeom>
          <a:noFill/>
        </p:spPr>
      </p:pic>
      <p:pic>
        <p:nvPicPr>
          <p:cNvPr id="5" name="Picture 4" descr="http://passyworldofmathematics.com/Images/pwmImagesFour/ConvertMetricTwo550x392JPG.jpg"/>
          <p:cNvPicPr>
            <a:picLocks noChangeAspect="1" noChangeArrowheads="1"/>
          </p:cNvPicPr>
          <p:nvPr/>
        </p:nvPicPr>
        <p:blipFill rotWithShape="1">
          <a:blip r:embed="rId3" cstate="print"/>
          <a:srcRect t="20382" b="21622"/>
          <a:stretch/>
        </p:blipFill>
        <p:spPr bwMode="auto">
          <a:xfrm>
            <a:off x="3127409" y="4119154"/>
            <a:ext cx="3961367" cy="1637458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098971" y="4815840"/>
                <a:ext cx="26273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10 000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= 1Hectare (ha)</a:t>
                </a:r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971" y="4815840"/>
                <a:ext cx="2627322" cy="369332"/>
              </a:xfrm>
              <a:prstGeom prst="rect">
                <a:avLst/>
              </a:prstGeom>
              <a:blipFill>
                <a:blip r:embed="rId4"/>
                <a:stretch>
                  <a:fillRect l="-2088" t="-8197" r="-1392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881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 Name the shape and match up the formula </a:t>
            </a:r>
            <a:endParaRPr lang="en-AU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197" y="1939090"/>
            <a:ext cx="11707717" cy="432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6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Revision of Area </a:t>
            </a:r>
            <a:br>
              <a:rPr lang="en-AU" dirty="0" smtClean="0"/>
            </a:br>
            <a:r>
              <a:rPr lang="en-AU" dirty="0" smtClean="0"/>
              <a:t>EQ- </a:t>
            </a:r>
            <a:r>
              <a:rPr lang="en-US" dirty="0"/>
              <a:t>How do I calculate the area of composite shapes?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38200"/>
            <a:ext cx="2151017" cy="3986213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How do I find the area of a composite shape? </a:t>
            </a:r>
          </a:p>
        </p:txBody>
      </p:sp>
    </p:spTree>
    <p:extLst>
      <p:ext uri="{BB962C8B-B14F-4D97-AF65-F5344CB8AC3E}">
        <p14:creationId xmlns:p14="http://schemas.microsoft.com/office/powerpoint/2010/main" val="2300725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113</TotalTime>
  <Words>94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Cambria Math</vt:lpstr>
      <vt:lpstr>Wingdings</vt:lpstr>
      <vt:lpstr>Educational subjects 16x9</vt:lpstr>
      <vt:lpstr>Revision of Area </vt:lpstr>
      <vt:lpstr>Learning Objectives </vt:lpstr>
      <vt:lpstr>Task </vt:lpstr>
      <vt:lpstr>Revision of Area  EQ- How do I calculate the area of composite shapes? </vt:lpstr>
      <vt:lpstr>Task – Name the shape and match up the formula </vt:lpstr>
      <vt:lpstr>Revision of Area  EQ- How do I calculate the area of composite shapes?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5</cp:revision>
  <dcterms:created xsi:type="dcterms:W3CDTF">2019-03-18T23:45:29Z</dcterms:created>
  <dcterms:modified xsi:type="dcterms:W3CDTF">2019-03-19T03:17:50Z</dcterms:modified>
</cp:coreProperties>
</file>