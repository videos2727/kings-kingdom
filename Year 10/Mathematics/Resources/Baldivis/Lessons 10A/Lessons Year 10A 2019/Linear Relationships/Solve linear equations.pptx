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8" r:id="rId2"/>
    <p:sldId id="260" r:id="rId3"/>
    <p:sldId id="272" r:id="rId4"/>
    <p:sldId id="2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4/29/2019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4/29/2019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4/29/2019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4/29/2019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4/29/2019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4/29/2019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4/29/2019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4/29/2019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4/29/2019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4/29/2019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4/29/2019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4/29/2019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4/29/2019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4/29/2019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Solving Linear Equations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EQ – How do I solve linear equations using inverse operations</a:t>
            </a:r>
            <a:r>
              <a:rPr lang="en-US" dirty="0" smtClean="0"/>
              <a:t>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Solving equations with one unknown value.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Solving Linear Equations </a:t>
            </a:r>
            <a:br>
              <a:rPr lang="en-AU" dirty="0" smtClean="0"/>
            </a:br>
            <a:r>
              <a:rPr lang="en-AU" dirty="0" smtClean="0"/>
              <a:t>EQ – </a:t>
            </a:r>
            <a:r>
              <a:rPr lang="en-US" dirty="0" smtClean="0"/>
              <a:t>How </a:t>
            </a:r>
            <a:r>
              <a:rPr lang="en-US" dirty="0"/>
              <a:t>do I solve linear equations using inverse operations? 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280160" y="2743194"/>
                <a:ext cx="7863840" cy="3433769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Find the volume of a sphere with a radius of 5m.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Find the surface area of the cone.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Evaluate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125</m:t>
                        </m:r>
                      </m:e>
                    </m:func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280160" y="2743194"/>
                <a:ext cx="7863840" cy="3433769"/>
              </a:xfrm>
              <a:blipFill>
                <a:blip r:embed="rId2"/>
                <a:stretch>
                  <a:fillRect l="-1008" t="-14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7811589" y="3657599"/>
            <a:ext cx="1593668" cy="47897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1" name="Straight Connector 10"/>
          <p:cNvCxnSpPr>
            <a:stCxn id="9" idx="2"/>
          </p:cNvCxnSpPr>
          <p:nvPr/>
        </p:nvCxnSpPr>
        <p:spPr>
          <a:xfrm flipV="1">
            <a:off x="7811589" y="2461687"/>
            <a:ext cx="792480" cy="14353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9" idx="6"/>
          </p:cNvCxnSpPr>
          <p:nvPr/>
        </p:nvCxnSpPr>
        <p:spPr>
          <a:xfrm>
            <a:off x="8608423" y="2482531"/>
            <a:ext cx="796834" cy="1414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2"/>
            <a:endCxn id="9" idx="6"/>
          </p:cNvCxnSpPr>
          <p:nvPr/>
        </p:nvCxnSpPr>
        <p:spPr>
          <a:xfrm>
            <a:off x="7811589" y="3897085"/>
            <a:ext cx="159366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7965" y="381919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10m</a:t>
            </a:r>
            <a:endParaRPr lang="en-A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8996347" y="2913540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13m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Solving Linear Equations </a:t>
            </a:r>
            <a:br>
              <a:rPr lang="en-AU" dirty="0"/>
            </a:br>
            <a:r>
              <a:rPr lang="en-AU" dirty="0"/>
              <a:t>EQ – </a:t>
            </a:r>
            <a:r>
              <a:rPr lang="en-US" dirty="0"/>
              <a:t>How do I solve linear equations using inverse operations?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38200"/>
            <a:ext cx="2473234" cy="4758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What are the inverse operations?</a:t>
            </a:r>
          </a:p>
          <a:p>
            <a:pPr marL="0" indent="0">
              <a:buNone/>
            </a:pPr>
            <a:r>
              <a:rPr lang="en-AU" dirty="0" smtClean="0"/>
              <a:t>How do I solve linear equations? 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How do I solve an equation with the unknown in the denominator?</a:t>
            </a:r>
          </a:p>
          <a:p>
            <a:pPr marL="0" indent="0">
              <a:buNone/>
            </a:pPr>
            <a:endParaRPr lang="en-AU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473234" y="1828456"/>
            <a:ext cx="0" cy="51035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05100" y="1914250"/>
            <a:ext cx="28887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200" dirty="0" smtClean="0"/>
              <a:t>Addition – Subtraction</a:t>
            </a:r>
          </a:p>
          <a:p>
            <a:r>
              <a:rPr lang="en-AU" sz="2200" dirty="0" smtClean="0"/>
              <a:t>Multiplication - Division</a:t>
            </a:r>
            <a:endParaRPr lang="en-AU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2705100" y="2857500"/>
            <a:ext cx="56246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200" dirty="0" smtClean="0"/>
              <a:t>Do the same thing to both sides of an equation </a:t>
            </a:r>
            <a:endParaRPr lang="en-AU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705100" y="3462196"/>
                <a:ext cx="9182100" cy="4126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Solve: </a:t>
                </a: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r>
                  <a:rPr lang="en-AU" sz="2200" dirty="0" smtClean="0"/>
                  <a:t>		2)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+7</m:t>
                        </m:r>
                      </m:e>
                    </m:d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AU" sz="2200" dirty="0" smtClean="0"/>
                  <a:t>		3)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i="1">
                            <a:latin typeface="Cambria Math" panose="02040503050406030204" pitchFamily="18" charset="0"/>
                          </a:rPr>
                          <m:t>10−3</m:t>
                        </m:r>
                        <m:r>
                          <a:rPr lang="en-AU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AU" sz="2200" dirty="0"/>
                          <m:t> </m:t>
                        </m:r>
                      </m:num>
                      <m:den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=17</m:t>
                    </m:r>
                  </m:oMath>
                </a14:m>
                <a:endParaRPr lang="en-AU" sz="2200" b="0" dirty="0" smtClean="0"/>
              </a:p>
              <a:p>
                <a:pPr marL="457200" indent="-457200">
                  <a:buAutoNum type="arabicParenR"/>
                </a:pPr>
                <a:endParaRPr lang="en-AU" sz="2200" dirty="0" smtClean="0"/>
              </a:p>
              <a:p>
                <a:pPr marL="457200" indent="-457200">
                  <a:buAutoNum type="arabicParenR"/>
                </a:pPr>
                <a:endParaRPr lang="en-AU" sz="2200" dirty="0"/>
              </a:p>
              <a:p>
                <a:pPr marL="457200" indent="-457200">
                  <a:buAutoNum type="arabicParenR"/>
                </a:pPr>
                <a:endParaRPr lang="en-AU" sz="2200" dirty="0" smtClean="0"/>
              </a:p>
              <a:p>
                <a:pPr marL="457200" indent="-457200">
                  <a:buFont typeface="+mj-lt"/>
                  <a:buAutoNum type="arabicParenR" startAt="4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+6=</m:t>
                    </m:r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lang="en-AU" sz="2200" dirty="0"/>
              </a:p>
              <a:p>
                <a:endParaRPr lang="en-AU" sz="2200" b="0" dirty="0" smtClean="0"/>
              </a:p>
              <a:p>
                <a:endParaRPr lang="en-AU" sz="2200" dirty="0"/>
              </a:p>
              <a:p>
                <a:pPr marL="457200" indent="-457200">
                  <a:buAutoNum type="arabicParenR" startAt="4"/>
                </a:pPr>
                <a:endParaRPr lang="en-AU" sz="2200" b="0" dirty="0" smtClean="0"/>
              </a:p>
              <a:p>
                <a:pPr marL="457200" indent="-457200">
                  <a:buAutoNum type="arabicParenR" startAt="4"/>
                </a:pPr>
                <a:endParaRPr lang="en-AU" sz="2200" b="0" dirty="0" smtClean="0"/>
              </a:p>
              <a:p>
                <a:endParaRPr lang="en-AU" sz="22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3462196"/>
                <a:ext cx="9182100" cy="4126835"/>
              </a:xfrm>
              <a:prstGeom prst="rect">
                <a:avLst/>
              </a:prstGeom>
              <a:blipFill>
                <a:blip r:embed="rId2"/>
                <a:stretch>
                  <a:fillRect l="-863" t="-10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242765" y="0"/>
            <a:ext cx="876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Writing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81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681</TotalTime>
  <Words>104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Cambria Math</vt:lpstr>
      <vt:lpstr>Wingdings</vt:lpstr>
      <vt:lpstr>Educational subjects 16x9</vt:lpstr>
      <vt:lpstr>Solving Linear Equations </vt:lpstr>
      <vt:lpstr>Learning Objectives </vt:lpstr>
      <vt:lpstr>Solving Linear Equations  EQ – How do I solve linear equations using inverse operations? </vt:lpstr>
      <vt:lpstr>Solving Linear Equations  EQ – How do I solve linear equations using inverse operations?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16</cp:revision>
  <dcterms:created xsi:type="dcterms:W3CDTF">2019-03-18T23:45:29Z</dcterms:created>
  <dcterms:modified xsi:type="dcterms:W3CDTF">2019-04-29T13:34:27Z</dcterms:modified>
</cp:coreProperties>
</file>