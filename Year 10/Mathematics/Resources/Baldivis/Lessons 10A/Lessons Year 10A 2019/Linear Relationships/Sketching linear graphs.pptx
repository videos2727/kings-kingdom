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72" r:id="rId4"/>
    <p:sldId id="276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5/6/2019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5/6/2019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5/6/2019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Sketching </a:t>
            </a:r>
            <a:r>
              <a:rPr lang="en-US" dirty="0" smtClean="0"/>
              <a:t>Linear </a:t>
            </a:r>
            <a:r>
              <a:rPr lang="en-US" dirty="0" smtClean="0"/>
              <a:t>Graphs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 </a:t>
            </a:r>
            <a:r>
              <a:rPr lang="en-US" dirty="0" smtClean="0"/>
              <a:t>– Describe the different methods for sketching linear graphs.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Sketching linear graphs given the equation</a:t>
            </a:r>
            <a:endParaRPr lang="en-US" dirty="0" smtClean="0"/>
          </a:p>
          <a:p>
            <a:r>
              <a:rPr lang="en-US" dirty="0" smtClean="0"/>
              <a:t>Methods – Table of values</a:t>
            </a:r>
          </a:p>
          <a:p>
            <a:r>
              <a:rPr lang="en-US" dirty="0" smtClean="0"/>
              <a:t>Using the intercept and gradient method </a:t>
            </a:r>
          </a:p>
          <a:p>
            <a:r>
              <a:rPr lang="en-US" dirty="0" smtClean="0"/>
              <a:t>Using the intercepts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787789"/>
            <a:ext cx="9628632" cy="1362113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US" dirty="0"/>
              <a:t>EQ – </a:t>
            </a:r>
            <a:r>
              <a:rPr lang="en-US" dirty="0"/>
              <a:t>Describe the different methods for sketching linear graphs. </a:t>
            </a:r>
            <a:r>
              <a:rPr lang="en-US" dirty="0"/>
              <a:t/>
            </a:r>
            <a:br>
              <a:rPr lang="en-US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and represent of a number line</a:t>
                </a: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≥−20</m:t>
                    </m:r>
                  </m:oMath>
                </a14:m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7−2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the equation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+11=7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−15</m:t>
                    </m:r>
                  </m:oMath>
                </a14:m>
                <a:r>
                  <a:rPr lang="en-AU" dirty="0" smtClean="0"/>
                  <a:t> </a:t>
                </a: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Expand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Make y the subject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163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8996347" y="2913540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13m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787789"/>
            <a:ext cx="9628632" cy="1362113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US" dirty="0"/>
              <a:t>EQ – </a:t>
            </a:r>
            <a:r>
              <a:rPr lang="en-US" dirty="0"/>
              <a:t>Describe the different methods for sketching linear graphs. </a:t>
            </a:r>
            <a:r>
              <a:rPr lang="en-US" dirty="0"/>
              <a:t/>
            </a:r>
            <a:br>
              <a:rPr lang="en-US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r>
              <a:rPr lang="en-AU" dirty="0" smtClean="0"/>
              <a:t>In pairs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How would you sketch the graph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dirty="0" smtClean="0"/>
                  <a:t>?</a:t>
                </a: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240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8996347" y="2913540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13m</a:t>
            </a:r>
            <a:endParaRPr lang="en-AU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9794095" y="118518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Collaboration/Inquiry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584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2309" y="84365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US" dirty="0"/>
              <a:t>EQ – </a:t>
            </a:r>
            <a:r>
              <a:rPr lang="en-US" dirty="0"/>
              <a:t>Describe the different methods for sketching linear </a:t>
            </a:r>
            <a:r>
              <a:rPr lang="en-US" dirty="0" smtClean="0"/>
              <a:t>graphs</a:t>
            </a:r>
            <a:r>
              <a:rPr lang="en-US" dirty="0"/>
              <a:t>. </a:t>
            </a:r>
            <a:r>
              <a:rPr lang="en-US" dirty="0"/>
              <a:t/>
            </a:r>
            <a:br>
              <a:rPr lang="en-US" dirty="0"/>
            </a:br>
            <a:endParaRPr lang="en-AU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What is the equation of a straight line? </a:t>
            </a:r>
          </a:p>
          <a:p>
            <a:pPr marL="0" indent="0">
              <a:buNone/>
            </a:pPr>
            <a:r>
              <a:rPr lang="en-AU" dirty="0" smtClean="0"/>
              <a:t>What information does this give us about the line?</a:t>
            </a:r>
          </a:p>
          <a:p>
            <a:pPr marL="0" indent="0">
              <a:buNone/>
            </a:pPr>
            <a:r>
              <a:rPr lang="en-AU" dirty="0" smtClean="0"/>
              <a:t>How can sketch the graph of a straight line? 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- the gradient of the line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– the y-intercept</a:t>
                </a:r>
              </a:p>
              <a:p>
                <a:pPr marL="0" indent="0">
                  <a:buNone/>
                </a:pPr>
                <a:r>
                  <a:rPr lang="en-AU" dirty="0" smtClean="0"/>
                  <a:t>Sketch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 smtClean="0"/>
                  <a:t>Method 1 – Draw a table of values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  <a:blipFill>
                <a:blip r:embed="rId2"/>
                <a:stretch>
                  <a:fillRect l="-13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763352"/>
                  </p:ext>
                </p:extLst>
              </p:nvPr>
            </p:nvGraphicFramePr>
            <p:xfrm>
              <a:off x="3712754" y="4693920"/>
              <a:ext cx="4708435" cy="75595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3779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7763352"/>
                  </p:ext>
                </p:extLst>
              </p:nvPr>
            </p:nvGraphicFramePr>
            <p:xfrm>
              <a:off x="3712754" y="4693920"/>
              <a:ext cx="4708435" cy="755952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3779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9524" r="-399355" b="-1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111290" r="-399355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621383" y="2978331"/>
                <a:ext cx="20797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A7415A4A-4B91-446F-8E49-C1A6AA5D1A4B}" type="mathplaceholder">
                        <a:rPr lang="en-AU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383" y="2978331"/>
                <a:ext cx="2079737" cy="276999"/>
              </a:xfrm>
              <a:prstGeom prst="rect">
                <a:avLst/>
              </a:prstGeom>
              <a:blipFill>
                <a:blip r:embed="rId4"/>
                <a:stretch>
                  <a:fillRect l="-1760" r="-1173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2309" y="84365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US" dirty="0"/>
              <a:t>EQ – </a:t>
            </a:r>
            <a:r>
              <a:rPr lang="en-US" dirty="0"/>
              <a:t>Describe the different methods for sketching linear </a:t>
            </a:r>
            <a:r>
              <a:rPr lang="en-US" dirty="0" smtClean="0"/>
              <a:t>graphs</a:t>
            </a:r>
            <a:r>
              <a:rPr lang="en-US" dirty="0"/>
              <a:t>. </a:t>
            </a:r>
            <a:r>
              <a:rPr lang="en-US" dirty="0"/>
              <a:t/>
            </a:r>
            <a:br>
              <a:rPr lang="en-US" dirty="0"/>
            </a:br>
            <a:endParaRPr lang="en-AU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What is the equation of a straight line? </a:t>
            </a:r>
          </a:p>
          <a:p>
            <a:pPr marL="0" indent="0">
              <a:buNone/>
            </a:pPr>
            <a:r>
              <a:rPr lang="en-AU" dirty="0" smtClean="0"/>
              <a:t>What information does this give us about the line?</a:t>
            </a:r>
          </a:p>
          <a:p>
            <a:pPr marL="0" indent="0">
              <a:buNone/>
            </a:pPr>
            <a:r>
              <a:rPr lang="en-AU" dirty="0" smtClean="0"/>
              <a:t>How can sketch the graph of a straight line? 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- the gradient of the line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 smtClean="0"/>
                  <a:t>– the y-intercept</a:t>
                </a:r>
              </a:p>
              <a:p>
                <a:pPr marL="0" indent="0">
                  <a:buNone/>
                </a:pPr>
                <a:r>
                  <a:rPr lang="en-AU" dirty="0" smtClean="0"/>
                  <a:t>Sketch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 smtClean="0"/>
                  <a:t>Method 1 – </a:t>
                </a:r>
              </a:p>
              <a:p>
                <a:pPr marL="0" indent="0">
                  <a:buNone/>
                </a:pPr>
                <a:r>
                  <a:rPr lang="en-AU" dirty="0" smtClean="0"/>
                  <a:t>Draw a table of values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smtClean="0"/>
                  <a:t>Plot these points and draw a line through them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591151" y="1950720"/>
                <a:ext cx="6841718" cy="4720046"/>
              </a:xfrm>
              <a:blipFill>
                <a:blip r:embed="rId2"/>
                <a:stretch>
                  <a:fillRect l="-13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8069411"/>
                  </p:ext>
                </p:extLst>
              </p:nvPr>
            </p:nvGraphicFramePr>
            <p:xfrm>
              <a:off x="3712754" y="5076976"/>
              <a:ext cx="4708435" cy="74373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8069411"/>
                  </p:ext>
                </p:extLst>
              </p:nvPr>
            </p:nvGraphicFramePr>
            <p:xfrm>
              <a:off x="3712754" y="5076976"/>
              <a:ext cx="4708435" cy="743736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41687">
                      <a:extLst>
                        <a:ext uri="{9D8B030D-6E8A-4147-A177-3AD203B41FA5}">
                          <a16:colId xmlns:a16="http://schemas.microsoft.com/office/drawing/2014/main" val="4008009977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508119208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2803968715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389022802"/>
                        </a:ext>
                      </a:extLst>
                    </a:gridCol>
                    <a:gridCol w="941687">
                      <a:extLst>
                        <a:ext uri="{9D8B030D-6E8A-4147-A177-3AD203B41FA5}">
                          <a16:colId xmlns:a16="http://schemas.microsoft.com/office/drawing/2014/main" val="412939799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10000" r="-39935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05902730"/>
                      </a:ext>
                    </a:extLst>
                  </a:tr>
                  <a:tr h="3779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t="-104762" r="-399355" b="-20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8688404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3877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2309" y="843656"/>
            <a:ext cx="9613861" cy="1080938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Sketching Linear graphs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US" dirty="0"/>
              <a:t>EQ – </a:t>
            </a:r>
            <a:r>
              <a:rPr lang="en-US" dirty="0"/>
              <a:t>Describe the different methods for sketching linear </a:t>
            </a:r>
            <a:r>
              <a:rPr lang="en-US" dirty="0" smtClean="0"/>
              <a:t>graphs</a:t>
            </a:r>
            <a:r>
              <a:rPr lang="en-US" dirty="0"/>
              <a:t>. </a:t>
            </a:r>
            <a:r>
              <a:rPr lang="en-US" dirty="0"/>
              <a:t/>
            </a:r>
            <a:br>
              <a:rPr lang="en-US" dirty="0"/>
            </a:br>
            <a:endParaRPr lang="en-AU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3222171" cy="39854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 smtClean="0"/>
              <a:t>How can sketch the graph of a straight line?  </a:t>
            </a:r>
            <a:endParaRPr lang="en-AU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3274423" y="192459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sz="half" idx="2"/>
              </p:nvPr>
            </p:nvSpPr>
            <p:spPr>
              <a:xfrm>
                <a:off x="3300548" y="1950720"/>
                <a:ext cx="8891451" cy="490728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AU" sz="2200" u="sng" dirty="0" smtClean="0"/>
                  <a:t>Method 2 </a:t>
                </a:r>
                <a:r>
                  <a:rPr lang="en-AU" sz="2200" dirty="0" smtClean="0"/>
                  <a:t>–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Use the equation to find the y-intercept and the gradient.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For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sz="2200" dirty="0" smtClean="0"/>
                  <a:t>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y-intercept is 1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Gradient is 2. (As x increases by 1 y increases by 2)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Plot these two points and draw a line through them. </a:t>
                </a:r>
              </a:p>
              <a:p>
                <a:pPr marL="0" indent="0">
                  <a:buNone/>
                </a:pPr>
                <a:r>
                  <a:rPr lang="en-AU" sz="2200" u="sng" dirty="0" smtClean="0"/>
                  <a:t>Method 3 </a:t>
                </a:r>
                <a:r>
                  <a:rPr lang="en-AU" sz="2200" dirty="0" smtClean="0"/>
                  <a:t>– </a:t>
                </a:r>
              </a:p>
              <a:p>
                <a:pPr marL="0" indent="0">
                  <a:buNone/>
                </a:pPr>
                <a:r>
                  <a:rPr lang="en-AU" sz="2200" dirty="0" smtClean="0"/>
                  <a:t>Put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200" dirty="0" smtClean="0"/>
                  <a:t> and find the y-intercept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200" i="1">
                        <a:latin typeface="Cambria Math" panose="02040503050406030204" pitchFamily="18" charset="0"/>
                      </a:rPr>
                      <m:t>=2×0+1</m:t>
                    </m:r>
                  </m:oMath>
                </a14:m>
                <a:r>
                  <a:rPr lang="en-AU" sz="2200" dirty="0"/>
                  <a:t> </a:t>
                </a:r>
                <a:endParaRPr lang="en-A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200" dirty="0"/>
              </a:p>
              <a:p>
                <a:pPr marL="0" indent="0">
                  <a:buNone/>
                </a:pPr>
                <a:r>
                  <a:rPr lang="en-AU" sz="2200" dirty="0" smtClean="0"/>
                  <a:t>Put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AU" sz="2200" dirty="0" smtClean="0"/>
                  <a:t>and find the x-intercept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200" dirty="0" smtClean="0"/>
              </a:p>
              <a:p>
                <a:pPr marL="0" indent="0">
                  <a:buNone/>
                </a:pPr>
                <a:r>
                  <a:rPr lang="en-AU" sz="2200" dirty="0" smtClean="0"/>
                  <a:t>Plot these points and draw a line through them.</a:t>
                </a:r>
              </a:p>
              <a:p>
                <a:pPr marL="0" indent="0">
                  <a:buNone/>
                </a:pPr>
                <a:endParaRPr lang="en-AU" sz="2200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300548" y="1950720"/>
                <a:ext cx="8891451" cy="4907280"/>
              </a:xfrm>
              <a:blipFill>
                <a:blip r:embed="rId2"/>
                <a:stretch>
                  <a:fillRect l="-617" t="-2360" b="-12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90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886</TotalTime>
  <Words>352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Trebuchet MS</vt:lpstr>
      <vt:lpstr>Berlin</vt:lpstr>
      <vt:lpstr>Sketching Linear Graphs </vt:lpstr>
      <vt:lpstr>Learning Objectives </vt:lpstr>
      <vt:lpstr>Sketching Linear graphs EQ – Describe the different methods for sketching linear graphs.  </vt:lpstr>
      <vt:lpstr>Sketching Linear graphs EQ – Describe the different methods for sketching linear graphs.  </vt:lpstr>
      <vt:lpstr>Sketching Linear graphs EQ – Describe the different methods for sketching linear graphs.  </vt:lpstr>
      <vt:lpstr>Sketching Linear graphs EQ – Describe the different methods for sketching linear graphs.  </vt:lpstr>
      <vt:lpstr>Sketching Linear graphs EQ – Describe the different methods for sketching linear graphs. 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33</cp:revision>
  <dcterms:created xsi:type="dcterms:W3CDTF">2019-03-18T23:45:29Z</dcterms:created>
  <dcterms:modified xsi:type="dcterms:W3CDTF">2019-05-06T13:25:22Z</dcterms:modified>
</cp:coreProperties>
</file>