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1"/>
  </p:notesMasterIdLst>
  <p:handoutMasterIdLst>
    <p:handoutMasterId r:id="rId12"/>
  </p:handoutMasterIdLst>
  <p:sldIdLst>
    <p:sldId id="258" r:id="rId2"/>
    <p:sldId id="260" r:id="rId3"/>
    <p:sldId id="272" r:id="rId4"/>
    <p:sldId id="273" r:id="rId5"/>
    <p:sldId id="282" r:id="rId6"/>
    <p:sldId id="283" r:id="rId7"/>
    <p:sldId id="279" r:id="rId8"/>
    <p:sldId id="281" r:id="rId9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66FF33"/>
    <a:srgbClr val="3333FF"/>
    <a:srgbClr val="FF0066"/>
    <a:srgbClr val="FCFCFC"/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5/13/2019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5/13/2019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Solving Simultaneous Equations </a:t>
            </a:r>
            <a:r>
              <a:rPr lang="en-US" dirty="0" smtClean="0"/>
              <a:t>- Substitution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 smtClean="0"/>
              <a:t>EQ – How do I solve simultaneous equations </a:t>
            </a:r>
            <a:r>
              <a:rPr lang="en-US" dirty="0" smtClean="0"/>
              <a:t>using substitution</a:t>
            </a:r>
            <a:r>
              <a:rPr lang="en-US" dirty="0" smtClean="0"/>
              <a:t>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 the idea of a solution for two equations. </a:t>
            </a:r>
          </a:p>
          <a:p>
            <a:r>
              <a:rPr lang="en-US" dirty="0" smtClean="0"/>
              <a:t>Find how to do this by </a:t>
            </a:r>
            <a:r>
              <a:rPr lang="en-US" dirty="0" smtClean="0"/>
              <a:t>using substitution</a:t>
            </a:r>
            <a:r>
              <a:rPr lang="en-US" dirty="0" smtClean="0"/>
              <a:t>. 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Solving Simultaneous Equations </a:t>
            </a:r>
            <a:r>
              <a:rPr lang="en-AU" sz="2800" dirty="0" smtClean="0"/>
              <a:t>– Substitution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How do I solve simultaneous equations </a:t>
            </a:r>
            <a:r>
              <a:rPr lang="en-US" sz="2800" dirty="0" smtClean="0"/>
              <a:t>using substitution</a:t>
            </a:r>
            <a:r>
              <a:rPr lang="en-US" sz="2800" dirty="0" smtClean="0"/>
              <a:t>?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Use the graph to find the solution to the pai</a:t>
                </a:r>
                <a:r>
                  <a:rPr lang="en-AU" dirty="0" smtClean="0"/>
                  <a:t>r of simultaneous </a:t>
                </a:r>
              </a:p>
              <a:p>
                <a:pPr marL="0" indent="0">
                  <a:buNone/>
                </a:pPr>
                <a:r>
                  <a:rPr lang="en-AU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e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eqArr>
                      </m:e>
                    </m:d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AU" dirty="0" smtClean="0"/>
                  <a:t>Find </a:t>
                </a:r>
                <a:r>
                  <a:rPr lang="en-AU" dirty="0" smtClean="0"/>
                  <a:t>the gradient </a:t>
                </a:r>
                <a:r>
                  <a:rPr lang="en-AU" dirty="0" smtClean="0"/>
                  <a:t>and the y-intercept for the line with equation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−2=3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b="0" dirty="0" smtClean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AU" dirty="0" smtClean="0"/>
                  <a:t>Find the exact surface area of a sphere with a radius of 6cm</a:t>
                </a:r>
                <a:endParaRPr lang="en-AU" b="0" i="1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AU" dirty="0" smtClean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AU" dirty="0" smtClean="0"/>
                  <a:t>If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dirty="0" smtClean="0"/>
                  <a:t>, find the value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 smtClean="0"/>
                  <a:t> if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 smtClean="0"/>
                  <a:t>.</a:t>
                </a:r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457200" indent="-457200">
                  <a:buFont typeface="+mj-lt"/>
                  <a:buAutoNum type="arabicPeriod" startAt="2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930" t="-3375" b="-17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727" y="2098767"/>
            <a:ext cx="2856289" cy="303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How do I solve simultaneous equations using substitution? </a:t>
            </a: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638698" y="2073199"/>
                <a:ext cx="9553302" cy="5336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You need to find a value </a:t>
                </a:r>
                <a:r>
                  <a:rPr lang="en-AU" dirty="0" smtClean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dirty="0" smtClean="0"/>
                  <a:t> that makes both  statements true.</a:t>
                </a:r>
              </a:p>
              <a:p>
                <a:endParaRPr lang="en-AU" dirty="0"/>
              </a:p>
              <a:p>
                <a:r>
                  <a:rPr lang="en-AU" dirty="0" smtClean="0"/>
                  <a:t>Example : Solve the pair of simultaneous equations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−2            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                (1)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=−2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+3              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          (2)</m:t>
                              </m:r>
                            </m:e>
                          </m:eqAr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Substitute the value of y from equation (1)  into equation (2) and solve 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 smtClean="0"/>
                  <a:t>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−2=−2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:r>
                  <a:rPr lang="en-AU" b="0" dirty="0" smtClean="0"/>
                  <a:t>							     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          +2</m:t>
                    </m:r>
                    <m:r>
                      <a:rPr lang="en-AU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b="0" dirty="0" smtClean="0">
                  <a:solidFill>
                    <a:srgbClr val="FFFF00"/>
                  </a:solidFill>
                </a:endParaRPr>
              </a:p>
              <a:p>
                <a:pPr/>
                <a:r>
                  <a:rPr lang="en-AU" b="0" dirty="0" smtClean="0">
                    <a:solidFill>
                      <a:schemeClr val="tx1"/>
                    </a:solidFill>
                  </a:rPr>
                  <a:t>								 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−2=3</m:t>
                    </m:r>
                  </m:oMath>
                </a14:m>
                <a:endParaRPr lang="en-AU" b="0" dirty="0" smtClean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+2   +2  </m:t>
                      </m:r>
                    </m:oMath>
                  </m:oMathPara>
                </a14:m>
                <a:endParaRPr lang="en-AU" dirty="0" smtClean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AU" b="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66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66FFFF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dirty="0" smtClean="0">
                  <a:solidFill>
                    <a:srgbClr val="66FFFF"/>
                  </a:solidFill>
                </a:endParaRPr>
              </a:p>
              <a:p>
                <a:pPr/>
                <a:r>
                  <a:rPr lang="en-AU" dirty="0" smtClean="0"/>
                  <a:t>Substitute this value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 smtClean="0"/>
                  <a:t> into either equation (1) or (2) to find 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=3×1−2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/>
                <a:r>
                  <a:rPr lang="en-AU" b="0" dirty="0" smtClean="0"/>
                  <a:t>								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Solution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dirty="0"/>
                  <a:t> and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698" y="2073199"/>
                <a:ext cx="9553302" cy="5336397"/>
              </a:xfrm>
              <a:prstGeom prst="rect">
                <a:avLst/>
              </a:prstGeom>
              <a:blipFill>
                <a:blip r:embed="rId2"/>
                <a:stretch>
                  <a:fillRect l="-574" t="-6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Solving Simultaneous Equations </a:t>
            </a:r>
            <a:r>
              <a:rPr lang="en-AU" sz="2800" dirty="0" smtClean="0"/>
              <a:t>– Substitution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How do I solve simultaneous equations </a:t>
            </a:r>
            <a:r>
              <a:rPr lang="en-US" sz="2800" dirty="0" smtClean="0"/>
              <a:t>using substitution</a:t>
            </a:r>
            <a:r>
              <a:rPr lang="en-US" sz="2800" dirty="0" smtClean="0"/>
              <a:t>?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01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Solve the pair of simultaneous equations </a:t>
                </a:r>
              </a:p>
              <a:p>
                <a:pPr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=3   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               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          (1)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e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=2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              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       </m:t>
                            </m:r>
                            <m:r>
                              <a:rPr lang="en-AU" i="1" smtClean="0">
                                <a:solidFill>
                                  <a:srgbClr val="66FF33"/>
                                </a:solidFill>
                                <a:latin typeface="Cambria Math" panose="02040503050406030204" pitchFamily="18" charset="0"/>
                              </a:rPr>
                              <m:t>(2)</m:t>
                            </m:r>
                          </m:e>
                        </m:eqAr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8" t="-23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Solving Simultaneous Equations </a:t>
            </a:r>
            <a:r>
              <a:rPr lang="en-AU" sz="2800" dirty="0" smtClean="0"/>
              <a:t>– Substitution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How do I solve simultaneous equations </a:t>
            </a:r>
            <a:r>
              <a:rPr lang="en-US" sz="2800" dirty="0" smtClean="0"/>
              <a:t>using substitution</a:t>
            </a:r>
            <a:r>
              <a:rPr lang="en-US" sz="2800" dirty="0" smtClean="0"/>
              <a:t>?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89268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0321" y="2336873"/>
                <a:ext cx="9613861" cy="4377194"/>
              </a:xfrm>
            </p:spPr>
            <p:txBody>
              <a:bodyPr>
                <a:normAutofit/>
              </a:bodyPr>
              <a:lstStyle/>
              <a:p>
                <a:r>
                  <a:rPr lang="en-AU" dirty="0" smtClean="0"/>
                  <a:t>Solve the pair of simultaneous equations </a:t>
                </a:r>
              </a:p>
              <a:p>
                <a:pPr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=3   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               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          (1)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e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=2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              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       </m:t>
                            </m:r>
                            <m:r>
                              <a:rPr lang="en-AU" i="1" smtClean="0">
                                <a:solidFill>
                                  <a:srgbClr val="66FF33"/>
                                </a:solidFill>
                                <a:latin typeface="Cambria Math" panose="02040503050406030204" pitchFamily="18" charset="0"/>
                              </a:rPr>
                              <m:t>(2)</m:t>
                            </m:r>
                          </m:e>
                        </m:eqAr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err="1" smtClean="0"/>
                  <a:t>Subsitute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66FF33"/>
                        </a:solidFill>
                        <a:latin typeface="Cambria Math" panose="02040503050406030204" pitchFamily="18" charset="0"/>
                      </a:rPr>
                      <m:t>(2) </m:t>
                    </m:r>
                  </m:oMath>
                </a14:m>
                <a:r>
                  <a:rPr lang="en-AU" dirty="0" smtClean="0"/>
                  <a:t>into 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66FF33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AU" dirty="0" smtClean="0">
                    <a:solidFill>
                      <a:srgbClr val="66FF33"/>
                    </a:solidFill>
                  </a:rPr>
                  <a:t> </a:t>
                </a:r>
                <a:r>
                  <a:rPr lang="en-AU" dirty="0" smtClean="0"/>
                  <a:t>-</a:t>
                </a:r>
                <a:r>
                  <a:rPr lang="en-AU" dirty="0" smtClean="0">
                    <a:solidFill>
                      <a:srgbClr val="66FF33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+2(2</m:t>
                      </m:r>
                      <m:r>
                        <a:rPr lang="en-AU" b="0" i="1" smtClean="0">
                          <a:solidFill>
                            <a:srgbClr val="66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66FFFF"/>
                          </a:solidFill>
                          <a:latin typeface="Cambria Math" panose="02040503050406030204" pitchFamily="18" charset="0"/>
                        </a:rPr>
                        <m:t>−1)=3</m:t>
                      </m:r>
                    </m:oMath>
                  </m:oMathPara>
                </a14:m>
                <a:endParaRPr lang="en-AU" dirty="0" smtClean="0">
                  <a:solidFill>
                    <a:srgbClr val="66FF33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−2=3</m:t>
                      </m:r>
                    </m:oMath>
                  </m:oMathPara>
                </a14:m>
                <a:endParaRPr lang="en-AU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AU" dirty="0" smtClean="0"/>
                  <a:t>Substitute this into </a:t>
                </a:r>
                <a:r>
                  <a:rPr lang="en-AU" dirty="0" smtClean="0">
                    <a:solidFill>
                      <a:srgbClr val="66FF33"/>
                    </a:solidFill>
                  </a:rPr>
                  <a:t>(2)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=2×1−1</m:t>
                      </m:r>
                    </m:oMath>
                  </m:oMathPara>
                </a14:m>
                <a:endParaRPr lang="en-AU" dirty="0" smtClean="0">
                  <a:solidFill>
                    <a:srgbClr val="66FF33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smtClean="0"/>
                  <a:t>Solution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0321" y="2336873"/>
                <a:ext cx="9613861" cy="4377194"/>
              </a:xfrm>
              <a:blipFill>
                <a:blip r:embed="rId2"/>
                <a:stretch>
                  <a:fillRect l="-1015" t="-19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Solving Simultaneous Equations </a:t>
            </a:r>
            <a:r>
              <a:rPr lang="en-AU" sz="2800" dirty="0" smtClean="0"/>
              <a:t>– Substitution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How do I solve simultaneous equations </a:t>
            </a:r>
            <a:r>
              <a:rPr lang="en-US" sz="2800" dirty="0" smtClean="0"/>
              <a:t>using substitution</a:t>
            </a:r>
            <a:r>
              <a:rPr lang="en-US" sz="2800" dirty="0" smtClean="0"/>
              <a:t>?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56655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65" y="455366"/>
            <a:ext cx="7318668" cy="533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3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33" y="537899"/>
            <a:ext cx="7784800" cy="457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2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Exit Pass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Find the solution for the following simultaneous equations </a:t>
            </a: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104850" y="2716852"/>
                <a:ext cx="2079735" cy="1053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AU" sz="280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sz="2800" dirty="0"/>
                                <m:t> </m:t>
                              </m:r>
                            </m:e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50" y="2716852"/>
                <a:ext cx="2079735" cy="10534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17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1009</TotalTime>
  <Words>127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Trebuchet MS</vt:lpstr>
      <vt:lpstr>Berlin</vt:lpstr>
      <vt:lpstr>Solving Simultaneous Equations - Substitution </vt:lpstr>
      <vt:lpstr>Learning Objectives </vt:lpstr>
      <vt:lpstr>Solving Simultaneous Equations – Substitution EQ –  How do I solve simultaneous equations using substitution?   </vt:lpstr>
      <vt:lpstr>Solving Simultaneous Equations – Substitution EQ –  How do I solve simultaneous equations using substitution?   </vt:lpstr>
      <vt:lpstr>Solving Simultaneous Equations – Substitution EQ –  How do I solve simultaneous equations using substitution?   </vt:lpstr>
      <vt:lpstr>Solving Simultaneous Equations – Substitution EQ –  How do I solve simultaneous equations using substitution?   </vt:lpstr>
      <vt:lpstr>PowerPoint Presentation</vt:lpstr>
      <vt:lpstr>PowerPoint Presentation</vt:lpstr>
      <vt:lpstr>Exit Pass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49</cp:revision>
  <dcterms:created xsi:type="dcterms:W3CDTF">2019-03-18T23:45:29Z</dcterms:created>
  <dcterms:modified xsi:type="dcterms:W3CDTF">2019-05-13T11:44:58Z</dcterms:modified>
</cp:coreProperties>
</file>