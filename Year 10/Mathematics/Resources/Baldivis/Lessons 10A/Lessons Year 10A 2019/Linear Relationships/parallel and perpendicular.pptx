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8"/>
  </p:notesMasterIdLst>
  <p:handoutMasterIdLst>
    <p:handoutMasterId r:id="rId9"/>
  </p:handoutMasterIdLst>
  <p:sldIdLst>
    <p:sldId id="258" r:id="rId2"/>
    <p:sldId id="260" r:id="rId3"/>
    <p:sldId id="272" r:id="rId4"/>
    <p:sldId id="276" r:id="rId5"/>
    <p:sldId id="277" r:id="rId6"/>
    <p:sldId id="27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Parallel and Perpendicular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Describe the relationship between two lines that are parallel and two lines that are perpendicular.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the relationship between parallel and perpendicular lines.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Parallel and Perpendicular Lines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</a:t>
            </a:r>
            <a:r>
              <a:rPr lang="en-US" sz="2800" dirty="0"/>
              <a:t>Describe the relationship between two lines that are parallel and two lines that are perpendicular.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What is the gradient and y-intercept for the following lines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AU" b="0" dirty="0" smtClean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</a:t>
                </a:r>
                <a:r>
                  <a:rPr lang="en-AU" dirty="0" smtClean="0"/>
                  <a:t>and represent of a number line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+2=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−5=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930" t="-3375" b="-1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1. Draw on the coordinate grid the following lines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b="0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2. What do you notice?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</a:t>
            </a:r>
            <a:r>
              <a:rPr lang="en-AU" dirty="0" smtClean="0"/>
              <a:t>Inquiry</a:t>
            </a:r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111" y="95811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258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1. Draw on the coordinate grid the following lines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b="0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2. What do you notice?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</a:t>
            </a:r>
            <a:r>
              <a:rPr lang="en-AU" dirty="0" smtClean="0"/>
              <a:t>Inquiry</a:t>
            </a:r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111" y="95811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42541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What are parallel and perpendicular lines?</a:t>
            </a:r>
            <a:endParaRPr lang="en-US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7859" y="67073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42194" y="2032843"/>
                <a:ext cx="7841570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Parallel lines go in the same direction and never meet</a:t>
                </a:r>
              </a:p>
              <a:p>
                <a:r>
                  <a:rPr lang="en-US" dirty="0" smtClean="0"/>
                  <a:t>Perpendicular lines meet at right angles </a:t>
                </a:r>
              </a:p>
              <a:p>
                <a:endParaRPr lang="en-US" dirty="0"/>
              </a:p>
              <a:p>
                <a:r>
                  <a:rPr lang="en-US" dirty="0" smtClean="0"/>
                  <a:t>Given the equations of two lines </a:t>
                </a:r>
              </a:p>
              <a:p>
                <a:endParaRPr lang="en-US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US" dirty="0"/>
              </a:p>
              <a:p>
                <a:r>
                  <a:rPr lang="en-US" dirty="0" smtClean="0"/>
                  <a:t>These two lines are parallel if the gradients are the same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These two lines are perpendicular if the product of the gradients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AU" dirty="0" smtClean="0"/>
              </a:p>
              <a:p>
                <a:endParaRPr lang="en-US" dirty="0"/>
              </a:p>
              <a:p>
                <a:r>
                  <a:rPr lang="en-US" dirty="0" smtClean="0"/>
                  <a:t>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194" y="2032843"/>
                <a:ext cx="7841570" cy="3693319"/>
              </a:xfrm>
              <a:prstGeom prst="rect">
                <a:avLst/>
              </a:prstGeom>
              <a:blipFill>
                <a:blip r:embed="rId2"/>
                <a:stretch>
                  <a:fillRect l="-700" t="-990" b="-14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918</TotalTime>
  <Words>178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Trebuchet MS</vt:lpstr>
      <vt:lpstr>Berlin</vt:lpstr>
      <vt:lpstr> Parallel and Perpendicular Lines</vt:lpstr>
      <vt:lpstr>Learning Objectives </vt:lpstr>
      <vt:lpstr>Parallel and Perpendicular Lines EQ – Describe the relationship between two lines that are parallel and two lines that are perpendicular.   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37</cp:revision>
  <dcterms:created xsi:type="dcterms:W3CDTF">2019-03-18T23:45:29Z</dcterms:created>
  <dcterms:modified xsi:type="dcterms:W3CDTF">2019-05-08T13:28:00Z</dcterms:modified>
</cp:coreProperties>
</file>