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10"/>
  </p:notesMasterIdLst>
  <p:handoutMasterIdLst>
    <p:handoutMasterId r:id="rId11"/>
  </p:handoutMasterIdLst>
  <p:sldIdLst>
    <p:sldId id="258" r:id="rId2"/>
    <p:sldId id="260" r:id="rId3"/>
    <p:sldId id="272" r:id="rId4"/>
    <p:sldId id="276" r:id="rId5"/>
    <p:sldId id="278" r:id="rId6"/>
    <p:sldId id="273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5/10/2019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5/10/2019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5/10/2019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5/10/2019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Solving Simultaneous Equations Graphical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 smtClean="0"/>
              <a:t>EQ – How do I solve simultaneous equations graphically?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the idea of a solution for two equations. </a:t>
            </a:r>
          </a:p>
          <a:p>
            <a:r>
              <a:rPr lang="en-US" dirty="0" smtClean="0"/>
              <a:t>Find how to do this by drawing the graphs.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Graphically</a:t>
            </a:r>
            <a:br>
              <a:rPr lang="en-AU" sz="2800" dirty="0" smtClean="0"/>
            </a:br>
            <a:r>
              <a:rPr lang="en-US" sz="2800" dirty="0"/>
              <a:t>EQ –  How do I solve simultaneous equations graphically?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Find the gradient of the line perpendicular to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AU" b="0" dirty="0" smtClean="0"/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Solve and represent of a number line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+2&gt;10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AU" dirty="0" smtClean="0"/>
                  <a:t>Find the exact volume of a sphere with a diameter of 10m.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 smtClean="0"/>
                  <a:t> What is the gradient and y-intercept of the line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endParaRPr lang="en-AU" dirty="0" smtClean="0"/>
              </a:p>
              <a:p>
                <a:pPr marL="457200" indent="-457200">
                  <a:buFont typeface="+mj-lt"/>
                  <a:buAutoNum type="arabicPeriod"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163" t="-2487" b="-14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0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</p:spPr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en-US" dirty="0" smtClean="0"/>
                  <a:t>Draw on the coordinate grid the following lines and find the point where they cross.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=−2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7863840" cy="3433769"/>
              </a:xfrm>
              <a:blipFill>
                <a:blip r:embed="rId2"/>
                <a:stretch>
                  <a:fillRect l="-1163" t="-2487" r="-1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	</a:t>
            </a:r>
            <a:r>
              <a:rPr lang="en-AU" dirty="0" smtClean="0"/>
              <a:t>		Inquiry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Graphically</a:t>
            </a:r>
            <a:br>
              <a:rPr lang="en-AU" sz="2800" dirty="0" smtClean="0"/>
            </a:br>
            <a:r>
              <a:rPr lang="en-US" sz="2800" dirty="0"/>
              <a:t>EQ –  How do I solve simultaneous equations graphically?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52584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986260" y="1810595"/>
            <a:ext cx="5079991" cy="823912"/>
          </a:xfrm>
        </p:spPr>
        <p:txBody>
          <a:bodyPr/>
          <a:lstStyle/>
          <a:p>
            <a:r>
              <a:rPr lang="en-AU" dirty="0" smtClean="0"/>
              <a:t>Task: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132507" y="2634507"/>
                <a:ext cx="5895310" cy="3433769"/>
              </a:xfrm>
            </p:spPr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en-US" dirty="0" smtClean="0"/>
                  <a:t>Draw on the coordinate grid the following lines and find the point where they cross.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=−2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457200" lvl="1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They cross at the point (1,1)</a:t>
                </a:r>
              </a:p>
              <a:p>
                <a:pPr marL="0" indent="0">
                  <a:buNone/>
                </a:pPr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132507" y="2634507"/>
                <a:ext cx="5895310" cy="3433769"/>
              </a:xfrm>
              <a:blipFill>
                <a:blip r:embed="rId2"/>
                <a:stretch>
                  <a:fillRect l="-1655" t="-24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9794095" y="118518"/>
            <a:ext cx="2284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	</a:t>
            </a:r>
            <a:r>
              <a:rPr lang="en-AU" dirty="0" smtClean="0"/>
              <a:t>		Inquiry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Graphically</a:t>
            </a:r>
            <a:br>
              <a:rPr lang="en-AU" sz="2800" dirty="0" smtClean="0"/>
            </a:br>
            <a:r>
              <a:rPr lang="en-US" sz="2800" dirty="0"/>
              <a:t>EQ –  How do I solve simultaneous equations graphically?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AU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-26" r="-124" b="1"/>
          <a:stretch/>
        </p:blipFill>
        <p:spPr>
          <a:xfrm>
            <a:off x="7505351" y="2688849"/>
            <a:ext cx="3711290" cy="39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7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What does it mean when you are asked to solve simultaneous equations?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Writing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463" y="970670"/>
            <a:ext cx="9628632" cy="797170"/>
          </a:xfrm>
        </p:spPr>
        <p:txBody>
          <a:bodyPr>
            <a:noAutofit/>
          </a:bodyPr>
          <a:lstStyle/>
          <a:p>
            <a:r>
              <a:rPr lang="en-AU" sz="2800" dirty="0" smtClean="0"/>
              <a:t>Solving Simultaneous Equations Graphically</a:t>
            </a:r>
            <a:br>
              <a:rPr lang="en-AU" sz="2800" dirty="0" smtClean="0"/>
            </a:br>
            <a:r>
              <a:rPr lang="en-US" sz="2800" dirty="0"/>
              <a:t>EQ –  How do I solve simultaneous equations graphically? </a:t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38698" y="2073199"/>
                <a:ext cx="9170126" cy="4311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Two linear equations can be solved at the same time to get a solution 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 smtClean="0"/>
                  <a:t> that makes both  statements true.</a:t>
                </a:r>
              </a:p>
              <a:p>
                <a:r>
                  <a:rPr lang="en-AU" dirty="0" smtClean="0"/>
                  <a:t>These can be solved both graphically and </a:t>
                </a:r>
                <a:r>
                  <a:rPr lang="en-AU" dirty="0" err="1" smtClean="0"/>
                  <a:t>algebracically</a:t>
                </a:r>
                <a:r>
                  <a:rPr lang="en-AU" dirty="0"/>
                  <a:t>.</a:t>
                </a:r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Example : Solve the pair of simultaneous equations using a graph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=3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m:rPr>
                                  <m:nor/>
                                </m:rPr>
                                <a:rPr lang="en-US" dirty="0"/>
                                <m:t> </m:t>
                              </m:r>
                            </m:e>
                            <m:e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=−2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Draw the lines on a Cartesian plane.</a:t>
                </a:r>
              </a:p>
              <a:p>
                <a:r>
                  <a:rPr lang="en-AU" dirty="0" smtClean="0"/>
                  <a:t>Find the point of intersection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two lines cross at the point (1,1)</a:t>
                </a:r>
              </a:p>
              <a:p>
                <a:r>
                  <a:rPr lang="en-AU" dirty="0" smtClean="0"/>
                  <a:t>So the solution to the simultaneous equations is 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AU" dirty="0" smtClean="0"/>
                  <a:t> </a:t>
                </a:r>
              </a:p>
              <a:p>
                <a:endParaRPr lang="en-AU" dirty="0"/>
              </a:p>
              <a:p>
                <a:endParaRPr lang="en-AU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698" y="2073199"/>
                <a:ext cx="9170126" cy="4311180"/>
              </a:xfrm>
              <a:prstGeom prst="rect">
                <a:avLst/>
              </a:prstGeom>
              <a:blipFill>
                <a:blip r:embed="rId2"/>
                <a:stretch>
                  <a:fillRect l="-598" t="-8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t="-26" r="-124" b="1"/>
          <a:stretch/>
        </p:blipFill>
        <p:spPr>
          <a:xfrm>
            <a:off x="8522493" y="3666538"/>
            <a:ext cx="2744638" cy="289960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5808617" y="4519749"/>
            <a:ext cx="4086195" cy="50799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164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9" y="775791"/>
            <a:ext cx="10176002" cy="29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3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Exit Pass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Find the solution for the following simultaneous equations 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1104850" y="2716852"/>
                <a:ext cx="2079735" cy="10534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AU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nor/>
                                </m:rPr>
                                <a:rPr lang="en-AU" sz="2800" b="0" i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sz="2800" dirty="0"/>
                                <m:t> </m:t>
                              </m:r>
                            </m:e>
                            <m:e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AU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850" y="2716852"/>
                <a:ext cx="2079735" cy="10534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17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968</TotalTime>
  <Words>216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Trebuchet MS</vt:lpstr>
      <vt:lpstr>Berlin</vt:lpstr>
      <vt:lpstr>Solving Simultaneous Equations Graphical </vt:lpstr>
      <vt:lpstr>Learning Objectives </vt:lpstr>
      <vt:lpstr>Solving Simultaneous Equations Graphically EQ –  How do I solve simultaneous equations graphically?   </vt:lpstr>
      <vt:lpstr>Solving Simultaneous Equations Graphically EQ –  How do I solve simultaneous equations graphically?   </vt:lpstr>
      <vt:lpstr>Solving Simultaneous Equations Graphically EQ –  How do I solve simultaneous equations graphically?   </vt:lpstr>
      <vt:lpstr>Solving Simultaneous Equations Graphically EQ –  How do I solve simultaneous equations graphically?   </vt:lpstr>
      <vt:lpstr>PowerPoint Presentation</vt:lpstr>
      <vt:lpstr>Exit Pass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44</cp:revision>
  <dcterms:created xsi:type="dcterms:W3CDTF">2019-03-18T23:45:29Z</dcterms:created>
  <dcterms:modified xsi:type="dcterms:W3CDTF">2019-05-10T01:18:59Z</dcterms:modified>
</cp:coreProperties>
</file>