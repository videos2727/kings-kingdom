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03" r:id="rId5"/>
    <p:sldId id="306" r:id="rId6"/>
    <p:sldId id="334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17/05/2015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278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Dividing</a:t>
            </a:r>
            <a:r>
              <a:rPr lang="en-AU" sz="2800" dirty="0" smtClean="0"/>
              <a:t>  </a:t>
            </a:r>
            <a:r>
              <a:rPr lang="en-AU" sz="2800" dirty="0" smtClean="0"/>
              <a:t>Algebraic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the difference between </a:t>
            </a:r>
            <a:r>
              <a:rPr lang="en-AU" sz="2400" dirty="0" smtClean="0"/>
              <a:t>dividing</a:t>
            </a:r>
            <a:r>
              <a:rPr lang="en-AU" sz="2400" dirty="0" smtClean="0"/>
              <a:t> </a:t>
            </a:r>
            <a:r>
              <a:rPr lang="en-AU" sz="2400" dirty="0" smtClean="0"/>
              <a:t>algebraic fractions and normal fractions?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278092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132856"/>
            <a:ext cx="27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I need to do when </a:t>
            </a:r>
            <a:r>
              <a:rPr lang="en-AU" dirty="0" smtClean="0"/>
              <a:t>dividing</a:t>
            </a:r>
            <a:r>
              <a:rPr lang="en-AU" dirty="0" smtClean="0"/>
              <a:t> </a:t>
            </a:r>
            <a:r>
              <a:rPr lang="en-AU" dirty="0" smtClean="0"/>
              <a:t>fractions?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987824" y="2132856"/>
            <a:ext cx="5976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dividing fractions, we multiply by its reciprocal. We do likewise when dividing algebraic fractions.</a:t>
            </a:r>
            <a:endParaRPr lang="en-A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3140968"/>
            <a:ext cx="23717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4005064"/>
            <a:ext cx="6084168" cy="2315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975" y="1204913"/>
            <a:ext cx="802005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268760"/>
            <a:ext cx="5285776" cy="5081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126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Algebra Interactive Notebook</vt:lpstr>
      <vt:lpstr>Slide 2</vt:lpstr>
      <vt:lpstr>Slide 3</vt:lpstr>
      <vt:lpstr>Slide 4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116</cp:revision>
  <dcterms:created xsi:type="dcterms:W3CDTF">2014-05-14T02:58:57Z</dcterms:created>
  <dcterms:modified xsi:type="dcterms:W3CDTF">2015-05-17T11:20:06Z</dcterms:modified>
</cp:coreProperties>
</file>