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35" r:id="rId6"/>
    <p:sldId id="334" r:id="rId7"/>
    <p:sldId id="336" r:id="rId8"/>
    <p:sldId id="324" r:id="rId9"/>
    <p:sldId id="33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2664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16/04/2015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</a:t>
            </a:r>
            <a:r>
              <a:rPr lang="en-AU" dirty="0" smtClean="0">
                <a:solidFill>
                  <a:schemeClr val="tx1"/>
                </a:solidFill>
              </a:rPr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1835696" y="188640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/>
              <a:t>Terms for your Glossary</a:t>
            </a:r>
            <a:endParaRPr lang="en-AU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11560" y="1052736"/>
            <a:ext cx="82089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AU" dirty="0" smtClean="0"/>
              <a:t>  Variable - a letter or symbol that stands for a number.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  Constant – a number.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   Expression -  has variables and/or numbers connected by arithmetic operations like       	+, ÷ and powers.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  Coefficient – numbers that are multiplied by variables.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  Formula – an equation with a variable on the left and an algebraic expression on the  	right.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  Sum – the result obtained by adding two or more numbers together..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  Product –  the result obtained by multiplying two or more numbers together.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  Quotient – the result of division.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  Difference – the result of a number subtracted from another.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  Like terms – the terms in an algebraic expression with exactly the same variables.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1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Expressions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is an expression and how do we write them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Rectangle 12"/>
          <p:cNvSpPr/>
          <p:nvPr/>
        </p:nvSpPr>
        <p:spPr>
          <a:xfrm>
            <a:off x="2987824" y="1988840"/>
            <a:ext cx="61561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Algebra is the language of mathematics. To solve problems, we can translate information </a:t>
            </a:r>
            <a:r>
              <a:rPr lang="en-AU" dirty="0" smtClean="0"/>
              <a:t>into mathematical </a:t>
            </a:r>
            <a:r>
              <a:rPr lang="en-AU" dirty="0" smtClean="0"/>
              <a:t>sentences called expressions. We use symbols or letters to represent unknown</a:t>
            </a:r>
          </a:p>
          <a:p>
            <a:r>
              <a:rPr lang="en-AU" dirty="0" smtClean="0"/>
              <a:t>numbers. For example, Morgan has some birds and cats. We can use the symbol </a:t>
            </a:r>
            <a:r>
              <a:rPr lang="az-Cyrl-AZ" dirty="0" smtClean="0"/>
              <a:t>Ќ</a:t>
            </a:r>
            <a:r>
              <a:rPr lang="en-AU" dirty="0" smtClean="0"/>
              <a:t> to stand for </a:t>
            </a:r>
            <a:r>
              <a:rPr lang="en-AU" dirty="0" smtClean="0"/>
              <a:t>the number of cats and </a:t>
            </a:r>
            <a:r>
              <a:rPr lang="az-Cyrl-AZ" dirty="0" smtClean="0"/>
              <a:t>ж</a:t>
            </a:r>
            <a:r>
              <a:rPr lang="en-AU" dirty="0" smtClean="0"/>
              <a:t> to </a:t>
            </a:r>
            <a:r>
              <a:rPr lang="en-AU" dirty="0" smtClean="0"/>
              <a:t>represent the number of birds. The total number of birds</a:t>
            </a:r>
          </a:p>
          <a:p>
            <a:r>
              <a:rPr lang="en-AU" dirty="0" smtClean="0"/>
              <a:t>and cats is represented by the </a:t>
            </a:r>
            <a:r>
              <a:rPr lang="en-AU" dirty="0" smtClean="0"/>
              <a:t>expression </a:t>
            </a:r>
            <a:r>
              <a:rPr lang="az-Cyrl-AZ" dirty="0" smtClean="0"/>
              <a:t>ж</a:t>
            </a:r>
            <a:r>
              <a:rPr lang="en-AU" dirty="0" smtClean="0"/>
              <a:t> + </a:t>
            </a:r>
            <a:r>
              <a:rPr lang="az-Cyrl-AZ" dirty="0" smtClean="0"/>
              <a:t>Ќ</a:t>
            </a:r>
            <a:r>
              <a:rPr lang="en-AU" dirty="0" smtClean="0"/>
              <a:t> 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203848" y="4509120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write an expression for finding the perimeter of a rectangle, we would write it as 2L + 2W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5157192"/>
            <a:ext cx="17335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4444727" cy="2559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2852936"/>
            <a:ext cx="5481811" cy="3813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980728"/>
            <a:ext cx="6285706" cy="124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132856"/>
            <a:ext cx="6228184" cy="4552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908720"/>
            <a:ext cx="4755280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272546"/>
            <a:ext cx="4824536" cy="336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052736"/>
            <a:ext cx="691515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232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Algebra Interactive Notebook</vt:lpstr>
      <vt:lpstr>Slide 2</vt:lpstr>
      <vt:lpstr>Slide 3</vt:lpstr>
      <vt:lpstr>Slide 4</vt:lpstr>
      <vt:lpstr>Slide 5</vt:lpstr>
      <vt:lpstr>Task</vt:lpstr>
      <vt:lpstr>Task</vt:lpstr>
      <vt:lpstr>Answers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109</cp:revision>
  <dcterms:created xsi:type="dcterms:W3CDTF">2014-05-14T02:58:57Z</dcterms:created>
  <dcterms:modified xsi:type="dcterms:W3CDTF">2015-04-16T02:09:00Z</dcterms:modified>
</cp:coreProperties>
</file>