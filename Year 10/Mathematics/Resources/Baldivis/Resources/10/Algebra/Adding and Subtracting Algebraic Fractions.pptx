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0" r:id="rId2"/>
    <p:sldId id="259" r:id="rId3"/>
    <p:sldId id="258" r:id="rId4"/>
    <p:sldId id="303" r:id="rId5"/>
    <p:sldId id="335" r:id="rId6"/>
    <p:sldId id="336" r:id="rId7"/>
    <p:sldId id="306" r:id="rId8"/>
    <p:sldId id="333" r:id="rId9"/>
    <p:sldId id="324" r:id="rId10"/>
    <p:sldId id="334" r:id="rId11"/>
    <p:sldId id="292" r:id="rId12"/>
    <p:sldId id="291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34" autoAdjust="0"/>
    <p:restoredTop sz="89165" autoAdjust="0"/>
  </p:normalViewPr>
  <p:slideViewPr>
    <p:cSldViewPr>
      <p:cViewPr>
        <p:scale>
          <a:sx n="75" d="100"/>
          <a:sy n="75" d="100"/>
        </p:scale>
        <p:origin x="-2664" y="-9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16/05/2015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=""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16/05/2015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16/05/2015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16/05/2015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16/05/2015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16/05/2015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16/05/2015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16/05/2015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486916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 </a:t>
            </a:r>
            <a:r>
              <a:rPr lang="en-AU" dirty="0" smtClean="0">
                <a:solidFill>
                  <a:schemeClr val="tx1"/>
                </a:solidFill>
              </a:rPr>
              <a:t>Mr Evans</a:t>
            </a:r>
            <a:endParaRPr lang="en-AU" dirty="0" smtClean="0"/>
          </a:p>
          <a:p>
            <a:pPr algn="l"/>
            <a:r>
              <a:rPr lang="en-AU" dirty="0" smtClean="0"/>
              <a:t>Term 2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2290" name="Picture 2" descr="vocab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772816"/>
            <a:ext cx="3810000" cy="1800225"/>
          </a:xfrm>
          <a:prstGeom prst="rect">
            <a:avLst/>
          </a:prstGeom>
          <a:noFill/>
        </p:spPr>
      </p:pic>
      <p:pic>
        <p:nvPicPr>
          <p:cNvPr id="12292" name="Picture 4" descr="http://gremathninja.com/wp-content/uploads/3a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2040" y="3573016"/>
            <a:ext cx="3810000" cy="26860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=""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65651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Adding and Subtracting Algebraic Fractions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</a:t>
            </a:r>
            <a:r>
              <a:rPr lang="en-AU" sz="2400" dirty="0" smtClean="0"/>
              <a:t>is the difference between adding and subtracting algebraic fractions and normal fractions?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131840" y="2132856"/>
            <a:ext cx="5832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When adding or subtracting normal numeric fractions we need to ensure we have a lowest common denominator </a:t>
            </a:r>
            <a:r>
              <a:rPr lang="en-AU" dirty="0" smtClean="0">
                <a:solidFill>
                  <a:srgbClr val="FF0000"/>
                </a:solidFill>
              </a:rPr>
              <a:t>LCD</a:t>
            </a:r>
            <a:r>
              <a:rPr lang="en-AU" dirty="0" smtClean="0"/>
              <a:t>. We do </a:t>
            </a:r>
            <a:r>
              <a:rPr lang="en-AU" dirty="0" smtClean="0">
                <a:solidFill>
                  <a:srgbClr val="FF0000"/>
                </a:solidFill>
              </a:rPr>
              <a:t>exactly the same</a:t>
            </a:r>
            <a:r>
              <a:rPr lang="en-AU" dirty="0" smtClean="0"/>
              <a:t> when adding or subtracting algebraic fractions.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203848" y="342900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3" y="3789040"/>
            <a:ext cx="6172929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0" y="2132856"/>
            <a:ext cx="2771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do I need to do when adding and subtracting fractions?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65651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Adding and Subtracting Algebraic Fractions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</a:t>
            </a:r>
            <a:r>
              <a:rPr lang="en-AU" sz="2400" dirty="0" smtClean="0"/>
              <a:t>is the difference between adding and subtracting algebraic fractions and normal fractions?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2915816" y="2636912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0" y="2132856"/>
            <a:ext cx="2771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do I need to do when adding and subtracting algebraic fractions?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2987824" y="2060848"/>
            <a:ext cx="5976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We do likewise when adding or subtracting algebraic fractions.</a:t>
            </a:r>
            <a:endParaRPr lang="en-AU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4" y="2996952"/>
            <a:ext cx="5932875" cy="2016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59832" y="5085185"/>
            <a:ext cx="4032448" cy="1742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65651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Adding and Subtracting Algebraic Fractions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</a:t>
            </a:r>
            <a:r>
              <a:rPr lang="en-AU" sz="2400" dirty="0" smtClean="0"/>
              <a:t>is the difference between adding and subtracting algebraic fractions and normal fractions?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0" y="2132856"/>
            <a:ext cx="2771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do I need to do when adding and subtracting algebraic fractions?</a:t>
            </a:r>
            <a:endParaRPr lang="en-A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0" y="1988840"/>
            <a:ext cx="5772472" cy="2453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1157927"/>
            <a:ext cx="6336704" cy="5700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6714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0"/>
            <a:ext cx="8229600" cy="1143000"/>
          </a:xfrm>
        </p:spPr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908720"/>
            <a:ext cx="7096125" cy="153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2420888"/>
            <a:ext cx="7361634" cy="2010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7584" y="4437112"/>
            <a:ext cx="7632848" cy="2061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6714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1143000"/>
          </a:xfrm>
        </p:spPr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62225" y="704850"/>
            <a:ext cx="4019550" cy="544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16034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0"/>
            <a:ext cx="8229600" cy="1143000"/>
          </a:xfrm>
        </p:spPr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124744"/>
            <a:ext cx="4438650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600" y="2348880"/>
            <a:ext cx="4343400" cy="184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71600" y="4149080"/>
            <a:ext cx="4400550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6714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=""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1421</TotalTime>
  <Words>236</Words>
  <Application>Microsoft Office PowerPoint</Application>
  <PresentationFormat>On-screen Show (4:3)</PresentationFormat>
  <Paragraphs>65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My Algebra Interactive Notebook</vt:lpstr>
      <vt:lpstr>Slide 2</vt:lpstr>
      <vt:lpstr>Slide 3</vt:lpstr>
      <vt:lpstr>Slide 4</vt:lpstr>
      <vt:lpstr>Slide 5</vt:lpstr>
      <vt:lpstr>Slide 6</vt:lpstr>
      <vt:lpstr>Task</vt:lpstr>
      <vt:lpstr>Task</vt:lpstr>
      <vt:lpstr>Answers</vt:lpstr>
      <vt:lpstr>Answers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Clem</cp:lastModifiedBy>
  <cp:revision>106</cp:revision>
  <dcterms:created xsi:type="dcterms:W3CDTF">2014-05-14T02:58:57Z</dcterms:created>
  <dcterms:modified xsi:type="dcterms:W3CDTF">2015-05-16T02:31:04Z</dcterms:modified>
</cp:coreProperties>
</file>