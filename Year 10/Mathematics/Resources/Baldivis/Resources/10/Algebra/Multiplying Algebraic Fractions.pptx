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03" r:id="rId5"/>
    <p:sldId id="306" r:id="rId6"/>
    <p:sldId id="334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17/05/2015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17/05/2015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756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Multiplying  Algebraic 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the difference between multiplying algebraic fractions and normal fractions?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0" y="328498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132856"/>
            <a:ext cx="27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I need to do when multiplying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059832" y="2132856"/>
            <a:ext cx="576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multiplying fractions we multiply the numerators and multiply the denominators. Where possible, we simplify first. We do exactly the same when multiplying algebraic fractions.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3645024"/>
            <a:ext cx="2667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4653137"/>
            <a:ext cx="6137623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1228725"/>
            <a:ext cx="809625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836713"/>
            <a:ext cx="433401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5047707"/>
            <a:ext cx="4392488" cy="1810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137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Algebra Interactive Notebook</vt:lpstr>
      <vt:lpstr>Slide 2</vt:lpstr>
      <vt:lpstr>Slide 3</vt:lpstr>
      <vt:lpstr>Slide 4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114</cp:revision>
  <dcterms:created xsi:type="dcterms:W3CDTF">2014-05-14T02:58:57Z</dcterms:created>
  <dcterms:modified xsi:type="dcterms:W3CDTF">2015-05-17T11:14:42Z</dcterms:modified>
</cp:coreProperties>
</file>