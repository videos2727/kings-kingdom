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59" r:id="rId3"/>
    <p:sldId id="258" r:id="rId4"/>
    <p:sldId id="303" r:id="rId5"/>
    <p:sldId id="306" r:id="rId6"/>
    <p:sldId id="315" r:id="rId7"/>
    <p:sldId id="316" r:id="rId8"/>
    <p:sldId id="317" r:id="rId9"/>
    <p:sldId id="318" r:id="rId10"/>
    <p:sldId id="319" r:id="rId11"/>
    <p:sldId id="292" r:id="rId12"/>
    <p:sldId id="29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4" autoAdjust="0"/>
    <p:restoredTop sz="89165" autoAdjust="0"/>
  </p:normalViewPr>
  <p:slideViewPr>
    <p:cSldViewPr>
      <p:cViewPr>
        <p:scale>
          <a:sx n="75" d="100"/>
          <a:sy n="75" d="100"/>
        </p:scale>
        <p:origin x="-1230" y="-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16/02/2015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16/02/2015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16/02/2015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percentages of amounts </a:t>
            </a:r>
            <a:r>
              <a:rPr lang="en-AU" sz="2400" dirty="0" smtClean="0"/>
              <a:t>with a calculator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 smtClean="0"/>
              <a:t>Percentge</a:t>
            </a:r>
            <a:r>
              <a:rPr lang="en-AU" dirty="0" smtClean="0"/>
              <a:t> </a:t>
            </a:r>
            <a:r>
              <a:rPr lang="en-AU" dirty="0" smtClean="0">
                <a:sym typeface="Symbol"/>
              </a:rPr>
              <a:t> Decimal  - divide by 100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- Copy </a:t>
            </a:r>
            <a:r>
              <a:rPr lang="en-AU" dirty="0" smtClean="0"/>
              <a:t>and Complete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780709"/>
              </p:ext>
            </p:extLst>
          </p:nvPr>
        </p:nvGraphicFramePr>
        <p:xfrm>
          <a:off x="1549400" y="1556791"/>
          <a:ext cx="6046936" cy="4023360"/>
        </p:xfrm>
        <a:graphic>
          <a:graphicData uri="http://schemas.openxmlformats.org/drawingml/2006/table">
            <a:tbl>
              <a:tblPr/>
              <a:tblGrid>
                <a:gridCol w="3023468"/>
                <a:gridCol w="3023468"/>
              </a:tblGrid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Percentage</a:t>
                      </a:r>
                      <a:r>
                        <a:rPr lang="en-AU" sz="1800" baseline="0" dirty="0" smtClean="0"/>
                        <a:t> </a:t>
                      </a:r>
                      <a:endParaRPr lang="en-AU" sz="18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Decimal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12%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33%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68%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83%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20%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130%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12.5%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156%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0.5%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- Copy </a:t>
            </a:r>
            <a:r>
              <a:rPr lang="en-AU" dirty="0" smtClean="0"/>
              <a:t>and Complete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756286"/>
              </p:ext>
            </p:extLst>
          </p:nvPr>
        </p:nvGraphicFramePr>
        <p:xfrm>
          <a:off x="1549400" y="1556791"/>
          <a:ext cx="6046936" cy="4023360"/>
        </p:xfrm>
        <a:graphic>
          <a:graphicData uri="http://schemas.openxmlformats.org/drawingml/2006/table">
            <a:tbl>
              <a:tblPr/>
              <a:tblGrid>
                <a:gridCol w="3023468"/>
                <a:gridCol w="3023468"/>
              </a:tblGrid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Percentage</a:t>
                      </a:r>
                      <a:r>
                        <a:rPr lang="en-AU" sz="1800" baseline="0" dirty="0" smtClean="0"/>
                        <a:t> </a:t>
                      </a:r>
                      <a:endParaRPr lang="en-AU" sz="18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Decimal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12%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0.12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33%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0.33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68%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0.68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83%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0.83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20%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0.2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0.06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130%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1.3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12.5%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0.125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156%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1.56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0.5%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0.005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024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percentages of amounts </a:t>
            </a:r>
            <a:r>
              <a:rPr lang="en-AU" sz="2400" dirty="0" smtClean="0"/>
              <a:t>with a calculator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 smtClean="0"/>
              <a:t>Percentge</a:t>
            </a:r>
            <a:r>
              <a:rPr lang="en-AU" dirty="0" smtClean="0"/>
              <a:t> </a:t>
            </a:r>
            <a:r>
              <a:rPr lang="en-AU" dirty="0" smtClean="0">
                <a:sym typeface="Symbol"/>
              </a:rPr>
              <a:t> Decimal  - divide by 100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84863" y="3212976"/>
            <a:ext cx="23538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</a:t>
            </a:r>
            <a:r>
              <a:rPr lang="en-AU" dirty="0" err="1" smtClean="0"/>
              <a:t>calulate</a:t>
            </a:r>
            <a:r>
              <a:rPr lang="en-AU" dirty="0" smtClean="0"/>
              <a:t> the percentage of an amount?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520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percentages of amounts </a:t>
            </a:r>
            <a:r>
              <a:rPr lang="en-AU" sz="2400" dirty="0" smtClean="0"/>
              <a:t>with a calculator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Percentage </a:t>
            </a:r>
            <a:r>
              <a:rPr lang="en-AU" dirty="0" smtClean="0">
                <a:sym typeface="Symbol"/>
              </a:rPr>
              <a:t> Decimal  - divide by 100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84863" y="3212976"/>
            <a:ext cx="23538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calculate the percentage of an amount?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00072" y="3212852"/>
            <a:ext cx="3496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Write the percentage as a decimal. </a:t>
            </a:r>
          </a:p>
          <a:p>
            <a:r>
              <a:rPr lang="en-AU" dirty="0" smtClean="0"/>
              <a:t>The multiply this by the amount.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34417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percentages of amounts </a:t>
            </a:r>
            <a:r>
              <a:rPr lang="en-AU" sz="2400" dirty="0" smtClean="0"/>
              <a:t>with a calculator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Percentage </a:t>
            </a:r>
            <a:r>
              <a:rPr lang="en-AU" dirty="0" smtClean="0">
                <a:sym typeface="Symbol"/>
              </a:rPr>
              <a:t> Decimal  - divide by 100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84863" y="3212976"/>
            <a:ext cx="23538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calculate the percentage of an amount?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00072" y="3212852"/>
            <a:ext cx="3496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Write the percentage as a decimal. </a:t>
            </a:r>
          </a:p>
          <a:p>
            <a:r>
              <a:rPr lang="en-AU" dirty="0" smtClean="0"/>
              <a:t>The multiply this by the amount.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33997" y="4134689"/>
                <a:ext cx="2351093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AU" dirty="0" smtClean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Find 32% of 762</a:t>
                </a:r>
              </a:p>
              <a:p>
                <a:endParaRPr lang="en-AU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32% = 0.32 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0.32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×762=243.84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997" y="4134689"/>
                <a:ext cx="2351093" cy="2031325"/>
              </a:xfrm>
              <a:prstGeom prst="rect">
                <a:avLst/>
              </a:prstGeom>
              <a:blipFill rotWithShape="1">
                <a:blip r:embed="rId2"/>
                <a:stretch>
                  <a:fillRect l="-23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246379" y="4288450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8393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percentages of amounts </a:t>
            </a:r>
            <a:r>
              <a:rPr lang="en-AU" sz="2400" dirty="0" smtClean="0"/>
              <a:t>with a calculator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Percentage </a:t>
            </a:r>
            <a:r>
              <a:rPr lang="en-AU" dirty="0" smtClean="0">
                <a:sym typeface="Symbol"/>
              </a:rPr>
              <a:t> Decimal  - divide by 100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84863" y="3212976"/>
            <a:ext cx="23538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calculate the percentage of an amount?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64547" y="3226951"/>
            <a:ext cx="3496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Write the percentage as a decimal. </a:t>
            </a:r>
          </a:p>
          <a:p>
            <a:r>
              <a:rPr lang="en-AU" dirty="0" smtClean="0"/>
              <a:t>The multiply this by the amount.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33997" y="4134689"/>
                <a:ext cx="2351093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AU" dirty="0" smtClean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Find 32% of 762</a:t>
                </a:r>
              </a:p>
              <a:p>
                <a:endParaRPr lang="en-AU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32% = 0.32 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0.32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×762=243.84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997" y="4134689"/>
                <a:ext cx="2351093" cy="2031325"/>
              </a:xfrm>
              <a:prstGeom prst="rect">
                <a:avLst/>
              </a:prstGeom>
              <a:blipFill rotWithShape="1">
                <a:blip r:embed="rId2"/>
                <a:stretch>
                  <a:fillRect l="-23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246379" y="4288450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5564289" y="5399732"/>
                <a:ext cx="2693366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o</a:t>
                </a:r>
                <a:r>
                  <a:rPr lang="en-AU" dirty="0" smtClean="0"/>
                  <a:t>r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32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762=243.84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4289" y="5399732"/>
                <a:ext cx="2693366" cy="485774"/>
              </a:xfrm>
              <a:prstGeom prst="rect">
                <a:avLst/>
              </a:prstGeom>
              <a:blipFill rotWithShape="1">
                <a:blip r:embed="rId3"/>
                <a:stretch>
                  <a:fillRect l="-2036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006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1309</TotalTime>
  <Words>449</Words>
  <Application>Microsoft Office PowerPoint</Application>
  <PresentationFormat>On-screen Show (4:3)</PresentationFormat>
  <Paragraphs>148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Task - Copy and Complete</vt:lpstr>
      <vt:lpstr>Task - Copy and Complete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82</cp:revision>
  <dcterms:created xsi:type="dcterms:W3CDTF">2014-05-14T02:58:57Z</dcterms:created>
  <dcterms:modified xsi:type="dcterms:W3CDTF">2015-02-16T12:57:04Z</dcterms:modified>
</cp:coreProperties>
</file>