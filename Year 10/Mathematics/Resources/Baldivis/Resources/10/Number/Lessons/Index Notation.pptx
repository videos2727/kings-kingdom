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0" r:id="rId2"/>
    <p:sldId id="304" r:id="rId3"/>
    <p:sldId id="259" r:id="rId4"/>
    <p:sldId id="258" r:id="rId5"/>
    <p:sldId id="305" r:id="rId6"/>
    <p:sldId id="303" r:id="rId7"/>
    <p:sldId id="306" r:id="rId8"/>
    <p:sldId id="307" r:id="rId9"/>
    <p:sldId id="308" r:id="rId10"/>
    <p:sldId id="309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10" r:id="rId25"/>
    <p:sldId id="324" r:id="rId26"/>
    <p:sldId id="325" r:id="rId27"/>
    <p:sldId id="326" r:id="rId28"/>
    <p:sldId id="327" r:id="rId29"/>
    <p:sldId id="328" r:id="rId30"/>
    <p:sldId id="292" r:id="rId31"/>
    <p:sldId id="291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1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 – Show me boards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?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Evaluate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Find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</m:t>
                        </m:r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Write in expanded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Simplify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×2×2×2×2×2×2×2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Simplify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Simplify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÷</m:t>
                    </m:r>
                    <m:sSup>
                      <m:sSupPr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2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1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531997"/>
                <a:ext cx="4270593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531997"/>
                <a:ext cx="4270593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452410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067944" y="2267744"/>
            <a:ext cx="0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173869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05064" y="1989203"/>
            <a:ext cx="26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603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76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307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4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56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3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72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32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41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3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95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2×2×2                 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65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2×2×2                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1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2×2×2                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                        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49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2×2×2                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                        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2                                =2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50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2×2×2                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                        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2                                =2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840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2×2×2                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                        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2                                =2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67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×2×2×2×2=32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r>
                  <a:rPr lang="en-AU" dirty="0" smtClean="0"/>
                  <a:t> 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2×2×2                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                        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2                                =2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27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045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</a:rPr>
                        <m:t>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12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01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</a:rPr>
                        <m:t>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12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423655" y="5633665"/>
                <a:ext cx="43749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=1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15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655" y="5633665"/>
                <a:ext cx="4374980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7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0603" y="4127398"/>
            <a:ext cx="2713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if the index is negative?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30602" y="206084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176807" y="2161847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</a:rPr>
                        <m:t>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12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807" y="2161847"/>
                <a:ext cx="4540795" cy="461665"/>
              </a:xfrm>
              <a:prstGeom prst="rect">
                <a:avLst/>
              </a:prstGeom>
              <a:blipFill rotWithShape="1"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282241" y="2827952"/>
                <a:ext cx="43749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=1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15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241" y="2827952"/>
                <a:ext cx="4374980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266966" y="4150882"/>
                <a:ext cx="5643533" cy="786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/>
                        </a:rPr>
                        <m:t>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−3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966" y="4150882"/>
                <a:ext cx="5643533" cy="7862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66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20813"/>
            <a:ext cx="732472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36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20813"/>
            <a:ext cx="732472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381500"/>
            <a:ext cx="401002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3568" y="3806180"/>
            <a:ext cx="972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285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1719</Words>
  <Application>Microsoft Office PowerPoint</Application>
  <PresentationFormat>On-screen Show (4:3)</PresentationFormat>
  <Paragraphs>314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My Number Interactive Notebook</vt:lpstr>
      <vt:lpstr>Create your own front page</vt:lpstr>
      <vt:lpstr>PowerPoint Presentation</vt:lpstr>
      <vt:lpstr>PowerPoint Presentation</vt:lpstr>
      <vt:lpstr>Task One – Show me boards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Task – Write in expanded form and find the value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63</cp:revision>
  <dcterms:created xsi:type="dcterms:W3CDTF">2014-05-14T02:58:57Z</dcterms:created>
  <dcterms:modified xsi:type="dcterms:W3CDTF">2015-02-05T11:46:16Z</dcterms:modified>
</cp:coreProperties>
</file>