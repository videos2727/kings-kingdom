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59" r:id="rId3"/>
    <p:sldId id="258" r:id="rId4"/>
    <p:sldId id="303" r:id="rId5"/>
    <p:sldId id="320" r:id="rId6"/>
    <p:sldId id="321" r:id="rId7"/>
    <p:sldId id="323" r:id="rId8"/>
    <p:sldId id="322" r:id="rId9"/>
    <p:sldId id="306" r:id="rId10"/>
    <p:sldId id="324" r:id="rId11"/>
    <p:sldId id="325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2664" y="-9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22/02/2015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=""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22/02/2015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>
        <mc:Choice xmlns=""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=""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=""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 cstate="print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=""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=""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20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Compound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Compound Interest different from Simple Interest?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23528" y="2204864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formula used to calculate Compound Interest?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87824" y="2060848"/>
            <a:ext cx="5549900" cy="2349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20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Compound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Compound Interest different from Simple Interest?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23528" y="2204864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formula used to calculate Compound Interest?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87824" y="2060848"/>
            <a:ext cx="5549900" cy="234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31840" y="4797152"/>
            <a:ext cx="2376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75856" y="5301208"/>
            <a:ext cx="3556000" cy="9779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81780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20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Compound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Compound Interest different from Simple Interest?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2060848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formula used to calculate Compound Interest?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55776" y="1988840"/>
            <a:ext cx="5904656" cy="2962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6849" y="2276872"/>
            <a:ext cx="6626820" cy="1370292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2411760" y="3717032"/>
            <a:ext cx="6732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339752" y="5157192"/>
            <a:ext cx="68042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59314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20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Compound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Compound Interest different from Simple Interest?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2060848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formula used to calculate Compound Interest?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55776" y="1988840"/>
            <a:ext cx="5904656" cy="2962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6849" y="2276872"/>
            <a:ext cx="6626820" cy="137029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02496" y="3717032"/>
            <a:ext cx="6624736" cy="1452482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2411760" y="3717032"/>
            <a:ext cx="6732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339752" y="5157192"/>
            <a:ext cx="68042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="" xmlns:p14="http://schemas.microsoft.com/office/powerpoint/2010/main" val="143251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67744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02007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Compound Interest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Compound Interest different from Simple Interest?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07504" y="2060848"/>
            <a:ext cx="22322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formula used to calculate Compound Interest?</a:t>
            </a: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55776" y="1988840"/>
            <a:ext cx="5904656" cy="2962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16849" y="2276872"/>
            <a:ext cx="6626820" cy="137029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502496" y="3717032"/>
            <a:ext cx="6624736" cy="1452482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2411760" y="3717032"/>
            <a:ext cx="67322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339752" y="5157192"/>
            <a:ext cx="68042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411760" y="5345832"/>
            <a:ext cx="6503552" cy="151216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432512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0" y="1143000"/>
            <a:ext cx="7620000" cy="45593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Task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35696" y="692695"/>
            <a:ext cx="5760640" cy="6000269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-171400"/>
            <a:ext cx="8229600" cy="1143000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7624" y="836712"/>
            <a:ext cx="396240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3645024"/>
            <a:ext cx="4048125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="" xmlns:p14="http://schemas.microsoft.com/office/powerpoint/2010/main" val="2160343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=""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1339</TotalTime>
  <Words>215</Words>
  <Application>Microsoft Office PowerPoint</Application>
  <PresentationFormat>On-screen Show (4:3)</PresentationFormat>
  <Paragraphs>86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My Number Interactive Notebook</vt:lpstr>
      <vt:lpstr>Slide 2</vt:lpstr>
      <vt:lpstr>Slide 3</vt:lpstr>
      <vt:lpstr>Slide 4</vt:lpstr>
      <vt:lpstr>Slide 5</vt:lpstr>
      <vt:lpstr>Slide 6</vt:lpstr>
      <vt:lpstr>Slide 7</vt:lpstr>
      <vt:lpstr>Slide 8</vt:lpstr>
      <vt:lpstr>Task</vt:lpstr>
      <vt:lpstr>Task</vt:lpstr>
      <vt:lpstr>Answers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Clem</cp:lastModifiedBy>
  <cp:revision>93</cp:revision>
  <dcterms:created xsi:type="dcterms:W3CDTF">2014-05-14T02:58:57Z</dcterms:created>
  <dcterms:modified xsi:type="dcterms:W3CDTF">2015-02-22T04:37:25Z</dcterms:modified>
</cp:coreProperties>
</file>