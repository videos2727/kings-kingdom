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59" r:id="rId3"/>
    <p:sldId id="258" r:id="rId4"/>
    <p:sldId id="303" r:id="rId5"/>
    <p:sldId id="320" r:id="rId6"/>
    <p:sldId id="321" r:id="rId7"/>
    <p:sldId id="322" r:id="rId8"/>
    <p:sldId id="306" r:id="rId9"/>
    <p:sldId id="323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4" autoAdjust="0"/>
    <p:restoredTop sz="89165" autoAdjust="0"/>
  </p:normalViewPr>
  <p:slideViewPr>
    <p:cSldViewPr>
      <p:cViewPr>
        <p:scale>
          <a:sx n="75" d="100"/>
          <a:sy n="75" d="100"/>
        </p:scale>
        <p:origin x="-2664" y="-9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20/02/2015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xmlns="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20/02/2015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20/02/2015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20/02/2015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20/02/2015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20/02/2015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20/02/2015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20/02/2015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20/02/2015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20/02/2015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20/02/2015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20/02/2015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20/02/2015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xmlns="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26774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74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Simple Interest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is Simple Interest calculated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2060848"/>
            <a:ext cx="5400600" cy="1065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4" y="3212976"/>
            <a:ext cx="5977624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19573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74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Simple Interest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is Simple Interest calculated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792" y="2060848"/>
            <a:ext cx="5400600" cy="1065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4" y="3212976"/>
            <a:ext cx="5977624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67744" y="4077072"/>
            <a:ext cx="67056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314575" y="4797152"/>
            <a:ext cx="6829425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19573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74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Simple Interest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is Simple Interest calculated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1988840"/>
            <a:ext cx="67056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39752" y="2348880"/>
            <a:ext cx="819150" cy="18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19325" y="2636912"/>
            <a:ext cx="692467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7" name="Straight Connector 16"/>
          <p:cNvCxnSpPr/>
          <p:nvPr/>
        </p:nvCxnSpPr>
        <p:spPr>
          <a:xfrm>
            <a:off x="2195736" y="4077072"/>
            <a:ext cx="69482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195736" y="1916832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74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Simple Interest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</a:t>
            </a:r>
            <a:r>
              <a:rPr lang="en-AU" sz="2400" dirty="0" smtClean="0"/>
              <a:t>is Simple Interest calculated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1988840"/>
            <a:ext cx="67056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39752" y="2348880"/>
            <a:ext cx="819150" cy="18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19325" y="2636912"/>
            <a:ext cx="692467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7" name="Straight Connector 16"/>
          <p:cNvCxnSpPr/>
          <p:nvPr/>
        </p:nvCxnSpPr>
        <p:spPr>
          <a:xfrm>
            <a:off x="2195736" y="4077072"/>
            <a:ext cx="69482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483768" y="4149080"/>
            <a:ext cx="5362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340768"/>
            <a:ext cx="7172325" cy="328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340768"/>
            <a:ext cx="7172325" cy="328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27784" y="5517232"/>
            <a:ext cx="3733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627784" y="4869160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Answers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xmlns="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1352</TotalTime>
  <Words>134</Words>
  <Application>Microsoft Office PowerPoint</Application>
  <PresentationFormat>On-screen Show (4:3)</PresentationFormat>
  <Paragraphs>73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My Number Interactive Notebook</vt:lpstr>
      <vt:lpstr>Slide 2</vt:lpstr>
      <vt:lpstr>Slide 3</vt:lpstr>
      <vt:lpstr>Slide 4</vt:lpstr>
      <vt:lpstr>Slide 5</vt:lpstr>
      <vt:lpstr>Slide 6</vt:lpstr>
      <vt:lpstr>Slide 7</vt:lpstr>
      <vt:lpstr>Task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84</cp:revision>
  <dcterms:created xsi:type="dcterms:W3CDTF">2014-05-14T02:58:57Z</dcterms:created>
  <dcterms:modified xsi:type="dcterms:W3CDTF">2015-02-20T12:49:28Z</dcterms:modified>
</cp:coreProperties>
</file>