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0" r:id="rId2"/>
    <p:sldId id="304" r:id="rId3"/>
    <p:sldId id="259" r:id="rId4"/>
    <p:sldId id="258" r:id="rId5"/>
    <p:sldId id="333" r:id="rId6"/>
    <p:sldId id="303" r:id="rId7"/>
    <p:sldId id="331" r:id="rId8"/>
    <p:sldId id="329" r:id="rId9"/>
    <p:sldId id="334" r:id="rId10"/>
    <p:sldId id="337" r:id="rId11"/>
    <p:sldId id="335" r:id="rId12"/>
    <p:sldId id="336" r:id="rId13"/>
    <p:sldId id="338" r:id="rId14"/>
    <p:sldId id="330" r:id="rId15"/>
    <p:sldId id="332" r:id="rId16"/>
    <p:sldId id="339" r:id="rId17"/>
    <p:sldId id="340" r:id="rId18"/>
    <p:sldId id="292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8/02/2015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1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5423" y="101961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fractional indices related to roots?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4347" y="2060848"/>
            <a:ext cx="2241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nth root?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15816" y="1952546"/>
                <a:ext cx="6107535" cy="1778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Finding the root of a number is the inverse operation to finding the power. </a:t>
                </a: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/>
                  <a:t>surd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dirty="0" smtClean="0"/>
                  <a:t> symbol is used to show roots. </a:t>
                </a:r>
              </a:p>
              <a:p>
                <a:r>
                  <a:rPr lang="en-AU" dirty="0" smtClean="0"/>
                  <a:t>The n</a:t>
                </a:r>
                <a:r>
                  <a:rPr lang="en-AU" baseline="30000" dirty="0"/>
                  <a:t>th</a:t>
                </a:r>
                <a:r>
                  <a:rPr lang="en-AU" dirty="0" smtClean="0"/>
                  <a:t> root of a number is shown by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52546"/>
                <a:ext cx="6107535" cy="1778051"/>
              </a:xfrm>
              <a:prstGeom prst="rect">
                <a:avLst/>
              </a:prstGeom>
              <a:blipFill rotWithShape="1">
                <a:blip r:embed="rId2"/>
                <a:stretch>
                  <a:fillRect l="-798" t="-1712" r="-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619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1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5423" y="101961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fractional indices related to roots?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4347" y="2060848"/>
            <a:ext cx="2241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nth root?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Finding the root of a number is the inverse operation to finding the power. </a:t>
                </a: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/>
                  <a:t>surd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dirty="0" smtClean="0"/>
                  <a:t> symbol is used to show roots. </a:t>
                </a:r>
              </a:p>
              <a:p>
                <a:r>
                  <a:rPr lang="en-AU" dirty="0" smtClean="0"/>
                  <a:t>The n</a:t>
                </a:r>
                <a:r>
                  <a:rPr lang="en-AU" baseline="30000" dirty="0"/>
                  <a:t>th</a:t>
                </a:r>
                <a:r>
                  <a:rPr lang="en-AU" dirty="0" smtClean="0"/>
                  <a:t> root of a number is shown by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e.g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625</m:t>
                        </m:r>
                      </m:e>
                    </m:rad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=5 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𝑠𝑖𝑛𝑐𝑒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=625</m:t>
                    </m:r>
                  </m:oMath>
                </a14:m>
                <a:endParaRPr lang="en-AU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blipFill rotWithShape="1">
                <a:blip r:embed="rId2"/>
                <a:stretch>
                  <a:fillRect l="-798" t="-1462" r="-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do I find on a calculator?</a:t>
            </a:r>
            <a:endParaRPr lang="en-A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0" t="27951" r="41630" b="36111"/>
          <a:stretch/>
        </p:blipFill>
        <p:spPr bwMode="auto">
          <a:xfrm>
            <a:off x="467544" y="1412776"/>
            <a:ext cx="4706094" cy="3761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3347864" y="3645024"/>
            <a:ext cx="2448272" cy="122413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3347864" y="3140968"/>
            <a:ext cx="3528392" cy="15242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96136" y="4765794"/>
            <a:ext cx="1466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button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6903392" y="2956302"/>
            <a:ext cx="1367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Root button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94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1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5423" y="101961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fractional indices related to roots?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4347" y="2060848"/>
            <a:ext cx="2241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nth root?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Finding the root of a number is the inverse operation to finding the power. </a:t>
                </a: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/>
                  <a:t>surd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dirty="0" smtClean="0"/>
                  <a:t> symbol is used to show roots. </a:t>
                </a:r>
              </a:p>
              <a:p>
                <a:r>
                  <a:rPr lang="en-AU" dirty="0" smtClean="0"/>
                  <a:t>The n</a:t>
                </a:r>
                <a:r>
                  <a:rPr lang="en-AU" baseline="30000" dirty="0"/>
                  <a:t>th</a:t>
                </a:r>
                <a:r>
                  <a:rPr lang="en-AU" dirty="0" smtClean="0"/>
                  <a:t> root of a number is shown by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e.g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625</m:t>
                        </m:r>
                      </m:e>
                    </m:rad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=5 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𝑠𝑖𝑛𝑐𝑒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=625</m:t>
                    </m:r>
                  </m:oMath>
                </a14:m>
                <a:endParaRPr lang="en-AU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blipFill rotWithShape="1">
                <a:blip r:embed="rId2"/>
                <a:stretch>
                  <a:fillRect l="-798" t="-1462" r="-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5423" y="4036450"/>
            <a:ext cx="265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the square root written in index notation?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31840" y="4036450"/>
                <a:ext cx="1084208" cy="43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036450"/>
                <a:ext cx="1084208" cy="4377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552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1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5423" y="101961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fractional indices related to roots?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4347" y="2060848"/>
            <a:ext cx="2241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nth root?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Finding the root of a number is the inverse operation to finding the power. </a:t>
                </a: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/>
                  <a:t>surd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dirty="0" smtClean="0"/>
                  <a:t> symbol is used to show roots. </a:t>
                </a:r>
              </a:p>
              <a:p>
                <a:r>
                  <a:rPr lang="en-AU" dirty="0" smtClean="0"/>
                  <a:t>The n</a:t>
                </a:r>
                <a:r>
                  <a:rPr lang="en-AU" baseline="30000" dirty="0"/>
                  <a:t>th</a:t>
                </a:r>
                <a:r>
                  <a:rPr lang="en-AU" dirty="0" smtClean="0"/>
                  <a:t> root of a number is shown by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e.g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625</m:t>
                        </m:r>
                      </m:e>
                    </m:rad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=5 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𝑠𝑖𝑛𝑐𝑒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=625</m:t>
                    </m:r>
                  </m:oMath>
                </a14:m>
                <a:endParaRPr lang="en-AU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blipFill rotWithShape="1">
                <a:blip r:embed="rId2"/>
                <a:stretch>
                  <a:fillRect l="-798" t="-1462" r="-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5423" y="4036450"/>
            <a:ext cx="265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the square root written in index notation?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31840" y="4036450"/>
                <a:ext cx="1192249" cy="43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036450"/>
                <a:ext cx="1192249" cy="4377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514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1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5423" y="101961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fractional indices related to roots?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4347" y="2060848"/>
            <a:ext cx="2241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nth root?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Finding the root of a number is the inverse operation to finding the power. </a:t>
                </a: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/>
                  <a:t>surd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dirty="0" smtClean="0"/>
                  <a:t> symbol is used to show roots. </a:t>
                </a:r>
              </a:p>
              <a:p>
                <a:r>
                  <a:rPr lang="en-AU" dirty="0" smtClean="0"/>
                  <a:t>The n</a:t>
                </a:r>
                <a:r>
                  <a:rPr lang="en-AU" baseline="30000" dirty="0"/>
                  <a:t>th</a:t>
                </a:r>
                <a:r>
                  <a:rPr lang="en-AU" dirty="0" smtClean="0"/>
                  <a:t> root of a number is shown by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e.g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625</m:t>
                        </m:r>
                      </m:e>
                    </m:rad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=5 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𝑠𝑖𝑛𝑐𝑒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=625</m:t>
                    </m:r>
                  </m:oMath>
                </a14:m>
                <a:endParaRPr lang="en-AU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blipFill rotWithShape="1">
                <a:blip r:embed="rId2"/>
                <a:stretch>
                  <a:fillRect l="-798" t="-1462" r="-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5423" y="4036450"/>
            <a:ext cx="265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the square root written in index notation?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07232" y="4036450"/>
                <a:ext cx="4331314" cy="9917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                      </m:t>
                          </m:r>
                          <m:d>
                            <m:d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∎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endParaRPr lang="en-AU" b="0" dirty="0" smtClean="0"/>
              </a:p>
              <a:p>
                <a:pPr/>
                <a:endParaRPr lang="en-AU" b="0" dirty="0" smtClean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232" y="4036450"/>
                <a:ext cx="4331314" cy="99174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921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1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5423" y="101961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fractional indices related to roots?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4347" y="2060848"/>
            <a:ext cx="2241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nth root?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Finding the root of a number is the inverse operation to finding the power. </a:t>
                </a: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/>
                  <a:t>surd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dirty="0" smtClean="0"/>
                  <a:t> symbol is used to show roots. </a:t>
                </a:r>
              </a:p>
              <a:p>
                <a:r>
                  <a:rPr lang="en-AU" dirty="0" smtClean="0"/>
                  <a:t>The n</a:t>
                </a:r>
                <a:r>
                  <a:rPr lang="en-AU" baseline="30000" dirty="0"/>
                  <a:t>th</a:t>
                </a:r>
                <a:r>
                  <a:rPr lang="en-AU" dirty="0" smtClean="0"/>
                  <a:t> root of a number is shown by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e.g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625</m:t>
                        </m:r>
                      </m:e>
                    </m:rad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=5 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𝑠𝑖𝑛𝑐𝑒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=625</m:t>
                    </m:r>
                  </m:oMath>
                </a14:m>
                <a:endParaRPr lang="en-AU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blipFill rotWithShape="1">
                <a:blip r:embed="rId2"/>
                <a:stretch>
                  <a:fillRect l="-798" t="-1462" r="-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5423" y="4036450"/>
            <a:ext cx="265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the square root written in index notation?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31840" y="4036450"/>
                <a:ext cx="5124031" cy="13288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                      </m:t>
                          </m:r>
                          <m:d>
                            <m:d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∎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                  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∎=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∴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b="0" dirty="0" smtClean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036450"/>
                <a:ext cx="5124031" cy="13288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142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1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5423" y="101961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fractional indices related to roots?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4347" y="2060848"/>
            <a:ext cx="2241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nth root?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Finding the root of a number is the inverse operation to finding the power. </a:t>
                </a: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/>
                  <a:t>surd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dirty="0" smtClean="0"/>
                  <a:t> symbol is used to show roots. </a:t>
                </a:r>
              </a:p>
              <a:p>
                <a:r>
                  <a:rPr lang="en-AU" dirty="0" smtClean="0"/>
                  <a:t>The n</a:t>
                </a:r>
                <a:r>
                  <a:rPr lang="en-AU" baseline="30000" dirty="0"/>
                  <a:t>th</a:t>
                </a:r>
                <a:r>
                  <a:rPr lang="en-AU" dirty="0" smtClean="0"/>
                  <a:t> root of a number is shown by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e.g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625</m:t>
                        </m:r>
                      </m:e>
                    </m:rad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=5 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𝑠𝑖𝑛𝑐𝑒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=625</m:t>
                    </m:r>
                  </m:oMath>
                </a14:m>
                <a:endParaRPr lang="en-AU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blipFill rotWithShape="1">
                <a:blip r:embed="rId2"/>
                <a:stretch>
                  <a:fillRect l="-798" t="-1462" r="-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5423" y="4036450"/>
            <a:ext cx="265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the square root written in index notation?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31840" y="4036450"/>
                <a:ext cx="5124031" cy="1290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                      </m:t>
                          </m:r>
                          <m:d>
                            <m:d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∎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                  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∎=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endParaRPr lang="en-AU" b="0" dirty="0" smtClean="0"/>
              </a:p>
              <a:p>
                <a:pPr/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∴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AU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AU" b="0" dirty="0" smtClean="0"/>
                  <a:t>                   </a:t>
                </a:r>
                <a:r>
                  <a:rPr lang="en-AU" b="0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e.g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25</m:t>
                        </m:r>
                      </m:e>
                      <m:sup>
                        <m:f>
                          <m:fPr>
                            <m:ctrlPr>
                              <a:rPr lang="en-AU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AU" b="0" i="0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=5</m:t>
                    </m:r>
                  </m:oMath>
                </a14:m>
                <a:endParaRPr lang="en-AU" b="0" dirty="0" smtClean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036450"/>
                <a:ext cx="5124031" cy="1290610"/>
              </a:xfrm>
              <a:prstGeom prst="rect">
                <a:avLst/>
              </a:prstGeom>
              <a:blipFill rotWithShape="1">
                <a:blip r:embed="rId3"/>
                <a:stretch>
                  <a:fillRect b="-4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91611" y="5375890"/>
            <a:ext cx="265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the n</a:t>
            </a:r>
            <a:r>
              <a:rPr lang="en-AU" baseline="30000" dirty="0" smtClean="0"/>
              <a:t>th</a:t>
            </a:r>
            <a:r>
              <a:rPr lang="en-AU" dirty="0" smtClean="0"/>
              <a:t> root written in index notation?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3146866" y="5520688"/>
                <a:ext cx="1425134" cy="6293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sz="240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deg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400" i="1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i="1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i="1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866" y="5520688"/>
                <a:ext cx="1425134" cy="62933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5102521" y="5550195"/>
                <a:ext cx="2439194" cy="4703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e.g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625</m:t>
                        </m:r>
                      </m:e>
                      <m:sup>
                        <m:f>
                          <m:fPr>
                            <m:ctrlPr>
                              <a:rPr lang="en-AU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ctrlPr>
                          <a:rPr lang="en-AU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625</m:t>
                        </m:r>
                      </m:e>
                    </m:rad>
                    <m:r>
                      <a:rPr lang="en-AU" i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=5 </m:t>
                    </m:r>
                  </m:oMath>
                </a14:m>
                <a:endParaRPr lang="en-AU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521" y="5550195"/>
                <a:ext cx="2439194" cy="470385"/>
              </a:xfrm>
              <a:prstGeom prst="rect">
                <a:avLst/>
              </a:prstGeom>
              <a:blipFill rotWithShape="1">
                <a:blip r:embed="rId5"/>
                <a:stretch>
                  <a:fillRect l="-2000" b="-192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00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1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5423" y="101961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fractional indices related to roots?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4347" y="2060848"/>
            <a:ext cx="2241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nth root?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Finding the root of a number is the inverse operation to finding the power. </a:t>
                </a: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/>
                  <a:t>surd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dirty="0" smtClean="0"/>
                  <a:t> symbol is used to show roots. </a:t>
                </a:r>
              </a:p>
              <a:p>
                <a:r>
                  <a:rPr lang="en-AU" dirty="0" smtClean="0"/>
                  <a:t>The n</a:t>
                </a:r>
                <a:r>
                  <a:rPr lang="en-AU" baseline="30000" dirty="0"/>
                  <a:t>th</a:t>
                </a:r>
                <a:r>
                  <a:rPr lang="en-AU" dirty="0" smtClean="0"/>
                  <a:t> root of a number is shown by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e.g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625</m:t>
                        </m:r>
                      </m:e>
                    </m:rad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=5 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𝑠𝑖𝑛𝑐𝑒</m:t>
                    </m:r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=625</m:t>
                    </m:r>
                  </m:oMath>
                </a14:m>
                <a:endParaRPr lang="en-AU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52546"/>
                <a:ext cx="6107535" cy="2083904"/>
              </a:xfrm>
              <a:prstGeom prst="rect">
                <a:avLst/>
              </a:prstGeom>
              <a:blipFill rotWithShape="1">
                <a:blip r:embed="rId2"/>
                <a:stretch>
                  <a:fillRect l="-798" t="-1462" r="-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5423" y="4036450"/>
            <a:ext cx="265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the square root written in index notation?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31840" y="4036450"/>
                <a:ext cx="5124031" cy="1290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                      </m:t>
                          </m:r>
                          <m:d>
                            <m:d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∎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                  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∎=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endParaRPr lang="en-AU" b="0" dirty="0" smtClean="0"/>
              </a:p>
              <a:p>
                <a:pPr/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∴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AU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AU" b="0" dirty="0" smtClean="0"/>
                  <a:t>                   </a:t>
                </a:r>
                <a:r>
                  <a:rPr lang="en-AU" b="0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e.g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25</m:t>
                        </m:r>
                      </m:e>
                      <m:sup>
                        <m:f>
                          <m:fPr>
                            <m:ctrlPr>
                              <a:rPr lang="en-AU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AU" b="0" i="0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=5</m:t>
                    </m:r>
                  </m:oMath>
                </a14:m>
                <a:endParaRPr lang="en-AU" b="0" dirty="0" smtClean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036450"/>
                <a:ext cx="5124031" cy="1290610"/>
              </a:xfrm>
              <a:prstGeom prst="rect">
                <a:avLst/>
              </a:prstGeom>
              <a:blipFill rotWithShape="1">
                <a:blip r:embed="rId3"/>
                <a:stretch>
                  <a:fillRect b="-4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91611" y="5375890"/>
            <a:ext cx="265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the n</a:t>
            </a:r>
            <a:r>
              <a:rPr lang="en-AU" baseline="30000" dirty="0" smtClean="0"/>
              <a:t>th</a:t>
            </a:r>
            <a:r>
              <a:rPr lang="en-AU" dirty="0" smtClean="0"/>
              <a:t> root written in index notation?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708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7" y="116632"/>
            <a:ext cx="7924800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43" y="2831257"/>
            <a:ext cx="698182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7" y="4149080"/>
            <a:ext cx="825817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363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41128"/>
            <a:ext cx="4543425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00" y="3717032"/>
            <a:ext cx="5010150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832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5925"/>
            <a:ext cx="9477375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142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00175"/>
            <a:ext cx="4667250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157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1486</TotalTime>
  <Words>1000</Words>
  <Application>Microsoft Office PowerPoint</Application>
  <PresentationFormat>On-screen Show (4:3)</PresentationFormat>
  <Paragraphs>181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My Number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How do I find on a calculator?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Answers</vt:lpstr>
      <vt:lpstr>PowerPoint Presentation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67</cp:revision>
  <dcterms:created xsi:type="dcterms:W3CDTF">2014-05-14T02:58:57Z</dcterms:created>
  <dcterms:modified xsi:type="dcterms:W3CDTF">2015-02-08T13:15:52Z</dcterms:modified>
</cp:coreProperties>
</file>