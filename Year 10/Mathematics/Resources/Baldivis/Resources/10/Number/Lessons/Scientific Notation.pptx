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0" r:id="rId2"/>
    <p:sldId id="259" r:id="rId3"/>
    <p:sldId id="258" r:id="rId4"/>
    <p:sldId id="303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4" r:id="rId13"/>
    <p:sldId id="316" r:id="rId14"/>
    <p:sldId id="315" r:id="rId15"/>
    <p:sldId id="317" r:id="rId16"/>
    <p:sldId id="312" r:id="rId17"/>
    <p:sldId id="313" r:id="rId18"/>
    <p:sldId id="292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7691" autoAdjust="0"/>
  </p:normalViewPr>
  <p:slideViewPr>
    <p:cSldViewPr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11/02/2015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11/02/2015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written as a number between 1 and 10 multiplied by a power of 10. 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29302" y="1929066"/>
            <a:ext cx="60339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written as a number between 1 and 10 multiplied by a power of 10. 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Write 2 778 000 in scientific notation.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6179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0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60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46442" y="4581202"/>
            <a:ext cx="37703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Write </a:t>
            </a:r>
            <a:r>
              <a:rPr lang="en-AU" dirty="0" smtClean="0"/>
              <a:t>0.0000073 </a:t>
            </a:r>
            <a:r>
              <a:rPr lang="en-AU" dirty="0"/>
              <a:t>in scientific notation.</a:t>
            </a:r>
          </a:p>
        </p:txBody>
      </p:sp>
    </p:spTree>
    <p:extLst>
      <p:ext uri="{BB962C8B-B14F-4D97-AF65-F5344CB8AC3E}">
        <p14:creationId xmlns:p14="http://schemas.microsoft.com/office/powerpoint/2010/main" val="298872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65213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1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86104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0" y="3676382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46442" y="458120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42" y="458120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26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89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26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069685" y="4293096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41945" y="4108430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1187" t="-3311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32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26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069685" y="4293096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41945" y="4108430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261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26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069685" y="4293096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41945" y="4108430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04750" y="5637658"/>
                <a:ext cx="41047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5637658"/>
                <a:ext cx="4104778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337" t="-4717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1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8602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large and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5911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scientific notation or standard form?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endParaRPr lang="en-AU" dirty="0" smtClean="0"/>
              </a:p>
              <a:p>
                <a:r>
                  <a:rPr lang="en-AU" dirty="0" smtClean="0"/>
                  <a:t>Write 2 778 000 in scientific notation.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2.778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910" t="-14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4211960" y="3356992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55480" y="3172326"/>
            <a:ext cx="3833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of digits past the first digit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442" y="3700130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26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069685" y="4293096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441945" y="4108430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</a:rPr>
                      <m:t>.31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4  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4 spaces right.</a:t>
                </a:r>
              </a:p>
              <a:p>
                <a:r>
                  <a:rPr lang="en-AU" dirty="0" smtClean="0"/>
                  <a:t>= 23 100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034" y="4679558"/>
                <a:ext cx="4111190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187" t="-2538" r="-5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04750" y="5637658"/>
                <a:ext cx="410477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 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5637658"/>
                <a:ext cx="4104778" cy="1200329"/>
              </a:xfrm>
              <a:prstGeom prst="rect">
                <a:avLst/>
              </a:prstGeom>
              <a:blipFill rotWithShape="1">
                <a:blip r:embed="rId5"/>
                <a:stretch>
                  <a:fillRect l="-1337" t="-2538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90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952" y="548680"/>
            <a:ext cx="9220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68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04" y="389637"/>
            <a:ext cx="9220200" cy="279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60" y="3212976"/>
            <a:ext cx="6120680" cy="3133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16124" y="2881620"/>
            <a:ext cx="972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Answers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882135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1001</Words>
  <Application>Microsoft Office PowerPoint</Application>
  <PresentationFormat>On-screen Show (4:3)</PresentationFormat>
  <Paragraphs>262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69</cp:revision>
  <dcterms:created xsi:type="dcterms:W3CDTF">2014-05-14T02:58:57Z</dcterms:created>
  <dcterms:modified xsi:type="dcterms:W3CDTF">2015-02-11T12:23:25Z</dcterms:modified>
</cp:coreProperties>
</file>