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20" r:id="rId5"/>
    <p:sldId id="303" r:id="rId6"/>
    <p:sldId id="315" r:id="rId7"/>
    <p:sldId id="316" r:id="rId8"/>
    <p:sldId id="321" r:id="rId9"/>
    <p:sldId id="324" r:id="rId10"/>
    <p:sldId id="323" r:id="rId11"/>
    <p:sldId id="325" r:id="rId12"/>
    <p:sldId id="328" r:id="rId13"/>
    <p:sldId id="326" r:id="rId14"/>
    <p:sldId id="329" r:id="rId15"/>
    <p:sldId id="327" r:id="rId16"/>
    <p:sldId id="331" r:id="rId17"/>
    <p:sldId id="330" r:id="rId18"/>
    <p:sldId id="332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19/02/2015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tasks/library/loadLesson.asp?title=percentages/INTpercentageChange&amp;taskID=1060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tasks/library/loadLesson.asp?title=percentages/INTpercentageChange&amp;taskID=1060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Task</a:t>
            </a:r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898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204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 increase and decrease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use the decimal multiplier to increase or decrease an amount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Percentge</a:t>
            </a:r>
            <a:r>
              <a:rPr lang="en-AU" dirty="0" smtClean="0"/>
              <a:t>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56286"/>
              </p:ext>
            </p:extLst>
          </p:nvPr>
        </p:nvGraphicFramePr>
        <p:xfrm>
          <a:off x="1549400" y="1556791"/>
          <a:ext cx="6046936" cy="4023360"/>
        </p:xfrm>
        <a:graphic>
          <a:graphicData uri="http://schemas.openxmlformats.org/drawingml/2006/table">
            <a:tbl>
              <a:tblPr/>
              <a:tblGrid>
                <a:gridCol w="3023468"/>
                <a:gridCol w="3023468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Percentage</a:t>
                      </a:r>
                      <a:r>
                        <a:rPr lang="en-AU" sz="1800" baseline="0" dirty="0" smtClean="0"/>
                        <a:t>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Decimal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0.33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0.68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0.83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1.56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0.5%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0.005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 can already do this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402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520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without a calculator?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275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without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% then add to the original value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10%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400=40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400+40=$440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374" t="-2066" r="-3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13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without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% then add to the original value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10%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400=40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400+40=$440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374" t="-2066" r="-3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02995" y="4797152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decrease by a given % without a calculator?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87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without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% then add to the original value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10%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400=40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400+40=$440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399417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1374" t="-2066" r="-3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02995" y="4797152"/>
            <a:ext cx="2632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decrease by a given % without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195720" y="4813498"/>
                <a:ext cx="466659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% then subtract from the original value</a:t>
                </a:r>
              </a:p>
              <a:p>
                <a:endParaRPr lang="en-AU" dirty="0"/>
              </a:p>
              <a:p>
                <a:pPr/>
                <a:r>
                  <a:rPr lang="en-AU" b="0" dirty="0" smtClean="0">
                    <a:solidFill>
                      <a:srgbClr val="00B050"/>
                    </a:solidFill>
                  </a:rPr>
                  <a:t>Decrease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140 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𝑏𝑦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30%.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0%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140=42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140+42=98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720" y="4813498"/>
                <a:ext cx="4666599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1044" t="-2066" r="-2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66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688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82049" y="3179385"/>
            <a:ext cx="40927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% to 100% and write as a decimal. </a:t>
            </a:r>
          </a:p>
          <a:p>
            <a:r>
              <a:rPr lang="en-AU" dirty="0" smtClean="0"/>
              <a:t>Then multiply the amount by this decimal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04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Add % to 100% and write as a decimal. </a:t>
                </a:r>
              </a:p>
              <a:p>
                <a:r>
                  <a:rPr lang="en-AU" dirty="0" smtClean="0"/>
                  <a:t>Then multiply the amount by this decimal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100%+10%=110%=1.1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.1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×400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41" t="-1742" r="-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64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Add % to 100% and write as a decimal. </a:t>
                </a:r>
              </a:p>
              <a:p>
                <a:r>
                  <a:rPr lang="en-AU" dirty="0" smtClean="0"/>
                  <a:t>Then multiply the amount by this decimal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100%+10%=110%=1.1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.1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×400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41" t="-1742" r="-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02995" y="4797152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decrease by a given % with a calculator?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183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Add % to 100% and write as a decimal. </a:t>
                </a:r>
              </a:p>
              <a:p>
                <a:r>
                  <a:rPr lang="en-AU" dirty="0" smtClean="0"/>
                  <a:t>Then multiply the amount by this decimal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100%+10%=110%=1.1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.1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×400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41" t="-1742" r="-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05314" y="4933711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decrease by a given % with a calculator?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082049" y="4933711"/>
            <a:ext cx="4528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Subtract % from 100% and write as a decimal. </a:t>
            </a:r>
          </a:p>
          <a:p>
            <a:r>
              <a:rPr lang="en-AU" dirty="0" smtClean="0"/>
              <a:t>Then multiply the amount by this decimal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710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</a:t>
            </a:r>
            <a:r>
              <a:rPr lang="en-AU" dirty="0" smtClean="0">
                <a:sym typeface="Symbol"/>
              </a:rPr>
              <a:t>100</a:t>
            </a:r>
          </a:p>
          <a:p>
            <a:endParaRPr lang="en-AU" dirty="0">
              <a:sym typeface="Symbol"/>
            </a:endParaRPr>
          </a:p>
          <a:p>
            <a:r>
              <a:rPr lang="en-AU" dirty="0" smtClean="0">
                <a:sym typeface="Symbol"/>
              </a:rPr>
              <a:t>100% = 1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39482" y="3166437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increase by a given % with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Add % to 100% and write as a decimal. </a:t>
                </a:r>
              </a:p>
              <a:p>
                <a:r>
                  <a:rPr lang="en-AU" dirty="0" smtClean="0"/>
                  <a:t>Then multiply the amount by this decimal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𝐼𝑛𝑐𝑟𝑒𝑎𝑠𝑒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$400 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 10%.</m:t>
                      </m:r>
                    </m:oMath>
                  </m:oMathPara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100%+10%=110%=1.1</m:t>
                      </m:r>
                    </m:oMath>
                  </m:oMathPara>
                </a14:m>
                <a:endParaRPr lang="en-AU" b="0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.1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×400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=$440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3179385"/>
                <a:ext cx="4092723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341" t="-1742" r="-4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05314" y="4933711"/>
            <a:ext cx="2632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decrease by a given % with a calculator?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82049" y="4933711"/>
                <a:ext cx="452803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Subtract % from 100% and write as a decimal. </a:t>
                </a:r>
              </a:p>
              <a:p>
                <a:r>
                  <a:rPr lang="en-AU" dirty="0" smtClean="0"/>
                  <a:t>Then multiply the amount by this decimal</a:t>
                </a:r>
              </a:p>
              <a:p>
                <a:r>
                  <a:rPr lang="en-AU" dirty="0">
                    <a:solidFill>
                      <a:srgbClr val="00B050"/>
                    </a:solidFill>
                  </a:rPr>
                  <a:t>Decrease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140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𝑏𝑦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30%.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100%−</m:t>
                      </m:r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3</m:t>
                      </m:r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0%=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70%=0.7</m:t>
                      </m:r>
                    </m:oMath>
                  </m:oMathPara>
                </a14:m>
                <a:endParaRPr lang="en-AU" i="1" dirty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0.7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×140</m:t>
                      </m:r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98</m:t>
                      </m:r>
                    </m:oMath>
                  </m:oMathPara>
                </a14:m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049" y="4933711"/>
                <a:ext cx="4528034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213" t="-1497" r="-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36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Task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239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1084</Words>
  <Application>Microsoft Office PowerPoint</Application>
  <PresentationFormat>On-screen Show (4:3)</PresentationFormat>
  <Paragraphs>265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Number Interactive Notebook</vt:lpstr>
      <vt:lpstr>PowerPoint Presentation</vt:lpstr>
      <vt:lpstr>PowerPoint Presentation</vt:lpstr>
      <vt:lpstr>Task </vt:lpstr>
      <vt:lpstr>PowerPoint Presentation</vt:lpstr>
      <vt:lpstr>We can already do this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85</cp:revision>
  <dcterms:created xsi:type="dcterms:W3CDTF">2014-05-14T02:58:57Z</dcterms:created>
  <dcterms:modified xsi:type="dcterms:W3CDTF">2015-02-19T12:47:25Z</dcterms:modified>
</cp:coreProperties>
</file>