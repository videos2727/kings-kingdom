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304" r:id="rId3"/>
    <p:sldId id="259" r:id="rId4"/>
    <p:sldId id="258" r:id="rId5"/>
    <p:sldId id="303" r:id="rId6"/>
    <p:sldId id="308" r:id="rId7"/>
    <p:sldId id="317" r:id="rId8"/>
    <p:sldId id="318" r:id="rId9"/>
    <p:sldId id="319" r:id="rId10"/>
    <p:sldId id="320" r:id="rId11"/>
    <p:sldId id="316" r:id="rId12"/>
    <p:sldId id="321" r:id="rId13"/>
    <p:sldId id="306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2664" y="-9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AU"/>
  <c:chart>
    <c:plotArea>
      <c:layout/>
      <c:barChart>
        <c:barDir val="col"/>
        <c:grouping val="clustered"/>
        <c:ser>
          <c:idx val="0"/>
          <c:order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axId val="39008896"/>
        <c:axId val="39174528"/>
      </c:barChart>
      <c:catAx>
        <c:axId val="39008896"/>
        <c:scaling>
          <c:orientation val="minMax"/>
        </c:scaling>
        <c:axPos val="b"/>
        <c:tickLblPos val="nextTo"/>
        <c:crossAx val="39174528"/>
        <c:crosses val="autoZero"/>
        <c:auto val="1"/>
        <c:lblAlgn val="ctr"/>
        <c:lblOffset val="100"/>
      </c:catAx>
      <c:valAx>
        <c:axId val="39174528"/>
        <c:scaling>
          <c:orientation val="minMax"/>
        </c:scaling>
        <c:axPos val="l"/>
        <c:majorGridlines/>
        <c:numFmt formatCode="General" sourceLinked="1"/>
        <c:tickLblPos val="nextTo"/>
        <c:crossAx val="39008896"/>
        <c:crosses val="autoZero"/>
        <c:crossBetween val="between"/>
      </c:valAx>
    </c:plotArea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AU"/>
  <c:chart>
    <c:title>
      <c:layout/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firstSliceAng val="0"/>
      </c:pieChart>
    </c:plotArea>
    <c:plotVisOnly val="1"/>
    <c:dispBlanksAs val="zero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14/03/2015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14/03/2015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0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Describing </a:t>
            </a:r>
            <a:r>
              <a:rPr lang="en-AU" sz="2800" dirty="0" smtClean="0"/>
              <a:t>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terms do we use to describe the distribution of Data?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75" y="5301208"/>
            <a:ext cx="63341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771800" y="1988840"/>
            <a:ext cx="619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symmetrical </a:t>
            </a:r>
            <a:r>
              <a:rPr lang="en-AU" dirty="0" smtClean="0"/>
              <a:t>distribution is roughly the same shape on either side of the middle.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0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Describing </a:t>
            </a:r>
            <a:r>
              <a:rPr lang="en-AU" sz="2800" dirty="0" smtClean="0"/>
              <a:t>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terms do we use to describe the distribution of Data?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75" y="5229200"/>
            <a:ext cx="63341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771800" y="1988840"/>
            <a:ext cx="619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symmetrical </a:t>
            </a:r>
            <a:r>
              <a:rPr lang="en-AU" dirty="0" smtClean="0"/>
              <a:t>distribution is roughly the same shape on either side of the middle.</a:t>
            </a:r>
            <a:endParaRPr lang="en-AU" dirty="0"/>
          </a:p>
        </p:txBody>
      </p:sp>
      <p:sp>
        <p:nvSpPr>
          <p:cNvPr id="15" name="Rectangle 14"/>
          <p:cNvSpPr/>
          <p:nvPr/>
        </p:nvSpPr>
        <p:spPr>
          <a:xfrm>
            <a:off x="2771800" y="2780928"/>
            <a:ext cx="6534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distribution is skewed to the left (negatively skewed) if the scores are spread out </a:t>
            </a:r>
            <a:r>
              <a:rPr lang="en-AU" dirty="0" smtClean="0"/>
              <a:t>more below </a:t>
            </a:r>
            <a:r>
              <a:rPr lang="en-AU" dirty="0" smtClean="0"/>
              <a:t>the median than above the median.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0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Describing </a:t>
            </a:r>
            <a:r>
              <a:rPr lang="en-AU" sz="2800" dirty="0" smtClean="0"/>
              <a:t>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terms do we use to describe the distribution of Data?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75" y="5229200"/>
            <a:ext cx="63341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771800" y="1988840"/>
            <a:ext cx="619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symmetrical </a:t>
            </a:r>
            <a:r>
              <a:rPr lang="en-AU" dirty="0" smtClean="0"/>
              <a:t>distribution is roughly the same shape on either side of the middle.</a:t>
            </a:r>
            <a:endParaRPr lang="en-AU" dirty="0"/>
          </a:p>
        </p:txBody>
      </p:sp>
      <p:sp>
        <p:nvSpPr>
          <p:cNvPr id="15" name="Rectangle 14"/>
          <p:cNvSpPr/>
          <p:nvPr/>
        </p:nvSpPr>
        <p:spPr>
          <a:xfrm>
            <a:off x="2771800" y="2780928"/>
            <a:ext cx="6534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distribution is skewed to the left (negatively skewed) if the scores are spread out </a:t>
            </a:r>
            <a:r>
              <a:rPr lang="en-AU" dirty="0" smtClean="0"/>
              <a:t>more below </a:t>
            </a:r>
            <a:r>
              <a:rPr lang="en-AU" dirty="0" smtClean="0"/>
              <a:t>the median than above the median.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771800" y="3429000"/>
            <a:ext cx="63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If the scores are spread out more on the right, it </a:t>
            </a:r>
            <a:r>
              <a:rPr lang="en-AU" dirty="0" smtClean="0"/>
              <a:t>is skewed </a:t>
            </a:r>
            <a:r>
              <a:rPr lang="en-AU" dirty="0" smtClean="0"/>
              <a:t>to the right (positively skewed).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0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Describing </a:t>
            </a:r>
            <a:r>
              <a:rPr lang="en-AU" sz="2800" dirty="0" smtClean="0"/>
              <a:t>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terms do we use to describe the distribution of Data?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75" y="5229200"/>
            <a:ext cx="63341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771800" y="1988840"/>
            <a:ext cx="619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symmetrical </a:t>
            </a:r>
            <a:r>
              <a:rPr lang="en-AU" dirty="0" smtClean="0"/>
              <a:t>distribution is roughly the same shape on either side of the middle.</a:t>
            </a:r>
            <a:endParaRPr lang="en-AU" dirty="0"/>
          </a:p>
        </p:txBody>
      </p:sp>
      <p:sp>
        <p:nvSpPr>
          <p:cNvPr id="15" name="Rectangle 14"/>
          <p:cNvSpPr/>
          <p:nvPr/>
        </p:nvSpPr>
        <p:spPr>
          <a:xfrm>
            <a:off x="2771800" y="2780928"/>
            <a:ext cx="6534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distribution is skewed to the left (negatively skewed) if the scores are spread out </a:t>
            </a:r>
            <a:r>
              <a:rPr lang="en-AU" dirty="0" smtClean="0"/>
              <a:t>more below </a:t>
            </a:r>
            <a:r>
              <a:rPr lang="en-AU" dirty="0" smtClean="0"/>
              <a:t>the median than above the median.</a:t>
            </a:r>
            <a:endParaRPr lang="en-AU" dirty="0"/>
          </a:p>
        </p:txBody>
      </p:sp>
      <p:sp>
        <p:nvSpPr>
          <p:cNvPr id="16" name="Rectangle 15"/>
          <p:cNvSpPr/>
          <p:nvPr/>
        </p:nvSpPr>
        <p:spPr>
          <a:xfrm>
            <a:off x="2771800" y="3429000"/>
            <a:ext cx="63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If the scores are spread out more on the right, it </a:t>
            </a:r>
            <a:r>
              <a:rPr lang="en-AU" dirty="0" smtClean="0"/>
              <a:t>is skewed </a:t>
            </a:r>
            <a:r>
              <a:rPr lang="en-AU" dirty="0" smtClean="0"/>
              <a:t>to the right (positively skewed).</a:t>
            </a:r>
            <a:endParaRPr lang="en-AU" dirty="0"/>
          </a:p>
        </p:txBody>
      </p:sp>
      <p:sp>
        <p:nvSpPr>
          <p:cNvPr id="17" name="Rectangle 16"/>
          <p:cNvSpPr/>
          <p:nvPr/>
        </p:nvSpPr>
        <p:spPr>
          <a:xfrm>
            <a:off x="2771800" y="4149080"/>
            <a:ext cx="637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Bimodal distributions have two high parts, although they don’t always have two actual modes.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0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Describing </a:t>
            </a:r>
            <a:r>
              <a:rPr lang="en-AU" sz="2800" dirty="0" smtClean="0"/>
              <a:t>data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99592" y="119675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terms do we use to describe the distribution of Data?</a:t>
            </a:r>
            <a:endParaRPr lang="en-AU" dirty="0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1216" y="1988840"/>
            <a:ext cx="6262784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323528" y="1052736"/>
            <a:ext cx="86409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histogram below describes the data gathered about the weights of a sample of 391 rugby players. Draw a smooth curve that captures its important features. Then classify the distribution according to its number of peaks, symmetry or skewness, and variation. 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1988840"/>
            <a:ext cx="244792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95536" y="2420888"/>
            <a:ext cx="52565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histogram below describes the data gathered about the times between 300 eruptions of Old Faithful geyser in Yellowstone National Park. Draw a smooth curve that captures its important features. Then classify the distribution according to its number of peaks, symmetry or skewness, and variation. </a:t>
            </a:r>
            <a:endParaRPr lang="en-A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257675"/>
            <a:ext cx="2752725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467544" y="1196752"/>
            <a:ext cx="84969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Two greyhounds have the following race times (in seconds) over the </a:t>
            </a:r>
            <a:r>
              <a:rPr lang="en-AU" dirty="0" smtClean="0"/>
              <a:t>same meetings.</a:t>
            </a:r>
          </a:p>
          <a:p>
            <a:endParaRPr lang="en-AU" dirty="0" smtClean="0"/>
          </a:p>
          <a:p>
            <a:r>
              <a:rPr lang="en-AU" dirty="0" err="1" smtClean="0"/>
              <a:t>Houndog</a:t>
            </a:r>
            <a:r>
              <a:rPr lang="en-AU" dirty="0" smtClean="0"/>
              <a:t>: 53, 59, 61, 51, 59, 53, 58, 44, 47, 48, 73, 73, 70, 66, 60, 60, 50, 71, 37, 64</a:t>
            </a:r>
          </a:p>
          <a:p>
            <a:r>
              <a:rPr lang="en-AU" dirty="0" smtClean="0"/>
              <a:t>Chaser: 64, 53, 60, 61, 66, 69, 82, 68, 64, 68, 76, 59, 57, 58, 71, 83, 68, 77, 64, </a:t>
            </a:r>
            <a:r>
              <a:rPr lang="en-AU" dirty="0" smtClean="0"/>
              <a:t>76</a:t>
            </a:r>
          </a:p>
          <a:p>
            <a:endParaRPr lang="en-AU" dirty="0" smtClean="0"/>
          </a:p>
          <a:p>
            <a:r>
              <a:rPr lang="en-AU" dirty="0" smtClean="0"/>
              <a:t>a Make a back-to-back </a:t>
            </a:r>
            <a:r>
              <a:rPr lang="en-AU" dirty="0" err="1" smtClean="0"/>
              <a:t>stemplot</a:t>
            </a:r>
            <a:r>
              <a:rPr lang="en-AU" dirty="0" smtClean="0"/>
              <a:t> and histogram </a:t>
            </a:r>
            <a:r>
              <a:rPr lang="en-AU" dirty="0" smtClean="0"/>
              <a:t>for the data.</a:t>
            </a:r>
          </a:p>
          <a:p>
            <a:r>
              <a:rPr lang="en-AU" dirty="0" smtClean="0"/>
              <a:t>b Compare the greyhounds.</a:t>
            </a:r>
          </a:p>
          <a:p>
            <a:r>
              <a:rPr lang="en-AU" dirty="0" smtClean="0"/>
              <a:t>c Compare the greyhounds using the means, medians and ranges and comment on  </a:t>
            </a:r>
            <a:r>
              <a:rPr lang="en-AU" dirty="0" smtClean="0"/>
              <a:t>  your results i.e. Is the data skewed? If so, how etc.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658</Words>
  <Application>Microsoft Office PowerPoint</Application>
  <PresentationFormat>On-screen Show (4:3)</PresentationFormat>
  <Paragraphs>114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Statistics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Task</vt:lpstr>
      <vt:lpstr>Task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104</cp:revision>
  <dcterms:created xsi:type="dcterms:W3CDTF">2014-05-14T02:58:57Z</dcterms:created>
  <dcterms:modified xsi:type="dcterms:W3CDTF">2015-03-14T06:46:42Z</dcterms:modified>
</cp:coreProperties>
</file>