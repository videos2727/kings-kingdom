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304" r:id="rId3"/>
    <p:sldId id="259" r:id="rId4"/>
    <p:sldId id="258" r:id="rId5"/>
    <p:sldId id="303" r:id="rId6"/>
    <p:sldId id="308" r:id="rId7"/>
    <p:sldId id="325" r:id="rId8"/>
    <p:sldId id="326" r:id="rId9"/>
    <p:sldId id="327" r:id="rId10"/>
    <p:sldId id="329" r:id="rId11"/>
    <p:sldId id="330" r:id="rId12"/>
    <p:sldId id="321" r:id="rId13"/>
    <p:sldId id="292" r:id="rId14"/>
    <p:sldId id="29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8401" autoAdjust="0"/>
  </p:normalViewPr>
  <p:slideViewPr>
    <p:cSldViewPr>
      <p:cViewPr>
        <p:scale>
          <a:sx n="75" d="100"/>
          <a:sy n="75" d="100"/>
        </p:scale>
        <p:origin x="-2664" y="-9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AU"/>
  <c:chart>
    <c:plotArea>
      <c:layout/>
      <c:barChart>
        <c:barDir val="col"/>
        <c:grouping val="clustered"/>
        <c:ser>
          <c:idx val="0"/>
          <c:order val="0"/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axId val="62614912"/>
        <c:axId val="41329792"/>
      </c:barChart>
      <c:catAx>
        <c:axId val="62614912"/>
        <c:scaling>
          <c:orientation val="minMax"/>
        </c:scaling>
        <c:axPos val="b"/>
        <c:tickLblPos val="nextTo"/>
        <c:crossAx val="41329792"/>
        <c:crosses val="autoZero"/>
        <c:auto val="1"/>
        <c:lblAlgn val="ctr"/>
        <c:lblOffset val="100"/>
      </c:catAx>
      <c:valAx>
        <c:axId val="41329792"/>
        <c:scaling>
          <c:orientation val="minMax"/>
        </c:scaling>
        <c:axPos val="l"/>
        <c:majorGridlines/>
        <c:numFmt formatCode="General" sourceLinked="1"/>
        <c:tickLblPos val="nextTo"/>
        <c:crossAx val="62614912"/>
        <c:crosses val="autoZero"/>
        <c:crossBetween val="between"/>
      </c:valAx>
    </c:plotArea>
    <c:plotVisOnly val="1"/>
    <c:dispBlanksAs val="gap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AU"/>
  <c:chart>
    <c:title>
      <c:layout/>
    </c:title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firstSliceAng val="0"/>
      </c:pieChart>
    </c:plotArea>
    <c:plotVisOnly val="1"/>
    <c:dispBlanksAs val="zero"/>
  </c:chart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19/03/2015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648268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19/03/2015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19/03/2015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19/03/2015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19/03/2015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e4047095\AppData\Local\Microsoft\Windows\Temporary Internet Files\Content.IE5\UN5YM58D\Line_Graph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640" y="1556792"/>
            <a:ext cx="3793604" cy="2927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AU" dirty="0" smtClean="0"/>
              <a:t>My Statistics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844" y="446767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4044940676"/>
              </p:ext>
            </p:extLst>
          </p:nvPr>
        </p:nvGraphicFramePr>
        <p:xfrm>
          <a:off x="5369199" y="1700808"/>
          <a:ext cx="3654152" cy="1803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635245832"/>
              </p:ext>
            </p:extLst>
          </p:nvPr>
        </p:nvGraphicFramePr>
        <p:xfrm>
          <a:off x="4283968" y="3212976"/>
          <a:ext cx="4248472" cy="2599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xmlns="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xmlns="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99792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08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</a:t>
            </a:r>
            <a:r>
              <a:rPr lang="en-AU" sz="2800" dirty="0" err="1" smtClean="0"/>
              <a:t>Scatterplots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is it appropriate to use a </a:t>
            </a:r>
            <a:r>
              <a:rPr lang="en-AU" dirty="0" err="1" smtClean="0"/>
              <a:t>Scatterplot</a:t>
            </a:r>
            <a:r>
              <a:rPr lang="en-AU" dirty="0" smtClean="0"/>
              <a:t> to display data.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51520" y="1916832"/>
            <a:ext cx="241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</a:t>
            </a:r>
            <a:r>
              <a:rPr lang="en-AU" dirty="0" err="1" smtClean="0"/>
              <a:t>Scatterplot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915816" y="1988840"/>
            <a:ext cx="54726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</a:t>
            </a:r>
            <a:r>
              <a:rPr lang="en-AU" dirty="0" err="1" smtClean="0"/>
              <a:t>scatterplot</a:t>
            </a:r>
            <a:r>
              <a:rPr lang="en-AU" dirty="0" smtClean="0"/>
              <a:t> </a:t>
            </a:r>
            <a:r>
              <a:rPr lang="en-AU" dirty="0" smtClean="0"/>
              <a:t>(scatter graph) is used to show </a:t>
            </a:r>
            <a:r>
              <a:rPr lang="en-AU" dirty="0" err="1" smtClean="0"/>
              <a:t>bivariate</a:t>
            </a:r>
            <a:r>
              <a:rPr lang="en-AU" dirty="0" smtClean="0"/>
              <a:t> data, particularly where the </a:t>
            </a:r>
            <a:r>
              <a:rPr lang="en-AU" dirty="0" smtClean="0"/>
              <a:t>variables could </a:t>
            </a:r>
            <a:r>
              <a:rPr lang="en-AU" dirty="0" smtClean="0"/>
              <a:t>be related</a:t>
            </a:r>
            <a:r>
              <a:rPr lang="en-AU" dirty="0" smtClean="0"/>
              <a:t>.</a:t>
            </a:r>
          </a:p>
          <a:p>
            <a:endParaRPr lang="en-AU" dirty="0" smtClean="0"/>
          </a:p>
          <a:p>
            <a:r>
              <a:rPr lang="en-AU" dirty="0" smtClean="0"/>
              <a:t>For convenience, the scales of a graph or chart usually go up in 1s, 2s, 4s, 5s, 10s and so on.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99792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08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</a:t>
            </a:r>
            <a:r>
              <a:rPr lang="en-AU" sz="2800" dirty="0" err="1" smtClean="0"/>
              <a:t>Scatterplots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is it appropriate to use a </a:t>
            </a:r>
            <a:r>
              <a:rPr lang="en-AU" dirty="0" err="1" smtClean="0"/>
              <a:t>Scatterplot</a:t>
            </a:r>
            <a:r>
              <a:rPr lang="en-AU" dirty="0" smtClean="0"/>
              <a:t> to display data.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51520" y="1916832"/>
            <a:ext cx="241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</a:t>
            </a:r>
            <a:r>
              <a:rPr lang="en-AU" dirty="0" err="1" smtClean="0"/>
              <a:t>Scatterplot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0" y="3717032"/>
            <a:ext cx="2699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would I use a </a:t>
            </a:r>
            <a:r>
              <a:rPr lang="en-AU" dirty="0" err="1" smtClean="0"/>
              <a:t>scatterplot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915816" y="1988840"/>
            <a:ext cx="54726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</a:t>
            </a:r>
            <a:r>
              <a:rPr lang="en-AU" dirty="0" err="1" smtClean="0"/>
              <a:t>scatterplot</a:t>
            </a:r>
            <a:r>
              <a:rPr lang="en-AU" dirty="0" smtClean="0"/>
              <a:t> </a:t>
            </a:r>
            <a:r>
              <a:rPr lang="en-AU" dirty="0" smtClean="0"/>
              <a:t>(scatter graph) is used to show </a:t>
            </a:r>
            <a:r>
              <a:rPr lang="en-AU" dirty="0" err="1" smtClean="0"/>
              <a:t>bivariate</a:t>
            </a:r>
            <a:r>
              <a:rPr lang="en-AU" dirty="0" smtClean="0"/>
              <a:t> data, particularly where the </a:t>
            </a:r>
            <a:r>
              <a:rPr lang="en-AU" dirty="0" smtClean="0"/>
              <a:t>variables could </a:t>
            </a:r>
            <a:r>
              <a:rPr lang="en-AU" dirty="0" smtClean="0"/>
              <a:t>be related</a:t>
            </a:r>
            <a:r>
              <a:rPr lang="en-AU" dirty="0" smtClean="0"/>
              <a:t>.</a:t>
            </a:r>
          </a:p>
          <a:p>
            <a:endParaRPr lang="en-AU" dirty="0" smtClean="0"/>
          </a:p>
          <a:p>
            <a:r>
              <a:rPr lang="en-AU" dirty="0" smtClean="0"/>
              <a:t>For convenience, the scales of a graph or chart usually go up in 1s, 2s, 4s, 5s, 10s and so on.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2915816" y="3717032"/>
            <a:ext cx="6228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</a:t>
            </a:r>
            <a:r>
              <a:rPr lang="en-AU" dirty="0" err="1" smtClean="0"/>
              <a:t>scatterplot</a:t>
            </a:r>
            <a:r>
              <a:rPr lang="en-AU" dirty="0" smtClean="0"/>
              <a:t> </a:t>
            </a:r>
            <a:r>
              <a:rPr lang="en-AU" dirty="0" smtClean="0"/>
              <a:t>to analyse patterns of the relationship between two sets of continuous data.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99792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08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</a:t>
            </a:r>
            <a:r>
              <a:rPr lang="en-AU" sz="2800" dirty="0" err="1" smtClean="0"/>
              <a:t>Scatterplots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is it appropriate to use a </a:t>
            </a:r>
            <a:r>
              <a:rPr lang="en-AU" dirty="0" err="1" smtClean="0"/>
              <a:t>Scatterplot</a:t>
            </a:r>
            <a:r>
              <a:rPr lang="en-AU" dirty="0" smtClean="0"/>
              <a:t> to display data.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51520" y="1916832"/>
            <a:ext cx="241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</a:t>
            </a:r>
            <a:r>
              <a:rPr lang="en-AU" dirty="0" err="1" smtClean="0"/>
              <a:t>Scatterplot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0" y="3717032"/>
            <a:ext cx="2699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would I use a </a:t>
            </a:r>
            <a:r>
              <a:rPr lang="en-AU" dirty="0" err="1" smtClean="0"/>
              <a:t>scatterplot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915816" y="1988840"/>
            <a:ext cx="54726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</a:t>
            </a:r>
            <a:r>
              <a:rPr lang="en-AU" dirty="0" err="1" smtClean="0"/>
              <a:t>scatterplot</a:t>
            </a:r>
            <a:r>
              <a:rPr lang="en-AU" dirty="0" smtClean="0"/>
              <a:t> </a:t>
            </a:r>
            <a:r>
              <a:rPr lang="en-AU" dirty="0" smtClean="0"/>
              <a:t>(scatter graph) is used to show </a:t>
            </a:r>
            <a:r>
              <a:rPr lang="en-AU" dirty="0" err="1" smtClean="0"/>
              <a:t>bivariate</a:t>
            </a:r>
            <a:r>
              <a:rPr lang="en-AU" dirty="0" smtClean="0"/>
              <a:t> data, particularly where the </a:t>
            </a:r>
            <a:r>
              <a:rPr lang="en-AU" dirty="0" smtClean="0"/>
              <a:t>variables could </a:t>
            </a:r>
            <a:r>
              <a:rPr lang="en-AU" dirty="0" smtClean="0"/>
              <a:t>be related</a:t>
            </a:r>
            <a:r>
              <a:rPr lang="en-AU" dirty="0" smtClean="0"/>
              <a:t>.</a:t>
            </a:r>
          </a:p>
          <a:p>
            <a:endParaRPr lang="en-AU" dirty="0" smtClean="0"/>
          </a:p>
          <a:p>
            <a:r>
              <a:rPr lang="en-AU" dirty="0" smtClean="0"/>
              <a:t>For convenience, the scales of a graph or chart usually go up in 1s, 2s, 4s, 5s, 10s and so on.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2915816" y="3717032"/>
            <a:ext cx="6228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</a:t>
            </a:r>
            <a:r>
              <a:rPr lang="en-AU" dirty="0" err="1" smtClean="0"/>
              <a:t>scatterplot</a:t>
            </a:r>
            <a:r>
              <a:rPr lang="en-AU" dirty="0" smtClean="0"/>
              <a:t> </a:t>
            </a:r>
            <a:r>
              <a:rPr lang="en-AU" dirty="0" smtClean="0"/>
              <a:t>to analyse patterns of the relationship between two sets of continuous data.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2987824" y="4365104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Example: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735288" y="4797152"/>
            <a:ext cx="64087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local ice cream shop keeps track of how much ice cream they sell versus the noon temperature on that day. Here are their figures for the last 12 days: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99792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08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</a:t>
            </a:r>
            <a:r>
              <a:rPr lang="en-AU" sz="2800" dirty="0" err="1" smtClean="0"/>
              <a:t>Scatterplots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is it appropriate to use a </a:t>
            </a:r>
            <a:r>
              <a:rPr lang="en-AU" dirty="0" err="1" smtClean="0"/>
              <a:t>Scatterplot</a:t>
            </a:r>
            <a:r>
              <a:rPr lang="en-AU" dirty="0" smtClean="0"/>
              <a:t> to display data.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1988840"/>
            <a:ext cx="1686747" cy="2703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99792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08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</a:t>
            </a:r>
            <a:r>
              <a:rPr lang="en-AU" sz="2800" dirty="0" err="1" smtClean="0"/>
              <a:t>Scatterplots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is it appropriate to use a </a:t>
            </a:r>
            <a:r>
              <a:rPr lang="en-AU" dirty="0" err="1" smtClean="0"/>
              <a:t>Scatterplot</a:t>
            </a:r>
            <a:r>
              <a:rPr lang="en-AU" dirty="0" smtClean="0"/>
              <a:t> to display data.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1988840"/>
            <a:ext cx="1686747" cy="2703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TextBox 21"/>
          <p:cNvSpPr txBox="1"/>
          <p:nvPr/>
        </p:nvSpPr>
        <p:spPr>
          <a:xfrm>
            <a:off x="4716016" y="4293096"/>
            <a:ext cx="4427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And here is the same data as a Scatter Plot: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4878258"/>
            <a:ext cx="3096344" cy="1979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99792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08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</a:t>
            </a:r>
            <a:r>
              <a:rPr lang="en-AU" sz="2800" dirty="0" err="1" smtClean="0"/>
              <a:t>Scatterplots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is it appropriate to use a </a:t>
            </a:r>
            <a:r>
              <a:rPr lang="en-AU" dirty="0" err="1" smtClean="0"/>
              <a:t>Scatterplot</a:t>
            </a:r>
            <a:r>
              <a:rPr lang="en-AU" dirty="0" smtClean="0"/>
              <a:t> to display data.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771800" y="2060848"/>
            <a:ext cx="61926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</a:t>
            </a:r>
            <a:r>
              <a:rPr lang="en-AU" b="1" dirty="0" smtClean="0"/>
              <a:t> line of best fit </a:t>
            </a:r>
            <a:r>
              <a:rPr lang="en-AU" dirty="0" smtClean="0"/>
              <a:t>is a line that shows the general pattern of</a:t>
            </a:r>
          </a:p>
          <a:p>
            <a:r>
              <a:rPr lang="en-AU" dirty="0" smtClean="0"/>
              <a:t>points on a graph.</a:t>
            </a:r>
          </a:p>
          <a:p>
            <a:r>
              <a:rPr lang="en-AU" b="1" dirty="0" smtClean="0"/>
              <a:t>Interpolation</a:t>
            </a:r>
            <a:r>
              <a:rPr lang="en-AU" dirty="0" smtClean="0"/>
              <a:t> is the prediction of a value within the range</a:t>
            </a:r>
          </a:p>
          <a:p>
            <a:r>
              <a:rPr lang="en-AU" dirty="0" smtClean="0"/>
              <a:t>of data.</a:t>
            </a:r>
          </a:p>
          <a:p>
            <a:r>
              <a:rPr lang="en-AU" b="1" dirty="0" smtClean="0"/>
              <a:t>Extrapolation</a:t>
            </a:r>
            <a:r>
              <a:rPr lang="en-AU" dirty="0" smtClean="0"/>
              <a:t> is the prediction of a value outside the range</a:t>
            </a:r>
          </a:p>
          <a:p>
            <a:r>
              <a:rPr lang="en-AU" dirty="0" smtClean="0"/>
              <a:t>of the data.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2060848"/>
            <a:ext cx="26997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make a prediction from a </a:t>
            </a:r>
            <a:r>
              <a:rPr lang="en-AU" dirty="0" err="1" smtClean="0"/>
              <a:t>Scatterplot</a:t>
            </a:r>
            <a:r>
              <a:rPr lang="en-AU" dirty="0" smtClean="0"/>
              <a:t>?</a:t>
            </a:r>
            <a:endParaRPr lang="en-A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20072" y="3717032"/>
            <a:ext cx="2736304" cy="2758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268760"/>
            <a:ext cx="8820472" cy="2153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717033"/>
            <a:ext cx="9144000" cy="2166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1421</TotalTime>
  <Words>546</Words>
  <Application>Microsoft Office PowerPoint</Application>
  <PresentationFormat>On-screen Show (4:3)</PresentationFormat>
  <Paragraphs>126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My Statistics Interactive Notebook</vt:lpstr>
      <vt:lpstr>Create your own front page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Task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113</cp:revision>
  <dcterms:created xsi:type="dcterms:W3CDTF">2014-05-14T02:58:57Z</dcterms:created>
  <dcterms:modified xsi:type="dcterms:W3CDTF">2015-03-19T08:55:31Z</dcterms:modified>
</cp:coreProperties>
</file>