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0" r:id="rId2"/>
    <p:sldId id="304" r:id="rId3"/>
    <p:sldId id="259" r:id="rId4"/>
    <p:sldId id="258" r:id="rId5"/>
    <p:sldId id="303" r:id="rId6"/>
    <p:sldId id="305" r:id="rId7"/>
    <p:sldId id="307" r:id="rId8"/>
    <p:sldId id="306" r:id="rId9"/>
    <p:sldId id="308" r:id="rId10"/>
    <p:sldId id="309" r:id="rId11"/>
    <p:sldId id="310" r:id="rId12"/>
    <p:sldId id="311" r:id="rId13"/>
    <p:sldId id="312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5" r:id="rId25"/>
    <p:sldId id="326" r:id="rId26"/>
    <p:sldId id="327" r:id="rId27"/>
    <p:sldId id="328" r:id="rId28"/>
    <p:sldId id="329" r:id="rId29"/>
    <p:sldId id="324" r:id="rId30"/>
    <p:sldId id="301" r:id="rId31"/>
    <p:sldId id="292" r:id="rId32"/>
    <p:sldId id="291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2664" y="-9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AU"/>
  <c:chart>
    <c:plotArea>
      <c:layout/>
      <c:barChart>
        <c:barDir val="col"/>
        <c:grouping val="clustered"/>
        <c:ser>
          <c:idx val="0"/>
          <c:order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65553920"/>
        <c:axId val="66535424"/>
      </c:barChart>
      <c:catAx>
        <c:axId val="65553920"/>
        <c:scaling>
          <c:orientation val="minMax"/>
        </c:scaling>
        <c:axPos val="b"/>
        <c:tickLblPos val="nextTo"/>
        <c:crossAx val="66535424"/>
        <c:crosses val="autoZero"/>
        <c:auto val="1"/>
        <c:lblAlgn val="ctr"/>
        <c:lblOffset val="100"/>
      </c:catAx>
      <c:valAx>
        <c:axId val="66535424"/>
        <c:scaling>
          <c:orientation val="minMax"/>
        </c:scaling>
        <c:axPos val="l"/>
        <c:majorGridlines/>
        <c:numFmt formatCode="General" sourceLinked="1"/>
        <c:tickLblPos val="nextTo"/>
        <c:crossAx val="65553920"/>
        <c:crosses val="autoZero"/>
        <c:crossBetween val="between"/>
      </c:valAx>
    </c:plotArea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AU"/>
  <c:chart>
    <c:title>
      <c:layout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</c:pieChart>
    </c:plotArea>
    <c:plotVisOnly val="1"/>
    <c:dispBlanksAs val="zero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7/03/2015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42432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424323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424323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42432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424323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424323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342432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1700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68316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1064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18831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2120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012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496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793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418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69347" y="2939328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67589" y="4103784"/>
            <a:ext cx="6170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927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72220362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080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74052520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17123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7754140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520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35288015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1065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9439001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255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6289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84117699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249395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6599535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3154707" y="6304002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Mode is 3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9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symbols are used in</a:t>
            </a:r>
          </a:p>
          <a:p>
            <a:r>
              <a:rPr lang="en-AU" dirty="0" smtClean="0"/>
              <a:t> Statistics?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3" y="2060848"/>
            <a:ext cx="5985665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2778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9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symbols are used in</a:t>
            </a:r>
          </a:p>
          <a:p>
            <a:r>
              <a:rPr lang="en-AU" dirty="0" smtClean="0"/>
              <a:t> Statistics?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3" y="2060848"/>
            <a:ext cx="5985665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79512" y="3212976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find the mean of a frequency table?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3140968"/>
            <a:ext cx="6444208" cy="39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71800" y="3789040"/>
            <a:ext cx="2592287" cy="70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2778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0" y="2060848"/>
            <a:ext cx="2592287" cy="70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5211" y="2371397"/>
            <a:ext cx="3728789" cy="4486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2778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0" y="1988840"/>
            <a:ext cx="57435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3717033"/>
            <a:ext cx="6154449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2778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2915816" y="198884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Outlier: is a data item (data value) that is much higher or lower than the other data values.</a:t>
            </a:r>
          </a:p>
          <a:p>
            <a:r>
              <a:rPr lang="en-US" dirty="0" smtClean="0"/>
              <a:t>Outliers can affect the mean of a group of data.</a:t>
            </a:r>
          </a:p>
          <a:p>
            <a:r>
              <a:rPr lang="en-US" dirty="0" smtClean="0"/>
              <a:t>Example: 2, 3.5, 1, 2.5, 5 billion.</a:t>
            </a:r>
          </a:p>
          <a:p>
            <a:r>
              <a:rPr lang="en-US" dirty="0" smtClean="0"/>
              <a:t>Example: 35, 45, 40, 37, -6.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51520" y="2204864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an outlier?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Complete Numbers 1-3 on Page 40 of </a:t>
            </a:r>
            <a:r>
              <a:rPr lang="en-AU" smtClean="0"/>
              <a:t>the text.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418845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1868</Words>
  <Application>Microsoft Office PowerPoint</Application>
  <PresentationFormat>On-screen Show (4:3)</PresentationFormat>
  <Paragraphs>416</Paragraphs>
  <Slides>32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My Statistics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Task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70</cp:revision>
  <dcterms:created xsi:type="dcterms:W3CDTF">2014-05-14T02:58:57Z</dcterms:created>
  <dcterms:modified xsi:type="dcterms:W3CDTF">2015-03-07T02:58:53Z</dcterms:modified>
</cp:coreProperties>
</file>