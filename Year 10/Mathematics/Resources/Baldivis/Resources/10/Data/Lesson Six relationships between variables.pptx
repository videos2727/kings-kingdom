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304" r:id="rId3"/>
    <p:sldId id="259" r:id="rId4"/>
    <p:sldId id="258" r:id="rId5"/>
    <p:sldId id="303" r:id="rId6"/>
    <p:sldId id="308" r:id="rId7"/>
    <p:sldId id="322" r:id="rId8"/>
    <p:sldId id="323" r:id="rId9"/>
    <p:sldId id="324" r:id="rId10"/>
    <p:sldId id="316" r:id="rId11"/>
    <p:sldId id="321" r:id="rId12"/>
    <p:sldId id="306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8401" autoAdjust="0"/>
  </p:normalViewPr>
  <p:slideViewPr>
    <p:cSldViewPr>
      <p:cViewPr>
        <p:scale>
          <a:sx n="75" d="100"/>
          <a:sy n="75" d="100"/>
        </p:scale>
        <p:origin x="-2664" y="-9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AU"/>
  <c:chart>
    <c:plotArea>
      <c:layout/>
      <c:barChart>
        <c:barDir val="col"/>
        <c:grouping val="clustered"/>
        <c:ser>
          <c:idx val="0"/>
          <c:order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axId val="66167552"/>
        <c:axId val="39428480"/>
      </c:barChart>
      <c:catAx>
        <c:axId val="66167552"/>
        <c:scaling>
          <c:orientation val="minMax"/>
        </c:scaling>
        <c:axPos val="b"/>
        <c:tickLblPos val="nextTo"/>
        <c:crossAx val="39428480"/>
        <c:crosses val="autoZero"/>
        <c:auto val="1"/>
        <c:lblAlgn val="ctr"/>
        <c:lblOffset val="100"/>
      </c:catAx>
      <c:valAx>
        <c:axId val="39428480"/>
        <c:scaling>
          <c:orientation val="minMax"/>
        </c:scaling>
        <c:axPos val="l"/>
        <c:majorGridlines/>
        <c:numFmt formatCode="General" sourceLinked="1"/>
        <c:tickLblPos val="nextTo"/>
        <c:crossAx val="66167552"/>
        <c:crosses val="autoZero"/>
        <c:crossBetween val="between"/>
      </c:valAx>
    </c:plotArea>
    <c:plotVisOnly val="1"/>
    <c:dispBlanksAs val="gap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AU"/>
  <c:chart>
    <c:title>
      <c:layout/>
    </c:title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firstSliceAng val="0"/>
      </c:pieChart>
    </c:plotArea>
    <c:plotVisOnly val="1"/>
    <c:dispBlanksAs val="zero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14/03/2015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=""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1</a:t>
            </a:fld>
            <a:endParaRPr lang="en-AU"/>
          </a:p>
        </p:txBody>
      </p:sp>
    </p:spTree>
    <p:extLst>
      <p:ext uri="{BB962C8B-B14F-4D97-AF65-F5344CB8AC3E}">
        <p14:creationId xmlns="" xmlns:p14="http://schemas.microsoft.com/office/powerpoint/2010/main" val="64826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My Statistics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4044940676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635245832"/>
              </p:ext>
            </p:extLst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=""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=""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64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Relationships between </a:t>
            </a:r>
            <a:r>
              <a:rPr lang="en-AU" sz="2800" dirty="0" err="1" smtClean="0"/>
              <a:t>bivariate</a:t>
            </a:r>
            <a:r>
              <a:rPr lang="en-AU" sz="2800" dirty="0" smtClean="0"/>
              <a:t>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we describe the relationship between </a:t>
            </a:r>
            <a:r>
              <a:rPr lang="en-AU" dirty="0" err="1" smtClean="0"/>
              <a:t>bivariate</a:t>
            </a:r>
            <a:r>
              <a:rPr lang="en-AU" dirty="0" smtClean="0"/>
              <a:t> data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79512" y="1988840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err="1" smtClean="0"/>
              <a:t>bivariate</a:t>
            </a:r>
            <a:r>
              <a:rPr lang="en-AU" dirty="0" smtClean="0"/>
              <a:t> data?</a:t>
            </a:r>
            <a:endParaRPr lang="en-AU" dirty="0"/>
          </a:p>
        </p:txBody>
      </p:sp>
      <p:sp>
        <p:nvSpPr>
          <p:cNvPr id="16" name="Rectangle 15"/>
          <p:cNvSpPr/>
          <p:nvPr/>
        </p:nvSpPr>
        <p:spPr>
          <a:xfrm>
            <a:off x="2771800" y="1988840"/>
            <a:ext cx="6372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Data where each item has two measurements that can </a:t>
            </a:r>
            <a:r>
              <a:rPr lang="en-AU" dirty="0" smtClean="0"/>
              <a:t>be represented </a:t>
            </a:r>
            <a:r>
              <a:rPr lang="en-AU" dirty="0" smtClean="0"/>
              <a:t>as variables is </a:t>
            </a:r>
            <a:r>
              <a:rPr lang="en-AU" dirty="0" smtClean="0"/>
              <a:t>called </a:t>
            </a:r>
            <a:r>
              <a:rPr lang="en-AU" dirty="0" err="1" smtClean="0"/>
              <a:t>bivariate</a:t>
            </a:r>
            <a:r>
              <a:rPr lang="en-AU" dirty="0" smtClean="0"/>
              <a:t> </a:t>
            </a:r>
            <a:r>
              <a:rPr lang="en-AU" dirty="0" smtClean="0"/>
              <a:t>data.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64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Relationships between </a:t>
            </a:r>
            <a:r>
              <a:rPr lang="en-AU" sz="2800" dirty="0" err="1" smtClean="0"/>
              <a:t>bivariate</a:t>
            </a:r>
            <a:r>
              <a:rPr lang="en-AU" sz="2800" dirty="0" smtClean="0"/>
              <a:t>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we describe the relationship between </a:t>
            </a:r>
            <a:r>
              <a:rPr lang="en-AU" dirty="0" err="1" smtClean="0"/>
              <a:t>bivariate</a:t>
            </a:r>
            <a:r>
              <a:rPr lang="en-AU" dirty="0" smtClean="0"/>
              <a:t> data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79512" y="1988840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err="1" smtClean="0"/>
              <a:t>bivariate</a:t>
            </a:r>
            <a:r>
              <a:rPr lang="en-AU" dirty="0" smtClean="0"/>
              <a:t> data?</a:t>
            </a:r>
            <a:endParaRPr lang="en-AU" dirty="0"/>
          </a:p>
        </p:txBody>
      </p:sp>
      <p:sp>
        <p:nvSpPr>
          <p:cNvPr id="16" name="Rectangle 15"/>
          <p:cNvSpPr/>
          <p:nvPr/>
        </p:nvSpPr>
        <p:spPr>
          <a:xfrm>
            <a:off x="2771800" y="1988840"/>
            <a:ext cx="6372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Data where each item has two measurements that can </a:t>
            </a:r>
            <a:r>
              <a:rPr lang="en-AU" dirty="0" smtClean="0"/>
              <a:t>be represented </a:t>
            </a:r>
            <a:r>
              <a:rPr lang="en-AU" dirty="0" smtClean="0"/>
              <a:t>as variables is </a:t>
            </a:r>
            <a:r>
              <a:rPr lang="en-AU" dirty="0" smtClean="0"/>
              <a:t>called </a:t>
            </a:r>
            <a:r>
              <a:rPr lang="en-AU" dirty="0" err="1" smtClean="0"/>
              <a:t>bivariate</a:t>
            </a:r>
            <a:r>
              <a:rPr lang="en-AU" dirty="0" smtClean="0"/>
              <a:t> </a:t>
            </a:r>
            <a:r>
              <a:rPr lang="en-AU" dirty="0" smtClean="0"/>
              <a:t>data.</a:t>
            </a:r>
            <a:endParaRPr lang="en-AU" dirty="0"/>
          </a:p>
        </p:txBody>
      </p:sp>
      <p:sp>
        <p:nvSpPr>
          <p:cNvPr id="14" name="Rectangle 13"/>
          <p:cNvSpPr/>
          <p:nvPr/>
        </p:nvSpPr>
        <p:spPr>
          <a:xfrm>
            <a:off x="2771800" y="2708920"/>
            <a:ext cx="6372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 scatter </a:t>
            </a:r>
            <a:r>
              <a:rPr lang="en-AU" dirty="0" smtClean="0"/>
              <a:t>plot of </a:t>
            </a:r>
            <a:r>
              <a:rPr lang="en-AU" dirty="0" err="1" smtClean="0"/>
              <a:t>bivariate</a:t>
            </a:r>
            <a:r>
              <a:rPr lang="en-AU" dirty="0" smtClean="0"/>
              <a:t> data has values that are plotted as coordinates. One variable is </a:t>
            </a:r>
            <a:r>
              <a:rPr lang="en-AU" dirty="0" err="1" smtClean="0"/>
              <a:t>onthe</a:t>
            </a:r>
            <a:r>
              <a:rPr lang="en-AU" dirty="0" smtClean="0"/>
              <a:t> </a:t>
            </a:r>
            <a:r>
              <a:rPr lang="en-AU" dirty="0" smtClean="0"/>
              <a:t>horizontal axis and the other one is on the vertical axis. It is used to look for relationships</a:t>
            </a:r>
          </a:p>
          <a:p>
            <a:r>
              <a:rPr lang="en-AU" dirty="0" smtClean="0"/>
              <a:t>between variables.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179512" y="2780928"/>
            <a:ext cx="244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 we use to determine relationships between variables?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64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Relationships between </a:t>
            </a:r>
            <a:r>
              <a:rPr lang="en-AU" sz="2800" dirty="0" err="1" smtClean="0"/>
              <a:t>bivariate</a:t>
            </a:r>
            <a:r>
              <a:rPr lang="en-AU" sz="2800" dirty="0" smtClean="0"/>
              <a:t>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we describe the relationship between </a:t>
            </a:r>
            <a:r>
              <a:rPr lang="en-AU" dirty="0" err="1" smtClean="0"/>
              <a:t>bivariate</a:t>
            </a:r>
            <a:r>
              <a:rPr lang="en-AU" dirty="0" smtClean="0"/>
              <a:t> data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79512" y="1988840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err="1" smtClean="0"/>
              <a:t>bivariate</a:t>
            </a:r>
            <a:r>
              <a:rPr lang="en-AU" dirty="0" smtClean="0"/>
              <a:t> data?</a:t>
            </a:r>
            <a:endParaRPr lang="en-AU" dirty="0"/>
          </a:p>
        </p:txBody>
      </p:sp>
      <p:sp>
        <p:nvSpPr>
          <p:cNvPr id="16" name="Rectangle 15"/>
          <p:cNvSpPr/>
          <p:nvPr/>
        </p:nvSpPr>
        <p:spPr>
          <a:xfrm>
            <a:off x="2771800" y="1988840"/>
            <a:ext cx="6372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Data where each item has two measurements that can </a:t>
            </a:r>
            <a:r>
              <a:rPr lang="en-AU" dirty="0" smtClean="0"/>
              <a:t>be represented </a:t>
            </a:r>
            <a:r>
              <a:rPr lang="en-AU" dirty="0" smtClean="0"/>
              <a:t>as variables is </a:t>
            </a:r>
            <a:r>
              <a:rPr lang="en-AU" dirty="0" smtClean="0"/>
              <a:t>called </a:t>
            </a:r>
            <a:r>
              <a:rPr lang="en-AU" dirty="0" err="1" smtClean="0"/>
              <a:t>bivariate</a:t>
            </a:r>
            <a:r>
              <a:rPr lang="en-AU" dirty="0" smtClean="0"/>
              <a:t> </a:t>
            </a:r>
            <a:r>
              <a:rPr lang="en-AU" dirty="0" smtClean="0"/>
              <a:t>data.</a:t>
            </a:r>
            <a:endParaRPr lang="en-AU" dirty="0"/>
          </a:p>
        </p:txBody>
      </p:sp>
      <p:sp>
        <p:nvSpPr>
          <p:cNvPr id="14" name="Rectangle 13"/>
          <p:cNvSpPr/>
          <p:nvPr/>
        </p:nvSpPr>
        <p:spPr>
          <a:xfrm>
            <a:off x="2771800" y="2708920"/>
            <a:ext cx="6372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 scatter </a:t>
            </a:r>
            <a:r>
              <a:rPr lang="en-AU" dirty="0" smtClean="0"/>
              <a:t>plot of </a:t>
            </a:r>
            <a:r>
              <a:rPr lang="en-AU" dirty="0" err="1" smtClean="0"/>
              <a:t>bivariate</a:t>
            </a:r>
            <a:r>
              <a:rPr lang="en-AU" dirty="0" smtClean="0"/>
              <a:t> data has values that are plotted as coordinates. One variable is </a:t>
            </a:r>
            <a:r>
              <a:rPr lang="en-AU" dirty="0" err="1" smtClean="0"/>
              <a:t>onthe</a:t>
            </a:r>
            <a:r>
              <a:rPr lang="en-AU" dirty="0" smtClean="0"/>
              <a:t> </a:t>
            </a:r>
            <a:r>
              <a:rPr lang="en-AU" dirty="0" smtClean="0"/>
              <a:t>horizontal axis and the other one is on the vertical axis. It is used to look for relationships</a:t>
            </a:r>
          </a:p>
          <a:p>
            <a:r>
              <a:rPr lang="en-AU" dirty="0" smtClean="0"/>
              <a:t>between variables.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179512" y="2780928"/>
            <a:ext cx="244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 we use to determine relationships between variables?</a:t>
            </a:r>
            <a:endParaRPr lang="en-AU" dirty="0"/>
          </a:p>
        </p:txBody>
      </p:sp>
      <p:sp>
        <p:nvSpPr>
          <p:cNvPr id="18" name="Rectangle 17"/>
          <p:cNvSpPr/>
          <p:nvPr/>
        </p:nvSpPr>
        <p:spPr>
          <a:xfrm>
            <a:off x="2699792" y="3933056"/>
            <a:ext cx="63001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If the points on a scatter plot lie between sloping parallel lines, you can say that there is </a:t>
            </a:r>
            <a:r>
              <a:rPr lang="en-AU" dirty="0" smtClean="0"/>
              <a:t>a relationship </a:t>
            </a:r>
            <a:r>
              <a:rPr lang="en-AU" dirty="0" smtClean="0"/>
              <a:t>between the variables. If the lines have a positive slope, you say it is a </a:t>
            </a:r>
            <a:r>
              <a:rPr lang="en-AU" dirty="0" smtClean="0"/>
              <a:t>positive relationship</a:t>
            </a:r>
            <a:r>
              <a:rPr lang="en-AU" dirty="0" smtClean="0"/>
              <a:t>, but for a negative relationship they slope down. The variables generally change </a:t>
            </a:r>
            <a:r>
              <a:rPr lang="en-AU" dirty="0" smtClean="0"/>
              <a:t>in the </a:t>
            </a:r>
            <a:r>
              <a:rPr lang="en-AU" dirty="0" smtClean="0"/>
              <a:t>same way in a positive relationship but in opposite ways in a negative relationship.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64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Relationships between </a:t>
            </a:r>
            <a:r>
              <a:rPr lang="en-AU" sz="2800" dirty="0" err="1" smtClean="0"/>
              <a:t>bivariate</a:t>
            </a:r>
            <a:r>
              <a:rPr lang="en-AU" sz="2800" dirty="0" smtClean="0"/>
              <a:t>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we describe the relationship between </a:t>
            </a:r>
            <a:r>
              <a:rPr lang="en-AU" dirty="0" err="1" smtClean="0"/>
              <a:t>bivariate</a:t>
            </a:r>
            <a:r>
              <a:rPr lang="en-AU" dirty="0" smtClean="0"/>
              <a:t> data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4" name="Rectangle 13"/>
          <p:cNvSpPr/>
          <p:nvPr/>
        </p:nvSpPr>
        <p:spPr>
          <a:xfrm>
            <a:off x="2771800" y="1988840"/>
            <a:ext cx="6372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 scatter </a:t>
            </a:r>
            <a:r>
              <a:rPr lang="en-AU" dirty="0" smtClean="0"/>
              <a:t>plot of </a:t>
            </a:r>
            <a:r>
              <a:rPr lang="en-AU" dirty="0" err="1" smtClean="0"/>
              <a:t>bivariate</a:t>
            </a:r>
            <a:r>
              <a:rPr lang="en-AU" dirty="0" smtClean="0"/>
              <a:t> data has values that are plotted as coordinates. One variable is </a:t>
            </a:r>
            <a:r>
              <a:rPr lang="en-AU" dirty="0" err="1" smtClean="0"/>
              <a:t>onthe</a:t>
            </a:r>
            <a:r>
              <a:rPr lang="en-AU" dirty="0" smtClean="0"/>
              <a:t> </a:t>
            </a:r>
            <a:r>
              <a:rPr lang="en-AU" dirty="0" smtClean="0"/>
              <a:t>horizontal axis and the other one is on the vertical axis. It is used to look for relationships</a:t>
            </a:r>
          </a:p>
          <a:p>
            <a:r>
              <a:rPr lang="en-AU" dirty="0" smtClean="0"/>
              <a:t>between variables.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179512" y="1916832"/>
            <a:ext cx="244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 we use to determine relationships between variables?</a:t>
            </a:r>
            <a:endParaRPr lang="en-AU" dirty="0"/>
          </a:p>
        </p:txBody>
      </p:sp>
      <p:sp>
        <p:nvSpPr>
          <p:cNvPr id="18" name="Rectangle 17"/>
          <p:cNvSpPr/>
          <p:nvPr/>
        </p:nvSpPr>
        <p:spPr>
          <a:xfrm>
            <a:off x="2699792" y="3140968"/>
            <a:ext cx="63001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If the points on a scatter plot lie between sloping parallel lines, you can say that there is </a:t>
            </a:r>
            <a:r>
              <a:rPr lang="en-AU" dirty="0" smtClean="0"/>
              <a:t>a relationship </a:t>
            </a:r>
            <a:r>
              <a:rPr lang="en-AU" dirty="0" smtClean="0"/>
              <a:t>between the variables. If the lines have a positive slope, you say it is a </a:t>
            </a:r>
            <a:r>
              <a:rPr lang="en-AU" dirty="0" smtClean="0"/>
              <a:t>positive relationship</a:t>
            </a:r>
            <a:r>
              <a:rPr lang="en-AU" dirty="0" smtClean="0"/>
              <a:t>, but for a negative relationship they slope down. The variables generally change </a:t>
            </a:r>
            <a:r>
              <a:rPr lang="en-AU" dirty="0" smtClean="0"/>
              <a:t>in the </a:t>
            </a:r>
            <a:r>
              <a:rPr lang="en-AU" dirty="0" smtClean="0"/>
              <a:t>same way in a positive relationship but in opposite ways in a negative relationship.</a:t>
            </a:r>
            <a:endParaRPr lang="en-AU" dirty="0"/>
          </a:p>
        </p:txBody>
      </p:sp>
      <p:sp>
        <p:nvSpPr>
          <p:cNvPr id="19" name="Rectangle 18"/>
          <p:cNvSpPr/>
          <p:nvPr/>
        </p:nvSpPr>
        <p:spPr>
          <a:xfrm>
            <a:off x="2771800" y="4869160"/>
            <a:ext cx="6372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The parallel lines are close together for a strong relationship but are well separated when </a:t>
            </a:r>
            <a:r>
              <a:rPr lang="en-AU" dirty="0" smtClean="0"/>
              <a:t>the relationship </a:t>
            </a:r>
            <a:r>
              <a:rPr lang="en-AU" dirty="0" smtClean="0"/>
              <a:t>is weak.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86075" y="5486400"/>
            <a:ext cx="625792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196752"/>
            <a:ext cx="710565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2864665"/>
            <a:ext cx="6192688" cy="399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340768"/>
            <a:ext cx="7920880" cy="2604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933056"/>
            <a:ext cx="8328380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88640"/>
            <a:ext cx="2013224" cy="6336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2348880"/>
            <a:ext cx="3000375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=""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582</Words>
  <Application>Microsoft Office PowerPoint</Application>
  <PresentationFormat>On-screen Show (4:3)</PresentationFormat>
  <Paragraphs>104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Statistics Interactive Notebook</vt:lpstr>
      <vt:lpstr>Create your own front page</vt:lpstr>
      <vt:lpstr>Slide 3</vt:lpstr>
      <vt:lpstr>Slide 4</vt:lpstr>
      <vt:lpstr>Slide 5</vt:lpstr>
      <vt:lpstr>Slide 6</vt:lpstr>
      <vt:lpstr>Slide 7</vt:lpstr>
      <vt:lpstr>Slide 8</vt:lpstr>
      <vt:lpstr>Slide 9</vt:lpstr>
      <vt:lpstr>Task</vt:lpstr>
      <vt:lpstr>Task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107</cp:revision>
  <dcterms:created xsi:type="dcterms:W3CDTF">2014-05-14T02:58:57Z</dcterms:created>
  <dcterms:modified xsi:type="dcterms:W3CDTF">2015-03-14T07:08:55Z</dcterms:modified>
</cp:coreProperties>
</file>