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0" r:id="rId2"/>
    <p:sldId id="304" r:id="rId3"/>
    <p:sldId id="259" r:id="rId4"/>
    <p:sldId id="258" r:id="rId5"/>
    <p:sldId id="303" r:id="rId6"/>
    <p:sldId id="308" r:id="rId7"/>
    <p:sldId id="307" r:id="rId8"/>
    <p:sldId id="309" r:id="rId9"/>
    <p:sldId id="310" r:id="rId10"/>
    <p:sldId id="311" r:id="rId11"/>
    <p:sldId id="312" r:id="rId12"/>
    <p:sldId id="313" r:id="rId13"/>
    <p:sldId id="314" r:id="rId14"/>
    <p:sldId id="315" r:id="rId15"/>
    <p:sldId id="316" r:id="rId16"/>
    <p:sldId id="306" r:id="rId17"/>
    <p:sldId id="292" r:id="rId18"/>
    <p:sldId id="291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8401" autoAdjust="0"/>
  </p:normalViewPr>
  <p:slideViewPr>
    <p:cSldViewPr>
      <p:cViewPr>
        <p:scale>
          <a:sx n="75" d="100"/>
          <a:sy n="75" d="100"/>
        </p:scale>
        <p:origin x="-2664" y="-9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AU"/>
  <c:chart>
    <c:plotArea>
      <c:layout/>
      <c:barChart>
        <c:barDir val="col"/>
        <c:grouping val="clustered"/>
        <c:ser>
          <c:idx val="0"/>
          <c:order val="0"/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axId val="75054464"/>
        <c:axId val="75613312"/>
      </c:barChart>
      <c:catAx>
        <c:axId val="75054464"/>
        <c:scaling>
          <c:orientation val="minMax"/>
        </c:scaling>
        <c:axPos val="b"/>
        <c:tickLblPos val="nextTo"/>
        <c:crossAx val="75613312"/>
        <c:crosses val="autoZero"/>
        <c:auto val="1"/>
        <c:lblAlgn val="ctr"/>
        <c:lblOffset val="100"/>
      </c:catAx>
      <c:valAx>
        <c:axId val="75613312"/>
        <c:scaling>
          <c:orientation val="minMax"/>
        </c:scaling>
        <c:axPos val="l"/>
        <c:majorGridlines/>
        <c:numFmt formatCode="General" sourceLinked="1"/>
        <c:tickLblPos val="nextTo"/>
        <c:crossAx val="75054464"/>
        <c:crosses val="autoZero"/>
        <c:crossBetween val="between"/>
      </c:valAx>
    </c:plotArea>
    <c:plotVisOnly val="1"/>
    <c:dispBlanksAs val="gap"/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AU"/>
  <c:chart>
    <c:title>
      <c:layout/>
    </c:title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firstSliceAng val="0"/>
      </c:pieChart>
    </c:plotArea>
    <c:plotVisOnly val="1"/>
    <c:dispBlanksAs val="zero"/>
  </c:chart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14/03/2015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=""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pPr/>
              <a:t>1</a:t>
            </a:fld>
            <a:endParaRPr lang="en-AU"/>
          </a:p>
        </p:txBody>
      </p:sp>
    </p:spTree>
    <p:extLst>
      <p:ext uri="{BB962C8B-B14F-4D97-AF65-F5344CB8AC3E}">
        <p14:creationId xmlns="" xmlns:p14="http://schemas.microsoft.com/office/powerpoint/2010/main" val="648268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e4047095\AppData\Local\Microsoft\Windows\Temporary Internet Files\Content.IE5\UN5YM58D\Line_Graph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" y="1556792"/>
            <a:ext cx="3793604" cy="292739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260648"/>
            <a:ext cx="7772400" cy="1470025"/>
          </a:xfrm>
        </p:spPr>
        <p:txBody>
          <a:bodyPr/>
          <a:lstStyle/>
          <a:p>
            <a:r>
              <a:rPr lang="en-AU" dirty="0" smtClean="0"/>
              <a:t>My Statistics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0844" y="446767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4044940676"/>
              </p:ext>
            </p:extLst>
          </p:nvPr>
        </p:nvGraphicFramePr>
        <p:xfrm>
          <a:off x="5369199" y="1700808"/>
          <a:ext cx="3654152" cy="1803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635245832"/>
              </p:ext>
            </p:extLst>
          </p:nvPr>
        </p:nvGraphicFramePr>
        <p:xfrm>
          <a:off x="4283968" y="3212976"/>
          <a:ext cx="4248472" cy="2599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=""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=""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Title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</a:t>
            </a:r>
            <a:endParaRPr lang="en-AU" sz="2400" dirty="0"/>
          </a:p>
        </p:txBody>
      </p:sp>
    </p:spTree>
    <p:extLst>
      <p:ext uri="{BB962C8B-B14F-4D97-AF65-F5344CB8AC3E}">
        <p14:creationId xmlns=""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029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Comparing 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Name </a:t>
            </a:r>
            <a:r>
              <a:rPr lang="en-AU" dirty="0" smtClean="0"/>
              <a:t>four</a:t>
            </a:r>
            <a:r>
              <a:rPr lang="en-AU" dirty="0" smtClean="0"/>
              <a:t> </a:t>
            </a:r>
            <a:r>
              <a:rPr lang="en-AU" dirty="0" smtClean="0"/>
              <a:t>types of statistical data displays and explain whether they are best suited for displaying the data or analysing it.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029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Comparing 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Name </a:t>
            </a:r>
            <a:r>
              <a:rPr lang="en-AU" dirty="0" smtClean="0"/>
              <a:t>four </a:t>
            </a:r>
            <a:r>
              <a:rPr lang="en-AU" dirty="0" smtClean="0"/>
              <a:t>types </a:t>
            </a:r>
            <a:r>
              <a:rPr lang="en-AU" dirty="0" smtClean="0"/>
              <a:t>of statistical data displays and explain whether they are best suited for displaying the data or analysing it.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0" y="2132856"/>
            <a:ext cx="2915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different ways of displaying statistical data?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029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Comparing 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Name </a:t>
            </a:r>
            <a:r>
              <a:rPr lang="en-AU" dirty="0" smtClean="0"/>
              <a:t>four</a:t>
            </a:r>
            <a:r>
              <a:rPr lang="en-AU" dirty="0" smtClean="0"/>
              <a:t> </a:t>
            </a:r>
            <a:r>
              <a:rPr lang="en-AU" dirty="0" smtClean="0"/>
              <a:t>types of statistical data displays and explain whether they are best suited for displaying the data or analysing it.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23528" y="2132856"/>
            <a:ext cx="22322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different ways of displaying statistical data?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3059832" y="2132856"/>
            <a:ext cx="56886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Circle or Pie Graphs</a:t>
            </a:r>
            <a:r>
              <a:rPr lang="en-AU" dirty="0" smtClean="0"/>
              <a:t>: Give an excellent impression of overall relationships between different aspects of statistical information. In a circle graph, the angles of the sectors show the parts of a total amount.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029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Comparing 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Name </a:t>
            </a:r>
            <a:r>
              <a:rPr lang="en-AU" dirty="0" smtClean="0"/>
              <a:t>four</a:t>
            </a:r>
            <a:r>
              <a:rPr lang="en-AU" dirty="0" smtClean="0"/>
              <a:t> </a:t>
            </a:r>
            <a:r>
              <a:rPr lang="en-AU" dirty="0" smtClean="0"/>
              <a:t>types of statistical data displays and explain whether they are best suited for displaying the data or analysing it.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23528" y="2132856"/>
            <a:ext cx="22322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different ways of displaying statistical data?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3059832" y="2132856"/>
            <a:ext cx="56886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Circle or Pie Graphs</a:t>
            </a:r>
            <a:r>
              <a:rPr lang="en-AU" dirty="0" smtClean="0"/>
              <a:t>: Give an excellent impression of overall relationships between different aspects of statistical information. In a circle graph, the angles of the sectors show the parts of a total amount.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131840" y="3429000"/>
            <a:ext cx="5544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Bar charts, column graphs and line graphs</a:t>
            </a:r>
            <a:r>
              <a:rPr lang="en-AU" dirty="0" smtClean="0"/>
              <a:t>: Can be read quite accurately, so they are useful for making predictions or finding precise relationships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029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Comparing 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Name </a:t>
            </a:r>
            <a:r>
              <a:rPr lang="en-AU" dirty="0" smtClean="0"/>
              <a:t>four</a:t>
            </a:r>
            <a:r>
              <a:rPr lang="en-AU" dirty="0" smtClean="0"/>
              <a:t> </a:t>
            </a:r>
            <a:r>
              <a:rPr lang="en-AU" dirty="0" smtClean="0"/>
              <a:t>types of statistical data displays and explain whether they are best suited for displaying the data or analysing it.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23528" y="2132856"/>
            <a:ext cx="22322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different ways of displaying statistical data?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3059832" y="2132856"/>
            <a:ext cx="56886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Circle or Pie Graphs</a:t>
            </a:r>
            <a:r>
              <a:rPr lang="en-AU" dirty="0" smtClean="0"/>
              <a:t>: Give an excellent impression of overall relationships between different aspects of statistical information. In a circle graph, the angles of the sectors show the parts of a total amount.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131840" y="3429000"/>
            <a:ext cx="5544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Bar charts, column graphs and line graphs</a:t>
            </a:r>
            <a:r>
              <a:rPr lang="en-AU" dirty="0" smtClean="0"/>
              <a:t>: Can be read quite accurately, so they are useful for making predictions or finding precise relationships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131840" y="4437112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Histograms</a:t>
            </a:r>
            <a:r>
              <a:rPr lang="en-AU" dirty="0" smtClean="0"/>
              <a:t>: Used to show frequencies of grouped data.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029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Comparing 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Name </a:t>
            </a:r>
            <a:r>
              <a:rPr lang="en-AU" dirty="0" smtClean="0"/>
              <a:t>four</a:t>
            </a:r>
            <a:r>
              <a:rPr lang="en-AU" dirty="0" smtClean="0"/>
              <a:t> </a:t>
            </a:r>
            <a:r>
              <a:rPr lang="en-AU" dirty="0" smtClean="0"/>
              <a:t>types of statistical data displays and explain whether they are best suited for displaying the data or analysing it.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23528" y="2132856"/>
            <a:ext cx="22322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different ways of displaying statistical data?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3059832" y="2132856"/>
            <a:ext cx="56886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Circle or Pie Graphs</a:t>
            </a:r>
            <a:r>
              <a:rPr lang="en-AU" dirty="0" smtClean="0"/>
              <a:t>: Give an excellent impression of overall relationships between different aspects of statistical information. In a circle graph, the angles of the sectors show the parts of a total amount.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131840" y="3429000"/>
            <a:ext cx="5544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Bar charts, column graphs and line graphs</a:t>
            </a:r>
            <a:r>
              <a:rPr lang="en-AU" dirty="0" smtClean="0"/>
              <a:t>: Can be read quite accurately, so they are useful for making predictions or finding precise relationships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131840" y="4437112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Histograms</a:t>
            </a:r>
            <a:r>
              <a:rPr lang="en-AU" dirty="0" smtClean="0"/>
              <a:t>: Used to show frequencies of grouped data.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3059832" y="4869160"/>
            <a:ext cx="583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Dot plots and stem-and-leaf plots</a:t>
            </a:r>
            <a:r>
              <a:rPr lang="en-AU" dirty="0" smtClean="0"/>
              <a:t>: Used to get a quick idea of the nature of a distribution. 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029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Comparing 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Name </a:t>
            </a:r>
            <a:r>
              <a:rPr lang="en-AU" dirty="0" smtClean="0"/>
              <a:t>four</a:t>
            </a:r>
            <a:r>
              <a:rPr lang="en-AU" dirty="0" smtClean="0"/>
              <a:t> </a:t>
            </a:r>
            <a:r>
              <a:rPr lang="en-AU" dirty="0" smtClean="0"/>
              <a:t>types of statistical data displays and explain whether they are best suited for displaying the data or analysing it.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23528" y="2132856"/>
            <a:ext cx="22322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different ways of displaying statistical data?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3059832" y="2132856"/>
            <a:ext cx="56886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Circle or Pie Graphs</a:t>
            </a:r>
            <a:r>
              <a:rPr lang="en-AU" dirty="0" smtClean="0"/>
              <a:t>: Give an excellent impression of overall relationships between different aspects of statistical information. In a circle graph, the angles of the sectors show the parts of a total amount.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131840" y="3429000"/>
            <a:ext cx="5544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Bar charts, column graphs and line graphs</a:t>
            </a:r>
            <a:r>
              <a:rPr lang="en-AU" dirty="0" smtClean="0"/>
              <a:t>: Can be read quite accurately, so they are useful for making predictions or finding precise relationships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131840" y="4437112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Histograms</a:t>
            </a:r>
            <a:r>
              <a:rPr lang="en-AU" dirty="0" smtClean="0"/>
              <a:t>: Used to show frequencies of grouped data.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3059832" y="4869160"/>
            <a:ext cx="583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Dot plots and stem-and-leaf plots</a:t>
            </a:r>
            <a:r>
              <a:rPr lang="en-AU" dirty="0" smtClean="0"/>
              <a:t>: Used to get a quick idea of the nature of a distribution. 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131840" y="5517232"/>
            <a:ext cx="57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Scatter plot (scatter graph): </a:t>
            </a:r>
            <a:r>
              <a:rPr lang="en-AU" dirty="0" smtClean="0"/>
              <a:t>Used to show </a:t>
            </a:r>
            <a:r>
              <a:rPr lang="en-AU" dirty="0" err="1" smtClean="0"/>
              <a:t>bivariate</a:t>
            </a:r>
            <a:r>
              <a:rPr lang="en-AU" dirty="0" smtClean="0"/>
              <a:t> data, particularly where the variables could be related.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029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Comparing 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Name </a:t>
            </a:r>
            <a:r>
              <a:rPr lang="en-AU" dirty="0" smtClean="0"/>
              <a:t>four</a:t>
            </a:r>
            <a:r>
              <a:rPr lang="en-AU" dirty="0" smtClean="0"/>
              <a:t> </a:t>
            </a:r>
            <a:r>
              <a:rPr lang="en-AU" dirty="0" smtClean="0"/>
              <a:t>types of statistical data displays and explain whether they are best suited for displaying the data or analysing it.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23528" y="2132856"/>
            <a:ext cx="22322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different ways of displaying statistical data?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3059832" y="2132856"/>
            <a:ext cx="56886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Circle or Pie Graphs</a:t>
            </a:r>
            <a:r>
              <a:rPr lang="en-AU" dirty="0" smtClean="0"/>
              <a:t>: Give an excellent impression of overall relationships between different aspects of statistical information. In a circle graph, the angles of the sectors show the parts of a total amount.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131840" y="3429000"/>
            <a:ext cx="5544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Bar charts, column graphs and line graphs</a:t>
            </a:r>
            <a:r>
              <a:rPr lang="en-AU" dirty="0" smtClean="0"/>
              <a:t>: Can be read quite accurately, so they are useful for making predictions or finding precise relationships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131840" y="4437112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Histograms</a:t>
            </a:r>
            <a:r>
              <a:rPr lang="en-AU" dirty="0" smtClean="0"/>
              <a:t>: Used to show frequencies of grouped data.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3059832" y="4869160"/>
            <a:ext cx="583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Dot plots and stem-and-leaf plots</a:t>
            </a:r>
            <a:r>
              <a:rPr lang="en-AU" dirty="0" smtClean="0"/>
              <a:t>: Used to get a quick idea of the nature of a distribution. 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131840" y="5517232"/>
            <a:ext cx="57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Scatter plot (scatter graph): </a:t>
            </a:r>
            <a:r>
              <a:rPr lang="en-AU" dirty="0" smtClean="0"/>
              <a:t>Used to show </a:t>
            </a:r>
            <a:r>
              <a:rPr lang="en-AU" dirty="0" err="1" smtClean="0"/>
              <a:t>bivariate</a:t>
            </a:r>
            <a:r>
              <a:rPr lang="en-AU" dirty="0" smtClean="0"/>
              <a:t> data, particularly where the variables could be related.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3131840" y="6237312"/>
            <a:ext cx="576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err="1" smtClean="0"/>
              <a:t>Boxplot</a:t>
            </a:r>
            <a:r>
              <a:rPr lang="en-AU" dirty="0" smtClean="0"/>
              <a:t>: Used to show the spread of data.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029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Comparing 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Name </a:t>
            </a:r>
            <a:r>
              <a:rPr lang="en-AU" dirty="0" smtClean="0"/>
              <a:t>four</a:t>
            </a:r>
            <a:r>
              <a:rPr lang="en-AU" dirty="0" smtClean="0"/>
              <a:t> </a:t>
            </a:r>
            <a:r>
              <a:rPr lang="en-AU" dirty="0" smtClean="0"/>
              <a:t>types of statistical data displays and explain whether they are best suited for displaying the data or analysing it.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0" y="2132856"/>
            <a:ext cx="2915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different ways of displaying statistical data?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987824" y="198884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Histograms</a:t>
            </a:r>
            <a:r>
              <a:rPr lang="en-AU" dirty="0" smtClean="0"/>
              <a:t>: Used to show frequencies of grouped data.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2987824" y="2348880"/>
            <a:ext cx="583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Dot plots and stem-and-leaf plots</a:t>
            </a:r>
            <a:r>
              <a:rPr lang="en-AU" dirty="0" smtClean="0"/>
              <a:t>: Used to get a quick idea of the nature of a distribution. 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2987824" y="2996952"/>
            <a:ext cx="57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Scatter plot (scatter graph): </a:t>
            </a:r>
            <a:r>
              <a:rPr lang="en-AU" dirty="0" smtClean="0"/>
              <a:t>Used to show </a:t>
            </a:r>
            <a:r>
              <a:rPr lang="en-AU" dirty="0" err="1" smtClean="0"/>
              <a:t>bivariate</a:t>
            </a:r>
            <a:r>
              <a:rPr lang="en-AU" dirty="0" smtClean="0"/>
              <a:t> data, particularly where the variables could be related.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3059832" y="3645024"/>
            <a:ext cx="576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err="1" smtClean="0"/>
              <a:t>Boxplot</a:t>
            </a:r>
            <a:r>
              <a:rPr lang="en-AU" dirty="0" smtClean="0"/>
              <a:t>: Used to show the spread of data.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3059832" y="4149080"/>
            <a:ext cx="57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Back-to-back or side-by-side</a:t>
            </a:r>
            <a:r>
              <a:rPr lang="en-AU" dirty="0" smtClean="0"/>
              <a:t>: Used to compare different</a:t>
            </a:r>
          </a:p>
          <a:p>
            <a:r>
              <a:rPr lang="en-AU" dirty="0" smtClean="0"/>
              <a:t>distributions.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340768"/>
            <a:ext cx="7010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3140968"/>
            <a:ext cx="2743200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3568" y="5229200"/>
            <a:ext cx="7239000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Questions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=""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1330</TotalTime>
  <Words>1048</Words>
  <Application>Microsoft Office PowerPoint</Application>
  <PresentationFormat>On-screen Show (4:3)</PresentationFormat>
  <Paragraphs>160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My Statistics Interactive Notebook</vt:lpstr>
      <vt:lpstr>Create your own front page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Task</vt:lpstr>
      <vt:lpstr>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Clem</cp:lastModifiedBy>
  <cp:revision>100</cp:revision>
  <dcterms:created xsi:type="dcterms:W3CDTF">2014-05-14T02:58:57Z</dcterms:created>
  <dcterms:modified xsi:type="dcterms:W3CDTF">2015-03-14T06:17:47Z</dcterms:modified>
</cp:coreProperties>
</file>