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29" r:id="rId13"/>
    <p:sldId id="292" r:id="rId14"/>
    <p:sldId id="291" r:id="rId15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26/04/2016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- Quadratics 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2063" name="Picture 1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4" t="22569" r="23182" b="17708"/>
          <a:stretch/>
        </p:blipFill>
        <p:spPr bwMode="auto">
          <a:xfrm>
            <a:off x="1619672" y="1196752"/>
            <a:ext cx="7299268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9" t="24652" r="23475" b="23438"/>
          <a:stretch/>
        </p:blipFill>
        <p:spPr bwMode="auto">
          <a:xfrm>
            <a:off x="1572323" y="1340768"/>
            <a:ext cx="7571677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015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3" t="25521" r="23866" b="16146"/>
          <a:stretch/>
        </p:blipFill>
        <p:spPr bwMode="auto">
          <a:xfrm>
            <a:off x="1670175" y="1039292"/>
            <a:ext cx="7400958" cy="483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225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1" t="24419" r="24346" b="19852"/>
          <a:stretch/>
        </p:blipFill>
        <p:spPr bwMode="auto">
          <a:xfrm>
            <a:off x="1619671" y="1124744"/>
            <a:ext cx="7421759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111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4" t="32293" r="27183" b="19791"/>
          <a:stretch/>
        </p:blipFill>
        <p:spPr bwMode="auto">
          <a:xfrm>
            <a:off x="1543283" y="1124744"/>
            <a:ext cx="7600717" cy="437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86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7" t="28299" r="25915" b="16840"/>
          <a:stretch/>
        </p:blipFill>
        <p:spPr bwMode="auto">
          <a:xfrm>
            <a:off x="1619672" y="1095524"/>
            <a:ext cx="7526394" cy="485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005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09" t="22049" r="27672" b="8774"/>
          <a:stretch/>
        </p:blipFill>
        <p:spPr bwMode="auto">
          <a:xfrm>
            <a:off x="1619672" y="1096888"/>
            <a:ext cx="6325748" cy="5576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357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980728"/>
            <a:ext cx="0" cy="58772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9" t="28125" r="26013" b="19966"/>
          <a:stretch/>
        </p:blipFill>
        <p:spPr bwMode="auto">
          <a:xfrm>
            <a:off x="1547664" y="1124744"/>
            <a:ext cx="7495094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1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Exercise – handout sheet </a:t>
            </a:r>
            <a:endParaRPr lang="en-AU" b="1" dirty="0">
              <a:solidFill>
                <a:schemeClr val="tx1"/>
              </a:solidFill>
            </a:endParaRPr>
          </a:p>
          <a:p>
            <a:r>
              <a:rPr lang="en-AU" b="1" smtClean="0">
                <a:solidFill>
                  <a:schemeClr val="tx1"/>
                </a:solidFill>
              </a:rPr>
              <a:t>plus</a:t>
            </a:r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Exercise </a:t>
            </a:r>
            <a:r>
              <a:rPr lang="en-AU" b="1" dirty="0" smtClean="0">
                <a:solidFill>
                  <a:schemeClr val="tx1"/>
                </a:solidFill>
              </a:rPr>
              <a:t>6.4  </a:t>
            </a:r>
            <a:r>
              <a:rPr lang="en-AU" b="1" dirty="0" smtClean="0">
                <a:solidFill>
                  <a:schemeClr val="tx1"/>
                </a:solidFill>
              </a:rPr>
              <a:t>and </a:t>
            </a:r>
            <a:r>
              <a:rPr lang="en-AU" b="1" dirty="0" smtClean="0">
                <a:solidFill>
                  <a:schemeClr val="tx1"/>
                </a:solidFill>
              </a:rPr>
              <a:t>6.9 </a:t>
            </a:r>
            <a:r>
              <a:rPr lang="en-AU" b="1" dirty="0" smtClean="0">
                <a:solidFill>
                  <a:schemeClr val="tx1"/>
                </a:solidFill>
              </a:rPr>
              <a:t>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168</Words>
  <Application>Microsoft Office PowerPoint</Application>
  <PresentationFormat>On-screen Show (4:3)</PresentationFormat>
  <Paragraphs>96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Algebra - Quadratics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83</cp:revision>
  <dcterms:created xsi:type="dcterms:W3CDTF">2014-05-14T02:58:57Z</dcterms:created>
  <dcterms:modified xsi:type="dcterms:W3CDTF">2016-04-26T05:57:11Z</dcterms:modified>
</cp:coreProperties>
</file>