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59" r:id="rId3"/>
    <p:sldId id="258" r:id="rId4"/>
    <p:sldId id="303" r:id="rId5"/>
    <p:sldId id="326" r:id="rId6"/>
    <p:sldId id="321" r:id="rId7"/>
    <p:sldId id="327" r:id="rId8"/>
    <p:sldId id="325" r:id="rId9"/>
    <p:sldId id="292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2664" y="-9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28/06/2015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</a:t>
            </a:r>
            <a:r>
              <a:rPr lang="en-AU" dirty="0" smtClean="0"/>
              <a:t>Measurement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  <a:r>
              <a:rPr lang="en-AU" dirty="0" smtClean="0"/>
              <a:t> Mr Evans</a:t>
            </a:r>
            <a:endParaRPr lang="en-AU" dirty="0" smtClean="0"/>
          </a:p>
          <a:p>
            <a:pPr algn="l"/>
            <a:r>
              <a:rPr lang="en-AU" dirty="0" smtClean="0"/>
              <a:t>Term </a:t>
            </a:r>
            <a:r>
              <a:rPr lang="en-AU" dirty="0" smtClean="0"/>
              <a:t>2 </a:t>
            </a:r>
            <a:r>
              <a:rPr lang="en-AU" dirty="0" smtClean="0"/>
              <a:t>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456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Converting Units of Length and Area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</a:t>
            </a:r>
            <a:r>
              <a:rPr lang="en-AU" sz="2400" dirty="0" smtClean="0"/>
              <a:t>to convert units of length and area.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convert units of length?</a:t>
            </a:r>
            <a:endParaRPr lang="en-AU" sz="1600" dirty="0"/>
          </a:p>
        </p:txBody>
      </p:sp>
      <p:pic>
        <p:nvPicPr>
          <p:cNvPr id="24578" name="Picture 2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1988840"/>
            <a:ext cx="4104456" cy="30372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456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Converting Units of Length and Area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</a:t>
            </a:r>
            <a:r>
              <a:rPr lang="en-AU" sz="2400" dirty="0" smtClean="0"/>
              <a:t>to convert units of length and area.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convert units of area?</a:t>
            </a:r>
            <a:endParaRPr lang="en-AU" sz="1600" dirty="0"/>
          </a:p>
        </p:txBody>
      </p:sp>
      <p:pic>
        <p:nvPicPr>
          <p:cNvPr id="14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2132855"/>
            <a:ext cx="3672408" cy="2617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052736"/>
            <a:ext cx="7058025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196752"/>
            <a:ext cx="37814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149080"/>
            <a:ext cx="8726180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04328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 smtClean="0"/>
              <a:t>Answers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xmlns="" val="134390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142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My Measurement Interactive Notebook</vt:lpstr>
      <vt:lpstr>Slide 2</vt:lpstr>
      <vt:lpstr>Slide 3</vt:lpstr>
      <vt:lpstr>Slide 4</vt:lpstr>
      <vt:lpstr>Slide 5</vt:lpstr>
      <vt:lpstr>Questions</vt:lpstr>
      <vt:lpstr>Questions</vt:lpstr>
      <vt:lpstr>Slide 8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74</cp:revision>
  <dcterms:created xsi:type="dcterms:W3CDTF">2014-05-14T02:58:57Z</dcterms:created>
  <dcterms:modified xsi:type="dcterms:W3CDTF">2015-06-28T09:15:19Z</dcterms:modified>
</cp:coreProperties>
</file>