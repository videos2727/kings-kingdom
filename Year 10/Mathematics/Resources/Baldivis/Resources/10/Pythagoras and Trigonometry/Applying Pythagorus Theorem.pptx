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03" r:id="rId5"/>
    <p:sldId id="328" r:id="rId6"/>
    <p:sldId id="329" r:id="rId7"/>
    <p:sldId id="330" r:id="rId8"/>
    <p:sldId id="331" r:id="rId9"/>
    <p:sldId id="321" r:id="rId10"/>
    <p:sldId id="327" r:id="rId11"/>
    <p:sldId id="332" r:id="rId12"/>
    <p:sldId id="325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6625" autoAdjust="0"/>
  </p:normalViewPr>
  <p:slideViewPr>
    <p:cSldViewPr>
      <p:cViewPr>
        <p:scale>
          <a:sx n="75" d="100"/>
          <a:sy n="75" d="100"/>
        </p:scale>
        <p:origin x="-2664" y="-9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15/07/2015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 Mr Evans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66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Applying </a:t>
            </a:r>
            <a:r>
              <a:rPr lang="en-AU" sz="2800" dirty="0" err="1" smtClean="0"/>
              <a:t>Pythagorus</a:t>
            </a:r>
            <a:r>
              <a:rPr lang="en-AU" sz="2800" dirty="0" smtClean="0"/>
              <a:t>’ Theorem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</a:t>
            </a:r>
            <a:r>
              <a:rPr lang="en-AU" sz="2400" dirty="0" err="1" smtClean="0"/>
              <a:t>Pythagorus</a:t>
            </a:r>
            <a:r>
              <a:rPr lang="en-AU" sz="2400" dirty="0" smtClean="0"/>
              <a:t>’ Theorem be used to solve problems with triangles?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843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What is </a:t>
            </a:r>
            <a:r>
              <a:rPr lang="en-AU" sz="1600" dirty="0" err="1" smtClean="0"/>
              <a:t>Pythagorus</a:t>
            </a:r>
            <a:r>
              <a:rPr lang="en-AU" sz="1600" dirty="0" smtClean="0"/>
              <a:t>’ Theorem?</a:t>
            </a:r>
            <a:endParaRPr lang="en-AU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988841"/>
            <a:ext cx="5832648" cy="1515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66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Applying </a:t>
            </a:r>
            <a:r>
              <a:rPr lang="en-AU" sz="2800" dirty="0" err="1" smtClean="0"/>
              <a:t>Pythagorus</a:t>
            </a:r>
            <a:r>
              <a:rPr lang="en-AU" sz="2800" dirty="0" smtClean="0"/>
              <a:t>’ Theorem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</a:t>
            </a:r>
            <a:r>
              <a:rPr lang="en-AU" sz="2400" dirty="0" err="1" smtClean="0"/>
              <a:t>Pythagorus</a:t>
            </a:r>
            <a:r>
              <a:rPr lang="en-AU" sz="2400" dirty="0" smtClean="0"/>
              <a:t>’ Theorem be used to solve problems with triangles?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843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What is </a:t>
            </a:r>
            <a:r>
              <a:rPr lang="en-AU" sz="1600" dirty="0" err="1" smtClean="0"/>
              <a:t>Pythagorus</a:t>
            </a:r>
            <a:r>
              <a:rPr lang="en-AU" sz="1600" dirty="0" smtClean="0"/>
              <a:t>’ Theorem?</a:t>
            </a:r>
            <a:endParaRPr lang="en-AU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988841"/>
            <a:ext cx="5832648" cy="1515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0" y="3717032"/>
            <a:ext cx="28438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use </a:t>
            </a:r>
            <a:r>
              <a:rPr lang="en-AU" sz="1600" dirty="0" err="1" smtClean="0"/>
              <a:t>Pythagorus</a:t>
            </a:r>
            <a:r>
              <a:rPr lang="en-AU" sz="1600" dirty="0" smtClean="0"/>
              <a:t>’ Theorem to determine whether a triangle is a right angled triangle?</a:t>
            </a:r>
            <a:endParaRPr lang="en-AU" sz="1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3789040"/>
            <a:ext cx="4680520" cy="2027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66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Applying </a:t>
            </a:r>
            <a:r>
              <a:rPr lang="en-AU" sz="2800" dirty="0" err="1" smtClean="0"/>
              <a:t>Pythagorus</a:t>
            </a:r>
            <a:r>
              <a:rPr lang="en-AU" sz="2800" dirty="0" smtClean="0"/>
              <a:t>’ Theorem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</a:t>
            </a:r>
            <a:r>
              <a:rPr lang="en-AU" sz="2400" dirty="0" err="1" smtClean="0"/>
              <a:t>Pythagorus</a:t>
            </a:r>
            <a:r>
              <a:rPr lang="en-AU" sz="2400" dirty="0" smtClean="0"/>
              <a:t>’ Theorem be used to solve problems with triangles?</a:t>
            </a:r>
            <a:endParaRPr lang="en-A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1988841"/>
            <a:ext cx="5999740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66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Applying </a:t>
            </a:r>
            <a:r>
              <a:rPr lang="en-AU" sz="2800" dirty="0" err="1" smtClean="0"/>
              <a:t>Pythagorus</a:t>
            </a:r>
            <a:r>
              <a:rPr lang="en-AU" sz="2800" dirty="0" smtClean="0"/>
              <a:t>’ Theorem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</a:t>
            </a:r>
            <a:r>
              <a:rPr lang="en-AU" sz="2400" dirty="0" err="1" smtClean="0"/>
              <a:t>Pythagorus</a:t>
            </a:r>
            <a:r>
              <a:rPr lang="en-AU" sz="2400" dirty="0" smtClean="0"/>
              <a:t>’ Theorem be used to solve problems with triangles?</a:t>
            </a:r>
            <a:endParaRPr lang="en-A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1988841"/>
            <a:ext cx="5999740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0" y="3933056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does </a:t>
            </a:r>
            <a:r>
              <a:rPr lang="en-AU" sz="1600" dirty="0" err="1" smtClean="0"/>
              <a:t>Pythagorus</a:t>
            </a:r>
            <a:r>
              <a:rPr lang="en-AU" sz="1600" dirty="0" smtClean="0"/>
              <a:t>’ Theorem help us solve other problems?</a:t>
            </a:r>
            <a:endParaRPr lang="en-AU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4221088"/>
            <a:ext cx="5976664" cy="2010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66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Applying </a:t>
            </a:r>
            <a:r>
              <a:rPr lang="en-AU" sz="2800" dirty="0" err="1" smtClean="0"/>
              <a:t>Pythagorus</a:t>
            </a:r>
            <a:r>
              <a:rPr lang="en-AU" sz="2800" dirty="0" smtClean="0"/>
              <a:t>’ Theorem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</a:t>
            </a:r>
            <a:r>
              <a:rPr lang="en-AU" sz="2400" dirty="0" err="1" smtClean="0"/>
              <a:t>Pythagorus</a:t>
            </a:r>
            <a:r>
              <a:rPr lang="en-AU" sz="2400" dirty="0" smtClean="0"/>
              <a:t>’ Theorem be used to solve problems with triangles?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1988840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does </a:t>
            </a:r>
            <a:r>
              <a:rPr lang="en-AU" sz="1600" dirty="0" err="1" smtClean="0"/>
              <a:t>Pythagorus</a:t>
            </a:r>
            <a:r>
              <a:rPr lang="en-AU" sz="1600" dirty="0" smtClean="0"/>
              <a:t>’ Theorem help us solve other problems?</a:t>
            </a:r>
            <a:endParaRPr lang="en-AU" sz="1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1988840"/>
            <a:ext cx="5956221" cy="1512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3" y="3573017"/>
            <a:ext cx="6035220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764704"/>
            <a:ext cx="6768752" cy="3221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005064"/>
            <a:ext cx="7848872" cy="2575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836711"/>
            <a:ext cx="7416824" cy="5165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" y="1366838"/>
            <a:ext cx="902970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661248"/>
            <a:ext cx="915352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04328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 smtClean="0"/>
              <a:t>Answers</a:t>
            </a:r>
            <a:endParaRPr lang="en-AU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692696"/>
            <a:ext cx="6477011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5229200"/>
            <a:ext cx="1895611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34390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1564</TotalTime>
  <Words>256</Words>
  <Application>Microsoft Office PowerPoint</Application>
  <PresentationFormat>On-screen Show (4:3)</PresentationFormat>
  <Paragraphs>79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Measurement Interactive Notebook</vt:lpstr>
      <vt:lpstr>Slide 2</vt:lpstr>
      <vt:lpstr>Slide 3</vt:lpstr>
      <vt:lpstr>Slide 4</vt:lpstr>
      <vt:lpstr>Slide 5</vt:lpstr>
      <vt:lpstr>Slide 6</vt:lpstr>
      <vt:lpstr>Slide 7</vt:lpstr>
      <vt:lpstr>Slide 8</vt:lpstr>
      <vt:lpstr>Questions</vt:lpstr>
      <vt:lpstr>Questions</vt:lpstr>
      <vt:lpstr>Questions</vt:lpstr>
      <vt:lpstr>Slide 12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81</cp:revision>
  <dcterms:created xsi:type="dcterms:W3CDTF">2014-05-14T02:58:57Z</dcterms:created>
  <dcterms:modified xsi:type="dcterms:W3CDTF">2015-07-15T02:58:43Z</dcterms:modified>
</cp:coreProperties>
</file>