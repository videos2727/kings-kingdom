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59" r:id="rId3"/>
    <p:sldId id="258" r:id="rId4"/>
    <p:sldId id="303" r:id="rId5"/>
    <p:sldId id="333" r:id="rId6"/>
    <p:sldId id="334" r:id="rId7"/>
    <p:sldId id="335" r:id="rId8"/>
    <p:sldId id="336" r:id="rId9"/>
    <p:sldId id="327" r:id="rId10"/>
    <p:sldId id="332" r:id="rId11"/>
    <p:sldId id="337" r:id="rId12"/>
    <p:sldId id="338" r:id="rId13"/>
    <p:sldId id="325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6625" autoAdjust="0"/>
  </p:normalViewPr>
  <p:slideViewPr>
    <p:cSldViewPr>
      <p:cViewPr>
        <p:scale>
          <a:sx n="75" d="100"/>
          <a:sy n="75" d="100"/>
        </p:scale>
        <p:origin x="-2664" y="-9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15/07/2015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15/07/2015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 Mr Evans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97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Trigonometric Ratios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Trig Ratios and how do they help us determine the lengths of sides in right angled triangles?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843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What are the Trig Ratios?</a:t>
            </a:r>
            <a:endParaRPr lang="en-AU" sz="16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988841"/>
            <a:ext cx="5976664" cy="2109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97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Trigonometric Ratios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Trig Ratios and how do they help us determine the lengths of sides in right angled triangles?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843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What are the Trig Ratios?</a:t>
            </a:r>
            <a:endParaRPr lang="en-AU" sz="16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988841"/>
            <a:ext cx="5976664" cy="2109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5" y="4149081"/>
            <a:ext cx="5832647" cy="80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97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Trigonometric Ratios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Trig Ratios and how do they help us determine the lengths of sides in right angled triangles?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use</a:t>
            </a:r>
            <a:r>
              <a:rPr lang="en-AU" sz="1600" dirty="0" smtClean="0"/>
              <a:t> the Trig Ratios to find values in a triangle?</a:t>
            </a:r>
            <a:endParaRPr lang="en-AU" sz="1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2060848"/>
            <a:ext cx="5832647" cy="80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2924944"/>
            <a:ext cx="588645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97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Trigonometric Ratios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Trig Ratios and how do they help us determine the lengths of sides in right angled triangles?</a:t>
            </a:r>
            <a:endParaRPr lang="en-AU" sz="2400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1840" y="1988840"/>
            <a:ext cx="6070769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0" y="1988840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use</a:t>
            </a:r>
            <a:r>
              <a:rPr lang="en-AU" sz="1600" dirty="0" smtClean="0"/>
              <a:t> the Trig Ratios to find values in a triangle?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97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Trigonometric Ratios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Trig Ratios and how do they help us determine the lengths of sides in right angled triangles?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2060848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use</a:t>
            </a:r>
            <a:r>
              <a:rPr lang="en-AU" sz="1600" dirty="0" smtClean="0"/>
              <a:t> the Trig Ratios to find values in a triangle?</a:t>
            </a:r>
            <a:endParaRPr lang="en-AU" sz="16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2060848"/>
            <a:ext cx="5969290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5" y="4437112"/>
            <a:ext cx="5760640" cy="2293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980728"/>
            <a:ext cx="867727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708920"/>
            <a:ext cx="8010525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4077072"/>
            <a:ext cx="669607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96752"/>
            <a:ext cx="8705850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836712"/>
            <a:ext cx="7344816" cy="593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 smtClean="0"/>
              <a:t>Questions</a:t>
            </a:r>
            <a:endParaRPr lang="en-AU" sz="36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96752"/>
            <a:ext cx="8505825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573016"/>
            <a:ext cx="861060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412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504328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 smtClean="0"/>
              <a:t>Answers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xmlns="" val="134390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1651</TotalTime>
  <Words>289</Words>
  <Application>Microsoft Office PowerPoint</Application>
  <PresentationFormat>On-screen Show (4:3)</PresentationFormat>
  <Paragraphs>80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My Measurement Interactive Notebook</vt:lpstr>
      <vt:lpstr>Slide 2</vt:lpstr>
      <vt:lpstr>Slide 3</vt:lpstr>
      <vt:lpstr>Slide 4</vt:lpstr>
      <vt:lpstr>Slide 5</vt:lpstr>
      <vt:lpstr>Slide 6</vt:lpstr>
      <vt:lpstr>Slide 7</vt:lpstr>
      <vt:lpstr>Slide 8</vt:lpstr>
      <vt:lpstr>Questions</vt:lpstr>
      <vt:lpstr>Questions</vt:lpstr>
      <vt:lpstr>Questions</vt:lpstr>
      <vt:lpstr>Questions</vt:lpstr>
      <vt:lpstr>Slide 13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90</cp:revision>
  <dcterms:created xsi:type="dcterms:W3CDTF">2014-05-14T02:58:57Z</dcterms:created>
  <dcterms:modified xsi:type="dcterms:W3CDTF">2015-07-15T04:25:36Z</dcterms:modified>
</cp:coreProperties>
</file>