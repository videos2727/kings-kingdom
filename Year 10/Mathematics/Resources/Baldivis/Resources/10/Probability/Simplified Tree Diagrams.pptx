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304" r:id="rId3"/>
    <p:sldId id="259" r:id="rId4"/>
    <p:sldId id="258" r:id="rId5"/>
    <p:sldId id="320" r:id="rId6"/>
    <p:sldId id="335" r:id="rId7"/>
    <p:sldId id="336" r:id="rId8"/>
    <p:sldId id="313" r:id="rId9"/>
    <p:sldId id="334" r:id="rId10"/>
    <p:sldId id="337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0648"/>
            <a:ext cx="1919259" cy="18306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6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81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Simplified 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Simplified </a:t>
            </a:r>
            <a:r>
              <a:rPr lang="en-AU" sz="2400" dirty="0" smtClean="0"/>
              <a:t>Tree Diagram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is a Simplified Tree Diagram different to a normal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A simplified tree diagram shows repeated branches on a normal tree diagram as single branches. You write a fraction in the combined branch. The numerator shows the number of repeated branches that have been combined. The denominator shows the original number of branches before combination.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81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Simplified 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Simplified </a:t>
            </a:r>
            <a:r>
              <a:rPr lang="en-AU" sz="2400" dirty="0" smtClean="0"/>
              <a:t>Tree Diagram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is a Simplified Tree Diagram different to a normal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483768" y="1916832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A simplified tree diagram shows repeated branches on a normal tree diagram as single branches. You write a fraction in the combined branch. The numerator shows the number of repeated branches that have been combined. The denominator shows the original number of branches before combination.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555776" y="3284984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srgbClr val="002060"/>
                </a:solidFill>
              </a:rPr>
              <a:t>Example</a:t>
            </a:r>
            <a:endParaRPr lang="en-AU" sz="1600" dirty="0">
              <a:solidFill>
                <a:srgbClr val="00206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3573016"/>
            <a:ext cx="6426714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81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Simplified 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a Simplified </a:t>
            </a:r>
            <a:r>
              <a:rPr lang="en-AU" sz="2400" dirty="0" smtClean="0"/>
              <a:t>Tree Diagram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is a Simplified Tree Diagram different to a normal </a:t>
            </a:r>
            <a:r>
              <a:rPr lang="en-AU" sz="1600" dirty="0" smtClean="0"/>
              <a:t>tree diagram</a:t>
            </a:r>
            <a:r>
              <a:rPr lang="en-AU" sz="1600" dirty="0" smtClean="0"/>
              <a:t>?</a:t>
            </a:r>
            <a:endParaRPr lang="en-AU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1988840"/>
            <a:ext cx="4596892" cy="4869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2644199" cy="2572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303565"/>
            <a:ext cx="5688632" cy="355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332422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556792"/>
            <a:ext cx="359092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052735"/>
            <a:ext cx="3240360" cy="5639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297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Slide 7</vt:lpstr>
      <vt:lpstr>Task</vt:lpstr>
      <vt:lpstr>Answers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88</cp:revision>
  <dcterms:created xsi:type="dcterms:W3CDTF">2014-05-14T02:58:57Z</dcterms:created>
  <dcterms:modified xsi:type="dcterms:W3CDTF">2015-06-14T05:42:35Z</dcterms:modified>
</cp:coreProperties>
</file>