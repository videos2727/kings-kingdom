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304" r:id="rId3"/>
    <p:sldId id="259" r:id="rId4"/>
    <p:sldId id="258" r:id="rId5"/>
    <p:sldId id="303" r:id="rId6"/>
    <p:sldId id="320" r:id="rId7"/>
    <p:sldId id="313" r:id="rId8"/>
    <p:sldId id="319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24/06/2015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919258" cy="183063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Mr Evans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11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Conditional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calculate conditional probability?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267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conditional probability?</a:t>
            </a:r>
            <a:endParaRPr lang="en-AU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1988840"/>
            <a:ext cx="6543186" cy="1236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Captur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83769" y="3284984"/>
            <a:ext cx="4176464" cy="35806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511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Conditional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calculate conditional probability?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267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conditional probability?</a:t>
            </a:r>
            <a:endParaRPr lang="en-AU" sz="1600" dirty="0"/>
          </a:p>
        </p:txBody>
      </p:sp>
      <p:pic>
        <p:nvPicPr>
          <p:cNvPr id="15" name="Picture 14" descr="Capture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9752" y="1988840"/>
            <a:ext cx="5148808" cy="353980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899592" y="1268760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Complete Numbers 1,2 and 6 from pages 256 – 257 in the text book.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163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Probability Interactive Notebook</vt:lpstr>
      <vt:lpstr>Create your own front page</vt:lpstr>
      <vt:lpstr>Slide 3</vt:lpstr>
      <vt:lpstr>Slide 4</vt:lpstr>
      <vt:lpstr>Slide 5</vt:lpstr>
      <vt:lpstr>Slide 6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82</cp:revision>
  <dcterms:created xsi:type="dcterms:W3CDTF">2014-05-14T02:58:57Z</dcterms:created>
  <dcterms:modified xsi:type="dcterms:W3CDTF">2015-06-24T12:01:03Z</dcterms:modified>
</cp:coreProperties>
</file>