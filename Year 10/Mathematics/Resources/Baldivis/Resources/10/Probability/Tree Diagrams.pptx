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04" r:id="rId3"/>
    <p:sldId id="259" r:id="rId4"/>
    <p:sldId id="258" r:id="rId5"/>
    <p:sldId id="320" r:id="rId6"/>
    <p:sldId id="331" r:id="rId7"/>
    <p:sldId id="332" r:id="rId8"/>
    <p:sldId id="333" r:id="rId9"/>
    <p:sldId id="313" r:id="rId10"/>
    <p:sldId id="318" r:id="rId11"/>
    <p:sldId id="319" r:id="rId12"/>
    <p:sldId id="334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14/06/2015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60648"/>
            <a:ext cx="1919259" cy="18306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 Evans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6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When and why do we use </a:t>
            </a:r>
            <a:r>
              <a:rPr lang="en-AU" sz="2400" dirty="0" smtClean="0"/>
              <a:t>Tree Diagrams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When is it appropriate to use a </a:t>
            </a:r>
            <a:r>
              <a:rPr lang="en-AU" sz="1600" dirty="0" smtClean="0"/>
              <a:t>tree diagram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483768" y="1916832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Tree diagrams are useful for situations in stages. If one part occurs before another, or you can consider it like that, then a tree diagram is a useful way to visualise the problem.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When and why do we use </a:t>
            </a:r>
            <a:r>
              <a:rPr lang="en-AU" sz="2400" dirty="0" smtClean="0"/>
              <a:t>Tree Diagrams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When is it appropriate to use a </a:t>
            </a:r>
            <a:r>
              <a:rPr lang="en-AU" sz="1600" dirty="0" smtClean="0"/>
              <a:t>tree diagram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483768" y="1916832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Tree diagrams are useful for situations in stages. If one part occurs before another, or you can consider it like that, then a tree diagram is a useful way to visualise the problem.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483768" y="2780928"/>
            <a:ext cx="65527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 events involving removal of objects from a group, you need to decide whether or not the situation involves </a:t>
            </a:r>
            <a:r>
              <a:rPr lang="en-AU" sz="1600" dirty="0" smtClean="0">
                <a:solidFill>
                  <a:srgbClr val="FF0000"/>
                </a:solidFill>
              </a:rPr>
              <a:t>replacement</a:t>
            </a:r>
            <a:r>
              <a:rPr lang="en-AU" sz="1600" dirty="0" smtClean="0"/>
              <a:t>. Tree diagrams where there is no replacement have fewer branches at each stage. Those involving replacement have the same number of branches at each node.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When and why do we use </a:t>
            </a:r>
            <a:r>
              <a:rPr lang="en-AU" sz="2400" dirty="0" smtClean="0"/>
              <a:t>Tree Diagrams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When is it appropriate to use a </a:t>
            </a:r>
            <a:r>
              <a:rPr lang="en-AU" sz="1600" dirty="0" smtClean="0"/>
              <a:t>tree diagram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483768" y="1916832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Tree diagrams are useful for situations in stages. If one part occurs before another, or you can consider it like that, then a tree diagram is a useful way to visualise the problem.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483768" y="2780928"/>
            <a:ext cx="65527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 events involving removal of objects from a group, you need to decide whether or not the situation involves </a:t>
            </a:r>
            <a:r>
              <a:rPr lang="en-AU" sz="1600" dirty="0" smtClean="0">
                <a:solidFill>
                  <a:srgbClr val="FF0000"/>
                </a:solidFill>
              </a:rPr>
              <a:t>replacement</a:t>
            </a:r>
            <a:r>
              <a:rPr lang="en-AU" sz="1600" dirty="0" smtClean="0"/>
              <a:t>. Tree diagrams where there is no replacement have fewer branches at each stage. Those involving replacement have the same number of branches at each node.</a:t>
            </a:r>
            <a:endParaRPr lang="en-AU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4221088"/>
            <a:ext cx="6354839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2627784" y="3861048"/>
            <a:ext cx="288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srgbClr val="002060"/>
                </a:solidFill>
              </a:rPr>
              <a:t>Example.</a:t>
            </a:r>
            <a:endParaRPr lang="en-AU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When and why do we use </a:t>
            </a:r>
            <a:r>
              <a:rPr lang="en-AU" sz="2400" dirty="0" smtClean="0"/>
              <a:t>Tree Diagrams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When is it appropriate to use a </a:t>
            </a:r>
            <a:r>
              <a:rPr lang="en-AU" sz="1600" dirty="0" smtClean="0"/>
              <a:t>tree diagram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1957241"/>
            <a:ext cx="4820964" cy="490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68760"/>
            <a:ext cx="714375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509120"/>
            <a:ext cx="44196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340768"/>
            <a:ext cx="600075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360997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1268760"/>
            <a:ext cx="361950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340768"/>
            <a:ext cx="355282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068960"/>
            <a:ext cx="337185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433</Words>
  <Application>Microsoft Office PowerPoint</Application>
  <PresentationFormat>On-screen Show (4:3)</PresentationFormat>
  <Paragraphs>85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Probability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Task</vt:lpstr>
      <vt:lpstr>Task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86</cp:revision>
  <dcterms:created xsi:type="dcterms:W3CDTF">2014-05-14T02:58:57Z</dcterms:created>
  <dcterms:modified xsi:type="dcterms:W3CDTF">2015-06-14T05:27:31Z</dcterms:modified>
</cp:coreProperties>
</file>