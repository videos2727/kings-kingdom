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72" r:id="rId5"/>
    <p:sldId id="258" r:id="rId6"/>
    <p:sldId id="261" r:id="rId7"/>
    <p:sldId id="269" r:id="rId8"/>
    <p:sldId id="262" r:id="rId9"/>
    <p:sldId id="267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9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1AB68-0BCE-40CF-8A92-54E94E5D3261}" type="datetimeFigureOut">
              <a:rPr lang="en-US" smtClean="0"/>
              <a:pPr/>
              <a:t>7/20/2015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A06B3-DD30-4973-9338-5F5DABAE77AF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Problem Solving Using Area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</a:t>
            </a:r>
          </a:p>
          <a:p>
            <a:pPr algn="l"/>
            <a:r>
              <a:rPr lang="en-AU" dirty="0" smtClean="0"/>
              <a:t>Class</a:t>
            </a:r>
          </a:p>
          <a:p>
            <a:pPr algn="l"/>
            <a:r>
              <a:rPr lang="en-AU" dirty="0" smtClean="0"/>
              <a:t>Teacher</a:t>
            </a:r>
          </a:p>
          <a:p>
            <a:pPr algn="l"/>
            <a:r>
              <a:rPr lang="en-AU" dirty="0" smtClean="0"/>
              <a:t>Term 3 Semester 2</a:t>
            </a:r>
            <a:endParaRPr lang="en-AU" dirty="0"/>
          </a:p>
        </p:txBody>
      </p:sp>
      <p:cxnSp>
        <p:nvCxnSpPr>
          <p:cNvPr id="6" name="Curved Connector 5"/>
          <p:cNvCxnSpPr/>
          <p:nvPr/>
        </p:nvCxnSpPr>
        <p:spPr>
          <a:xfrm>
            <a:off x="6500826" y="4214818"/>
            <a:ext cx="1500198" cy="642942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vision 6"/>
          <p:cNvSpPr/>
          <p:nvPr/>
        </p:nvSpPr>
        <p:spPr>
          <a:xfrm>
            <a:off x="7500958" y="500042"/>
            <a:ext cx="914400" cy="914400"/>
          </a:xfrm>
          <a:prstGeom prst="mathDivid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Multiply 7"/>
          <p:cNvSpPr/>
          <p:nvPr/>
        </p:nvSpPr>
        <p:spPr>
          <a:xfrm>
            <a:off x="785786" y="428604"/>
            <a:ext cx="914400" cy="9144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24-Point Star 8"/>
          <p:cNvSpPr/>
          <p:nvPr/>
        </p:nvSpPr>
        <p:spPr>
          <a:xfrm>
            <a:off x="571472" y="5572140"/>
            <a:ext cx="914400" cy="91440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Flowchart: Magnetic Disk 9"/>
          <p:cNvSpPr/>
          <p:nvPr/>
        </p:nvSpPr>
        <p:spPr>
          <a:xfrm>
            <a:off x="7143768" y="5857892"/>
            <a:ext cx="914400" cy="61264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Flowchart: Punched Tape 10"/>
          <p:cNvSpPr/>
          <p:nvPr/>
        </p:nvSpPr>
        <p:spPr>
          <a:xfrm>
            <a:off x="4214810" y="571480"/>
            <a:ext cx="914400" cy="804672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AU" dirty="0" smtClean="0"/>
              <a:t>It needs to contain the following</a:t>
            </a:r>
          </a:p>
          <a:p>
            <a:pPr>
              <a:buFontTx/>
              <a:buChar char="-"/>
            </a:pPr>
            <a:r>
              <a:rPr lang="en-AU" dirty="0" smtClean="0"/>
              <a:t>My measurement interactive note book</a:t>
            </a:r>
          </a:p>
          <a:p>
            <a:pPr>
              <a:buFontTx/>
              <a:buChar char="-"/>
            </a:pPr>
            <a:r>
              <a:rPr lang="en-AU" dirty="0" smtClean="0"/>
              <a:t>Name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Teacher’s name</a:t>
            </a:r>
          </a:p>
          <a:p>
            <a:pPr>
              <a:buFontTx/>
              <a:buChar char="-"/>
            </a:pPr>
            <a:r>
              <a:rPr lang="en-AU" dirty="0" smtClean="0"/>
              <a:t>Semester 2 Term 3</a:t>
            </a:r>
          </a:p>
          <a:p>
            <a:pPr>
              <a:buFontTx/>
              <a:buChar char="-"/>
            </a:pPr>
            <a:r>
              <a:rPr lang="en-AU" dirty="0" smtClean="0"/>
              <a:t>Page 1</a:t>
            </a:r>
          </a:p>
          <a:p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area of different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area of 2 dimensional shapes?</a:t>
            </a:r>
            <a:endParaRPr lang="en-AU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5483" y="1950169"/>
            <a:ext cx="5988517" cy="49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/>
          <p:nvPr/>
        </p:nvSpPr>
        <p:spPr>
          <a:xfrm>
            <a:off x="1571604" y="285728"/>
            <a:ext cx="4429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Area - Reminder</a:t>
            </a:r>
            <a:endParaRPr lang="en-AU" sz="2800" dirty="0"/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928670"/>
            <a:ext cx="5686425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4572008"/>
            <a:ext cx="5562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000232" y="214290"/>
            <a:ext cx="5286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Example</a:t>
            </a:r>
            <a:endParaRPr lang="en-AU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43050"/>
            <a:ext cx="238125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928670"/>
            <a:ext cx="469582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0430" y="2786058"/>
            <a:ext cx="52482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5048250"/>
            <a:ext cx="530542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2571736" y="214290"/>
            <a:ext cx="3643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Task</a:t>
            </a:r>
            <a:endParaRPr lang="en-AU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696325" cy="63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3439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780" y="341048"/>
            <a:ext cx="8984219" cy="5659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endParaRPr lang="en-AU" dirty="0" smtClean="0"/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114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Problem Solving Using Area 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Notes Review</vt:lpstr>
      <vt:lpstr>Homework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Using Area and Volume</dc:title>
  <dc:creator>Steve</dc:creator>
  <cp:lastModifiedBy>Steve</cp:lastModifiedBy>
  <cp:revision>21</cp:revision>
  <dcterms:created xsi:type="dcterms:W3CDTF">2015-07-19T05:35:03Z</dcterms:created>
  <dcterms:modified xsi:type="dcterms:W3CDTF">2015-07-20T02:51:00Z</dcterms:modified>
</cp:coreProperties>
</file>