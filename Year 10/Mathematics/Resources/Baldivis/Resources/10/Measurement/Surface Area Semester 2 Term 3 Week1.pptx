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9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8CC89-EE4B-4C57-8E2E-6F47346C76B4}" type="datetimeFigureOut">
              <a:rPr lang="en-US" smtClean="0"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6DD9B-7A89-42DD-963F-BB7D30AA02D5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Problem Solving using Area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21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Problem Solving using Area</vt:lpstr>
      <vt:lpstr>Slide 2</vt:lpstr>
      <vt:lpstr>Slide 3</vt:lpstr>
      <vt:lpstr>Slide 4</vt:lpstr>
      <vt:lpstr>Slide 5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</dc:creator>
  <cp:lastModifiedBy>Steve</cp:lastModifiedBy>
  <cp:revision>3</cp:revision>
  <dcterms:created xsi:type="dcterms:W3CDTF">2015-07-20T02:17:38Z</dcterms:created>
  <dcterms:modified xsi:type="dcterms:W3CDTF">2015-07-20T03:03:17Z</dcterms:modified>
</cp:coreProperties>
</file>