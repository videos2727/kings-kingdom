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03" r:id="rId5"/>
    <p:sldId id="321" r:id="rId6"/>
    <p:sldId id="327" r:id="rId7"/>
    <p:sldId id="325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2664" y="-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28/06/2015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</a:t>
            </a:r>
            <a:r>
              <a:rPr lang="en-AU" sz="2400" dirty="0" smtClean="0"/>
              <a:t>find the </a:t>
            </a:r>
            <a:r>
              <a:rPr lang="en-AU" sz="2400" dirty="0" smtClean="0"/>
              <a:t>area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</a:t>
            </a:r>
            <a:r>
              <a:rPr lang="en-AU" sz="1600" dirty="0" smtClean="0"/>
              <a:t>find the area of 2 dimensional shapes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483" y="1950169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5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9632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108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Measurement Interactive Notebook</vt:lpstr>
      <vt:lpstr>Slide 2</vt:lpstr>
      <vt:lpstr>Slide 3</vt:lpstr>
      <vt:lpstr>Slide 4</vt:lpstr>
      <vt:lpstr>Questions</vt:lpstr>
      <vt:lpstr>Questions</vt:lpstr>
      <vt:lpstr>Slide 7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76</cp:revision>
  <dcterms:created xsi:type="dcterms:W3CDTF">2014-05-14T02:58:57Z</dcterms:created>
  <dcterms:modified xsi:type="dcterms:W3CDTF">2015-06-28T09:21:32Z</dcterms:modified>
</cp:coreProperties>
</file>