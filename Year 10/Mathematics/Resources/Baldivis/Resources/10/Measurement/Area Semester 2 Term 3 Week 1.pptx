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31" r:id="rId5"/>
    <p:sldId id="303" r:id="rId6"/>
    <p:sldId id="330" r:id="rId7"/>
    <p:sldId id="321" r:id="rId8"/>
    <p:sldId id="327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76" autoAdjust="0"/>
    <p:restoredTop sz="96595" autoAdjust="0"/>
  </p:normalViewPr>
  <p:slideViewPr>
    <p:cSldViewPr>
      <p:cViewPr>
        <p:scale>
          <a:sx n="75" d="100"/>
          <a:sy n="75" d="100"/>
        </p:scale>
        <p:origin x="-72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19/07/2015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19/07/2015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785794"/>
            <a:ext cx="450532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357422" y="214290"/>
            <a:ext cx="450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Converting Units of Measurement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3214686"/>
            <a:ext cx="570547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area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area of 2 dimensional shapes?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5483" y="1950169"/>
            <a:ext cx="5988517" cy="49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728"/>
            <a:ext cx="60198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357562"/>
            <a:ext cx="5762625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5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3348</TotalTime>
  <Words>111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Measurement Interactive Notebook</vt:lpstr>
      <vt:lpstr>Slide 2</vt:lpstr>
      <vt:lpstr>Slide 3</vt:lpstr>
      <vt:lpstr>Slide 4</vt:lpstr>
      <vt:lpstr>Slide 5</vt:lpstr>
      <vt:lpstr>Slide 6</vt:lpstr>
      <vt:lpstr>Questions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Steve</cp:lastModifiedBy>
  <cp:revision>95</cp:revision>
  <dcterms:created xsi:type="dcterms:W3CDTF">2014-05-14T02:58:57Z</dcterms:created>
  <dcterms:modified xsi:type="dcterms:W3CDTF">2015-07-20T11:56:01Z</dcterms:modified>
</cp:coreProperties>
</file>