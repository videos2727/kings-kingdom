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1" d="100"/>
          <a:sy n="61" d="100"/>
        </p:scale>
        <p:origin x="-2070" y="2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D871-ED3D-4E6E-B359-FCC2AE7B1710}" type="datetimeFigureOut">
              <a:rPr lang="en-GB" smtClean="0"/>
              <a:t>19/07/2016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BCEF-118C-427E-B8AD-3E47E3481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717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D871-ED3D-4E6E-B359-FCC2AE7B1710}" type="datetimeFigureOut">
              <a:rPr lang="en-GB" smtClean="0"/>
              <a:t>19/07/2016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BCEF-118C-427E-B8AD-3E47E3481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38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D871-ED3D-4E6E-B359-FCC2AE7B1710}" type="datetimeFigureOut">
              <a:rPr lang="en-GB" smtClean="0"/>
              <a:t>19/07/2016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BCEF-118C-427E-B8AD-3E47E3481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0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D871-ED3D-4E6E-B359-FCC2AE7B1710}" type="datetimeFigureOut">
              <a:rPr lang="en-GB" smtClean="0"/>
              <a:t>19/07/2016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BCEF-118C-427E-B8AD-3E47E3481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603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D871-ED3D-4E6E-B359-FCC2AE7B1710}" type="datetimeFigureOut">
              <a:rPr lang="en-GB" smtClean="0"/>
              <a:t>19/07/2016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BCEF-118C-427E-B8AD-3E47E3481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9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D871-ED3D-4E6E-B359-FCC2AE7B1710}" type="datetimeFigureOut">
              <a:rPr lang="en-GB" smtClean="0"/>
              <a:t>19/07/2016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BCEF-118C-427E-B8AD-3E47E3481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533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D871-ED3D-4E6E-B359-FCC2AE7B1710}" type="datetimeFigureOut">
              <a:rPr lang="en-GB" smtClean="0"/>
              <a:t>19/07/2016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BCEF-118C-427E-B8AD-3E47E3481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965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D871-ED3D-4E6E-B359-FCC2AE7B1710}" type="datetimeFigureOut">
              <a:rPr lang="en-GB" smtClean="0"/>
              <a:t>19/07/2016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BCEF-118C-427E-B8AD-3E47E3481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334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D871-ED3D-4E6E-B359-FCC2AE7B1710}" type="datetimeFigureOut">
              <a:rPr lang="en-GB" smtClean="0"/>
              <a:t>19/07/2016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BCEF-118C-427E-B8AD-3E47E3481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949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D871-ED3D-4E6E-B359-FCC2AE7B1710}" type="datetimeFigureOut">
              <a:rPr lang="en-GB" smtClean="0"/>
              <a:t>19/07/2016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BCEF-118C-427E-B8AD-3E47E3481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85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D871-ED3D-4E6E-B359-FCC2AE7B1710}" type="datetimeFigureOut">
              <a:rPr lang="en-GB" smtClean="0"/>
              <a:t>19/07/2016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EBCEF-118C-427E-B8AD-3E47E3481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24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ED871-ED3D-4E6E-B359-FCC2AE7B1710}" type="datetimeFigureOut">
              <a:rPr lang="en-GB" smtClean="0"/>
              <a:t>19/07/2016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EBCEF-118C-427E-B8AD-3E47E3481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869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60648" y="611560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An increase of 12%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0648" y="1475656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An increase of 9%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0648" y="2339752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 decrease of 9%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648" y="3203848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An increase of  43%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0648" y="4067944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 decrease of 88%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0648" y="4932040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 decrease of 57%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0648" y="5796136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 shop offering 20% off all prices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0648" y="6660232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 city where the population has gone up by 3%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0648" y="7524328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 teacher who receives a pay rise of 1%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0648" y="8388424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 year where there was 4% less rainfall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789040" y="611560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chemeClr val="tx1"/>
                </a:solidFill>
              </a:rPr>
              <a:t>0.12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789040" y="1475656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chemeClr val="tx1"/>
                </a:solidFill>
              </a:rPr>
              <a:t>0.91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89040" y="2339752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chemeClr val="tx1"/>
                </a:solidFill>
              </a:rPr>
              <a:t>1.03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789040" y="3203848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chemeClr val="tx1"/>
                </a:solidFill>
              </a:rPr>
              <a:t>1.12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789040" y="4067944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chemeClr val="tx1"/>
                </a:solidFill>
              </a:rPr>
              <a:t>0.96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789040" y="4932040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chemeClr val="tx1"/>
                </a:solidFill>
              </a:rPr>
              <a:t>1.01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789040" y="5796136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chemeClr val="tx1"/>
                </a:solidFill>
              </a:rPr>
              <a:t>0.8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89040" y="6660232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chemeClr val="tx1"/>
                </a:solidFill>
              </a:rPr>
              <a:t>0.43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789040" y="7524328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chemeClr val="tx1"/>
                </a:solidFill>
              </a:rPr>
              <a:t>1.43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789040" y="8388424"/>
            <a:ext cx="288032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solidFill>
                  <a:schemeClr val="tx1"/>
                </a:solidFill>
              </a:rPr>
              <a:t>1.09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dirty="0" smtClean="0"/>
              <a:t>PERCENTAGE CHANGE</a:t>
            </a:r>
            <a:endParaRPr lang="en-GB" sz="2800" u="sng" dirty="0"/>
          </a:p>
        </p:txBody>
      </p:sp>
      <p:sp>
        <p:nvSpPr>
          <p:cNvPr id="27" name="TextBox 26"/>
          <p:cNvSpPr txBox="1"/>
          <p:nvPr/>
        </p:nvSpPr>
        <p:spPr>
          <a:xfrm>
            <a:off x="3456384" y="-2329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dirty="0" smtClean="0"/>
              <a:t>MULTIPLIER</a:t>
            </a:r>
            <a:endParaRPr lang="en-GB" sz="2800" u="sng" dirty="0"/>
          </a:p>
        </p:txBody>
      </p:sp>
    </p:spTree>
    <p:extLst>
      <p:ext uri="{BB962C8B-B14F-4D97-AF65-F5344CB8AC3E}">
        <p14:creationId xmlns:p14="http://schemas.microsoft.com/office/powerpoint/2010/main" val="3597260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81</Words>
  <Application>Microsoft Office PowerPoint</Application>
  <PresentationFormat>On-screen Show (4:3)</PresentationFormat>
  <Paragraphs>22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Burke</dc:creator>
  <cp:lastModifiedBy>RUST Joanne</cp:lastModifiedBy>
  <cp:revision>2</cp:revision>
  <dcterms:created xsi:type="dcterms:W3CDTF">2012-02-03T00:07:52Z</dcterms:created>
  <dcterms:modified xsi:type="dcterms:W3CDTF">2016-07-19T11:48:49Z</dcterms:modified>
</cp:coreProperties>
</file>