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03" r:id="rId5"/>
    <p:sldId id="324" r:id="rId6"/>
    <p:sldId id="325" r:id="rId7"/>
    <p:sldId id="321" r:id="rId8"/>
    <p:sldId id="323" r:id="rId9"/>
    <p:sldId id="322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1230" y="-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19/07/2016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19/07/2016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19/07/2016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19/07/2016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19/07/2016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 smtClean="0"/>
              <a:t>increase/decrease an </a:t>
            </a:r>
            <a:r>
              <a:rPr lang="en-AU" sz="2400" dirty="0" smtClean="0"/>
              <a:t>amounts </a:t>
            </a:r>
            <a:r>
              <a:rPr lang="en-AU" sz="2400" dirty="0" smtClean="0"/>
              <a:t>by a given percentage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55039" y="2081173"/>
            <a:ext cx="2688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percentage multiplier?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Find Multipliers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448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 smtClean="0"/>
              <a:t>increase/decrease an </a:t>
            </a:r>
            <a:r>
              <a:rPr lang="en-AU" sz="2400" dirty="0" smtClean="0"/>
              <a:t>amounts </a:t>
            </a:r>
            <a:r>
              <a:rPr lang="en-AU" sz="2400" dirty="0" smtClean="0"/>
              <a:t>by a given percentage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55039" y="2081173"/>
            <a:ext cx="2688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percentage multiplier?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64547" y="2081173"/>
                <a:ext cx="4131900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Increase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12%</m:t>
                    </m:r>
                    <m:r>
                      <a:rPr lang="en-AU" b="0" i="1" dirty="0" smtClean="0">
                        <a:latin typeface="Cambria Math"/>
                      </a:rPr>
                      <m:t>:</m:t>
                    </m:r>
                    <m:r>
                      <a:rPr lang="en-AU" i="1" dirty="0" smtClean="0">
                        <a:latin typeface="Cambria Math"/>
                      </a:rPr>
                      <m:t> 100%+12%</m:t>
                    </m:r>
                    <m:r>
                      <a:rPr lang="en-AU" b="0" i="1" dirty="0" smtClean="0">
                        <a:latin typeface="Cambria Math"/>
                      </a:rPr>
                      <m:t>=112%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Decrease </a:t>
                </a:r>
                <a:r>
                  <a:rPr lang="en-AU" dirty="0"/>
                  <a:t>by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/>
                      </a:rPr>
                      <m:t>12%: 100%</m:t>
                    </m:r>
                    <m:r>
                      <a:rPr lang="en-AU" b="0" i="1" dirty="0" smtClean="0">
                        <a:latin typeface="Cambria Math"/>
                      </a:rPr>
                      <m:t>−</m:t>
                    </m:r>
                    <m:r>
                      <a:rPr lang="en-AU" i="1" dirty="0">
                        <a:latin typeface="Cambria Math"/>
                      </a:rPr>
                      <m:t>12%=</m:t>
                    </m:r>
                    <m:r>
                      <a:rPr lang="en-AU" b="0" i="1" dirty="0" smtClean="0">
                        <a:latin typeface="Cambria Math"/>
                      </a:rPr>
                      <m:t>88</m:t>
                    </m:r>
                    <m:r>
                      <a:rPr lang="en-AU" i="1" dirty="0">
                        <a:latin typeface="Cambria Math"/>
                      </a:rPr>
                      <m:t>%</m:t>
                    </m:r>
                  </m:oMath>
                </a14:m>
                <a:endParaRPr lang="en-AU" dirty="0" smtClean="0"/>
              </a:p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547" y="2081173"/>
                <a:ext cx="413190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327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483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 smtClean="0"/>
              <a:t>increase/decrease an </a:t>
            </a:r>
            <a:r>
              <a:rPr lang="en-AU" sz="2400" dirty="0" smtClean="0"/>
              <a:t>amounts </a:t>
            </a:r>
            <a:r>
              <a:rPr lang="en-AU" sz="2400" dirty="0" smtClean="0"/>
              <a:t>by a given percentage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55039" y="2081173"/>
            <a:ext cx="2688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percentage multiplier?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64547" y="2081173"/>
                <a:ext cx="4131900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Increase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12%</m:t>
                    </m:r>
                    <m:r>
                      <a:rPr lang="en-AU" b="0" i="1" dirty="0" smtClean="0">
                        <a:latin typeface="Cambria Math"/>
                      </a:rPr>
                      <m:t>:</m:t>
                    </m:r>
                    <m:r>
                      <a:rPr lang="en-AU" i="1" dirty="0" smtClean="0">
                        <a:latin typeface="Cambria Math"/>
                      </a:rPr>
                      <m:t> 100%+12%</m:t>
                    </m:r>
                    <m:r>
                      <a:rPr lang="en-AU" b="0" i="1" dirty="0" smtClean="0">
                        <a:latin typeface="Cambria Math"/>
                      </a:rPr>
                      <m:t>=112%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Decrease </a:t>
                </a:r>
                <a:r>
                  <a:rPr lang="en-AU" dirty="0"/>
                  <a:t>by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/>
                      </a:rPr>
                      <m:t>12%: 100%</m:t>
                    </m:r>
                    <m:r>
                      <a:rPr lang="en-AU" b="0" i="1" dirty="0" smtClean="0">
                        <a:latin typeface="Cambria Math"/>
                      </a:rPr>
                      <m:t>−</m:t>
                    </m:r>
                    <m:r>
                      <a:rPr lang="en-AU" i="1" dirty="0">
                        <a:latin typeface="Cambria Math"/>
                      </a:rPr>
                      <m:t>12%=</m:t>
                    </m:r>
                    <m:r>
                      <a:rPr lang="en-AU" b="0" i="1" dirty="0" smtClean="0">
                        <a:latin typeface="Cambria Math"/>
                      </a:rPr>
                      <m:t>88</m:t>
                    </m:r>
                    <m:r>
                      <a:rPr lang="en-AU" i="1" dirty="0">
                        <a:latin typeface="Cambria Math"/>
                      </a:rPr>
                      <m:t>%</m:t>
                    </m:r>
                  </m:oMath>
                </a14:m>
                <a:endParaRPr lang="en-AU" dirty="0" smtClean="0"/>
              </a:p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547" y="2081173"/>
                <a:ext cx="413190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327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2"/>
          <p:cNvSpPr/>
          <p:nvPr/>
        </p:nvSpPr>
        <p:spPr>
          <a:xfrm>
            <a:off x="7196447" y="2081173"/>
            <a:ext cx="242728" cy="6463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7439175" y="2081173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accent3">
                    <a:lumMod val="75000"/>
                  </a:schemeClr>
                </a:solidFill>
              </a:rPr>
              <a:t>Then write as a decimal</a:t>
            </a:r>
            <a:endParaRPr lang="en-AU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502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 smtClean="0"/>
              <a:t>increase/decrease an </a:t>
            </a:r>
            <a:r>
              <a:rPr lang="en-AU" sz="2400" dirty="0" smtClean="0"/>
              <a:t>amounts </a:t>
            </a:r>
            <a:r>
              <a:rPr lang="en-AU" sz="2400" dirty="0" smtClean="0"/>
              <a:t>by a given percentage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55039" y="2081173"/>
            <a:ext cx="2688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percentage multiplier?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64547" y="2081173"/>
                <a:ext cx="413190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Increase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12%</m:t>
                    </m:r>
                    <m:r>
                      <a:rPr lang="en-AU" b="0" i="1" dirty="0" smtClean="0">
                        <a:latin typeface="Cambria Math"/>
                      </a:rPr>
                      <m:t>:</m:t>
                    </m:r>
                    <m:r>
                      <a:rPr lang="en-AU" i="1" dirty="0" smtClean="0">
                        <a:latin typeface="Cambria Math"/>
                      </a:rPr>
                      <m:t> 100%+12%</m:t>
                    </m:r>
                    <m:r>
                      <a:rPr lang="en-AU" b="0" i="1" dirty="0" smtClean="0">
                        <a:latin typeface="Cambria Math"/>
                      </a:rPr>
                      <m:t>=112%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Decrease </a:t>
                </a:r>
                <a:r>
                  <a:rPr lang="en-AU" dirty="0"/>
                  <a:t>by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/>
                      </a:rPr>
                      <m:t>12%: 100%</m:t>
                    </m:r>
                    <m:r>
                      <a:rPr lang="en-AU" b="0" i="1" dirty="0" smtClean="0">
                        <a:latin typeface="Cambria Math"/>
                      </a:rPr>
                      <m:t>−</m:t>
                    </m:r>
                    <m:r>
                      <a:rPr lang="en-AU" i="1" dirty="0">
                        <a:latin typeface="Cambria Math"/>
                      </a:rPr>
                      <m:t>12%=</m:t>
                    </m:r>
                    <m:r>
                      <a:rPr lang="en-AU" b="0" i="1" dirty="0" smtClean="0">
                        <a:latin typeface="Cambria Math"/>
                      </a:rPr>
                      <m:t>88</m:t>
                    </m:r>
                    <m:r>
                      <a:rPr lang="en-AU" i="1" dirty="0">
                        <a:latin typeface="Cambria Math"/>
                      </a:rPr>
                      <m:t>%</m:t>
                    </m:r>
                  </m:oMath>
                </a14:m>
                <a:endParaRPr lang="en-AU" dirty="0" smtClean="0"/>
              </a:p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547" y="2081173"/>
                <a:ext cx="4131900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1327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2"/>
          <p:cNvSpPr/>
          <p:nvPr/>
        </p:nvSpPr>
        <p:spPr>
          <a:xfrm>
            <a:off x="7196447" y="2081173"/>
            <a:ext cx="242728" cy="6463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7439175" y="2081173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accent3">
                    <a:lumMod val="75000"/>
                  </a:schemeClr>
                </a:solidFill>
              </a:rPr>
              <a:t>Then write as a decimal</a:t>
            </a:r>
            <a:endParaRPr lang="en-AU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6555" y="3284984"/>
            <a:ext cx="2627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</a:t>
            </a:r>
            <a:r>
              <a:rPr lang="en-AU" u="sng" dirty="0" smtClean="0"/>
              <a:t>increase</a:t>
            </a:r>
            <a:r>
              <a:rPr lang="en-AU" dirty="0" smtClean="0"/>
              <a:t> $840 by 12%?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136743" y="3284984"/>
                <a:ext cx="25859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112%</m:t>
                      </m:r>
                      <m:r>
                        <a:rPr lang="en-AU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=1.12</m:t>
                      </m:r>
                    </m:oMath>
                  </m:oMathPara>
                </a14:m>
                <a:endParaRPr lang="en-AU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/>
                        </a:rPr>
                        <m:t>$</m:t>
                      </m:r>
                      <m:r>
                        <a:rPr lang="en-AU" i="1" dirty="0" smtClean="0">
                          <a:latin typeface="Cambria Math"/>
                        </a:rPr>
                        <m:t>840</m:t>
                      </m:r>
                      <m:r>
                        <a:rPr lang="en-AU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1.12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=$940.80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743" y="3284984"/>
                <a:ext cx="2585964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2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747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 smtClean="0"/>
              <a:t>increase/decrease an </a:t>
            </a:r>
            <a:r>
              <a:rPr lang="en-AU" sz="2400" dirty="0" smtClean="0"/>
              <a:t>amounts </a:t>
            </a:r>
            <a:r>
              <a:rPr lang="en-AU" sz="2400" dirty="0" smtClean="0"/>
              <a:t>by a given percentage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55039" y="2081173"/>
            <a:ext cx="2688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percentage multiplier?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64547" y="2081173"/>
                <a:ext cx="413190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Increase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12%</m:t>
                    </m:r>
                    <m:r>
                      <a:rPr lang="en-AU" b="0" i="1" dirty="0" smtClean="0">
                        <a:latin typeface="Cambria Math"/>
                      </a:rPr>
                      <m:t>:</m:t>
                    </m:r>
                    <m:r>
                      <a:rPr lang="en-AU" i="1" dirty="0" smtClean="0">
                        <a:latin typeface="Cambria Math"/>
                      </a:rPr>
                      <m:t> 100%+12%</m:t>
                    </m:r>
                    <m:r>
                      <a:rPr lang="en-AU" b="0" i="1" dirty="0" smtClean="0">
                        <a:latin typeface="Cambria Math"/>
                      </a:rPr>
                      <m:t>=112%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Decrease </a:t>
                </a:r>
                <a:r>
                  <a:rPr lang="en-AU" dirty="0"/>
                  <a:t>by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/>
                      </a:rPr>
                      <m:t>12%: 100%</m:t>
                    </m:r>
                    <m:r>
                      <a:rPr lang="en-AU" b="0" i="1" dirty="0" smtClean="0">
                        <a:latin typeface="Cambria Math"/>
                      </a:rPr>
                      <m:t>−</m:t>
                    </m:r>
                    <m:r>
                      <a:rPr lang="en-AU" i="1" dirty="0">
                        <a:latin typeface="Cambria Math"/>
                      </a:rPr>
                      <m:t>12%=</m:t>
                    </m:r>
                    <m:r>
                      <a:rPr lang="en-AU" b="0" i="1" dirty="0" smtClean="0">
                        <a:latin typeface="Cambria Math"/>
                      </a:rPr>
                      <m:t>88</m:t>
                    </m:r>
                    <m:r>
                      <a:rPr lang="en-AU" i="1" dirty="0">
                        <a:latin typeface="Cambria Math"/>
                      </a:rPr>
                      <m:t>%</m:t>
                    </m:r>
                  </m:oMath>
                </a14:m>
                <a:endParaRPr lang="en-AU" dirty="0" smtClean="0"/>
              </a:p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547" y="2081173"/>
                <a:ext cx="4131900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1327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2"/>
          <p:cNvSpPr/>
          <p:nvPr/>
        </p:nvSpPr>
        <p:spPr>
          <a:xfrm>
            <a:off x="7196447" y="2081173"/>
            <a:ext cx="242728" cy="6463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7439175" y="2081173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accent3">
                    <a:lumMod val="75000"/>
                  </a:schemeClr>
                </a:solidFill>
              </a:rPr>
              <a:t>Then write as a decimal</a:t>
            </a:r>
            <a:endParaRPr lang="en-AU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6555" y="3284984"/>
            <a:ext cx="2627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</a:t>
            </a:r>
            <a:r>
              <a:rPr lang="en-AU" u="sng" dirty="0" smtClean="0"/>
              <a:t>increase</a:t>
            </a:r>
            <a:r>
              <a:rPr lang="en-AU" dirty="0" smtClean="0"/>
              <a:t> $840 by 12%?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136743" y="3284984"/>
                <a:ext cx="25859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112%</m:t>
                      </m:r>
                      <m:r>
                        <a:rPr lang="en-AU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=1.12</m:t>
                      </m:r>
                    </m:oMath>
                  </m:oMathPara>
                </a14:m>
                <a:endParaRPr lang="en-AU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/>
                        </a:rPr>
                        <m:t>$</m:t>
                      </m:r>
                      <m:r>
                        <a:rPr lang="en-AU" i="1" dirty="0" smtClean="0">
                          <a:latin typeface="Cambria Math"/>
                        </a:rPr>
                        <m:t>840</m:t>
                      </m:r>
                      <m:r>
                        <a:rPr lang="en-AU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1.12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=$940.80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743" y="3284984"/>
                <a:ext cx="2585964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2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175215" y="4458816"/>
                <a:ext cx="254749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8</m:t>
                      </m:r>
                      <m:r>
                        <a:rPr lang="en-AU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8</m:t>
                      </m:r>
                      <m:r>
                        <a:rPr lang="en-AU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%</m:t>
                      </m:r>
                      <m:r>
                        <a:rPr lang="en-AU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=0.88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/>
                        </a:rPr>
                        <m:t>$</m:t>
                      </m:r>
                      <m:r>
                        <a:rPr lang="en-AU" i="1" dirty="0" smtClean="0">
                          <a:latin typeface="Cambria Math"/>
                        </a:rPr>
                        <m:t>840</m:t>
                      </m:r>
                      <m:r>
                        <a:rPr lang="en-AU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dirty="0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0.88</m:t>
                      </m:r>
                      <m:r>
                        <a:rPr lang="en-AU" b="0" i="1" dirty="0" smtClean="0">
                          <a:latin typeface="Cambria Math"/>
                          <a:ea typeface="Cambria Math"/>
                        </a:rPr>
                        <m:t>=$739.20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215" y="4458816"/>
                <a:ext cx="2547492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2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255478" y="4458815"/>
            <a:ext cx="2627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</a:t>
            </a:r>
            <a:r>
              <a:rPr lang="en-AU" u="sng" dirty="0" smtClean="0"/>
              <a:t>decrease</a:t>
            </a:r>
            <a:r>
              <a:rPr lang="en-AU" dirty="0" smtClean="0"/>
              <a:t> $840 by 12%?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4283968" y="5805264"/>
            <a:ext cx="1935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Textbook – p55/58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719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382</Words>
  <Application>Microsoft Office PowerPoint</Application>
  <PresentationFormat>On-screen Show (4:3)</PresentationFormat>
  <Paragraphs>110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Find Multipliers activity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86</cp:revision>
  <dcterms:created xsi:type="dcterms:W3CDTF">2014-05-14T02:58:57Z</dcterms:created>
  <dcterms:modified xsi:type="dcterms:W3CDTF">2016-07-19T12:25:55Z</dcterms:modified>
</cp:coreProperties>
</file>