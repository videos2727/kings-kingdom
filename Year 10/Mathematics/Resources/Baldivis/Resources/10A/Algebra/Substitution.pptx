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35" r:id="rId5"/>
    <p:sldId id="334" r:id="rId6"/>
    <p:sldId id="336" r:id="rId7"/>
    <p:sldId id="340" r:id="rId8"/>
    <p:sldId id="324" r:id="rId9"/>
    <p:sldId id="337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1230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24/04/2015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24/04/2015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24/04/2015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24/04/2015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24/04/2015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486916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</a:t>
            </a:r>
            <a:r>
              <a:rPr lang="en-AU" dirty="0" smtClean="0">
                <a:solidFill>
                  <a:schemeClr val="tx1"/>
                </a:solidFill>
              </a:rPr>
              <a:t>Mr </a:t>
            </a:r>
            <a:r>
              <a:rPr lang="en-AU" dirty="0" smtClean="0">
                <a:solidFill>
                  <a:schemeClr val="tx1"/>
                </a:solidFill>
              </a:rPr>
              <a:t>Martin</a:t>
            </a:r>
            <a:endParaRPr lang="en-AU" dirty="0" smtClean="0"/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2290" name="Picture 2" descr="voc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3810000" cy="1800225"/>
          </a:xfrm>
          <a:prstGeom prst="rect">
            <a:avLst/>
          </a:prstGeom>
          <a:noFill/>
        </p:spPr>
      </p:pic>
      <p:pic>
        <p:nvPicPr>
          <p:cNvPr id="12292" name="Picture 4" descr="http://gremathninja.com/wp-content/uploads/3a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573016"/>
            <a:ext cx="3810000" cy="26860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55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Substitution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Why do we need </a:t>
            </a:r>
            <a:r>
              <a:rPr lang="en-AU" sz="2400" smtClean="0"/>
              <a:t>to substitute </a:t>
            </a:r>
            <a:r>
              <a:rPr lang="en-AU" sz="2400" dirty="0" smtClean="0"/>
              <a:t>values into an algebraic expression?</a:t>
            </a:r>
            <a:endParaRPr lang="en-AU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3059832" y="2060848"/>
            <a:ext cx="58326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values for </a:t>
            </a:r>
            <a:r>
              <a:rPr lang="en-AU" dirty="0" err="1" smtClean="0"/>
              <a:t>pronumerals</a:t>
            </a:r>
            <a:r>
              <a:rPr lang="en-AU" dirty="0" smtClean="0"/>
              <a:t> are substituted into an expression and a result is worked out, this is called </a:t>
            </a:r>
            <a:r>
              <a:rPr lang="en-AU" b="1" dirty="0" smtClean="0"/>
              <a:t>evaluating the expression.</a:t>
            </a:r>
          </a:p>
          <a:p>
            <a:r>
              <a:rPr lang="en-AU" dirty="0" smtClean="0"/>
              <a:t>When you substitute values and evaluate expressions, remember the rules for directed numbers and order of operations (BIMDAS).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656" y="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60648"/>
            <a:ext cx="4328199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-17140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908720"/>
            <a:ext cx="8049894" cy="3088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483510"/>
            <a:ext cx="8892480" cy="222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-17140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52736"/>
            <a:ext cx="9194001" cy="3871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620688"/>
            <a:ext cx="3600400" cy="5133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971800"/>
            <a:ext cx="43053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908720"/>
            <a:ext cx="6800850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573016"/>
            <a:ext cx="725805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142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Algebra Interactive Notebook</vt:lpstr>
      <vt:lpstr>PowerPoint Presentation</vt:lpstr>
      <vt:lpstr>PowerPoint Presentation</vt:lpstr>
      <vt:lpstr>PowerPoint Presentation</vt:lpstr>
      <vt:lpstr>Task</vt:lpstr>
      <vt:lpstr>Task</vt:lpstr>
      <vt:lpstr>Task</vt:lpstr>
      <vt:lpstr>Answers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MARTIN Owen</cp:lastModifiedBy>
  <cp:revision>118</cp:revision>
  <dcterms:created xsi:type="dcterms:W3CDTF">2014-05-14T02:58:57Z</dcterms:created>
  <dcterms:modified xsi:type="dcterms:W3CDTF">2015-04-24T01:19:01Z</dcterms:modified>
</cp:coreProperties>
</file>