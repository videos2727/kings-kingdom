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05" r:id="rId2"/>
    <p:sldId id="316" r:id="rId3"/>
    <p:sldId id="306" r:id="rId4"/>
    <p:sldId id="318" r:id="rId5"/>
    <p:sldId id="260" r:id="rId6"/>
    <p:sldId id="304" r:id="rId7"/>
    <p:sldId id="259" r:id="rId8"/>
    <p:sldId id="258" r:id="rId9"/>
    <p:sldId id="303" r:id="rId10"/>
    <p:sldId id="301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50" autoAdjust="0"/>
    <p:restoredTop sz="92895" autoAdjust="0"/>
  </p:normalViewPr>
  <p:slideViewPr>
    <p:cSldViewPr>
      <p:cViewPr varScale="1">
        <p:scale>
          <a:sx n="80" d="100"/>
          <a:sy n="80" d="100"/>
        </p:scale>
        <p:origin x="-14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31/01/2016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\\e4190s01sv001.green.schools.internal\Shared\AdminShared\All%20Staff\Learning%20Areas\Mathematics\Programs\2016\Year%2010\Year%2010A%20Mathematics%20Program%20Outline%202016%20Student.docx" TargetMode="External"/><Relationship Id="rId2" Type="http://schemas.openxmlformats.org/officeDocument/2006/relationships/hyperlink" Target="file:///\\e4190s01sv001.green.schools.internal\Shared\AdminShared\All%20Staff\Learning%20Areas\Mathematics\Programs\2016\Year%2010\Course%20Info%20year%2010A%202016%20-%20Baldivis.docx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Lesson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Expectations – lining up and entering the room</a:t>
            </a:r>
          </a:p>
          <a:p>
            <a:r>
              <a:rPr lang="en-AU" dirty="0" smtClean="0"/>
              <a:t>Equipment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9187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e4047095\AppData\Local\Microsoft\Windows\Temporary Internet Files\Content.IE5\FL99N31V\us-letter-size-ruler1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636" y="3158947"/>
            <a:ext cx="1758507" cy="237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e4047095\AppData\Local\Microsoft\Windows\Temporary Internet Files\Content.IE5\UN5YM58D\ipad_hero1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428" y="4797152"/>
            <a:ext cx="1772816" cy="1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e4047095\AppData\Local\Microsoft\Windows\Temporary Internet Files\Content.IE5\FL99N31V\clipart0194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127029">
            <a:off x="6518875" y="2405277"/>
            <a:ext cx="2674352" cy="118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Equipment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134318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Avid Binder</a:t>
            </a:r>
            <a:endParaRPr lang="en-AU" dirty="0"/>
          </a:p>
        </p:txBody>
      </p:sp>
      <p:pic>
        <p:nvPicPr>
          <p:cNvPr id="1027" name="Picture 3" descr="C:\Users\e4047095\AppData\Local\Microsoft\Windows\Temporary Internet Files\Content.IE5\UN5YM58D\binder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25" y="1726372"/>
            <a:ext cx="1518027" cy="147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e4047095\AppData\Local\Microsoft\Windows\Temporary Internet Files\Content.IE5\NT6PWUPC\Pencils%2002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12516"/>
            <a:ext cx="2297832" cy="124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1527850"/>
            <a:ext cx="829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Pencils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293024" y="1525866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Pens</a:t>
            </a:r>
            <a:endParaRPr lang="en-AU" dirty="0"/>
          </a:p>
        </p:txBody>
      </p:sp>
      <p:pic>
        <p:nvPicPr>
          <p:cNvPr id="4098" name="Picture 2" descr="C:\Users\e4047095\AppData\Local\Microsoft\Windows\Temporary Internet Files\Content.IE5\4I30O3QX\220px-Calculator_casio[1]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98" y="4077072"/>
            <a:ext cx="1605530" cy="232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41424" y="3707740"/>
            <a:ext cx="1129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Calculator</a:t>
            </a:r>
            <a:endParaRPr lang="en-AU" dirty="0"/>
          </a:p>
        </p:txBody>
      </p:sp>
      <p:pic>
        <p:nvPicPr>
          <p:cNvPr id="5122" name="Picture 2" descr="C:\Users\e4047095\AppData\Local\Microsoft\Windows\Temporary Internet Files\Content.IE5\UN5YM58D\Icon_for_My_Computer_notebook_by_Darkeviant[1]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381" y="3580992"/>
            <a:ext cx="16764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828381" y="3338408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PC or </a:t>
            </a:r>
            <a:r>
              <a:rPr lang="en-AU" dirty="0" err="1" smtClean="0"/>
              <a:t>ipad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5469758" y="3209716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Ruler</a:t>
            </a:r>
            <a:endParaRPr lang="en-AU" dirty="0"/>
          </a:p>
        </p:txBody>
      </p:sp>
      <p:pic>
        <p:nvPicPr>
          <p:cNvPr id="7184" name="Picture 16" descr="C:\Users\e4047095\AppData\Local\Microsoft\Windows\Temporary Internet Files\Content.IE5\NT6PWUPC\photo[1]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051" y="4869268"/>
            <a:ext cx="1147068" cy="1535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926785" y="4363235"/>
            <a:ext cx="2139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6410951" y="147990"/>
            <a:ext cx="726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Paper</a:t>
            </a:r>
            <a:endParaRPr lang="en-AU" dirty="0"/>
          </a:p>
        </p:txBody>
      </p:sp>
      <p:pic>
        <p:nvPicPr>
          <p:cNvPr id="8195" name="Picture 3" descr="C:\Users\e4047095\AppData\Local\Microsoft\Windows\Temporary Internet Files\Content.IE5\FL99N31V\lined_paper_by_flameshaft-d4s5611[1]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707" y="208460"/>
            <a:ext cx="1006687" cy="125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00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Lesson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Expectations – lining up and entering the room</a:t>
            </a:r>
          </a:p>
          <a:p>
            <a:r>
              <a:rPr lang="en-AU" dirty="0" smtClean="0"/>
              <a:t>Equipment</a:t>
            </a:r>
          </a:p>
          <a:p>
            <a:r>
              <a:rPr lang="en-AU" dirty="0" smtClean="0"/>
              <a:t>BYOD</a:t>
            </a:r>
            <a:br>
              <a:rPr lang="en-AU" dirty="0" smtClean="0"/>
            </a:br>
            <a:endParaRPr lang="en-AU" dirty="0" smtClean="0"/>
          </a:p>
          <a:p>
            <a:r>
              <a:rPr lang="en-AU" dirty="0" smtClean="0"/>
              <a:t>Connect 		</a:t>
            </a:r>
            <a:br>
              <a:rPr lang="en-AU" dirty="0" smtClean="0"/>
            </a:br>
            <a:r>
              <a:rPr lang="en-AU" sz="1100" dirty="0" smtClean="0">
                <a:hlinkClick r:id="rId2" action="ppaction://hlinkfile"/>
              </a:rPr>
              <a:t>S:\AdminShared\All Staff\Learning Areas\Mathematics\Programs\2016\Year 10\Course Info year 10A 2016 - Baldivis.docx</a:t>
            </a:r>
            <a:r>
              <a:rPr lang="en-AU" sz="1100" dirty="0" smtClean="0"/>
              <a:t/>
            </a:r>
            <a:br>
              <a:rPr lang="en-AU" sz="1100" dirty="0" smtClean="0"/>
            </a:br>
            <a:r>
              <a:rPr lang="en-AU" sz="1100" dirty="0" smtClean="0"/>
              <a:t/>
            </a:r>
            <a:br>
              <a:rPr lang="en-AU" sz="1100" dirty="0" smtClean="0"/>
            </a:br>
            <a:r>
              <a:rPr lang="en-AU" sz="1100" dirty="0" smtClean="0">
                <a:hlinkClick r:id="rId3" action="ppaction://hlinkfile"/>
              </a:rPr>
              <a:t>S:\AdminShared\All Staff\Learning Areas\Mathematics\Programs\2016\Year 10\Year 10A Mathematics Program Outline 2016 Student.docx</a:t>
            </a:r>
            <a:endParaRPr lang="en-AU" sz="1100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 descr="C:\Users\e4047095\AppData\Local\Microsoft\Windows\Temporary Internet Files\Content.IE5\UN5YM58D\ipad_hero1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204864"/>
            <a:ext cx="1376128" cy="137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e4047095\AppData\Local\Microsoft\Windows\Temporary Internet Files\Content.IE5\UN5YM58D\Icon_for_My_Computer_notebook_by_Darkeviant[1]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875816"/>
            <a:ext cx="1296144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V="1">
            <a:off x="2051720" y="3068960"/>
            <a:ext cx="1368152" cy="4549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051720" y="3580992"/>
            <a:ext cx="31683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49242" y="2531345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PC or </a:t>
            </a:r>
            <a:r>
              <a:rPr lang="en-AU" dirty="0" err="1" smtClean="0"/>
              <a:t>ipad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5693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Lesson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Expectations – lining up and entering the room</a:t>
            </a:r>
          </a:p>
          <a:p>
            <a:r>
              <a:rPr lang="en-AU" dirty="0" smtClean="0"/>
              <a:t>Equipment</a:t>
            </a:r>
          </a:p>
          <a:p>
            <a:r>
              <a:rPr lang="en-AU" dirty="0" smtClean="0"/>
              <a:t>BYOD</a:t>
            </a:r>
          </a:p>
          <a:p>
            <a:r>
              <a:rPr lang="en-AU" dirty="0" smtClean="0"/>
              <a:t>Connect </a:t>
            </a:r>
          </a:p>
          <a:p>
            <a:r>
              <a:rPr lang="en-AU" dirty="0" smtClean="0"/>
              <a:t>Expectations – Work and behaviour(Classroom rules to allow everyone to learn)</a:t>
            </a:r>
          </a:p>
          <a:p>
            <a:r>
              <a:rPr lang="en-AU" dirty="0" smtClean="0"/>
              <a:t>Homework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823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</a:t>
            </a:r>
            <a:r>
              <a:rPr lang="en-AU" dirty="0" smtClean="0"/>
              <a:t>Algebra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Your name </a:t>
            </a:r>
          </a:p>
          <a:p>
            <a:pPr>
              <a:buFontTx/>
              <a:buChar char="-"/>
            </a:pPr>
            <a:r>
              <a:rPr lang="en-AU" dirty="0" smtClean="0"/>
              <a:t>Class </a:t>
            </a:r>
            <a:r>
              <a:rPr lang="en-AU" dirty="0" smtClean="0"/>
              <a:t>10 Maths 1</a:t>
            </a:r>
            <a:endParaRPr lang="en-AU" dirty="0" smtClean="0"/>
          </a:p>
          <a:p>
            <a:pPr>
              <a:buFontTx/>
              <a:buChar char="-"/>
            </a:pPr>
            <a:r>
              <a:rPr lang="en-AU" dirty="0" smtClean="0"/>
              <a:t>Teachers Name – </a:t>
            </a:r>
            <a:r>
              <a:rPr lang="en-AU" dirty="0" smtClean="0"/>
              <a:t>Mr McAllister</a:t>
            </a:r>
            <a:endParaRPr lang="en-AU" dirty="0" smtClean="0"/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err="1" smtClean="0"/>
              <a:t>Naplan</a:t>
            </a:r>
            <a:r>
              <a:rPr lang="en-AU" dirty="0" smtClean="0"/>
              <a:t> Practice</a:t>
            </a:r>
          </a:p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207</Words>
  <Application>Microsoft Office PowerPoint</Application>
  <PresentationFormat>On-screen Show (4:3)</PresentationFormat>
  <Paragraphs>86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First Lesson</vt:lpstr>
      <vt:lpstr>Equipment</vt:lpstr>
      <vt:lpstr>First Lesson</vt:lpstr>
      <vt:lpstr>First Lesson</vt:lpstr>
      <vt:lpstr>My Algebra Interactive Notebook</vt:lpstr>
      <vt:lpstr>Create your own front page</vt:lpstr>
      <vt:lpstr>PowerPoint Presentation</vt:lpstr>
      <vt:lpstr>PowerPoint Presentation</vt:lpstr>
      <vt:lpstr>PowerPoint Presentation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57</cp:revision>
  <dcterms:created xsi:type="dcterms:W3CDTF">2014-05-14T02:58:57Z</dcterms:created>
  <dcterms:modified xsi:type="dcterms:W3CDTF">2016-01-31T05:58:39Z</dcterms:modified>
</cp:coreProperties>
</file>