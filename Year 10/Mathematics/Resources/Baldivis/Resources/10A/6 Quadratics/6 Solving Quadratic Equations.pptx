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03" r:id="rId5"/>
    <p:sldId id="330" r:id="rId6"/>
    <p:sldId id="331" r:id="rId7"/>
    <p:sldId id="329" r:id="rId8"/>
    <p:sldId id="292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9/05/2016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- Quadratics 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Quadratic Equations?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does “= 0” help?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Lets make our equation = 0!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48559" y="1628800"/>
                <a:ext cx="6775188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+10=0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+5=0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+2=0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=−5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−2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=−5,−2</m:t>
                      </m:r>
                    </m:oMath>
                  </m:oMathPara>
                </a14:m>
                <a:endParaRPr lang="en-AU" b="0" dirty="0" smtClean="0">
                  <a:sym typeface="Symbol"/>
                </a:endParaRPr>
              </a:p>
              <a:p>
                <a:pPr/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+7∗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+10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25−35+10=0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+7∗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+10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4−14+10=0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628800"/>
                <a:ext cx="6775188" cy="4524315"/>
              </a:xfrm>
              <a:prstGeom prst="rect">
                <a:avLst/>
              </a:prstGeom>
              <a:blipFill rotWithShape="1">
                <a:blip r:embed="rId2"/>
                <a:stretch>
                  <a:fillRect l="-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ular Callout 12"/>
          <p:cNvSpPr/>
          <p:nvPr/>
        </p:nvSpPr>
        <p:spPr>
          <a:xfrm>
            <a:off x="5292080" y="1628800"/>
            <a:ext cx="3096344" cy="612648"/>
          </a:xfrm>
          <a:prstGeom prst="wedgeRectCallout">
            <a:avLst>
              <a:gd name="adj1" fmla="val -103365"/>
              <a:gd name="adj2" fmla="val 95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</a:rPr>
              <a:t>We must have either of these two brackets equalling zero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Quadratic Equations?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does “= 0” help?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Lets make our equation = 0!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48559" y="1561465"/>
                <a:ext cx="6903428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−55=0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+11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+11=0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=−11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=−11,5</m:t>
                      </m:r>
                    </m:oMath>
                  </m:oMathPara>
                </a14:m>
                <a:endParaRPr lang="en-AU" b="0" dirty="0" smtClean="0">
                  <a:sym typeface="Symbol"/>
                </a:endParaRPr>
              </a:p>
              <a:p>
                <a:pPr/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−11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+6∗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−11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121−66−55=0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6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25+3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−55=0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561465"/>
                <a:ext cx="6903428" cy="4524315"/>
              </a:xfrm>
              <a:prstGeom prst="rect">
                <a:avLst/>
              </a:prstGeom>
              <a:blipFill rotWithShape="1"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98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Quadratic Equations?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does “= 0” help?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Lets make our equation = 0!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48559" y="1593285"/>
                <a:ext cx="6775188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=36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𝑊h𝑖𝑐h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𝑒𝑞𝑢𝑎𝑡𝑖𝑜𝑛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𝑧𝑒𝑟𝑜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−36=0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−9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+4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−9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+4=0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−9=0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=−4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=−4,9</m:t>
                      </m:r>
                    </m:oMath>
                  </m:oMathPara>
                </a14:m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:endParaRPr lang="en-AU" b="0" i="1" dirty="0" smtClean="0">
                  <a:latin typeface="Cambria Math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−4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−36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16+20−36=0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9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9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−36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81−45−36=0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593285"/>
                <a:ext cx="6775188" cy="5078313"/>
              </a:xfrm>
              <a:prstGeom prst="rect">
                <a:avLst/>
              </a:prstGeom>
              <a:blipFill rotWithShape="1">
                <a:blip r:embed="rId2"/>
                <a:stretch>
                  <a:fillRect l="-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00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6.10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207</Words>
  <Application>Microsoft Office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Algebra - Quadratics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83</cp:revision>
  <dcterms:created xsi:type="dcterms:W3CDTF">2014-05-14T02:58:57Z</dcterms:created>
  <dcterms:modified xsi:type="dcterms:W3CDTF">2016-05-09T02:31:20Z</dcterms:modified>
</cp:coreProperties>
</file>