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60" r:id="rId2"/>
    <p:sldId id="259" r:id="rId3"/>
    <p:sldId id="258" r:id="rId4"/>
    <p:sldId id="338" r:id="rId5"/>
    <p:sldId id="339" r:id="rId6"/>
    <p:sldId id="340" r:id="rId7"/>
    <p:sldId id="329" r:id="rId8"/>
    <p:sldId id="292" r:id="rId9"/>
    <p:sldId id="291" r:id="rId10"/>
  </p:sldIdLst>
  <p:sldSz cx="9144000" cy="6858000" type="screen4x3"/>
  <p:notesSz cx="9926638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2895" autoAdjust="0"/>
  </p:normalViewPr>
  <p:slideViewPr>
    <p:cSldViewPr>
      <p:cViewPr>
        <p:scale>
          <a:sx n="75" d="100"/>
          <a:sy n="75" d="100"/>
        </p:scale>
        <p:origin x="-1014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2317" cy="34010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2004" y="0"/>
            <a:ext cx="4302317" cy="34010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F5E9C4-19E3-4E6B-9F38-39C320518DDF}" type="datetimeFigureOut">
              <a:rPr lang="en-AU" smtClean="0"/>
              <a:t>27/06/2016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6456487"/>
            <a:ext cx="4302317" cy="34010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2004" y="6456487"/>
            <a:ext cx="4302317" cy="34010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B883B7-D6B5-48FE-B818-4E86924B4C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804285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542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800" y="0"/>
            <a:ext cx="4301542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27/06/2016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8838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664" y="3228897"/>
            <a:ext cx="794131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456612"/>
            <a:ext cx="4301542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800" y="6456612"/>
            <a:ext cx="4301542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664571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664571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664571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27/06/2016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27/06/2016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27/06/2016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27/06/2016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27/06/2016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27/06/2016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27/06/2016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27/06/2016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27/06/2016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27/06/2016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27/06/2016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27/06/2016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/>
              <a:t>My Algebra </a:t>
            </a:r>
            <a:r>
              <a:rPr lang="en-AU" dirty="0" smtClean="0"/>
              <a:t>– Polynomials 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2 Semester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611560" y="1354967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1354967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1354967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1354967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6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52510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21042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Polynomials?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</a:t>
            </a:r>
            <a:r>
              <a:rPr lang="en-AU" sz="2400" dirty="0" smtClean="0"/>
              <a:t>Factor Theorem! </a:t>
            </a:r>
            <a:endParaRPr lang="en-AU" sz="24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827584" y="1525101"/>
            <a:ext cx="0" cy="533289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849" t="69068" r="-98284" b="-52259"/>
          <a:stretch/>
        </p:blipFill>
        <p:spPr bwMode="auto">
          <a:xfrm>
            <a:off x="17170400" y="3251200"/>
            <a:ext cx="16693976" cy="81142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115616" y="1686511"/>
                <a:ext cx="7704856" cy="45243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AU" dirty="0" smtClean="0"/>
                  <a:t>The factor theorem means that if </a:t>
                </a:r>
                <a:r>
                  <a:rPr lang="en-AU" dirty="0"/>
                  <a:t>we find that for </a:t>
                </a:r>
                <a:r>
                  <a:rPr lang="en-AU" i="1" dirty="0" smtClean="0"/>
                  <a:t>x</a:t>
                </a:r>
                <a:r>
                  <a:rPr lang="en-AU" dirty="0" smtClean="0"/>
                  <a:t>=</a:t>
                </a:r>
                <a:r>
                  <a:rPr lang="en-AU" i="1" dirty="0" smtClean="0"/>
                  <a:t>a</a:t>
                </a:r>
                <a:r>
                  <a:rPr lang="en-AU" dirty="0"/>
                  <a:t>, </a:t>
                </a:r>
                <a:r>
                  <a:rPr lang="en-AU" i="1" dirty="0" smtClean="0"/>
                  <a:t>P</a:t>
                </a:r>
                <a:r>
                  <a:rPr lang="en-AU" dirty="0" smtClean="0"/>
                  <a:t>(</a:t>
                </a:r>
                <a:r>
                  <a:rPr lang="en-AU" i="1" dirty="0" smtClean="0"/>
                  <a:t>a</a:t>
                </a:r>
                <a:r>
                  <a:rPr lang="en-AU" dirty="0"/>
                  <a:t>)=0, then it must be the case that </a:t>
                </a:r>
                <a:r>
                  <a:rPr lang="en-AU" dirty="0" smtClean="0"/>
                  <a:t> (</a:t>
                </a:r>
                <a:r>
                  <a:rPr lang="en-AU" i="1" dirty="0"/>
                  <a:t>x</a:t>
                </a:r>
                <a:r>
                  <a:rPr lang="en-AU" dirty="0"/>
                  <a:t>−</a:t>
                </a:r>
                <a:r>
                  <a:rPr lang="en-AU" i="1" dirty="0"/>
                  <a:t>a</a:t>
                </a:r>
                <a:r>
                  <a:rPr lang="en-AU" dirty="0"/>
                  <a:t>) is a factor of </a:t>
                </a:r>
                <a:r>
                  <a:rPr lang="en-AU" i="1" dirty="0" smtClean="0"/>
                  <a:t>P</a:t>
                </a:r>
                <a:r>
                  <a:rPr lang="en-AU" dirty="0" smtClean="0"/>
                  <a:t>(</a:t>
                </a:r>
                <a:r>
                  <a:rPr lang="en-AU" i="1" dirty="0" smtClean="0"/>
                  <a:t>x</a:t>
                </a:r>
                <a:r>
                  <a:rPr lang="en-AU" dirty="0"/>
                  <a:t>). </a:t>
                </a:r>
                <a:endParaRPr lang="en-AU" dirty="0" smtClean="0"/>
              </a:p>
              <a:p>
                <a:r>
                  <a:rPr lang="en-AU" dirty="0" smtClean="0"/>
                  <a:t>Is x = 3 or x = -2 a factor of P(x) = x</a:t>
                </a:r>
                <a:r>
                  <a:rPr lang="en-AU" baseline="30000" dirty="0" smtClean="0"/>
                  <a:t>2</a:t>
                </a:r>
                <a:r>
                  <a:rPr lang="en-AU" dirty="0" smtClean="0"/>
                  <a:t> + 5x +6</a:t>
                </a:r>
              </a:p>
              <a:p>
                <a:r>
                  <a:rPr lang="en-AU" dirty="0" smtClean="0"/>
                  <a:t>Check x = 3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</a:rPr>
                            <m:t>3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3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+5</m:t>
                      </m:r>
                      <m:d>
                        <m:d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</a:rPr>
                            <m:t>3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+6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          =9+15+6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          =30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∴3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𝑖𝑠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𝑛𝑜𝑡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𝑎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𝑓𝑎𝑐𝑡𝑜𝑟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𝑜𝑓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𝑡h𝑖𝑠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𝑒𝑞𝑢𝑎𝑡𝑖𝑜𝑛</m:t>
                      </m:r>
                    </m:oMath>
                  </m:oMathPara>
                </a14:m>
                <a:endParaRPr lang="en-AU" b="0" dirty="0" smtClean="0">
                  <a:ea typeface="Cambria Math"/>
                </a:endParaRPr>
              </a:p>
              <a:p>
                <a:pPr/>
                <a:r>
                  <a:rPr lang="en-AU" dirty="0" smtClean="0"/>
                  <a:t>Check x = -2</a:t>
                </a:r>
                <a:br>
                  <a:rPr lang="en-AU" dirty="0" smtClean="0"/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</a:rPr>
                            <m:t>−2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/>
                                </a:rPr>
                                <m:t>−2</m:t>
                              </m:r>
                            </m:e>
                          </m:d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+5</m:t>
                      </m:r>
                      <m:d>
                        <m:d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</a:rPr>
                            <m:t>−2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+6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             =4 −10+6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             =0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∴−2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𝑖𝑠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𝑎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𝑓𝑎𝑐𝑡𝑜𝑟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𝑜𝑓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𝑡h𝑒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𝑒𝑞𝑢𝑎𝑡𝑖𝑜𝑛</m:t>
                      </m:r>
                    </m:oMath>
                  </m:oMathPara>
                </a14:m>
                <a:endParaRPr lang="en-AU" dirty="0" smtClean="0"/>
              </a:p>
              <a:p>
                <a:endParaRPr lang="en-AU" dirty="0"/>
              </a:p>
              <a:p>
                <a:r>
                  <a:rPr lang="en-AU" dirty="0" smtClean="0"/>
                  <a:t>From this we can say that (x+2) divides into P(x) with no remainder.</a:t>
                </a:r>
              </a:p>
              <a:p>
                <a:endParaRPr lang="en-AU" dirty="0"/>
              </a:p>
              <a:p>
                <a:r>
                  <a:rPr lang="en-AU" dirty="0" smtClean="0"/>
                  <a:t>Try this one</a:t>
                </a:r>
              </a:p>
              <a:p>
                <a:r>
                  <a:rPr lang="en-AU" dirty="0" smtClean="0"/>
                  <a:t>Is x = 3 or x = 7 a factor of P(x) = x</a:t>
                </a:r>
                <a:r>
                  <a:rPr lang="en-AU" baseline="30000" dirty="0" smtClean="0"/>
                  <a:t>2</a:t>
                </a:r>
                <a:r>
                  <a:rPr lang="en-AU" dirty="0" smtClean="0"/>
                  <a:t> – 5x – 14 </a:t>
                </a:r>
                <a:endParaRPr lang="en-AU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616" y="1686511"/>
                <a:ext cx="7704856" cy="4524315"/>
              </a:xfrm>
              <a:prstGeom prst="rect">
                <a:avLst/>
              </a:prstGeom>
              <a:blipFill rotWithShape="1">
                <a:blip r:embed="rId4"/>
                <a:stretch>
                  <a:fillRect l="-633" t="-674" b="-121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7315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2788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0335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21042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Polynomials?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941685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</a:t>
            </a:r>
            <a:r>
              <a:rPr lang="en-AU" sz="2400" dirty="0" smtClean="0"/>
              <a:t>Factor Theorem – now Solving Polynomials! </a:t>
            </a:r>
            <a:endParaRPr lang="en-AU" sz="24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827584" y="1403350"/>
            <a:ext cx="0" cy="545465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849" t="69068" r="-98284" b="-52259"/>
          <a:stretch/>
        </p:blipFill>
        <p:spPr bwMode="auto">
          <a:xfrm>
            <a:off x="17170400" y="3251200"/>
            <a:ext cx="16693976" cy="81142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/>
              <p:cNvSpPr/>
              <p:nvPr/>
            </p:nvSpPr>
            <p:spPr>
              <a:xfrm>
                <a:off x="1115616" y="1407775"/>
                <a:ext cx="7480304" cy="535531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AU" dirty="0" smtClean="0"/>
                  <a:t>Now using the factor </a:t>
                </a:r>
                <a:r>
                  <a:rPr lang="en-AU" dirty="0"/>
                  <a:t>theorem </a:t>
                </a:r>
                <a:r>
                  <a:rPr lang="en-AU" dirty="0" smtClean="0"/>
                  <a:t>lets see if we can factorize </a:t>
                </a:r>
                <a:r>
                  <a:rPr lang="en-AU" dirty="0"/>
                  <a:t> </a:t>
                </a:r>
                <a:r>
                  <a:rPr lang="en-AU" i="1" dirty="0"/>
                  <a:t>P</a:t>
                </a:r>
                <a:r>
                  <a:rPr lang="en-AU" dirty="0"/>
                  <a:t>(</a:t>
                </a:r>
                <a:r>
                  <a:rPr lang="en-AU" i="1" dirty="0"/>
                  <a:t>x</a:t>
                </a:r>
                <a:r>
                  <a:rPr lang="en-AU" dirty="0" smtClean="0"/>
                  <a:t>) where P(x) is a cubic equation.</a:t>
                </a:r>
              </a:p>
              <a:p>
                <a:r>
                  <a:rPr lang="en-AU" dirty="0" smtClean="0"/>
                  <a:t>P(x) = x</a:t>
                </a:r>
                <a:r>
                  <a:rPr lang="en-AU" baseline="30000" dirty="0" smtClean="0"/>
                  <a:t>3</a:t>
                </a:r>
                <a:r>
                  <a:rPr lang="en-AU" dirty="0" smtClean="0"/>
                  <a:t> - 7x</a:t>
                </a:r>
                <a:r>
                  <a:rPr lang="en-AU" baseline="30000" dirty="0" smtClean="0"/>
                  <a:t>2</a:t>
                </a:r>
                <a:r>
                  <a:rPr lang="en-AU" dirty="0" smtClean="0"/>
                  <a:t> - 73x – 65  Lets try x = 1 or -1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</a:rPr>
                            <m:t>1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1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3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−7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/>
                                </a:rPr>
                                <m:t>1</m:t>
                              </m:r>
                            </m:e>
                          </m:d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−73</m:t>
                      </m:r>
                      <m:d>
                        <m:d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</a:rPr>
                            <m:t>1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−65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          =1−7−73−65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          −144  </m:t>
                      </m:r>
                      <m:r>
                        <a:rPr lang="en-AU" b="0" i="1" smtClean="0">
                          <a:latin typeface="Cambria Math"/>
                        </a:rPr>
                        <m:t>𝑁𝑜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𝑔𝑜𝑜𝑑</m:t>
                      </m:r>
                      <m:r>
                        <a:rPr lang="en-AU" b="0" i="1" smtClean="0">
                          <a:latin typeface="Cambria Math"/>
                        </a:rPr>
                        <m:t>!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</a:rPr>
                            <m:t>−1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3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−7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−73</m:t>
                      </m:r>
                      <m:d>
                        <m:d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</a:rPr>
                            <m:t>−1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−65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             =−1</m:t>
                      </m:r>
                      <m:r>
                        <a:rPr lang="en-AU" b="0" i="1" smtClean="0">
                          <a:latin typeface="Cambria Math"/>
                        </a:rPr>
                        <m:t>−</m:t>
                      </m:r>
                      <m:r>
                        <a:rPr lang="en-AU" b="0" i="1" smtClean="0">
                          <a:latin typeface="Cambria Math"/>
                        </a:rPr>
                        <m:t>7+73−65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             =0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∴−1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𝑖𝑠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𝑎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𝑓𝑎𝑐𝑡𝑜𝑟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𝑠𝑜𝑜𝑜𝑜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 </m:t>
                      </m:r>
                      <m:d>
                        <m:d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𝑥</m:t>
                          </m:r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+1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𝑑𝑖𝑣𝑖𝑑𝑒𝑠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𝑒𝑣𝑒𝑛𝑙𝑦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𝑖𝑛𝑡𝑜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𝑃</m:t>
                      </m:r>
                      <m:d>
                        <m:d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AU" b="0" dirty="0" smtClean="0">
                  <a:ea typeface="Cambria Math"/>
                </a:endParaRPr>
              </a:p>
              <a:p>
                <a:endParaRPr lang="en-AU" dirty="0" smtClean="0"/>
              </a:p>
              <a:p>
                <a:r>
                  <a:rPr lang="en-AU" dirty="0" smtClean="0"/>
                  <a:t>           </a:t>
                </a:r>
                <a:r>
                  <a:rPr lang="en-AU" u="sng" dirty="0" smtClean="0"/>
                  <a:t>            x</a:t>
                </a:r>
                <a:r>
                  <a:rPr lang="en-AU" u="sng" baseline="30000" dirty="0" smtClean="0"/>
                  <a:t>2</a:t>
                </a:r>
                <a:r>
                  <a:rPr lang="en-AU" u="sng" dirty="0" smtClean="0"/>
                  <a:t>    -  8x     -    65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+1) 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3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−7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−73</m:t>
                      </m:r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−65</m:t>
                      </m:r>
                    </m:oMath>
                  </m:oMathPara>
                </a14:m>
                <a:r>
                  <a:rPr lang="en-AU" b="0" dirty="0" smtClean="0"/>
                  <a:t/>
                </a:r>
                <a:br>
                  <a:rPr lang="en-AU" b="0" dirty="0" smtClean="0"/>
                </a:br>
                <a:r>
                  <a:rPr lang="en-AU" b="0" dirty="0" smtClean="0"/>
                  <a:t>           -(</a:t>
                </a:r>
                <a:r>
                  <a:rPr lang="en-AU" b="0" u="sng" dirty="0" smtClean="0"/>
                  <a:t>x</a:t>
                </a:r>
                <a:r>
                  <a:rPr lang="en-AU" b="0" u="sng" baseline="30000" dirty="0" smtClean="0"/>
                  <a:t>3</a:t>
                </a:r>
                <a:r>
                  <a:rPr lang="en-AU" b="0" u="sng" dirty="0" smtClean="0"/>
                  <a:t>   +  x</a:t>
                </a:r>
                <a:r>
                  <a:rPr lang="en-AU" b="0" u="sng" baseline="30000" dirty="0" smtClean="0"/>
                  <a:t>2</a:t>
                </a:r>
                <a:r>
                  <a:rPr lang="en-AU" b="0" u="sng" dirty="0" smtClean="0"/>
                  <a:t>)</a:t>
                </a:r>
              </a:p>
              <a:p>
                <a:r>
                  <a:rPr lang="en-AU" dirty="0" smtClean="0"/>
                  <a:t>                      -8x</a:t>
                </a:r>
                <a:r>
                  <a:rPr lang="en-AU" baseline="30000" dirty="0" smtClean="0"/>
                  <a:t>2</a:t>
                </a:r>
                <a:r>
                  <a:rPr lang="en-AU" dirty="0" smtClean="0"/>
                  <a:t>   - 73x</a:t>
                </a:r>
              </a:p>
              <a:p>
                <a:r>
                  <a:rPr lang="en-AU" dirty="0" smtClean="0"/>
                  <a:t>                    </a:t>
                </a:r>
                <a:r>
                  <a:rPr lang="en-AU" u="sng" dirty="0" smtClean="0"/>
                  <a:t>-(-8x</a:t>
                </a:r>
                <a:r>
                  <a:rPr lang="en-AU" u="sng" baseline="30000" dirty="0" smtClean="0"/>
                  <a:t>2</a:t>
                </a:r>
                <a:r>
                  <a:rPr lang="en-AU" u="sng" dirty="0" smtClean="0"/>
                  <a:t>  -  8x) </a:t>
                </a:r>
              </a:p>
              <a:p>
                <a:r>
                  <a:rPr lang="en-AU" dirty="0"/>
                  <a:t> </a:t>
                </a:r>
                <a:r>
                  <a:rPr lang="en-AU" dirty="0" smtClean="0"/>
                  <a:t>                                 -65x   - 65</a:t>
                </a:r>
              </a:p>
              <a:p>
                <a:r>
                  <a:rPr lang="en-AU" dirty="0"/>
                  <a:t> </a:t>
                </a:r>
                <a:r>
                  <a:rPr lang="en-AU" dirty="0" smtClean="0"/>
                  <a:t>                               </a:t>
                </a:r>
                <a:r>
                  <a:rPr lang="en-AU" u="sng" dirty="0" smtClean="0"/>
                  <a:t>-(-65x   - 65</a:t>
                </a:r>
                <a:r>
                  <a:rPr lang="en-AU" dirty="0" smtClean="0"/>
                  <a:t>) </a:t>
                </a:r>
              </a:p>
              <a:p>
                <a:r>
                  <a:rPr lang="en-AU" dirty="0"/>
                  <a:t> </a:t>
                </a:r>
                <a:r>
                  <a:rPr lang="en-AU" dirty="0" smtClean="0"/>
                  <a:t>                                               0</a:t>
                </a:r>
              </a:p>
              <a:p>
                <a:r>
                  <a:rPr lang="en-AU" dirty="0" smtClean="0"/>
                  <a:t>We have P(x) = (x + 1)(x</a:t>
                </a:r>
                <a:r>
                  <a:rPr lang="en-AU" baseline="30000" dirty="0" smtClean="0"/>
                  <a:t>2</a:t>
                </a:r>
                <a:r>
                  <a:rPr lang="en-AU" dirty="0" smtClean="0"/>
                  <a:t> – 8x – 65)</a:t>
                </a:r>
                <a:endParaRPr lang="en-AU" dirty="0"/>
              </a:p>
            </p:txBody>
          </p:sp>
        </mc:Choice>
        <mc:Fallback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616" y="1407775"/>
                <a:ext cx="7480304" cy="5355312"/>
              </a:xfrm>
              <a:prstGeom prst="rect">
                <a:avLst/>
              </a:prstGeom>
              <a:blipFill rotWithShape="1">
                <a:blip r:embed="rId4"/>
                <a:stretch>
                  <a:fillRect l="-652" t="-569" b="-9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2167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2788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0335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21042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Polynomials?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941685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</a:t>
            </a:r>
            <a:r>
              <a:rPr lang="en-AU" sz="2400" dirty="0" smtClean="0"/>
              <a:t>Factor Theorem – now Solving Polynomials! </a:t>
            </a:r>
            <a:endParaRPr lang="en-AU" sz="24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827584" y="1403350"/>
            <a:ext cx="0" cy="545465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849" t="69068" r="-98284" b="-52259"/>
          <a:stretch/>
        </p:blipFill>
        <p:spPr bwMode="auto">
          <a:xfrm>
            <a:off x="17170400" y="3251200"/>
            <a:ext cx="16693976" cy="81142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1331640" y="1700808"/>
            <a:ext cx="756084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From previous page we </a:t>
            </a:r>
            <a:r>
              <a:rPr lang="en-AU" dirty="0"/>
              <a:t>have P(x) = (x + 1)(x</a:t>
            </a:r>
            <a:r>
              <a:rPr lang="en-AU" baseline="30000" dirty="0"/>
              <a:t>2</a:t>
            </a:r>
            <a:r>
              <a:rPr lang="en-AU" dirty="0"/>
              <a:t> – 8x – 65</a:t>
            </a:r>
            <a:r>
              <a:rPr lang="en-AU" dirty="0" smtClean="0"/>
              <a:t>)</a:t>
            </a:r>
          </a:p>
          <a:p>
            <a:r>
              <a:rPr lang="en-AU" dirty="0" smtClean="0"/>
              <a:t>Lets factorize the second part.</a:t>
            </a:r>
          </a:p>
          <a:p>
            <a:endParaRPr lang="en-AU" dirty="0"/>
          </a:p>
          <a:p>
            <a:r>
              <a:rPr lang="en-AU" dirty="0" smtClean="0"/>
              <a:t>P(x</a:t>
            </a:r>
            <a:r>
              <a:rPr lang="en-AU" dirty="0"/>
              <a:t>) = (x + 1)(x</a:t>
            </a:r>
            <a:r>
              <a:rPr lang="en-AU" baseline="30000" dirty="0"/>
              <a:t>2</a:t>
            </a:r>
            <a:r>
              <a:rPr lang="en-AU" dirty="0"/>
              <a:t> – 8x – 65</a:t>
            </a:r>
            <a:r>
              <a:rPr lang="en-AU" dirty="0" smtClean="0"/>
              <a:t>)</a:t>
            </a:r>
          </a:p>
          <a:p>
            <a:endParaRPr lang="en-AU" dirty="0"/>
          </a:p>
          <a:p>
            <a:r>
              <a:rPr lang="en-AU" dirty="0" smtClean="0"/>
              <a:t>P(x</a:t>
            </a:r>
            <a:r>
              <a:rPr lang="en-AU" dirty="0"/>
              <a:t>) = (x + 1</a:t>
            </a:r>
            <a:r>
              <a:rPr lang="en-AU" dirty="0" smtClean="0"/>
              <a:t>)(x - 13)(x + 5)</a:t>
            </a:r>
            <a:endParaRPr lang="en-AU" dirty="0"/>
          </a:p>
          <a:p>
            <a:endParaRPr lang="en-AU" dirty="0" smtClean="0"/>
          </a:p>
          <a:p>
            <a:r>
              <a:rPr lang="en-AU" dirty="0" smtClean="0"/>
              <a:t>Therefore the three solutions are</a:t>
            </a:r>
            <a:br>
              <a:rPr lang="en-AU" dirty="0" smtClean="0"/>
            </a:br>
            <a:r>
              <a:rPr lang="en-AU" dirty="0" smtClean="0"/>
              <a:t>x = -1, -5 or 13</a:t>
            </a:r>
          </a:p>
          <a:p>
            <a:endParaRPr lang="en-AU" dirty="0"/>
          </a:p>
          <a:p>
            <a:r>
              <a:rPr lang="en-AU" dirty="0" smtClean="0"/>
              <a:t>This works quite easily with a cubic because you can easily factorize a quadratic.  If we had a Quartic equation you would have to find two factors and divide in twice then factorize the quadratic equation.</a:t>
            </a:r>
          </a:p>
          <a:p>
            <a:endParaRPr lang="en-AU" dirty="0"/>
          </a:p>
          <a:p>
            <a:r>
              <a:rPr lang="en-AU" dirty="0" smtClean="0"/>
              <a:t>Finding the factors is guess check and then improve.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6219656" y="2116305"/>
            <a:ext cx="2520280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/>
              <a:t>2 Numbers that multiply to give -65 and have a difference of -8</a:t>
            </a:r>
            <a:br>
              <a:rPr lang="en-AU" dirty="0" smtClean="0"/>
            </a:br>
            <a:r>
              <a:rPr lang="en-AU" dirty="0" smtClean="0"/>
              <a:t>-13 </a:t>
            </a:r>
            <a:r>
              <a:rPr lang="en-AU" smtClean="0"/>
              <a:t>and </a:t>
            </a:r>
            <a:r>
              <a:rPr lang="en-AU" smtClean="0"/>
              <a:t>5</a:t>
            </a:r>
            <a:endParaRPr lang="en-AU" dirty="0"/>
          </a:p>
        </p:txBody>
      </p:sp>
      <p:cxnSp>
        <p:nvCxnSpPr>
          <p:cNvPr id="14" name="Straight Arrow Connector 13"/>
          <p:cNvCxnSpPr/>
          <p:nvPr/>
        </p:nvCxnSpPr>
        <p:spPr>
          <a:xfrm flipH="1" flipV="1">
            <a:off x="3851920" y="2716470"/>
            <a:ext cx="2367736" cy="20847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3851920" y="2924944"/>
            <a:ext cx="2367736" cy="14401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5973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1560" y="1412776"/>
            <a:ext cx="7632848" cy="4680520"/>
          </a:xfrm>
        </p:spPr>
        <p:txBody>
          <a:bodyPr>
            <a:normAutofit/>
          </a:bodyPr>
          <a:lstStyle/>
          <a:p>
            <a:r>
              <a:rPr lang="en-AU" b="1" dirty="0" smtClean="0">
                <a:solidFill>
                  <a:schemeClr val="tx1"/>
                </a:solidFill>
              </a:rPr>
              <a:t>Exercises</a:t>
            </a:r>
          </a:p>
          <a:p>
            <a:r>
              <a:rPr lang="en-AU" b="1" dirty="0" smtClean="0">
                <a:solidFill>
                  <a:schemeClr val="tx1"/>
                </a:solidFill>
              </a:rPr>
              <a:t>Exercises 9.7 and 9.8 from Dwyer</a:t>
            </a:r>
          </a:p>
          <a:p>
            <a:endParaRPr lang="en-AU" b="1" dirty="0" smtClean="0">
              <a:solidFill>
                <a:schemeClr val="tx2"/>
              </a:solidFill>
            </a:endParaRPr>
          </a:p>
          <a:p>
            <a:r>
              <a:rPr lang="en-AU" b="1" dirty="0" smtClean="0">
                <a:solidFill>
                  <a:schemeClr val="tx2"/>
                </a:solidFill>
              </a:rPr>
              <a:t>All to be done with a smile on your faces.</a:t>
            </a:r>
            <a:endParaRPr lang="en-AU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3309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1501</TotalTime>
  <Words>258</Words>
  <Application>Microsoft Office PowerPoint</Application>
  <PresentationFormat>On-screen Show (4:3)</PresentationFormat>
  <Paragraphs>104</Paragraphs>
  <Slides>9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My Algebra – Polynomials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MCALLISTER Robert</cp:lastModifiedBy>
  <cp:revision>124</cp:revision>
  <cp:lastPrinted>2016-06-27T01:44:24Z</cp:lastPrinted>
  <dcterms:created xsi:type="dcterms:W3CDTF">2014-05-14T02:58:57Z</dcterms:created>
  <dcterms:modified xsi:type="dcterms:W3CDTF">2016-06-27T02:14:58Z</dcterms:modified>
</cp:coreProperties>
</file>