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25" r:id="rId6"/>
    <p:sldId id="326" r:id="rId7"/>
    <p:sldId id="327" r:id="rId8"/>
    <p:sldId id="328" r:id="rId9"/>
    <p:sldId id="329" r:id="rId10"/>
    <p:sldId id="292" r:id="rId11"/>
    <p:sldId id="291" r:id="rId12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252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31/01/2016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31/01/2016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Algebra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expand a number written in index form?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the value of a number to the power of a positive or negative integer?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032" y="2083078"/>
            <a:ext cx="241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index notation?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32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3200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  <m:r>
                        <a:rPr lang="en-AU" sz="3200" b="0" i="1" smtClean="0">
                          <a:latin typeface="Cambria Math"/>
                        </a:rPr>
                        <m:t>  =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chemeClr val="accent1"/>
                          </a:solidFill>
                          <a:latin typeface="Cambria Math"/>
                          <a:ea typeface="Cambria Math"/>
                        </a:rPr>
                        <m:t>×3×3×3×3</m:t>
                      </m:r>
                    </m:oMath>
                  </m:oMathPara>
                </a14:m>
                <a:endParaRPr lang="en-AU" sz="32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28" y="2901230"/>
                <a:ext cx="4450128" cy="59041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3464016" y="2821643"/>
            <a:ext cx="243888" cy="25651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4067944" y="2636977"/>
            <a:ext cx="216024" cy="312921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93632" y="2543102"/>
            <a:ext cx="625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Base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19463" y="1990646"/>
            <a:ext cx="13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B050"/>
                </a:solidFill>
              </a:rPr>
              <a:t>Index or exponent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306377" y="2821643"/>
            <a:ext cx="1123347" cy="67000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207997" y="3487704"/>
            <a:ext cx="1452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Power Form</a:t>
            </a:r>
          </a:p>
          <a:p>
            <a:r>
              <a:rPr lang="en-AU" dirty="0" smtClean="0"/>
              <a:t>or index form</a:t>
            </a:r>
            <a:endParaRPr lang="en-AU" dirty="0"/>
          </a:p>
        </p:txBody>
      </p:sp>
      <p:sp>
        <p:nvSpPr>
          <p:cNvPr id="20" name="Oval 19"/>
          <p:cNvSpPr/>
          <p:nvPr/>
        </p:nvSpPr>
        <p:spPr>
          <a:xfrm>
            <a:off x="4716016" y="2861436"/>
            <a:ext cx="3315140" cy="67000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5159387" y="3477915"/>
            <a:ext cx="2805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chemeClr val="accent1"/>
                </a:solidFill>
              </a:rPr>
              <a:t>Extended or expanded form</a:t>
            </a:r>
            <a:endParaRPr lang="en-AU" dirty="0">
              <a:solidFill>
                <a:schemeClr val="accent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7997" y="4208224"/>
            <a:ext cx="5252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index shows the number of times the base is multiplied by itself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82297" y="4941168"/>
            <a:ext cx="2589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to you evaluate a base to the power of one or zero?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latin typeface="Cambria Math"/>
                        </a:rPr>
                        <m:t>𝑎</m:t>
                      </m:r>
                      <m:r>
                        <a:rPr lang="en-AU" sz="2400" b="0" i="1" smtClean="0">
                          <a:latin typeface="Cambria Math"/>
                        </a:rPr>
                        <m:t>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12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221" y="4967560"/>
                <a:ext cx="4540795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=1                        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𝑒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𝑔</m:t>
                      </m:r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.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 15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2"/>
                              </a:solidFill>
                              <a:latin typeface="Cambria Math"/>
                            </a:rPr>
                            <m:t>0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chemeClr val="tx2"/>
                          </a:solidFill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655" y="5633665"/>
                <a:ext cx="4374980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70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54216" y="1916832"/>
            <a:ext cx="0" cy="3384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1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2636912"/>
                <a:ext cx="2860848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7+4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216" y="2596206"/>
                <a:ext cx="3118610" cy="46166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sz="2800" i="1"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 smtClean="0"/>
              </a:p>
              <a:p>
                <a:r>
                  <a:rPr lang="en-AU" sz="2800" dirty="0" smtClean="0"/>
                  <a:t>or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latin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sz="280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AU" sz="2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AU" sz="2800" b="0" i="1" smtClean="0">
                                <a:latin typeface="Cambria Math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AU" sz="28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AU" sz="2800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AU" sz="2800" b="0" i="1" smtClean="0">
                            <a:latin typeface="Cambria Math"/>
                          </a:rPr>
                          <m:t>𝑚</m:t>
                        </m:r>
                        <m:r>
                          <a:rPr lang="en-AU" sz="2800" b="0" i="1" smtClean="0">
                            <a:latin typeface="Cambria Math"/>
                          </a:rPr>
                          <m:t>−</m:t>
                        </m:r>
                        <m:r>
                          <a:rPr lang="en-AU" sz="2800" b="0" i="1" smtClean="0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157" y="3727624"/>
                <a:ext cx="3024739" cy="1175515"/>
              </a:xfrm>
              <a:prstGeom prst="rect">
                <a:avLst/>
              </a:prstGeom>
              <a:blipFill rotWithShape="1">
                <a:blip r:embed="rId4"/>
                <a:stretch>
                  <a:fillRect l="-4234" b="-62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7</m:t>
                          </m:r>
                        </m:sup>
                      </m:sSup>
                      <m:r>
                        <a:rPr lang="en-AU" sz="2400" i="1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  <m:sSup>
                        <m:sSup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90" y="3727624"/>
                <a:ext cx="3004990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7−4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4447781"/>
                <a:ext cx="2392963" cy="8538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36483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2</a:t>
            </a:r>
            <a:endParaRPr lang="en-AU" u="sng" dirty="0"/>
          </a:p>
        </p:txBody>
      </p:sp>
      <p:sp>
        <p:nvSpPr>
          <p:cNvPr id="5" name="TextBox 4"/>
          <p:cNvSpPr txBox="1"/>
          <p:nvPr/>
        </p:nvSpPr>
        <p:spPr>
          <a:xfrm>
            <a:off x="381503" y="5517232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cxnSp>
        <p:nvCxnSpPr>
          <p:cNvPr id="24" name="Straight Connector 23"/>
          <p:cNvCxnSpPr/>
          <p:nvPr/>
        </p:nvCxnSpPr>
        <p:spPr>
          <a:xfrm>
            <a:off x="0" y="5445224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986477" y="5886564"/>
                <a:ext cx="5555623" cy="6954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i="1">
                              <a:latin typeface="Cambria Math"/>
                            </a:rPr>
                            <m:t>𝑦</m:t>
                          </m:r>
                          <m:r>
                            <a:rPr lang="en-AU" i="1">
                              <a:latin typeface="Cambria Math"/>
                              <a:ea typeface="Cambria Math"/>
                            </a:rPr>
                            <m:t>×4</m:t>
                          </m:r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AU" i="1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i="1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×4×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=6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477" y="5886564"/>
                <a:ext cx="5555623" cy="69544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2947137" y="5517232"/>
            <a:ext cx="931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Simplify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338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76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index laws can be used to simplify expressions with indices.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1972846"/>
            <a:ext cx="2556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are the index laws?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40152" y="2089092"/>
            <a:ext cx="0" cy="4331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11848" y="2003624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3</a:t>
            </a:r>
            <a:endParaRPr lang="en-AU" u="sng" dirty="0"/>
          </a:p>
        </p:txBody>
      </p:sp>
      <p:sp>
        <p:nvSpPr>
          <p:cNvPr id="16" name="TextBox 15"/>
          <p:cNvSpPr txBox="1"/>
          <p:nvPr/>
        </p:nvSpPr>
        <p:spPr>
          <a:xfrm>
            <a:off x="7098256" y="2038748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Example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AU" sz="280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800" i="1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800" i="1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𝑚𝑛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595" y="2451240"/>
                <a:ext cx="2338589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  <a:ea typeface="Cambria Math"/>
                                </a:rPr>
                                <m:t>7</m:t>
                              </m:r>
                            </m:sup>
                          </m:s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7×4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28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356" y="2398206"/>
                <a:ext cx="2756267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822554" y="3736674"/>
                <a:ext cx="325723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AU" sz="280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</a:rPr>
                            <m:t>𝑎</m:t>
                          </m:r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𝑏</m:t>
                          </m:r>
                          <m:r>
                            <a:rPr lang="en-AU" sz="2800" b="0" i="1" smtClean="0"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0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800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554" y="3736674"/>
                <a:ext cx="3257238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3711848" y="3356992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4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226432" y="3745302"/>
                <a:ext cx="26451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(6×3)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6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AU" sz="24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432" y="3745302"/>
                <a:ext cx="2645147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741688" y="4302186"/>
            <a:ext cx="1292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Index Law 4</a:t>
            </a:r>
            <a:endParaRPr lang="en-AU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57268" y="4869160"/>
                <a:ext cx="1693028" cy="8258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AU" sz="24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268" y="4869160"/>
                <a:ext cx="1693028" cy="82580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382419" y="5021559"/>
                <a:ext cx="1631985" cy="9951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240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solidFill>
                                        <a:schemeClr val="accent4"/>
                                      </a:solidFill>
                                      <a:latin typeface="Cambria Math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  <m:t>8</m:t>
                          </m:r>
                        </m:sup>
                      </m:sSup>
                      <m:r>
                        <a:rPr lang="en-AU" sz="2400" b="0" i="0" smtClean="0">
                          <a:solidFill>
                            <a:schemeClr val="accent4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solidFill>
                                <a:schemeClr val="accent4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AU" sz="2400" b="0" i="1" smtClean="0">
                                  <a:solidFill>
                                    <a:schemeClr val="accent4"/>
                                  </a:solidFill>
                                  <a:latin typeface="Cambria Math"/>
                                </a:rPr>
                                <m:t>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4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419" y="5021559"/>
                <a:ext cx="1631985" cy="99514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455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5660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Negative Indices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the effect of a negative indices on a number.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12991" y="1920280"/>
            <a:ext cx="2928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rule for negative powers?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170" y="2169618"/>
                <a:ext cx="1263102" cy="62959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𝑚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2186482"/>
                <a:ext cx="1267591" cy="61273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51815" y="3181618"/>
                <a:ext cx="1689758" cy="6127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5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815" y="3181618"/>
                <a:ext cx="1689758" cy="6127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93471" y="3181618"/>
            <a:ext cx="1066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51815" y="3933056"/>
                <a:ext cx="2432845" cy="6469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sup>
                      </m:sSup>
                      <m:sSup>
                        <m:sSupPr>
                          <m:ctrlPr>
                            <a:rPr lang="en-AU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815" y="3933056"/>
                <a:ext cx="2432845" cy="64697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1.1  and 1.2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Also Indices Revision 2 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And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Mixed Indices Laws – </a:t>
            </a:r>
            <a:r>
              <a:rPr lang="en-AU" b="1" dirty="0" err="1" smtClean="0">
                <a:solidFill>
                  <a:schemeClr val="tx1"/>
                </a:solidFill>
              </a:rPr>
              <a:t>Mathspace</a:t>
            </a:r>
            <a:r>
              <a:rPr lang="en-AU" b="1" dirty="0" smtClean="0">
                <a:solidFill>
                  <a:schemeClr val="tx1"/>
                </a:solidFill>
              </a:rPr>
              <a:t> handout.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686</Words>
  <Application>Microsoft Office PowerPoint</Application>
  <PresentationFormat>On-screen Show (4:3)</PresentationFormat>
  <Paragraphs>128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Algebra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71</cp:revision>
  <dcterms:created xsi:type="dcterms:W3CDTF">2014-05-14T02:58:57Z</dcterms:created>
  <dcterms:modified xsi:type="dcterms:W3CDTF">2016-01-31T06:30:19Z</dcterms:modified>
</cp:coreProperties>
</file>