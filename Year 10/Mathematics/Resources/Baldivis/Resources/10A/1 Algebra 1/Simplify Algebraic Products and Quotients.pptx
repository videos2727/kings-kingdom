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03" r:id="rId5"/>
    <p:sldId id="330" r:id="rId6"/>
    <p:sldId id="329" r:id="rId7"/>
    <p:sldId id="292" r:id="rId8"/>
    <p:sldId id="291" r:id="rId9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2" y="1196752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/>
              <a:t>Simplify Algebraic Products &amp; Quotients?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577" y="298231"/>
            <a:ext cx="5995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 Algebraic Products &amp; Quotients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7" y="298231"/>
            <a:ext cx="5995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 Algebraic Products &amp; Quotients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/>
              <a:t>Simplify Algebraic Products &amp; Quotients?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1027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Product?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139664"/>
                <a:ext cx="36724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itchFamily="18" charset="0"/>
                          <a:ea typeface="Cambria Math" pitchFamily="18" charset="0"/>
                        </a:rPr>
                        <m:t>5</m:t>
                      </m:r>
                      <m:r>
                        <a:rPr lang="en-AU" sz="2400" b="0" i="1" smtClean="0">
                          <a:latin typeface="Cambria Math" pitchFamily="18" charset="0"/>
                          <a:ea typeface="Cambria Math" pitchFamily="18" charset="0"/>
                        </a:rPr>
                        <m:t>𝑎</m:t>
                      </m:r>
                      <m:r>
                        <a:rPr lang="en-AU" sz="2400" b="0" i="1" baseline="30000" smtClean="0">
                          <a:latin typeface="Cambria Math" pitchFamily="18" charset="0"/>
                          <a:ea typeface="Cambria Math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itchFamily="18" charset="0"/>
                          <a:ea typeface="Cambria Math" pitchFamily="18" charset="0"/>
                        </a:rPr>
                        <m:t> ×−2</m:t>
                      </m:r>
                      <m:r>
                        <a:rPr lang="en-AU" sz="2400" b="0" i="1" smtClean="0">
                          <a:latin typeface="Cambria Math" pitchFamily="18" charset="0"/>
                          <a:ea typeface="Cambria Math" pitchFamily="18" charset="0"/>
                        </a:rPr>
                        <m:t>𝑎</m:t>
                      </m:r>
                    </m:oMath>
                  </m:oMathPara>
                </a14:m>
                <a:endParaRPr lang="en-AU" sz="2400" b="0" dirty="0" smtClean="0">
                  <a:latin typeface="Cambria Math" pitchFamily="18" charset="0"/>
                  <a:ea typeface="Cambria Math" pitchFamily="18" charset="0"/>
                </a:endParaRPr>
              </a:p>
              <a:p>
                <a:pPr algn="ctr"/>
                <a:r>
                  <a:rPr lang="en-AU" sz="2400" dirty="0" smtClean="0">
                    <a:solidFill>
                      <a:srgbClr val="00B050"/>
                    </a:solidFill>
                    <a:latin typeface="Cambria Math" pitchFamily="18" charset="0"/>
                    <a:ea typeface="Cambria Math" pitchFamily="18" charset="0"/>
                  </a:rPr>
                  <a:t>=-10a</a:t>
                </a:r>
                <a:r>
                  <a:rPr lang="en-AU" sz="2400" baseline="30000" dirty="0" smtClean="0">
                    <a:solidFill>
                      <a:srgbClr val="00B050"/>
                    </a:solidFill>
                    <a:latin typeface="Cambria Math" pitchFamily="18" charset="0"/>
                    <a:ea typeface="Cambria Math" pitchFamily="18" charset="0"/>
                  </a:rPr>
                  <a:t>3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139664"/>
                <a:ext cx="3672408" cy="830997"/>
              </a:xfrm>
              <a:prstGeom prst="rect">
                <a:avLst/>
              </a:prstGeom>
              <a:blipFill rotWithShape="1">
                <a:blip r:embed="rId2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980061" y="3186962"/>
                <a:ext cx="204094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4a</a:t>
                </a:r>
                <a:r>
                  <a:rPr lang="en-AU" sz="2400" baseline="30000" dirty="0" smtClean="0">
                    <a:latin typeface="Cambria Math" pitchFamily="18" charset="0"/>
                    <a:ea typeface="Cambria Math" pitchFamily="18" charset="0"/>
                  </a:rPr>
                  <a:t>4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AU" sz="2400" baseline="30000" dirty="0" smtClean="0">
                    <a:latin typeface="Cambria Math" pitchFamily="18" charset="0"/>
                    <a:ea typeface="Cambria Math" pitchFamily="18" charset="0"/>
                  </a:rPr>
                  <a:t>6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itchFamily="18" charset="0"/>
                        <a:ea typeface="Cambria Math" pitchFamily="18" charset="0"/>
                      </a:rPr>
                      <m:t>×</m:t>
                    </m:r>
                  </m:oMath>
                </a14:m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7a</a:t>
                </a:r>
                <a:r>
                  <a:rPr lang="en-AU" sz="2400" baseline="30000" dirty="0" smtClean="0">
                    <a:latin typeface="Cambria Math" pitchFamily="18" charset="0"/>
                    <a:ea typeface="Cambria Math" pitchFamily="18" charset="0"/>
                  </a:rPr>
                  <a:t>-2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AU" sz="2400" baseline="30000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</a:p>
              <a:p>
                <a:pPr algn="ctr"/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=28a</a:t>
                </a:r>
                <a:r>
                  <a:rPr lang="en-AU" sz="2400" baseline="30000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AU" sz="2400" baseline="30000" dirty="0" smtClean="0">
                    <a:latin typeface="Cambria Math" pitchFamily="18" charset="0"/>
                    <a:ea typeface="Cambria Math" pitchFamily="18" charset="0"/>
                  </a:rPr>
                  <a:t>8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endParaRPr lang="en-AU" sz="2400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061" y="3186962"/>
                <a:ext cx="204094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4179" t="-5882" r="-597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164288" y="2145899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Don’t forget a –</a:t>
            </a:r>
            <a:r>
              <a:rPr lang="en-AU" sz="1400" dirty="0" err="1" smtClean="0"/>
              <a:t>ve</a:t>
            </a:r>
            <a:r>
              <a:rPr lang="en-AU" sz="1400" dirty="0" smtClean="0"/>
              <a:t> times a +</a:t>
            </a:r>
            <a:r>
              <a:rPr lang="en-AU" sz="1400" dirty="0" err="1" smtClean="0"/>
              <a:t>ve</a:t>
            </a:r>
            <a:r>
              <a:rPr lang="en-AU" sz="1400" dirty="0" smtClean="0"/>
              <a:t> is a -</a:t>
            </a:r>
            <a:r>
              <a:rPr lang="en-AU" sz="1400" dirty="0" err="1" smtClean="0"/>
              <a:t>ve</a:t>
            </a:r>
            <a:endParaRPr lang="en-A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80289" y="4473116"/>
            <a:ext cx="1133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Quotient?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4083554" y="4473116"/>
            <a:ext cx="1587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400" dirty="0" smtClean="0">
                <a:latin typeface="Cambria Math" pitchFamily="18" charset="0"/>
                <a:ea typeface="Cambria Math" pitchFamily="18" charset="0"/>
              </a:rPr>
              <a:t>14a</a:t>
            </a:r>
            <a:r>
              <a:rPr lang="en-AU" sz="2400" baseline="30000" dirty="0" smtClean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AU" sz="24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AU" sz="2400" dirty="0" smtClean="0">
                <a:latin typeface="Cambria Math"/>
                <a:ea typeface="Cambria Math"/>
              </a:rPr>
              <a:t>÷ 2a</a:t>
            </a:r>
            <a:r>
              <a:rPr lang="en-AU" sz="2400" baseline="30000" dirty="0" smtClean="0">
                <a:latin typeface="Cambria Math"/>
                <a:ea typeface="Cambria Math"/>
              </a:rPr>
              <a:t>3</a:t>
            </a:r>
          </a:p>
          <a:p>
            <a:pPr algn="ctr"/>
            <a:r>
              <a:rPr lang="en-AU" sz="2400" dirty="0" smtClean="0">
                <a:latin typeface="Cambria Math"/>
                <a:ea typeface="Cambria Math"/>
              </a:rPr>
              <a:t>=7a</a:t>
            </a:r>
            <a:r>
              <a:rPr lang="en-AU" sz="2400" baseline="30000" dirty="0" smtClean="0">
                <a:latin typeface="Cambria Math"/>
                <a:ea typeface="Cambria Math"/>
              </a:rPr>
              <a:t>3</a:t>
            </a:r>
            <a:endParaRPr lang="en-AU" sz="2400" baseline="300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7064" y="2970661"/>
            <a:ext cx="1656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We add the indices and multiply the numbers</a:t>
            </a:r>
            <a:endParaRPr lang="en-AU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876256" y="4473116"/>
            <a:ext cx="1656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We take the indices and divide the numbers</a:t>
            </a:r>
            <a:endParaRPr lang="en-AU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3820164" y="5661248"/>
            <a:ext cx="24368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400" dirty="0" smtClean="0">
                <a:latin typeface="Cambria Math" pitchFamily="18" charset="0"/>
                <a:ea typeface="Cambria Math" pitchFamily="18" charset="0"/>
              </a:rPr>
              <a:t>16a</a:t>
            </a:r>
            <a:r>
              <a:rPr lang="en-AU" sz="2400" baseline="30000" dirty="0" smtClean="0">
                <a:latin typeface="Cambria Math" pitchFamily="18" charset="0"/>
                <a:ea typeface="Cambria Math" pitchFamily="18" charset="0"/>
              </a:rPr>
              <a:t>-3 </a:t>
            </a:r>
            <a:r>
              <a:rPr lang="en-AU" sz="2400" dirty="0" smtClean="0">
                <a:latin typeface="Cambria Math" pitchFamily="18" charset="0"/>
                <a:ea typeface="Cambria Math" pitchFamily="18" charset="0"/>
              </a:rPr>
              <a:t>b</a:t>
            </a:r>
            <a:r>
              <a:rPr lang="en-AU" sz="2400" baseline="30000" dirty="0" smtClean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AU" sz="24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AU" sz="2400" dirty="0" smtClean="0">
                <a:latin typeface="Cambria Math"/>
                <a:ea typeface="Cambria Math"/>
              </a:rPr>
              <a:t>÷ -</a:t>
            </a:r>
            <a:r>
              <a:rPr lang="en-AU" sz="2400" dirty="0" smtClean="0">
                <a:latin typeface="Cambria Math"/>
                <a:ea typeface="Cambria Math"/>
              </a:rPr>
              <a:t>4a</a:t>
            </a:r>
            <a:r>
              <a:rPr lang="en-AU" sz="2400" baseline="30000" dirty="0" smtClean="0">
                <a:latin typeface="Cambria Math"/>
                <a:ea typeface="Cambria Math"/>
              </a:rPr>
              <a:t>3</a:t>
            </a:r>
            <a:r>
              <a:rPr lang="en-AU" sz="2400" dirty="0" smtClean="0">
                <a:latin typeface="Cambria Math"/>
                <a:ea typeface="Cambria Math"/>
              </a:rPr>
              <a:t>b</a:t>
            </a:r>
            <a:r>
              <a:rPr lang="en-AU" sz="2400" baseline="30000" dirty="0" smtClean="0">
                <a:latin typeface="Cambria Math"/>
                <a:ea typeface="Cambria Math"/>
              </a:rPr>
              <a:t>-4</a:t>
            </a:r>
            <a:endParaRPr lang="en-AU" sz="2400" baseline="30000" dirty="0" smtClean="0">
              <a:latin typeface="Cambria Math"/>
              <a:ea typeface="Cambria Math"/>
            </a:endParaRPr>
          </a:p>
          <a:p>
            <a:pPr algn="ctr"/>
            <a:r>
              <a:rPr lang="en-AU" sz="2400" dirty="0" smtClean="0">
                <a:latin typeface="Cambria Math"/>
                <a:ea typeface="Cambria Math"/>
              </a:rPr>
              <a:t>=-4a</a:t>
            </a:r>
            <a:r>
              <a:rPr lang="en-AU" sz="2400" baseline="30000" dirty="0" smtClean="0">
                <a:latin typeface="Cambria Math"/>
                <a:ea typeface="Cambria Math"/>
              </a:rPr>
              <a:t>-6</a:t>
            </a:r>
            <a:r>
              <a:rPr lang="en-AU" sz="2400" dirty="0" smtClean="0">
                <a:latin typeface="Cambria Math"/>
                <a:ea typeface="Cambria Math"/>
              </a:rPr>
              <a:t>b</a:t>
            </a:r>
            <a:r>
              <a:rPr lang="en-AU" sz="2400" baseline="30000" dirty="0" smtClean="0">
                <a:latin typeface="Cambria Math"/>
                <a:ea typeface="Cambria Math"/>
              </a:rPr>
              <a:t>9</a:t>
            </a:r>
            <a:endParaRPr lang="en-AU" sz="2400" baseline="30000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0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1.5  and 1.6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215</Words>
  <Application>Microsoft Office PowerPoint</Application>
  <PresentationFormat>On-screen Show (4:3)</PresentationFormat>
  <Paragraphs>75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78</cp:revision>
  <dcterms:created xsi:type="dcterms:W3CDTF">2014-05-14T02:58:57Z</dcterms:created>
  <dcterms:modified xsi:type="dcterms:W3CDTF">2016-02-05T01:45:03Z</dcterms:modified>
</cp:coreProperties>
</file>