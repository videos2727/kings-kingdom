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9" r:id="rId3"/>
    <p:sldId id="258" r:id="rId4"/>
    <p:sldId id="303" r:id="rId5"/>
    <p:sldId id="330" r:id="rId6"/>
    <p:sldId id="331" r:id="rId7"/>
    <p:sldId id="329" r:id="rId8"/>
    <p:sldId id="292" r:id="rId9"/>
    <p:sldId id="291" r:id="rId10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804" y="-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a number written in index form?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040822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413095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778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+2×1=2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5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92605" y="5537865"/>
                <a:ext cx="35011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  <m:r>
                          <a:rPr lang="en-AU" b="0" i="1" smtClean="0">
                            <a:latin typeface="Cambria Math"/>
                          </a:rPr>
                          <m:t>𝑝</m:t>
                        </m:r>
                        <m:r>
                          <a:rPr lang="en-AU" b="0" i="1" smtClean="0">
                            <a:latin typeface="Cambria Math"/>
                          </a:rPr>
                          <m:t>−7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=15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𝑝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−21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5537865"/>
                <a:ext cx="350115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391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10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HCF to factorise expressions?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948270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893214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1205022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5658192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t="-100000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t="-100000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200139" y="6237312"/>
                <a:ext cx="317206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10</m:t>
                      </m:r>
                      <m:sSup>
                        <m:sSupPr>
                          <m:ctrlPr>
                            <a:rPr lang="en-AU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+15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139" y="6237312"/>
                <a:ext cx="3172061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81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 lnSpcReduction="10000"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</a:t>
            </a:r>
            <a:r>
              <a:rPr lang="en-AU" b="1" dirty="0" smtClean="0">
                <a:solidFill>
                  <a:schemeClr val="tx1"/>
                </a:solidFill>
              </a:rPr>
              <a:t>1.3  </a:t>
            </a:r>
            <a:r>
              <a:rPr lang="en-AU" b="1" dirty="0" smtClean="0">
                <a:solidFill>
                  <a:schemeClr val="tx1"/>
                </a:solidFill>
              </a:rPr>
              <a:t>and </a:t>
            </a:r>
            <a:r>
              <a:rPr lang="en-AU" b="1" dirty="0" smtClean="0">
                <a:solidFill>
                  <a:schemeClr val="tx1"/>
                </a:solidFill>
              </a:rPr>
              <a:t>1.4 </a:t>
            </a:r>
            <a:r>
              <a:rPr lang="en-AU" b="1" dirty="0" smtClean="0">
                <a:solidFill>
                  <a:schemeClr val="tx1"/>
                </a:solidFill>
              </a:rPr>
              <a:t>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Also </a:t>
            </a:r>
            <a:r>
              <a:rPr lang="en-AU" b="1" dirty="0" smtClean="0">
                <a:solidFill>
                  <a:schemeClr val="tx1"/>
                </a:solidFill>
              </a:rPr>
              <a:t>Simplify</a:t>
            </a:r>
            <a:endParaRPr lang="en-AU" b="1" dirty="0" smtClean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And</a:t>
            </a:r>
          </a:p>
          <a:p>
            <a:r>
              <a:rPr lang="en-AU" b="1" smtClean="0">
                <a:solidFill>
                  <a:schemeClr val="tx1"/>
                </a:solidFill>
              </a:rPr>
              <a:t>Factorise – </a:t>
            </a:r>
            <a:r>
              <a:rPr lang="en-AU" b="1" dirty="0" err="1" smtClean="0">
                <a:solidFill>
                  <a:schemeClr val="tx1"/>
                </a:solidFill>
              </a:rPr>
              <a:t>Mathspace</a:t>
            </a:r>
            <a:r>
              <a:rPr lang="en-AU" b="1" dirty="0" smtClean="0">
                <a:solidFill>
                  <a:schemeClr val="tx1"/>
                </a:solidFill>
              </a:rPr>
              <a:t> handout.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355</Words>
  <Application>Microsoft Office PowerPoint</Application>
  <PresentationFormat>On-screen Show (4:3)</PresentationFormat>
  <Paragraphs>105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Algebra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73</cp:revision>
  <dcterms:created xsi:type="dcterms:W3CDTF">2014-05-14T02:58:57Z</dcterms:created>
  <dcterms:modified xsi:type="dcterms:W3CDTF">2016-02-03T01:17:25Z</dcterms:modified>
</cp:coreProperties>
</file>