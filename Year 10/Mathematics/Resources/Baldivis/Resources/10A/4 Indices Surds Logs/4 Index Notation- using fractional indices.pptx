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25" r:id="rId2"/>
    <p:sldId id="326" r:id="rId3"/>
    <p:sldId id="327" r:id="rId4"/>
    <p:sldId id="328" r:id="rId5"/>
    <p:sldId id="329" r:id="rId6"/>
    <p:sldId id="292" r:id="rId7"/>
    <p:sldId id="291" r:id="rId8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002" y="5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1/04/2016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1/04/2016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1/04/2016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1/04/2016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1/04/2016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1/04/2016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1/04/2016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1/04/2016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82297" y="4941168"/>
            <a:ext cx="2589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you evaluate a base to the power of </a:t>
            </a:r>
            <a:r>
              <a:rPr lang="en-AU" dirty="0" smtClean="0"/>
              <a:t>one or zero</a:t>
            </a:r>
            <a:r>
              <a:rPr lang="en-AU" dirty="0" smtClean="0"/>
              <a:t>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3380168" y="5581240"/>
                <a:ext cx="454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1</m:t>
                      </m:r>
                      <m:r>
                        <a:rPr lang="en-AU" sz="2400" b="0" i="1" smtClean="0">
                          <a:latin typeface="Cambria Math"/>
                        </a:rPr>
                        <m:t>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12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168" y="5581240"/>
                <a:ext cx="4540795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401128" y="6042905"/>
                <a:ext cx="4374980" cy="6304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=1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15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2"/>
                                  </a:solidFill>
                                  <a:latin typeface="Cambria Math"/>
                                </a:rPr>
                                <m:t>5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128" y="6042905"/>
                <a:ext cx="4374980" cy="63042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3459555" y="4941168"/>
                <a:ext cx="454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𝑎</m:t>
                      </m:r>
                      <m:r>
                        <a:rPr lang="en-AU" sz="2400" b="0" i="1" smtClean="0">
                          <a:latin typeface="Cambria Math"/>
                        </a:rPr>
                        <m:t>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12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555" y="4941168"/>
                <a:ext cx="4540795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370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54216" y="1916832"/>
            <a:ext cx="0" cy="3384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1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072316" cy="6530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den>
                          </m:f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072316" cy="65306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73157" y="3727624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3727624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234" b="-62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6483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2</a:t>
            </a:r>
            <a:endParaRPr lang="en-AU" u="sng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0" y="544522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050693" y="3667723"/>
                <a:ext cx="3072316" cy="6530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den>
                          </m:f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693" y="3667723"/>
                <a:ext cx="3072316" cy="65306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338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555776" y="1894433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580112" y="2136608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74955" y="2003624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3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1894433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521992" y="2451380"/>
                <a:ext cx="23385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A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800" i="1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800" i="1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992" y="2451380"/>
                <a:ext cx="2338589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098544" y="2188290"/>
                <a:ext cx="2626424" cy="629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den>
                          </m:f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544" y="2188290"/>
                <a:ext cx="2626424" cy="62998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2475163" y="3714524"/>
                <a:ext cx="32572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163" y="3714524"/>
                <a:ext cx="325723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2555776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4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5358443" y="4020492"/>
                <a:ext cx="3939796" cy="6478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9</m:t>
                          </m:r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𝑎</m:t>
                          </m:r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16</m:t>
                          </m:r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27</m:t>
                          </m:r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64</m:t>
                          </m:r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443" y="4020492"/>
                <a:ext cx="3939796" cy="64780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2483892" y="4302186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4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494017" y="4848820"/>
                <a:ext cx="1693028" cy="8258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400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017" y="4848820"/>
                <a:ext cx="1693028" cy="82580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5827299" y="4853879"/>
                <a:ext cx="2541914" cy="12086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27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schemeClr val="accent4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8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27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AU" sz="2400" b="0" i="1" smtClean="0">
                          <a:solidFill>
                            <a:schemeClr val="accent4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4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accent4"/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299" y="4853879"/>
                <a:ext cx="2541914" cy="120860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5618356" y="3104089"/>
                <a:ext cx="3525644" cy="6478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8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A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8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A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den>
                          </m:f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16</m:t>
                          </m:r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356" y="3104089"/>
                <a:ext cx="3525644" cy="64780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45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66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Negative Indices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effect of a negative indices on a number.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12991" y="1920280"/>
            <a:ext cx="2928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rule for negative powers?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25170" y="2169618"/>
                <a:ext cx="1263102" cy="629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170" y="2169618"/>
                <a:ext cx="1263102" cy="6295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220072" y="2186482"/>
                <a:ext cx="126759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186482"/>
                <a:ext cx="1267591" cy="6127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351815" y="3181618"/>
                <a:ext cx="1689758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815" y="3181618"/>
                <a:ext cx="1689758" cy="6127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93471" y="3181618"/>
            <a:ext cx="106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51815" y="3933056"/>
                <a:ext cx="2432845" cy="6469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sup>
                      </m:sSup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815" y="3933056"/>
                <a:ext cx="2432845" cy="64697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8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</a:t>
            </a:r>
            <a:r>
              <a:rPr lang="en-AU" b="1" dirty="0" smtClean="0">
                <a:solidFill>
                  <a:schemeClr val="tx1"/>
                </a:solidFill>
              </a:rPr>
              <a:t>4.7  to 4.10 </a:t>
            </a:r>
            <a:r>
              <a:rPr lang="en-AU" b="1" dirty="0" smtClean="0">
                <a:solidFill>
                  <a:schemeClr val="tx1"/>
                </a:solidFill>
              </a:rPr>
              <a:t>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</TotalTime>
  <Words>622</Words>
  <Application>Microsoft Office PowerPoint</Application>
  <PresentationFormat>On-screen Show (4:3)</PresentationFormat>
  <Paragraphs>84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73</cp:revision>
  <dcterms:created xsi:type="dcterms:W3CDTF">2014-05-14T02:58:57Z</dcterms:created>
  <dcterms:modified xsi:type="dcterms:W3CDTF">2016-04-01T01:32:54Z</dcterms:modified>
</cp:coreProperties>
</file>