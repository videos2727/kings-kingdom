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31" r:id="rId5"/>
    <p:sldId id="339" r:id="rId6"/>
    <p:sldId id="336" r:id="rId7"/>
    <p:sldId id="338" r:id="rId8"/>
    <p:sldId id="333" r:id="rId9"/>
    <p:sldId id="292" r:id="rId10"/>
    <p:sldId id="291" r:id="rId11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31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Equations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Elimination?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638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76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422" y="162763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Elimination?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339752" y="1700808"/>
            <a:ext cx="6683598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i="1" dirty="0"/>
              <a:t>In the elimination method you make the coefficients of one variable </a:t>
            </a:r>
            <a:r>
              <a:rPr lang="en-AU" sz="1400" i="1" dirty="0" smtClean="0"/>
              <a:t>the same </a:t>
            </a:r>
            <a:r>
              <a:rPr lang="en-AU" sz="1400" i="1" dirty="0"/>
              <a:t>by </a:t>
            </a:r>
            <a:r>
              <a:rPr lang="en-AU" sz="1400" i="1" dirty="0" smtClean="0"/>
              <a:t>multiplying the </a:t>
            </a:r>
            <a:r>
              <a:rPr lang="en-AU" sz="1400" i="1" dirty="0"/>
              <a:t>equations by suitable constants. The coefficient in one equation is the same size </a:t>
            </a:r>
            <a:r>
              <a:rPr lang="en-AU" sz="1400" i="1" dirty="0" smtClean="0"/>
              <a:t>as </a:t>
            </a:r>
            <a:r>
              <a:rPr lang="en-AU" sz="1400" i="1" dirty="0"/>
              <a:t>the other equation. Then </a:t>
            </a:r>
            <a:r>
              <a:rPr lang="en-AU" sz="1400" i="1" dirty="0" smtClean="0"/>
              <a:t>add or subtract </a:t>
            </a:r>
            <a:r>
              <a:rPr lang="en-AU" sz="1400" i="1" dirty="0"/>
              <a:t>the equations to make an equation with </a:t>
            </a:r>
            <a:r>
              <a:rPr lang="en-AU" sz="1400" i="1" dirty="0" smtClean="0"/>
              <a:t>only one </a:t>
            </a:r>
            <a:r>
              <a:rPr lang="en-AU" sz="1400" i="1" dirty="0"/>
              <a:t>variable. Solve this and find the other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135" y="2812286"/>
            <a:ext cx="16450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Eliminate!!</a:t>
            </a:r>
          </a:p>
          <a:p>
            <a:r>
              <a:rPr lang="en-AU" dirty="0" smtClean="0"/>
              <a:t>or as in Dr Who</a:t>
            </a:r>
          </a:p>
          <a:p>
            <a:r>
              <a:rPr lang="en-AU" dirty="0" smtClean="0"/>
              <a:t>Exterminate!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8632" y="2703016"/>
            <a:ext cx="654384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Solve </a:t>
            </a:r>
            <a:r>
              <a:rPr lang="en-AU" dirty="0" smtClean="0"/>
              <a:t>this pair </a:t>
            </a:r>
            <a:r>
              <a:rPr lang="en-AU" dirty="0"/>
              <a:t>of simultaneous equations by </a:t>
            </a:r>
            <a:r>
              <a:rPr lang="en-AU" dirty="0" smtClean="0"/>
              <a:t>elimination.</a:t>
            </a:r>
          </a:p>
          <a:p>
            <a:pPr algn="ctr"/>
            <a:r>
              <a:rPr lang="en-AU" dirty="0" smtClean="0"/>
              <a:t>2b – a = 3      [1]</a:t>
            </a:r>
          </a:p>
          <a:p>
            <a:pPr algn="ctr"/>
            <a:r>
              <a:rPr lang="en-AU" dirty="0" smtClean="0"/>
              <a:t>a + 3b = 7       [2]</a:t>
            </a:r>
          </a:p>
          <a:p>
            <a:r>
              <a:rPr lang="en-AU" dirty="0" smtClean="0"/>
              <a:t>Rewrite equation 1 like this  -a + 2b = 3</a:t>
            </a:r>
          </a:p>
          <a:p>
            <a:r>
              <a:rPr lang="en-AU" dirty="0" smtClean="0"/>
              <a:t>Because I have a +</a:t>
            </a:r>
            <a:r>
              <a:rPr lang="en-AU" dirty="0" err="1" smtClean="0"/>
              <a:t>ve</a:t>
            </a:r>
            <a:r>
              <a:rPr lang="en-AU" dirty="0" smtClean="0"/>
              <a:t> and –</a:t>
            </a:r>
            <a:r>
              <a:rPr lang="en-AU" dirty="0" err="1" smtClean="0"/>
              <a:t>ve</a:t>
            </a:r>
            <a:r>
              <a:rPr lang="en-AU" dirty="0" smtClean="0"/>
              <a:t> a in equations 1 &amp; 2 we can add them</a:t>
            </a:r>
          </a:p>
          <a:p>
            <a:pPr algn="ctr"/>
            <a:r>
              <a:rPr lang="en-AU" dirty="0"/>
              <a:t>-a + 2b = </a:t>
            </a:r>
            <a:r>
              <a:rPr lang="en-AU" dirty="0" smtClean="0"/>
              <a:t>3      [1</a:t>
            </a:r>
            <a:r>
              <a:rPr lang="en-AU" dirty="0"/>
              <a:t>]</a:t>
            </a:r>
          </a:p>
          <a:p>
            <a:pPr algn="ctr"/>
            <a:r>
              <a:rPr lang="en-AU" u="sng" dirty="0" smtClean="0"/>
              <a:t>+(a </a:t>
            </a:r>
            <a:r>
              <a:rPr lang="en-AU" u="sng" dirty="0"/>
              <a:t>+ 3b = </a:t>
            </a:r>
            <a:r>
              <a:rPr lang="en-AU" u="sng" dirty="0" smtClean="0"/>
              <a:t>7) </a:t>
            </a:r>
            <a:r>
              <a:rPr lang="en-AU" dirty="0" smtClean="0"/>
              <a:t>    </a:t>
            </a:r>
            <a:r>
              <a:rPr lang="en-AU" dirty="0"/>
              <a:t>[2</a:t>
            </a:r>
            <a:r>
              <a:rPr lang="en-AU" dirty="0" smtClean="0"/>
              <a:t>] </a:t>
            </a:r>
          </a:p>
          <a:p>
            <a:pPr algn="ctr"/>
            <a:r>
              <a:rPr lang="en-AU" dirty="0" smtClean="0"/>
              <a:t>0a + 5b = 10      .</a:t>
            </a:r>
          </a:p>
          <a:p>
            <a:pPr algn="ctr"/>
            <a:r>
              <a:rPr lang="en-AU" dirty="0" smtClean="0"/>
              <a:t>b = 2</a:t>
            </a:r>
          </a:p>
          <a:p>
            <a:pPr algn="ctr"/>
            <a:r>
              <a:rPr lang="en-AU" dirty="0" smtClean="0"/>
              <a:t>Now substitute b = 2 into equation 1 or </a:t>
            </a:r>
            <a:r>
              <a:rPr lang="en-AU" sz="2400" b="1" dirty="0" smtClean="0">
                <a:ln>
                  <a:solidFill>
                    <a:srgbClr val="00B0F0"/>
                  </a:solidFill>
                </a:ln>
              </a:rPr>
              <a:t>2</a:t>
            </a:r>
          </a:p>
          <a:p>
            <a:pPr algn="ctr"/>
            <a:r>
              <a:rPr lang="en-AU" dirty="0" smtClean="0"/>
              <a:t>a + 3*(2) = 7</a:t>
            </a:r>
          </a:p>
          <a:p>
            <a:pPr algn="ctr"/>
            <a:r>
              <a:rPr lang="en-AU" dirty="0"/>
              <a:t>a = </a:t>
            </a:r>
            <a:r>
              <a:rPr lang="en-AU" dirty="0" smtClean="0"/>
              <a:t>7 - 6</a:t>
            </a:r>
            <a:endParaRPr lang="en-AU" dirty="0"/>
          </a:p>
          <a:p>
            <a:pPr algn="ctr"/>
            <a:r>
              <a:rPr lang="en-AU" dirty="0"/>
              <a:t>a = 1</a:t>
            </a:r>
          </a:p>
          <a:p>
            <a:pPr algn="ctr"/>
            <a:r>
              <a:rPr lang="en-AU" dirty="0" smtClean="0">
                <a:sym typeface="Symbol"/>
              </a:rPr>
              <a:t> a = 1 and b = 2 or written as (1,2)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016137" y="3012341"/>
            <a:ext cx="1368153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Same equations as yesterday</a:t>
            </a:r>
            <a:endParaRPr lang="en-A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2016137" y="4734341"/>
            <a:ext cx="1747658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0a not needed here it just becomes 5b = 10</a:t>
            </a:r>
            <a:endParaRPr lang="en-AU" sz="1400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763795" y="4869160"/>
            <a:ext cx="1024229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29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5740" y="1745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7454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Elimination?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829572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Eliminate again but a bit harder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411759" y="1745432"/>
                <a:ext cx="6611591" cy="5066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Solve this pair </a:t>
                </a:r>
                <a:r>
                  <a:rPr lang="en-AU" dirty="0"/>
                  <a:t>of simultaneous equations by </a:t>
                </a:r>
                <a:r>
                  <a:rPr lang="en-AU" dirty="0" smtClean="0"/>
                  <a:t>elimination.</a:t>
                </a:r>
              </a:p>
              <a:p>
                <a:pPr algn="ctr"/>
                <a:r>
                  <a:rPr lang="en-AU" dirty="0" smtClean="0"/>
                  <a:t>4x + 3y = 8      [1]</a:t>
                </a:r>
              </a:p>
              <a:p>
                <a:pPr algn="ctr"/>
                <a:r>
                  <a:rPr lang="en-AU" dirty="0" smtClean="0"/>
                  <a:t>3x + 2y = </a:t>
                </a:r>
                <a:r>
                  <a:rPr lang="en-AU" dirty="0"/>
                  <a:t>7</a:t>
                </a:r>
                <a:r>
                  <a:rPr lang="en-AU" dirty="0" smtClean="0"/>
                  <a:t>       [2]</a:t>
                </a:r>
              </a:p>
              <a:p>
                <a:r>
                  <a:rPr lang="en-AU" dirty="0" smtClean="0"/>
                  <a:t>Rewrite equations 1 &amp; 2 like this – </a:t>
                </a:r>
                <a:r>
                  <a:rPr lang="en-AU" i="1" dirty="0" smtClean="0"/>
                  <a:t>I’m going to make the y’s the same</a:t>
                </a:r>
              </a:p>
              <a:p>
                <a:pPr algn="ctr"/>
                <a:r>
                  <a:rPr lang="en-AU" dirty="0" smtClean="0"/>
                  <a:t>Multiply by 2     8x </a:t>
                </a:r>
                <a:r>
                  <a:rPr lang="en-AU" dirty="0"/>
                  <a:t>+ </a:t>
                </a:r>
                <a:r>
                  <a:rPr lang="en-AU" dirty="0" smtClean="0"/>
                  <a:t>6y </a:t>
                </a:r>
                <a:r>
                  <a:rPr lang="en-AU" dirty="0"/>
                  <a:t>= </a:t>
                </a:r>
                <a:r>
                  <a:rPr lang="en-AU" dirty="0" smtClean="0"/>
                  <a:t>16      </a:t>
                </a:r>
                <a:r>
                  <a:rPr lang="en-AU" dirty="0"/>
                  <a:t>[1]</a:t>
                </a:r>
              </a:p>
              <a:p>
                <a:pPr algn="ctr"/>
                <a:r>
                  <a:rPr lang="en-AU" dirty="0"/>
                  <a:t>Multiply by </a:t>
                </a:r>
                <a:r>
                  <a:rPr lang="en-AU" dirty="0" smtClean="0"/>
                  <a:t>3      9x </a:t>
                </a:r>
                <a:r>
                  <a:rPr lang="en-AU" dirty="0"/>
                  <a:t>+ </a:t>
                </a:r>
                <a:r>
                  <a:rPr lang="en-AU" dirty="0" smtClean="0"/>
                  <a:t>6y </a:t>
                </a:r>
                <a:r>
                  <a:rPr lang="en-AU" dirty="0"/>
                  <a:t>= </a:t>
                </a:r>
                <a:r>
                  <a:rPr lang="en-AU" dirty="0" smtClean="0"/>
                  <a:t>21       </a:t>
                </a:r>
                <a:r>
                  <a:rPr lang="en-AU" dirty="0"/>
                  <a:t>[2]</a:t>
                </a:r>
              </a:p>
              <a:p>
                <a:r>
                  <a:rPr lang="en-AU" dirty="0" smtClean="0"/>
                  <a:t>This time we will subtract equation 2 from equation 1</a:t>
                </a:r>
              </a:p>
              <a:p>
                <a:pPr algn="ctr"/>
                <a:r>
                  <a:rPr lang="en-AU" dirty="0"/>
                  <a:t>8x + 6y = </a:t>
                </a:r>
                <a:r>
                  <a:rPr lang="en-AU" dirty="0" smtClean="0"/>
                  <a:t>16</a:t>
                </a:r>
              </a:p>
              <a:p>
                <a:pPr algn="ctr"/>
                <a:r>
                  <a:rPr lang="en-AU" u="sng" dirty="0" smtClean="0"/>
                  <a:t>-(9x </a:t>
                </a:r>
                <a:r>
                  <a:rPr lang="en-AU" u="sng" dirty="0"/>
                  <a:t>+ 6y </a:t>
                </a:r>
                <a:r>
                  <a:rPr lang="en-AU" u="sng"/>
                  <a:t>= </a:t>
                </a:r>
                <a:r>
                  <a:rPr lang="en-AU" u="sng" smtClean="0"/>
                  <a:t>21)</a:t>
                </a:r>
                <a:endParaRPr lang="en-AU" u="sng" dirty="0" smtClean="0"/>
              </a:p>
              <a:p>
                <a:pPr algn="ctr"/>
                <a:r>
                  <a:rPr lang="en-AU" dirty="0" smtClean="0"/>
                  <a:t>-x          = -5</a:t>
                </a:r>
                <a:endParaRPr lang="en-AU" dirty="0"/>
              </a:p>
              <a:p>
                <a:pPr algn="ctr"/>
                <a:r>
                  <a:rPr lang="en-AU" dirty="0" smtClean="0"/>
                  <a:t>x = 5</a:t>
                </a:r>
              </a:p>
              <a:p>
                <a:pPr algn="ctr"/>
                <a:r>
                  <a:rPr lang="en-AU" dirty="0" smtClean="0"/>
                  <a:t>Now substitute </a:t>
                </a:r>
                <a:r>
                  <a:rPr lang="en-AU" dirty="0"/>
                  <a:t>x = </a:t>
                </a:r>
                <a:r>
                  <a:rPr lang="en-AU" dirty="0" smtClean="0"/>
                  <a:t>5 into equation 1 or 2</a:t>
                </a:r>
              </a:p>
              <a:p>
                <a:pPr algn="ctr"/>
                <a:r>
                  <a:rPr lang="en-AU" dirty="0" smtClean="0">
                    <a:sym typeface="Symbol"/>
                  </a:rPr>
                  <a:t>4*(5) + 3y = 8</a:t>
                </a:r>
              </a:p>
              <a:p>
                <a:pPr algn="ctr"/>
                <a:r>
                  <a:rPr lang="en-AU" dirty="0" smtClean="0">
                    <a:sym typeface="Symbol"/>
                  </a:rPr>
                  <a:t>3y = 8 – 20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−12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ym typeface="Symbol"/>
                </a:endParaRPr>
              </a:p>
              <a:p>
                <a:pPr algn="ctr"/>
                <a:r>
                  <a:rPr lang="en-AU" dirty="0" smtClean="0">
                    <a:sym typeface="Symbol"/>
                  </a:rPr>
                  <a:t>y = -4</a:t>
                </a:r>
              </a:p>
              <a:p>
                <a:pPr algn="ctr"/>
                <a:r>
                  <a:rPr lang="en-AU" dirty="0" smtClean="0">
                    <a:sym typeface="Symbol"/>
                  </a:rPr>
                  <a:t> x = 5 and y = -4 or written as (5,-4)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59" y="1745432"/>
                <a:ext cx="6611591" cy="5066772"/>
              </a:xfrm>
              <a:prstGeom prst="rect">
                <a:avLst/>
              </a:prstGeom>
              <a:blipFill rotWithShape="1">
                <a:blip r:embed="rId2"/>
                <a:stretch>
                  <a:fillRect l="-830" t="-602" r="-738" b="-6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08646" y="2924944"/>
            <a:ext cx="1728192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Need to have the coefficients of the x’s </a:t>
            </a:r>
            <a:r>
              <a:rPr lang="en-AU" sz="1600" b="1" dirty="0" smtClean="0"/>
              <a:t>or</a:t>
            </a:r>
            <a:r>
              <a:rPr lang="en-AU" sz="1400" dirty="0" smtClean="0"/>
              <a:t> the y’s the same</a:t>
            </a:r>
            <a:endParaRPr lang="en-AU" sz="1400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236838" y="3093640"/>
            <a:ext cx="144016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20335" y="1921905"/>
            <a:ext cx="1368153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Again using the same equations as yesterday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06158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2003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Elimination?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16832"/>
            <a:ext cx="568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A school play was attended by a total of 400 people. Adults were charged $5 and </a:t>
            </a:r>
            <a:r>
              <a:rPr lang="en-AU" sz="1600" dirty="0" smtClean="0"/>
              <a:t>children $</a:t>
            </a:r>
            <a:r>
              <a:rPr lang="en-AU" sz="1600" dirty="0"/>
              <a:t>2. Ticket receipts were $1100. How many </a:t>
            </a:r>
            <a:r>
              <a:rPr lang="en-AU" sz="1600" dirty="0" smtClean="0"/>
              <a:t>adults and children attended?</a:t>
            </a:r>
            <a:endParaRPr lang="en-AU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81503" y="2276872"/>
            <a:ext cx="177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Problem Solving!</a:t>
            </a:r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251520" y="3117161"/>
            <a:ext cx="26642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1503" y="3501008"/>
            <a:ext cx="2361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Adults + Children = 400</a:t>
            </a:r>
          </a:p>
          <a:p>
            <a:pPr algn="ctr"/>
            <a:r>
              <a:rPr lang="en-AU" dirty="0" smtClean="0"/>
              <a:t>a + c = 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531" y="4803447"/>
            <a:ext cx="2470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$5*adults+ $2*child = 1100</a:t>
            </a:r>
          </a:p>
          <a:p>
            <a:pPr algn="ctr"/>
            <a:r>
              <a:rPr lang="en-AU" sz="1600" dirty="0" smtClean="0"/>
              <a:t>5a + 2c = 1100</a:t>
            </a:r>
          </a:p>
        </p:txBody>
      </p:sp>
      <p:cxnSp>
        <p:nvCxnSpPr>
          <p:cNvPr id="19" name="Straight Arrow Connector 18"/>
          <p:cNvCxnSpPr>
            <a:endCxn id="16" idx="0"/>
          </p:cNvCxnSpPr>
          <p:nvPr/>
        </p:nvCxnSpPr>
        <p:spPr>
          <a:xfrm flipH="1">
            <a:off x="1562372" y="2132856"/>
            <a:ext cx="1497460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1"/>
            <a:endCxn id="17" idx="0"/>
          </p:cNvCxnSpPr>
          <p:nvPr/>
        </p:nvCxnSpPr>
        <p:spPr>
          <a:xfrm flipH="1">
            <a:off x="1419805" y="2332331"/>
            <a:ext cx="1640027" cy="24711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08104" y="5744064"/>
            <a:ext cx="2435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We have 100 adults and 300 children in attendance.</a:t>
            </a:r>
            <a:endParaRPr lang="en-A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283968" y="3129737"/>
            <a:ext cx="1802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   2a + 2c = 800</a:t>
            </a:r>
          </a:p>
          <a:p>
            <a:r>
              <a:rPr lang="en-AU" u="sng" dirty="0" smtClean="0"/>
              <a:t>- (5a + 2c = 1100)</a:t>
            </a:r>
          </a:p>
          <a:p>
            <a:r>
              <a:rPr lang="en-AU" dirty="0" smtClean="0"/>
              <a:t>   -3a         = -300</a:t>
            </a:r>
          </a:p>
          <a:p>
            <a:r>
              <a:rPr lang="en-AU" dirty="0"/>
              <a:t> </a:t>
            </a:r>
            <a:r>
              <a:rPr lang="en-AU" dirty="0" smtClean="0"/>
              <a:t>       a =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6564" y="3283625"/>
            <a:ext cx="1008112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 err="1" smtClean="0"/>
              <a:t>Mult</a:t>
            </a:r>
            <a:r>
              <a:rPr lang="en-AU" sz="1600" dirty="0" smtClean="0"/>
              <a:t> by 2</a:t>
            </a:r>
            <a:endParaRPr lang="en-AU" sz="1600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239818" y="3283625"/>
            <a:ext cx="2044150" cy="679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3900" y="3331731"/>
            <a:ext cx="138263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And subtract</a:t>
            </a:r>
            <a:endParaRPr lang="en-AU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3687937" y="4436962"/>
            <a:ext cx="2398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Substitute a = 100 into the first equation</a:t>
            </a:r>
          </a:p>
          <a:p>
            <a:pPr algn="ctr"/>
            <a:r>
              <a:rPr lang="en-AU" dirty="0" smtClean="0"/>
              <a:t>100 + c = 400</a:t>
            </a:r>
          </a:p>
          <a:p>
            <a:pPr algn="ctr"/>
            <a:r>
              <a:rPr lang="en-AU" dirty="0" smtClean="0"/>
              <a:t>c = 300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6870468" y="4744738"/>
            <a:ext cx="1733980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Don’t forget this is your answer!!!</a:t>
            </a:r>
            <a:endParaRPr lang="en-AU" sz="1600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7095215" y="5329513"/>
            <a:ext cx="213089" cy="4145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87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752528"/>
          </a:xfrm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2.8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</a:p>
          <a:p>
            <a:endParaRPr lang="en-AU" b="1" dirty="0">
              <a:solidFill>
                <a:schemeClr val="tx2"/>
              </a:solidFill>
            </a:endParaRPr>
          </a:p>
          <a:p>
            <a:r>
              <a:rPr lang="en-AU" b="1" dirty="0" smtClean="0">
                <a:solidFill>
                  <a:srgbClr val="C00000"/>
                </a:solidFill>
              </a:rPr>
              <a:t>Those who need to do the OLNA test have a go at the sample OLNA questions on connect</a:t>
            </a:r>
            <a:endParaRPr lang="en-A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712</Words>
  <Application>Microsoft Office PowerPoint</Application>
  <PresentationFormat>On-screen Show (4:3)</PresentationFormat>
  <Paragraphs>137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Linear Equations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132</cp:revision>
  <dcterms:created xsi:type="dcterms:W3CDTF">2014-05-14T02:58:57Z</dcterms:created>
  <dcterms:modified xsi:type="dcterms:W3CDTF">2016-02-24T06:05:35Z</dcterms:modified>
</cp:coreProperties>
</file>