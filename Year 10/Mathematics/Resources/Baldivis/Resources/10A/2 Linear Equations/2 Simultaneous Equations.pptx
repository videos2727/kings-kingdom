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0"/>
  </p:notesMasterIdLst>
  <p:sldIdLst>
    <p:sldId id="260" r:id="rId2"/>
    <p:sldId id="259" r:id="rId3"/>
    <p:sldId id="258" r:id="rId4"/>
    <p:sldId id="331" r:id="rId5"/>
    <p:sldId id="334" r:id="rId6"/>
    <p:sldId id="333" r:id="rId7"/>
    <p:sldId id="292" r:id="rId8"/>
    <p:sldId id="291" r:id="rId9"/>
  </p:sldIdLst>
  <p:sldSz cx="9144000" cy="6858000" type="screen4x3"/>
  <p:notesSz cx="6794500" cy="9931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35" autoAdjust="0"/>
    <p:restoredTop sz="92895" autoAdjust="0"/>
  </p:normalViewPr>
  <p:slideViewPr>
    <p:cSldViewPr>
      <p:cViewPr>
        <p:scale>
          <a:sx n="75" d="100"/>
          <a:sy n="75" d="100"/>
        </p:scale>
        <p:origin x="-1002" y="-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48645" y="0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17/02/2016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450" y="4717415"/>
            <a:ext cx="5435600" cy="446913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48645" y="9433106"/>
            <a:ext cx="2944283" cy="49657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17/02/2016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Linear Equations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/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748463" y="652552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7</a:t>
            </a:r>
          </a:p>
        </p:txBody>
      </p: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find the point of intersection graphically?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318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Simultaneous Equations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2626383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7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3" name="TextBox 12"/>
          <p:cNvSpPr txBox="1"/>
          <p:nvPr/>
        </p:nvSpPr>
        <p:spPr>
          <a:xfrm>
            <a:off x="86821" y="1196752"/>
            <a:ext cx="8936529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200" dirty="0" smtClean="0"/>
              <a:t>EQ – How do I find the point of intersection graphically? </a:t>
            </a:r>
            <a:endParaRPr lang="en-AU" sz="2200" dirty="0"/>
          </a:p>
        </p:txBody>
      </p:sp>
      <p:sp>
        <p:nvSpPr>
          <p:cNvPr id="14" name="TextBox 13"/>
          <p:cNvSpPr txBox="1"/>
          <p:nvPr/>
        </p:nvSpPr>
        <p:spPr>
          <a:xfrm>
            <a:off x="669535" y="368717"/>
            <a:ext cx="318074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400" dirty="0" smtClean="0"/>
              <a:t>Simultaneous Equations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93471" y="2420888"/>
            <a:ext cx="26783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Where do the two equations meet / intersect?</a:t>
            </a:r>
            <a:endParaRPr lang="en-AU" sz="1600" dirty="0"/>
          </a:p>
        </p:txBody>
      </p:sp>
      <p:pic>
        <p:nvPicPr>
          <p:cNvPr id="12" name="Picture 2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59832" y="2713274"/>
            <a:ext cx="5575687" cy="3886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960033" y="1916832"/>
            <a:ext cx="56754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Use a graphical method to find the intersection of these two equations  y = 2x – 4   and   y = -3x + 1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6948264" y="3098502"/>
            <a:ext cx="13965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smtClean="0"/>
              <a:t>   x        -1  0  1   2  3</a:t>
            </a:r>
          </a:p>
          <a:p>
            <a:r>
              <a:rPr lang="en-AU" sz="1200" dirty="0" smtClean="0"/>
              <a:t>Y=2x-4 -6 -4 -2  0  2</a:t>
            </a:r>
            <a:endParaRPr lang="en-A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6882502" y="4035102"/>
            <a:ext cx="153439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200" dirty="0" smtClean="0"/>
              <a:t>   x          -1  0  1   2  3</a:t>
            </a:r>
          </a:p>
          <a:p>
            <a:r>
              <a:rPr lang="en-AU" sz="1200" dirty="0" smtClean="0"/>
              <a:t>Y=-3x+1 4   1  -2 -5 -8 </a:t>
            </a:r>
            <a:endParaRPr lang="en-AU" sz="1200" dirty="0"/>
          </a:p>
        </p:txBody>
      </p:sp>
      <p:cxnSp>
        <p:nvCxnSpPr>
          <p:cNvPr id="17" name="Straight Arrow Connector 16"/>
          <p:cNvCxnSpPr/>
          <p:nvPr/>
        </p:nvCxnSpPr>
        <p:spPr>
          <a:xfrm flipV="1">
            <a:off x="4555085" y="3098502"/>
            <a:ext cx="1601091" cy="3390166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4572000" y="3005663"/>
            <a:ext cx="1152128" cy="3483005"/>
          </a:xfrm>
          <a:prstGeom prst="straightConnector1">
            <a:avLst/>
          </a:prstGeom>
          <a:ln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 flipH="1">
            <a:off x="6012160" y="3501008"/>
            <a:ext cx="870342" cy="1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/>
          <p:cNvCxnSpPr/>
          <p:nvPr/>
        </p:nvCxnSpPr>
        <p:spPr>
          <a:xfrm flipH="1">
            <a:off x="5508104" y="4365104"/>
            <a:ext cx="1374398" cy="1152128"/>
          </a:xfrm>
          <a:prstGeom prst="straightConnector1">
            <a:avLst/>
          </a:prstGeom>
          <a:ln>
            <a:solidFill>
              <a:schemeClr val="accent6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1999075" y="4839543"/>
            <a:ext cx="2102265" cy="92333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dirty="0" smtClean="0"/>
              <a:t>The solution is x = 1 and y = -2 which is the point (1,-2)</a:t>
            </a:r>
            <a:endParaRPr lang="en-AU" dirty="0"/>
          </a:p>
        </p:txBody>
      </p:sp>
      <p:cxnSp>
        <p:nvCxnSpPr>
          <p:cNvPr id="29" name="Straight Arrow Connector 28"/>
          <p:cNvCxnSpPr/>
          <p:nvPr/>
        </p:nvCxnSpPr>
        <p:spPr>
          <a:xfrm flipV="1">
            <a:off x="4110964" y="5055567"/>
            <a:ext cx="1037100" cy="245641"/>
          </a:xfrm>
          <a:prstGeom prst="straightConnector1">
            <a:avLst/>
          </a:prstGeom>
          <a:ln w="31750">
            <a:solidFill>
              <a:schemeClr val="accent3">
                <a:lumMod val="75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5845378" y="5399558"/>
            <a:ext cx="3136436" cy="830997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en-AU" sz="1600" b="1" dirty="0" smtClean="0">
                <a:solidFill>
                  <a:schemeClr val="accent6">
                    <a:lumMod val="75000"/>
                  </a:schemeClr>
                </a:solidFill>
              </a:rPr>
              <a:t>Don’t forget – complete the table of values and then graph each line to find the point of intersection!</a:t>
            </a:r>
            <a:endParaRPr lang="en-AU" sz="1600" b="1" dirty="0">
              <a:solidFill>
                <a:schemeClr val="accent6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809123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11560" y="764704"/>
            <a:ext cx="7632848" cy="4536504"/>
          </a:xfrm>
        </p:spPr>
        <p:txBody>
          <a:bodyPr>
            <a:normAutofit lnSpcReduction="10000"/>
          </a:bodyPr>
          <a:lstStyle/>
          <a:p>
            <a:r>
              <a:rPr lang="en-AU" b="1" dirty="0" smtClean="0">
                <a:solidFill>
                  <a:schemeClr val="tx1"/>
                </a:solidFill>
              </a:rPr>
              <a:t>Exercises</a:t>
            </a:r>
          </a:p>
          <a:p>
            <a:r>
              <a:rPr lang="en-AU" b="1" dirty="0" smtClean="0">
                <a:solidFill>
                  <a:schemeClr val="tx1"/>
                </a:solidFill>
              </a:rPr>
              <a:t>Exercise 2.5 from Dwyer</a:t>
            </a:r>
          </a:p>
          <a:p>
            <a:endParaRPr lang="en-AU" b="1" dirty="0" smtClean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1"/>
                </a:solidFill>
              </a:rPr>
              <a:t>Friday </a:t>
            </a:r>
            <a:r>
              <a:rPr lang="en-AU" b="1" dirty="0" smtClean="0">
                <a:solidFill>
                  <a:schemeClr val="tx1"/>
                </a:solidFill>
              </a:rPr>
              <a:t>we are booked into the computer room 07-202.  If you have them bring your laptops or </a:t>
            </a:r>
            <a:r>
              <a:rPr lang="en-AU" b="1" dirty="0" err="1" smtClean="0">
                <a:solidFill>
                  <a:schemeClr val="tx1"/>
                </a:solidFill>
              </a:rPr>
              <a:t>ipads</a:t>
            </a:r>
            <a:r>
              <a:rPr lang="en-AU" b="1" dirty="0" smtClean="0">
                <a:solidFill>
                  <a:schemeClr val="tx1"/>
                </a:solidFill>
              </a:rPr>
              <a:t> </a:t>
            </a:r>
            <a:r>
              <a:rPr lang="en-AU" sz="4800" b="1" dirty="0" smtClean="0">
                <a:solidFill>
                  <a:schemeClr val="tx2"/>
                </a:solidFill>
                <a:sym typeface="Wingdings"/>
              </a:rPr>
              <a:t></a:t>
            </a:r>
            <a:endParaRPr lang="en-AU" sz="4800" b="1" dirty="0">
              <a:solidFill>
                <a:schemeClr val="tx2"/>
              </a:solidFill>
            </a:endParaRPr>
          </a:p>
          <a:p>
            <a:endParaRPr lang="en-AU" b="1" dirty="0">
              <a:solidFill>
                <a:schemeClr val="tx1"/>
              </a:solidFill>
            </a:endParaRPr>
          </a:p>
          <a:p>
            <a:r>
              <a:rPr lang="en-AU" b="1" dirty="0" smtClean="0">
                <a:solidFill>
                  <a:schemeClr val="tx2"/>
                </a:solidFill>
              </a:rPr>
              <a:t>All to be done with a smile on your faces.</a:t>
            </a:r>
            <a:endParaRPr lang="en-AU" b="1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9001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1385</TotalTime>
  <Words>282</Words>
  <Application>Microsoft Office PowerPoint</Application>
  <PresentationFormat>On-screen Show (4:3)</PresentationFormat>
  <Paragraphs>72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Office Theme</vt:lpstr>
      <vt:lpstr>My Linear Equations Interactive Notebook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MCALLISTER Robert</cp:lastModifiedBy>
  <cp:revision>112</cp:revision>
  <dcterms:created xsi:type="dcterms:W3CDTF">2014-05-14T02:58:57Z</dcterms:created>
  <dcterms:modified xsi:type="dcterms:W3CDTF">2016-02-17T06:10:51Z</dcterms:modified>
</cp:coreProperties>
</file>