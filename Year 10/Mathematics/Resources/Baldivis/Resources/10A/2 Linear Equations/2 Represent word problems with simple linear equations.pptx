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59" r:id="rId3"/>
    <p:sldId id="258" r:id="rId4"/>
    <p:sldId id="331" r:id="rId5"/>
    <p:sldId id="335" r:id="rId6"/>
    <p:sldId id="336" r:id="rId7"/>
    <p:sldId id="333" r:id="rId8"/>
    <p:sldId id="292" r:id="rId9"/>
    <p:sldId id="291" r:id="rId10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04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Linear Equations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</a:t>
            </a:r>
            <a:r>
              <a:rPr lang="en-AU" sz="2200" dirty="0"/>
              <a:t>Represent word problems with simple linear equations</a:t>
            </a:r>
            <a:r>
              <a:rPr lang="en-AU" sz="2200" dirty="0" smtClean="0"/>
              <a:t>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7018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Represent word problems with simple linear equations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638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</a:t>
            </a:r>
            <a:r>
              <a:rPr lang="en-AU" sz="2200" dirty="0"/>
              <a:t>Represent word problems with simple linear equations</a:t>
            </a:r>
            <a:r>
              <a:rPr lang="en-AU" sz="2200" dirty="0" smtClean="0"/>
              <a:t>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7018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Represent word problems with simple linear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81503" y="2204864"/>
            <a:ext cx="217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Word to Equation?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71800" y="2204864"/>
            <a:ext cx="6048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The </a:t>
            </a:r>
            <a:r>
              <a:rPr lang="en-AU" dirty="0"/>
              <a:t>labour cost, $C, for a plumber's visit is given </a:t>
            </a:r>
            <a:r>
              <a:rPr lang="en-AU" dirty="0" smtClean="0"/>
              <a:t>by</a:t>
            </a:r>
          </a:p>
          <a:p>
            <a:r>
              <a:rPr lang="en-AU" dirty="0" smtClean="0"/>
              <a:t> </a:t>
            </a:r>
            <a:r>
              <a:rPr lang="en-AU" dirty="0"/>
              <a:t>C = 85.50t + 45, where t </a:t>
            </a:r>
            <a:r>
              <a:rPr lang="en-AU" dirty="0" smtClean="0"/>
              <a:t>is the </a:t>
            </a:r>
            <a:r>
              <a:rPr lang="en-AU" dirty="0"/>
              <a:t>time in hours spent by the plumber on the job. If the cost for the </a:t>
            </a:r>
            <a:r>
              <a:rPr lang="en-AU" dirty="0" smtClean="0"/>
              <a:t>plumber's visit </a:t>
            </a:r>
            <a:r>
              <a:rPr lang="en-AU" dirty="0"/>
              <a:t>was $258.75, for how long was the plumber on the job?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3068960"/>
            <a:ext cx="23182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equation we are looking for?  Here it is.</a:t>
            </a:r>
          </a:p>
          <a:p>
            <a:r>
              <a:rPr lang="en-AU" dirty="0" smtClean="0"/>
              <a:t>C = cost $</a:t>
            </a:r>
          </a:p>
          <a:p>
            <a:r>
              <a:rPr lang="en-AU" dirty="0" smtClean="0"/>
              <a:t>T = time – hours</a:t>
            </a:r>
          </a:p>
          <a:p>
            <a:r>
              <a:rPr lang="en-AU" dirty="0" smtClean="0"/>
              <a:t>$85.50 = cost per </a:t>
            </a:r>
            <a:r>
              <a:rPr lang="en-AU" dirty="0" err="1" smtClean="0"/>
              <a:t>hr</a:t>
            </a:r>
            <a:endParaRPr lang="en-AU" dirty="0" smtClean="0"/>
          </a:p>
          <a:p>
            <a:r>
              <a:rPr lang="en-AU" dirty="0" smtClean="0"/>
              <a:t>$45 = cost to get there</a:t>
            </a:r>
            <a:endParaRPr lang="en-AU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051720" y="2708920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192" y="3514229"/>
            <a:ext cx="216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we trying to find?  How long means find t.</a:t>
            </a:r>
            <a:endParaRPr lang="en-AU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4178669" y="3405193"/>
            <a:ext cx="2121523" cy="3118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915815" y="4098600"/>
                <a:ext cx="2106667" cy="2003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 = 85.50t + 45</a:t>
                </a:r>
              </a:p>
              <a:p>
                <a:r>
                  <a:rPr lang="en-AU" dirty="0" smtClean="0"/>
                  <a:t>258.75 = 85.50t + 45</a:t>
                </a:r>
              </a:p>
              <a:p>
                <a:r>
                  <a:rPr lang="en-AU" dirty="0" smtClean="0"/>
                  <a:t>258.75 – 45 = 85.50t</a:t>
                </a:r>
              </a:p>
              <a:p>
                <a:r>
                  <a:rPr lang="en-AU" dirty="0" smtClean="0"/>
                  <a:t>213.75 = 85.50t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213.75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85.5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𝑡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𝑡</m:t>
                      </m:r>
                      <m:r>
                        <a:rPr lang="en-AU" b="0" i="1" smtClean="0">
                          <a:latin typeface="Cambria Math"/>
                        </a:rPr>
                        <m:t>=2.5</m:t>
                      </m:r>
                      <m:r>
                        <a:rPr lang="en-AU" b="0" i="1" smtClean="0">
                          <a:latin typeface="Cambria Math"/>
                        </a:rPr>
                        <m:t>h𝑟𝑠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5" y="4098600"/>
                <a:ext cx="2106667" cy="2003369"/>
              </a:xfrm>
              <a:prstGeom prst="rect">
                <a:avLst/>
              </a:prstGeom>
              <a:blipFill rotWithShape="1">
                <a:blip r:embed="rId2"/>
                <a:stretch>
                  <a:fillRect l="-2312" t="-1520" r="-17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436094" y="4874219"/>
            <a:ext cx="3456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Note: I’ve put in all lines of working, some can be missed out.</a:t>
            </a:r>
          </a:p>
          <a:p>
            <a:r>
              <a:rPr lang="en-AU" dirty="0" smtClean="0"/>
              <a:t>Also note: the answer is 2.5hrs not just 2.5.</a:t>
            </a:r>
          </a:p>
          <a:p>
            <a:r>
              <a:rPr lang="en-AU" dirty="0"/>
              <a:t>You can and do lose marks for just the </a:t>
            </a:r>
            <a:r>
              <a:rPr lang="en-AU" dirty="0" smtClean="0"/>
              <a:t>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6242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</a:t>
            </a:r>
            <a:r>
              <a:rPr lang="en-AU" sz="2200" dirty="0"/>
              <a:t>Represent word problems with simple linear equations</a:t>
            </a:r>
            <a:r>
              <a:rPr lang="en-AU" sz="2200" dirty="0" smtClean="0"/>
              <a:t>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7018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Represent word problems with simple linear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81503" y="2204864"/>
            <a:ext cx="217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Word to Equation?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71800" y="2204864"/>
            <a:ext cx="60486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2 </a:t>
            </a:r>
            <a:r>
              <a:rPr lang="en-AU" dirty="0"/>
              <a:t>The perimeter, P, of a rectangle is given by P = 2(l + </a:t>
            </a:r>
            <a:r>
              <a:rPr lang="en-AU" dirty="0" smtClean="0"/>
              <a:t>w), </a:t>
            </a:r>
            <a:r>
              <a:rPr lang="en-AU" dirty="0"/>
              <a:t>where l is the </a:t>
            </a:r>
            <a:r>
              <a:rPr lang="en-AU" dirty="0" smtClean="0"/>
              <a:t>length and w </a:t>
            </a:r>
            <a:r>
              <a:rPr lang="en-AU" dirty="0"/>
              <a:t>is the </a:t>
            </a:r>
            <a:r>
              <a:rPr lang="en-AU" dirty="0" smtClean="0"/>
              <a:t>width</a:t>
            </a:r>
            <a:r>
              <a:rPr lang="en-AU" dirty="0"/>
              <a:t>. If the length of a house block is 43 m and the perimeter </a:t>
            </a:r>
            <a:r>
              <a:rPr lang="en-AU" dirty="0" smtClean="0"/>
              <a:t>is 138 </a:t>
            </a:r>
            <a:r>
              <a:rPr lang="en-AU" dirty="0"/>
              <a:t>m, what is the </a:t>
            </a:r>
            <a:r>
              <a:rPr lang="en-AU" dirty="0" smtClean="0"/>
              <a:t>width </a:t>
            </a:r>
            <a:r>
              <a:rPr lang="en-AU" dirty="0"/>
              <a:t>of the house block?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3068960"/>
            <a:ext cx="2318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equation we are looking for?  Here it is.</a:t>
            </a:r>
          </a:p>
          <a:p>
            <a:r>
              <a:rPr lang="en-AU" dirty="0" smtClean="0"/>
              <a:t>P = perimeter 138m</a:t>
            </a:r>
          </a:p>
          <a:p>
            <a:r>
              <a:rPr lang="en-AU" dirty="0"/>
              <a:t>l</a:t>
            </a:r>
            <a:r>
              <a:rPr lang="en-AU" dirty="0" smtClean="0"/>
              <a:t> = length 43m</a:t>
            </a:r>
          </a:p>
          <a:p>
            <a:r>
              <a:rPr lang="en-AU" dirty="0" smtClean="0"/>
              <a:t>w = width ?m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051720" y="2389530"/>
            <a:ext cx="4896544" cy="679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192" y="3514229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are we trying to find? Width in m.</a:t>
            </a:r>
            <a:endParaRPr lang="en-AU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6699488" y="3068961"/>
            <a:ext cx="608816" cy="4452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36094" y="4462145"/>
            <a:ext cx="3456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Note: Same again I’ve put in all lines of working, some can be missed out.</a:t>
            </a:r>
          </a:p>
          <a:p>
            <a:r>
              <a:rPr lang="en-AU" dirty="0" smtClean="0"/>
              <a:t>Again note: the answer is 26m not just 26.</a:t>
            </a:r>
          </a:p>
          <a:p>
            <a:r>
              <a:rPr lang="en-AU" dirty="0" smtClean="0"/>
              <a:t>You can and do lose marks for just the number.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987824" y="3946123"/>
                <a:ext cx="1886029" cy="1995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P = 2(l + w)</a:t>
                </a:r>
              </a:p>
              <a:p>
                <a:r>
                  <a:rPr lang="en-AU" dirty="0" smtClean="0"/>
                  <a:t>138 = 2(43 + w)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138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43+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AU" b="0" dirty="0" smtClean="0"/>
              </a:p>
              <a:p>
                <a:r>
                  <a:rPr lang="en-AU" dirty="0" smtClean="0"/>
                  <a:t>69 = 43 + w</a:t>
                </a:r>
              </a:p>
              <a:p>
                <a:r>
                  <a:rPr lang="en-AU" dirty="0" smtClean="0"/>
                  <a:t>69 – 43 = w</a:t>
                </a:r>
              </a:p>
              <a:p>
                <a:r>
                  <a:rPr lang="en-AU" dirty="0" smtClean="0"/>
                  <a:t>w = 26m</a:t>
                </a:r>
                <a:endParaRPr lang="en-AU" dirty="0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946123"/>
                <a:ext cx="1886029" cy="1995931"/>
              </a:xfrm>
              <a:prstGeom prst="rect">
                <a:avLst/>
              </a:prstGeom>
              <a:blipFill rotWithShape="1">
                <a:blip r:embed="rId2"/>
                <a:stretch>
                  <a:fillRect l="-2581" t="-1524" b="-36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74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</a:t>
            </a:r>
            <a:r>
              <a:rPr lang="en-AU" b="1" dirty="0" smtClean="0">
                <a:solidFill>
                  <a:schemeClr val="tx1"/>
                </a:solidFill>
              </a:rPr>
              <a:t>2.1 and 2.2  </a:t>
            </a:r>
            <a:r>
              <a:rPr lang="en-AU" b="1" dirty="0" smtClean="0">
                <a:solidFill>
                  <a:schemeClr val="tx1"/>
                </a:solidFill>
              </a:rPr>
              <a:t>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538</Words>
  <Application>Microsoft Office PowerPoint</Application>
  <PresentationFormat>On-screen Show (4:3)</PresentationFormat>
  <Paragraphs>104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My Linear Equations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100</cp:revision>
  <dcterms:created xsi:type="dcterms:W3CDTF">2014-05-14T02:58:57Z</dcterms:created>
  <dcterms:modified xsi:type="dcterms:W3CDTF">2016-02-15T01:05:56Z</dcterms:modified>
</cp:coreProperties>
</file>