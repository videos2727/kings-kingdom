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3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623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99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306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1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0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726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739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229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77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70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</a:schemeClr>
            </a:gs>
            <a:gs pos="0">
              <a:schemeClr val="bg1">
                <a:lumMod val="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30BC2C-1205-42B8-9965-568B6FFB7C40}" type="datetimeFigureOut">
              <a:rPr lang="en-AU"/>
              <a:pPr/>
              <a:t>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428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o.gov.au/multimedia/videos/the-constitution.html" TargetMode="External"/><Relationship Id="rId2" Type="http://schemas.openxmlformats.org/officeDocument/2006/relationships/hyperlink" Target="http://www.peo.gov.au/multimedia/videos/snapshots-federation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2040" y="1916832"/>
            <a:ext cx="3886200" cy="1524000"/>
          </a:xfrm>
        </p:spPr>
        <p:txBody>
          <a:bodyPr>
            <a:normAutofit/>
          </a:bodyPr>
          <a:lstStyle/>
          <a:p>
            <a:r>
              <a:rPr lang="en-AU" dirty="0" smtClean="0"/>
              <a:t>The Australian constitution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2782" y="3284984"/>
            <a:ext cx="4176464" cy="232027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L.G: We will learn </a:t>
            </a:r>
            <a:r>
              <a:rPr lang="en-AU" dirty="0" smtClean="0">
                <a:solidFill>
                  <a:schemeClr val="tx1"/>
                </a:solidFill>
              </a:rPr>
              <a:t>about the key features of the Australian Constitution</a:t>
            </a:r>
            <a:endParaRPr lang="en-A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C.S</a:t>
            </a:r>
            <a:r>
              <a:rPr lang="en-AU" dirty="0" smtClean="0">
                <a:solidFill>
                  <a:schemeClr val="tx1"/>
                </a:solidFill>
              </a:rPr>
              <a:t>: We will make a mini book showing a summary of the eight chapters in the Australian Constitution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896"/>
            <a:ext cx="4826146" cy="273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283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764704"/>
            <a:ext cx="7772400" cy="1362075"/>
          </a:xfrm>
        </p:spPr>
        <p:txBody>
          <a:bodyPr/>
          <a:lstStyle/>
          <a:p>
            <a:r>
              <a:rPr lang="en-AU" dirty="0" smtClean="0"/>
              <a:t>PowerPoint expectations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rgbClr val="0070C0"/>
                </a:solidFill>
              </a:rPr>
              <a:t>BLUE</a:t>
            </a:r>
            <a:r>
              <a:rPr lang="en-AU" sz="2400" dirty="0" smtClean="0">
                <a:solidFill>
                  <a:srgbClr val="002060"/>
                </a:solidFill>
              </a:rPr>
              <a:t> </a:t>
            </a:r>
            <a:r>
              <a:rPr lang="en-AU" sz="2400" dirty="0" smtClean="0"/>
              <a:t>then you need to copy it down.</a:t>
            </a:r>
          </a:p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C00000"/>
                </a:solidFill>
              </a:rPr>
              <a:t>RED</a:t>
            </a:r>
            <a:r>
              <a:rPr lang="en-AU" sz="2400" dirty="0"/>
              <a:t> then it is a task to </a:t>
            </a:r>
            <a:r>
              <a:rPr lang="en-AU" sz="2400" dirty="0" smtClean="0"/>
              <a:t>do.</a:t>
            </a:r>
            <a:endParaRPr lang="en-AU" sz="2400" dirty="0"/>
          </a:p>
          <a:p>
            <a:r>
              <a:rPr lang="en-AU" sz="2400" dirty="0" smtClean="0"/>
              <a:t>If the text is in </a:t>
            </a:r>
            <a:r>
              <a:rPr lang="en-AU" sz="2400" dirty="0" smtClean="0">
                <a:solidFill>
                  <a:srgbClr val="00B050"/>
                </a:solidFill>
              </a:rPr>
              <a:t>GREEN</a:t>
            </a:r>
            <a:r>
              <a:rPr lang="en-AU" sz="2400" dirty="0" smtClean="0"/>
              <a:t> then it is a discussion point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485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748464" cy="114300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KEY questions about the  constitution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What is the Constitution?</a:t>
            </a:r>
          </a:p>
          <a:p>
            <a:r>
              <a:rPr lang="en-AU" sz="2400" dirty="0" smtClean="0"/>
              <a:t>What does Australia have a Constitution?</a:t>
            </a:r>
          </a:p>
          <a:p>
            <a:r>
              <a:rPr lang="en-AU" sz="2400" dirty="0" smtClean="0"/>
              <a:t>What are the key features of the Constitution?</a:t>
            </a:r>
            <a:endParaRPr lang="en-AU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029773"/>
              </p:ext>
            </p:extLst>
          </p:nvPr>
        </p:nvGraphicFramePr>
        <p:xfrm>
          <a:off x="0" y="3861048"/>
          <a:ext cx="9144000" cy="77298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1640"/>
                <a:gridCol w="7812360"/>
              </a:tblGrid>
              <a:tr h="168835"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solidFill>
                            <a:srgbClr val="0070C0"/>
                          </a:solidFill>
                        </a:rPr>
                        <a:t>Term</a:t>
                      </a:r>
                      <a:r>
                        <a:rPr lang="en-AU" sz="1400" baseline="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AU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rgbClr val="0070C0"/>
                          </a:solidFill>
                        </a:rPr>
                        <a:t>Definition</a:t>
                      </a:r>
                      <a:endParaRPr lang="en-AU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4072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 smtClean="0">
                          <a:effectLst/>
                          <a:latin typeface="Arial"/>
                          <a:ea typeface="Calibri"/>
                          <a:cs typeface="Times New Roman"/>
                        </a:rPr>
                        <a:t>Federation</a:t>
                      </a:r>
                      <a:endParaRPr lang="en-A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01364" y="4221088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When the states of Australia joined together to make a nation in 1901.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5536" y="2924944"/>
            <a:ext cx="8748464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 smtClean="0">
                <a:solidFill>
                  <a:srgbClr val="C00000"/>
                </a:solidFill>
              </a:rPr>
              <a:t>Glossary</a:t>
            </a:r>
            <a:endParaRPr lang="en-A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6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When did We get a constitution?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The Constitution came into effect when Australia Federated on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of January 1901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1665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C00000"/>
                </a:solidFill>
              </a:rPr>
              <a:t>Video clip Focus questions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z="2400" dirty="0">
                <a:solidFill>
                  <a:srgbClr val="0070C0"/>
                </a:solidFill>
              </a:rPr>
              <a:t>Why did the people in Australian colonies want to join together to form a nation? </a:t>
            </a:r>
          </a:p>
          <a:p>
            <a:pPr lvl="0"/>
            <a:r>
              <a:rPr lang="en-AU" sz="2400" dirty="0">
                <a:solidFill>
                  <a:srgbClr val="0070C0"/>
                </a:solidFill>
              </a:rPr>
              <a:t>Why was the Constitution written? </a:t>
            </a:r>
          </a:p>
          <a:p>
            <a:pPr lvl="0"/>
            <a:r>
              <a:rPr lang="en-AU" sz="2400" dirty="0">
                <a:solidFill>
                  <a:srgbClr val="0070C0"/>
                </a:solidFill>
              </a:rPr>
              <a:t>What happened in 1901? </a:t>
            </a:r>
          </a:p>
          <a:p>
            <a:endParaRPr lang="en-AU" dirty="0" smtClean="0"/>
          </a:p>
          <a:p>
            <a:r>
              <a:rPr lang="en-AU" dirty="0" smtClean="0"/>
              <a:t>Make sure you leave three lines between each question so you have space to write the answers.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0" y="5265256"/>
            <a:ext cx="7524328" cy="1592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274320">
              <a:spcBef>
                <a:spcPts val="700"/>
              </a:spcBef>
              <a:buClr>
                <a:srgbClr val="629DD1"/>
              </a:buClr>
              <a:buSzPct val="85000"/>
              <a:buFont typeface="Wingdings 3" pitchFamily="18" charset="2"/>
              <a:buChar char=""/>
            </a:pPr>
            <a:r>
              <a:rPr lang="en-AU" sz="2000" dirty="0">
                <a:solidFill>
                  <a:prstClr val="white"/>
                </a:solidFill>
              </a:rPr>
              <a:t>Snapshots- federation  2.39 mins</a:t>
            </a:r>
          </a:p>
          <a:p>
            <a:pPr marL="68580" lvl="0">
              <a:spcBef>
                <a:spcPts val="700"/>
              </a:spcBef>
              <a:buClr>
                <a:srgbClr val="629DD1"/>
              </a:buClr>
              <a:buSzPct val="85000"/>
            </a:pPr>
            <a:r>
              <a:rPr lang="en-AU" sz="2000" u="sng" dirty="0">
                <a:solidFill>
                  <a:prstClr val="white"/>
                </a:solidFill>
                <a:hlinkClick r:id="rId2"/>
              </a:rPr>
              <a:t>http://www.peo.gov.au/multimedia/videos/snapshots-federation.html</a:t>
            </a:r>
            <a:r>
              <a:rPr lang="en-AU" sz="2000" dirty="0">
                <a:solidFill>
                  <a:prstClr val="white"/>
                </a:solidFill>
              </a:rPr>
              <a:t> </a:t>
            </a:r>
          </a:p>
          <a:p>
            <a:pPr marL="342900" lvl="0" indent="-274320">
              <a:spcBef>
                <a:spcPts val="700"/>
              </a:spcBef>
              <a:buClr>
                <a:srgbClr val="629DD1"/>
              </a:buClr>
              <a:buSzPct val="85000"/>
              <a:buFont typeface="Wingdings 3" pitchFamily="18" charset="2"/>
              <a:buChar char=""/>
            </a:pPr>
            <a:r>
              <a:rPr lang="en-AU" sz="2000" dirty="0">
                <a:solidFill>
                  <a:prstClr val="white"/>
                </a:solidFill>
              </a:rPr>
              <a:t>Snapshots- Constitution  2.29 mins</a:t>
            </a:r>
          </a:p>
          <a:p>
            <a:pPr marL="68580" lvl="0">
              <a:spcBef>
                <a:spcPts val="700"/>
              </a:spcBef>
              <a:buClr>
                <a:srgbClr val="629DD1"/>
              </a:buClr>
              <a:buSzPct val="85000"/>
            </a:pPr>
            <a:r>
              <a:rPr lang="en-AU" sz="2000" u="sng" dirty="0">
                <a:solidFill>
                  <a:prstClr val="white"/>
                </a:solidFill>
                <a:hlinkClick r:id="rId3"/>
              </a:rPr>
              <a:t>http://www.peo.gov.au/multimedia/videos/the-constitution.html</a:t>
            </a:r>
            <a:r>
              <a:rPr lang="en-AU" sz="2000" dirty="0">
                <a:solidFill>
                  <a:prstClr val="whit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144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132856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C00000"/>
                </a:solidFill>
              </a:rPr>
              <a:t>Make mini book</a:t>
            </a:r>
            <a:br>
              <a:rPr lang="en-AU" dirty="0" smtClean="0">
                <a:solidFill>
                  <a:srgbClr val="C00000"/>
                </a:solidFill>
              </a:rPr>
            </a:br>
            <a:r>
              <a:rPr lang="en-AU" dirty="0" smtClean="0">
                <a:solidFill>
                  <a:srgbClr val="C00000"/>
                </a:solidFill>
              </a:rPr>
              <a:t/>
            </a:r>
            <a:br>
              <a:rPr lang="en-AU" dirty="0" smtClean="0">
                <a:solidFill>
                  <a:srgbClr val="C00000"/>
                </a:solidFill>
              </a:rPr>
            </a:br>
            <a:r>
              <a:rPr lang="en-AU" dirty="0" smtClean="0">
                <a:solidFill>
                  <a:srgbClr val="C00000"/>
                </a:solidFill>
              </a:rPr>
              <a:t>copy in the key notes from the key features of the constitution document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908720"/>
            <a:ext cx="7772400" cy="4032448"/>
          </a:xfrm>
        </p:spPr>
        <p:txBody>
          <a:bodyPr/>
          <a:lstStyle/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817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ban Pop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209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Urban Pop</vt:lpstr>
      <vt:lpstr>The Australian constitution</vt:lpstr>
      <vt:lpstr>PowerPoint expectations</vt:lpstr>
      <vt:lpstr>KEY questions about the  constitution</vt:lpstr>
      <vt:lpstr>When did We get a constitution?</vt:lpstr>
      <vt:lpstr>Video clip Focus questions</vt:lpstr>
      <vt:lpstr>Make mini book  copy in the key notes from the key features of the constitution document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Australian constitution</dc:title>
  <dc:creator>CASTALDINI Ruth</dc:creator>
  <cp:lastModifiedBy>CASTALDINI Ruth</cp:lastModifiedBy>
  <cp:revision>7</cp:revision>
  <dcterms:created xsi:type="dcterms:W3CDTF">2017-04-29T06:14:33Z</dcterms:created>
  <dcterms:modified xsi:type="dcterms:W3CDTF">2017-05-02T09:01:23Z</dcterms:modified>
</cp:coreProperties>
</file>