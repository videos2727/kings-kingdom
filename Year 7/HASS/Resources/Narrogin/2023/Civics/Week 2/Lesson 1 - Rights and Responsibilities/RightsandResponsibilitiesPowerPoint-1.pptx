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4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Title 28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BA324-C74C-4A66-B84E-832F41C3C36C}" type="datetimeFigureOut">
              <a:rPr lang="en-US" smtClean="0"/>
              <a:t>9/8/2009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E3A3279B-4E09-4AB4-A640-DCFBA7EE45A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7" name="Content Placeholder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BA324-C74C-4A66-B84E-832F41C3C36C}" type="datetimeFigureOut">
              <a:rPr lang="en-US" smtClean="0"/>
              <a:t>9/8/2009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>
          <a:xfrm>
            <a:off x="3581400" y="76200"/>
            <a:ext cx="2895600" cy="288925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E3A3279B-4E09-4AB4-A640-DCFBA7EE45A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3444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BA324-C74C-4A66-B84E-832F41C3C36C}" type="datetimeFigureOut">
              <a:rPr lang="en-US" smtClean="0"/>
              <a:t>9/8/2009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3279B-4E09-4AB4-A640-DCFBA7EE45A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80475" y="2947085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BA324-C74C-4A66-B84E-832F41C3C36C}" type="datetimeFigureOut">
              <a:rPr lang="en-US" smtClean="0"/>
              <a:t>9/8/2009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3279B-4E09-4AB4-A640-DCFBA7EE45A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8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281444" y="666750"/>
            <a:ext cx="4290556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half" idx="3"/>
          </p:nvPr>
        </p:nvSpPr>
        <p:spPr>
          <a:xfrm>
            <a:off x="4645025" y="666750"/>
            <a:ext cx="42922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281444" y="1316037"/>
            <a:ext cx="429055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8" name="Content Placeholder 27"/>
          <p:cNvSpPr>
            <a:spLocks noGrp="1"/>
          </p:cNvSpPr>
          <p:nvPr>
            <p:ph sz="quarter" idx="4"/>
          </p:nvPr>
        </p:nvSpPr>
        <p:spPr>
          <a:xfrm>
            <a:off x="4648730" y="1316037"/>
            <a:ext cx="428853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BA324-C74C-4A66-B84E-832F41C3C36C}" type="datetimeFigureOut">
              <a:rPr lang="en-US" smtClean="0"/>
              <a:t>9/8/2009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29600" y="6477000"/>
            <a:ext cx="762000" cy="246888"/>
          </a:xfrm>
        </p:spPr>
        <p:txBody>
          <a:bodyPr/>
          <a:lstStyle/>
          <a:p>
            <a:fld id="{E3A3279B-4E09-4AB4-A640-DCFBA7EE45A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514350" y="6019800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2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BA324-C74C-4A66-B84E-832F41C3C36C}" type="datetimeFigureOut">
              <a:rPr lang="en-US" smtClean="0"/>
              <a:t>9/8/2009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3279B-4E09-4AB4-A640-DCFBA7EE45A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BA324-C74C-4A66-B84E-832F41C3C36C}" type="datetimeFigureOut">
              <a:rPr lang="en-US" smtClean="0"/>
              <a:t>9/8/2009</a:t>
            </a:fld>
            <a:endParaRPr lang="en-US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3279B-4E09-4AB4-A640-DCFBA7EE45A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514350" y="584911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4582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6" name="Text Placeholder 25"/>
          <p:cNvSpPr>
            <a:spLocks noGrp="1"/>
          </p:cNvSpPr>
          <p:nvPr>
            <p:ph type="body" idx="2"/>
          </p:nvPr>
        </p:nvSpPr>
        <p:spPr>
          <a:xfrm>
            <a:off x="457200" y="609600"/>
            <a:ext cx="3008313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575050" y="609600"/>
            <a:ext cx="5340350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BA324-C74C-4A66-B84E-832F41C3C36C}" type="datetimeFigureOut">
              <a:rPr lang="en-US" smtClean="0"/>
              <a:t>9/8/2009</a:t>
            </a:fld>
            <a:endParaRPr lang="en-US"/>
          </a:p>
        </p:txBody>
      </p:sp>
      <p:sp>
        <p:nvSpPr>
          <p:cNvPr id="29" name="Footer Placeholder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3279B-4E09-4AB4-A640-DCFBA7EE45A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3505200" y="616634"/>
            <a:ext cx="50292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BA324-C74C-4A66-B84E-832F41C3C36C}" type="datetimeFigureOut">
              <a:rPr lang="en-US" smtClean="0"/>
              <a:t>9/8/2009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3279B-4E09-4AB4-A640-DCFBA7EE45A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6" name="Text Placeholder 25"/>
          <p:cNvSpPr>
            <a:spLocks noGrp="1"/>
          </p:cNvSpPr>
          <p:nvPr>
            <p:ph type="body" sz="half" idx="2"/>
          </p:nvPr>
        </p:nvSpPr>
        <p:spPr>
          <a:xfrm>
            <a:off x="381000" y="5533218"/>
            <a:ext cx="58674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BA324-C74C-4A66-B84E-832F41C3C36C}" type="datetimeFigureOut">
              <a:rPr lang="en-US" smtClean="0"/>
              <a:t>9/8/2009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3279B-4E09-4AB4-A640-DCFBA7EE45A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549276"/>
            <a:ext cx="1828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549276"/>
            <a:ext cx="62484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BA324-C74C-4A66-B84E-832F41C3C36C}" type="datetimeFigureOut">
              <a:rPr lang="en-US" smtClean="0"/>
              <a:t>9/8/2009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3279B-4E09-4AB4-A640-DCFBA7EE45A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612BA324-C74C-4A66-B84E-832F41C3C36C}" type="datetimeFigureOut">
              <a:rPr lang="en-US" smtClean="0"/>
              <a:t>9/8/2009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E3A3279B-4E09-4AB4-A640-DCFBA7EE45A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Placeholder 9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514350" y="1057986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800" dirty="0" smtClean="0"/>
              <a:t>Rights &amp; Responsibilities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800" dirty="0" smtClean="0"/>
              <a:t>CP Government A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Rights- first Amendment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Speech</a:t>
            </a:r>
          </a:p>
          <a:p>
            <a:r>
              <a:rPr lang="en-US" dirty="0" smtClean="0"/>
              <a:t>Religion- exercise and establishment</a:t>
            </a:r>
          </a:p>
          <a:p>
            <a:r>
              <a:rPr lang="en-US" dirty="0" smtClean="0"/>
              <a:t>Press</a:t>
            </a:r>
          </a:p>
          <a:p>
            <a:r>
              <a:rPr lang="en-US" dirty="0" smtClean="0"/>
              <a:t>Assembly</a:t>
            </a:r>
          </a:p>
          <a:p>
            <a:r>
              <a:rPr lang="en-US" dirty="0" smtClean="0"/>
              <a:t>Petition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Rights- due process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Search &amp; Seizure</a:t>
            </a:r>
          </a:p>
          <a:p>
            <a:r>
              <a:rPr lang="en-US" dirty="0" smtClean="0"/>
              <a:t>Trial- speedy &amp; public</a:t>
            </a:r>
          </a:p>
          <a:p>
            <a:r>
              <a:rPr lang="en-US" dirty="0" smtClean="0"/>
              <a:t>Jury</a:t>
            </a:r>
          </a:p>
          <a:p>
            <a:r>
              <a:rPr lang="en-US" dirty="0" smtClean="0"/>
              <a:t>Incrimination</a:t>
            </a:r>
          </a:p>
          <a:p>
            <a:r>
              <a:rPr lang="en-US" dirty="0" smtClean="0"/>
              <a:t>Double Jeopardy</a:t>
            </a:r>
          </a:p>
          <a:p>
            <a:r>
              <a:rPr lang="en-US" dirty="0" smtClean="0"/>
              <a:t>Attorney</a:t>
            </a:r>
          </a:p>
          <a:p>
            <a:r>
              <a:rPr lang="en-US" dirty="0" smtClean="0"/>
              <a:t>Presentation  of charges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Responsibilities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Vote</a:t>
            </a:r>
          </a:p>
          <a:p>
            <a:r>
              <a:rPr lang="en-US" dirty="0" smtClean="0"/>
              <a:t>Pay taxes</a:t>
            </a:r>
          </a:p>
          <a:p>
            <a:r>
              <a:rPr lang="en-US" dirty="0" smtClean="0"/>
              <a:t>Obey law</a:t>
            </a:r>
          </a:p>
          <a:p>
            <a:r>
              <a:rPr lang="en-US" dirty="0" smtClean="0"/>
              <a:t>Be informed</a:t>
            </a:r>
          </a:p>
          <a:p>
            <a:r>
              <a:rPr lang="en-US" dirty="0" smtClean="0"/>
              <a:t>Help neighbor</a:t>
            </a:r>
          </a:p>
          <a:p>
            <a:r>
              <a:rPr lang="en-US" dirty="0" smtClean="0"/>
              <a:t>Jury duty</a:t>
            </a:r>
          </a:p>
          <a:p>
            <a:r>
              <a:rPr lang="en-US" smtClean="0"/>
              <a:t>Draft</a:t>
            </a:r>
          </a:p>
          <a:p>
            <a:pPr>
              <a:buNone/>
            </a:pPr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rek">
  <a:themeElements>
    <a:clrScheme name="Trek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Trek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Trek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4</TotalTime>
  <Words>48</Words>
  <Application>Microsoft Office PowerPoint</Application>
  <PresentationFormat>On-screen Show (4:3)</PresentationFormat>
  <Paragraphs>24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Trek</vt:lpstr>
      <vt:lpstr>Rights &amp; Responsibilities</vt:lpstr>
      <vt:lpstr>Rights- first Amendment </vt:lpstr>
      <vt:lpstr>Rights- due process </vt:lpstr>
      <vt:lpstr>Responsibilities </vt:lpstr>
    </vt:vector>
  </TitlesOfParts>
  <Company>Owensboro Public Schools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Rights &amp; Responsibilities</dc:title>
  <dc:creator>Administrator</dc:creator>
  <cp:lastModifiedBy>Administrator</cp:lastModifiedBy>
  <cp:revision>1</cp:revision>
  <dcterms:created xsi:type="dcterms:W3CDTF">2009-09-08T17:18:59Z</dcterms:created>
  <dcterms:modified xsi:type="dcterms:W3CDTF">2009-09-08T17:23:47Z</dcterms:modified>
</cp:coreProperties>
</file>