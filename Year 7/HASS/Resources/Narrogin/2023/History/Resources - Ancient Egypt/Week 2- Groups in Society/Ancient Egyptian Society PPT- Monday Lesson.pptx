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9"/>
  </p:notesMasterIdLst>
  <p:sldIdLst>
    <p:sldId id="256" r:id="rId2"/>
    <p:sldId id="261" r:id="rId3"/>
    <p:sldId id="257" r:id="rId4"/>
    <p:sldId id="258" r:id="rId5"/>
    <p:sldId id="262" r:id="rId6"/>
    <p:sldId id="259" r:id="rId7"/>
    <p:sldId id="263" r:id="rId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0" roundtripDataSignature="AMtx7mjRCFW7HwUax+Qi8c/gLKDy5CiLV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customschemas.google.com/relationships/presentationmetadata" Target="meta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0" name="Google Shape;20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1" name="Google Shape;22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7" name="Google Shape;22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7" descr="HD-ShadowLong.png"/>
          <p:cNvPicPr preferRelativeResize="0"/>
          <p:nvPr/>
        </p:nvPicPr>
        <p:blipFill rotWithShape="1">
          <a:blip r:embed="rId2">
            <a:alphaModFix/>
          </a:blip>
          <a:srcRect/>
          <a:stretch/>
        </p:blipFill>
        <p:spPr>
          <a:xfrm>
            <a:off x="1" y="4242851"/>
            <a:ext cx="8968084" cy="275942"/>
          </a:xfrm>
          <a:prstGeom prst="rect">
            <a:avLst/>
          </a:prstGeom>
          <a:noFill/>
          <a:ln>
            <a:noFill/>
          </a:ln>
        </p:spPr>
      </p:pic>
      <p:pic>
        <p:nvPicPr>
          <p:cNvPr id="14" name="Google Shape;14;p7" descr="HD-ShadowShort.png"/>
          <p:cNvPicPr preferRelativeResize="0"/>
          <p:nvPr/>
        </p:nvPicPr>
        <p:blipFill rotWithShape="1">
          <a:blip r:embed="rId3">
            <a:alphaModFix/>
          </a:blip>
          <a:srcRect/>
          <a:stretch/>
        </p:blipFill>
        <p:spPr>
          <a:xfrm>
            <a:off x="9111716" y="4243845"/>
            <a:ext cx="3077108" cy="276940"/>
          </a:xfrm>
          <a:prstGeom prst="rect">
            <a:avLst/>
          </a:prstGeom>
          <a:noFill/>
          <a:ln>
            <a:noFill/>
          </a:ln>
        </p:spPr>
      </p:pic>
      <p:sp>
        <p:nvSpPr>
          <p:cNvPr id="15" name="Google Shape;15;p7"/>
          <p:cNvSpPr/>
          <p:nvPr/>
        </p:nvSpPr>
        <p:spPr>
          <a:xfrm>
            <a:off x="0" y="2590078"/>
            <a:ext cx="8968085" cy="1660332"/>
          </a:xfrm>
          <a:prstGeom prst="rect">
            <a:avLst/>
          </a:prstGeom>
          <a:solidFill>
            <a:srgbClr val="2626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7"/>
          <p:cNvSpPr/>
          <p:nvPr/>
        </p:nvSpPr>
        <p:spPr>
          <a:xfrm>
            <a:off x="9111715" y="2590078"/>
            <a:ext cx="3077109" cy="1660332"/>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7"/>
          <p:cNvSpPr txBox="1">
            <a:spLocks noGrp="1"/>
          </p:cNvSpPr>
          <p:nvPr>
            <p:ph type="ctrTitle"/>
          </p:nvPr>
        </p:nvSpPr>
        <p:spPr>
          <a:xfrm>
            <a:off x="680322" y="2733709"/>
            <a:ext cx="8144134" cy="1373070"/>
          </a:xfrm>
          <a:prstGeom prst="rect">
            <a:avLst/>
          </a:prstGeom>
          <a:noFill/>
          <a:ln>
            <a:noFill/>
          </a:ln>
        </p:spPr>
        <p:txBody>
          <a:bodyPr spcFirstLastPara="1" wrap="square" lIns="91425" tIns="45700" rIns="91425" bIns="45700" anchor="b" anchorCtr="0">
            <a:noAutofit/>
          </a:bodyPr>
          <a:lstStyle>
            <a:lvl1pPr lvl="0" algn="r">
              <a:lnSpc>
                <a:spcPct val="90000"/>
              </a:lnSpc>
              <a:spcBef>
                <a:spcPts val="0"/>
              </a:spcBef>
              <a:spcAft>
                <a:spcPts val="0"/>
              </a:spcAft>
              <a:buClr>
                <a:schemeClr val="lt1"/>
              </a:buClr>
              <a:buSzPts val="5400"/>
              <a:buFont typeface="Trebuchet MS"/>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7"/>
          <p:cNvSpPr txBox="1">
            <a:spLocks noGrp="1"/>
          </p:cNvSpPr>
          <p:nvPr>
            <p:ph type="subTitle" idx="1"/>
          </p:nvPr>
        </p:nvSpPr>
        <p:spPr>
          <a:xfrm>
            <a:off x="680322" y="4394039"/>
            <a:ext cx="8144134" cy="1117687"/>
          </a:xfrm>
          <a:prstGeom prst="rect">
            <a:avLst/>
          </a:prstGeom>
          <a:noFill/>
          <a:ln>
            <a:noFill/>
          </a:ln>
        </p:spPr>
        <p:txBody>
          <a:bodyPr spcFirstLastPara="1" wrap="square" lIns="91425" tIns="45700" rIns="91425" bIns="45700" anchor="t" anchorCtr="0">
            <a:normAutofit/>
          </a:bodyPr>
          <a:lstStyle>
            <a:lvl1pPr lvl="0" algn="r">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9" name="Google Shape;19;p7"/>
          <p:cNvSpPr txBox="1">
            <a:spLocks noGrp="1"/>
          </p:cNvSpPr>
          <p:nvPr>
            <p:ph type="dt" idx="10"/>
          </p:nvPr>
        </p:nvSpPr>
        <p:spPr>
          <a:xfrm>
            <a:off x="7550981" y="5936187"/>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7"/>
          <p:cNvSpPr txBox="1">
            <a:spLocks noGrp="1"/>
          </p:cNvSpPr>
          <p:nvPr>
            <p:ph type="ftr" idx="11"/>
          </p:nvPr>
        </p:nvSpPr>
        <p:spPr>
          <a:xfrm>
            <a:off x="680321" y="5936188"/>
            <a:ext cx="687066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7"/>
          <p:cNvSpPr txBox="1">
            <a:spLocks noGrp="1"/>
          </p:cNvSpPr>
          <p:nvPr>
            <p:ph type="sldNum" idx="12"/>
          </p:nvPr>
        </p:nvSpPr>
        <p:spPr>
          <a:xfrm>
            <a:off x="9255346" y="2750337"/>
            <a:ext cx="1171888" cy="1356442"/>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pic>
        <p:nvPicPr>
          <p:cNvPr id="23" name="Google Shape;23;p8" descr="HD-ShadowLong.png"/>
          <p:cNvPicPr preferRelativeResize="0"/>
          <p:nvPr/>
        </p:nvPicPr>
        <p:blipFill rotWithShape="1">
          <a:blip r:embed="rId2">
            <a:alphaModFix/>
          </a:blip>
          <a:srcRect/>
          <a:stretch/>
        </p:blipFill>
        <p:spPr>
          <a:xfrm>
            <a:off x="1" y="1970240"/>
            <a:ext cx="10437812" cy="321164"/>
          </a:xfrm>
          <a:prstGeom prst="rect">
            <a:avLst/>
          </a:prstGeom>
          <a:noFill/>
          <a:ln>
            <a:noFill/>
          </a:ln>
        </p:spPr>
      </p:pic>
      <p:pic>
        <p:nvPicPr>
          <p:cNvPr id="24" name="Google Shape;24;p8" descr="HD-ShadowShort.png"/>
          <p:cNvPicPr preferRelativeResize="0"/>
          <p:nvPr/>
        </p:nvPicPr>
        <p:blipFill rotWithShape="1">
          <a:blip r:embed="rId3">
            <a:alphaModFix/>
          </a:blip>
          <a:srcRect/>
          <a:stretch/>
        </p:blipFill>
        <p:spPr>
          <a:xfrm>
            <a:off x="10585826" y="1971234"/>
            <a:ext cx="1602997" cy="144270"/>
          </a:xfrm>
          <a:prstGeom prst="rect">
            <a:avLst/>
          </a:prstGeom>
          <a:noFill/>
          <a:ln>
            <a:noFill/>
          </a:ln>
        </p:spPr>
      </p:pic>
      <p:sp>
        <p:nvSpPr>
          <p:cNvPr id="25" name="Google Shape;25;p8"/>
          <p:cNvSpPr/>
          <p:nvPr/>
        </p:nvSpPr>
        <p:spPr>
          <a:xfrm>
            <a:off x="0" y="609600"/>
            <a:ext cx="10437812" cy="1368198"/>
          </a:xfrm>
          <a:prstGeom prst="rect">
            <a:avLst/>
          </a:prstGeom>
          <a:solidFill>
            <a:srgbClr val="2626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8"/>
          <p:cNvSpPr/>
          <p:nvPr/>
        </p:nvSpPr>
        <p:spPr>
          <a:xfrm>
            <a:off x="10585827" y="609600"/>
            <a:ext cx="1602997" cy="136819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8"/>
          <p:cNvSpPr txBox="1">
            <a:spLocks noGrp="1"/>
          </p:cNvSpPr>
          <p:nvPr>
            <p:ph type="title"/>
          </p:nvPr>
        </p:nvSpPr>
        <p:spPr>
          <a:xfrm>
            <a:off x="680321" y="753228"/>
            <a:ext cx="9613861" cy="108093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8"/>
          <p:cNvSpPr txBox="1">
            <a:spLocks noGrp="1"/>
          </p:cNvSpPr>
          <p:nvPr>
            <p:ph type="body" idx="1"/>
          </p:nvPr>
        </p:nvSpPr>
        <p:spPr>
          <a:xfrm>
            <a:off x="680321" y="2336873"/>
            <a:ext cx="9613861" cy="359931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9" name="Google Shape;29;p8"/>
          <p:cNvSpPr txBox="1">
            <a:spLocks noGrp="1"/>
          </p:cNvSpPr>
          <p:nvPr>
            <p:ph type="dt" idx="10"/>
          </p:nvPr>
        </p:nvSpPr>
        <p:spPr>
          <a:xfrm>
            <a:off x="7550981" y="5936187"/>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8"/>
          <p:cNvSpPr txBox="1">
            <a:spLocks noGrp="1"/>
          </p:cNvSpPr>
          <p:nvPr>
            <p:ph type="ftr" idx="11"/>
          </p:nvPr>
        </p:nvSpPr>
        <p:spPr>
          <a:xfrm>
            <a:off x="680321" y="5936188"/>
            <a:ext cx="687066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8"/>
          <p:cNvSpPr txBox="1">
            <a:spLocks noGrp="1"/>
          </p:cNvSpPr>
          <p:nvPr>
            <p:ph type="sldNum" idx="12"/>
          </p:nvPr>
        </p:nvSpPr>
        <p:spPr>
          <a:xfrm>
            <a:off x="10729455" y="753227"/>
            <a:ext cx="1154151" cy="1090789"/>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
        <p:cNvGrpSpPr/>
        <p:nvPr/>
      </p:nvGrpSpPr>
      <p:grpSpPr>
        <a:xfrm>
          <a:off x="0" y="0"/>
          <a:ext cx="0" cy="0"/>
          <a:chOff x="0" y="0"/>
          <a:chExt cx="0" cy="0"/>
        </a:xfrm>
      </p:grpSpPr>
      <p:pic>
        <p:nvPicPr>
          <p:cNvPr id="33" name="Google Shape;33;p9" descr="HD-ShadowLong.png"/>
          <p:cNvPicPr preferRelativeResize="0"/>
          <p:nvPr/>
        </p:nvPicPr>
        <p:blipFill rotWithShape="1">
          <a:blip r:embed="rId2">
            <a:alphaModFix/>
          </a:blip>
          <a:srcRect/>
          <a:stretch/>
        </p:blipFill>
        <p:spPr>
          <a:xfrm>
            <a:off x="-1" y="4086907"/>
            <a:ext cx="10437812" cy="321164"/>
          </a:xfrm>
          <a:prstGeom prst="rect">
            <a:avLst/>
          </a:prstGeom>
          <a:noFill/>
          <a:ln>
            <a:noFill/>
          </a:ln>
        </p:spPr>
      </p:pic>
      <p:pic>
        <p:nvPicPr>
          <p:cNvPr id="34" name="Google Shape;34;p9" descr="HD-ShadowShort.png"/>
          <p:cNvPicPr preferRelativeResize="0"/>
          <p:nvPr/>
        </p:nvPicPr>
        <p:blipFill rotWithShape="1">
          <a:blip r:embed="rId3">
            <a:alphaModFix/>
          </a:blip>
          <a:srcRect/>
          <a:stretch/>
        </p:blipFill>
        <p:spPr>
          <a:xfrm>
            <a:off x="10585824" y="4087901"/>
            <a:ext cx="1602997" cy="144270"/>
          </a:xfrm>
          <a:prstGeom prst="rect">
            <a:avLst/>
          </a:prstGeom>
          <a:noFill/>
          <a:ln>
            <a:noFill/>
          </a:ln>
        </p:spPr>
      </p:pic>
      <p:sp>
        <p:nvSpPr>
          <p:cNvPr id="35" name="Google Shape;35;p9"/>
          <p:cNvSpPr/>
          <p:nvPr/>
        </p:nvSpPr>
        <p:spPr>
          <a:xfrm>
            <a:off x="-2" y="2726267"/>
            <a:ext cx="10437812" cy="1368198"/>
          </a:xfrm>
          <a:prstGeom prst="rect">
            <a:avLst/>
          </a:prstGeom>
          <a:solidFill>
            <a:srgbClr val="2626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9"/>
          <p:cNvSpPr/>
          <p:nvPr/>
        </p:nvSpPr>
        <p:spPr>
          <a:xfrm>
            <a:off x="10585825" y="2726267"/>
            <a:ext cx="1602997" cy="136819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680322" y="2869895"/>
            <a:ext cx="9613860" cy="109078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3600"/>
              <a:buFont typeface="Trebuchet M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9"/>
          <p:cNvSpPr txBox="1">
            <a:spLocks noGrp="1"/>
          </p:cNvSpPr>
          <p:nvPr>
            <p:ph type="body" idx="1"/>
          </p:nvPr>
        </p:nvSpPr>
        <p:spPr>
          <a:xfrm>
            <a:off x="680322" y="4232171"/>
            <a:ext cx="9613860" cy="1704017"/>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000"/>
              <a:buNone/>
              <a:defRPr sz="20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39" name="Google Shape;39;p9"/>
          <p:cNvSpPr txBox="1">
            <a:spLocks noGrp="1"/>
          </p:cNvSpPr>
          <p:nvPr>
            <p:ph type="dt" idx="10"/>
          </p:nvPr>
        </p:nvSpPr>
        <p:spPr>
          <a:xfrm>
            <a:off x="7550981" y="5936187"/>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9"/>
          <p:cNvSpPr txBox="1">
            <a:spLocks noGrp="1"/>
          </p:cNvSpPr>
          <p:nvPr>
            <p:ph type="ftr" idx="11"/>
          </p:nvPr>
        </p:nvSpPr>
        <p:spPr>
          <a:xfrm>
            <a:off x="680321" y="5936188"/>
            <a:ext cx="687066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9"/>
          <p:cNvSpPr txBox="1">
            <a:spLocks noGrp="1"/>
          </p:cNvSpPr>
          <p:nvPr>
            <p:ph type="sldNum" idx="12"/>
          </p:nvPr>
        </p:nvSpPr>
        <p:spPr>
          <a:xfrm>
            <a:off x="10729455" y="2869895"/>
            <a:ext cx="1154151" cy="1090789"/>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2"/>
        <p:cNvGrpSpPr/>
        <p:nvPr/>
      </p:nvGrpSpPr>
      <p:grpSpPr>
        <a:xfrm>
          <a:off x="0" y="0"/>
          <a:ext cx="0" cy="0"/>
          <a:chOff x="0" y="0"/>
          <a:chExt cx="0" cy="0"/>
        </a:xfrm>
      </p:grpSpPr>
      <p:pic>
        <p:nvPicPr>
          <p:cNvPr id="43" name="Google Shape;43;p10" descr="HD-ShadowLong.png"/>
          <p:cNvPicPr preferRelativeResize="0"/>
          <p:nvPr/>
        </p:nvPicPr>
        <p:blipFill rotWithShape="1">
          <a:blip r:embed="rId2">
            <a:alphaModFix/>
          </a:blip>
          <a:srcRect/>
          <a:stretch/>
        </p:blipFill>
        <p:spPr>
          <a:xfrm>
            <a:off x="1" y="1970240"/>
            <a:ext cx="10437812" cy="321164"/>
          </a:xfrm>
          <a:prstGeom prst="rect">
            <a:avLst/>
          </a:prstGeom>
          <a:noFill/>
          <a:ln>
            <a:noFill/>
          </a:ln>
        </p:spPr>
      </p:pic>
      <p:pic>
        <p:nvPicPr>
          <p:cNvPr id="44" name="Google Shape;44;p10" descr="HD-ShadowShort.png"/>
          <p:cNvPicPr preferRelativeResize="0"/>
          <p:nvPr/>
        </p:nvPicPr>
        <p:blipFill rotWithShape="1">
          <a:blip r:embed="rId3">
            <a:alphaModFix/>
          </a:blip>
          <a:srcRect/>
          <a:stretch/>
        </p:blipFill>
        <p:spPr>
          <a:xfrm>
            <a:off x="10585826" y="1971234"/>
            <a:ext cx="1602997" cy="144270"/>
          </a:xfrm>
          <a:prstGeom prst="rect">
            <a:avLst/>
          </a:prstGeom>
          <a:noFill/>
          <a:ln>
            <a:noFill/>
          </a:ln>
        </p:spPr>
      </p:pic>
      <p:sp>
        <p:nvSpPr>
          <p:cNvPr id="45" name="Google Shape;45;p10"/>
          <p:cNvSpPr/>
          <p:nvPr/>
        </p:nvSpPr>
        <p:spPr>
          <a:xfrm>
            <a:off x="0" y="609600"/>
            <a:ext cx="10437812" cy="1368198"/>
          </a:xfrm>
          <a:prstGeom prst="rect">
            <a:avLst/>
          </a:prstGeom>
          <a:solidFill>
            <a:srgbClr val="2626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10"/>
          <p:cNvSpPr/>
          <p:nvPr/>
        </p:nvSpPr>
        <p:spPr>
          <a:xfrm>
            <a:off x="10585827" y="609600"/>
            <a:ext cx="1602997" cy="136819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10"/>
          <p:cNvSpPr txBox="1">
            <a:spLocks noGrp="1"/>
          </p:cNvSpPr>
          <p:nvPr>
            <p:ph type="title"/>
          </p:nvPr>
        </p:nvSpPr>
        <p:spPr>
          <a:xfrm>
            <a:off x="680321" y="753228"/>
            <a:ext cx="9613861" cy="108093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 name="Google Shape;48;p10"/>
          <p:cNvSpPr txBox="1">
            <a:spLocks noGrp="1"/>
          </p:cNvSpPr>
          <p:nvPr>
            <p:ph type="body" idx="1"/>
          </p:nvPr>
        </p:nvSpPr>
        <p:spPr>
          <a:xfrm>
            <a:off x="680320" y="2336873"/>
            <a:ext cx="4698358" cy="359931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9" name="Google Shape;49;p10"/>
          <p:cNvSpPr txBox="1">
            <a:spLocks noGrp="1"/>
          </p:cNvSpPr>
          <p:nvPr>
            <p:ph type="body" idx="2"/>
          </p:nvPr>
        </p:nvSpPr>
        <p:spPr>
          <a:xfrm>
            <a:off x="5594123" y="2336873"/>
            <a:ext cx="4700058" cy="359931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50" name="Google Shape;50;p10"/>
          <p:cNvSpPr txBox="1">
            <a:spLocks noGrp="1"/>
          </p:cNvSpPr>
          <p:nvPr>
            <p:ph type="dt" idx="10"/>
          </p:nvPr>
        </p:nvSpPr>
        <p:spPr>
          <a:xfrm>
            <a:off x="7550981" y="5936187"/>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10"/>
          <p:cNvSpPr txBox="1">
            <a:spLocks noGrp="1"/>
          </p:cNvSpPr>
          <p:nvPr>
            <p:ph type="ftr" idx="11"/>
          </p:nvPr>
        </p:nvSpPr>
        <p:spPr>
          <a:xfrm>
            <a:off x="680321" y="5936188"/>
            <a:ext cx="687066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0"/>
          <p:cNvSpPr txBox="1">
            <a:spLocks noGrp="1"/>
          </p:cNvSpPr>
          <p:nvPr>
            <p:ph type="sldNum" idx="12"/>
          </p:nvPr>
        </p:nvSpPr>
        <p:spPr>
          <a:xfrm>
            <a:off x="10729455" y="753227"/>
            <a:ext cx="1154151" cy="1090789"/>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3"/>
        <p:cNvGrpSpPr/>
        <p:nvPr/>
      </p:nvGrpSpPr>
      <p:grpSpPr>
        <a:xfrm>
          <a:off x="0" y="0"/>
          <a:ext cx="0" cy="0"/>
          <a:chOff x="0" y="0"/>
          <a:chExt cx="0" cy="0"/>
        </a:xfrm>
      </p:grpSpPr>
      <p:pic>
        <p:nvPicPr>
          <p:cNvPr id="54" name="Google Shape;54;p11" descr="HD-ShadowLong.png"/>
          <p:cNvPicPr preferRelativeResize="0"/>
          <p:nvPr/>
        </p:nvPicPr>
        <p:blipFill rotWithShape="1">
          <a:blip r:embed="rId2">
            <a:alphaModFix/>
          </a:blip>
          <a:srcRect/>
          <a:stretch/>
        </p:blipFill>
        <p:spPr>
          <a:xfrm>
            <a:off x="1" y="1970240"/>
            <a:ext cx="10437812" cy="321164"/>
          </a:xfrm>
          <a:prstGeom prst="rect">
            <a:avLst/>
          </a:prstGeom>
          <a:noFill/>
          <a:ln>
            <a:noFill/>
          </a:ln>
        </p:spPr>
      </p:pic>
      <p:pic>
        <p:nvPicPr>
          <p:cNvPr id="55" name="Google Shape;55;p11" descr="HD-ShadowShort.png"/>
          <p:cNvPicPr preferRelativeResize="0"/>
          <p:nvPr/>
        </p:nvPicPr>
        <p:blipFill rotWithShape="1">
          <a:blip r:embed="rId3">
            <a:alphaModFix/>
          </a:blip>
          <a:srcRect/>
          <a:stretch/>
        </p:blipFill>
        <p:spPr>
          <a:xfrm>
            <a:off x="10585826" y="1971234"/>
            <a:ext cx="1602997" cy="144270"/>
          </a:xfrm>
          <a:prstGeom prst="rect">
            <a:avLst/>
          </a:prstGeom>
          <a:noFill/>
          <a:ln>
            <a:noFill/>
          </a:ln>
        </p:spPr>
      </p:pic>
      <p:sp>
        <p:nvSpPr>
          <p:cNvPr id="56" name="Google Shape;56;p11"/>
          <p:cNvSpPr/>
          <p:nvPr/>
        </p:nvSpPr>
        <p:spPr>
          <a:xfrm>
            <a:off x="0" y="609600"/>
            <a:ext cx="10437812" cy="1368198"/>
          </a:xfrm>
          <a:prstGeom prst="rect">
            <a:avLst/>
          </a:prstGeom>
          <a:solidFill>
            <a:srgbClr val="2626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1"/>
          <p:cNvSpPr/>
          <p:nvPr/>
        </p:nvSpPr>
        <p:spPr>
          <a:xfrm>
            <a:off x="10585827" y="609600"/>
            <a:ext cx="1602997" cy="136819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11"/>
          <p:cNvSpPr txBox="1">
            <a:spLocks noGrp="1"/>
          </p:cNvSpPr>
          <p:nvPr>
            <p:ph type="title"/>
          </p:nvPr>
        </p:nvSpPr>
        <p:spPr>
          <a:xfrm>
            <a:off x="680319" y="753229"/>
            <a:ext cx="9613863" cy="108093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11"/>
          <p:cNvSpPr txBox="1">
            <a:spLocks noGrp="1"/>
          </p:cNvSpPr>
          <p:nvPr>
            <p:ph type="body" idx="1"/>
          </p:nvPr>
        </p:nvSpPr>
        <p:spPr>
          <a:xfrm>
            <a:off x="906350" y="2336873"/>
            <a:ext cx="4472327" cy="693135"/>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400"/>
              <a:buNone/>
              <a:defRPr sz="2400" b="1"/>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60" name="Google Shape;60;p11"/>
          <p:cNvSpPr txBox="1">
            <a:spLocks noGrp="1"/>
          </p:cNvSpPr>
          <p:nvPr>
            <p:ph type="body" idx="2"/>
          </p:nvPr>
        </p:nvSpPr>
        <p:spPr>
          <a:xfrm>
            <a:off x="680322" y="3030008"/>
            <a:ext cx="4698355" cy="290617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1" name="Google Shape;61;p11"/>
          <p:cNvSpPr txBox="1">
            <a:spLocks noGrp="1"/>
          </p:cNvSpPr>
          <p:nvPr>
            <p:ph type="body" idx="3"/>
          </p:nvPr>
        </p:nvSpPr>
        <p:spPr>
          <a:xfrm>
            <a:off x="5820154" y="2336873"/>
            <a:ext cx="4474028" cy="692076"/>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400"/>
              <a:buNone/>
              <a:defRPr sz="2400" b="1"/>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62" name="Google Shape;62;p11"/>
          <p:cNvSpPr txBox="1">
            <a:spLocks noGrp="1"/>
          </p:cNvSpPr>
          <p:nvPr>
            <p:ph type="body" idx="4"/>
          </p:nvPr>
        </p:nvSpPr>
        <p:spPr>
          <a:xfrm>
            <a:off x="5594123" y="3030008"/>
            <a:ext cx="4700059" cy="290617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3" name="Google Shape;63;p11"/>
          <p:cNvSpPr txBox="1">
            <a:spLocks noGrp="1"/>
          </p:cNvSpPr>
          <p:nvPr>
            <p:ph type="dt" idx="10"/>
          </p:nvPr>
        </p:nvSpPr>
        <p:spPr>
          <a:xfrm>
            <a:off x="7550981" y="5936187"/>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1"/>
          <p:cNvSpPr txBox="1">
            <a:spLocks noGrp="1"/>
          </p:cNvSpPr>
          <p:nvPr>
            <p:ph type="ftr" idx="11"/>
          </p:nvPr>
        </p:nvSpPr>
        <p:spPr>
          <a:xfrm>
            <a:off x="680321" y="5936188"/>
            <a:ext cx="687066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1"/>
          <p:cNvSpPr txBox="1">
            <a:spLocks noGrp="1"/>
          </p:cNvSpPr>
          <p:nvPr>
            <p:ph type="sldNum" idx="12"/>
          </p:nvPr>
        </p:nvSpPr>
        <p:spPr>
          <a:xfrm>
            <a:off x="10729455" y="753227"/>
            <a:ext cx="1154151" cy="1090789"/>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6"/>
        <p:cNvGrpSpPr/>
        <p:nvPr/>
      </p:nvGrpSpPr>
      <p:grpSpPr>
        <a:xfrm>
          <a:off x="0" y="0"/>
          <a:ext cx="0" cy="0"/>
          <a:chOff x="0" y="0"/>
          <a:chExt cx="0" cy="0"/>
        </a:xfrm>
      </p:grpSpPr>
      <p:pic>
        <p:nvPicPr>
          <p:cNvPr id="67" name="Google Shape;67;p12" descr="HD-ShadowLong.png"/>
          <p:cNvPicPr preferRelativeResize="0"/>
          <p:nvPr/>
        </p:nvPicPr>
        <p:blipFill rotWithShape="1">
          <a:blip r:embed="rId2">
            <a:alphaModFix/>
          </a:blip>
          <a:srcRect/>
          <a:stretch/>
        </p:blipFill>
        <p:spPr>
          <a:xfrm>
            <a:off x="1" y="1970240"/>
            <a:ext cx="10437812" cy="321164"/>
          </a:xfrm>
          <a:prstGeom prst="rect">
            <a:avLst/>
          </a:prstGeom>
          <a:noFill/>
          <a:ln>
            <a:noFill/>
          </a:ln>
        </p:spPr>
      </p:pic>
      <p:pic>
        <p:nvPicPr>
          <p:cNvPr id="68" name="Google Shape;68;p12" descr="HD-ShadowShort.png"/>
          <p:cNvPicPr preferRelativeResize="0"/>
          <p:nvPr/>
        </p:nvPicPr>
        <p:blipFill rotWithShape="1">
          <a:blip r:embed="rId3">
            <a:alphaModFix/>
          </a:blip>
          <a:srcRect/>
          <a:stretch/>
        </p:blipFill>
        <p:spPr>
          <a:xfrm>
            <a:off x="10585826" y="1971234"/>
            <a:ext cx="1602997" cy="144270"/>
          </a:xfrm>
          <a:prstGeom prst="rect">
            <a:avLst/>
          </a:prstGeom>
          <a:noFill/>
          <a:ln>
            <a:noFill/>
          </a:ln>
        </p:spPr>
      </p:pic>
      <p:sp>
        <p:nvSpPr>
          <p:cNvPr id="69" name="Google Shape;69;p12"/>
          <p:cNvSpPr/>
          <p:nvPr/>
        </p:nvSpPr>
        <p:spPr>
          <a:xfrm>
            <a:off x="0" y="609600"/>
            <a:ext cx="10437812" cy="1368198"/>
          </a:xfrm>
          <a:prstGeom prst="rect">
            <a:avLst/>
          </a:prstGeom>
          <a:solidFill>
            <a:srgbClr val="2626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12"/>
          <p:cNvSpPr/>
          <p:nvPr/>
        </p:nvSpPr>
        <p:spPr>
          <a:xfrm>
            <a:off x="10585827" y="609600"/>
            <a:ext cx="1602997" cy="136819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12"/>
          <p:cNvSpPr txBox="1">
            <a:spLocks noGrp="1"/>
          </p:cNvSpPr>
          <p:nvPr>
            <p:ph type="title"/>
          </p:nvPr>
        </p:nvSpPr>
        <p:spPr>
          <a:xfrm>
            <a:off x="680321" y="753228"/>
            <a:ext cx="9613861" cy="108093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12"/>
          <p:cNvSpPr txBox="1">
            <a:spLocks noGrp="1"/>
          </p:cNvSpPr>
          <p:nvPr>
            <p:ph type="dt" idx="10"/>
          </p:nvPr>
        </p:nvSpPr>
        <p:spPr>
          <a:xfrm>
            <a:off x="7550981" y="5936187"/>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2"/>
          <p:cNvSpPr txBox="1">
            <a:spLocks noGrp="1"/>
          </p:cNvSpPr>
          <p:nvPr>
            <p:ph type="ftr" idx="11"/>
          </p:nvPr>
        </p:nvSpPr>
        <p:spPr>
          <a:xfrm>
            <a:off x="680321" y="5936188"/>
            <a:ext cx="687066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12"/>
          <p:cNvSpPr txBox="1">
            <a:spLocks noGrp="1"/>
          </p:cNvSpPr>
          <p:nvPr>
            <p:ph type="sldNum" idx="12"/>
          </p:nvPr>
        </p:nvSpPr>
        <p:spPr>
          <a:xfrm>
            <a:off x="10729455" y="753227"/>
            <a:ext cx="1154151" cy="1090789"/>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5"/>
        <p:cNvGrpSpPr/>
        <p:nvPr/>
      </p:nvGrpSpPr>
      <p:grpSpPr>
        <a:xfrm>
          <a:off x="0" y="0"/>
          <a:ext cx="0" cy="0"/>
          <a:chOff x="0" y="0"/>
          <a:chExt cx="0" cy="0"/>
        </a:xfrm>
      </p:grpSpPr>
      <p:pic>
        <p:nvPicPr>
          <p:cNvPr id="76" name="Google Shape;76;p13" descr="HD-ShadowShort.png"/>
          <p:cNvPicPr preferRelativeResize="0"/>
          <p:nvPr/>
        </p:nvPicPr>
        <p:blipFill rotWithShape="1">
          <a:blip r:embed="rId2">
            <a:alphaModFix/>
          </a:blip>
          <a:srcRect/>
          <a:stretch/>
        </p:blipFill>
        <p:spPr>
          <a:xfrm>
            <a:off x="10585826" y="1971234"/>
            <a:ext cx="1602997" cy="144270"/>
          </a:xfrm>
          <a:prstGeom prst="rect">
            <a:avLst/>
          </a:prstGeom>
          <a:noFill/>
          <a:ln>
            <a:noFill/>
          </a:ln>
        </p:spPr>
      </p:pic>
      <p:sp>
        <p:nvSpPr>
          <p:cNvPr id="77" name="Google Shape;77;p13"/>
          <p:cNvSpPr/>
          <p:nvPr/>
        </p:nvSpPr>
        <p:spPr>
          <a:xfrm>
            <a:off x="10585827" y="609600"/>
            <a:ext cx="1602997" cy="136819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3"/>
          <p:cNvSpPr txBox="1">
            <a:spLocks noGrp="1"/>
          </p:cNvSpPr>
          <p:nvPr>
            <p:ph type="dt" idx="10"/>
          </p:nvPr>
        </p:nvSpPr>
        <p:spPr>
          <a:xfrm>
            <a:off x="7550981" y="5936187"/>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3"/>
          <p:cNvSpPr txBox="1">
            <a:spLocks noGrp="1"/>
          </p:cNvSpPr>
          <p:nvPr>
            <p:ph type="ftr" idx="11"/>
          </p:nvPr>
        </p:nvSpPr>
        <p:spPr>
          <a:xfrm>
            <a:off x="680321" y="5936188"/>
            <a:ext cx="687066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13"/>
          <p:cNvSpPr txBox="1">
            <a:spLocks noGrp="1"/>
          </p:cNvSpPr>
          <p:nvPr>
            <p:ph type="sldNum" idx="12"/>
          </p:nvPr>
        </p:nvSpPr>
        <p:spPr>
          <a:xfrm>
            <a:off x="10729455" y="753227"/>
            <a:ext cx="1154151" cy="1090789"/>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1"/>
        <p:cNvGrpSpPr/>
        <p:nvPr/>
      </p:nvGrpSpPr>
      <p:grpSpPr>
        <a:xfrm>
          <a:off x="0" y="0"/>
          <a:ext cx="0" cy="0"/>
          <a:chOff x="0" y="0"/>
          <a:chExt cx="0" cy="0"/>
        </a:xfrm>
      </p:grpSpPr>
      <p:pic>
        <p:nvPicPr>
          <p:cNvPr id="82" name="Google Shape;82;p14" descr="HD-ShadowLong.png"/>
          <p:cNvPicPr preferRelativeResize="0"/>
          <p:nvPr/>
        </p:nvPicPr>
        <p:blipFill rotWithShape="1">
          <a:blip r:embed="rId2">
            <a:alphaModFix/>
          </a:blip>
          <a:srcRect/>
          <a:stretch/>
        </p:blipFill>
        <p:spPr>
          <a:xfrm>
            <a:off x="1" y="1970240"/>
            <a:ext cx="10437812" cy="321164"/>
          </a:xfrm>
          <a:prstGeom prst="rect">
            <a:avLst/>
          </a:prstGeom>
          <a:noFill/>
          <a:ln>
            <a:noFill/>
          </a:ln>
        </p:spPr>
      </p:pic>
      <p:pic>
        <p:nvPicPr>
          <p:cNvPr id="83" name="Google Shape;83;p14" descr="HD-ShadowShort.png"/>
          <p:cNvPicPr preferRelativeResize="0"/>
          <p:nvPr/>
        </p:nvPicPr>
        <p:blipFill rotWithShape="1">
          <a:blip r:embed="rId3">
            <a:alphaModFix/>
          </a:blip>
          <a:srcRect/>
          <a:stretch/>
        </p:blipFill>
        <p:spPr>
          <a:xfrm>
            <a:off x="10585826" y="1971234"/>
            <a:ext cx="1602997" cy="144270"/>
          </a:xfrm>
          <a:prstGeom prst="rect">
            <a:avLst/>
          </a:prstGeom>
          <a:noFill/>
          <a:ln>
            <a:noFill/>
          </a:ln>
        </p:spPr>
      </p:pic>
      <p:sp>
        <p:nvSpPr>
          <p:cNvPr id="84" name="Google Shape;84;p14"/>
          <p:cNvSpPr/>
          <p:nvPr/>
        </p:nvSpPr>
        <p:spPr>
          <a:xfrm>
            <a:off x="0" y="609600"/>
            <a:ext cx="10437812" cy="1368198"/>
          </a:xfrm>
          <a:prstGeom prst="rect">
            <a:avLst/>
          </a:prstGeom>
          <a:solidFill>
            <a:srgbClr val="2626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4"/>
          <p:cNvSpPr/>
          <p:nvPr/>
        </p:nvSpPr>
        <p:spPr>
          <a:xfrm>
            <a:off x="10585827" y="609600"/>
            <a:ext cx="1602997" cy="136819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4"/>
          <p:cNvSpPr txBox="1">
            <a:spLocks noGrp="1"/>
          </p:cNvSpPr>
          <p:nvPr>
            <p:ph type="title"/>
          </p:nvPr>
        </p:nvSpPr>
        <p:spPr>
          <a:xfrm>
            <a:off x="680321" y="753227"/>
            <a:ext cx="9613859" cy="108094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600"/>
              <a:buFont typeface="Trebuchet M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7" name="Google Shape;87;p14"/>
          <p:cNvSpPr txBox="1">
            <a:spLocks noGrp="1"/>
          </p:cNvSpPr>
          <p:nvPr>
            <p:ph type="body" idx="1"/>
          </p:nvPr>
        </p:nvSpPr>
        <p:spPr>
          <a:xfrm>
            <a:off x="4685846" y="2336873"/>
            <a:ext cx="5608336" cy="359931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88" name="Google Shape;88;p14"/>
          <p:cNvSpPr txBox="1">
            <a:spLocks noGrp="1"/>
          </p:cNvSpPr>
          <p:nvPr>
            <p:ph type="body" idx="2"/>
          </p:nvPr>
        </p:nvSpPr>
        <p:spPr>
          <a:xfrm>
            <a:off x="680322" y="2336872"/>
            <a:ext cx="3790078" cy="359931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14"/>
          <p:cNvSpPr txBox="1">
            <a:spLocks noGrp="1"/>
          </p:cNvSpPr>
          <p:nvPr>
            <p:ph type="dt" idx="10"/>
          </p:nvPr>
        </p:nvSpPr>
        <p:spPr>
          <a:xfrm>
            <a:off x="7550981" y="5936187"/>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14"/>
          <p:cNvSpPr txBox="1">
            <a:spLocks noGrp="1"/>
          </p:cNvSpPr>
          <p:nvPr>
            <p:ph type="ftr" idx="11"/>
          </p:nvPr>
        </p:nvSpPr>
        <p:spPr>
          <a:xfrm>
            <a:off x="680321" y="5936188"/>
            <a:ext cx="687066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4"/>
          <p:cNvSpPr txBox="1">
            <a:spLocks noGrp="1"/>
          </p:cNvSpPr>
          <p:nvPr>
            <p:ph type="sldNum" idx="12"/>
          </p:nvPr>
        </p:nvSpPr>
        <p:spPr>
          <a:xfrm>
            <a:off x="10729455" y="753227"/>
            <a:ext cx="1154151" cy="1090789"/>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92"/>
        <p:cNvGrpSpPr/>
        <p:nvPr/>
      </p:nvGrpSpPr>
      <p:grpSpPr>
        <a:xfrm>
          <a:off x="0" y="0"/>
          <a:ext cx="0" cy="0"/>
          <a:chOff x="0" y="0"/>
          <a:chExt cx="0" cy="0"/>
        </a:xfrm>
      </p:grpSpPr>
      <p:pic>
        <p:nvPicPr>
          <p:cNvPr id="93" name="Google Shape;93;p15" descr="HD-ShadowLong.png"/>
          <p:cNvPicPr preferRelativeResize="0"/>
          <p:nvPr/>
        </p:nvPicPr>
        <p:blipFill rotWithShape="1">
          <a:blip r:embed="rId2">
            <a:alphaModFix/>
          </a:blip>
          <a:srcRect/>
          <a:stretch/>
        </p:blipFill>
        <p:spPr>
          <a:xfrm>
            <a:off x="1" y="1970240"/>
            <a:ext cx="10437812" cy="321164"/>
          </a:xfrm>
          <a:prstGeom prst="rect">
            <a:avLst/>
          </a:prstGeom>
          <a:noFill/>
          <a:ln>
            <a:noFill/>
          </a:ln>
        </p:spPr>
      </p:pic>
      <p:pic>
        <p:nvPicPr>
          <p:cNvPr id="94" name="Google Shape;94;p15" descr="HD-ShadowShort.png"/>
          <p:cNvPicPr preferRelativeResize="0"/>
          <p:nvPr/>
        </p:nvPicPr>
        <p:blipFill rotWithShape="1">
          <a:blip r:embed="rId3">
            <a:alphaModFix/>
          </a:blip>
          <a:srcRect/>
          <a:stretch/>
        </p:blipFill>
        <p:spPr>
          <a:xfrm>
            <a:off x="10585826" y="1971234"/>
            <a:ext cx="1602997" cy="144270"/>
          </a:xfrm>
          <a:prstGeom prst="rect">
            <a:avLst/>
          </a:prstGeom>
          <a:noFill/>
          <a:ln>
            <a:noFill/>
          </a:ln>
        </p:spPr>
      </p:pic>
      <p:sp>
        <p:nvSpPr>
          <p:cNvPr id="95" name="Google Shape;95;p15"/>
          <p:cNvSpPr/>
          <p:nvPr/>
        </p:nvSpPr>
        <p:spPr>
          <a:xfrm>
            <a:off x="0" y="609600"/>
            <a:ext cx="10437812" cy="1368198"/>
          </a:xfrm>
          <a:prstGeom prst="rect">
            <a:avLst/>
          </a:prstGeom>
          <a:solidFill>
            <a:srgbClr val="2626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15"/>
          <p:cNvSpPr/>
          <p:nvPr/>
        </p:nvSpPr>
        <p:spPr>
          <a:xfrm>
            <a:off x="10585827" y="609600"/>
            <a:ext cx="1602997" cy="136819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5"/>
          <p:cNvSpPr txBox="1">
            <a:spLocks noGrp="1"/>
          </p:cNvSpPr>
          <p:nvPr>
            <p:ph type="title"/>
          </p:nvPr>
        </p:nvSpPr>
        <p:spPr>
          <a:xfrm>
            <a:off x="680323" y="753228"/>
            <a:ext cx="9613857" cy="108093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600"/>
              <a:buFont typeface="Trebuchet M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8" name="Google Shape;98;p15"/>
          <p:cNvSpPr>
            <a:spLocks noGrp="1"/>
          </p:cNvSpPr>
          <p:nvPr>
            <p:ph type="pic" idx="2"/>
          </p:nvPr>
        </p:nvSpPr>
        <p:spPr>
          <a:xfrm>
            <a:off x="4868333" y="2336874"/>
            <a:ext cx="5425849" cy="3599312"/>
          </a:xfrm>
          <a:prstGeom prst="rect">
            <a:avLst/>
          </a:prstGeom>
          <a:noFill/>
          <a:ln>
            <a:noFill/>
          </a:ln>
          <a:effectLst>
            <a:outerShdw blurRad="76200" dist="63500" dir="5040000" algn="tl" rotWithShape="0">
              <a:srgbClr val="000000">
                <a:alpha val="40784"/>
              </a:srgbClr>
            </a:outerShdw>
          </a:effectLst>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Trebuchet MS"/>
                <a:ea typeface="Trebuchet MS"/>
                <a:cs typeface="Trebuchet MS"/>
                <a:sym typeface="Trebuchet MS"/>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Trebuchet MS"/>
                <a:ea typeface="Trebuchet MS"/>
                <a:cs typeface="Trebuchet MS"/>
                <a:sym typeface="Trebuchet MS"/>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Trebuchet MS"/>
                <a:ea typeface="Trebuchet MS"/>
                <a:cs typeface="Trebuchet MS"/>
                <a:sym typeface="Trebuchet MS"/>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Trebuchet MS"/>
                <a:ea typeface="Trebuchet MS"/>
                <a:cs typeface="Trebuchet MS"/>
                <a:sym typeface="Trebuchet MS"/>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Trebuchet MS"/>
                <a:ea typeface="Trebuchet MS"/>
                <a:cs typeface="Trebuchet MS"/>
                <a:sym typeface="Trebuchet MS"/>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Trebuchet MS"/>
                <a:ea typeface="Trebuchet MS"/>
                <a:cs typeface="Trebuchet MS"/>
                <a:sym typeface="Trebuchet MS"/>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Trebuchet MS"/>
                <a:ea typeface="Trebuchet MS"/>
                <a:cs typeface="Trebuchet MS"/>
                <a:sym typeface="Trebuchet MS"/>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Trebuchet MS"/>
                <a:ea typeface="Trebuchet MS"/>
                <a:cs typeface="Trebuchet MS"/>
                <a:sym typeface="Trebuchet MS"/>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Trebuchet MS"/>
                <a:ea typeface="Trebuchet MS"/>
                <a:cs typeface="Trebuchet MS"/>
                <a:sym typeface="Trebuchet MS"/>
              </a:defRPr>
            </a:lvl9pPr>
          </a:lstStyle>
          <a:p>
            <a:endParaRPr/>
          </a:p>
        </p:txBody>
      </p:sp>
      <p:sp>
        <p:nvSpPr>
          <p:cNvPr id="99" name="Google Shape;99;p15"/>
          <p:cNvSpPr txBox="1">
            <a:spLocks noGrp="1"/>
          </p:cNvSpPr>
          <p:nvPr>
            <p:ph type="body" idx="1"/>
          </p:nvPr>
        </p:nvSpPr>
        <p:spPr>
          <a:xfrm>
            <a:off x="680323" y="2336873"/>
            <a:ext cx="3876256" cy="3599315"/>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100" name="Google Shape;100;p15"/>
          <p:cNvSpPr txBox="1">
            <a:spLocks noGrp="1"/>
          </p:cNvSpPr>
          <p:nvPr>
            <p:ph type="dt" idx="10"/>
          </p:nvPr>
        </p:nvSpPr>
        <p:spPr>
          <a:xfrm>
            <a:off x="7550981" y="5936187"/>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15"/>
          <p:cNvSpPr txBox="1">
            <a:spLocks noGrp="1"/>
          </p:cNvSpPr>
          <p:nvPr>
            <p:ph type="ftr" idx="11"/>
          </p:nvPr>
        </p:nvSpPr>
        <p:spPr>
          <a:xfrm>
            <a:off x="680321" y="5936188"/>
            <a:ext cx="687066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15"/>
          <p:cNvSpPr txBox="1">
            <a:spLocks noGrp="1"/>
          </p:cNvSpPr>
          <p:nvPr>
            <p:ph type="sldNum" idx="12"/>
          </p:nvPr>
        </p:nvSpPr>
        <p:spPr>
          <a:xfrm>
            <a:off x="10729455" y="753227"/>
            <a:ext cx="1154151" cy="1090789"/>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103"/>
        <p:cNvGrpSpPr/>
        <p:nvPr/>
      </p:nvGrpSpPr>
      <p:grpSpPr>
        <a:xfrm>
          <a:off x="0" y="0"/>
          <a:ext cx="0" cy="0"/>
          <a:chOff x="0" y="0"/>
          <a:chExt cx="0" cy="0"/>
        </a:xfrm>
      </p:grpSpPr>
      <p:pic>
        <p:nvPicPr>
          <p:cNvPr id="104" name="Google Shape;104;p16" descr="HD-ShadowLong.png"/>
          <p:cNvPicPr preferRelativeResize="0"/>
          <p:nvPr/>
        </p:nvPicPr>
        <p:blipFill rotWithShape="1">
          <a:blip r:embed="rId2">
            <a:alphaModFix/>
          </a:blip>
          <a:srcRect/>
          <a:stretch/>
        </p:blipFill>
        <p:spPr>
          <a:xfrm>
            <a:off x="1" y="5928628"/>
            <a:ext cx="10437812" cy="321164"/>
          </a:xfrm>
          <a:prstGeom prst="rect">
            <a:avLst/>
          </a:prstGeom>
          <a:noFill/>
          <a:ln>
            <a:noFill/>
          </a:ln>
        </p:spPr>
      </p:pic>
      <p:pic>
        <p:nvPicPr>
          <p:cNvPr id="105" name="Google Shape;105;p16" descr="HD-ShadowShort.png"/>
          <p:cNvPicPr preferRelativeResize="0"/>
          <p:nvPr/>
        </p:nvPicPr>
        <p:blipFill rotWithShape="1">
          <a:blip r:embed="rId3">
            <a:alphaModFix/>
          </a:blip>
          <a:srcRect/>
          <a:stretch/>
        </p:blipFill>
        <p:spPr>
          <a:xfrm>
            <a:off x="10585826" y="5929622"/>
            <a:ext cx="1602997" cy="144270"/>
          </a:xfrm>
          <a:prstGeom prst="rect">
            <a:avLst/>
          </a:prstGeom>
          <a:noFill/>
          <a:ln>
            <a:noFill/>
          </a:ln>
        </p:spPr>
      </p:pic>
      <p:sp>
        <p:nvSpPr>
          <p:cNvPr id="106" name="Google Shape;106;p16"/>
          <p:cNvSpPr/>
          <p:nvPr/>
        </p:nvSpPr>
        <p:spPr>
          <a:xfrm>
            <a:off x="0" y="4567988"/>
            <a:ext cx="10437812" cy="1368198"/>
          </a:xfrm>
          <a:prstGeom prst="rect">
            <a:avLst/>
          </a:prstGeom>
          <a:solidFill>
            <a:srgbClr val="2626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6"/>
          <p:cNvSpPr/>
          <p:nvPr/>
        </p:nvSpPr>
        <p:spPr>
          <a:xfrm>
            <a:off x="10585827" y="4567988"/>
            <a:ext cx="1602997" cy="136819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6"/>
          <p:cNvSpPr txBox="1">
            <a:spLocks noGrp="1"/>
          </p:cNvSpPr>
          <p:nvPr>
            <p:ph type="title"/>
          </p:nvPr>
        </p:nvSpPr>
        <p:spPr>
          <a:xfrm>
            <a:off x="680322" y="4711616"/>
            <a:ext cx="9613859" cy="45305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2400"/>
              <a:buFont typeface="Trebuchet MS"/>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9" name="Google Shape;109;p16"/>
          <p:cNvSpPr>
            <a:spLocks noGrp="1"/>
          </p:cNvSpPr>
          <p:nvPr>
            <p:ph type="pic" idx="2"/>
          </p:nvPr>
        </p:nvSpPr>
        <p:spPr>
          <a:xfrm>
            <a:off x="680322" y="609597"/>
            <a:ext cx="9613859" cy="3589575"/>
          </a:xfrm>
          <a:prstGeom prst="rect">
            <a:avLst/>
          </a:prstGeom>
          <a:noFill/>
          <a:ln>
            <a:noFill/>
          </a:ln>
          <a:effectLst>
            <a:outerShdw blurRad="76200" dist="63500" dir="5040000" algn="tl" rotWithShape="0">
              <a:srgbClr val="000000">
                <a:alpha val="40784"/>
              </a:srgbClr>
            </a:outerShdw>
          </a:effectLst>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Trebuchet MS"/>
                <a:ea typeface="Trebuchet MS"/>
                <a:cs typeface="Trebuchet MS"/>
                <a:sym typeface="Trebuchet MS"/>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Trebuchet MS"/>
                <a:ea typeface="Trebuchet MS"/>
                <a:cs typeface="Trebuchet MS"/>
                <a:sym typeface="Trebuchet MS"/>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Trebuchet MS"/>
                <a:ea typeface="Trebuchet MS"/>
                <a:cs typeface="Trebuchet MS"/>
                <a:sym typeface="Trebuchet MS"/>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Trebuchet MS"/>
                <a:ea typeface="Trebuchet MS"/>
                <a:cs typeface="Trebuchet MS"/>
                <a:sym typeface="Trebuchet MS"/>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Trebuchet MS"/>
                <a:ea typeface="Trebuchet MS"/>
                <a:cs typeface="Trebuchet MS"/>
                <a:sym typeface="Trebuchet MS"/>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Trebuchet MS"/>
                <a:ea typeface="Trebuchet MS"/>
                <a:cs typeface="Trebuchet MS"/>
                <a:sym typeface="Trebuchet MS"/>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Trebuchet MS"/>
                <a:ea typeface="Trebuchet MS"/>
                <a:cs typeface="Trebuchet MS"/>
                <a:sym typeface="Trebuchet MS"/>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Trebuchet MS"/>
                <a:ea typeface="Trebuchet MS"/>
                <a:cs typeface="Trebuchet MS"/>
                <a:sym typeface="Trebuchet MS"/>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Trebuchet MS"/>
                <a:ea typeface="Trebuchet MS"/>
                <a:cs typeface="Trebuchet MS"/>
                <a:sym typeface="Trebuchet MS"/>
              </a:defRPr>
            </a:lvl9pPr>
          </a:lstStyle>
          <a:p>
            <a:endParaRPr/>
          </a:p>
        </p:txBody>
      </p:sp>
      <p:sp>
        <p:nvSpPr>
          <p:cNvPr id="110" name="Google Shape;110;p16"/>
          <p:cNvSpPr txBox="1">
            <a:spLocks noGrp="1"/>
          </p:cNvSpPr>
          <p:nvPr>
            <p:ph type="body" idx="1"/>
          </p:nvPr>
        </p:nvSpPr>
        <p:spPr>
          <a:xfrm>
            <a:off x="680319" y="5169583"/>
            <a:ext cx="9613862" cy="62297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111" name="Google Shape;111;p16"/>
          <p:cNvSpPr txBox="1">
            <a:spLocks noGrp="1"/>
          </p:cNvSpPr>
          <p:nvPr>
            <p:ph type="dt" idx="10"/>
          </p:nvPr>
        </p:nvSpPr>
        <p:spPr>
          <a:xfrm>
            <a:off x="7550981" y="5936187"/>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2" name="Google Shape;112;p16"/>
          <p:cNvSpPr txBox="1">
            <a:spLocks noGrp="1"/>
          </p:cNvSpPr>
          <p:nvPr>
            <p:ph type="ftr" idx="11"/>
          </p:nvPr>
        </p:nvSpPr>
        <p:spPr>
          <a:xfrm>
            <a:off x="680321" y="5936188"/>
            <a:ext cx="687066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16"/>
          <p:cNvSpPr txBox="1">
            <a:spLocks noGrp="1"/>
          </p:cNvSpPr>
          <p:nvPr>
            <p:ph type="sldNum" idx="12"/>
          </p:nvPr>
        </p:nvSpPr>
        <p:spPr>
          <a:xfrm>
            <a:off x="10729455" y="4711309"/>
            <a:ext cx="1154151" cy="1090789"/>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114"/>
        <p:cNvGrpSpPr/>
        <p:nvPr/>
      </p:nvGrpSpPr>
      <p:grpSpPr>
        <a:xfrm>
          <a:off x="0" y="0"/>
          <a:ext cx="0" cy="0"/>
          <a:chOff x="0" y="0"/>
          <a:chExt cx="0" cy="0"/>
        </a:xfrm>
      </p:grpSpPr>
      <p:pic>
        <p:nvPicPr>
          <p:cNvPr id="115" name="Google Shape;115;p17" descr="HD-ShadowLong.png"/>
          <p:cNvPicPr preferRelativeResize="0"/>
          <p:nvPr/>
        </p:nvPicPr>
        <p:blipFill rotWithShape="1">
          <a:blip r:embed="rId2">
            <a:alphaModFix/>
          </a:blip>
          <a:srcRect/>
          <a:stretch/>
        </p:blipFill>
        <p:spPr>
          <a:xfrm>
            <a:off x="1" y="5928628"/>
            <a:ext cx="10437812" cy="321164"/>
          </a:xfrm>
          <a:prstGeom prst="rect">
            <a:avLst/>
          </a:prstGeom>
          <a:noFill/>
          <a:ln>
            <a:noFill/>
          </a:ln>
        </p:spPr>
      </p:pic>
      <p:pic>
        <p:nvPicPr>
          <p:cNvPr id="116" name="Google Shape;116;p17" descr="HD-ShadowShort.png"/>
          <p:cNvPicPr preferRelativeResize="0"/>
          <p:nvPr/>
        </p:nvPicPr>
        <p:blipFill rotWithShape="1">
          <a:blip r:embed="rId3">
            <a:alphaModFix/>
          </a:blip>
          <a:srcRect/>
          <a:stretch/>
        </p:blipFill>
        <p:spPr>
          <a:xfrm>
            <a:off x="10585826" y="5929622"/>
            <a:ext cx="1602997" cy="144270"/>
          </a:xfrm>
          <a:prstGeom prst="rect">
            <a:avLst/>
          </a:prstGeom>
          <a:noFill/>
          <a:ln>
            <a:noFill/>
          </a:ln>
        </p:spPr>
      </p:pic>
      <p:sp>
        <p:nvSpPr>
          <p:cNvPr id="117" name="Google Shape;117;p17"/>
          <p:cNvSpPr/>
          <p:nvPr/>
        </p:nvSpPr>
        <p:spPr>
          <a:xfrm>
            <a:off x="0" y="4567988"/>
            <a:ext cx="10437812" cy="1368198"/>
          </a:xfrm>
          <a:prstGeom prst="rect">
            <a:avLst/>
          </a:prstGeom>
          <a:solidFill>
            <a:srgbClr val="2626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7"/>
          <p:cNvSpPr/>
          <p:nvPr/>
        </p:nvSpPr>
        <p:spPr>
          <a:xfrm>
            <a:off x="10585827" y="4567988"/>
            <a:ext cx="1602997" cy="136819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7"/>
          <p:cNvSpPr txBox="1">
            <a:spLocks noGrp="1"/>
          </p:cNvSpPr>
          <p:nvPr>
            <p:ph type="title"/>
          </p:nvPr>
        </p:nvSpPr>
        <p:spPr>
          <a:xfrm>
            <a:off x="680322" y="609597"/>
            <a:ext cx="9613858" cy="359275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Trebuchet M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0" name="Google Shape;120;p17"/>
          <p:cNvSpPr txBox="1">
            <a:spLocks noGrp="1"/>
          </p:cNvSpPr>
          <p:nvPr>
            <p:ph type="body" idx="1"/>
          </p:nvPr>
        </p:nvSpPr>
        <p:spPr>
          <a:xfrm>
            <a:off x="680322" y="4711615"/>
            <a:ext cx="9613859" cy="1090789"/>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121" name="Google Shape;121;p17"/>
          <p:cNvSpPr txBox="1">
            <a:spLocks noGrp="1"/>
          </p:cNvSpPr>
          <p:nvPr>
            <p:ph type="dt" idx="10"/>
          </p:nvPr>
        </p:nvSpPr>
        <p:spPr>
          <a:xfrm>
            <a:off x="7550981" y="5936187"/>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17"/>
          <p:cNvSpPr txBox="1">
            <a:spLocks noGrp="1"/>
          </p:cNvSpPr>
          <p:nvPr>
            <p:ph type="ftr" idx="11"/>
          </p:nvPr>
        </p:nvSpPr>
        <p:spPr>
          <a:xfrm>
            <a:off x="680321" y="5936188"/>
            <a:ext cx="687066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17"/>
          <p:cNvSpPr txBox="1">
            <a:spLocks noGrp="1"/>
          </p:cNvSpPr>
          <p:nvPr>
            <p:ph type="sldNum" idx="12"/>
          </p:nvPr>
        </p:nvSpPr>
        <p:spPr>
          <a:xfrm>
            <a:off x="10729455" y="4711615"/>
            <a:ext cx="1154151" cy="1090789"/>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124"/>
        <p:cNvGrpSpPr/>
        <p:nvPr/>
      </p:nvGrpSpPr>
      <p:grpSpPr>
        <a:xfrm>
          <a:off x="0" y="0"/>
          <a:ext cx="0" cy="0"/>
          <a:chOff x="0" y="0"/>
          <a:chExt cx="0" cy="0"/>
        </a:xfrm>
      </p:grpSpPr>
      <p:pic>
        <p:nvPicPr>
          <p:cNvPr id="125" name="Google Shape;125;p18" descr="HD-ShadowLong.png"/>
          <p:cNvPicPr preferRelativeResize="0"/>
          <p:nvPr/>
        </p:nvPicPr>
        <p:blipFill rotWithShape="1">
          <a:blip r:embed="rId2">
            <a:alphaModFix/>
          </a:blip>
          <a:srcRect/>
          <a:stretch/>
        </p:blipFill>
        <p:spPr>
          <a:xfrm>
            <a:off x="1" y="5928628"/>
            <a:ext cx="10437812" cy="321164"/>
          </a:xfrm>
          <a:prstGeom prst="rect">
            <a:avLst/>
          </a:prstGeom>
          <a:noFill/>
          <a:ln>
            <a:noFill/>
          </a:ln>
        </p:spPr>
      </p:pic>
      <p:pic>
        <p:nvPicPr>
          <p:cNvPr id="126" name="Google Shape;126;p18" descr="HD-ShadowShort.png"/>
          <p:cNvPicPr preferRelativeResize="0"/>
          <p:nvPr/>
        </p:nvPicPr>
        <p:blipFill rotWithShape="1">
          <a:blip r:embed="rId3">
            <a:alphaModFix/>
          </a:blip>
          <a:srcRect/>
          <a:stretch/>
        </p:blipFill>
        <p:spPr>
          <a:xfrm>
            <a:off x="10585826" y="5929622"/>
            <a:ext cx="1602997" cy="144270"/>
          </a:xfrm>
          <a:prstGeom prst="rect">
            <a:avLst/>
          </a:prstGeom>
          <a:noFill/>
          <a:ln>
            <a:noFill/>
          </a:ln>
        </p:spPr>
      </p:pic>
      <p:sp>
        <p:nvSpPr>
          <p:cNvPr id="127" name="Google Shape;127;p18"/>
          <p:cNvSpPr/>
          <p:nvPr/>
        </p:nvSpPr>
        <p:spPr>
          <a:xfrm>
            <a:off x="0" y="4567988"/>
            <a:ext cx="10437812" cy="1368198"/>
          </a:xfrm>
          <a:prstGeom prst="rect">
            <a:avLst/>
          </a:prstGeom>
          <a:solidFill>
            <a:srgbClr val="2626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8"/>
          <p:cNvSpPr/>
          <p:nvPr/>
        </p:nvSpPr>
        <p:spPr>
          <a:xfrm>
            <a:off x="10585827" y="4567988"/>
            <a:ext cx="1602997" cy="136819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18"/>
          <p:cNvSpPr txBox="1">
            <a:spLocks noGrp="1"/>
          </p:cNvSpPr>
          <p:nvPr>
            <p:ph type="title"/>
          </p:nvPr>
        </p:nvSpPr>
        <p:spPr>
          <a:xfrm>
            <a:off x="1127856" y="609598"/>
            <a:ext cx="8718877" cy="303606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Trebuchet M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0" name="Google Shape;130;p18"/>
          <p:cNvSpPr txBox="1">
            <a:spLocks noGrp="1"/>
          </p:cNvSpPr>
          <p:nvPr>
            <p:ph type="body" idx="1"/>
          </p:nvPr>
        </p:nvSpPr>
        <p:spPr>
          <a:xfrm>
            <a:off x="1402288" y="3653379"/>
            <a:ext cx="8156579" cy="54896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131" name="Google Shape;131;p18"/>
          <p:cNvSpPr txBox="1">
            <a:spLocks noGrp="1"/>
          </p:cNvSpPr>
          <p:nvPr>
            <p:ph type="body" idx="2"/>
          </p:nvPr>
        </p:nvSpPr>
        <p:spPr>
          <a:xfrm>
            <a:off x="680322" y="4711615"/>
            <a:ext cx="9613859" cy="1090789"/>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132" name="Google Shape;132;p18"/>
          <p:cNvSpPr txBox="1">
            <a:spLocks noGrp="1"/>
          </p:cNvSpPr>
          <p:nvPr>
            <p:ph type="dt" idx="10"/>
          </p:nvPr>
        </p:nvSpPr>
        <p:spPr>
          <a:xfrm>
            <a:off x="7550981" y="5936187"/>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3" name="Google Shape;133;p18"/>
          <p:cNvSpPr txBox="1">
            <a:spLocks noGrp="1"/>
          </p:cNvSpPr>
          <p:nvPr>
            <p:ph type="ftr" idx="11"/>
          </p:nvPr>
        </p:nvSpPr>
        <p:spPr>
          <a:xfrm>
            <a:off x="680321" y="5936188"/>
            <a:ext cx="687066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4" name="Google Shape;134;p18"/>
          <p:cNvSpPr txBox="1">
            <a:spLocks noGrp="1"/>
          </p:cNvSpPr>
          <p:nvPr>
            <p:ph type="sldNum" idx="12"/>
          </p:nvPr>
        </p:nvSpPr>
        <p:spPr>
          <a:xfrm>
            <a:off x="10729455" y="4709925"/>
            <a:ext cx="1154151" cy="1090789"/>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AU"/>
              <a:t>‹#›</a:t>
            </a:fld>
            <a:endParaRPr/>
          </a:p>
        </p:txBody>
      </p:sp>
      <p:sp>
        <p:nvSpPr>
          <p:cNvPr id="135" name="Google Shape;135;p18"/>
          <p:cNvSpPr txBox="1"/>
          <p:nvPr/>
        </p:nvSpPr>
        <p:spPr>
          <a:xfrm>
            <a:off x="583572" y="748116"/>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lt1"/>
              </a:buClr>
              <a:buSzPts val="7200"/>
              <a:buFont typeface="Trebuchet MS"/>
              <a:buNone/>
            </a:pPr>
            <a:r>
              <a:rPr lang="en-AU" sz="7200" b="0" cap="none">
                <a:solidFill>
                  <a:schemeClr val="lt1"/>
                </a:solidFill>
                <a:latin typeface="Trebuchet MS"/>
                <a:ea typeface="Trebuchet MS"/>
                <a:cs typeface="Trebuchet MS"/>
                <a:sym typeface="Trebuchet MS"/>
              </a:rPr>
              <a:t>“</a:t>
            </a:r>
            <a:endParaRPr/>
          </a:p>
        </p:txBody>
      </p:sp>
      <p:sp>
        <p:nvSpPr>
          <p:cNvPr id="136" name="Google Shape;136;p18"/>
          <p:cNvSpPr txBox="1"/>
          <p:nvPr/>
        </p:nvSpPr>
        <p:spPr>
          <a:xfrm>
            <a:off x="9662809" y="3033524"/>
            <a:ext cx="609600" cy="58477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chemeClr val="lt1"/>
              </a:buClr>
              <a:buSzPts val="7200"/>
              <a:buFont typeface="Trebuchet MS"/>
              <a:buNone/>
            </a:pPr>
            <a:r>
              <a:rPr lang="en-AU" sz="7200" b="0" cap="none">
                <a:solidFill>
                  <a:schemeClr val="lt1"/>
                </a:solidFill>
                <a:latin typeface="Trebuchet MS"/>
                <a:ea typeface="Trebuchet MS"/>
                <a:cs typeface="Trebuchet MS"/>
                <a:sym typeface="Trebuchet MS"/>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137"/>
        <p:cNvGrpSpPr/>
        <p:nvPr/>
      </p:nvGrpSpPr>
      <p:grpSpPr>
        <a:xfrm>
          <a:off x="0" y="0"/>
          <a:ext cx="0" cy="0"/>
          <a:chOff x="0" y="0"/>
          <a:chExt cx="0" cy="0"/>
        </a:xfrm>
      </p:grpSpPr>
      <p:pic>
        <p:nvPicPr>
          <p:cNvPr id="138" name="Google Shape;138;p19" descr="HD-ShadowLong.png"/>
          <p:cNvPicPr preferRelativeResize="0"/>
          <p:nvPr/>
        </p:nvPicPr>
        <p:blipFill rotWithShape="1">
          <a:blip r:embed="rId2">
            <a:alphaModFix/>
          </a:blip>
          <a:srcRect/>
          <a:stretch/>
        </p:blipFill>
        <p:spPr>
          <a:xfrm>
            <a:off x="1" y="5928628"/>
            <a:ext cx="10437812" cy="321164"/>
          </a:xfrm>
          <a:prstGeom prst="rect">
            <a:avLst/>
          </a:prstGeom>
          <a:noFill/>
          <a:ln>
            <a:noFill/>
          </a:ln>
        </p:spPr>
      </p:pic>
      <p:pic>
        <p:nvPicPr>
          <p:cNvPr id="139" name="Google Shape;139;p19" descr="HD-ShadowShort.png"/>
          <p:cNvPicPr preferRelativeResize="0"/>
          <p:nvPr/>
        </p:nvPicPr>
        <p:blipFill rotWithShape="1">
          <a:blip r:embed="rId3">
            <a:alphaModFix/>
          </a:blip>
          <a:srcRect/>
          <a:stretch/>
        </p:blipFill>
        <p:spPr>
          <a:xfrm>
            <a:off x="10585826" y="5929622"/>
            <a:ext cx="1602997" cy="144270"/>
          </a:xfrm>
          <a:prstGeom prst="rect">
            <a:avLst/>
          </a:prstGeom>
          <a:noFill/>
          <a:ln>
            <a:noFill/>
          </a:ln>
        </p:spPr>
      </p:pic>
      <p:sp>
        <p:nvSpPr>
          <p:cNvPr id="140" name="Google Shape;140;p19"/>
          <p:cNvSpPr/>
          <p:nvPr/>
        </p:nvSpPr>
        <p:spPr>
          <a:xfrm>
            <a:off x="0" y="4567988"/>
            <a:ext cx="10437812" cy="1368198"/>
          </a:xfrm>
          <a:prstGeom prst="rect">
            <a:avLst/>
          </a:prstGeom>
          <a:solidFill>
            <a:srgbClr val="2626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19"/>
          <p:cNvSpPr/>
          <p:nvPr/>
        </p:nvSpPr>
        <p:spPr>
          <a:xfrm>
            <a:off x="10585827" y="4567988"/>
            <a:ext cx="1602997" cy="136819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19"/>
          <p:cNvSpPr txBox="1">
            <a:spLocks noGrp="1"/>
          </p:cNvSpPr>
          <p:nvPr>
            <p:ph type="title"/>
          </p:nvPr>
        </p:nvSpPr>
        <p:spPr>
          <a:xfrm>
            <a:off x="680319" y="4711615"/>
            <a:ext cx="9613862" cy="5885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Trebuchet M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3" name="Google Shape;143;p19"/>
          <p:cNvSpPr txBox="1">
            <a:spLocks noGrp="1"/>
          </p:cNvSpPr>
          <p:nvPr>
            <p:ph type="body" idx="1"/>
          </p:nvPr>
        </p:nvSpPr>
        <p:spPr>
          <a:xfrm>
            <a:off x="680320" y="5300149"/>
            <a:ext cx="9613862" cy="50225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144" name="Google Shape;144;p19"/>
          <p:cNvSpPr txBox="1">
            <a:spLocks noGrp="1"/>
          </p:cNvSpPr>
          <p:nvPr>
            <p:ph type="dt" idx="10"/>
          </p:nvPr>
        </p:nvSpPr>
        <p:spPr>
          <a:xfrm>
            <a:off x="7550981" y="5936187"/>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5" name="Google Shape;145;p19"/>
          <p:cNvSpPr txBox="1">
            <a:spLocks noGrp="1"/>
          </p:cNvSpPr>
          <p:nvPr>
            <p:ph type="ftr" idx="11"/>
          </p:nvPr>
        </p:nvSpPr>
        <p:spPr>
          <a:xfrm>
            <a:off x="680321" y="5936188"/>
            <a:ext cx="687066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6" name="Google Shape;146;p19"/>
          <p:cNvSpPr txBox="1">
            <a:spLocks noGrp="1"/>
          </p:cNvSpPr>
          <p:nvPr>
            <p:ph type="sldNum" idx="12"/>
          </p:nvPr>
        </p:nvSpPr>
        <p:spPr>
          <a:xfrm>
            <a:off x="10729455" y="4709925"/>
            <a:ext cx="1154151" cy="1090789"/>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47"/>
        <p:cNvGrpSpPr/>
        <p:nvPr/>
      </p:nvGrpSpPr>
      <p:grpSpPr>
        <a:xfrm>
          <a:off x="0" y="0"/>
          <a:ext cx="0" cy="0"/>
          <a:chOff x="0" y="0"/>
          <a:chExt cx="0" cy="0"/>
        </a:xfrm>
      </p:grpSpPr>
      <p:pic>
        <p:nvPicPr>
          <p:cNvPr id="148" name="Google Shape;148;p20" descr="HD-ShadowLong.png"/>
          <p:cNvPicPr preferRelativeResize="0"/>
          <p:nvPr/>
        </p:nvPicPr>
        <p:blipFill rotWithShape="1">
          <a:blip r:embed="rId2">
            <a:alphaModFix/>
          </a:blip>
          <a:srcRect/>
          <a:stretch/>
        </p:blipFill>
        <p:spPr>
          <a:xfrm>
            <a:off x="1" y="1970240"/>
            <a:ext cx="10437812" cy="321164"/>
          </a:xfrm>
          <a:prstGeom prst="rect">
            <a:avLst/>
          </a:prstGeom>
          <a:noFill/>
          <a:ln>
            <a:noFill/>
          </a:ln>
        </p:spPr>
      </p:pic>
      <p:pic>
        <p:nvPicPr>
          <p:cNvPr id="149" name="Google Shape;149;p20" descr="HD-ShadowShort.png"/>
          <p:cNvPicPr preferRelativeResize="0"/>
          <p:nvPr/>
        </p:nvPicPr>
        <p:blipFill rotWithShape="1">
          <a:blip r:embed="rId3">
            <a:alphaModFix/>
          </a:blip>
          <a:srcRect/>
          <a:stretch/>
        </p:blipFill>
        <p:spPr>
          <a:xfrm>
            <a:off x="10585826" y="1971234"/>
            <a:ext cx="1602997" cy="144270"/>
          </a:xfrm>
          <a:prstGeom prst="rect">
            <a:avLst/>
          </a:prstGeom>
          <a:noFill/>
          <a:ln>
            <a:noFill/>
          </a:ln>
        </p:spPr>
      </p:pic>
      <p:sp>
        <p:nvSpPr>
          <p:cNvPr id="150" name="Google Shape;150;p20"/>
          <p:cNvSpPr/>
          <p:nvPr/>
        </p:nvSpPr>
        <p:spPr>
          <a:xfrm>
            <a:off x="0" y="609600"/>
            <a:ext cx="10437812" cy="1368198"/>
          </a:xfrm>
          <a:prstGeom prst="rect">
            <a:avLst/>
          </a:prstGeom>
          <a:solidFill>
            <a:srgbClr val="2626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0"/>
          <p:cNvSpPr/>
          <p:nvPr/>
        </p:nvSpPr>
        <p:spPr>
          <a:xfrm>
            <a:off x="10585827" y="609600"/>
            <a:ext cx="1602997" cy="136819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0"/>
          <p:cNvSpPr txBox="1">
            <a:spLocks noGrp="1"/>
          </p:cNvSpPr>
          <p:nvPr>
            <p:ph type="title"/>
          </p:nvPr>
        </p:nvSpPr>
        <p:spPr>
          <a:xfrm>
            <a:off x="669222" y="753228"/>
            <a:ext cx="9624960" cy="108093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3" name="Google Shape;153;p20"/>
          <p:cNvSpPr txBox="1">
            <a:spLocks noGrp="1"/>
          </p:cNvSpPr>
          <p:nvPr>
            <p:ph type="body" idx="1"/>
          </p:nvPr>
        </p:nvSpPr>
        <p:spPr>
          <a:xfrm>
            <a:off x="660946" y="2336873"/>
            <a:ext cx="3070034" cy="57626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54" name="Google Shape;154;p20"/>
          <p:cNvSpPr txBox="1">
            <a:spLocks noGrp="1"/>
          </p:cNvSpPr>
          <p:nvPr>
            <p:ph type="body" idx="2"/>
          </p:nvPr>
        </p:nvSpPr>
        <p:spPr>
          <a:xfrm>
            <a:off x="680322" y="3022673"/>
            <a:ext cx="3049702" cy="29135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55" name="Google Shape;155;p20"/>
          <p:cNvSpPr txBox="1">
            <a:spLocks noGrp="1"/>
          </p:cNvSpPr>
          <p:nvPr>
            <p:ph type="body" idx="3"/>
          </p:nvPr>
        </p:nvSpPr>
        <p:spPr>
          <a:xfrm>
            <a:off x="3956025" y="2336873"/>
            <a:ext cx="3063240" cy="57626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56" name="Google Shape;156;p20"/>
          <p:cNvSpPr txBox="1">
            <a:spLocks noGrp="1"/>
          </p:cNvSpPr>
          <p:nvPr>
            <p:ph type="body" idx="4"/>
          </p:nvPr>
        </p:nvSpPr>
        <p:spPr>
          <a:xfrm>
            <a:off x="3945470" y="3022673"/>
            <a:ext cx="3063240" cy="29135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57" name="Google Shape;157;p20"/>
          <p:cNvSpPr txBox="1">
            <a:spLocks noGrp="1"/>
          </p:cNvSpPr>
          <p:nvPr>
            <p:ph type="body" idx="5"/>
          </p:nvPr>
        </p:nvSpPr>
        <p:spPr>
          <a:xfrm>
            <a:off x="7224156" y="2336873"/>
            <a:ext cx="3070025" cy="57626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58" name="Google Shape;158;p20"/>
          <p:cNvSpPr txBox="1">
            <a:spLocks noGrp="1"/>
          </p:cNvSpPr>
          <p:nvPr>
            <p:ph type="body" idx="6"/>
          </p:nvPr>
        </p:nvSpPr>
        <p:spPr>
          <a:xfrm>
            <a:off x="7224156" y="3022673"/>
            <a:ext cx="3070025" cy="29135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59" name="Google Shape;159;p20"/>
          <p:cNvSpPr txBox="1">
            <a:spLocks noGrp="1"/>
          </p:cNvSpPr>
          <p:nvPr>
            <p:ph type="dt" idx="10"/>
          </p:nvPr>
        </p:nvSpPr>
        <p:spPr>
          <a:xfrm>
            <a:off x="7550981" y="5936187"/>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0" name="Google Shape;160;p20"/>
          <p:cNvSpPr txBox="1">
            <a:spLocks noGrp="1"/>
          </p:cNvSpPr>
          <p:nvPr>
            <p:ph type="ftr" idx="11"/>
          </p:nvPr>
        </p:nvSpPr>
        <p:spPr>
          <a:xfrm>
            <a:off x="680321" y="5936188"/>
            <a:ext cx="687066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20"/>
          <p:cNvSpPr txBox="1">
            <a:spLocks noGrp="1"/>
          </p:cNvSpPr>
          <p:nvPr>
            <p:ph type="sldNum" idx="12"/>
          </p:nvPr>
        </p:nvSpPr>
        <p:spPr>
          <a:xfrm>
            <a:off x="10729455" y="753227"/>
            <a:ext cx="1154151" cy="1090789"/>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62"/>
        <p:cNvGrpSpPr/>
        <p:nvPr/>
      </p:nvGrpSpPr>
      <p:grpSpPr>
        <a:xfrm>
          <a:off x="0" y="0"/>
          <a:ext cx="0" cy="0"/>
          <a:chOff x="0" y="0"/>
          <a:chExt cx="0" cy="0"/>
        </a:xfrm>
      </p:grpSpPr>
      <p:pic>
        <p:nvPicPr>
          <p:cNvPr id="163" name="Google Shape;163;p21" descr="HD-ShadowLong.png"/>
          <p:cNvPicPr preferRelativeResize="0"/>
          <p:nvPr/>
        </p:nvPicPr>
        <p:blipFill rotWithShape="1">
          <a:blip r:embed="rId2">
            <a:alphaModFix/>
          </a:blip>
          <a:srcRect/>
          <a:stretch/>
        </p:blipFill>
        <p:spPr>
          <a:xfrm>
            <a:off x="1" y="1970240"/>
            <a:ext cx="10437812" cy="321164"/>
          </a:xfrm>
          <a:prstGeom prst="rect">
            <a:avLst/>
          </a:prstGeom>
          <a:noFill/>
          <a:ln>
            <a:noFill/>
          </a:ln>
        </p:spPr>
      </p:pic>
      <p:pic>
        <p:nvPicPr>
          <p:cNvPr id="164" name="Google Shape;164;p21" descr="HD-ShadowShort.png"/>
          <p:cNvPicPr preferRelativeResize="0"/>
          <p:nvPr/>
        </p:nvPicPr>
        <p:blipFill rotWithShape="1">
          <a:blip r:embed="rId3">
            <a:alphaModFix/>
          </a:blip>
          <a:srcRect/>
          <a:stretch/>
        </p:blipFill>
        <p:spPr>
          <a:xfrm>
            <a:off x="10585826" y="1971234"/>
            <a:ext cx="1602997" cy="144270"/>
          </a:xfrm>
          <a:prstGeom prst="rect">
            <a:avLst/>
          </a:prstGeom>
          <a:noFill/>
          <a:ln>
            <a:noFill/>
          </a:ln>
        </p:spPr>
      </p:pic>
      <p:sp>
        <p:nvSpPr>
          <p:cNvPr id="165" name="Google Shape;165;p21"/>
          <p:cNvSpPr/>
          <p:nvPr/>
        </p:nvSpPr>
        <p:spPr>
          <a:xfrm>
            <a:off x="0" y="609600"/>
            <a:ext cx="10437812" cy="1368198"/>
          </a:xfrm>
          <a:prstGeom prst="rect">
            <a:avLst/>
          </a:prstGeom>
          <a:solidFill>
            <a:srgbClr val="2626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1"/>
          <p:cNvSpPr/>
          <p:nvPr/>
        </p:nvSpPr>
        <p:spPr>
          <a:xfrm>
            <a:off x="10585827" y="609600"/>
            <a:ext cx="1602997" cy="136819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1"/>
          <p:cNvSpPr txBox="1">
            <a:spLocks noGrp="1"/>
          </p:cNvSpPr>
          <p:nvPr>
            <p:ph type="title"/>
          </p:nvPr>
        </p:nvSpPr>
        <p:spPr>
          <a:xfrm>
            <a:off x="680322" y="753228"/>
            <a:ext cx="9613860" cy="108093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8" name="Google Shape;168;p21"/>
          <p:cNvSpPr txBox="1">
            <a:spLocks noGrp="1"/>
          </p:cNvSpPr>
          <p:nvPr>
            <p:ph type="body" idx="1"/>
          </p:nvPr>
        </p:nvSpPr>
        <p:spPr>
          <a:xfrm>
            <a:off x="680318" y="4297503"/>
            <a:ext cx="3049705" cy="57626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69" name="Google Shape;169;p21"/>
          <p:cNvSpPr>
            <a:spLocks noGrp="1"/>
          </p:cNvSpPr>
          <p:nvPr>
            <p:ph type="pic" idx="2"/>
          </p:nvPr>
        </p:nvSpPr>
        <p:spPr>
          <a:xfrm>
            <a:off x="680318" y="2336873"/>
            <a:ext cx="3049705" cy="1524000"/>
          </a:xfrm>
          <a:prstGeom prst="roundRect">
            <a:avLst>
              <a:gd name="adj" fmla="val 0"/>
            </a:avLst>
          </a:prstGeom>
          <a:noFill/>
          <a:ln>
            <a:noFill/>
          </a:ln>
          <a:effectLst>
            <a:outerShdw blurRad="50800" dist="50800" dir="5400000" algn="tl" rotWithShape="0">
              <a:srgbClr val="000000">
                <a:alpha val="42745"/>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Trebuchet MS"/>
                <a:ea typeface="Trebuchet MS"/>
                <a:cs typeface="Trebuchet MS"/>
                <a:sym typeface="Trebuchet MS"/>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Trebuchet MS"/>
                <a:ea typeface="Trebuchet MS"/>
                <a:cs typeface="Trebuchet MS"/>
                <a:sym typeface="Trebuchet MS"/>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Trebuchet MS"/>
                <a:ea typeface="Trebuchet MS"/>
                <a:cs typeface="Trebuchet MS"/>
                <a:sym typeface="Trebuchet MS"/>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Trebuchet MS"/>
                <a:ea typeface="Trebuchet MS"/>
                <a:cs typeface="Trebuchet MS"/>
                <a:sym typeface="Trebuchet MS"/>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Trebuchet MS"/>
                <a:ea typeface="Trebuchet MS"/>
                <a:cs typeface="Trebuchet MS"/>
                <a:sym typeface="Trebuchet MS"/>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Trebuchet MS"/>
                <a:ea typeface="Trebuchet MS"/>
                <a:cs typeface="Trebuchet MS"/>
                <a:sym typeface="Trebuchet MS"/>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Trebuchet MS"/>
                <a:ea typeface="Trebuchet MS"/>
                <a:cs typeface="Trebuchet MS"/>
                <a:sym typeface="Trebuchet MS"/>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Trebuchet MS"/>
                <a:ea typeface="Trebuchet MS"/>
                <a:cs typeface="Trebuchet MS"/>
                <a:sym typeface="Trebuchet MS"/>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Trebuchet MS"/>
                <a:ea typeface="Trebuchet MS"/>
                <a:cs typeface="Trebuchet MS"/>
                <a:sym typeface="Trebuchet MS"/>
              </a:defRPr>
            </a:lvl9pPr>
          </a:lstStyle>
          <a:p>
            <a:endParaRPr/>
          </a:p>
        </p:txBody>
      </p:sp>
      <p:sp>
        <p:nvSpPr>
          <p:cNvPr id="170" name="Google Shape;170;p21"/>
          <p:cNvSpPr txBox="1">
            <a:spLocks noGrp="1"/>
          </p:cNvSpPr>
          <p:nvPr>
            <p:ph type="body" idx="3"/>
          </p:nvPr>
        </p:nvSpPr>
        <p:spPr>
          <a:xfrm>
            <a:off x="680318" y="4873765"/>
            <a:ext cx="3049705" cy="106242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71" name="Google Shape;171;p21"/>
          <p:cNvSpPr txBox="1">
            <a:spLocks noGrp="1"/>
          </p:cNvSpPr>
          <p:nvPr>
            <p:ph type="body" idx="4"/>
          </p:nvPr>
        </p:nvSpPr>
        <p:spPr>
          <a:xfrm>
            <a:off x="3945471" y="4297503"/>
            <a:ext cx="3063240" cy="57626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72" name="Google Shape;172;p21"/>
          <p:cNvSpPr>
            <a:spLocks noGrp="1"/>
          </p:cNvSpPr>
          <p:nvPr>
            <p:ph type="pic" idx="5"/>
          </p:nvPr>
        </p:nvSpPr>
        <p:spPr>
          <a:xfrm>
            <a:off x="3945470" y="2336873"/>
            <a:ext cx="3063240" cy="1524000"/>
          </a:xfrm>
          <a:prstGeom prst="roundRect">
            <a:avLst>
              <a:gd name="adj" fmla="val 0"/>
            </a:avLst>
          </a:prstGeom>
          <a:noFill/>
          <a:ln>
            <a:noFill/>
          </a:ln>
          <a:effectLst>
            <a:outerShdw blurRad="50800" dist="50800" dir="5400000" algn="tl" rotWithShape="0">
              <a:srgbClr val="000000">
                <a:alpha val="42745"/>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Trebuchet MS"/>
                <a:ea typeface="Trebuchet MS"/>
                <a:cs typeface="Trebuchet MS"/>
                <a:sym typeface="Trebuchet MS"/>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Trebuchet MS"/>
                <a:ea typeface="Trebuchet MS"/>
                <a:cs typeface="Trebuchet MS"/>
                <a:sym typeface="Trebuchet MS"/>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Trebuchet MS"/>
                <a:ea typeface="Trebuchet MS"/>
                <a:cs typeface="Trebuchet MS"/>
                <a:sym typeface="Trebuchet MS"/>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Trebuchet MS"/>
                <a:ea typeface="Trebuchet MS"/>
                <a:cs typeface="Trebuchet MS"/>
                <a:sym typeface="Trebuchet MS"/>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Trebuchet MS"/>
                <a:ea typeface="Trebuchet MS"/>
                <a:cs typeface="Trebuchet MS"/>
                <a:sym typeface="Trebuchet MS"/>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Trebuchet MS"/>
                <a:ea typeface="Trebuchet MS"/>
                <a:cs typeface="Trebuchet MS"/>
                <a:sym typeface="Trebuchet MS"/>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Trebuchet MS"/>
                <a:ea typeface="Trebuchet MS"/>
                <a:cs typeface="Trebuchet MS"/>
                <a:sym typeface="Trebuchet MS"/>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Trebuchet MS"/>
                <a:ea typeface="Trebuchet MS"/>
                <a:cs typeface="Trebuchet MS"/>
                <a:sym typeface="Trebuchet MS"/>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Trebuchet MS"/>
                <a:ea typeface="Trebuchet MS"/>
                <a:cs typeface="Trebuchet MS"/>
                <a:sym typeface="Trebuchet MS"/>
              </a:defRPr>
            </a:lvl9pPr>
          </a:lstStyle>
          <a:p>
            <a:endParaRPr/>
          </a:p>
        </p:txBody>
      </p:sp>
      <p:sp>
        <p:nvSpPr>
          <p:cNvPr id="173" name="Google Shape;173;p21"/>
          <p:cNvSpPr txBox="1">
            <a:spLocks noGrp="1"/>
          </p:cNvSpPr>
          <p:nvPr>
            <p:ph type="body" idx="6"/>
          </p:nvPr>
        </p:nvSpPr>
        <p:spPr>
          <a:xfrm>
            <a:off x="3944117" y="4873764"/>
            <a:ext cx="3067297" cy="106242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74" name="Google Shape;174;p21"/>
          <p:cNvSpPr txBox="1">
            <a:spLocks noGrp="1"/>
          </p:cNvSpPr>
          <p:nvPr>
            <p:ph type="body" idx="7"/>
          </p:nvPr>
        </p:nvSpPr>
        <p:spPr>
          <a:xfrm>
            <a:off x="7230678" y="4297503"/>
            <a:ext cx="3063505" cy="57626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75" name="Google Shape;175;p21"/>
          <p:cNvSpPr>
            <a:spLocks noGrp="1"/>
          </p:cNvSpPr>
          <p:nvPr>
            <p:ph type="pic" idx="8"/>
          </p:nvPr>
        </p:nvSpPr>
        <p:spPr>
          <a:xfrm>
            <a:off x="7230677" y="2336873"/>
            <a:ext cx="3063505" cy="1524000"/>
          </a:xfrm>
          <a:prstGeom prst="roundRect">
            <a:avLst>
              <a:gd name="adj" fmla="val 0"/>
            </a:avLst>
          </a:prstGeom>
          <a:noFill/>
          <a:ln>
            <a:noFill/>
          </a:ln>
          <a:effectLst>
            <a:outerShdw blurRad="50800" dist="50800" dir="5400000" algn="tl" rotWithShape="0">
              <a:srgbClr val="000000">
                <a:alpha val="42745"/>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Trebuchet MS"/>
                <a:ea typeface="Trebuchet MS"/>
                <a:cs typeface="Trebuchet MS"/>
                <a:sym typeface="Trebuchet MS"/>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Trebuchet MS"/>
                <a:ea typeface="Trebuchet MS"/>
                <a:cs typeface="Trebuchet MS"/>
                <a:sym typeface="Trebuchet MS"/>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Trebuchet MS"/>
                <a:ea typeface="Trebuchet MS"/>
                <a:cs typeface="Trebuchet MS"/>
                <a:sym typeface="Trebuchet MS"/>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Trebuchet MS"/>
                <a:ea typeface="Trebuchet MS"/>
                <a:cs typeface="Trebuchet MS"/>
                <a:sym typeface="Trebuchet MS"/>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Trebuchet MS"/>
                <a:ea typeface="Trebuchet MS"/>
                <a:cs typeface="Trebuchet MS"/>
                <a:sym typeface="Trebuchet MS"/>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Trebuchet MS"/>
                <a:ea typeface="Trebuchet MS"/>
                <a:cs typeface="Trebuchet MS"/>
                <a:sym typeface="Trebuchet MS"/>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Trebuchet MS"/>
                <a:ea typeface="Trebuchet MS"/>
                <a:cs typeface="Trebuchet MS"/>
                <a:sym typeface="Trebuchet MS"/>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Trebuchet MS"/>
                <a:ea typeface="Trebuchet MS"/>
                <a:cs typeface="Trebuchet MS"/>
                <a:sym typeface="Trebuchet MS"/>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Trebuchet MS"/>
                <a:ea typeface="Trebuchet MS"/>
                <a:cs typeface="Trebuchet MS"/>
                <a:sym typeface="Trebuchet MS"/>
              </a:defRPr>
            </a:lvl9pPr>
          </a:lstStyle>
          <a:p>
            <a:endParaRPr/>
          </a:p>
        </p:txBody>
      </p:sp>
      <p:sp>
        <p:nvSpPr>
          <p:cNvPr id="176" name="Google Shape;176;p21"/>
          <p:cNvSpPr txBox="1">
            <a:spLocks noGrp="1"/>
          </p:cNvSpPr>
          <p:nvPr>
            <p:ph type="body" idx="9"/>
          </p:nvPr>
        </p:nvSpPr>
        <p:spPr>
          <a:xfrm>
            <a:off x="7230553" y="4873762"/>
            <a:ext cx="3067563" cy="106242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77" name="Google Shape;177;p21"/>
          <p:cNvSpPr txBox="1">
            <a:spLocks noGrp="1"/>
          </p:cNvSpPr>
          <p:nvPr>
            <p:ph type="dt" idx="10"/>
          </p:nvPr>
        </p:nvSpPr>
        <p:spPr>
          <a:xfrm>
            <a:off x="7550981" y="5936187"/>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8" name="Google Shape;178;p21"/>
          <p:cNvSpPr txBox="1">
            <a:spLocks noGrp="1"/>
          </p:cNvSpPr>
          <p:nvPr>
            <p:ph type="ftr" idx="11"/>
          </p:nvPr>
        </p:nvSpPr>
        <p:spPr>
          <a:xfrm>
            <a:off x="680321" y="5936188"/>
            <a:ext cx="687066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9" name="Google Shape;179;p21"/>
          <p:cNvSpPr txBox="1">
            <a:spLocks noGrp="1"/>
          </p:cNvSpPr>
          <p:nvPr>
            <p:ph type="sldNum" idx="12"/>
          </p:nvPr>
        </p:nvSpPr>
        <p:spPr>
          <a:xfrm>
            <a:off x="10729455" y="753227"/>
            <a:ext cx="1154151" cy="1090789"/>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80"/>
        <p:cNvGrpSpPr/>
        <p:nvPr/>
      </p:nvGrpSpPr>
      <p:grpSpPr>
        <a:xfrm>
          <a:off x="0" y="0"/>
          <a:ext cx="0" cy="0"/>
          <a:chOff x="0" y="0"/>
          <a:chExt cx="0" cy="0"/>
        </a:xfrm>
      </p:grpSpPr>
      <p:pic>
        <p:nvPicPr>
          <p:cNvPr id="181" name="Google Shape;181;p22" descr="HD-ShadowLong.png"/>
          <p:cNvPicPr preferRelativeResize="0"/>
          <p:nvPr/>
        </p:nvPicPr>
        <p:blipFill rotWithShape="1">
          <a:blip r:embed="rId2">
            <a:alphaModFix/>
          </a:blip>
          <a:srcRect/>
          <a:stretch/>
        </p:blipFill>
        <p:spPr>
          <a:xfrm>
            <a:off x="1" y="1970240"/>
            <a:ext cx="10437812" cy="321164"/>
          </a:xfrm>
          <a:prstGeom prst="rect">
            <a:avLst/>
          </a:prstGeom>
          <a:noFill/>
          <a:ln>
            <a:noFill/>
          </a:ln>
        </p:spPr>
      </p:pic>
      <p:pic>
        <p:nvPicPr>
          <p:cNvPr id="182" name="Google Shape;182;p22" descr="HD-ShadowShort.png"/>
          <p:cNvPicPr preferRelativeResize="0"/>
          <p:nvPr/>
        </p:nvPicPr>
        <p:blipFill rotWithShape="1">
          <a:blip r:embed="rId3">
            <a:alphaModFix/>
          </a:blip>
          <a:srcRect/>
          <a:stretch/>
        </p:blipFill>
        <p:spPr>
          <a:xfrm>
            <a:off x="10585826" y="1971234"/>
            <a:ext cx="1602997" cy="144270"/>
          </a:xfrm>
          <a:prstGeom prst="rect">
            <a:avLst/>
          </a:prstGeom>
          <a:noFill/>
          <a:ln>
            <a:noFill/>
          </a:ln>
        </p:spPr>
      </p:pic>
      <p:sp>
        <p:nvSpPr>
          <p:cNvPr id="183" name="Google Shape;183;p22"/>
          <p:cNvSpPr/>
          <p:nvPr/>
        </p:nvSpPr>
        <p:spPr>
          <a:xfrm>
            <a:off x="0" y="609600"/>
            <a:ext cx="10437812" cy="1368198"/>
          </a:xfrm>
          <a:prstGeom prst="rect">
            <a:avLst/>
          </a:prstGeom>
          <a:solidFill>
            <a:srgbClr val="2626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2"/>
          <p:cNvSpPr/>
          <p:nvPr/>
        </p:nvSpPr>
        <p:spPr>
          <a:xfrm>
            <a:off x="10585827" y="609600"/>
            <a:ext cx="1602997" cy="136819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2"/>
          <p:cNvSpPr txBox="1">
            <a:spLocks noGrp="1"/>
          </p:cNvSpPr>
          <p:nvPr>
            <p:ph type="title"/>
          </p:nvPr>
        </p:nvSpPr>
        <p:spPr>
          <a:xfrm>
            <a:off x="680321" y="753228"/>
            <a:ext cx="9613861" cy="108093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3600"/>
              <a:buFont typeface="Trebuchet M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6" name="Google Shape;186;p22"/>
          <p:cNvSpPr txBox="1">
            <a:spLocks noGrp="1"/>
          </p:cNvSpPr>
          <p:nvPr>
            <p:ph type="body" idx="1"/>
          </p:nvPr>
        </p:nvSpPr>
        <p:spPr>
          <a:xfrm rot="5400000">
            <a:off x="3687593" y="-670399"/>
            <a:ext cx="3599316" cy="961386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87" name="Google Shape;187;p22"/>
          <p:cNvSpPr txBox="1">
            <a:spLocks noGrp="1"/>
          </p:cNvSpPr>
          <p:nvPr>
            <p:ph type="dt" idx="10"/>
          </p:nvPr>
        </p:nvSpPr>
        <p:spPr>
          <a:xfrm>
            <a:off x="7550981" y="5936187"/>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8" name="Google Shape;188;p22"/>
          <p:cNvSpPr txBox="1">
            <a:spLocks noGrp="1"/>
          </p:cNvSpPr>
          <p:nvPr>
            <p:ph type="ftr" idx="11"/>
          </p:nvPr>
        </p:nvSpPr>
        <p:spPr>
          <a:xfrm>
            <a:off x="680321" y="5936188"/>
            <a:ext cx="687066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9" name="Google Shape;189;p22"/>
          <p:cNvSpPr txBox="1">
            <a:spLocks noGrp="1"/>
          </p:cNvSpPr>
          <p:nvPr>
            <p:ph type="sldNum" idx="12"/>
          </p:nvPr>
        </p:nvSpPr>
        <p:spPr>
          <a:xfrm>
            <a:off x="10729455" y="753227"/>
            <a:ext cx="1154151" cy="1090789"/>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90"/>
        <p:cNvGrpSpPr/>
        <p:nvPr/>
      </p:nvGrpSpPr>
      <p:grpSpPr>
        <a:xfrm>
          <a:off x="0" y="0"/>
          <a:ext cx="0" cy="0"/>
          <a:chOff x="0" y="0"/>
          <a:chExt cx="0" cy="0"/>
        </a:xfrm>
      </p:grpSpPr>
      <p:sp>
        <p:nvSpPr>
          <p:cNvPr id="191" name="Google Shape;191;p23"/>
          <p:cNvSpPr/>
          <p:nvPr/>
        </p:nvSpPr>
        <p:spPr>
          <a:xfrm rot="5400000">
            <a:off x="8116207" y="1869395"/>
            <a:ext cx="5106988" cy="1368198"/>
          </a:xfrm>
          <a:prstGeom prst="rect">
            <a:avLst/>
          </a:prstGeom>
          <a:solidFill>
            <a:srgbClr val="2626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3"/>
          <p:cNvSpPr/>
          <p:nvPr/>
        </p:nvSpPr>
        <p:spPr>
          <a:xfrm rot="5400000">
            <a:off x="9868202" y="5372403"/>
            <a:ext cx="1602997" cy="136819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3"/>
          <p:cNvSpPr txBox="1">
            <a:spLocks noGrp="1"/>
          </p:cNvSpPr>
          <p:nvPr>
            <p:ph type="title"/>
          </p:nvPr>
        </p:nvSpPr>
        <p:spPr>
          <a:xfrm rot="5400000">
            <a:off x="8489252" y="2249576"/>
            <a:ext cx="4353760" cy="10738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4" name="Google Shape;194;p23"/>
          <p:cNvSpPr txBox="1">
            <a:spLocks noGrp="1"/>
          </p:cNvSpPr>
          <p:nvPr>
            <p:ph type="body" idx="1"/>
          </p:nvPr>
        </p:nvSpPr>
        <p:spPr>
          <a:xfrm rot="5400000">
            <a:off x="2452029" y="-1162110"/>
            <a:ext cx="5326589" cy="887000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95" name="Google Shape;195;p23"/>
          <p:cNvSpPr txBox="1">
            <a:spLocks noGrp="1"/>
          </p:cNvSpPr>
          <p:nvPr>
            <p:ph type="dt" idx="10"/>
          </p:nvPr>
        </p:nvSpPr>
        <p:spPr>
          <a:xfrm>
            <a:off x="6807126" y="5936187"/>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6" name="Google Shape;196;p23"/>
          <p:cNvSpPr txBox="1">
            <a:spLocks noGrp="1"/>
          </p:cNvSpPr>
          <p:nvPr>
            <p:ph type="ftr" idx="11"/>
          </p:nvPr>
        </p:nvSpPr>
        <p:spPr>
          <a:xfrm>
            <a:off x="680321" y="5936188"/>
            <a:ext cx="6126805"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7" name="Google Shape;197;p23"/>
          <p:cNvSpPr txBox="1">
            <a:spLocks noGrp="1"/>
          </p:cNvSpPr>
          <p:nvPr>
            <p:ph type="sldNum" idx="12"/>
          </p:nvPr>
        </p:nvSpPr>
        <p:spPr>
          <a:xfrm>
            <a:off x="10097550" y="5398633"/>
            <a:ext cx="1154151" cy="1090789"/>
          </a:xfrm>
          <a:prstGeom prst="rect">
            <a:avLst/>
          </a:prstGeom>
          <a:noFill/>
          <a:ln>
            <a:noFill/>
          </a:ln>
        </p:spPr>
        <p:txBody>
          <a:bodyPr spcFirstLastPara="1" wrap="square" lIns="91425" tIns="45700" rIns="91425" bIns="45700" anchor="t" anchorCtr="0">
            <a:noAutofit/>
          </a:bodyPr>
          <a:lstStyle>
            <a:lvl1pPr marL="0" lvl="0" indent="0" algn="ctr">
              <a:spcBef>
                <a:spcPts val="0"/>
              </a:spcBef>
              <a:buNone/>
              <a:defRPr sz="3600">
                <a:solidFill>
                  <a:schemeClr val="lt1"/>
                </a:solidFill>
                <a:latin typeface="Trebuchet MS"/>
                <a:ea typeface="Trebuchet MS"/>
                <a:cs typeface="Trebuchet MS"/>
                <a:sym typeface="Trebuchet MS"/>
              </a:defRPr>
            </a:lvl1pPr>
            <a:lvl2pPr marL="0" lvl="1" indent="0" algn="ctr">
              <a:spcBef>
                <a:spcPts val="0"/>
              </a:spcBef>
              <a:buNone/>
              <a:defRPr sz="3600">
                <a:solidFill>
                  <a:schemeClr val="lt1"/>
                </a:solidFill>
                <a:latin typeface="Trebuchet MS"/>
                <a:ea typeface="Trebuchet MS"/>
                <a:cs typeface="Trebuchet MS"/>
                <a:sym typeface="Trebuchet MS"/>
              </a:defRPr>
            </a:lvl2pPr>
            <a:lvl3pPr marL="0" lvl="2" indent="0" algn="ctr">
              <a:spcBef>
                <a:spcPts val="0"/>
              </a:spcBef>
              <a:buNone/>
              <a:defRPr sz="3600">
                <a:solidFill>
                  <a:schemeClr val="lt1"/>
                </a:solidFill>
                <a:latin typeface="Trebuchet MS"/>
                <a:ea typeface="Trebuchet MS"/>
                <a:cs typeface="Trebuchet MS"/>
                <a:sym typeface="Trebuchet MS"/>
              </a:defRPr>
            </a:lvl3pPr>
            <a:lvl4pPr marL="0" lvl="3" indent="0" algn="ctr">
              <a:spcBef>
                <a:spcPts val="0"/>
              </a:spcBef>
              <a:buNone/>
              <a:defRPr sz="3600">
                <a:solidFill>
                  <a:schemeClr val="lt1"/>
                </a:solidFill>
                <a:latin typeface="Trebuchet MS"/>
                <a:ea typeface="Trebuchet MS"/>
                <a:cs typeface="Trebuchet MS"/>
                <a:sym typeface="Trebuchet MS"/>
              </a:defRPr>
            </a:lvl4pPr>
            <a:lvl5pPr marL="0" lvl="4" indent="0" algn="ctr">
              <a:spcBef>
                <a:spcPts val="0"/>
              </a:spcBef>
              <a:buNone/>
              <a:defRPr sz="3600">
                <a:solidFill>
                  <a:schemeClr val="lt1"/>
                </a:solidFill>
                <a:latin typeface="Trebuchet MS"/>
                <a:ea typeface="Trebuchet MS"/>
                <a:cs typeface="Trebuchet MS"/>
                <a:sym typeface="Trebuchet MS"/>
              </a:defRPr>
            </a:lvl5pPr>
            <a:lvl6pPr marL="0" lvl="5" indent="0" algn="ctr">
              <a:spcBef>
                <a:spcPts val="0"/>
              </a:spcBef>
              <a:buNone/>
              <a:defRPr sz="3600">
                <a:solidFill>
                  <a:schemeClr val="lt1"/>
                </a:solidFill>
                <a:latin typeface="Trebuchet MS"/>
                <a:ea typeface="Trebuchet MS"/>
                <a:cs typeface="Trebuchet MS"/>
                <a:sym typeface="Trebuchet MS"/>
              </a:defRPr>
            </a:lvl6pPr>
            <a:lvl7pPr marL="0" lvl="6" indent="0" algn="ctr">
              <a:spcBef>
                <a:spcPts val="0"/>
              </a:spcBef>
              <a:buNone/>
              <a:defRPr sz="3600">
                <a:solidFill>
                  <a:schemeClr val="lt1"/>
                </a:solidFill>
                <a:latin typeface="Trebuchet MS"/>
                <a:ea typeface="Trebuchet MS"/>
                <a:cs typeface="Trebuchet MS"/>
                <a:sym typeface="Trebuchet MS"/>
              </a:defRPr>
            </a:lvl7pPr>
            <a:lvl8pPr marL="0" lvl="7" indent="0" algn="ctr">
              <a:spcBef>
                <a:spcPts val="0"/>
              </a:spcBef>
              <a:buNone/>
              <a:defRPr sz="3600">
                <a:solidFill>
                  <a:schemeClr val="lt1"/>
                </a:solidFill>
                <a:latin typeface="Trebuchet MS"/>
                <a:ea typeface="Trebuchet MS"/>
                <a:cs typeface="Trebuchet MS"/>
                <a:sym typeface="Trebuchet MS"/>
              </a:defRPr>
            </a:lvl8pPr>
            <a:lvl9pPr marL="0" lvl="8" indent="0" algn="ctr">
              <a:spcBef>
                <a:spcPts val="0"/>
              </a:spcBef>
              <a:buNone/>
              <a:defRPr sz="3600">
                <a:solidFill>
                  <a:schemeClr val="lt1"/>
                </a:solidFill>
                <a:latin typeface="Trebuchet MS"/>
                <a:ea typeface="Trebuchet MS"/>
                <a:cs typeface="Trebuchet MS"/>
                <a:sym typeface="Trebuchet MS"/>
              </a:defRPr>
            </a:lvl9pPr>
          </a:lstStyle>
          <a:p>
            <a:pPr marL="0" lvl="0" indent="0" algn="ctr" rtl="0">
              <a:spcBef>
                <a:spcPts val="0"/>
              </a:spcBef>
              <a:spcAft>
                <a:spcPts val="0"/>
              </a:spcAft>
              <a:buNone/>
            </a:pPr>
            <a:fld id="{00000000-1234-1234-1234-123412341234}" type="slidenum">
              <a:rPr lang="en-A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F78121"/>
            </a:gs>
            <a:gs pos="50000">
              <a:srgbClr val="D54006"/>
            </a:gs>
            <a:gs pos="100000">
              <a:srgbClr val="8C0000"/>
            </a:gs>
          </a:gsLst>
          <a:lin ang="2520000" scaled="0"/>
        </a:gradFill>
        <a:effectLst/>
      </p:bgPr>
    </p:bg>
    <p:spTree>
      <p:nvGrpSpPr>
        <p:cNvPr id="1" name="Shape 5"/>
        <p:cNvGrpSpPr/>
        <p:nvPr/>
      </p:nvGrpSpPr>
      <p:grpSpPr>
        <a:xfrm>
          <a:off x="0" y="0"/>
          <a:ext cx="0" cy="0"/>
          <a:chOff x="0" y="0"/>
          <a:chExt cx="0" cy="0"/>
        </a:xfrm>
      </p:grpSpPr>
      <p:pic>
        <p:nvPicPr>
          <p:cNvPr id="6" name="Google Shape;6;p6" descr="hashOverlay-FullResolve.png"/>
          <p:cNvPicPr preferRelativeResize="0"/>
          <p:nvPr/>
        </p:nvPicPr>
        <p:blipFill rotWithShape="1">
          <a:blip r:embed="rId19">
            <a:alphaModFix amt="10000"/>
          </a:blip>
          <a:srcRect/>
          <a:stretch/>
        </p:blipFill>
        <p:spPr>
          <a:xfrm>
            <a:off x="0" y="0"/>
            <a:ext cx="12192000" cy="6858000"/>
          </a:xfrm>
          <a:prstGeom prst="rect">
            <a:avLst/>
          </a:prstGeom>
          <a:noFill/>
          <a:ln>
            <a:noFill/>
          </a:ln>
        </p:spPr>
      </p:pic>
      <p:sp>
        <p:nvSpPr>
          <p:cNvPr id="7" name="Google Shape;7;p6"/>
          <p:cNvSpPr txBox="1">
            <a:spLocks noGrp="1"/>
          </p:cNvSpPr>
          <p:nvPr>
            <p:ph type="title"/>
          </p:nvPr>
        </p:nvSpPr>
        <p:spPr>
          <a:xfrm>
            <a:off x="680321" y="753228"/>
            <a:ext cx="9613861" cy="1080938"/>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lt1"/>
              </a:buClr>
              <a:buSzPts val="3600"/>
              <a:buFont typeface="Trebuchet MS"/>
              <a:buNone/>
              <a:defRPr sz="3600" b="0" i="0" u="none" strike="noStrike" cap="none">
                <a:solidFill>
                  <a:schemeClr val="lt1"/>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 name="Google Shape;8;p6"/>
          <p:cNvSpPr txBox="1">
            <a:spLocks noGrp="1"/>
          </p:cNvSpPr>
          <p:nvPr>
            <p:ph type="body" idx="1"/>
          </p:nvPr>
        </p:nvSpPr>
        <p:spPr>
          <a:xfrm>
            <a:off x="680321" y="2336873"/>
            <a:ext cx="9613861" cy="3599316"/>
          </a:xfrm>
          <a:prstGeom prst="rect">
            <a:avLst/>
          </a:prstGeom>
          <a:noFill/>
          <a:ln>
            <a:noFill/>
          </a:ln>
        </p:spPr>
        <p:txBody>
          <a:bodyPr spcFirstLastPara="1" wrap="square" lIns="91425" tIns="45700" rIns="91425" bIns="45700" anchor="t" anchorCtr="0">
            <a:normAutofit/>
          </a:bodyPr>
          <a:lstStyle>
            <a:lvl1pPr marL="457200" marR="0" lvl="0" indent="-381000" algn="l" rtl="0">
              <a:lnSpc>
                <a:spcPct val="90000"/>
              </a:lnSpc>
              <a:spcBef>
                <a:spcPts val="1000"/>
              </a:spcBef>
              <a:spcAft>
                <a:spcPts val="0"/>
              </a:spcAft>
              <a:buClr>
                <a:schemeClr val="lt1"/>
              </a:buClr>
              <a:buSzPts val="2400"/>
              <a:buFont typeface="Arial"/>
              <a:buChar char="•"/>
              <a:defRPr sz="2400" b="0" i="0" u="none" strike="noStrike" cap="none">
                <a:solidFill>
                  <a:schemeClr val="lt1"/>
                </a:solidFill>
                <a:latin typeface="Trebuchet MS"/>
                <a:ea typeface="Trebuchet MS"/>
                <a:cs typeface="Trebuchet MS"/>
                <a:sym typeface="Trebuchet MS"/>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Trebuchet MS"/>
                <a:ea typeface="Trebuchet MS"/>
                <a:cs typeface="Trebuchet MS"/>
                <a:sym typeface="Trebuchet MS"/>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Trebuchet MS"/>
                <a:ea typeface="Trebuchet MS"/>
                <a:cs typeface="Trebuchet MS"/>
                <a:sym typeface="Trebuchet MS"/>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Trebuchet MS"/>
                <a:ea typeface="Trebuchet MS"/>
                <a:cs typeface="Trebuchet MS"/>
                <a:sym typeface="Trebuchet MS"/>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Trebuchet MS"/>
                <a:ea typeface="Trebuchet MS"/>
                <a:cs typeface="Trebuchet MS"/>
                <a:sym typeface="Trebuchet MS"/>
              </a:defRPr>
            </a:lvl5pPr>
            <a:lvl6pPr marL="2743200" marR="0" lvl="5"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Trebuchet MS"/>
                <a:ea typeface="Trebuchet MS"/>
                <a:cs typeface="Trebuchet MS"/>
                <a:sym typeface="Trebuchet MS"/>
              </a:defRPr>
            </a:lvl6pPr>
            <a:lvl7pPr marL="3200400" marR="0" lvl="6"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Trebuchet MS"/>
                <a:ea typeface="Trebuchet MS"/>
                <a:cs typeface="Trebuchet MS"/>
                <a:sym typeface="Trebuchet MS"/>
              </a:defRPr>
            </a:lvl7pPr>
            <a:lvl8pPr marL="3657600" marR="0" lvl="7"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Trebuchet MS"/>
                <a:ea typeface="Trebuchet MS"/>
                <a:cs typeface="Trebuchet MS"/>
                <a:sym typeface="Trebuchet MS"/>
              </a:defRPr>
            </a:lvl8pPr>
            <a:lvl9pPr marL="4114800" marR="0" lvl="8" indent="-317500" algn="l" rtl="0">
              <a:lnSpc>
                <a:spcPct val="90000"/>
              </a:lnSpc>
              <a:spcBef>
                <a:spcPts val="500"/>
              </a:spcBef>
              <a:spcAft>
                <a:spcPts val="0"/>
              </a:spcAft>
              <a:buClr>
                <a:schemeClr val="lt1"/>
              </a:buClr>
              <a:buSzPts val="1400"/>
              <a:buFont typeface="Arial"/>
              <a:buChar char="•"/>
              <a:defRPr sz="1400" b="0" i="0" u="none" strike="noStrike" cap="none">
                <a:solidFill>
                  <a:schemeClr val="lt1"/>
                </a:solidFill>
                <a:latin typeface="Trebuchet MS"/>
                <a:ea typeface="Trebuchet MS"/>
                <a:cs typeface="Trebuchet MS"/>
                <a:sym typeface="Trebuchet MS"/>
              </a:defRPr>
            </a:lvl9pPr>
          </a:lstStyle>
          <a:p>
            <a:endParaRPr/>
          </a:p>
        </p:txBody>
      </p:sp>
      <p:sp>
        <p:nvSpPr>
          <p:cNvPr id="9" name="Google Shape;9;p6"/>
          <p:cNvSpPr txBox="1">
            <a:spLocks noGrp="1"/>
          </p:cNvSpPr>
          <p:nvPr>
            <p:ph type="dt" idx="10"/>
          </p:nvPr>
        </p:nvSpPr>
        <p:spPr>
          <a:xfrm>
            <a:off x="7550981" y="5936187"/>
            <a:ext cx="2743200"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050" b="0" i="0" u="none" strike="noStrike" cap="none">
                <a:solidFill>
                  <a:schemeClr val="lt1"/>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lt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lt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lt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lt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lt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lt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lt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lt1"/>
                </a:solidFill>
                <a:latin typeface="Trebuchet MS"/>
                <a:ea typeface="Trebuchet MS"/>
                <a:cs typeface="Trebuchet MS"/>
                <a:sym typeface="Trebuchet MS"/>
              </a:defRPr>
            </a:lvl9pPr>
          </a:lstStyle>
          <a:p>
            <a:endParaRPr/>
          </a:p>
        </p:txBody>
      </p:sp>
      <p:sp>
        <p:nvSpPr>
          <p:cNvPr id="10" name="Google Shape;10;p6"/>
          <p:cNvSpPr txBox="1">
            <a:spLocks noGrp="1"/>
          </p:cNvSpPr>
          <p:nvPr>
            <p:ph type="ftr" idx="11"/>
          </p:nvPr>
        </p:nvSpPr>
        <p:spPr>
          <a:xfrm>
            <a:off x="680321" y="5936188"/>
            <a:ext cx="687066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050" b="0" i="0" u="none" strike="noStrike" cap="none">
                <a:solidFill>
                  <a:schemeClr val="lt1"/>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lt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lt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lt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lt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lt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lt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lt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lt1"/>
                </a:solidFill>
                <a:latin typeface="Trebuchet MS"/>
                <a:ea typeface="Trebuchet MS"/>
                <a:cs typeface="Trebuchet MS"/>
                <a:sym typeface="Trebuchet MS"/>
              </a:defRPr>
            </a:lvl9pPr>
          </a:lstStyle>
          <a:p>
            <a:endParaRPr/>
          </a:p>
        </p:txBody>
      </p:sp>
      <p:sp>
        <p:nvSpPr>
          <p:cNvPr id="11" name="Google Shape;11;p6"/>
          <p:cNvSpPr txBox="1">
            <a:spLocks noGrp="1"/>
          </p:cNvSpPr>
          <p:nvPr>
            <p:ph type="sldNum" idx="12"/>
          </p:nvPr>
        </p:nvSpPr>
        <p:spPr>
          <a:xfrm>
            <a:off x="10729455" y="753227"/>
            <a:ext cx="1154151" cy="1090789"/>
          </a:xfrm>
          <a:prstGeom prst="rect">
            <a:avLst/>
          </a:prstGeom>
          <a:noFill/>
          <a:ln>
            <a:noFill/>
          </a:ln>
        </p:spPr>
        <p:txBody>
          <a:bodyPr spcFirstLastPara="1" wrap="square" lIns="91425" tIns="45700" rIns="91425" bIns="45700" anchor="ctr" anchorCtr="0">
            <a:noAutofit/>
          </a:bodyPr>
          <a:lstStyle>
            <a:lvl1pPr marL="0" marR="0" lvl="0" indent="0" algn="l" rtl="0">
              <a:spcBef>
                <a:spcPts val="0"/>
              </a:spcBef>
              <a:buNone/>
              <a:defRPr sz="3600" b="0" i="0" u="none" strike="noStrike" cap="none">
                <a:solidFill>
                  <a:schemeClr val="lt1"/>
                </a:solidFill>
                <a:latin typeface="Trebuchet MS"/>
                <a:ea typeface="Trebuchet MS"/>
                <a:cs typeface="Trebuchet MS"/>
                <a:sym typeface="Trebuchet MS"/>
              </a:defRPr>
            </a:lvl1pPr>
            <a:lvl2pPr marL="0" marR="0" lvl="1" indent="0" algn="l" rtl="0">
              <a:spcBef>
                <a:spcPts val="0"/>
              </a:spcBef>
              <a:buNone/>
              <a:defRPr sz="3600" b="0" i="0" u="none" strike="noStrike" cap="none">
                <a:solidFill>
                  <a:schemeClr val="lt1"/>
                </a:solidFill>
                <a:latin typeface="Trebuchet MS"/>
                <a:ea typeface="Trebuchet MS"/>
                <a:cs typeface="Trebuchet MS"/>
                <a:sym typeface="Trebuchet MS"/>
              </a:defRPr>
            </a:lvl2pPr>
            <a:lvl3pPr marL="0" marR="0" lvl="2" indent="0" algn="l" rtl="0">
              <a:spcBef>
                <a:spcPts val="0"/>
              </a:spcBef>
              <a:buNone/>
              <a:defRPr sz="3600" b="0" i="0" u="none" strike="noStrike" cap="none">
                <a:solidFill>
                  <a:schemeClr val="lt1"/>
                </a:solidFill>
                <a:latin typeface="Trebuchet MS"/>
                <a:ea typeface="Trebuchet MS"/>
                <a:cs typeface="Trebuchet MS"/>
                <a:sym typeface="Trebuchet MS"/>
              </a:defRPr>
            </a:lvl3pPr>
            <a:lvl4pPr marL="0" marR="0" lvl="3" indent="0" algn="l" rtl="0">
              <a:spcBef>
                <a:spcPts val="0"/>
              </a:spcBef>
              <a:buNone/>
              <a:defRPr sz="3600" b="0" i="0" u="none" strike="noStrike" cap="none">
                <a:solidFill>
                  <a:schemeClr val="lt1"/>
                </a:solidFill>
                <a:latin typeface="Trebuchet MS"/>
                <a:ea typeface="Trebuchet MS"/>
                <a:cs typeface="Trebuchet MS"/>
                <a:sym typeface="Trebuchet MS"/>
              </a:defRPr>
            </a:lvl4pPr>
            <a:lvl5pPr marL="0" marR="0" lvl="4" indent="0" algn="l" rtl="0">
              <a:spcBef>
                <a:spcPts val="0"/>
              </a:spcBef>
              <a:buNone/>
              <a:defRPr sz="3600" b="0" i="0" u="none" strike="noStrike" cap="none">
                <a:solidFill>
                  <a:schemeClr val="lt1"/>
                </a:solidFill>
                <a:latin typeface="Trebuchet MS"/>
                <a:ea typeface="Trebuchet MS"/>
                <a:cs typeface="Trebuchet MS"/>
                <a:sym typeface="Trebuchet MS"/>
              </a:defRPr>
            </a:lvl5pPr>
            <a:lvl6pPr marL="0" marR="0" lvl="5" indent="0" algn="l" rtl="0">
              <a:spcBef>
                <a:spcPts val="0"/>
              </a:spcBef>
              <a:buNone/>
              <a:defRPr sz="3600" b="0" i="0" u="none" strike="noStrike" cap="none">
                <a:solidFill>
                  <a:schemeClr val="lt1"/>
                </a:solidFill>
                <a:latin typeface="Trebuchet MS"/>
                <a:ea typeface="Trebuchet MS"/>
                <a:cs typeface="Trebuchet MS"/>
                <a:sym typeface="Trebuchet MS"/>
              </a:defRPr>
            </a:lvl6pPr>
            <a:lvl7pPr marL="0" marR="0" lvl="6" indent="0" algn="l" rtl="0">
              <a:spcBef>
                <a:spcPts val="0"/>
              </a:spcBef>
              <a:buNone/>
              <a:defRPr sz="3600" b="0" i="0" u="none" strike="noStrike" cap="none">
                <a:solidFill>
                  <a:schemeClr val="lt1"/>
                </a:solidFill>
                <a:latin typeface="Trebuchet MS"/>
                <a:ea typeface="Trebuchet MS"/>
                <a:cs typeface="Trebuchet MS"/>
                <a:sym typeface="Trebuchet MS"/>
              </a:defRPr>
            </a:lvl7pPr>
            <a:lvl8pPr marL="0" marR="0" lvl="7" indent="0" algn="l" rtl="0">
              <a:spcBef>
                <a:spcPts val="0"/>
              </a:spcBef>
              <a:buNone/>
              <a:defRPr sz="3600" b="0" i="0" u="none" strike="noStrike" cap="none">
                <a:solidFill>
                  <a:schemeClr val="lt1"/>
                </a:solidFill>
                <a:latin typeface="Trebuchet MS"/>
                <a:ea typeface="Trebuchet MS"/>
                <a:cs typeface="Trebuchet MS"/>
                <a:sym typeface="Trebuchet MS"/>
              </a:defRPr>
            </a:lvl8pPr>
            <a:lvl9pPr marL="0" marR="0" lvl="8" indent="0" algn="l" rtl="0">
              <a:spcBef>
                <a:spcPts val="0"/>
              </a:spcBef>
              <a:buNone/>
              <a:defRPr sz="3600" b="0" i="0" u="none" strike="noStrike" cap="none">
                <a:solidFill>
                  <a:schemeClr val="lt1"/>
                </a:solidFill>
                <a:latin typeface="Trebuchet MS"/>
                <a:ea typeface="Trebuchet MS"/>
                <a:cs typeface="Trebuchet MS"/>
                <a:sym typeface="Trebuchet MS"/>
              </a:defRPr>
            </a:lvl9pPr>
          </a:lstStyle>
          <a:p>
            <a:pPr marL="0" lvl="0" indent="0" algn="l" rtl="0">
              <a:spcBef>
                <a:spcPts val="0"/>
              </a:spcBef>
              <a:spcAft>
                <a:spcPts val="0"/>
              </a:spcAft>
              <a:buNone/>
            </a:pPr>
            <a:fld id="{00000000-1234-1234-1234-123412341234}" type="slidenum">
              <a:rPr lang="en-AU"/>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F78121"/>
            </a:gs>
            <a:gs pos="50000">
              <a:srgbClr val="D54006"/>
            </a:gs>
            <a:gs pos="100000">
              <a:srgbClr val="8C0000"/>
            </a:gs>
          </a:gsLst>
          <a:lin ang="2520000" scaled="0"/>
        </a:gradFill>
        <a:effectLst/>
      </p:bgPr>
    </p:bg>
    <p:spTree>
      <p:nvGrpSpPr>
        <p:cNvPr id="1" name="Shape 201"/>
        <p:cNvGrpSpPr/>
        <p:nvPr/>
      </p:nvGrpSpPr>
      <p:grpSpPr>
        <a:xfrm>
          <a:off x="0" y="0"/>
          <a:ext cx="0" cy="0"/>
          <a:chOff x="0" y="0"/>
          <a:chExt cx="0" cy="0"/>
        </a:xfrm>
      </p:grpSpPr>
      <p:sp>
        <p:nvSpPr>
          <p:cNvPr id="202" name="Google Shape;202;p1"/>
          <p:cNvSpPr/>
          <p:nvPr/>
        </p:nvSpPr>
        <p:spPr>
          <a:xfrm>
            <a:off x="0" y="0"/>
            <a:ext cx="12192000" cy="6858000"/>
          </a:xfrm>
          <a:prstGeom prst="rect">
            <a:avLst/>
          </a:prstGeom>
          <a:gradFill>
            <a:gsLst>
              <a:gs pos="0">
                <a:srgbClr val="F78121"/>
              </a:gs>
              <a:gs pos="50000">
                <a:srgbClr val="D54006"/>
              </a:gs>
              <a:gs pos="100000">
                <a:srgbClr val="8C0000"/>
              </a:gs>
            </a:gsLst>
            <a:lin ang="252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pic>
        <p:nvPicPr>
          <p:cNvPr id="203" name="Google Shape;203;p1"/>
          <p:cNvPicPr preferRelativeResize="0"/>
          <p:nvPr/>
        </p:nvPicPr>
        <p:blipFill rotWithShape="1">
          <a:blip r:embed="rId3">
            <a:alphaModFix amt="10000"/>
          </a:blip>
          <a:srcRect/>
          <a:stretch/>
        </p:blipFill>
        <p:spPr>
          <a:xfrm>
            <a:off x="0" y="0"/>
            <a:ext cx="12192000" cy="6858000"/>
          </a:xfrm>
          <a:prstGeom prst="rect">
            <a:avLst/>
          </a:prstGeom>
          <a:noFill/>
          <a:ln>
            <a:noFill/>
          </a:ln>
        </p:spPr>
      </p:pic>
      <p:pic>
        <p:nvPicPr>
          <p:cNvPr id="204" name="Google Shape;204;p1"/>
          <p:cNvPicPr preferRelativeResize="0"/>
          <p:nvPr/>
        </p:nvPicPr>
        <p:blipFill rotWithShape="1">
          <a:blip r:embed="rId4">
            <a:alphaModFix/>
          </a:blip>
          <a:srcRect/>
          <a:stretch/>
        </p:blipFill>
        <p:spPr>
          <a:xfrm>
            <a:off x="0" y="5349629"/>
            <a:ext cx="11525954" cy="275942"/>
          </a:xfrm>
          <a:prstGeom prst="rect">
            <a:avLst/>
          </a:prstGeom>
          <a:noFill/>
          <a:ln>
            <a:noFill/>
          </a:ln>
        </p:spPr>
      </p:pic>
      <p:sp>
        <p:nvSpPr>
          <p:cNvPr id="205" name="Google Shape;205;p1"/>
          <p:cNvSpPr/>
          <p:nvPr/>
        </p:nvSpPr>
        <p:spPr>
          <a:xfrm>
            <a:off x="1" y="0"/>
            <a:ext cx="11525954" cy="5379499"/>
          </a:xfrm>
          <a:prstGeom prst="rect">
            <a:avLst/>
          </a:prstGeom>
          <a:solidFill>
            <a:srgbClr val="26262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06" name="Google Shape;206;p1"/>
          <p:cNvSpPr txBox="1">
            <a:spLocks noGrp="1"/>
          </p:cNvSpPr>
          <p:nvPr>
            <p:ph type="subTitle" idx="1"/>
          </p:nvPr>
        </p:nvSpPr>
        <p:spPr>
          <a:xfrm>
            <a:off x="4061525" y="4686838"/>
            <a:ext cx="5874479" cy="1241761"/>
          </a:xfrm>
          <a:prstGeom prst="rect">
            <a:avLst/>
          </a:prstGeom>
          <a:noFill/>
          <a:ln>
            <a:noFill/>
          </a:ln>
        </p:spPr>
        <p:txBody>
          <a:bodyPr spcFirstLastPara="1" wrap="square" lIns="91425" tIns="45700" rIns="91425" bIns="45700" anchor="b" anchorCtr="0">
            <a:normAutofit/>
          </a:bodyPr>
          <a:lstStyle/>
          <a:p>
            <a:pPr marL="0" lvl="0" indent="0" algn="r" rtl="0">
              <a:lnSpc>
                <a:spcPct val="90000"/>
              </a:lnSpc>
              <a:spcBef>
                <a:spcPts val="0"/>
              </a:spcBef>
              <a:spcAft>
                <a:spcPts val="0"/>
              </a:spcAft>
              <a:buClr>
                <a:schemeClr val="lt1"/>
              </a:buClr>
              <a:buSzPts val="2000"/>
              <a:buNone/>
            </a:pPr>
            <a:r>
              <a:rPr lang="en-AU" dirty="0">
                <a:solidFill>
                  <a:schemeClr val="accent1"/>
                </a:solidFill>
              </a:rPr>
              <a:t>Year 7 HASS – History: Ancient Egypt</a:t>
            </a:r>
            <a:endParaRPr dirty="0">
              <a:solidFill>
                <a:schemeClr val="accent1"/>
              </a:solidFill>
            </a:endParaRPr>
          </a:p>
        </p:txBody>
      </p:sp>
      <p:sp>
        <p:nvSpPr>
          <p:cNvPr id="207" name="Google Shape;207;p1"/>
          <p:cNvSpPr txBox="1">
            <a:spLocks noGrp="1"/>
          </p:cNvSpPr>
          <p:nvPr>
            <p:ph type="ctrTitle"/>
          </p:nvPr>
        </p:nvSpPr>
        <p:spPr>
          <a:xfrm>
            <a:off x="4063113" y="1997765"/>
            <a:ext cx="5872891" cy="2696635"/>
          </a:xfrm>
          <a:prstGeom prst="rect">
            <a:avLst/>
          </a:prstGeom>
          <a:noFill/>
          <a:ln>
            <a:noFill/>
          </a:ln>
        </p:spPr>
        <p:txBody>
          <a:bodyPr spcFirstLastPara="1" wrap="square" lIns="91425" tIns="45700" rIns="91425" bIns="45700" anchor="b" anchorCtr="0">
            <a:normAutofit/>
          </a:bodyPr>
          <a:lstStyle/>
          <a:p>
            <a:pPr marL="0" lvl="0" indent="0" algn="r" rtl="0">
              <a:lnSpc>
                <a:spcPct val="90000"/>
              </a:lnSpc>
              <a:spcBef>
                <a:spcPts val="0"/>
              </a:spcBef>
              <a:spcAft>
                <a:spcPts val="0"/>
              </a:spcAft>
              <a:buClr>
                <a:srgbClr val="FFFFFF"/>
              </a:buClr>
              <a:buSzPts val="6000"/>
              <a:buFont typeface="Trebuchet MS"/>
              <a:buNone/>
            </a:pPr>
            <a:r>
              <a:rPr lang="en-AU" sz="6000" dirty="0">
                <a:solidFill>
                  <a:srgbClr val="FFFFFF"/>
                </a:solidFill>
              </a:rPr>
              <a:t>Ancient Egyptian Society</a:t>
            </a:r>
            <a:endParaRPr dirty="0"/>
          </a:p>
        </p:txBody>
      </p:sp>
      <p:pic>
        <p:nvPicPr>
          <p:cNvPr id="208" name="Google Shape;208;p1"/>
          <p:cNvPicPr preferRelativeResize="0"/>
          <p:nvPr/>
        </p:nvPicPr>
        <p:blipFill rotWithShape="1">
          <a:blip r:embed="rId5">
            <a:alphaModFix/>
          </a:blip>
          <a:srcRect/>
          <a:stretch/>
        </p:blipFill>
        <p:spPr>
          <a:xfrm>
            <a:off x="10585826" y="4686838"/>
            <a:ext cx="1602997" cy="144270"/>
          </a:xfrm>
          <a:prstGeom prst="rect">
            <a:avLst/>
          </a:prstGeom>
          <a:noFill/>
          <a:ln>
            <a:noFill/>
          </a:ln>
        </p:spPr>
      </p:pic>
      <p:sp>
        <p:nvSpPr>
          <p:cNvPr id="209" name="Google Shape;209;p1"/>
          <p:cNvSpPr/>
          <p:nvPr/>
        </p:nvSpPr>
        <p:spPr>
          <a:xfrm>
            <a:off x="10585827" y="3034068"/>
            <a:ext cx="1602997" cy="1660332"/>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355A3-7C1D-420D-8868-CCC38E92B2BA}"/>
              </a:ext>
            </a:extLst>
          </p:cNvPr>
          <p:cNvSpPr>
            <a:spLocks noGrp="1"/>
          </p:cNvSpPr>
          <p:nvPr>
            <p:ph type="title"/>
          </p:nvPr>
        </p:nvSpPr>
        <p:spPr/>
        <p:txBody>
          <a:bodyPr/>
          <a:lstStyle/>
          <a:p>
            <a:r>
              <a:rPr lang="en-AU" dirty="0"/>
              <a:t>Learning Intention &amp; Success Criteria</a:t>
            </a:r>
            <a:br>
              <a:rPr lang="en-AU" dirty="0"/>
            </a:br>
            <a:r>
              <a:rPr lang="en-AU" sz="1200" dirty="0"/>
              <a:t>Write these onto your worksheet. </a:t>
            </a:r>
            <a:endParaRPr lang="en-AU" dirty="0"/>
          </a:p>
        </p:txBody>
      </p:sp>
      <p:sp>
        <p:nvSpPr>
          <p:cNvPr id="3" name="Text Placeholder 2">
            <a:extLst>
              <a:ext uri="{FF2B5EF4-FFF2-40B4-BE49-F238E27FC236}">
                <a16:creationId xmlns:a16="http://schemas.microsoft.com/office/drawing/2014/main" id="{FE289164-F6CE-4A7E-AFCA-5937FCAEEABC}"/>
              </a:ext>
            </a:extLst>
          </p:cNvPr>
          <p:cNvSpPr>
            <a:spLocks noGrp="1"/>
          </p:cNvSpPr>
          <p:nvPr>
            <p:ph type="body" idx="1"/>
          </p:nvPr>
        </p:nvSpPr>
        <p:spPr/>
        <p:txBody>
          <a:bodyPr>
            <a:normAutofit fontScale="92500" lnSpcReduction="20000"/>
          </a:bodyPr>
          <a:lstStyle/>
          <a:p>
            <a:pPr marL="114300" indent="0">
              <a:buNone/>
            </a:pPr>
            <a:r>
              <a:rPr lang="en-AU" u="sng" dirty="0"/>
              <a:t>LI:</a:t>
            </a:r>
            <a:r>
              <a:rPr lang="en-AU" dirty="0"/>
              <a:t> </a:t>
            </a:r>
          </a:p>
          <a:p>
            <a:r>
              <a:rPr lang="en-AU" dirty="0"/>
              <a:t>Describe the way in which ancient Egyptian society was structured into different social classes and the roles of each group. </a:t>
            </a:r>
          </a:p>
          <a:p>
            <a:pPr marL="114300" indent="0">
              <a:buNone/>
            </a:pPr>
            <a:endParaRPr lang="en-AU" dirty="0"/>
          </a:p>
          <a:p>
            <a:pPr marL="114300" indent="0">
              <a:buNone/>
            </a:pPr>
            <a:r>
              <a:rPr lang="en-AU" u="sng" dirty="0"/>
              <a:t>SC:</a:t>
            </a:r>
            <a:r>
              <a:rPr lang="en-AU" dirty="0"/>
              <a:t> </a:t>
            </a:r>
          </a:p>
          <a:p>
            <a:r>
              <a:rPr lang="en-AU" dirty="0"/>
              <a:t>Define the term ‘hierarchy’ and correctly identify where groups in Egyptian society were placed on the hierarchy. </a:t>
            </a:r>
          </a:p>
          <a:p>
            <a:r>
              <a:rPr lang="en-AU" dirty="0"/>
              <a:t>Outline the role of each group in society.</a:t>
            </a:r>
          </a:p>
          <a:p>
            <a:r>
              <a:rPr lang="en-AU" dirty="0"/>
              <a:t>Identify which group you would have liked to belong to and explain why.  </a:t>
            </a:r>
          </a:p>
          <a:p>
            <a:pPr marL="114300" indent="0">
              <a:buNone/>
            </a:pPr>
            <a:endParaRPr lang="en-AU" u="sng" dirty="0"/>
          </a:p>
        </p:txBody>
      </p:sp>
    </p:spTree>
    <p:extLst>
      <p:ext uri="{BB962C8B-B14F-4D97-AF65-F5344CB8AC3E}">
        <p14:creationId xmlns:p14="http://schemas.microsoft.com/office/powerpoint/2010/main" val="32602816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F78121"/>
            </a:gs>
            <a:gs pos="50000">
              <a:srgbClr val="D54006"/>
            </a:gs>
            <a:gs pos="100000">
              <a:srgbClr val="8C0000"/>
            </a:gs>
          </a:gsLst>
          <a:lin ang="2520000" scaled="0"/>
        </a:gradFill>
        <a:effectLst/>
      </p:bgPr>
    </p:bg>
    <p:spTree>
      <p:nvGrpSpPr>
        <p:cNvPr id="1" name="Shape 213"/>
        <p:cNvGrpSpPr/>
        <p:nvPr/>
      </p:nvGrpSpPr>
      <p:grpSpPr>
        <a:xfrm>
          <a:off x="0" y="0"/>
          <a:ext cx="0" cy="0"/>
          <a:chOff x="0" y="0"/>
          <a:chExt cx="0" cy="0"/>
        </a:xfrm>
      </p:grpSpPr>
      <p:sp>
        <p:nvSpPr>
          <p:cNvPr id="214" name="Google Shape;214;p2"/>
          <p:cNvSpPr/>
          <p:nvPr/>
        </p:nvSpPr>
        <p:spPr>
          <a:xfrm>
            <a:off x="11281776" y="0"/>
            <a:ext cx="917634" cy="6858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15" name="Google Shape;215;p2"/>
          <p:cNvPicPr preferRelativeResize="0"/>
          <p:nvPr/>
        </p:nvPicPr>
        <p:blipFill rotWithShape="1">
          <a:blip r:embed="rId3">
            <a:alphaModFix amt="10000"/>
          </a:blip>
          <a:srcRect/>
          <a:stretch/>
        </p:blipFill>
        <p:spPr>
          <a:xfrm>
            <a:off x="0" y="0"/>
            <a:ext cx="12192000" cy="6858000"/>
          </a:xfrm>
          <a:prstGeom prst="rect">
            <a:avLst/>
          </a:prstGeom>
          <a:noFill/>
          <a:ln>
            <a:noFill/>
          </a:ln>
        </p:spPr>
      </p:pic>
      <p:sp>
        <p:nvSpPr>
          <p:cNvPr id="216" name="Google Shape;216;p2"/>
          <p:cNvSpPr/>
          <p:nvPr/>
        </p:nvSpPr>
        <p:spPr>
          <a:xfrm>
            <a:off x="757691" y="686171"/>
            <a:ext cx="9411247" cy="4900948"/>
          </a:xfrm>
          <a:prstGeom prst="rect">
            <a:avLst/>
          </a:prstGeom>
          <a:solidFill>
            <a:schemeClr val="dk1"/>
          </a:solidFill>
          <a:ln>
            <a:noFill/>
          </a:ln>
          <a:effectLst>
            <a:outerShdw blurRad="88900" dist="38100" dir="2700000" algn="tl" rotWithShape="0">
              <a:srgbClr val="000000">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17" name="Google Shape;217;p2"/>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accent1"/>
              </a:buClr>
              <a:buSzPts val="4800"/>
              <a:buFont typeface="Trebuchet MS"/>
              <a:buNone/>
            </a:pPr>
            <a:r>
              <a:rPr lang="en-AU" sz="4000" dirty="0">
                <a:solidFill>
                  <a:schemeClr val="accent1"/>
                </a:solidFill>
              </a:rPr>
              <a:t>Egyptian Society: Structure</a:t>
            </a:r>
            <a:br>
              <a:rPr lang="en-AU" sz="4800" dirty="0">
                <a:solidFill>
                  <a:schemeClr val="accent1"/>
                </a:solidFill>
              </a:rPr>
            </a:br>
            <a:r>
              <a:rPr lang="en-AU" sz="1800" dirty="0">
                <a:solidFill>
                  <a:schemeClr val="accent1"/>
                </a:solidFill>
              </a:rPr>
              <a:t>Use the information on the slide below to fill the gaps on your worksheet. </a:t>
            </a:r>
            <a:endParaRPr dirty="0"/>
          </a:p>
        </p:txBody>
      </p:sp>
      <p:sp>
        <p:nvSpPr>
          <p:cNvPr id="218" name="Google Shape;218;p2"/>
          <p:cNvSpPr txBox="1">
            <a:spLocks noGrp="1"/>
          </p:cNvSpPr>
          <p:nvPr>
            <p:ph type="body" idx="1"/>
          </p:nvPr>
        </p:nvSpPr>
        <p:spPr>
          <a:xfrm>
            <a:off x="757691" y="1629342"/>
            <a:ext cx="9613861" cy="3599316"/>
          </a:xfrm>
          <a:prstGeom prst="rect">
            <a:avLst/>
          </a:prstGeom>
          <a:noFill/>
          <a:ln>
            <a:noFill/>
          </a:ln>
        </p:spPr>
        <p:txBody>
          <a:bodyPr spcFirstLastPara="1" wrap="square" lIns="91425" tIns="45700" rIns="91425" bIns="45700" anchor="ctr" anchorCtr="0">
            <a:normAutofit/>
          </a:bodyPr>
          <a:lstStyle/>
          <a:p>
            <a:pPr marL="228600" lvl="0" indent="-228600" algn="l" rtl="0">
              <a:lnSpc>
                <a:spcPct val="90000"/>
              </a:lnSpc>
              <a:spcBef>
                <a:spcPts val="0"/>
              </a:spcBef>
              <a:spcAft>
                <a:spcPts val="0"/>
              </a:spcAft>
              <a:buClr>
                <a:schemeClr val="lt1"/>
              </a:buClr>
              <a:buSzPts val="2000"/>
              <a:buChar char="•"/>
            </a:pPr>
            <a:r>
              <a:rPr lang="en-AU" sz="2000" dirty="0"/>
              <a:t>Egyptian society was structured like a pyramid. The few at the top of society had power and influence. There were many people at the bottom who had no power and influence and were ruled by those above them. </a:t>
            </a:r>
            <a:endParaRPr dirty="0"/>
          </a:p>
          <a:p>
            <a:pPr marL="228600" lvl="0" indent="-228600" algn="l" rtl="0">
              <a:lnSpc>
                <a:spcPct val="90000"/>
              </a:lnSpc>
              <a:spcBef>
                <a:spcPts val="1000"/>
              </a:spcBef>
              <a:spcAft>
                <a:spcPts val="0"/>
              </a:spcAft>
              <a:buClr>
                <a:schemeClr val="lt1"/>
              </a:buClr>
              <a:buSzPts val="2000"/>
              <a:buChar char="•"/>
            </a:pPr>
            <a:r>
              <a:rPr lang="en-AU" sz="2000" dirty="0"/>
              <a:t>The way people lived also depended on their position in society. </a:t>
            </a:r>
            <a:endParaRPr dirty="0"/>
          </a:p>
          <a:p>
            <a:pPr marL="228600" lvl="0" indent="-228600" algn="l" rtl="0">
              <a:lnSpc>
                <a:spcPct val="90000"/>
              </a:lnSpc>
              <a:spcBef>
                <a:spcPts val="1000"/>
              </a:spcBef>
              <a:spcAft>
                <a:spcPts val="0"/>
              </a:spcAft>
              <a:buClr>
                <a:schemeClr val="lt1"/>
              </a:buClr>
              <a:buSzPts val="2000"/>
              <a:buChar char="•"/>
            </a:pPr>
            <a:r>
              <a:rPr lang="en-AU" sz="2000" dirty="0"/>
              <a:t>Those at the top were rich, powerful and influential. They owned houses and land, and controlled a lot of people. </a:t>
            </a:r>
            <a:endParaRPr dirty="0"/>
          </a:p>
          <a:p>
            <a:pPr marL="228600" lvl="0" indent="-228600" algn="l" rtl="0">
              <a:lnSpc>
                <a:spcPct val="90000"/>
              </a:lnSpc>
              <a:spcBef>
                <a:spcPts val="1000"/>
              </a:spcBef>
              <a:spcAft>
                <a:spcPts val="0"/>
              </a:spcAft>
              <a:buClr>
                <a:schemeClr val="lt1"/>
              </a:buClr>
              <a:buSzPts val="2000"/>
              <a:buChar char="•"/>
            </a:pPr>
            <a:r>
              <a:rPr lang="en-AU" sz="2000" dirty="0"/>
              <a:t>Those at the lower end were usually poor and worked hard for the people above them. </a:t>
            </a:r>
            <a:endParaRPr dirty="0"/>
          </a:p>
        </p:txBody>
      </p:sp>
      <p:sp>
        <p:nvSpPr>
          <p:cNvPr id="2" name="Isosceles Triangle 1">
            <a:extLst>
              <a:ext uri="{FF2B5EF4-FFF2-40B4-BE49-F238E27FC236}">
                <a16:creationId xmlns:a16="http://schemas.microsoft.com/office/drawing/2014/main" id="{97EBD87E-5C45-4438-AA24-00BC8889D5AC}"/>
              </a:ext>
            </a:extLst>
          </p:cNvPr>
          <p:cNvSpPr/>
          <p:nvPr/>
        </p:nvSpPr>
        <p:spPr>
          <a:xfrm>
            <a:off x="8708124" y="4973540"/>
            <a:ext cx="1846555" cy="142930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3"/>
          <p:cNvSpPr txBox="1">
            <a:spLocks noGrp="1"/>
          </p:cNvSpPr>
          <p:nvPr>
            <p:ph type="title"/>
          </p:nvPr>
        </p:nvSpPr>
        <p:spPr>
          <a:xfrm>
            <a:off x="680321" y="753228"/>
            <a:ext cx="9613861" cy="108093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600"/>
              <a:buFont typeface="Trebuchet MS"/>
              <a:buNone/>
            </a:pPr>
            <a:r>
              <a:rPr lang="en-AU"/>
              <a:t>Status</a:t>
            </a:r>
            <a:endParaRPr/>
          </a:p>
        </p:txBody>
      </p:sp>
      <p:sp>
        <p:nvSpPr>
          <p:cNvPr id="224" name="Google Shape;224;p3"/>
          <p:cNvSpPr txBox="1">
            <a:spLocks noGrp="1"/>
          </p:cNvSpPr>
          <p:nvPr>
            <p:ph type="body" idx="1"/>
          </p:nvPr>
        </p:nvSpPr>
        <p:spPr>
          <a:xfrm>
            <a:off x="680321" y="2177075"/>
            <a:ext cx="9613861" cy="3599316"/>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lt1"/>
              </a:buClr>
              <a:buSzPts val="2400"/>
              <a:buChar char="•"/>
            </a:pPr>
            <a:r>
              <a:rPr lang="en-AU" dirty="0"/>
              <a:t>A person’s place in society was determined by their family background, age and gender. Men usually did the jobs that their fathers did.  </a:t>
            </a:r>
            <a:endParaRPr dirty="0"/>
          </a:p>
          <a:p>
            <a:pPr marL="228600" lvl="0" indent="-228600" algn="l" rtl="0">
              <a:lnSpc>
                <a:spcPct val="90000"/>
              </a:lnSpc>
              <a:spcBef>
                <a:spcPts val="1000"/>
              </a:spcBef>
              <a:spcAft>
                <a:spcPts val="0"/>
              </a:spcAft>
              <a:buClr>
                <a:schemeClr val="lt1"/>
              </a:buClr>
              <a:buSzPts val="2400"/>
              <a:buChar char="•"/>
            </a:pPr>
            <a:r>
              <a:rPr lang="en-AU" dirty="0"/>
              <a:t>Your social status was fixed. Usually people did not move from lower to higher class. On very rare occasions, people might move to a higher class if they had lots of skills, gained an education or if they married someone of a higher class. </a:t>
            </a:r>
            <a:endParaRPr dirty="0"/>
          </a:p>
          <a:p>
            <a:pPr marL="228600" lvl="0" indent="-76200" algn="l" rtl="0">
              <a:lnSpc>
                <a:spcPct val="90000"/>
              </a:lnSpc>
              <a:spcBef>
                <a:spcPts val="1000"/>
              </a:spcBef>
              <a:spcAft>
                <a:spcPts val="0"/>
              </a:spcAft>
              <a:buClr>
                <a:schemeClr val="lt1"/>
              </a:buClr>
              <a:buSzPts val="2400"/>
              <a:buNone/>
            </a:pPr>
            <a:endParaRPr u="sng" dirty="0"/>
          </a:p>
          <a:p>
            <a:pPr marL="228600" lvl="0" indent="-228600" algn="l" rtl="0">
              <a:lnSpc>
                <a:spcPct val="90000"/>
              </a:lnSpc>
              <a:spcBef>
                <a:spcPts val="1000"/>
              </a:spcBef>
              <a:spcAft>
                <a:spcPts val="0"/>
              </a:spcAft>
              <a:buClr>
                <a:schemeClr val="lt1"/>
              </a:buClr>
              <a:buSzPts val="2400"/>
              <a:buChar char="•"/>
            </a:pPr>
            <a:r>
              <a:rPr lang="en-AU" u="sng" dirty="0"/>
              <a:t>QUESTION: </a:t>
            </a:r>
            <a:r>
              <a:rPr lang="en-AU" b="1" dirty="0"/>
              <a:t>Where on the pyramid would you have liked to sit in Ancient Egypt? Why? </a:t>
            </a:r>
            <a:endParaRPr u="sng"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067DC-710A-46FB-B7B2-360AD49F9E97}"/>
              </a:ext>
            </a:extLst>
          </p:cNvPr>
          <p:cNvSpPr>
            <a:spLocks noGrp="1"/>
          </p:cNvSpPr>
          <p:nvPr>
            <p:ph type="title"/>
          </p:nvPr>
        </p:nvSpPr>
        <p:spPr/>
        <p:txBody>
          <a:bodyPr/>
          <a:lstStyle/>
          <a:p>
            <a:r>
              <a:rPr lang="en-AU" dirty="0"/>
              <a:t>Activities  </a:t>
            </a:r>
          </a:p>
        </p:txBody>
      </p:sp>
      <p:sp>
        <p:nvSpPr>
          <p:cNvPr id="3" name="Text Placeholder 2">
            <a:extLst>
              <a:ext uri="{FF2B5EF4-FFF2-40B4-BE49-F238E27FC236}">
                <a16:creationId xmlns:a16="http://schemas.microsoft.com/office/drawing/2014/main" id="{AE52F7F1-9DA7-4E7C-B56F-55DDF92C5F3A}"/>
              </a:ext>
            </a:extLst>
          </p:cNvPr>
          <p:cNvSpPr>
            <a:spLocks noGrp="1"/>
          </p:cNvSpPr>
          <p:nvPr>
            <p:ph type="body" idx="1"/>
          </p:nvPr>
        </p:nvSpPr>
        <p:spPr/>
        <p:txBody>
          <a:bodyPr/>
          <a:lstStyle/>
          <a:p>
            <a:pPr marL="571500" indent="-457200">
              <a:buFont typeface="+mj-lt"/>
              <a:buAutoNum type="arabicPeriod"/>
            </a:pPr>
            <a:r>
              <a:rPr lang="en-AU" dirty="0"/>
              <a:t>Add the following word and definition to the glossary in your HASS book: </a:t>
            </a:r>
          </a:p>
          <a:p>
            <a:pPr lvl="1"/>
            <a:r>
              <a:rPr lang="en-AU" dirty="0"/>
              <a:t>Hierarchy: a system where members of society are ranked according to their level of status or authority. </a:t>
            </a:r>
          </a:p>
          <a:p>
            <a:pPr lvl="1"/>
            <a:endParaRPr lang="en-AU" dirty="0"/>
          </a:p>
          <a:p>
            <a:pPr marL="571500" indent="-457200">
              <a:buFont typeface="+mj-lt"/>
              <a:buAutoNum type="arabicPeriod"/>
            </a:pPr>
            <a:r>
              <a:rPr lang="en-AU" dirty="0"/>
              <a:t>If Narrogin SHS was to be structured as a hierarchy, how would it look? Draw onto the pyramid on your worksheet. </a:t>
            </a:r>
          </a:p>
        </p:txBody>
      </p:sp>
    </p:spTree>
    <p:extLst>
      <p:ext uri="{BB962C8B-B14F-4D97-AF65-F5344CB8AC3E}">
        <p14:creationId xmlns:p14="http://schemas.microsoft.com/office/powerpoint/2010/main" val="22640125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4"/>
          <p:cNvSpPr txBox="1">
            <a:spLocks noGrp="1"/>
          </p:cNvSpPr>
          <p:nvPr>
            <p:ph type="title"/>
          </p:nvPr>
        </p:nvSpPr>
        <p:spPr>
          <a:xfrm>
            <a:off x="680321" y="753228"/>
            <a:ext cx="9613861" cy="108093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600"/>
              <a:buFont typeface="Trebuchet MS"/>
              <a:buNone/>
            </a:pPr>
            <a:endParaRPr/>
          </a:p>
        </p:txBody>
      </p:sp>
      <p:sp>
        <p:nvSpPr>
          <p:cNvPr id="230" name="Google Shape;230;p4"/>
          <p:cNvSpPr txBox="1"/>
          <p:nvPr/>
        </p:nvSpPr>
        <p:spPr>
          <a:xfrm>
            <a:off x="7877575" y="2108446"/>
            <a:ext cx="3162300" cy="424727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AU" sz="1800" dirty="0">
                <a:solidFill>
                  <a:schemeClr val="lt1"/>
                </a:solidFill>
                <a:latin typeface="Trebuchet MS"/>
                <a:ea typeface="Trebuchet MS"/>
                <a:cs typeface="Trebuchet MS"/>
                <a:sym typeface="Trebuchet MS"/>
              </a:rPr>
              <a:t>Use p. 227 of the Year 7 Oxford Humanities and Social Sciences book to label the social hierarchy on your page. </a:t>
            </a:r>
          </a:p>
          <a:p>
            <a:pPr marL="0" marR="0" lvl="0" indent="0" algn="l" rtl="0">
              <a:spcBef>
                <a:spcPts val="0"/>
              </a:spcBef>
              <a:spcAft>
                <a:spcPts val="0"/>
              </a:spcAft>
              <a:buNone/>
            </a:pPr>
            <a:endParaRPr lang="en-AU" sz="1800" dirty="0">
              <a:solidFill>
                <a:schemeClr val="lt1"/>
              </a:solidFill>
              <a:latin typeface="Trebuchet MS"/>
              <a:ea typeface="Trebuchet MS"/>
              <a:cs typeface="Trebuchet MS"/>
              <a:sym typeface="Trebuchet MS"/>
            </a:endParaRPr>
          </a:p>
          <a:p>
            <a:pPr marL="0" marR="0" lvl="0" indent="0" algn="l" rtl="0">
              <a:spcBef>
                <a:spcPts val="0"/>
              </a:spcBef>
              <a:spcAft>
                <a:spcPts val="0"/>
              </a:spcAft>
              <a:buNone/>
            </a:pPr>
            <a:r>
              <a:rPr lang="en-AU" sz="1800" dirty="0">
                <a:solidFill>
                  <a:schemeClr val="lt1"/>
                </a:solidFill>
                <a:latin typeface="Trebuchet MS"/>
                <a:ea typeface="Trebuchet MS"/>
                <a:cs typeface="Trebuchet MS"/>
                <a:sym typeface="Trebuchet MS"/>
              </a:rPr>
              <a:t>For each group in society, you might want to draw a symbol to represent them e.g. for a priest you may put the cross symbol, or for a scribe draw a pencil. </a:t>
            </a:r>
          </a:p>
          <a:p>
            <a:pPr marL="0" marR="0" lvl="0" indent="0" algn="l" rtl="0">
              <a:spcBef>
                <a:spcPts val="0"/>
              </a:spcBef>
              <a:spcAft>
                <a:spcPts val="0"/>
              </a:spcAft>
              <a:buNone/>
            </a:pPr>
            <a:endParaRPr lang="en-AU" sz="1800" dirty="0">
              <a:solidFill>
                <a:schemeClr val="lt1"/>
              </a:solidFill>
              <a:latin typeface="Trebuchet MS"/>
              <a:ea typeface="Trebuchet MS"/>
              <a:cs typeface="Trebuchet MS"/>
              <a:sym typeface="Trebuchet MS"/>
            </a:endParaRPr>
          </a:p>
          <a:p>
            <a:pPr marL="0" marR="0" lvl="0" indent="0" algn="l" rtl="0">
              <a:spcBef>
                <a:spcPts val="0"/>
              </a:spcBef>
              <a:spcAft>
                <a:spcPts val="0"/>
              </a:spcAft>
              <a:buNone/>
            </a:pPr>
            <a:r>
              <a:rPr lang="en-AU" sz="1800" dirty="0">
                <a:solidFill>
                  <a:schemeClr val="lt1"/>
                </a:solidFill>
                <a:latin typeface="Trebuchet MS"/>
                <a:ea typeface="Trebuchet MS"/>
                <a:cs typeface="Trebuchet MS"/>
                <a:sym typeface="Trebuchet MS"/>
              </a:rPr>
              <a:t>Then use it to fill in the table. </a:t>
            </a:r>
            <a:endParaRPr sz="1800" dirty="0">
              <a:solidFill>
                <a:schemeClr val="lt1"/>
              </a:solidFill>
              <a:latin typeface="Trebuchet MS"/>
              <a:ea typeface="Trebuchet MS"/>
              <a:cs typeface="Trebuchet MS"/>
              <a:sym typeface="Trebuchet MS"/>
            </a:endParaRPr>
          </a:p>
        </p:txBody>
      </p:sp>
      <p:pic>
        <p:nvPicPr>
          <p:cNvPr id="231" name="Google Shape;231;p4"/>
          <p:cNvPicPr preferRelativeResize="0"/>
          <p:nvPr/>
        </p:nvPicPr>
        <p:blipFill>
          <a:blip r:embed="rId3">
            <a:alphaModFix/>
          </a:blip>
          <a:stretch>
            <a:fillRect/>
          </a:stretch>
        </p:blipFill>
        <p:spPr>
          <a:xfrm>
            <a:off x="116195" y="0"/>
            <a:ext cx="7237599" cy="68580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27436-5D2E-4C37-8742-590BAC2A1154}"/>
              </a:ext>
            </a:extLst>
          </p:cNvPr>
          <p:cNvSpPr>
            <a:spLocks noGrp="1"/>
          </p:cNvSpPr>
          <p:nvPr>
            <p:ph type="title"/>
          </p:nvPr>
        </p:nvSpPr>
        <p:spPr/>
        <p:txBody>
          <a:bodyPr/>
          <a:lstStyle/>
          <a:p>
            <a:r>
              <a:rPr lang="en-AU" dirty="0"/>
              <a:t>Questions</a:t>
            </a:r>
          </a:p>
        </p:txBody>
      </p:sp>
      <p:sp>
        <p:nvSpPr>
          <p:cNvPr id="3" name="Text Placeholder 2">
            <a:extLst>
              <a:ext uri="{FF2B5EF4-FFF2-40B4-BE49-F238E27FC236}">
                <a16:creationId xmlns:a16="http://schemas.microsoft.com/office/drawing/2014/main" id="{FECC9E7D-758C-40CC-95EA-F63A8EEC33DF}"/>
              </a:ext>
            </a:extLst>
          </p:cNvPr>
          <p:cNvSpPr>
            <a:spLocks noGrp="1"/>
          </p:cNvSpPr>
          <p:nvPr>
            <p:ph type="body" idx="1"/>
          </p:nvPr>
        </p:nvSpPr>
        <p:spPr/>
        <p:txBody>
          <a:bodyPr>
            <a:normAutofit/>
          </a:bodyPr>
          <a:lstStyle/>
          <a:p>
            <a:pPr marL="114300" indent="0">
              <a:buNone/>
            </a:pPr>
            <a:r>
              <a:rPr lang="en-US"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Now read </a:t>
            </a:r>
            <a:r>
              <a:rPr lang="en-US" sz="18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 232 – 233</a:t>
            </a:r>
            <a:r>
              <a:rPr lang="en-US"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of the Oxford Year 7 Textbook and answer the following questions (using full sentences) in your HASS book:</a:t>
            </a:r>
          </a:p>
          <a:p>
            <a:pPr marL="114300" indent="0">
              <a:buNone/>
            </a:pPr>
            <a:r>
              <a:rPr lang="en-US"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mj-lt"/>
              <a:buAutoNum type="arabicPeriod"/>
            </a:pPr>
            <a:r>
              <a:rPr lang="en-US"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How might a farmer’s social role change if he learnt to read and write? </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mj-lt"/>
              <a:buAutoNum type="arabicPeriod"/>
            </a:pPr>
            <a:r>
              <a:rPr lang="en-US"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Outline the type of lives that most slaves in ancient Egypt could expect to live. What types of duties were they expected to carry out?</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mj-lt"/>
              <a:buAutoNum type="arabicPeriod"/>
            </a:pPr>
            <a:r>
              <a:rPr lang="en-US"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List three important responsibilities that scribes would have had in ancient Egyptian society. Why has their work been so important to our understanding of ancient Egypt today? </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mj-lt"/>
              <a:buAutoNum type="arabicPeriod"/>
            </a:pPr>
            <a:r>
              <a:rPr lang="en-US"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State which group you would prefer to be in. Explain why you have chosen this group. </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313348"/>
      </p:ext>
    </p:extLst>
  </p:cSld>
  <p:clrMapOvr>
    <a:masterClrMapping/>
  </p:clrMapOvr>
</p:sld>
</file>

<file path=ppt/theme/theme1.xml><?xml version="1.0" encoding="utf-8"?>
<a:theme xmlns:a="http://schemas.openxmlformats.org/drawingml/2006/main" name="Berlin">
  <a:themeElements>
    <a:clrScheme name="Berlin">
      <a:dk1>
        <a:srgbClr val="000000"/>
      </a:dk1>
      <a:lt1>
        <a:srgbClr val="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TotalTime>
  <Words>546</Words>
  <Application>Microsoft Office PowerPoint</Application>
  <PresentationFormat>Widescreen</PresentationFormat>
  <Paragraphs>37</Paragraphs>
  <Slides>7</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Trebuchet MS</vt:lpstr>
      <vt:lpstr>Berlin</vt:lpstr>
      <vt:lpstr>Ancient Egyptian Society</vt:lpstr>
      <vt:lpstr>Learning Intention &amp; Success Criteria Write these onto your worksheet. </vt:lpstr>
      <vt:lpstr>Egyptian Society: Structure Use the information on the slide below to fill the gaps on your worksheet. </vt:lpstr>
      <vt:lpstr>Status</vt:lpstr>
      <vt:lpstr>Activities  </vt:lpstr>
      <vt:lpstr>PowerPoint Presentation</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Ancient Egyptian Society</dc:title>
  <dc:creator>Felgate, Lisa</dc:creator>
  <cp:lastModifiedBy>FLAVEL Carly [Narrogin Senior High School]</cp:lastModifiedBy>
  <cp:revision>6</cp:revision>
  <dcterms:created xsi:type="dcterms:W3CDTF">2020-03-15T14:16:12Z</dcterms:created>
  <dcterms:modified xsi:type="dcterms:W3CDTF">2022-08-26T09:05:49Z</dcterms:modified>
</cp:coreProperties>
</file>