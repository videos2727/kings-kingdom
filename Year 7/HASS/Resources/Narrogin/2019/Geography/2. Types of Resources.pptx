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9" r:id="rId4"/>
    <p:sldId id="270" r:id="rId5"/>
    <p:sldId id="264" r:id="rId6"/>
    <p:sldId id="259" r:id="rId7"/>
    <p:sldId id="260" r:id="rId8"/>
    <p:sldId id="265" r:id="rId9"/>
    <p:sldId id="268" r:id="rId10"/>
    <p:sldId id="27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C4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>
      <p:cViewPr varScale="1">
        <p:scale>
          <a:sx n="64" d="100"/>
          <a:sy n="64" d="100"/>
        </p:scale>
        <p:origin x="106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3416C-2274-4397-9FBD-CA92146027F1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8DAEE-8414-497B-AED5-7C75CA17A4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913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 – Card Sort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881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What is a natural Resource?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AU" dirty="0" smtClean="0"/>
              <a:t> The most common categories of natural resources are minerals (such as gold and tin) and energy resources (such as coal and oil). </a:t>
            </a:r>
          </a:p>
          <a:p>
            <a:r>
              <a:rPr lang="en-AU" dirty="0" smtClean="0"/>
              <a:t>The air, forests and oceans can also be classified as natural resources. </a:t>
            </a:r>
          </a:p>
          <a:p>
            <a:r>
              <a:rPr lang="en-AU" dirty="0" smtClean="0"/>
              <a:t>Natural resources change in value over time, depending on what a society most needs or considers most valuable. 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090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What is a natural Resource?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AU" dirty="0" smtClean="0"/>
              <a:t> The most common categories of natural resources are minerals (such as gold and tin) and energy resources (such as coal and oil). </a:t>
            </a:r>
          </a:p>
          <a:p>
            <a:r>
              <a:rPr lang="en-AU" dirty="0" smtClean="0"/>
              <a:t>The air, forests and oceans can also be classified as natural resources. </a:t>
            </a:r>
          </a:p>
          <a:p>
            <a:r>
              <a:rPr lang="en-AU" dirty="0" smtClean="0"/>
              <a:t>Natural resources change in value over time, depending on what a society most needs or considers most valuable. 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9761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 smtClean="0"/>
              <a:t>What is a natural Resource?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r>
              <a:rPr lang="en-AU" dirty="0" smtClean="0"/>
              <a:t> The most common categories of natural resources are minerals (such as gold and tin) and energy resources (such as coal and oil). </a:t>
            </a:r>
          </a:p>
          <a:p>
            <a:r>
              <a:rPr lang="en-AU" dirty="0" smtClean="0"/>
              <a:t>The air, forests and oceans can also be classified as natural resources. </a:t>
            </a:r>
          </a:p>
          <a:p>
            <a:r>
              <a:rPr lang="en-AU" dirty="0" smtClean="0"/>
              <a:t>Natural resources change in value over time, depending on what a society most needs or considers most valuable. 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 smtClean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3820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How</a:t>
            </a:r>
            <a:r>
              <a:rPr lang="en-AU" baseline="0" dirty="0" smtClean="0"/>
              <a:t> do we categorise them?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947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DAEE-8414-497B-AED5-7C75CA17A4B8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112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079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46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153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199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4388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319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405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240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460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118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622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FE70C-4128-4788-A498-A7C11BF9B0FF}" type="datetimeFigureOut">
              <a:rPr lang="en-AU" smtClean="0"/>
              <a:t>12/02/2020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00FDF9-91C0-42CB-80E1-82520B4AE6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21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nSENolWbyYQ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Water in the World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b="1" dirty="0">
              <a:solidFill>
                <a:schemeClr val="tx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8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This term we will be looking at water, how we use it and why its valuable to us.</a:t>
            </a:r>
          </a:p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- We will develop your ideas about and understanding of the environment. </a:t>
            </a:r>
          </a:p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- We look at how different people value the environment and water</a:t>
            </a:r>
          </a:p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- We look at case studies in Australia, Asia and North Africa.</a:t>
            </a:r>
            <a:endParaRPr lang="en-AU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30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Natural Resources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dirty="0" smtClean="0">
                <a:latin typeface="Book Antiqua" pitchFamily="18" charset="0"/>
              </a:rPr>
              <a:t>A natural </a:t>
            </a:r>
            <a:r>
              <a:rPr lang="en-AU" dirty="0" smtClean="0">
                <a:latin typeface="Book Antiqua" pitchFamily="18" charset="0"/>
              </a:rPr>
              <a:t>resource</a:t>
            </a:r>
            <a:r>
              <a:rPr lang="en-AU" dirty="0" smtClean="0">
                <a:latin typeface="Book Antiqua" pitchFamily="18" charset="0"/>
              </a:rPr>
              <a:t> is any kind of substance in its natural form which is needed and wanted by humans.</a:t>
            </a:r>
          </a:p>
          <a:p>
            <a:pPr marL="0" indent="0" algn="ctr">
              <a:buNone/>
            </a:pPr>
            <a:endParaRPr lang="en-AU" dirty="0">
              <a:latin typeface="Book Antiqua" pitchFamily="18" charset="0"/>
            </a:endParaRPr>
          </a:p>
          <a:p>
            <a:pPr marL="0" indent="0" algn="ctr">
              <a:buNone/>
            </a:pPr>
            <a:endParaRPr lang="en-AU" dirty="0" smtClean="0">
              <a:latin typeface="Book Antiqua" pitchFamily="18" charset="0"/>
            </a:endParaRPr>
          </a:p>
        </p:txBody>
      </p:sp>
      <p:sp>
        <p:nvSpPr>
          <p:cNvPr id="6" name="Shape 296"/>
          <p:cNvSpPr/>
          <p:nvPr/>
        </p:nvSpPr>
        <p:spPr>
          <a:xfrm>
            <a:off x="7989464" y="759840"/>
            <a:ext cx="939279" cy="894855"/>
          </a:xfrm>
          <a:custGeom>
            <a:avLst/>
            <a:gdLst/>
            <a:ahLst/>
            <a:cxnLst/>
            <a:rect l="0" t="0" r="0" b="0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7" name="Shape 274"/>
          <p:cNvSpPr/>
          <p:nvPr/>
        </p:nvSpPr>
        <p:spPr>
          <a:xfrm>
            <a:off x="6909583" y="190846"/>
            <a:ext cx="1050786" cy="1463849"/>
          </a:xfrm>
          <a:custGeom>
            <a:avLst/>
            <a:gdLst/>
            <a:ahLst/>
            <a:cxnLst/>
            <a:rect l="0" t="0" r="0" b="0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23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Natural Resources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dirty="0" smtClean="0">
                <a:latin typeface="Book Antiqua" pitchFamily="18" charset="0"/>
              </a:rPr>
              <a:t>A natural resources is any kind of substance in its natural form which is needed and wanted by humans.</a:t>
            </a:r>
          </a:p>
          <a:p>
            <a:pPr marL="0" indent="0" algn="ctr">
              <a:buNone/>
            </a:pPr>
            <a:endParaRPr lang="en-AU" dirty="0">
              <a:latin typeface="Book Antiqua" pitchFamily="18" charset="0"/>
            </a:endParaRPr>
          </a:p>
          <a:p>
            <a:pPr marL="0" indent="0" algn="ctr">
              <a:buNone/>
            </a:pPr>
            <a:endParaRPr lang="en-AU" dirty="0" smtClean="0">
              <a:latin typeface="Book Antiqua" pitchFamily="18" charset="0"/>
            </a:endParaRPr>
          </a:p>
          <a:p>
            <a:pPr marL="0" indent="0" algn="ctr">
              <a:buNone/>
            </a:pPr>
            <a:r>
              <a:rPr lang="en-AU" dirty="0" smtClean="0">
                <a:latin typeface="Book Antiqua" pitchFamily="18" charset="0"/>
              </a:rPr>
              <a:t>Challenge; List as many natural resources as you can! You have 1 minute!</a:t>
            </a:r>
          </a:p>
        </p:txBody>
      </p:sp>
      <p:sp>
        <p:nvSpPr>
          <p:cNvPr id="6" name="Shape 296"/>
          <p:cNvSpPr/>
          <p:nvPr/>
        </p:nvSpPr>
        <p:spPr>
          <a:xfrm>
            <a:off x="7989464" y="759840"/>
            <a:ext cx="939279" cy="894855"/>
          </a:xfrm>
          <a:custGeom>
            <a:avLst/>
            <a:gdLst/>
            <a:ahLst/>
            <a:cxnLst/>
            <a:rect l="0" t="0" r="0" b="0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7" name="Shape 274"/>
          <p:cNvSpPr/>
          <p:nvPr/>
        </p:nvSpPr>
        <p:spPr>
          <a:xfrm>
            <a:off x="6909583" y="190846"/>
            <a:ext cx="1050786" cy="1463849"/>
          </a:xfrm>
          <a:custGeom>
            <a:avLst/>
            <a:gdLst/>
            <a:ahLst/>
            <a:cxnLst/>
            <a:rect l="0" t="0" r="0" b="0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8" name="Shape 301"/>
          <p:cNvSpPr/>
          <p:nvPr/>
        </p:nvSpPr>
        <p:spPr>
          <a:xfrm>
            <a:off x="445244" y="5157192"/>
            <a:ext cx="1152128" cy="1337395"/>
          </a:xfrm>
          <a:custGeom>
            <a:avLst/>
            <a:gdLst/>
            <a:ahLst/>
            <a:cxnLst/>
            <a:rect l="0" t="0" r="0" b="0"/>
            <a:pathLst>
              <a:path w="17618" h="17812" extrusionOk="0">
                <a:moveTo>
                  <a:pt x="8785" y="3553"/>
                </a:moveTo>
                <a:lnTo>
                  <a:pt x="8931" y="3845"/>
                </a:lnTo>
                <a:lnTo>
                  <a:pt x="9052" y="4137"/>
                </a:lnTo>
                <a:lnTo>
                  <a:pt x="9223" y="4453"/>
                </a:lnTo>
                <a:lnTo>
                  <a:pt x="9198" y="4502"/>
                </a:lnTo>
                <a:lnTo>
                  <a:pt x="9198" y="4551"/>
                </a:lnTo>
                <a:lnTo>
                  <a:pt x="9223" y="4599"/>
                </a:lnTo>
                <a:lnTo>
                  <a:pt x="9247" y="4624"/>
                </a:lnTo>
                <a:lnTo>
                  <a:pt x="9393" y="4721"/>
                </a:lnTo>
                <a:lnTo>
                  <a:pt x="9539" y="4794"/>
                </a:lnTo>
                <a:lnTo>
                  <a:pt x="9685" y="4842"/>
                </a:lnTo>
                <a:lnTo>
                  <a:pt x="9855" y="4891"/>
                </a:lnTo>
                <a:lnTo>
                  <a:pt x="10220" y="4940"/>
                </a:lnTo>
                <a:lnTo>
                  <a:pt x="10561" y="4988"/>
                </a:lnTo>
                <a:lnTo>
                  <a:pt x="10366" y="5110"/>
                </a:lnTo>
                <a:lnTo>
                  <a:pt x="10172" y="5256"/>
                </a:lnTo>
                <a:lnTo>
                  <a:pt x="10001" y="5378"/>
                </a:lnTo>
                <a:lnTo>
                  <a:pt x="9831" y="5524"/>
                </a:lnTo>
                <a:lnTo>
                  <a:pt x="9734" y="5548"/>
                </a:lnTo>
                <a:lnTo>
                  <a:pt x="9661" y="5572"/>
                </a:lnTo>
                <a:lnTo>
                  <a:pt x="9612" y="5645"/>
                </a:lnTo>
                <a:lnTo>
                  <a:pt x="9588" y="5743"/>
                </a:lnTo>
                <a:lnTo>
                  <a:pt x="9588" y="5962"/>
                </a:lnTo>
                <a:lnTo>
                  <a:pt x="9636" y="6156"/>
                </a:lnTo>
                <a:lnTo>
                  <a:pt x="9758" y="6570"/>
                </a:lnTo>
                <a:lnTo>
                  <a:pt x="9831" y="6911"/>
                </a:lnTo>
                <a:lnTo>
                  <a:pt x="9831" y="6911"/>
                </a:lnTo>
                <a:lnTo>
                  <a:pt x="9466" y="6740"/>
                </a:lnTo>
                <a:lnTo>
                  <a:pt x="9125" y="6546"/>
                </a:lnTo>
                <a:lnTo>
                  <a:pt x="8979" y="6473"/>
                </a:lnTo>
                <a:lnTo>
                  <a:pt x="8785" y="6400"/>
                </a:lnTo>
                <a:lnTo>
                  <a:pt x="8687" y="6400"/>
                </a:lnTo>
                <a:lnTo>
                  <a:pt x="8614" y="6473"/>
                </a:lnTo>
                <a:lnTo>
                  <a:pt x="8444" y="6497"/>
                </a:lnTo>
                <a:lnTo>
                  <a:pt x="8274" y="6570"/>
                </a:lnTo>
                <a:lnTo>
                  <a:pt x="7957" y="6765"/>
                </a:lnTo>
                <a:lnTo>
                  <a:pt x="7592" y="6984"/>
                </a:lnTo>
                <a:lnTo>
                  <a:pt x="7714" y="6351"/>
                </a:lnTo>
                <a:lnTo>
                  <a:pt x="7787" y="6083"/>
                </a:lnTo>
                <a:lnTo>
                  <a:pt x="7836" y="6083"/>
                </a:lnTo>
                <a:lnTo>
                  <a:pt x="7909" y="6059"/>
                </a:lnTo>
                <a:lnTo>
                  <a:pt x="7957" y="6035"/>
                </a:lnTo>
                <a:lnTo>
                  <a:pt x="8006" y="5986"/>
                </a:lnTo>
                <a:lnTo>
                  <a:pt x="8030" y="5937"/>
                </a:lnTo>
                <a:lnTo>
                  <a:pt x="8030" y="5889"/>
                </a:lnTo>
                <a:lnTo>
                  <a:pt x="8030" y="5816"/>
                </a:lnTo>
                <a:lnTo>
                  <a:pt x="8006" y="5767"/>
                </a:lnTo>
                <a:lnTo>
                  <a:pt x="7860" y="5572"/>
                </a:lnTo>
                <a:lnTo>
                  <a:pt x="7690" y="5426"/>
                </a:lnTo>
                <a:lnTo>
                  <a:pt x="7300" y="5159"/>
                </a:lnTo>
                <a:lnTo>
                  <a:pt x="6960" y="4915"/>
                </a:lnTo>
                <a:lnTo>
                  <a:pt x="7057" y="4915"/>
                </a:lnTo>
                <a:lnTo>
                  <a:pt x="7325" y="4867"/>
                </a:lnTo>
                <a:lnTo>
                  <a:pt x="7592" y="4818"/>
                </a:lnTo>
                <a:lnTo>
                  <a:pt x="7884" y="4745"/>
                </a:lnTo>
                <a:lnTo>
                  <a:pt x="8006" y="4721"/>
                </a:lnTo>
                <a:lnTo>
                  <a:pt x="8128" y="4648"/>
                </a:lnTo>
                <a:lnTo>
                  <a:pt x="8201" y="4599"/>
                </a:lnTo>
                <a:lnTo>
                  <a:pt x="8225" y="4526"/>
                </a:lnTo>
                <a:lnTo>
                  <a:pt x="8298" y="4453"/>
                </a:lnTo>
                <a:lnTo>
                  <a:pt x="8371" y="4380"/>
                </a:lnTo>
                <a:lnTo>
                  <a:pt x="8493" y="4186"/>
                </a:lnTo>
                <a:lnTo>
                  <a:pt x="8663" y="3821"/>
                </a:lnTo>
                <a:lnTo>
                  <a:pt x="8785" y="3553"/>
                </a:lnTo>
                <a:close/>
                <a:moveTo>
                  <a:pt x="8712" y="3042"/>
                </a:moveTo>
                <a:lnTo>
                  <a:pt x="8614" y="3091"/>
                </a:lnTo>
                <a:lnTo>
                  <a:pt x="8541" y="3139"/>
                </a:lnTo>
                <a:lnTo>
                  <a:pt x="8468" y="3237"/>
                </a:lnTo>
                <a:lnTo>
                  <a:pt x="8347" y="3431"/>
                </a:lnTo>
                <a:lnTo>
                  <a:pt x="8274" y="3602"/>
                </a:lnTo>
                <a:lnTo>
                  <a:pt x="8152" y="3821"/>
                </a:lnTo>
                <a:lnTo>
                  <a:pt x="8006" y="4040"/>
                </a:lnTo>
                <a:lnTo>
                  <a:pt x="7909" y="4161"/>
                </a:lnTo>
                <a:lnTo>
                  <a:pt x="7860" y="4234"/>
                </a:lnTo>
                <a:lnTo>
                  <a:pt x="7811" y="4307"/>
                </a:lnTo>
                <a:lnTo>
                  <a:pt x="7617" y="4356"/>
                </a:lnTo>
                <a:lnTo>
                  <a:pt x="7398" y="4405"/>
                </a:lnTo>
                <a:lnTo>
                  <a:pt x="7008" y="4526"/>
                </a:lnTo>
                <a:lnTo>
                  <a:pt x="6643" y="4575"/>
                </a:lnTo>
                <a:lnTo>
                  <a:pt x="6546" y="4599"/>
                </a:lnTo>
                <a:lnTo>
                  <a:pt x="6449" y="4648"/>
                </a:lnTo>
                <a:lnTo>
                  <a:pt x="6400" y="4697"/>
                </a:lnTo>
                <a:lnTo>
                  <a:pt x="6376" y="4745"/>
                </a:lnTo>
                <a:lnTo>
                  <a:pt x="6400" y="4818"/>
                </a:lnTo>
                <a:lnTo>
                  <a:pt x="6449" y="4867"/>
                </a:lnTo>
                <a:lnTo>
                  <a:pt x="6449" y="4940"/>
                </a:lnTo>
                <a:lnTo>
                  <a:pt x="6497" y="5013"/>
                </a:lnTo>
                <a:lnTo>
                  <a:pt x="6619" y="5159"/>
                </a:lnTo>
                <a:lnTo>
                  <a:pt x="6741" y="5280"/>
                </a:lnTo>
                <a:lnTo>
                  <a:pt x="6887" y="5378"/>
                </a:lnTo>
                <a:lnTo>
                  <a:pt x="7495" y="5889"/>
                </a:lnTo>
                <a:lnTo>
                  <a:pt x="7446" y="5962"/>
                </a:lnTo>
                <a:lnTo>
                  <a:pt x="7398" y="6059"/>
                </a:lnTo>
                <a:lnTo>
                  <a:pt x="7325" y="6229"/>
                </a:lnTo>
                <a:lnTo>
                  <a:pt x="7179" y="6765"/>
                </a:lnTo>
                <a:lnTo>
                  <a:pt x="7057" y="7300"/>
                </a:lnTo>
                <a:lnTo>
                  <a:pt x="7057" y="7397"/>
                </a:lnTo>
                <a:lnTo>
                  <a:pt x="7106" y="7470"/>
                </a:lnTo>
                <a:lnTo>
                  <a:pt x="7154" y="7519"/>
                </a:lnTo>
                <a:lnTo>
                  <a:pt x="7203" y="7543"/>
                </a:lnTo>
                <a:lnTo>
                  <a:pt x="7276" y="7568"/>
                </a:lnTo>
                <a:lnTo>
                  <a:pt x="7349" y="7543"/>
                </a:lnTo>
                <a:lnTo>
                  <a:pt x="7422" y="7519"/>
                </a:lnTo>
                <a:lnTo>
                  <a:pt x="7471" y="7446"/>
                </a:lnTo>
                <a:lnTo>
                  <a:pt x="7617" y="7397"/>
                </a:lnTo>
                <a:lnTo>
                  <a:pt x="7763" y="7324"/>
                </a:lnTo>
                <a:lnTo>
                  <a:pt x="8030" y="7178"/>
                </a:lnTo>
                <a:lnTo>
                  <a:pt x="8371" y="7032"/>
                </a:lnTo>
                <a:lnTo>
                  <a:pt x="8541" y="6935"/>
                </a:lnTo>
                <a:lnTo>
                  <a:pt x="8712" y="6838"/>
                </a:lnTo>
                <a:lnTo>
                  <a:pt x="8736" y="6838"/>
                </a:lnTo>
                <a:lnTo>
                  <a:pt x="8833" y="6935"/>
                </a:lnTo>
                <a:lnTo>
                  <a:pt x="8955" y="7008"/>
                </a:lnTo>
                <a:lnTo>
                  <a:pt x="9174" y="7130"/>
                </a:lnTo>
                <a:lnTo>
                  <a:pt x="9369" y="7251"/>
                </a:lnTo>
                <a:lnTo>
                  <a:pt x="9612" y="7373"/>
                </a:lnTo>
                <a:lnTo>
                  <a:pt x="9855" y="7446"/>
                </a:lnTo>
                <a:lnTo>
                  <a:pt x="10074" y="7519"/>
                </a:lnTo>
                <a:lnTo>
                  <a:pt x="10147" y="7495"/>
                </a:lnTo>
                <a:lnTo>
                  <a:pt x="10220" y="7470"/>
                </a:lnTo>
                <a:lnTo>
                  <a:pt x="10269" y="7446"/>
                </a:lnTo>
                <a:lnTo>
                  <a:pt x="10293" y="7373"/>
                </a:lnTo>
                <a:lnTo>
                  <a:pt x="10293" y="7324"/>
                </a:lnTo>
                <a:lnTo>
                  <a:pt x="10293" y="7251"/>
                </a:lnTo>
                <a:lnTo>
                  <a:pt x="10293" y="7178"/>
                </a:lnTo>
                <a:lnTo>
                  <a:pt x="10245" y="7130"/>
                </a:lnTo>
                <a:lnTo>
                  <a:pt x="10269" y="7032"/>
                </a:lnTo>
                <a:lnTo>
                  <a:pt x="10269" y="6935"/>
                </a:lnTo>
                <a:lnTo>
                  <a:pt x="10245" y="6716"/>
                </a:lnTo>
                <a:lnTo>
                  <a:pt x="10196" y="6497"/>
                </a:lnTo>
                <a:lnTo>
                  <a:pt x="10123" y="6278"/>
                </a:lnTo>
                <a:lnTo>
                  <a:pt x="10074" y="6059"/>
                </a:lnTo>
                <a:lnTo>
                  <a:pt x="10050" y="5840"/>
                </a:lnTo>
                <a:lnTo>
                  <a:pt x="10293" y="5694"/>
                </a:lnTo>
                <a:lnTo>
                  <a:pt x="10537" y="5524"/>
                </a:lnTo>
                <a:lnTo>
                  <a:pt x="10683" y="5426"/>
                </a:lnTo>
                <a:lnTo>
                  <a:pt x="10829" y="5305"/>
                </a:lnTo>
                <a:lnTo>
                  <a:pt x="10975" y="5183"/>
                </a:lnTo>
                <a:lnTo>
                  <a:pt x="11096" y="5037"/>
                </a:lnTo>
                <a:lnTo>
                  <a:pt x="11121" y="4940"/>
                </a:lnTo>
                <a:lnTo>
                  <a:pt x="11096" y="4842"/>
                </a:lnTo>
                <a:lnTo>
                  <a:pt x="11121" y="4745"/>
                </a:lnTo>
                <a:lnTo>
                  <a:pt x="11072" y="4648"/>
                </a:lnTo>
                <a:lnTo>
                  <a:pt x="10999" y="4551"/>
                </a:lnTo>
                <a:lnTo>
                  <a:pt x="10950" y="4526"/>
                </a:lnTo>
                <a:lnTo>
                  <a:pt x="10877" y="4526"/>
                </a:lnTo>
                <a:lnTo>
                  <a:pt x="10610" y="4502"/>
                </a:lnTo>
                <a:lnTo>
                  <a:pt x="10318" y="4453"/>
                </a:lnTo>
                <a:lnTo>
                  <a:pt x="10026" y="4429"/>
                </a:lnTo>
                <a:lnTo>
                  <a:pt x="9734" y="4380"/>
                </a:lnTo>
                <a:lnTo>
                  <a:pt x="9709" y="4283"/>
                </a:lnTo>
                <a:lnTo>
                  <a:pt x="9490" y="3942"/>
                </a:lnTo>
                <a:lnTo>
                  <a:pt x="9296" y="3602"/>
                </a:lnTo>
                <a:lnTo>
                  <a:pt x="9150" y="3334"/>
                </a:lnTo>
                <a:lnTo>
                  <a:pt x="9052" y="3212"/>
                </a:lnTo>
                <a:lnTo>
                  <a:pt x="8979" y="3164"/>
                </a:lnTo>
                <a:lnTo>
                  <a:pt x="8906" y="3139"/>
                </a:lnTo>
                <a:lnTo>
                  <a:pt x="8882" y="3139"/>
                </a:lnTo>
                <a:lnTo>
                  <a:pt x="8858" y="3091"/>
                </a:lnTo>
                <a:lnTo>
                  <a:pt x="8785" y="3066"/>
                </a:lnTo>
                <a:lnTo>
                  <a:pt x="8712" y="3042"/>
                </a:lnTo>
                <a:close/>
                <a:moveTo>
                  <a:pt x="14430" y="2507"/>
                </a:moveTo>
                <a:lnTo>
                  <a:pt x="14576" y="2531"/>
                </a:lnTo>
                <a:lnTo>
                  <a:pt x="14868" y="2531"/>
                </a:lnTo>
                <a:lnTo>
                  <a:pt x="15403" y="2580"/>
                </a:lnTo>
                <a:lnTo>
                  <a:pt x="15695" y="2604"/>
                </a:lnTo>
                <a:lnTo>
                  <a:pt x="15987" y="2604"/>
                </a:lnTo>
                <a:lnTo>
                  <a:pt x="15890" y="2945"/>
                </a:lnTo>
                <a:lnTo>
                  <a:pt x="15865" y="3310"/>
                </a:lnTo>
                <a:lnTo>
                  <a:pt x="15817" y="3675"/>
                </a:lnTo>
                <a:lnTo>
                  <a:pt x="15768" y="4015"/>
                </a:lnTo>
                <a:lnTo>
                  <a:pt x="15671" y="4599"/>
                </a:lnTo>
                <a:lnTo>
                  <a:pt x="15500" y="5159"/>
                </a:lnTo>
                <a:lnTo>
                  <a:pt x="15306" y="5718"/>
                </a:lnTo>
                <a:lnTo>
                  <a:pt x="15184" y="5986"/>
                </a:lnTo>
                <a:lnTo>
                  <a:pt x="15062" y="6254"/>
                </a:lnTo>
                <a:lnTo>
                  <a:pt x="14843" y="6594"/>
                </a:lnTo>
                <a:lnTo>
                  <a:pt x="14576" y="6935"/>
                </a:lnTo>
                <a:lnTo>
                  <a:pt x="14308" y="7227"/>
                </a:lnTo>
                <a:lnTo>
                  <a:pt x="14040" y="7543"/>
                </a:lnTo>
                <a:lnTo>
                  <a:pt x="13700" y="7860"/>
                </a:lnTo>
                <a:lnTo>
                  <a:pt x="13335" y="8127"/>
                </a:lnTo>
                <a:lnTo>
                  <a:pt x="13286" y="8152"/>
                </a:lnTo>
                <a:lnTo>
                  <a:pt x="13408" y="7641"/>
                </a:lnTo>
                <a:lnTo>
                  <a:pt x="13529" y="7251"/>
                </a:lnTo>
                <a:lnTo>
                  <a:pt x="13602" y="6862"/>
                </a:lnTo>
                <a:lnTo>
                  <a:pt x="13724" y="6059"/>
                </a:lnTo>
                <a:lnTo>
                  <a:pt x="13748" y="5937"/>
                </a:lnTo>
                <a:lnTo>
                  <a:pt x="13992" y="4624"/>
                </a:lnTo>
                <a:lnTo>
                  <a:pt x="14089" y="4088"/>
                </a:lnTo>
                <a:lnTo>
                  <a:pt x="14186" y="3553"/>
                </a:lnTo>
                <a:lnTo>
                  <a:pt x="14259" y="3018"/>
                </a:lnTo>
                <a:lnTo>
                  <a:pt x="14284" y="2507"/>
                </a:lnTo>
                <a:close/>
                <a:moveTo>
                  <a:pt x="2118" y="2482"/>
                </a:moveTo>
                <a:lnTo>
                  <a:pt x="2677" y="2507"/>
                </a:lnTo>
                <a:lnTo>
                  <a:pt x="3261" y="2555"/>
                </a:lnTo>
                <a:lnTo>
                  <a:pt x="3213" y="2750"/>
                </a:lnTo>
                <a:lnTo>
                  <a:pt x="3213" y="2945"/>
                </a:lnTo>
                <a:lnTo>
                  <a:pt x="3237" y="3310"/>
                </a:lnTo>
                <a:lnTo>
                  <a:pt x="3286" y="3699"/>
                </a:lnTo>
                <a:lnTo>
                  <a:pt x="3334" y="4064"/>
                </a:lnTo>
                <a:lnTo>
                  <a:pt x="3456" y="4842"/>
                </a:lnTo>
                <a:lnTo>
                  <a:pt x="3529" y="5305"/>
                </a:lnTo>
                <a:lnTo>
                  <a:pt x="3602" y="5791"/>
                </a:lnTo>
                <a:lnTo>
                  <a:pt x="3699" y="6254"/>
                </a:lnTo>
                <a:lnTo>
                  <a:pt x="3845" y="6716"/>
                </a:lnTo>
                <a:lnTo>
                  <a:pt x="3991" y="7154"/>
                </a:lnTo>
                <a:lnTo>
                  <a:pt x="4162" y="7592"/>
                </a:lnTo>
                <a:lnTo>
                  <a:pt x="4381" y="8030"/>
                </a:lnTo>
                <a:lnTo>
                  <a:pt x="4600" y="8444"/>
                </a:lnTo>
                <a:lnTo>
                  <a:pt x="4381" y="8346"/>
                </a:lnTo>
                <a:lnTo>
                  <a:pt x="4162" y="8225"/>
                </a:lnTo>
                <a:lnTo>
                  <a:pt x="3967" y="8103"/>
                </a:lnTo>
                <a:lnTo>
                  <a:pt x="3772" y="7933"/>
                </a:lnTo>
                <a:lnTo>
                  <a:pt x="3602" y="7762"/>
                </a:lnTo>
                <a:lnTo>
                  <a:pt x="3407" y="7568"/>
                </a:lnTo>
                <a:lnTo>
                  <a:pt x="3091" y="7130"/>
                </a:lnTo>
                <a:lnTo>
                  <a:pt x="2823" y="6692"/>
                </a:lnTo>
                <a:lnTo>
                  <a:pt x="2580" y="6229"/>
                </a:lnTo>
                <a:lnTo>
                  <a:pt x="2385" y="5767"/>
                </a:lnTo>
                <a:lnTo>
                  <a:pt x="2191" y="5305"/>
                </a:lnTo>
                <a:lnTo>
                  <a:pt x="1947" y="4624"/>
                </a:lnTo>
                <a:lnTo>
                  <a:pt x="1728" y="3918"/>
                </a:lnTo>
                <a:lnTo>
                  <a:pt x="1607" y="3480"/>
                </a:lnTo>
                <a:lnTo>
                  <a:pt x="1534" y="3042"/>
                </a:lnTo>
                <a:lnTo>
                  <a:pt x="1534" y="2920"/>
                </a:lnTo>
                <a:lnTo>
                  <a:pt x="1534" y="2799"/>
                </a:lnTo>
                <a:lnTo>
                  <a:pt x="1558" y="2677"/>
                </a:lnTo>
                <a:lnTo>
                  <a:pt x="1534" y="2555"/>
                </a:lnTo>
                <a:lnTo>
                  <a:pt x="1850" y="2507"/>
                </a:lnTo>
                <a:lnTo>
                  <a:pt x="2118" y="2482"/>
                </a:lnTo>
                <a:close/>
                <a:moveTo>
                  <a:pt x="1850" y="1996"/>
                </a:moveTo>
                <a:lnTo>
                  <a:pt x="1558" y="2044"/>
                </a:lnTo>
                <a:lnTo>
                  <a:pt x="1412" y="2069"/>
                </a:lnTo>
                <a:lnTo>
                  <a:pt x="1290" y="2142"/>
                </a:lnTo>
                <a:lnTo>
                  <a:pt x="1193" y="2215"/>
                </a:lnTo>
                <a:lnTo>
                  <a:pt x="1120" y="2336"/>
                </a:lnTo>
                <a:lnTo>
                  <a:pt x="1120" y="2409"/>
                </a:lnTo>
                <a:lnTo>
                  <a:pt x="1169" y="2482"/>
                </a:lnTo>
                <a:lnTo>
                  <a:pt x="1096" y="2604"/>
                </a:lnTo>
                <a:lnTo>
                  <a:pt x="1047" y="2750"/>
                </a:lnTo>
                <a:lnTo>
                  <a:pt x="1023" y="2945"/>
                </a:lnTo>
                <a:lnTo>
                  <a:pt x="1023" y="3139"/>
                </a:lnTo>
                <a:lnTo>
                  <a:pt x="1047" y="3358"/>
                </a:lnTo>
                <a:lnTo>
                  <a:pt x="1071" y="3577"/>
                </a:lnTo>
                <a:lnTo>
                  <a:pt x="1193" y="4064"/>
                </a:lnTo>
                <a:lnTo>
                  <a:pt x="1363" y="4551"/>
                </a:lnTo>
                <a:lnTo>
                  <a:pt x="1509" y="4988"/>
                </a:lnTo>
                <a:lnTo>
                  <a:pt x="1753" y="5597"/>
                </a:lnTo>
                <a:lnTo>
                  <a:pt x="1972" y="6132"/>
                </a:lnTo>
                <a:lnTo>
                  <a:pt x="2215" y="6692"/>
                </a:lnTo>
                <a:lnTo>
                  <a:pt x="2531" y="7227"/>
                </a:lnTo>
                <a:lnTo>
                  <a:pt x="2726" y="7495"/>
                </a:lnTo>
                <a:lnTo>
                  <a:pt x="2896" y="7762"/>
                </a:lnTo>
                <a:lnTo>
                  <a:pt x="3115" y="7981"/>
                </a:lnTo>
                <a:lnTo>
                  <a:pt x="3334" y="8200"/>
                </a:lnTo>
                <a:lnTo>
                  <a:pt x="3553" y="8395"/>
                </a:lnTo>
                <a:lnTo>
                  <a:pt x="3797" y="8565"/>
                </a:lnTo>
                <a:lnTo>
                  <a:pt x="4064" y="8711"/>
                </a:lnTo>
                <a:lnTo>
                  <a:pt x="4332" y="8833"/>
                </a:lnTo>
                <a:lnTo>
                  <a:pt x="4624" y="8882"/>
                </a:lnTo>
                <a:lnTo>
                  <a:pt x="4916" y="8930"/>
                </a:lnTo>
                <a:lnTo>
                  <a:pt x="4964" y="8906"/>
                </a:lnTo>
                <a:lnTo>
                  <a:pt x="5013" y="8906"/>
                </a:lnTo>
                <a:lnTo>
                  <a:pt x="5062" y="8833"/>
                </a:lnTo>
                <a:lnTo>
                  <a:pt x="5110" y="8736"/>
                </a:lnTo>
                <a:lnTo>
                  <a:pt x="5086" y="8663"/>
                </a:lnTo>
                <a:lnTo>
                  <a:pt x="5110" y="8590"/>
                </a:lnTo>
                <a:lnTo>
                  <a:pt x="5135" y="8492"/>
                </a:lnTo>
                <a:lnTo>
                  <a:pt x="5110" y="8322"/>
                </a:lnTo>
                <a:lnTo>
                  <a:pt x="5037" y="8152"/>
                </a:lnTo>
                <a:lnTo>
                  <a:pt x="4940" y="7957"/>
                </a:lnTo>
                <a:lnTo>
                  <a:pt x="4721" y="7568"/>
                </a:lnTo>
                <a:lnTo>
                  <a:pt x="4527" y="7276"/>
                </a:lnTo>
                <a:lnTo>
                  <a:pt x="4405" y="7032"/>
                </a:lnTo>
                <a:lnTo>
                  <a:pt x="4283" y="6740"/>
                </a:lnTo>
                <a:lnTo>
                  <a:pt x="4186" y="6448"/>
                </a:lnTo>
                <a:lnTo>
                  <a:pt x="4113" y="6156"/>
                </a:lnTo>
                <a:lnTo>
                  <a:pt x="4040" y="5864"/>
                </a:lnTo>
                <a:lnTo>
                  <a:pt x="3991" y="5572"/>
                </a:lnTo>
                <a:lnTo>
                  <a:pt x="3918" y="4964"/>
                </a:lnTo>
                <a:lnTo>
                  <a:pt x="3894" y="4672"/>
                </a:lnTo>
                <a:lnTo>
                  <a:pt x="3845" y="4380"/>
                </a:lnTo>
                <a:lnTo>
                  <a:pt x="3724" y="3796"/>
                </a:lnTo>
                <a:lnTo>
                  <a:pt x="3651" y="3480"/>
                </a:lnTo>
                <a:lnTo>
                  <a:pt x="3626" y="3188"/>
                </a:lnTo>
                <a:lnTo>
                  <a:pt x="3602" y="2896"/>
                </a:lnTo>
                <a:lnTo>
                  <a:pt x="3602" y="2580"/>
                </a:lnTo>
                <a:lnTo>
                  <a:pt x="3699" y="2555"/>
                </a:lnTo>
                <a:lnTo>
                  <a:pt x="3748" y="2507"/>
                </a:lnTo>
                <a:lnTo>
                  <a:pt x="3797" y="2409"/>
                </a:lnTo>
                <a:lnTo>
                  <a:pt x="3821" y="2336"/>
                </a:lnTo>
                <a:lnTo>
                  <a:pt x="3821" y="2263"/>
                </a:lnTo>
                <a:lnTo>
                  <a:pt x="3797" y="2190"/>
                </a:lnTo>
                <a:lnTo>
                  <a:pt x="3724" y="2117"/>
                </a:lnTo>
                <a:lnTo>
                  <a:pt x="3651" y="2093"/>
                </a:lnTo>
                <a:lnTo>
                  <a:pt x="2872" y="2020"/>
                </a:lnTo>
                <a:lnTo>
                  <a:pt x="2507" y="1996"/>
                </a:lnTo>
                <a:close/>
                <a:moveTo>
                  <a:pt x="16425" y="1558"/>
                </a:moveTo>
                <a:lnTo>
                  <a:pt x="16522" y="1582"/>
                </a:lnTo>
                <a:lnTo>
                  <a:pt x="16717" y="1679"/>
                </a:lnTo>
                <a:lnTo>
                  <a:pt x="16839" y="1801"/>
                </a:lnTo>
                <a:lnTo>
                  <a:pt x="16960" y="1971"/>
                </a:lnTo>
                <a:lnTo>
                  <a:pt x="17033" y="2166"/>
                </a:lnTo>
                <a:lnTo>
                  <a:pt x="17106" y="2385"/>
                </a:lnTo>
                <a:lnTo>
                  <a:pt x="17131" y="2628"/>
                </a:lnTo>
                <a:lnTo>
                  <a:pt x="17155" y="2872"/>
                </a:lnTo>
                <a:lnTo>
                  <a:pt x="17131" y="3407"/>
                </a:lnTo>
                <a:lnTo>
                  <a:pt x="17058" y="3918"/>
                </a:lnTo>
                <a:lnTo>
                  <a:pt x="16985" y="4356"/>
                </a:lnTo>
                <a:lnTo>
                  <a:pt x="16936" y="4672"/>
                </a:lnTo>
                <a:lnTo>
                  <a:pt x="16814" y="5134"/>
                </a:lnTo>
                <a:lnTo>
                  <a:pt x="16668" y="5572"/>
                </a:lnTo>
                <a:lnTo>
                  <a:pt x="16498" y="6010"/>
                </a:lnTo>
                <a:lnTo>
                  <a:pt x="16279" y="6424"/>
                </a:lnTo>
                <a:lnTo>
                  <a:pt x="16060" y="6838"/>
                </a:lnTo>
                <a:lnTo>
                  <a:pt x="15792" y="7227"/>
                </a:lnTo>
                <a:lnTo>
                  <a:pt x="15525" y="7592"/>
                </a:lnTo>
                <a:lnTo>
                  <a:pt x="15233" y="7957"/>
                </a:lnTo>
                <a:lnTo>
                  <a:pt x="15062" y="8127"/>
                </a:lnTo>
                <a:lnTo>
                  <a:pt x="14892" y="8298"/>
                </a:lnTo>
                <a:lnTo>
                  <a:pt x="14503" y="8614"/>
                </a:lnTo>
                <a:lnTo>
                  <a:pt x="14089" y="8906"/>
                </a:lnTo>
                <a:lnTo>
                  <a:pt x="13675" y="9149"/>
                </a:lnTo>
                <a:lnTo>
                  <a:pt x="13456" y="9247"/>
                </a:lnTo>
                <a:lnTo>
                  <a:pt x="13262" y="9320"/>
                </a:lnTo>
                <a:lnTo>
                  <a:pt x="12824" y="9441"/>
                </a:lnTo>
                <a:lnTo>
                  <a:pt x="12970" y="9076"/>
                </a:lnTo>
                <a:lnTo>
                  <a:pt x="13091" y="8760"/>
                </a:lnTo>
                <a:lnTo>
                  <a:pt x="13237" y="8711"/>
                </a:lnTo>
                <a:lnTo>
                  <a:pt x="13359" y="8663"/>
                </a:lnTo>
                <a:lnTo>
                  <a:pt x="13627" y="8492"/>
                </a:lnTo>
                <a:lnTo>
                  <a:pt x="13870" y="8298"/>
                </a:lnTo>
                <a:lnTo>
                  <a:pt x="14089" y="8127"/>
                </a:lnTo>
                <a:lnTo>
                  <a:pt x="14430" y="7787"/>
                </a:lnTo>
                <a:lnTo>
                  <a:pt x="14746" y="7446"/>
                </a:lnTo>
                <a:lnTo>
                  <a:pt x="15062" y="7057"/>
                </a:lnTo>
                <a:lnTo>
                  <a:pt x="15330" y="6667"/>
                </a:lnTo>
                <a:lnTo>
                  <a:pt x="15500" y="6424"/>
                </a:lnTo>
                <a:lnTo>
                  <a:pt x="15622" y="6156"/>
                </a:lnTo>
                <a:lnTo>
                  <a:pt x="15744" y="5889"/>
                </a:lnTo>
                <a:lnTo>
                  <a:pt x="15841" y="5597"/>
                </a:lnTo>
                <a:lnTo>
                  <a:pt x="16011" y="5013"/>
                </a:lnTo>
                <a:lnTo>
                  <a:pt x="16133" y="4429"/>
                </a:lnTo>
                <a:lnTo>
                  <a:pt x="16255" y="3894"/>
                </a:lnTo>
                <a:lnTo>
                  <a:pt x="16328" y="3334"/>
                </a:lnTo>
                <a:lnTo>
                  <a:pt x="16401" y="2896"/>
                </a:lnTo>
                <a:lnTo>
                  <a:pt x="16425" y="2677"/>
                </a:lnTo>
                <a:lnTo>
                  <a:pt x="16425" y="2580"/>
                </a:lnTo>
                <a:lnTo>
                  <a:pt x="16425" y="2482"/>
                </a:lnTo>
                <a:lnTo>
                  <a:pt x="16449" y="2409"/>
                </a:lnTo>
                <a:lnTo>
                  <a:pt x="16449" y="2336"/>
                </a:lnTo>
                <a:lnTo>
                  <a:pt x="16425" y="2288"/>
                </a:lnTo>
                <a:lnTo>
                  <a:pt x="16376" y="2215"/>
                </a:lnTo>
                <a:lnTo>
                  <a:pt x="16230" y="2166"/>
                </a:lnTo>
                <a:lnTo>
                  <a:pt x="16060" y="2117"/>
                </a:lnTo>
                <a:lnTo>
                  <a:pt x="15890" y="2093"/>
                </a:lnTo>
                <a:lnTo>
                  <a:pt x="15719" y="2069"/>
                </a:lnTo>
                <a:lnTo>
                  <a:pt x="14624" y="2069"/>
                </a:lnTo>
                <a:lnTo>
                  <a:pt x="14430" y="2093"/>
                </a:lnTo>
                <a:lnTo>
                  <a:pt x="14259" y="2142"/>
                </a:lnTo>
                <a:lnTo>
                  <a:pt x="14235" y="1606"/>
                </a:lnTo>
                <a:lnTo>
                  <a:pt x="14478" y="1679"/>
                </a:lnTo>
                <a:lnTo>
                  <a:pt x="14746" y="1704"/>
                </a:lnTo>
                <a:lnTo>
                  <a:pt x="15014" y="1679"/>
                </a:lnTo>
                <a:lnTo>
                  <a:pt x="15281" y="1655"/>
                </a:lnTo>
                <a:lnTo>
                  <a:pt x="15817" y="1582"/>
                </a:lnTo>
                <a:lnTo>
                  <a:pt x="16060" y="1558"/>
                </a:lnTo>
                <a:close/>
                <a:moveTo>
                  <a:pt x="12556" y="463"/>
                </a:moveTo>
                <a:lnTo>
                  <a:pt x="12337" y="536"/>
                </a:lnTo>
                <a:lnTo>
                  <a:pt x="12118" y="633"/>
                </a:lnTo>
                <a:lnTo>
                  <a:pt x="11948" y="755"/>
                </a:lnTo>
                <a:lnTo>
                  <a:pt x="11875" y="828"/>
                </a:lnTo>
                <a:lnTo>
                  <a:pt x="11826" y="925"/>
                </a:lnTo>
                <a:lnTo>
                  <a:pt x="11826" y="949"/>
                </a:lnTo>
                <a:lnTo>
                  <a:pt x="11851" y="974"/>
                </a:lnTo>
                <a:lnTo>
                  <a:pt x="12921" y="682"/>
                </a:lnTo>
                <a:lnTo>
                  <a:pt x="13505" y="560"/>
                </a:lnTo>
                <a:lnTo>
                  <a:pt x="13700" y="536"/>
                </a:lnTo>
                <a:lnTo>
                  <a:pt x="13797" y="536"/>
                </a:lnTo>
                <a:lnTo>
                  <a:pt x="13894" y="511"/>
                </a:lnTo>
                <a:lnTo>
                  <a:pt x="13894" y="511"/>
                </a:lnTo>
                <a:lnTo>
                  <a:pt x="13870" y="682"/>
                </a:lnTo>
                <a:lnTo>
                  <a:pt x="13748" y="730"/>
                </a:lnTo>
                <a:lnTo>
                  <a:pt x="13627" y="779"/>
                </a:lnTo>
                <a:lnTo>
                  <a:pt x="13383" y="876"/>
                </a:lnTo>
                <a:lnTo>
                  <a:pt x="13018" y="1022"/>
                </a:lnTo>
                <a:lnTo>
                  <a:pt x="12654" y="1144"/>
                </a:lnTo>
                <a:lnTo>
                  <a:pt x="12289" y="1266"/>
                </a:lnTo>
                <a:lnTo>
                  <a:pt x="11948" y="1412"/>
                </a:lnTo>
                <a:lnTo>
                  <a:pt x="11924" y="1436"/>
                </a:lnTo>
                <a:lnTo>
                  <a:pt x="11924" y="1460"/>
                </a:lnTo>
                <a:lnTo>
                  <a:pt x="11924" y="1485"/>
                </a:lnTo>
                <a:lnTo>
                  <a:pt x="12337" y="1485"/>
                </a:lnTo>
                <a:lnTo>
                  <a:pt x="12751" y="1412"/>
                </a:lnTo>
                <a:lnTo>
                  <a:pt x="13140" y="1314"/>
                </a:lnTo>
                <a:lnTo>
                  <a:pt x="13505" y="1193"/>
                </a:lnTo>
                <a:lnTo>
                  <a:pt x="13651" y="1120"/>
                </a:lnTo>
                <a:lnTo>
                  <a:pt x="13870" y="1047"/>
                </a:lnTo>
                <a:lnTo>
                  <a:pt x="13870" y="1047"/>
                </a:lnTo>
                <a:lnTo>
                  <a:pt x="13821" y="1290"/>
                </a:lnTo>
                <a:lnTo>
                  <a:pt x="13821" y="1339"/>
                </a:lnTo>
                <a:lnTo>
                  <a:pt x="13529" y="1387"/>
                </a:lnTo>
                <a:lnTo>
                  <a:pt x="13262" y="1460"/>
                </a:lnTo>
                <a:lnTo>
                  <a:pt x="12970" y="1558"/>
                </a:lnTo>
                <a:lnTo>
                  <a:pt x="12702" y="1631"/>
                </a:lnTo>
                <a:lnTo>
                  <a:pt x="12508" y="1679"/>
                </a:lnTo>
                <a:lnTo>
                  <a:pt x="12264" y="1728"/>
                </a:lnTo>
                <a:lnTo>
                  <a:pt x="12143" y="1777"/>
                </a:lnTo>
                <a:lnTo>
                  <a:pt x="12045" y="1825"/>
                </a:lnTo>
                <a:lnTo>
                  <a:pt x="11972" y="1898"/>
                </a:lnTo>
                <a:lnTo>
                  <a:pt x="11924" y="1971"/>
                </a:lnTo>
                <a:lnTo>
                  <a:pt x="11948" y="1996"/>
                </a:lnTo>
                <a:lnTo>
                  <a:pt x="12021" y="2069"/>
                </a:lnTo>
                <a:lnTo>
                  <a:pt x="12118" y="2093"/>
                </a:lnTo>
                <a:lnTo>
                  <a:pt x="12240" y="2093"/>
                </a:lnTo>
                <a:lnTo>
                  <a:pt x="12362" y="2069"/>
                </a:lnTo>
                <a:lnTo>
                  <a:pt x="12605" y="2020"/>
                </a:lnTo>
                <a:lnTo>
                  <a:pt x="12800" y="1971"/>
                </a:lnTo>
                <a:lnTo>
                  <a:pt x="13335" y="1874"/>
                </a:lnTo>
                <a:lnTo>
                  <a:pt x="13602" y="1801"/>
                </a:lnTo>
                <a:lnTo>
                  <a:pt x="13870" y="1704"/>
                </a:lnTo>
                <a:lnTo>
                  <a:pt x="13821" y="2020"/>
                </a:lnTo>
                <a:lnTo>
                  <a:pt x="13773" y="1996"/>
                </a:lnTo>
                <a:lnTo>
                  <a:pt x="13748" y="1971"/>
                </a:lnTo>
                <a:lnTo>
                  <a:pt x="13529" y="1971"/>
                </a:lnTo>
                <a:lnTo>
                  <a:pt x="13310" y="2069"/>
                </a:lnTo>
                <a:lnTo>
                  <a:pt x="12921" y="2263"/>
                </a:lnTo>
                <a:lnTo>
                  <a:pt x="12508" y="2458"/>
                </a:lnTo>
                <a:lnTo>
                  <a:pt x="12313" y="2604"/>
                </a:lnTo>
                <a:lnTo>
                  <a:pt x="12216" y="2677"/>
                </a:lnTo>
                <a:lnTo>
                  <a:pt x="12143" y="2750"/>
                </a:lnTo>
                <a:lnTo>
                  <a:pt x="12143" y="2774"/>
                </a:lnTo>
                <a:lnTo>
                  <a:pt x="12362" y="2774"/>
                </a:lnTo>
                <a:lnTo>
                  <a:pt x="12581" y="2701"/>
                </a:lnTo>
                <a:lnTo>
                  <a:pt x="12970" y="2555"/>
                </a:lnTo>
                <a:lnTo>
                  <a:pt x="13408" y="2409"/>
                </a:lnTo>
                <a:lnTo>
                  <a:pt x="13627" y="2312"/>
                </a:lnTo>
                <a:lnTo>
                  <a:pt x="13797" y="2215"/>
                </a:lnTo>
                <a:lnTo>
                  <a:pt x="13797" y="2458"/>
                </a:lnTo>
                <a:lnTo>
                  <a:pt x="13602" y="2531"/>
                </a:lnTo>
                <a:lnTo>
                  <a:pt x="13432" y="2604"/>
                </a:lnTo>
                <a:lnTo>
                  <a:pt x="13091" y="2774"/>
                </a:lnTo>
                <a:lnTo>
                  <a:pt x="12581" y="3018"/>
                </a:lnTo>
                <a:lnTo>
                  <a:pt x="12313" y="3164"/>
                </a:lnTo>
                <a:lnTo>
                  <a:pt x="12094" y="3358"/>
                </a:lnTo>
                <a:lnTo>
                  <a:pt x="12118" y="3383"/>
                </a:lnTo>
                <a:lnTo>
                  <a:pt x="12240" y="3383"/>
                </a:lnTo>
                <a:lnTo>
                  <a:pt x="12386" y="3358"/>
                </a:lnTo>
                <a:lnTo>
                  <a:pt x="12678" y="3261"/>
                </a:lnTo>
                <a:lnTo>
                  <a:pt x="13213" y="3042"/>
                </a:lnTo>
                <a:lnTo>
                  <a:pt x="13481" y="2945"/>
                </a:lnTo>
                <a:lnTo>
                  <a:pt x="13627" y="2896"/>
                </a:lnTo>
                <a:lnTo>
                  <a:pt x="13773" y="2823"/>
                </a:lnTo>
                <a:lnTo>
                  <a:pt x="13773" y="3164"/>
                </a:lnTo>
                <a:lnTo>
                  <a:pt x="13748" y="3285"/>
                </a:lnTo>
                <a:lnTo>
                  <a:pt x="13602" y="3285"/>
                </a:lnTo>
                <a:lnTo>
                  <a:pt x="13432" y="3358"/>
                </a:lnTo>
                <a:lnTo>
                  <a:pt x="13140" y="3529"/>
                </a:lnTo>
                <a:lnTo>
                  <a:pt x="12727" y="3748"/>
                </a:lnTo>
                <a:lnTo>
                  <a:pt x="12508" y="3894"/>
                </a:lnTo>
                <a:lnTo>
                  <a:pt x="12337" y="4040"/>
                </a:lnTo>
                <a:lnTo>
                  <a:pt x="12313" y="4064"/>
                </a:lnTo>
                <a:lnTo>
                  <a:pt x="12362" y="4064"/>
                </a:lnTo>
                <a:lnTo>
                  <a:pt x="12556" y="4015"/>
                </a:lnTo>
                <a:lnTo>
                  <a:pt x="12775" y="3942"/>
                </a:lnTo>
                <a:lnTo>
                  <a:pt x="13164" y="3748"/>
                </a:lnTo>
                <a:lnTo>
                  <a:pt x="13456" y="3650"/>
                </a:lnTo>
                <a:lnTo>
                  <a:pt x="13602" y="3577"/>
                </a:lnTo>
                <a:lnTo>
                  <a:pt x="13748" y="3480"/>
                </a:lnTo>
                <a:lnTo>
                  <a:pt x="13700" y="3796"/>
                </a:lnTo>
                <a:lnTo>
                  <a:pt x="13627" y="3772"/>
                </a:lnTo>
                <a:lnTo>
                  <a:pt x="13554" y="3796"/>
                </a:lnTo>
                <a:lnTo>
                  <a:pt x="13189" y="3967"/>
                </a:lnTo>
                <a:lnTo>
                  <a:pt x="12824" y="4137"/>
                </a:lnTo>
                <a:lnTo>
                  <a:pt x="12459" y="4332"/>
                </a:lnTo>
                <a:lnTo>
                  <a:pt x="12289" y="4453"/>
                </a:lnTo>
                <a:lnTo>
                  <a:pt x="12143" y="4575"/>
                </a:lnTo>
                <a:lnTo>
                  <a:pt x="12118" y="4624"/>
                </a:lnTo>
                <a:lnTo>
                  <a:pt x="12143" y="4648"/>
                </a:lnTo>
                <a:lnTo>
                  <a:pt x="12337" y="4672"/>
                </a:lnTo>
                <a:lnTo>
                  <a:pt x="12532" y="4648"/>
                </a:lnTo>
                <a:lnTo>
                  <a:pt x="12727" y="4599"/>
                </a:lnTo>
                <a:lnTo>
                  <a:pt x="12921" y="4502"/>
                </a:lnTo>
                <a:lnTo>
                  <a:pt x="13310" y="4307"/>
                </a:lnTo>
                <a:lnTo>
                  <a:pt x="13481" y="4210"/>
                </a:lnTo>
                <a:lnTo>
                  <a:pt x="13651" y="4137"/>
                </a:lnTo>
                <a:lnTo>
                  <a:pt x="13578" y="4502"/>
                </a:lnTo>
                <a:lnTo>
                  <a:pt x="13456" y="4526"/>
                </a:lnTo>
                <a:lnTo>
                  <a:pt x="13310" y="4551"/>
                </a:lnTo>
                <a:lnTo>
                  <a:pt x="13067" y="4672"/>
                </a:lnTo>
                <a:lnTo>
                  <a:pt x="12605" y="4915"/>
                </a:lnTo>
                <a:lnTo>
                  <a:pt x="12337" y="5013"/>
                </a:lnTo>
                <a:lnTo>
                  <a:pt x="12216" y="5086"/>
                </a:lnTo>
                <a:lnTo>
                  <a:pt x="12118" y="5159"/>
                </a:lnTo>
                <a:lnTo>
                  <a:pt x="12094" y="5207"/>
                </a:lnTo>
                <a:lnTo>
                  <a:pt x="12118" y="5256"/>
                </a:lnTo>
                <a:lnTo>
                  <a:pt x="12216" y="5305"/>
                </a:lnTo>
                <a:lnTo>
                  <a:pt x="12313" y="5353"/>
                </a:lnTo>
                <a:lnTo>
                  <a:pt x="12508" y="5353"/>
                </a:lnTo>
                <a:lnTo>
                  <a:pt x="12727" y="5280"/>
                </a:lnTo>
                <a:lnTo>
                  <a:pt x="12921" y="5207"/>
                </a:lnTo>
                <a:lnTo>
                  <a:pt x="13383" y="5013"/>
                </a:lnTo>
                <a:lnTo>
                  <a:pt x="13481" y="4964"/>
                </a:lnTo>
                <a:lnTo>
                  <a:pt x="13432" y="5280"/>
                </a:lnTo>
                <a:lnTo>
                  <a:pt x="13286" y="5305"/>
                </a:lnTo>
                <a:lnTo>
                  <a:pt x="13140" y="5353"/>
                </a:lnTo>
                <a:lnTo>
                  <a:pt x="12872" y="5499"/>
                </a:lnTo>
                <a:lnTo>
                  <a:pt x="12435" y="5645"/>
                </a:lnTo>
                <a:lnTo>
                  <a:pt x="12240" y="5743"/>
                </a:lnTo>
                <a:lnTo>
                  <a:pt x="12021" y="5840"/>
                </a:lnTo>
                <a:lnTo>
                  <a:pt x="12021" y="5864"/>
                </a:lnTo>
                <a:lnTo>
                  <a:pt x="12045" y="5889"/>
                </a:lnTo>
                <a:lnTo>
                  <a:pt x="12216" y="5913"/>
                </a:lnTo>
                <a:lnTo>
                  <a:pt x="12410" y="5889"/>
                </a:lnTo>
                <a:lnTo>
                  <a:pt x="12605" y="5840"/>
                </a:lnTo>
                <a:lnTo>
                  <a:pt x="12775" y="5791"/>
                </a:lnTo>
                <a:lnTo>
                  <a:pt x="13067" y="5694"/>
                </a:lnTo>
                <a:lnTo>
                  <a:pt x="13359" y="5572"/>
                </a:lnTo>
                <a:lnTo>
                  <a:pt x="13335" y="5694"/>
                </a:lnTo>
                <a:lnTo>
                  <a:pt x="13310" y="5913"/>
                </a:lnTo>
                <a:lnTo>
                  <a:pt x="13116" y="5937"/>
                </a:lnTo>
                <a:lnTo>
                  <a:pt x="12945" y="5986"/>
                </a:lnTo>
                <a:lnTo>
                  <a:pt x="12605" y="6108"/>
                </a:lnTo>
                <a:lnTo>
                  <a:pt x="12191" y="6254"/>
                </a:lnTo>
                <a:lnTo>
                  <a:pt x="11997" y="6351"/>
                </a:lnTo>
                <a:lnTo>
                  <a:pt x="11826" y="6473"/>
                </a:lnTo>
                <a:lnTo>
                  <a:pt x="11826" y="6497"/>
                </a:lnTo>
                <a:lnTo>
                  <a:pt x="11826" y="6521"/>
                </a:lnTo>
                <a:lnTo>
                  <a:pt x="12021" y="6497"/>
                </a:lnTo>
                <a:lnTo>
                  <a:pt x="12216" y="6448"/>
                </a:lnTo>
                <a:lnTo>
                  <a:pt x="12581" y="6327"/>
                </a:lnTo>
                <a:lnTo>
                  <a:pt x="12921" y="6229"/>
                </a:lnTo>
                <a:lnTo>
                  <a:pt x="13262" y="6132"/>
                </a:lnTo>
                <a:lnTo>
                  <a:pt x="13262" y="6132"/>
                </a:lnTo>
                <a:lnTo>
                  <a:pt x="13213" y="6327"/>
                </a:lnTo>
                <a:lnTo>
                  <a:pt x="13140" y="6351"/>
                </a:lnTo>
                <a:lnTo>
                  <a:pt x="12800" y="6546"/>
                </a:lnTo>
                <a:lnTo>
                  <a:pt x="12459" y="6740"/>
                </a:lnTo>
                <a:lnTo>
                  <a:pt x="12118" y="6935"/>
                </a:lnTo>
                <a:lnTo>
                  <a:pt x="11948" y="7057"/>
                </a:lnTo>
                <a:lnTo>
                  <a:pt x="11802" y="7178"/>
                </a:lnTo>
                <a:lnTo>
                  <a:pt x="11802" y="7227"/>
                </a:lnTo>
                <a:lnTo>
                  <a:pt x="11802" y="7251"/>
                </a:lnTo>
                <a:lnTo>
                  <a:pt x="11826" y="7251"/>
                </a:lnTo>
                <a:lnTo>
                  <a:pt x="12167" y="7203"/>
                </a:lnTo>
                <a:lnTo>
                  <a:pt x="12508" y="7081"/>
                </a:lnTo>
                <a:lnTo>
                  <a:pt x="12824" y="6935"/>
                </a:lnTo>
                <a:lnTo>
                  <a:pt x="13140" y="6789"/>
                </a:lnTo>
                <a:lnTo>
                  <a:pt x="13140" y="6789"/>
                </a:lnTo>
                <a:lnTo>
                  <a:pt x="13091" y="6984"/>
                </a:lnTo>
                <a:lnTo>
                  <a:pt x="12945" y="7081"/>
                </a:lnTo>
                <a:lnTo>
                  <a:pt x="12848" y="7130"/>
                </a:lnTo>
                <a:lnTo>
                  <a:pt x="12362" y="7495"/>
                </a:lnTo>
                <a:lnTo>
                  <a:pt x="11851" y="7860"/>
                </a:lnTo>
                <a:lnTo>
                  <a:pt x="11875" y="7884"/>
                </a:lnTo>
                <a:lnTo>
                  <a:pt x="11997" y="7908"/>
                </a:lnTo>
                <a:lnTo>
                  <a:pt x="12216" y="7908"/>
                </a:lnTo>
                <a:lnTo>
                  <a:pt x="12337" y="7860"/>
                </a:lnTo>
                <a:lnTo>
                  <a:pt x="12556" y="7762"/>
                </a:lnTo>
                <a:lnTo>
                  <a:pt x="12775" y="7616"/>
                </a:lnTo>
                <a:lnTo>
                  <a:pt x="12994" y="7470"/>
                </a:lnTo>
                <a:lnTo>
                  <a:pt x="12994" y="7470"/>
                </a:lnTo>
                <a:lnTo>
                  <a:pt x="12921" y="7762"/>
                </a:lnTo>
                <a:lnTo>
                  <a:pt x="12872" y="7762"/>
                </a:lnTo>
                <a:lnTo>
                  <a:pt x="12556" y="7957"/>
                </a:lnTo>
                <a:lnTo>
                  <a:pt x="12216" y="8103"/>
                </a:lnTo>
                <a:lnTo>
                  <a:pt x="12070" y="8176"/>
                </a:lnTo>
                <a:lnTo>
                  <a:pt x="11924" y="8273"/>
                </a:lnTo>
                <a:lnTo>
                  <a:pt x="11802" y="8371"/>
                </a:lnTo>
                <a:lnTo>
                  <a:pt x="11680" y="8492"/>
                </a:lnTo>
                <a:lnTo>
                  <a:pt x="11680" y="8541"/>
                </a:lnTo>
                <a:lnTo>
                  <a:pt x="11729" y="8565"/>
                </a:lnTo>
                <a:lnTo>
                  <a:pt x="11972" y="8517"/>
                </a:lnTo>
                <a:lnTo>
                  <a:pt x="12240" y="8468"/>
                </a:lnTo>
                <a:lnTo>
                  <a:pt x="12508" y="8371"/>
                </a:lnTo>
                <a:lnTo>
                  <a:pt x="12775" y="8273"/>
                </a:lnTo>
                <a:lnTo>
                  <a:pt x="12702" y="8419"/>
                </a:lnTo>
                <a:lnTo>
                  <a:pt x="12629" y="8590"/>
                </a:lnTo>
                <a:lnTo>
                  <a:pt x="12483" y="8614"/>
                </a:lnTo>
                <a:lnTo>
                  <a:pt x="12337" y="8687"/>
                </a:lnTo>
                <a:lnTo>
                  <a:pt x="12070" y="8784"/>
                </a:lnTo>
                <a:lnTo>
                  <a:pt x="11899" y="8857"/>
                </a:lnTo>
                <a:lnTo>
                  <a:pt x="11729" y="8955"/>
                </a:lnTo>
                <a:lnTo>
                  <a:pt x="11583" y="9052"/>
                </a:lnTo>
                <a:lnTo>
                  <a:pt x="11461" y="9198"/>
                </a:lnTo>
                <a:lnTo>
                  <a:pt x="11461" y="9222"/>
                </a:lnTo>
                <a:lnTo>
                  <a:pt x="11486" y="9222"/>
                </a:lnTo>
                <a:lnTo>
                  <a:pt x="11851" y="9174"/>
                </a:lnTo>
                <a:lnTo>
                  <a:pt x="12240" y="9101"/>
                </a:lnTo>
                <a:lnTo>
                  <a:pt x="12459" y="9028"/>
                </a:lnTo>
                <a:lnTo>
                  <a:pt x="12386" y="9174"/>
                </a:lnTo>
                <a:lnTo>
                  <a:pt x="12143" y="9271"/>
                </a:lnTo>
                <a:lnTo>
                  <a:pt x="11899" y="9344"/>
                </a:lnTo>
                <a:lnTo>
                  <a:pt x="11534" y="9466"/>
                </a:lnTo>
                <a:lnTo>
                  <a:pt x="11340" y="9563"/>
                </a:lnTo>
                <a:lnTo>
                  <a:pt x="11194" y="9660"/>
                </a:lnTo>
                <a:lnTo>
                  <a:pt x="11169" y="9685"/>
                </a:lnTo>
                <a:lnTo>
                  <a:pt x="11169" y="9733"/>
                </a:lnTo>
                <a:lnTo>
                  <a:pt x="11194" y="9758"/>
                </a:lnTo>
                <a:lnTo>
                  <a:pt x="11218" y="9782"/>
                </a:lnTo>
                <a:lnTo>
                  <a:pt x="11413" y="9831"/>
                </a:lnTo>
                <a:lnTo>
                  <a:pt x="11583" y="9806"/>
                </a:lnTo>
                <a:lnTo>
                  <a:pt x="11778" y="9758"/>
                </a:lnTo>
                <a:lnTo>
                  <a:pt x="11948" y="9709"/>
                </a:lnTo>
                <a:lnTo>
                  <a:pt x="11875" y="9782"/>
                </a:lnTo>
                <a:lnTo>
                  <a:pt x="11875" y="9879"/>
                </a:lnTo>
                <a:lnTo>
                  <a:pt x="11851" y="9879"/>
                </a:lnTo>
                <a:lnTo>
                  <a:pt x="11656" y="9928"/>
                </a:lnTo>
                <a:lnTo>
                  <a:pt x="11437" y="10001"/>
                </a:lnTo>
                <a:lnTo>
                  <a:pt x="11072" y="10147"/>
                </a:lnTo>
                <a:lnTo>
                  <a:pt x="10683" y="10293"/>
                </a:lnTo>
                <a:lnTo>
                  <a:pt x="10683" y="10317"/>
                </a:lnTo>
                <a:lnTo>
                  <a:pt x="10707" y="10342"/>
                </a:lnTo>
                <a:lnTo>
                  <a:pt x="10877" y="10317"/>
                </a:lnTo>
                <a:lnTo>
                  <a:pt x="11048" y="10317"/>
                </a:lnTo>
                <a:lnTo>
                  <a:pt x="11413" y="10220"/>
                </a:lnTo>
                <a:lnTo>
                  <a:pt x="11583" y="10171"/>
                </a:lnTo>
                <a:lnTo>
                  <a:pt x="11583" y="10171"/>
                </a:lnTo>
                <a:lnTo>
                  <a:pt x="11291" y="10463"/>
                </a:lnTo>
                <a:lnTo>
                  <a:pt x="11023" y="10536"/>
                </a:lnTo>
                <a:lnTo>
                  <a:pt x="10658" y="10585"/>
                </a:lnTo>
                <a:lnTo>
                  <a:pt x="10464" y="10634"/>
                </a:lnTo>
                <a:lnTo>
                  <a:pt x="10391" y="10682"/>
                </a:lnTo>
                <a:lnTo>
                  <a:pt x="10318" y="10731"/>
                </a:lnTo>
                <a:lnTo>
                  <a:pt x="10293" y="10755"/>
                </a:lnTo>
                <a:lnTo>
                  <a:pt x="10318" y="10804"/>
                </a:lnTo>
                <a:lnTo>
                  <a:pt x="10439" y="10853"/>
                </a:lnTo>
                <a:lnTo>
                  <a:pt x="10585" y="10877"/>
                </a:lnTo>
                <a:lnTo>
                  <a:pt x="10731" y="10877"/>
                </a:lnTo>
                <a:lnTo>
                  <a:pt x="10877" y="10853"/>
                </a:lnTo>
                <a:lnTo>
                  <a:pt x="10756" y="10926"/>
                </a:lnTo>
                <a:lnTo>
                  <a:pt x="10512" y="10999"/>
                </a:lnTo>
                <a:lnTo>
                  <a:pt x="10172" y="11047"/>
                </a:lnTo>
                <a:lnTo>
                  <a:pt x="10001" y="11096"/>
                </a:lnTo>
                <a:lnTo>
                  <a:pt x="9831" y="11169"/>
                </a:lnTo>
                <a:lnTo>
                  <a:pt x="9807" y="11218"/>
                </a:lnTo>
                <a:lnTo>
                  <a:pt x="9831" y="11242"/>
                </a:lnTo>
                <a:lnTo>
                  <a:pt x="9953" y="11315"/>
                </a:lnTo>
                <a:lnTo>
                  <a:pt x="10074" y="11339"/>
                </a:lnTo>
                <a:lnTo>
                  <a:pt x="9782" y="11461"/>
                </a:lnTo>
                <a:lnTo>
                  <a:pt x="9490" y="11534"/>
                </a:lnTo>
                <a:lnTo>
                  <a:pt x="9198" y="11607"/>
                </a:lnTo>
                <a:lnTo>
                  <a:pt x="8906" y="11656"/>
                </a:lnTo>
                <a:lnTo>
                  <a:pt x="8639" y="11680"/>
                </a:lnTo>
                <a:lnTo>
                  <a:pt x="8347" y="11680"/>
                </a:lnTo>
                <a:lnTo>
                  <a:pt x="8079" y="11656"/>
                </a:lnTo>
                <a:lnTo>
                  <a:pt x="7836" y="11607"/>
                </a:lnTo>
                <a:lnTo>
                  <a:pt x="7568" y="11534"/>
                </a:lnTo>
                <a:lnTo>
                  <a:pt x="7325" y="11437"/>
                </a:lnTo>
                <a:lnTo>
                  <a:pt x="7081" y="11315"/>
                </a:lnTo>
                <a:lnTo>
                  <a:pt x="6838" y="11193"/>
                </a:lnTo>
                <a:lnTo>
                  <a:pt x="6595" y="11047"/>
                </a:lnTo>
                <a:lnTo>
                  <a:pt x="6376" y="10901"/>
                </a:lnTo>
                <a:lnTo>
                  <a:pt x="6157" y="10731"/>
                </a:lnTo>
                <a:lnTo>
                  <a:pt x="5962" y="10536"/>
                </a:lnTo>
                <a:lnTo>
                  <a:pt x="5840" y="10390"/>
                </a:lnTo>
                <a:lnTo>
                  <a:pt x="5719" y="10220"/>
                </a:lnTo>
                <a:lnTo>
                  <a:pt x="5524" y="9904"/>
                </a:lnTo>
                <a:lnTo>
                  <a:pt x="5548" y="9782"/>
                </a:lnTo>
                <a:lnTo>
                  <a:pt x="5500" y="9660"/>
                </a:lnTo>
                <a:lnTo>
                  <a:pt x="5475" y="9612"/>
                </a:lnTo>
                <a:lnTo>
                  <a:pt x="5427" y="9563"/>
                </a:lnTo>
                <a:lnTo>
                  <a:pt x="5378" y="9539"/>
                </a:lnTo>
                <a:lnTo>
                  <a:pt x="5305" y="9539"/>
                </a:lnTo>
                <a:lnTo>
                  <a:pt x="4867" y="9441"/>
                </a:lnTo>
                <a:lnTo>
                  <a:pt x="4429" y="9320"/>
                </a:lnTo>
                <a:lnTo>
                  <a:pt x="4040" y="9174"/>
                </a:lnTo>
                <a:lnTo>
                  <a:pt x="3651" y="8955"/>
                </a:lnTo>
                <a:lnTo>
                  <a:pt x="3310" y="8711"/>
                </a:lnTo>
                <a:lnTo>
                  <a:pt x="2994" y="8444"/>
                </a:lnTo>
                <a:lnTo>
                  <a:pt x="2677" y="8152"/>
                </a:lnTo>
                <a:lnTo>
                  <a:pt x="2410" y="7811"/>
                </a:lnTo>
                <a:lnTo>
                  <a:pt x="2142" y="7470"/>
                </a:lnTo>
                <a:lnTo>
                  <a:pt x="1923" y="7081"/>
                </a:lnTo>
                <a:lnTo>
                  <a:pt x="1704" y="6716"/>
                </a:lnTo>
                <a:lnTo>
                  <a:pt x="1509" y="6302"/>
                </a:lnTo>
                <a:lnTo>
                  <a:pt x="1339" y="5913"/>
                </a:lnTo>
                <a:lnTo>
                  <a:pt x="1169" y="5499"/>
                </a:lnTo>
                <a:lnTo>
                  <a:pt x="1047" y="5086"/>
                </a:lnTo>
                <a:lnTo>
                  <a:pt x="925" y="4672"/>
                </a:lnTo>
                <a:lnTo>
                  <a:pt x="731" y="4040"/>
                </a:lnTo>
                <a:lnTo>
                  <a:pt x="560" y="3358"/>
                </a:lnTo>
                <a:lnTo>
                  <a:pt x="487" y="3018"/>
                </a:lnTo>
                <a:lnTo>
                  <a:pt x="463" y="2701"/>
                </a:lnTo>
                <a:lnTo>
                  <a:pt x="463" y="2361"/>
                </a:lnTo>
                <a:lnTo>
                  <a:pt x="512" y="2020"/>
                </a:lnTo>
                <a:lnTo>
                  <a:pt x="560" y="1923"/>
                </a:lnTo>
                <a:lnTo>
                  <a:pt x="609" y="1850"/>
                </a:lnTo>
                <a:lnTo>
                  <a:pt x="731" y="1679"/>
                </a:lnTo>
                <a:lnTo>
                  <a:pt x="877" y="1582"/>
                </a:lnTo>
                <a:lnTo>
                  <a:pt x="1071" y="1485"/>
                </a:lnTo>
                <a:lnTo>
                  <a:pt x="1266" y="1436"/>
                </a:lnTo>
                <a:lnTo>
                  <a:pt x="1485" y="1387"/>
                </a:lnTo>
                <a:lnTo>
                  <a:pt x="1874" y="1339"/>
                </a:lnTo>
                <a:lnTo>
                  <a:pt x="2215" y="1314"/>
                </a:lnTo>
                <a:lnTo>
                  <a:pt x="2580" y="1339"/>
                </a:lnTo>
                <a:lnTo>
                  <a:pt x="3115" y="1339"/>
                </a:lnTo>
                <a:lnTo>
                  <a:pt x="3286" y="1314"/>
                </a:lnTo>
                <a:lnTo>
                  <a:pt x="3383" y="1339"/>
                </a:lnTo>
                <a:lnTo>
                  <a:pt x="3456" y="1339"/>
                </a:lnTo>
                <a:lnTo>
                  <a:pt x="3553" y="1290"/>
                </a:lnTo>
                <a:lnTo>
                  <a:pt x="3578" y="1241"/>
                </a:lnTo>
                <a:lnTo>
                  <a:pt x="3578" y="1193"/>
                </a:lnTo>
                <a:lnTo>
                  <a:pt x="3602" y="1047"/>
                </a:lnTo>
                <a:lnTo>
                  <a:pt x="3602" y="876"/>
                </a:lnTo>
                <a:lnTo>
                  <a:pt x="3578" y="584"/>
                </a:lnTo>
                <a:lnTo>
                  <a:pt x="3894" y="536"/>
                </a:lnTo>
                <a:lnTo>
                  <a:pt x="4210" y="511"/>
                </a:lnTo>
                <a:lnTo>
                  <a:pt x="4867" y="511"/>
                </a:lnTo>
                <a:lnTo>
                  <a:pt x="5500" y="536"/>
                </a:lnTo>
                <a:lnTo>
                  <a:pt x="6132" y="536"/>
                </a:lnTo>
                <a:lnTo>
                  <a:pt x="7422" y="511"/>
                </a:lnTo>
                <a:lnTo>
                  <a:pt x="11315" y="511"/>
                </a:lnTo>
                <a:lnTo>
                  <a:pt x="11948" y="487"/>
                </a:lnTo>
                <a:lnTo>
                  <a:pt x="12556" y="463"/>
                </a:lnTo>
                <a:close/>
                <a:moveTo>
                  <a:pt x="9636" y="12069"/>
                </a:moveTo>
                <a:lnTo>
                  <a:pt x="9612" y="12118"/>
                </a:lnTo>
                <a:lnTo>
                  <a:pt x="9466" y="12167"/>
                </a:lnTo>
                <a:lnTo>
                  <a:pt x="9320" y="12240"/>
                </a:lnTo>
                <a:lnTo>
                  <a:pt x="9052" y="12386"/>
                </a:lnTo>
                <a:lnTo>
                  <a:pt x="8906" y="12483"/>
                </a:lnTo>
                <a:lnTo>
                  <a:pt x="8809" y="12580"/>
                </a:lnTo>
                <a:lnTo>
                  <a:pt x="8785" y="12629"/>
                </a:lnTo>
                <a:lnTo>
                  <a:pt x="8809" y="12702"/>
                </a:lnTo>
                <a:lnTo>
                  <a:pt x="8858" y="12751"/>
                </a:lnTo>
                <a:lnTo>
                  <a:pt x="9052" y="12751"/>
                </a:lnTo>
                <a:lnTo>
                  <a:pt x="9198" y="12702"/>
                </a:lnTo>
                <a:lnTo>
                  <a:pt x="9466" y="12580"/>
                </a:lnTo>
                <a:lnTo>
                  <a:pt x="9563" y="12556"/>
                </a:lnTo>
                <a:lnTo>
                  <a:pt x="9563" y="12678"/>
                </a:lnTo>
                <a:lnTo>
                  <a:pt x="9198" y="12872"/>
                </a:lnTo>
                <a:lnTo>
                  <a:pt x="8955" y="13018"/>
                </a:lnTo>
                <a:lnTo>
                  <a:pt x="8833" y="13115"/>
                </a:lnTo>
                <a:lnTo>
                  <a:pt x="8760" y="13237"/>
                </a:lnTo>
                <a:lnTo>
                  <a:pt x="8736" y="13261"/>
                </a:lnTo>
                <a:lnTo>
                  <a:pt x="8760" y="13310"/>
                </a:lnTo>
                <a:lnTo>
                  <a:pt x="8785" y="13334"/>
                </a:lnTo>
                <a:lnTo>
                  <a:pt x="8955" y="13334"/>
                </a:lnTo>
                <a:lnTo>
                  <a:pt x="9077" y="13286"/>
                </a:lnTo>
                <a:lnTo>
                  <a:pt x="9320" y="13188"/>
                </a:lnTo>
                <a:lnTo>
                  <a:pt x="9588" y="13042"/>
                </a:lnTo>
                <a:lnTo>
                  <a:pt x="9588" y="13213"/>
                </a:lnTo>
                <a:lnTo>
                  <a:pt x="9223" y="13383"/>
                </a:lnTo>
                <a:lnTo>
                  <a:pt x="9077" y="13480"/>
                </a:lnTo>
                <a:lnTo>
                  <a:pt x="8931" y="13578"/>
                </a:lnTo>
                <a:lnTo>
                  <a:pt x="8906" y="13626"/>
                </a:lnTo>
                <a:lnTo>
                  <a:pt x="8882" y="13675"/>
                </a:lnTo>
                <a:lnTo>
                  <a:pt x="8882" y="13797"/>
                </a:lnTo>
                <a:lnTo>
                  <a:pt x="8882" y="13821"/>
                </a:lnTo>
                <a:lnTo>
                  <a:pt x="8906" y="13845"/>
                </a:lnTo>
                <a:lnTo>
                  <a:pt x="9004" y="13845"/>
                </a:lnTo>
                <a:lnTo>
                  <a:pt x="9077" y="13821"/>
                </a:lnTo>
                <a:lnTo>
                  <a:pt x="9247" y="13748"/>
                </a:lnTo>
                <a:lnTo>
                  <a:pt x="9393" y="13675"/>
                </a:lnTo>
                <a:lnTo>
                  <a:pt x="9612" y="13578"/>
                </a:lnTo>
                <a:lnTo>
                  <a:pt x="9588" y="13602"/>
                </a:lnTo>
                <a:lnTo>
                  <a:pt x="9417" y="13699"/>
                </a:lnTo>
                <a:lnTo>
                  <a:pt x="9223" y="13845"/>
                </a:lnTo>
                <a:lnTo>
                  <a:pt x="9077" y="13991"/>
                </a:lnTo>
                <a:lnTo>
                  <a:pt x="8931" y="14162"/>
                </a:lnTo>
                <a:lnTo>
                  <a:pt x="8931" y="14186"/>
                </a:lnTo>
                <a:lnTo>
                  <a:pt x="8931" y="14210"/>
                </a:lnTo>
                <a:lnTo>
                  <a:pt x="8955" y="14235"/>
                </a:lnTo>
                <a:lnTo>
                  <a:pt x="8979" y="14235"/>
                </a:lnTo>
                <a:lnTo>
                  <a:pt x="9271" y="14137"/>
                </a:lnTo>
                <a:lnTo>
                  <a:pt x="9563" y="14016"/>
                </a:lnTo>
                <a:lnTo>
                  <a:pt x="9563" y="14259"/>
                </a:lnTo>
                <a:lnTo>
                  <a:pt x="9320" y="14405"/>
                </a:lnTo>
                <a:lnTo>
                  <a:pt x="9198" y="14454"/>
                </a:lnTo>
                <a:lnTo>
                  <a:pt x="9052" y="14551"/>
                </a:lnTo>
                <a:lnTo>
                  <a:pt x="8955" y="14648"/>
                </a:lnTo>
                <a:lnTo>
                  <a:pt x="8906" y="14697"/>
                </a:lnTo>
                <a:lnTo>
                  <a:pt x="8882" y="14770"/>
                </a:lnTo>
                <a:lnTo>
                  <a:pt x="8882" y="14819"/>
                </a:lnTo>
                <a:lnTo>
                  <a:pt x="8931" y="14843"/>
                </a:lnTo>
                <a:lnTo>
                  <a:pt x="9004" y="14867"/>
                </a:lnTo>
                <a:lnTo>
                  <a:pt x="9077" y="14843"/>
                </a:lnTo>
                <a:lnTo>
                  <a:pt x="9223" y="14819"/>
                </a:lnTo>
                <a:lnTo>
                  <a:pt x="9490" y="14673"/>
                </a:lnTo>
                <a:lnTo>
                  <a:pt x="9539" y="14648"/>
                </a:lnTo>
                <a:lnTo>
                  <a:pt x="9563" y="14940"/>
                </a:lnTo>
                <a:lnTo>
                  <a:pt x="9442" y="14965"/>
                </a:lnTo>
                <a:lnTo>
                  <a:pt x="9320" y="15038"/>
                </a:lnTo>
                <a:lnTo>
                  <a:pt x="9174" y="15159"/>
                </a:lnTo>
                <a:lnTo>
                  <a:pt x="9101" y="15232"/>
                </a:lnTo>
                <a:lnTo>
                  <a:pt x="9052" y="15281"/>
                </a:lnTo>
                <a:lnTo>
                  <a:pt x="9028" y="15305"/>
                </a:lnTo>
                <a:lnTo>
                  <a:pt x="9028" y="15354"/>
                </a:lnTo>
                <a:lnTo>
                  <a:pt x="9174" y="15354"/>
                </a:lnTo>
                <a:lnTo>
                  <a:pt x="9271" y="15330"/>
                </a:lnTo>
                <a:lnTo>
                  <a:pt x="9442" y="15257"/>
                </a:lnTo>
                <a:lnTo>
                  <a:pt x="9539" y="15208"/>
                </a:lnTo>
                <a:lnTo>
                  <a:pt x="9612" y="15159"/>
                </a:lnTo>
                <a:lnTo>
                  <a:pt x="9661" y="15208"/>
                </a:lnTo>
                <a:lnTo>
                  <a:pt x="9539" y="15281"/>
                </a:lnTo>
                <a:lnTo>
                  <a:pt x="9393" y="15378"/>
                </a:lnTo>
                <a:lnTo>
                  <a:pt x="9296" y="15500"/>
                </a:lnTo>
                <a:lnTo>
                  <a:pt x="9223" y="15622"/>
                </a:lnTo>
                <a:lnTo>
                  <a:pt x="9223" y="15646"/>
                </a:lnTo>
                <a:lnTo>
                  <a:pt x="9223" y="15695"/>
                </a:lnTo>
                <a:lnTo>
                  <a:pt x="9271" y="15743"/>
                </a:lnTo>
                <a:lnTo>
                  <a:pt x="9344" y="15768"/>
                </a:lnTo>
                <a:lnTo>
                  <a:pt x="9417" y="15768"/>
                </a:lnTo>
                <a:lnTo>
                  <a:pt x="9636" y="15670"/>
                </a:lnTo>
                <a:lnTo>
                  <a:pt x="9855" y="15573"/>
                </a:lnTo>
                <a:lnTo>
                  <a:pt x="10123" y="15500"/>
                </a:lnTo>
                <a:lnTo>
                  <a:pt x="10196" y="15524"/>
                </a:lnTo>
                <a:lnTo>
                  <a:pt x="10074" y="15573"/>
                </a:lnTo>
                <a:lnTo>
                  <a:pt x="9953" y="15670"/>
                </a:lnTo>
                <a:lnTo>
                  <a:pt x="9855" y="15768"/>
                </a:lnTo>
                <a:lnTo>
                  <a:pt x="9807" y="15865"/>
                </a:lnTo>
                <a:lnTo>
                  <a:pt x="9807" y="15938"/>
                </a:lnTo>
                <a:lnTo>
                  <a:pt x="9831" y="15987"/>
                </a:lnTo>
                <a:lnTo>
                  <a:pt x="9880" y="16035"/>
                </a:lnTo>
                <a:lnTo>
                  <a:pt x="9928" y="16035"/>
                </a:lnTo>
                <a:lnTo>
                  <a:pt x="10099" y="16011"/>
                </a:lnTo>
                <a:lnTo>
                  <a:pt x="10245" y="15962"/>
                </a:lnTo>
                <a:lnTo>
                  <a:pt x="10537" y="15841"/>
                </a:lnTo>
                <a:lnTo>
                  <a:pt x="10829" y="15768"/>
                </a:lnTo>
                <a:lnTo>
                  <a:pt x="10950" y="15743"/>
                </a:lnTo>
                <a:lnTo>
                  <a:pt x="11096" y="15670"/>
                </a:lnTo>
                <a:lnTo>
                  <a:pt x="11267" y="15719"/>
                </a:lnTo>
                <a:lnTo>
                  <a:pt x="11169" y="15743"/>
                </a:lnTo>
                <a:lnTo>
                  <a:pt x="11072" y="15768"/>
                </a:lnTo>
                <a:lnTo>
                  <a:pt x="10877" y="15865"/>
                </a:lnTo>
                <a:lnTo>
                  <a:pt x="10610" y="15987"/>
                </a:lnTo>
                <a:lnTo>
                  <a:pt x="10488" y="16060"/>
                </a:lnTo>
                <a:lnTo>
                  <a:pt x="10366" y="16157"/>
                </a:lnTo>
                <a:lnTo>
                  <a:pt x="10342" y="16230"/>
                </a:lnTo>
                <a:lnTo>
                  <a:pt x="10366" y="16303"/>
                </a:lnTo>
                <a:lnTo>
                  <a:pt x="10415" y="16352"/>
                </a:lnTo>
                <a:lnTo>
                  <a:pt x="10634" y="16352"/>
                </a:lnTo>
                <a:lnTo>
                  <a:pt x="10780" y="16303"/>
                </a:lnTo>
                <a:lnTo>
                  <a:pt x="11048" y="16181"/>
                </a:lnTo>
                <a:lnTo>
                  <a:pt x="11315" y="16084"/>
                </a:lnTo>
                <a:lnTo>
                  <a:pt x="11437" y="16011"/>
                </a:lnTo>
                <a:lnTo>
                  <a:pt x="11486" y="15962"/>
                </a:lnTo>
                <a:lnTo>
                  <a:pt x="11510" y="15889"/>
                </a:lnTo>
                <a:lnTo>
                  <a:pt x="11510" y="15841"/>
                </a:lnTo>
                <a:lnTo>
                  <a:pt x="11510" y="15816"/>
                </a:lnTo>
                <a:lnTo>
                  <a:pt x="11826" y="15962"/>
                </a:lnTo>
                <a:lnTo>
                  <a:pt x="11583" y="16035"/>
                </a:lnTo>
                <a:lnTo>
                  <a:pt x="11340" y="16108"/>
                </a:lnTo>
                <a:lnTo>
                  <a:pt x="11121" y="16230"/>
                </a:lnTo>
                <a:lnTo>
                  <a:pt x="11048" y="16303"/>
                </a:lnTo>
                <a:lnTo>
                  <a:pt x="10975" y="16376"/>
                </a:lnTo>
                <a:lnTo>
                  <a:pt x="10950" y="16449"/>
                </a:lnTo>
                <a:lnTo>
                  <a:pt x="10950" y="16522"/>
                </a:lnTo>
                <a:lnTo>
                  <a:pt x="10999" y="16571"/>
                </a:lnTo>
                <a:lnTo>
                  <a:pt x="11072" y="16571"/>
                </a:lnTo>
                <a:lnTo>
                  <a:pt x="11291" y="16473"/>
                </a:lnTo>
                <a:lnTo>
                  <a:pt x="11510" y="16376"/>
                </a:lnTo>
                <a:lnTo>
                  <a:pt x="11802" y="16279"/>
                </a:lnTo>
                <a:lnTo>
                  <a:pt x="12094" y="16206"/>
                </a:lnTo>
                <a:lnTo>
                  <a:pt x="12143" y="16181"/>
                </a:lnTo>
                <a:lnTo>
                  <a:pt x="12313" y="16303"/>
                </a:lnTo>
                <a:lnTo>
                  <a:pt x="12021" y="16352"/>
                </a:lnTo>
                <a:lnTo>
                  <a:pt x="11851" y="16376"/>
                </a:lnTo>
                <a:lnTo>
                  <a:pt x="11705" y="16425"/>
                </a:lnTo>
                <a:lnTo>
                  <a:pt x="11559" y="16498"/>
                </a:lnTo>
                <a:lnTo>
                  <a:pt x="11413" y="16571"/>
                </a:lnTo>
                <a:lnTo>
                  <a:pt x="11364" y="16619"/>
                </a:lnTo>
                <a:lnTo>
                  <a:pt x="11340" y="16668"/>
                </a:lnTo>
                <a:lnTo>
                  <a:pt x="11340" y="16717"/>
                </a:lnTo>
                <a:lnTo>
                  <a:pt x="11340" y="16765"/>
                </a:lnTo>
                <a:lnTo>
                  <a:pt x="11364" y="16814"/>
                </a:lnTo>
                <a:lnTo>
                  <a:pt x="11413" y="16863"/>
                </a:lnTo>
                <a:lnTo>
                  <a:pt x="11534" y="16863"/>
                </a:lnTo>
                <a:lnTo>
                  <a:pt x="11778" y="16790"/>
                </a:lnTo>
                <a:lnTo>
                  <a:pt x="12045" y="16717"/>
                </a:lnTo>
                <a:lnTo>
                  <a:pt x="12337" y="16692"/>
                </a:lnTo>
                <a:lnTo>
                  <a:pt x="12629" y="16644"/>
                </a:lnTo>
                <a:lnTo>
                  <a:pt x="12702" y="16741"/>
                </a:lnTo>
                <a:lnTo>
                  <a:pt x="12532" y="16814"/>
                </a:lnTo>
                <a:lnTo>
                  <a:pt x="12362" y="16887"/>
                </a:lnTo>
                <a:lnTo>
                  <a:pt x="11997" y="16984"/>
                </a:lnTo>
                <a:lnTo>
                  <a:pt x="11242" y="17106"/>
                </a:lnTo>
                <a:lnTo>
                  <a:pt x="10658" y="17203"/>
                </a:lnTo>
                <a:lnTo>
                  <a:pt x="10074" y="17252"/>
                </a:lnTo>
                <a:lnTo>
                  <a:pt x="9466" y="17276"/>
                </a:lnTo>
                <a:lnTo>
                  <a:pt x="7860" y="17276"/>
                </a:lnTo>
                <a:lnTo>
                  <a:pt x="7373" y="17228"/>
                </a:lnTo>
                <a:lnTo>
                  <a:pt x="6862" y="17179"/>
                </a:lnTo>
                <a:lnTo>
                  <a:pt x="5865" y="17057"/>
                </a:lnTo>
                <a:lnTo>
                  <a:pt x="4892" y="16863"/>
                </a:lnTo>
                <a:lnTo>
                  <a:pt x="4989" y="16668"/>
                </a:lnTo>
                <a:lnTo>
                  <a:pt x="5110" y="16522"/>
                </a:lnTo>
                <a:lnTo>
                  <a:pt x="5256" y="16376"/>
                </a:lnTo>
                <a:lnTo>
                  <a:pt x="5427" y="16254"/>
                </a:lnTo>
                <a:lnTo>
                  <a:pt x="5597" y="16157"/>
                </a:lnTo>
                <a:lnTo>
                  <a:pt x="5792" y="16060"/>
                </a:lnTo>
                <a:lnTo>
                  <a:pt x="6181" y="15914"/>
                </a:lnTo>
                <a:lnTo>
                  <a:pt x="6546" y="15768"/>
                </a:lnTo>
                <a:lnTo>
                  <a:pt x="6911" y="15622"/>
                </a:lnTo>
                <a:lnTo>
                  <a:pt x="7276" y="15476"/>
                </a:lnTo>
                <a:lnTo>
                  <a:pt x="7641" y="15354"/>
                </a:lnTo>
                <a:lnTo>
                  <a:pt x="7714" y="15330"/>
                </a:lnTo>
                <a:lnTo>
                  <a:pt x="7763" y="15281"/>
                </a:lnTo>
                <a:lnTo>
                  <a:pt x="7787" y="15257"/>
                </a:lnTo>
                <a:lnTo>
                  <a:pt x="7860" y="15159"/>
                </a:lnTo>
                <a:lnTo>
                  <a:pt x="7909" y="15086"/>
                </a:lnTo>
                <a:lnTo>
                  <a:pt x="7957" y="14892"/>
                </a:lnTo>
                <a:lnTo>
                  <a:pt x="7982" y="14697"/>
                </a:lnTo>
                <a:lnTo>
                  <a:pt x="8006" y="14478"/>
                </a:lnTo>
                <a:lnTo>
                  <a:pt x="8055" y="13894"/>
                </a:lnTo>
                <a:lnTo>
                  <a:pt x="8055" y="13286"/>
                </a:lnTo>
                <a:lnTo>
                  <a:pt x="8055" y="12726"/>
                </a:lnTo>
                <a:lnTo>
                  <a:pt x="8030" y="12434"/>
                </a:lnTo>
                <a:lnTo>
                  <a:pt x="7982" y="12167"/>
                </a:lnTo>
                <a:lnTo>
                  <a:pt x="8371" y="12191"/>
                </a:lnTo>
                <a:lnTo>
                  <a:pt x="8760" y="12191"/>
                </a:lnTo>
                <a:lnTo>
                  <a:pt x="9198" y="12167"/>
                </a:lnTo>
                <a:lnTo>
                  <a:pt x="9636" y="12069"/>
                </a:lnTo>
                <a:close/>
                <a:moveTo>
                  <a:pt x="12945" y="0"/>
                </a:moveTo>
                <a:lnTo>
                  <a:pt x="11705" y="49"/>
                </a:lnTo>
                <a:lnTo>
                  <a:pt x="7519" y="49"/>
                </a:lnTo>
                <a:lnTo>
                  <a:pt x="6132" y="73"/>
                </a:lnTo>
                <a:lnTo>
                  <a:pt x="5427" y="49"/>
                </a:lnTo>
                <a:lnTo>
                  <a:pt x="4697" y="49"/>
                </a:lnTo>
                <a:lnTo>
                  <a:pt x="3967" y="73"/>
                </a:lnTo>
                <a:lnTo>
                  <a:pt x="3626" y="98"/>
                </a:lnTo>
                <a:lnTo>
                  <a:pt x="3261" y="146"/>
                </a:lnTo>
                <a:lnTo>
                  <a:pt x="3213" y="171"/>
                </a:lnTo>
                <a:lnTo>
                  <a:pt x="3140" y="244"/>
                </a:lnTo>
                <a:lnTo>
                  <a:pt x="3115" y="292"/>
                </a:lnTo>
                <a:lnTo>
                  <a:pt x="3091" y="365"/>
                </a:lnTo>
                <a:lnTo>
                  <a:pt x="3164" y="1071"/>
                </a:lnTo>
                <a:lnTo>
                  <a:pt x="2994" y="998"/>
                </a:lnTo>
                <a:lnTo>
                  <a:pt x="2823" y="974"/>
                </a:lnTo>
                <a:lnTo>
                  <a:pt x="2434" y="949"/>
                </a:lnTo>
                <a:lnTo>
                  <a:pt x="2045" y="949"/>
                </a:lnTo>
                <a:lnTo>
                  <a:pt x="1728" y="974"/>
                </a:lnTo>
                <a:lnTo>
                  <a:pt x="1339" y="1022"/>
                </a:lnTo>
                <a:lnTo>
                  <a:pt x="1144" y="1047"/>
                </a:lnTo>
                <a:lnTo>
                  <a:pt x="974" y="1095"/>
                </a:lnTo>
                <a:lnTo>
                  <a:pt x="779" y="1168"/>
                </a:lnTo>
                <a:lnTo>
                  <a:pt x="609" y="1266"/>
                </a:lnTo>
                <a:lnTo>
                  <a:pt x="463" y="1387"/>
                </a:lnTo>
                <a:lnTo>
                  <a:pt x="317" y="1509"/>
                </a:lnTo>
                <a:lnTo>
                  <a:pt x="220" y="1679"/>
                </a:lnTo>
                <a:lnTo>
                  <a:pt x="122" y="1825"/>
                </a:lnTo>
                <a:lnTo>
                  <a:pt x="74" y="2020"/>
                </a:lnTo>
                <a:lnTo>
                  <a:pt x="25" y="2190"/>
                </a:lnTo>
                <a:lnTo>
                  <a:pt x="25" y="2385"/>
                </a:lnTo>
                <a:lnTo>
                  <a:pt x="1" y="2604"/>
                </a:lnTo>
                <a:lnTo>
                  <a:pt x="49" y="2993"/>
                </a:lnTo>
                <a:lnTo>
                  <a:pt x="98" y="3431"/>
                </a:lnTo>
                <a:lnTo>
                  <a:pt x="195" y="3821"/>
                </a:lnTo>
                <a:lnTo>
                  <a:pt x="414" y="4551"/>
                </a:lnTo>
                <a:lnTo>
                  <a:pt x="536" y="4988"/>
                </a:lnTo>
                <a:lnTo>
                  <a:pt x="682" y="5451"/>
                </a:lnTo>
                <a:lnTo>
                  <a:pt x="852" y="5913"/>
                </a:lnTo>
                <a:lnTo>
                  <a:pt x="1047" y="6351"/>
                </a:lnTo>
                <a:lnTo>
                  <a:pt x="1242" y="6789"/>
                </a:lnTo>
                <a:lnTo>
                  <a:pt x="1461" y="7203"/>
                </a:lnTo>
                <a:lnTo>
                  <a:pt x="1704" y="7616"/>
                </a:lnTo>
                <a:lnTo>
                  <a:pt x="1972" y="8006"/>
                </a:lnTo>
                <a:lnTo>
                  <a:pt x="2264" y="8371"/>
                </a:lnTo>
                <a:lnTo>
                  <a:pt x="2580" y="8687"/>
                </a:lnTo>
                <a:lnTo>
                  <a:pt x="2896" y="9003"/>
                </a:lnTo>
                <a:lnTo>
                  <a:pt x="3286" y="9271"/>
                </a:lnTo>
                <a:lnTo>
                  <a:pt x="3675" y="9514"/>
                </a:lnTo>
                <a:lnTo>
                  <a:pt x="4089" y="9709"/>
                </a:lnTo>
                <a:lnTo>
                  <a:pt x="4551" y="9879"/>
                </a:lnTo>
                <a:lnTo>
                  <a:pt x="5037" y="9977"/>
                </a:lnTo>
                <a:lnTo>
                  <a:pt x="5037" y="10098"/>
                </a:lnTo>
                <a:lnTo>
                  <a:pt x="5062" y="10196"/>
                </a:lnTo>
                <a:lnTo>
                  <a:pt x="5183" y="10415"/>
                </a:lnTo>
                <a:lnTo>
                  <a:pt x="5329" y="10634"/>
                </a:lnTo>
                <a:lnTo>
                  <a:pt x="5500" y="10828"/>
                </a:lnTo>
                <a:lnTo>
                  <a:pt x="5694" y="11023"/>
                </a:lnTo>
                <a:lnTo>
                  <a:pt x="5889" y="11169"/>
                </a:lnTo>
                <a:lnTo>
                  <a:pt x="6254" y="11437"/>
                </a:lnTo>
                <a:lnTo>
                  <a:pt x="6546" y="11631"/>
                </a:lnTo>
                <a:lnTo>
                  <a:pt x="6862" y="11802"/>
                </a:lnTo>
                <a:lnTo>
                  <a:pt x="7179" y="11948"/>
                </a:lnTo>
                <a:lnTo>
                  <a:pt x="7519" y="12045"/>
                </a:lnTo>
                <a:lnTo>
                  <a:pt x="7471" y="12313"/>
                </a:lnTo>
                <a:lnTo>
                  <a:pt x="7471" y="12580"/>
                </a:lnTo>
                <a:lnTo>
                  <a:pt x="7471" y="12872"/>
                </a:lnTo>
                <a:lnTo>
                  <a:pt x="7519" y="13115"/>
                </a:lnTo>
                <a:lnTo>
                  <a:pt x="7519" y="13407"/>
                </a:lnTo>
                <a:lnTo>
                  <a:pt x="7519" y="13724"/>
                </a:lnTo>
                <a:lnTo>
                  <a:pt x="7471" y="14308"/>
                </a:lnTo>
                <a:lnTo>
                  <a:pt x="7422" y="14624"/>
                </a:lnTo>
                <a:lnTo>
                  <a:pt x="7422" y="14770"/>
                </a:lnTo>
                <a:lnTo>
                  <a:pt x="7422" y="14916"/>
                </a:lnTo>
                <a:lnTo>
                  <a:pt x="7203" y="14965"/>
                </a:lnTo>
                <a:lnTo>
                  <a:pt x="6984" y="15013"/>
                </a:lnTo>
                <a:lnTo>
                  <a:pt x="6741" y="15086"/>
                </a:lnTo>
                <a:lnTo>
                  <a:pt x="6522" y="15184"/>
                </a:lnTo>
                <a:lnTo>
                  <a:pt x="6084" y="15378"/>
                </a:lnTo>
                <a:lnTo>
                  <a:pt x="5670" y="15549"/>
                </a:lnTo>
                <a:lnTo>
                  <a:pt x="5451" y="15646"/>
                </a:lnTo>
                <a:lnTo>
                  <a:pt x="5232" y="15743"/>
                </a:lnTo>
                <a:lnTo>
                  <a:pt x="5037" y="15889"/>
                </a:lnTo>
                <a:lnTo>
                  <a:pt x="4867" y="16011"/>
                </a:lnTo>
                <a:lnTo>
                  <a:pt x="4697" y="16181"/>
                </a:lnTo>
                <a:lnTo>
                  <a:pt x="4551" y="16376"/>
                </a:lnTo>
                <a:lnTo>
                  <a:pt x="4429" y="16571"/>
                </a:lnTo>
                <a:lnTo>
                  <a:pt x="4332" y="16814"/>
                </a:lnTo>
                <a:lnTo>
                  <a:pt x="4308" y="16887"/>
                </a:lnTo>
                <a:lnTo>
                  <a:pt x="4308" y="16936"/>
                </a:lnTo>
                <a:lnTo>
                  <a:pt x="4332" y="16984"/>
                </a:lnTo>
                <a:lnTo>
                  <a:pt x="4356" y="17033"/>
                </a:lnTo>
                <a:lnTo>
                  <a:pt x="4454" y="17106"/>
                </a:lnTo>
                <a:lnTo>
                  <a:pt x="4575" y="17130"/>
                </a:lnTo>
                <a:lnTo>
                  <a:pt x="4746" y="17252"/>
                </a:lnTo>
                <a:lnTo>
                  <a:pt x="4940" y="17374"/>
                </a:lnTo>
                <a:lnTo>
                  <a:pt x="5159" y="17447"/>
                </a:lnTo>
                <a:lnTo>
                  <a:pt x="5402" y="17495"/>
                </a:lnTo>
                <a:lnTo>
                  <a:pt x="5865" y="17568"/>
                </a:lnTo>
                <a:lnTo>
                  <a:pt x="6303" y="17617"/>
                </a:lnTo>
                <a:lnTo>
                  <a:pt x="6984" y="17714"/>
                </a:lnTo>
                <a:lnTo>
                  <a:pt x="7665" y="17763"/>
                </a:lnTo>
                <a:lnTo>
                  <a:pt x="8371" y="17787"/>
                </a:lnTo>
                <a:lnTo>
                  <a:pt x="9052" y="17812"/>
                </a:lnTo>
                <a:lnTo>
                  <a:pt x="9685" y="17787"/>
                </a:lnTo>
                <a:lnTo>
                  <a:pt x="10318" y="17739"/>
                </a:lnTo>
                <a:lnTo>
                  <a:pt x="10950" y="17690"/>
                </a:lnTo>
                <a:lnTo>
                  <a:pt x="11559" y="17593"/>
                </a:lnTo>
                <a:lnTo>
                  <a:pt x="11948" y="17520"/>
                </a:lnTo>
                <a:lnTo>
                  <a:pt x="12410" y="17447"/>
                </a:lnTo>
                <a:lnTo>
                  <a:pt x="12654" y="17398"/>
                </a:lnTo>
                <a:lnTo>
                  <a:pt x="12848" y="17301"/>
                </a:lnTo>
                <a:lnTo>
                  <a:pt x="13018" y="17203"/>
                </a:lnTo>
                <a:lnTo>
                  <a:pt x="13091" y="17130"/>
                </a:lnTo>
                <a:lnTo>
                  <a:pt x="13164" y="17057"/>
                </a:lnTo>
                <a:lnTo>
                  <a:pt x="13237" y="16984"/>
                </a:lnTo>
                <a:lnTo>
                  <a:pt x="13286" y="16911"/>
                </a:lnTo>
                <a:lnTo>
                  <a:pt x="13310" y="16814"/>
                </a:lnTo>
                <a:lnTo>
                  <a:pt x="13286" y="16692"/>
                </a:lnTo>
                <a:lnTo>
                  <a:pt x="13140" y="16400"/>
                </a:lnTo>
                <a:lnTo>
                  <a:pt x="12921" y="16157"/>
                </a:lnTo>
                <a:lnTo>
                  <a:pt x="12702" y="15914"/>
                </a:lnTo>
                <a:lnTo>
                  <a:pt x="12435" y="15719"/>
                </a:lnTo>
                <a:lnTo>
                  <a:pt x="12167" y="15549"/>
                </a:lnTo>
                <a:lnTo>
                  <a:pt x="11851" y="15403"/>
                </a:lnTo>
                <a:lnTo>
                  <a:pt x="11559" y="15281"/>
                </a:lnTo>
                <a:lnTo>
                  <a:pt x="11242" y="15184"/>
                </a:lnTo>
                <a:lnTo>
                  <a:pt x="10780" y="15062"/>
                </a:lnTo>
                <a:lnTo>
                  <a:pt x="10439" y="15013"/>
                </a:lnTo>
                <a:lnTo>
                  <a:pt x="10123" y="14965"/>
                </a:lnTo>
                <a:lnTo>
                  <a:pt x="10147" y="14746"/>
                </a:lnTo>
                <a:lnTo>
                  <a:pt x="10123" y="14502"/>
                </a:lnTo>
                <a:lnTo>
                  <a:pt x="10123" y="14259"/>
                </a:lnTo>
                <a:lnTo>
                  <a:pt x="10099" y="14089"/>
                </a:lnTo>
                <a:lnTo>
                  <a:pt x="10123" y="13529"/>
                </a:lnTo>
                <a:lnTo>
                  <a:pt x="10099" y="12945"/>
                </a:lnTo>
                <a:lnTo>
                  <a:pt x="10099" y="12434"/>
                </a:lnTo>
                <a:lnTo>
                  <a:pt x="10074" y="12191"/>
                </a:lnTo>
                <a:lnTo>
                  <a:pt x="10050" y="12069"/>
                </a:lnTo>
                <a:lnTo>
                  <a:pt x="10001" y="11948"/>
                </a:lnTo>
                <a:lnTo>
                  <a:pt x="10391" y="11777"/>
                </a:lnTo>
                <a:lnTo>
                  <a:pt x="10756" y="11583"/>
                </a:lnTo>
                <a:lnTo>
                  <a:pt x="11096" y="11364"/>
                </a:lnTo>
                <a:lnTo>
                  <a:pt x="11413" y="11096"/>
                </a:lnTo>
                <a:lnTo>
                  <a:pt x="11851" y="10707"/>
                </a:lnTo>
                <a:lnTo>
                  <a:pt x="12118" y="10463"/>
                </a:lnTo>
                <a:lnTo>
                  <a:pt x="12240" y="10317"/>
                </a:lnTo>
                <a:lnTo>
                  <a:pt x="12337" y="10196"/>
                </a:lnTo>
                <a:lnTo>
                  <a:pt x="12508" y="10001"/>
                </a:lnTo>
                <a:lnTo>
                  <a:pt x="12897" y="9879"/>
                </a:lnTo>
                <a:lnTo>
                  <a:pt x="13286" y="9782"/>
                </a:lnTo>
                <a:lnTo>
                  <a:pt x="13675" y="9660"/>
                </a:lnTo>
                <a:lnTo>
                  <a:pt x="13870" y="9587"/>
                </a:lnTo>
                <a:lnTo>
                  <a:pt x="14040" y="9490"/>
                </a:lnTo>
                <a:lnTo>
                  <a:pt x="14478" y="9222"/>
                </a:lnTo>
                <a:lnTo>
                  <a:pt x="14916" y="8906"/>
                </a:lnTo>
                <a:lnTo>
                  <a:pt x="15306" y="8565"/>
                </a:lnTo>
                <a:lnTo>
                  <a:pt x="15646" y="8176"/>
                </a:lnTo>
                <a:lnTo>
                  <a:pt x="15963" y="7787"/>
                </a:lnTo>
                <a:lnTo>
                  <a:pt x="16255" y="7397"/>
                </a:lnTo>
                <a:lnTo>
                  <a:pt x="16522" y="6959"/>
                </a:lnTo>
                <a:lnTo>
                  <a:pt x="16766" y="6521"/>
                </a:lnTo>
                <a:lnTo>
                  <a:pt x="16960" y="6083"/>
                </a:lnTo>
                <a:lnTo>
                  <a:pt x="17155" y="5621"/>
                </a:lnTo>
                <a:lnTo>
                  <a:pt x="17301" y="5134"/>
                </a:lnTo>
                <a:lnTo>
                  <a:pt x="17398" y="4648"/>
                </a:lnTo>
                <a:lnTo>
                  <a:pt x="17544" y="3869"/>
                </a:lnTo>
                <a:lnTo>
                  <a:pt x="17593" y="3431"/>
                </a:lnTo>
                <a:lnTo>
                  <a:pt x="17617" y="2993"/>
                </a:lnTo>
                <a:lnTo>
                  <a:pt x="17593" y="2555"/>
                </a:lnTo>
                <a:lnTo>
                  <a:pt x="17569" y="2361"/>
                </a:lnTo>
                <a:lnTo>
                  <a:pt x="17520" y="2142"/>
                </a:lnTo>
                <a:lnTo>
                  <a:pt x="17447" y="1947"/>
                </a:lnTo>
                <a:lnTo>
                  <a:pt x="17374" y="1777"/>
                </a:lnTo>
                <a:lnTo>
                  <a:pt x="17277" y="1606"/>
                </a:lnTo>
                <a:lnTo>
                  <a:pt x="17131" y="1460"/>
                </a:lnTo>
                <a:lnTo>
                  <a:pt x="17009" y="1339"/>
                </a:lnTo>
                <a:lnTo>
                  <a:pt x="16863" y="1241"/>
                </a:lnTo>
                <a:lnTo>
                  <a:pt x="16693" y="1168"/>
                </a:lnTo>
                <a:lnTo>
                  <a:pt x="16547" y="1120"/>
                </a:lnTo>
                <a:lnTo>
                  <a:pt x="16376" y="1095"/>
                </a:lnTo>
                <a:lnTo>
                  <a:pt x="16206" y="1095"/>
                </a:lnTo>
                <a:lnTo>
                  <a:pt x="15841" y="1120"/>
                </a:lnTo>
                <a:lnTo>
                  <a:pt x="15476" y="1168"/>
                </a:lnTo>
                <a:lnTo>
                  <a:pt x="15087" y="1241"/>
                </a:lnTo>
                <a:lnTo>
                  <a:pt x="14868" y="1266"/>
                </a:lnTo>
                <a:lnTo>
                  <a:pt x="14478" y="1266"/>
                </a:lnTo>
                <a:lnTo>
                  <a:pt x="14308" y="1217"/>
                </a:lnTo>
                <a:lnTo>
                  <a:pt x="14332" y="755"/>
                </a:lnTo>
                <a:lnTo>
                  <a:pt x="14357" y="292"/>
                </a:lnTo>
                <a:lnTo>
                  <a:pt x="14357" y="219"/>
                </a:lnTo>
                <a:lnTo>
                  <a:pt x="14332" y="146"/>
                </a:lnTo>
                <a:lnTo>
                  <a:pt x="14259" y="98"/>
                </a:lnTo>
                <a:lnTo>
                  <a:pt x="14186" y="73"/>
                </a:lnTo>
                <a:lnTo>
                  <a:pt x="13894" y="25"/>
                </a:lnTo>
                <a:lnTo>
                  <a:pt x="13578" y="0"/>
                </a:lnTo>
                <a:close/>
              </a:path>
            </a:pathLst>
          </a:custGeom>
          <a:solidFill>
            <a:srgbClr val="C4C408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698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Natural Resources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7526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dirty="0" smtClean="0">
                <a:latin typeface="Book Antiqua" pitchFamily="18" charset="0"/>
              </a:rPr>
              <a:t>A natural resources is any kind of substance in its natural form which is needed and wanted by humans.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215" y="3596351"/>
            <a:ext cx="3858369" cy="2682212"/>
          </a:xfrm>
          <a:prstGeom prst="rect">
            <a:avLst/>
          </a:prstGeom>
        </p:spPr>
      </p:pic>
      <p:sp>
        <p:nvSpPr>
          <p:cNvPr id="6" name="Shape 296"/>
          <p:cNvSpPr/>
          <p:nvPr/>
        </p:nvSpPr>
        <p:spPr>
          <a:xfrm>
            <a:off x="7989464" y="759840"/>
            <a:ext cx="939279" cy="894855"/>
          </a:xfrm>
          <a:custGeom>
            <a:avLst/>
            <a:gdLst/>
            <a:ahLst/>
            <a:cxnLst/>
            <a:rect l="0" t="0" r="0" b="0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7" name="Shape 274"/>
          <p:cNvSpPr/>
          <p:nvPr/>
        </p:nvSpPr>
        <p:spPr>
          <a:xfrm>
            <a:off x="6909583" y="190846"/>
            <a:ext cx="1050786" cy="1463849"/>
          </a:xfrm>
          <a:custGeom>
            <a:avLst/>
            <a:gdLst/>
            <a:ahLst/>
            <a:cxnLst/>
            <a:rect l="0" t="0" r="0" b="0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01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Book Antiqua" pitchFamily="18" charset="0"/>
              </a:rPr>
              <a:t>Renewable or Non-Renewable?</a:t>
            </a:r>
            <a:endParaRPr lang="en-AU" b="1" dirty="0"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dirty="0">
                <a:latin typeface="Book Antiqua" pitchFamily="18" charset="0"/>
              </a:rPr>
              <a:t>The various types of natural resources are often separated into renewable and non-renewable resources</a:t>
            </a:r>
            <a:r>
              <a:rPr lang="en-AU" dirty="0" smtClean="0">
                <a:latin typeface="Book Antiqua" pitchFamily="18" charset="0"/>
              </a:rPr>
              <a:t>.</a:t>
            </a:r>
          </a:p>
          <a:p>
            <a:pPr marL="0" indent="0" algn="ctr">
              <a:buNone/>
            </a:pPr>
            <a:endParaRPr lang="en-US" dirty="0" smtClean="0">
              <a:latin typeface="Book Antiqua" pitchFamily="18" charset="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1"/>
                </a:solidFill>
                <a:latin typeface="Book Antiqua" pitchFamily="18" charset="0"/>
              </a:rPr>
              <a:t>Your task: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1"/>
                </a:solidFill>
                <a:latin typeface="Book Antiqua" pitchFamily="18" charset="0"/>
              </a:rPr>
              <a:t>Separate the resources into what you think are renewable or non-renewable</a:t>
            </a:r>
            <a:r>
              <a:rPr lang="en-US" sz="3600" dirty="0" smtClean="0">
                <a:solidFill>
                  <a:schemeClr val="accent1"/>
                </a:solidFill>
                <a:latin typeface="Book Antiqua" pitchFamily="18" charset="0"/>
              </a:rPr>
              <a:t>.</a:t>
            </a:r>
            <a:endParaRPr lang="en-AU" sz="3600" dirty="0">
              <a:solidFill>
                <a:schemeClr val="accent1"/>
              </a:solidFill>
              <a:latin typeface="Book Antiqua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780928"/>
            <a:ext cx="1512168" cy="14398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780927"/>
            <a:ext cx="1512168" cy="143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7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913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Renewable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489" y="1196752"/>
            <a:ext cx="8604448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Usually living resources.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They can reproduce or re stock themselves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Air and water also renewable.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>
                <a:latin typeface="Book Antiqua" pitchFamily="18" charset="0"/>
              </a:rPr>
              <a:t>T</a:t>
            </a:r>
            <a:r>
              <a:rPr lang="en-US" sz="3200" dirty="0" smtClean="0">
                <a:latin typeface="Book Antiqua" pitchFamily="18" charset="0"/>
              </a:rPr>
              <a:t>hey are part of a cycle that allows them to be reused.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Only exist if they are not being used faster then they can replenish themselves.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 smtClean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AU" sz="3200" dirty="0"/>
          </a:p>
        </p:txBody>
      </p:sp>
      <p:sp>
        <p:nvSpPr>
          <p:cNvPr id="5" name="Shape 296"/>
          <p:cNvSpPr/>
          <p:nvPr/>
        </p:nvSpPr>
        <p:spPr>
          <a:xfrm>
            <a:off x="7989464" y="759840"/>
            <a:ext cx="939279" cy="894855"/>
          </a:xfrm>
          <a:custGeom>
            <a:avLst/>
            <a:gdLst/>
            <a:ahLst/>
            <a:cxnLst/>
            <a:rect l="0" t="0" r="0" b="0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6" name="Shape 274"/>
          <p:cNvSpPr/>
          <p:nvPr/>
        </p:nvSpPr>
        <p:spPr>
          <a:xfrm>
            <a:off x="6909583" y="190846"/>
            <a:ext cx="1050786" cy="1463849"/>
          </a:xfrm>
          <a:custGeom>
            <a:avLst/>
            <a:gdLst/>
            <a:ahLst/>
            <a:cxnLst/>
            <a:rect l="0" t="0" r="0" b="0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40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Book Antiqua" pitchFamily="18" charset="0"/>
              </a:rPr>
              <a:t>Non-Renewable</a:t>
            </a:r>
            <a:endParaRPr lang="en-AU" sz="4000" b="1" dirty="0">
              <a:latin typeface="Book Antiqu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3528" y="1412776"/>
            <a:ext cx="842493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Cannot be re-produced or re-grown and are therefore in limited supply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Coal is considered a non-renewable resource. It is constantly being formed but too slowly to keep up with demand.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3200" dirty="0">
              <a:latin typeface="Book Antiqua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3200" dirty="0" smtClean="0">
                <a:latin typeface="Book Antiqua" pitchFamily="18" charset="0"/>
              </a:rPr>
              <a:t>Cannot maintain the demands for current human needs while still preserving the ecosystem for future generations. </a:t>
            </a:r>
          </a:p>
          <a:p>
            <a:endParaRPr lang="en-AU" dirty="0"/>
          </a:p>
        </p:txBody>
      </p:sp>
      <p:sp>
        <p:nvSpPr>
          <p:cNvPr id="4" name="Shape 296"/>
          <p:cNvSpPr/>
          <p:nvPr/>
        </p:nvSpPr>
        <p:spPr>
          <a:xfrm>
            <a:off x="8004094" y="517921"/>
            <a:ext cx="939279" cy="894855"/>
          </a:xfrm>
          <a:custGeom>
            <a:avLst/>
            <a:gdLst/>
            <a:ahLst/>
            <a:cxnLst/>
            <a:rect l="0" t="0" r="0" b="0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  <p:sp>
        <p:nvSpPr>
          <p:cNvPr id="6" name="Shape 274"/>
          <p:cNvSpPr/>
          <p:nvPr/>
        </p:nvSpPr>
        <p:spPr>
          <a:xfrm>
            <a:off x="6909583" y="12793"/>
            <a:ext cx="1050786" cy="1463849"/>
          </a:xfrm>
          <a:custGeom>
            <a:avLst/>
            <a:gdLst/>
            <a:ahLst/>
            <a:cxnLst/>
            <a:rect l="0" t="0" r="0" b="0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wrap="square" lIns="91425" tIns="91425" rIns="91425" bIns="91425" anchor="ctr" anchorCtr="0">
            <a:noAutofit/>
          </a:bodyPr>
          <a:lstStyle/>
          <a:p>
            <a:endParaRPr lang="en-AU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80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1"/>
                </a:solidFill>
                <a:latin typeface="Book Antiqua" pitchFamily="18" charset="0"/>
              </a:rPr>
              <a:t>Your Task </a:t>
            </a:r>
            <a:endParaRPr lang="en-AU" sz="4000" b="1" dirty="0">
              <a:solidFill>
                <a:schemeClr val="accent1"/>
              </a:solidFill>
              <a:latin typeface="Book Antiqu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1256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Resources are not distributed evenly around the world. They are dependent on specific conditions to form.</a:t>
            </a:r>
          </a:p>
          <a:p>
            <a:pPr marL="0" indent="0" algn="ctr">
              <a:buNone/>
            </a:pPr>
            <a:r>
              <a:rPr lang="en-US" dirty="0" smtClean="0">
                <a:latin typeface="Book Antiqua" pitchFamily="18" charset="0"/>
              </a:rPr>
              <a:t>This means we place different values on different resources depending on where we live and what we have access to.</a:t>
            </a:r>
          </a:p>
          <a:p>
            <a:pPr marL="0" indent="0" algn="ctr">
              <a:buNone/>
            </a:pPr>
            <a:endParaRPr lang="en-US" dirty="0" smtClean="0">
              <a:latin typeface="Book Antiqua" pitchFamily="18" charset="0"/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accent1"/>
                </a:solidFill>
                <a:latin typeface="Book Antiqua" pitchFamily="18" charset="0"/>
              </a:rPr>
              <a:t>Which resources from the list do you think are most valuable in Australia? You need to </a:t>
            </a:r>
            <a:r>
              <a:rPr lang="en-US" b="1" dirty="0">
                <a:solidFill>
                  <a:schemeClr val="accent1"/>
                </a:solidFill>
                <a:latin typeface="Book Antiqua" pitchFamily="18" charset="0"/>
              </a:rPr>
              <a:t>e</a:t>
            </a:r>
            <a:r>
              <a:rPr lang="en-US" b="1" dirty="0" smtClean="0">
                <a:solidFill>
                  <a:schemeClr val="accent1"/>
                </a:solidFill>
                <a:latin typeface="Book Antiqua" pitchFamily="18" charset="0"/>
              </a:rPr>
              <a:t>xplain why you think this.</a:t>
            </a:r>
            <a:endParaRPr lang="en-AU" b="1" dirty="0">
              <a:solidFill>
                <a:schemeClr val="accent1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05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90600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85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318</Words>
  <Application>Microsoft Office PowerPoint</Application>
  <PresentationFormat>On-screen Show (4:3)</PresentationFormat>
  <Paragraphs>63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Book Antiqua</vt:lpstr>
      <vt:lpstr>Calibri</vt:lpstr>
      <vt:lpstr>Office Theme</vt:lpstr>
      <vt:lpstr>Water in the World</vt:lpstr>
      <vt:lpstr>PowerPoint Presentation</vt:lpstr>
      <vt:lpstr>Natural Resources</vt:lpstr>
      <vt:lpstr>Natural Resources</vt:lpstr>
      <vt:lpstr>Natural Resources</vt:lpstr>
      <vt:lpstr>Renewable or Non-Renewable?</vt:lpstr>
      <vt:lpstr>Renewable</vt:lpstr>
      <vt:lpstr>Non-Renewable</vt:lpstr>
      <vt:lpstr>Your Task 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LocalAdmin</dc:creator>
  <cp:lastModifiedBy>RINTOUL Brooke [Narrogin Senior High School]</cp:lastModifiedBy>
  <cp:revision>16</cp:revision>
  <dcterms:created xsi:type="dcterms:W3CDTF">2015-06-26T09:16:23Z</dcterms:created>
  <dcterms:modified xsi:type="dcterms:W3CDTF">2020-02-12T03:08:56Z</dcterms:modified>
</cp:coreProperties>
</file>