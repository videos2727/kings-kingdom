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60" r:id="rId6"/>
    <p:sldId id="266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79" d="100"/>
          <a:sy n="79" d="100"/>
        </p:scale>
        <p:origin x="-84" y="-7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D725-7F30-406D-BF6A-C3688BD7ABB3}" type="datetimeFigureOut">
              <a:rPr lang="en-AU" smtClean="0"/>
              <a:t>12/10/2018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4B7F-CD52-46CD-BB19-BB2BA384E2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5028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D725-7F30-406D-BF6A-C3688BD7ABB3}" type="datetimeFigureOut">
              <a:rPr lang="en-AU" smtClean="0"/>
              <a:t>12/10/2018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4B7F-CD52-46CD-BB19-BB2BA384E2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9974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D725-7F30-406D-BF6A-C3688BD7ABB3}" type="datetimeFigureOut">
              <a:rPr lang="en-AU" smtClean="0"/>
              <a:t>12/10/2018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4B7F-CD52-46CD-BB19-BB2BA384E2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7287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D725-7F30-406D-BF6A-C3688BD7ABB3}" type="datetimeFigureOut">
              <a:rPr lang="en-AU" smtClean="0"/>
              <a:t>12/10/2018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4B7F-CD52-46CD-BB19-BB2BA384E2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6478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D725-7F30-406D-BF6A-C3688BD7ABB3}" type="datetimeFigureOut">
              <a:rPr lang="en-AU" smtClean="0"/>
              <a:t>12/10/2018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4B7F-CD52-46CD-BB19-BB2BA384E2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8417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D725-7F30-406D-BF6A-C3688BD7ABB3}" type="datetimeFigureOut">
              <a:rPr lang="en-AU" smtClean="0"/>
              <a:t>12/10/2018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4B7F-CD52-46CD-BB19-BB2BA384E2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3333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D725-7F30-406D-BF6A-C3688BD7ABB3}" type="datetimeFigureOut">
              <a:rPr lang="en-AU" smtClean="0"/>
              <a:t>12/10/2018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4B7F-CD52-46CD-BB19-BB2BA384E2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9365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D725-7F30-406D-BF6A-C3688BD7ABB3}" type="datetimeFigureOut">
              <a:rPr lang="en-AU" smtClean="0"/>
              <a:t>12/10/2018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4B7F-CD52-46CD-BB19-BB2BA384E2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9578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D725-7F30-406D-BF6A-C3688BD7ABB3}" type="datetimeFigureOut">
              <a:rPr lang="en-AU" smtClean="0"/>
              <a:t>12/10/2018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4B7F-CD52-46CD-BB19-BB2BA384E2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0766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D725-7F30-406D-BF6A-C3688BD7ABB3}" type="datetimeFigureOut">
              <a:rPr lang="en-AU" smtClean="0"/>
              <a:t>12/10/2018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4B7F-CD52-46CD-BB19-BB2BA384E2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3541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D725-7F30-406D-BF6A-C3688BD7ABB3}" type="datetimeFigureOut">
              <a:rPr lang="en-AU" smtClean="0"/>
              <a:t>12/10/2018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4B7F-CD52-46CD-BB19-BB2BA384E2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5224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3D725-7F30-406D-BF6A-C3688BD7ABB3}" type="datetimeFigureOut">
              <a:rPr lang="en-AU" smtClean="0"/>
              <a:t>12/10/2018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54B7F-CD52-46CD-BB19-BB2BA384E2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2608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bc.net.au/btn/story/s3939299.htm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Federation and The Australian Constitution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39782"/>
            <a:ext cx="9144000" cy="2405570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2500" lnSpcReduction="10000"/>
          </a:bodyPr>
          <a:lstStyle/>
          <a:p>
            <a:pPr algn="l"/>
            <a:r>
              <a:rPr lang="en-AU" u="sng" dirty="0" smtClean="0"/>
              <a:t>Learning intentions: </a:t>
            </a:r>
          </a:p>
          <a:p>
            <a:pPr algn="l"/>
            <a:r>
              <a:rPr lang="en-AU" dirty="0" smtClean="0"/>
              <a:t>Understand what why and how Australia federated and what the constitution is.</a:t>
            </a:r>
          </a:p>
          <a:p>
            <a:pPr algn="l"/>
            <a:endParaRPr lang="en-AU" dirty="0" smtClean="0"/>
          </a:p>
          <a:p>
            <a:pPr algn="l"/>
            <a:r>
              <a:rPr lang="en-AU" u="sng" dirty="0" smtClean="0"/>
              <a:t>Success criteria:</a:t>
            </a:r>
          </a:p>
          <a:p>
            <a:pPr algn="l"/>
            <a:r>
              <a:rPr lang="en-AU" dirty="0" smtClean="0"/>
              <a:t>Complete a set of questions relating to Federation and the Constitution.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73975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639824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Recall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2919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AU" sz="5000" dirty="0" smtClean="0"/>
              <a:t>What date did Australia federate?</a:t>
            </a:r>
          </a:p>
          <a:p>
            <a:pPr marL="514350" indent="-514350">
              <a:buAutoNum type="arabicPeriod"/>
            </a:pPr>
            <a:endParaRPr lang="en-AU" sz="5000" dirty="0" smtClean="0"/>
          </a:p>
          <a:p>
            <a:pPr marL="514350" indent="-514350">
              <a:buAutoNum type="arabicPeriod"/>
            </a:pPr>
            <a:r>
              <a:rPr lang="en-AU" sz="5000" dirty="0" smtClean="0"/>
              <a:t>What is federation?</a:t>
            </a:r>
          </a:p>
          <a:p>
            <a:pPr marL="514350" indent="-514350">
              <a:buAutoNum type="arabicPeriod"/>
            </a:pPr>
            <a:endParaRPr lang="en-AU" sz="5000" dirty="0" smtClean="0"/>
          </a:p>
          <a:p>
            <a:pPr marL="514350" indent="-514350">
              <a:buAutoNum type="arabicPeriod"/>
            </a:pPr>
            <a:r>
              <a:rPr lang="en-AU" sz="5000" dirty="0" smtClean="0"/>
              <a:t>What is the constitution and why was it needed for federation?</a:t>
            </a:r>
            <a:endParaRPr lang="en-AU" sz="5000" dirty="0"/>
          </a:p>
        </p:txBody>
      </p:sp>
    </p:spTree>
    <p:extLst>
      <p:ext uri="{BB962C8B-B14F-4D97-AF65-F5344CB8AC3E}">
        <p14:creationId xmlns:p14="http://schemas.microsoft.com/office/powerpoint/2010/main" val="1824831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2208" y="383413"/>
            <a:ext cx="10515600" cy="1758032"/>
          </a:xfrm>
        </p:spPr>
        <p:txBody>
          <a:bodyPr>
            <a:noAutofit/>
          </a:bodyPr>
          <a:lstStyle/>
          <a:p>
            <a:r>
              <a:rPr lang="en-AU" sz="6000" dirty="0" smtClean="0"/>
              <a:t>List at least 3 of the </a:t>
            </a:r>
            <a:r>
              <a:rPr lang="en-AU" sz="6000" b="1" u="sng" dirty="0" smtClean="0"/>
              <a:t>rules</a:t>
            </a:r>
            <a:r>
              <a:rPr lang="en-AU" sz="6000" dirty="0" smtClean="0"/>
              <a:t> of your favourite sports team</a:t>
            </a:r>
            <a:endParaRPr lang="en-AU" sz="6000" dirty="0"/>
          </a:p>
        </p:txBody>
      </p:sp>
      <p:pic>
        <p:nvPicPr>
          <p:cNvPr id="4" name="Picture 4" descr="Image result for australian cricke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3010" y="2202180"/>
            <a:ext cx="2615263" cy="1744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result for afl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15" y="2141445"/>
            <a:ext cx="3264535" cy="186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mage result for australian netball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575" y="4281992"/>
            <a:ext cx="4514536" cy="2449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 result for australian basketball leagu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0008" y="4789144"/>
            <a:ext cx="3752088" cy="1857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 result for australian soccer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0098" y="1507830"/>
            <a:ext cx="1997710" cy="1627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mage result for australian hockey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0848" y="3533429"/>
            <a:ext cx="2791932" cy="145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6973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dirty="0" smtClean="0"/>
              <a:t>The Australian Constitution</a:t>
            </a:r>
            <a:br>
              <a:rPr lang="en-AU" dirty="0" smtClean="0"/>
            </a:br>
            <a:r>
              <a:rPr lang="en-AU" sz="2200" dirty="0">
                <a:hlinkClick r:id="rId2"/>
              </a:rPr>
              <a:t>http://www.abc.net.au/btn/story/s3939299.htm</a:t>
            </a:r>
            <a:r>
              <a:rPr lang="en-AU" sz="22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14599"/>
            <a:ext cx="10515600" cy="36623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Write these questions in your notes. Don’t forget to leave space to answer them!</a:t>
            </a:r>
          </a:p>
          <a:p>
            <a:pPr marL="0" indent="0">
              <a:buNone/>
            </a:pPr>
            <a:endParaRPr lang="en-AU" dirty="0"/>
          </a:p>
          <a:p>
            <a:pPr marL="514350" indent="-514350">
              <a:buAutoNum type="arabicPeriod"/>
            </a:pPr>
            <a:r>
              <a:rPr lang="en-AU" sz="4000" dirty="0" smtClean="0"/>
              <a:t>True or false? The Constitution is the most important document in the whole country?</a:t>
            </a:r>
          </a:p>
          <a:p>
            <a:pPr marL="514350" indent="-514350">
              <a:buAutoNum type="arabicPeriod"/>
            </a:pPr>
            <a:r>
              <a:rPr lang="en-AU" sz="4000" dirty="0" smtClean="0"/>
              <a:t>When </a:t>
            </a:r>
            <a:r>
              <a:rPr lang="en-AU" sz="4000" dirty="0"/>
              <a:t>was it mostly written</a:t>
            </a:r>
            <a:r>
              <a:rPr lang="en-AU" sz="4000" dirty="0" smtClean="0"/>
              <a:t>?</a:t>
            </a:r>
          </a:p>
          <a:p>
            <a:pPr marL="514350" indent="-514350">
              <a:buAutoNum type="arabicPeriod"/>
            </a:pP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2925275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827005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b="1" dirty="0" smtClean="0"/>
              <a:t>Australian Constitution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5000" dirty="0" smtClean="0"/>
              <a:t>The written document containing the principles and laws that describe the powers and duties of the Australian Government.</a:t>
            </a:r>
            <a:endParaRPr lang="en-AU" sz="5000" dirty="0"/>
          </a:p>
        </p:txBody>
      </p:sp>
      <p:pic>
        <p:nvPicPr>
          <p:cNvPr id="3074" name="Picture 2" descr="Image result for glossar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9306" y="14947"/>
            <a:ext cx="2172694" cy="700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9246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108704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Student 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714744" cy="1758823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AU" dirty="0" smtClean="0"/>
              <a:t>Constitution worksheet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Complete the worksheet or it is homework!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5433" y="2377440"/>
            <a:ext cx="3466029" cy="371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127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251158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dirty="0" smtClean="0"/>
              <a:t>In-Class 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43455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3400" dirty="0" smtClean="0"/>
              <a:t>You are to create your own constitution for the school. This should include the rules you think are important at NSHS. </a:t>
            </a:r>
            <a:endParaRPr lang="en-AU" sz="3400" b="1" dirty="0"/>
          </a:p>
        </p:txBody>
      </p:sp>
    </p:spTree>
    <p:extLst>
      <p:ext uri="{BB962C8B-B14F-4D97-AF65-F5344CB8AC3E}">
        <p14:creationId xmlns:p14="http://schemas.microsoft.com/office/powerpoint/2010/main" val="1090190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170</Words>
  <Application>Microsoft Office PowerPoint</Application>
  <PresentationFormat>Custom</PresentationFormat>
  <Paragraphs>26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Federation and The Australian Constitution</vt:lpstr>
      <vt:lpstr>Recall</vt:lpstr>
      <vt:lpstr>List at least 3 of the rules of your favourite sports team</vt:lpstr>
      <vt:lpstr>The Australian Constitution http://www.abc.net.au/btn/story/s3939299.htm </vt:lpstr>
      <vt:lpstr>Australian Constitution</vt:lpstr>
      <vt:lpstr>Student activity</vt:lpstr>
      <vt:lpstr>In-Class Activity</vt:lpstr>
    </vt:vector>
  </TitlesOfParts>
  <Company>Department of Education Western Australia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Australian Constitution</dc:title>
  <dc:creator>HAWKES Natasha [Narrogin Senior High School]</dc:creator>
  <cp:lastModifiedBy>e4097773</cp:lastModifiedBy>
  <cp:revision>14</cp:revision>
  <dcterms:created xsi:type="dcterms:W3CDTF">2018-10-08T07:37:57Z</dcterms:created>
  <dcterms:modified xsi:type="dcterms:W3CDTF">2018-10-12T04:54:53Z</dcterms:modified>
</cp:coreProperties>
</file>