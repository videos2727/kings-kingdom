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-84" y="-7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8421-710D-47C6-8801-EE391D8F3464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286F8-3C14-498A-8CB3-697BD8695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9172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8421-710D-47C6-8801-EE391D8F3464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286F8-3C14-498A-8CB3-697BD8695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6729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8421-710D-47C6-8801-EE391D8F3464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286F8-3C14-498A-8CB3-697BD8695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2282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8421-710D-47C6-8801-EE391D8F3464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286F8-3C14-498A-8CB3-697BD8695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6985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8421-710D-47C6-8801-EE391D8F3464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286F8-3C14-498A-8CB3-697BD8695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1889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8421-710D-47C6-8801-EE391D8F3464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286F8-3C14-498A-8CB3-697BD8695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72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8421-710D-47C6-8801-EE391D8F3464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286F8-3C14-498A-8CB3-697BD8695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0190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8421-710D-47C6-8801-EE391D8F3464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286F8-3C14-498A-8CB3-697BD8695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26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8421-710D-47C6-8801-EE391D8F3464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286F8-3C14-498A-8CB3-697BD8695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1066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8421-710D-47C6-8801-EE391D8F3464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286F8-3C14-498A-8CB3-697BD8695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9162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8421-710D-47C6-8801-EE391D8F3464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286F8-3C14-498A-8CB3-697BD8695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4495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98421-710D-47C6-8801-EE391D8F3464}" type="datetimeFigureOut">
              <a:rPr lang="en-AU" smtClean="0"/>
              <a:t>15/10/2018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286F8-3C14-498A-8CB3-697BD8695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6119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47860" y="495759"/>
            <a:ext cx="6496280" cy="1108286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b="1" dirty="0" smtClean="0"/>
              <a:t>Constitution Quiz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02187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4000" dirty="0" smtClean="0"/>
          </a:p>
          <a:p>
            <a:pPr marL="742950" indent="-742950">
              <a:buAutoNum type="alphaLcParenR"/>
            </a:pPr>
            <a:r>
              <a:rPr lang="en-AU" sz="4000" dirty="0" smtClean="0"/>
              <a:t>The set of rules by which Australia is run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b) A list of laws in Australia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c) The Declaration of Independence</a:t>
            </a:r>
            <a:endParaRPr lang="en-AU" sz="4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1. The Constitution is: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9726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2. </a:t>
            </a:r>
            <a:r>
              <a:rPr lang="en-AU" dirty="0"/>
              <a:t>On which date did the Australian Constitution come into effect?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846504" cy="4351338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a) January 1, 1901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b) January 26, 1788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c) May 9, 1988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410526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3. </a:t>
            </a:r>
            <a:r>
              <a:rPr lang="en-AU" dirty="0"/>
              <a:t>Which of these powers is outlined in the Constitution?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sz="4000" dirty="0" smtClean="0"/>
              <a:t>a) The powers of the Prime Minister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b) The powers of the federal police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c) The powers of the Parliament, the executive and the judiciary (courts)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3645832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4. </a:t>
            </a:r>
            <a:r>
              <a:rPr lang="en-AU" dirty="0"/>
              <a:t>Which of the following is a right guaranteed in the Australian Constitution?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388865" cy="4351338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a) The right to privacy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b) The right to a trial by jury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c) The right to free speech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1118862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AU" dirty="0" smtClean="0"/>
              <a:t>5. </a:t>
            </a:r>
            <a:r>
              <a:rPr lang="en-AU" dirty="0"/>
              <a:t>The Commonwealth of Australia Constitution Act was passed in 1900 by which Parliament?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333781" cy="4351338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sz="4000" dirty="0" smtClean="0"/>
              <a:t>a) The Australian Parliament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b) The United Nations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c) The British Parliament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156906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6. </a:t>
            </a:r>
            <a:r>
              <a:rPr lang="en-AU" dirty="0"/>
              <a:t>How do we change the Constitution?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215130" cy="4351338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sz="4000" dirty="0" smtClean="0"/>
              <a:t>a) By referendum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b) Only the Queen can change it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c) Parliament votes on it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3641503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7. </a:t>
            </a:r>
            <a:r>
              <a:rPr lang="en-AU" dirty="0"/>
              <a:t>A referendum to change the Constitution needs to be agreed to by: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sz="4000" dirty="0" smtClean="0"/>
              <a:t>a) A majority of voters across the nation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b) A majority of voters across the nation, and a majority of voters in a majority of states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c) A majority of states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3966423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2821" y="509504"/>
            <a:ext cx="2915653" cy="1325563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AU" b="1" dirty="0" smtClean="0"/>
              <a:t>ANSWERS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621202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4000" dirty="0" smtClean="0"/>
          </a:p>
          <a:p>
            <a:pPr marL="742950" indent="-742950">
              <a:buAutoNum type="alphaLcParenR"/>
            </a:pPr>
            <a:r>
              <a:rPr lang="en-AU" sz="4000" b="1" dirty="0" smtClean="0">
                <a:solidFill>
                  <a:srgbClr val="FF0000"/>
                </a:solidFill>
              </a:rPr>
              <a:t>The set of rules by which Australia is run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b) A list of laws in Australia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c) The Declaration of Independence</a:t>
            </a:r>
            <a:endParaRPr lang="en-AU" sz="4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1. The Constitution is: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9582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2. </a:t>
            </a:r>
            <a:r>
              <a:rPr lang="en-AU" dirty="0"/>
              <a:t>On which date did the Australian Constitution come into effect?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846504" cy="4351338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a) </a:t>
            </a:r>
            <a:r>
              <a:rPr lang="en-AU" sz="4000" b="1" dirty="0" smtClean="0">
                <a:solidFill>
                  <a:srgbClr val="FF0000"/>
                </a:solidFill>
              </a:rPr>
              <a:t>January 1, 1901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b) January 26, 1788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c) May 9, 1988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213790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3. </a:t>
            </a:r>
            <a:r>
              <a:rPr lang="en-AU" dirty="0"/>
              <a:t>Which of these powers is outlined in the Constitution?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sz="4000" dirty="0" smtClean="0"/>
              <a:t>a) The powers of the Prime Minister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b) The powers of the federal police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b="1" dirty="0" smtClean="0">
                <a:solidFill>
                  <a:srgbClr val="FF0000"/>
                </a:solidFill>
              </a:rPr>
              <a:t>c) The powers of the Parliament, the executive and the judiciary (courts)</a:t>
            </a:r>
            <a:endParaRPr lang="en-A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780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4. </a:t>
            </a:r>
            <a:r>
              <a:rPr lang="en-AU" dirty="0"/>
              <a:t>Which of the following is a right guaranteed in the Australian Constitution?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388865" cy="4351338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a) The right to privacy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b="1" dirty="0" smtClean="0">
                <a:solidFill>
                  <a:srgbClr val="FF0000"/>
                </a:solidFill>
              </a:rPr>
              <a:t>b) The right to a trial by jury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c) The right to free speech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2350938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AU" dirty="0" smtClean="0"/>
              <a:t>5. </a:t>
            </a:r>
            <a:r>
              <a:rPr lang="en-AU" dirty="0"/>
              <a:t>The Commonwealth of Australia Constitution Act was passed in 1900 by which Parliament?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333781" cy="4351338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sz="4000" dirty="0" smtClean="0"/>
              <a:t>a) The Australian Parliament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b) The United Nations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b="1" dirty="0" smtClean="0">
                <a:solidFill>
                  <a:srgbClr val="FF0000"/>
                </a:solidFill>
              </a:rPr>
              <a:t>c) The British Parliament</a:t>
            </a:r>
            <a:endParaRPr lang="en-A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752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6. </a:t>
            </a:r>
            <a:r>
              <a:rPr lang="en-AU" dirty="0"/>
              <a:t>How do we change the Constitution?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215130" cy="4351338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sz="4000" b="1" dirty="0" smtClean="0">
                <a:solidFill>
                  <a:srgbClr val="FF0000"/>
                </a:solidFill>
              </a:rPr>
              <a:t>a) By referendum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b) Only the Queen can change it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c) Parliament votes on it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355515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7. </a:t>
            </a:r>
            <a:r>
              <a:rPr lang="en-AU" dirty="0"/>
              <a:t>A referendum to change the Constitution needs to be agreed to by: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sz="4000" dirty="0" smtClean="0"/>
              <a:t>a) A majority of voters across the nation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b="1" dirty="0" smtClean="0">
                <a:solidFill>
                  <a:srgbClr val="FF0000"/>
                </a:solidFill>
              </a:rPr>
              <a:t>b) A majority of voters across the nation, and a majority of voters in a majority of states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c) A majority of states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385343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501</Words>
  <Application>Microsoft Office PowerPoint</Application>
  <PresentationFormat>Custom</PresentationFormat>
  <Paragraphs>100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Constitution Quiz</vt:lpstr>
      <vt:lpstr>1. The Constitution is:</vt:lpstr>
      <vt:lpstr>2. On which date did the Australian Constitution come into effect?</vt:lpstr>
      <vt:lpstr>3. Which of these powers is outlined in the Constitution?</vt:lpstr>
      <vt:lpstr>4. Which of the following is a right guaranteed in the Australian Constitution?</vt:lpstr>
      <vt:lpstr>5. The Commonwealth of Australia Constitution Act was passed in 1900 by which Parliament?</vt:lpstr>
      <vt:lpstr>6. How do we change the Constitution?</vt:lpstr>
      <vt:lpstr>7. A referendum to change the Constitution needs to be agreed to by:</vt:lpstr>
      <vt:lpstr>ANSWERS</vt:lpstr>
      <vt:lpstr>1. The Constitution is:</vt:lpstr>
      <vt:lpstr>2. On which date did the Australian Constitution come into effect?</vt:lpstr>
      <vt:lpstr>3. Which of these powers is outlined in the Constitution?</vt:lpstr>
      <vt:lpstr>4. Which of the following is a right guaranteed in the Australian Constitution?</vt:lpstr>
      <vt:lpstr>5. The Commonwealth of Australia Constitution Act was passed in 1900 by which Parliament?</vt:lpstr>
      <vt:lpstr>6. How do we change the Constitution?</vt:lpstr>
      <vt:lpstr>7. A referendum to change the Constitution needs to be agreed to by:</vt:lpstr>
    </vt:vector>
  </TitlesOfParts>
  <Company>Department of Education Western Australia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Constitution Quiz</dc:title>
  <dc:creator>HAWKES Natasha [Narrogin Senior High School]</dc:creator>
  <cp:lastModifiedBy>e4097773</cp:lastModifiedBy>
  <cp:revision>3</cp:revision>
  <dcterms:created xsi:type="dcterms:W3CDTF">2018-10-10T03:37:59Z</dcterms:created>
  <dcterms:modified xsi:type="dcterms:W3CDTF">2018-10-15T01:13:45Z</dcterms:modified>
</cp:coreProperties>
</file>