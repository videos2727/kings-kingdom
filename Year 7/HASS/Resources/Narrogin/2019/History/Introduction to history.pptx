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0" autoAdjust="0"/>
    <p:restoredTop sz="94660"/>
  </p:normalViewPr>
  <p:slideViewPr>
    <p:cSldViewPr>
      <p:cViewPr varScale="1">
        <p:scale>
          <a:sx n="107" d="100"/>
          <a:sy n="107" d="100"/>
        </p:scale>
        <p:origin x="-108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bg2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8733710-E8E2-4563-A4BF-5BC68592EA85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B816BA45-31A5-42DB-97D0-A87D1897048B}" type="slidenum">
              <a:rPr lang="en-AU" smtClean="0"/>
              <a:t>‹#›</a:t>
            </a:fld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history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L.G: To define history and key </a:t>
            </a:r>
            <a:r>
              <a:rPr lang="en-AU" dirty="0"/>
              <a:t>t</a:t>
            </a:r>
            <a:r>
              <a:rPr lang="en-AU" dirty="0" smtClean="0"/>
              <a:t>ime terminology, to know what each letter of S.M.A.R.T. goals stands for. </a:t>
            </a:r>
          </a:p>
          <a:p>
            <a:r>
              <a:rPr lang="en-AU" dirty="0" smtClean="0"/>
              <a:t>C.S: Glossary page set up with key definitions added. 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91" r="28065"/>
          <a:stretch/>
        </p:blipFill>
        <p:spPr bwMode="auto">
          <a:xfrm>
            <a:off x="1" y="1844824"/>
            <a:ext cx="4510764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3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Classroom expectations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223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764704"/>
            <a:ext cx="7772400" cy="1362075"/>
          </a:xfrm>
        </p:spPr>
        <p:txBody>
          <a:bodyPr/>
          <a:lstStyle/>
          <a:p>
            <a:r>
              <a:rPr lang="en-AU" dirty="0" smtClean="0"/>
              <a:t>PowerPoint expectations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400" dirty="0" smtClean="0"/>
              <a:t>If the text is in </a:t>
            </a:r>
            <a:r>
              <a:rPr lang="en-AU" sz="2400" dirty="0" smtClean="0">
                <a:solidFill>
                  <a:srgbClr val="0070C0"/>
                </a:solidFill>
              </a:rPr>
              <a:t>BLUE</a:t>
            </a:r>
            <a:r>
              <a:rPr lang="en-AU" sz="2400" dirty="0" smtClean="0">
                <a:solidFill>
                  <a:srgbClr val="002060"/>
                </a:solidFill>
              </a:rPr>
              <a:t> </a:t>
            </a:r>
            <a:r>
              <a:rPr lang="en-AU" sz="2400" dirty="0" smtClean="0"/>
              <a:t>then you need to copy it down.</a:t>
            </a:r>
          </a:p>
          <a:p>
            <a:r>
              <a:rPr lang="en-AU" sz="2400" dirty="0"/>
              <a:t>If the text is in </a:t>
            </a:r>
            <a:r>
              <a:rPr lang="en-AU" sz="2400" dirty="0">
                <a:solidFill>
                  <a:srgbClr val="C00000"/>
                </a:solidFill>
              </a:rPr>
              <a:t>RED</a:t>
            </a:r>
            <a:r>
              <a:rPr lang="en-AU" sz="2400" dirty="0"/>
              <a:t> then it is a task to </a:t>
            </a:r>
            <a:r>
              <a:rPr lang="en-AU" sz="2400" dirty="0" smtClean="0"/>
              <a:t>do.</a:t>
            </a:r>
            <a:endParaRPr lang="en-AU" sz="2400" dirty="0"/>
          </a:p>
          <a:p>
            <a:r>
              <a:rPr lang="en-AU" sz="2400" dirty="0" smtClean="0"/>
              <a:t>If the text is in </a:t>
            </a:r>
            <a:r>
              <a:rPr lang="en-AU" sz="2400" dirty="0" smtClean="0">
                <a:solidFill>
                  <a:schemeClr val="accent1">
                    <a:lumMod val="75000"/>
                  </a:schemeClr>
                </a:solidFill>
              </a:rPr>
              <a:t>GREEN</a:t>
            </a:r>
            <a:r>
              <a:rPr lang="en-AU" sz="2400" dirty="0" smtClean="0"/>
              <a:t> then it is a discussion point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450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S.M.A.R.T. Goals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3568" y="1133872"/>
            <a:ext cx="3657600" cy="2036824"/>
          </a:xfrm>
        </p:spPr>
        <p:txBody>
          <a:bodyPr/>
          <a:lstStyle/>
          <a:p>
            <a:r>
              <a:rPr lang="en-AU" dirty="0" smtClean="0"/>
              <a:t>S.M.A.R.T. Goals are useful to set as they help us choose goals that we will be able to succeed at. </a:t>
            </a:r>
          </a:p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C00000"/>
                </a:solidFill>
              </a:rPr>
              <a:t>Copy and complete the following table in your books</a:t>
            </a:r>
          </a:p>
          <a:p>
            <a:endParaRPr lang="en-AU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38496343"/>
              </p:ext>
            </p:extLst>
          </p:nvPr>
        </p:nvGraphicFramePr>
        <p:xfrm>
          <a:off x="683568" y="3140968"/>
          <a:ext cx="36576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253700">
                <a:tc gridSpan="2">
                  <a:txBody>
                    <a:bodyPr/>
                    <a:lstStyle/>
                    <a:p>
                      <a:r>
                        <a:rPr lang="en-AU" sz="18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S.M.A.R.T.</a:t>
                      </a:r>
                      <a:r>
                        <a:rPr lang="en-AU" sz="1800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Goals</a:t>
                      </a:r>
                      <a:endParaRPr lang="en-AU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Specific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Measurable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Attainable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Relevant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Time-bound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 descr="H:\7 HASS\hass resources\The Ancient World Unit\W1 - Introduction to History\SMART Goals pict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133872"/>
            <a:ext cx="4644008" cy="46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28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losion 2 1"/>
          <p:cNvSpPr/>
          <p:nvPr/>
        </p:nvSpPr>
        <p:spPr>
          <a:xfrm>
            <a:off x="2195736" y="1340768"/>
            <a:ext cx="5040560" cy="3312368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3512104" y="281228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What is History?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1549" y="476672"/>
            <a:ext cx="86809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3600" cap="all" dirty="0" smtClean="0">
                <a:solidFill>
                  <a:srgbClr val="FFFFFF"/>
                </a:solidFill>
                <a:ea typeface="+mj-ea"/>
                <a:cs typeface="+mj-cs"/>
              </a:rPr>
              <a:t>Create a brainstorm about history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1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KWL – the ancient world</a:t>
            </a:r>
            <a:br>
              <a:rPr lang="en-AU" dirty="0" smtClean="0"/>
            </a:br>
            <a:r>
              <a:rPr lang="en-AU" sz="2200" dirty="0" smtClean="0"/>
              <a:t>(What I know, what I want to know, what I’ve learnt)</a:t>
            </a:r>
            <a:endParaRPr lang="en-AU" sz="2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 KNOW: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 smtClean="0"/>
              <a:t>I WANT to know: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 </a:t>
            </a:r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AU" dirty="0" smtClean="0"/>
              <a:t> </a:t>
            </a:r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  <a:endParaRPr lang="en-AU" dirty="0" smtClean="0"/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952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1"/>
            <a:ext cx="7772400" cy="1944216"/>
          </a:xfrm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rgbClr val="C00000"/>
                </a:solidFill>
              </a:rPr>
              <a:t>Turn to the last page in your HASS book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Title it ‘Glossary’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Using a ruler divide your page into two columns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Label them as seen below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Finish each definition before you write the next term</a:t>
            </a:r>
            <a:endParaRPr lang="en-AU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038832"/>
              </p:ext>
            </p:extLst>
          </p:nvPr>
        </p:nvGraphicFramePr>
        <p:xfrm>
          <a:off x="0" y="3140968"/>
          <a:ext cx="9144000" cy="3571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91680"/>
                <a:gridCol w="745232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Term</a:t>
                      </a:r>
                      <a:r>
                        <a:rPr lang="en-AU" baseline="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Definition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History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Ancient history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Modern history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Chronology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Decade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Century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 smtClean="0">
                          <a:solidFill>
                            <a:srgbClr val="0070C0"/>
                          </a:solidFill>
                        </a:rPr>
                        <a:t>Millenium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91680" y="3501008"/>
            <a:ext cx="7452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srgbClr val="0070C0"/>
                </a:solidFill>
              </a:rPr>
              <a:t>The study of significant people and events in the past and their impact on how we live today.</a:t>
            </a:r>
            <a:endParaRPr lang="en-AU" sz="16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02525" y="4085783"/>
            <a:ext cx="738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The study of the people and events in the ancient world up to the fall of Rome in476 AD.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2525" y="4653136"/>
            <a:ext cx="7441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The study of people and events following the end of the Medieval Period to the present day.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02525" y="5236565"/>
            <a:ext cx="744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Arranging dates in order of when they happened.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1702525" y="5605897"/>
            <a:ext cx="738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A period of ten (10) years.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682807" y="5975229"/>
            <a:ext cx="738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A period of one hundred (100) years.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1682807" y="6344561"/>
            <a:ext cx="738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A period of one thousand (1000) years.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053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Urban Pop">
  <a:themeElements>
    <a:clrScheme name="Urban Pop">
      <a:dk1>
        <a:srgbClr val="000000"/>
      </a:dk1>
      <a:lt1>
        <a:srgbClr val="FFFFFF"/>
      </a:lt1>
      <a:dk2>
        <a:srgbClr val="282828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TM01859862[[fn=Urban Pop]]</Template>
  <TotalTime>76</TotalTime>
  <Words>306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Urban Pop</vt:lpstr>
      <vt:lpstr>Introduction to history</vt:lpstr>
      <vt:lpstr>Classroom expectations</vt:lpstr>
      <vt:lpstr>PowerPoint expectations</vt:lpstr>
      <vt:lpstr>S.M.A.R.T. Goals</vt:lpstr>
      <vt:lpstr>PowerPoint Presentation</vt:lpstr>
      <vt:lpstr>KWL – the ancient world (What I know, what I want to know, what I’ve learnt)</vt:lpstr>
      <vt:lpstr>Glossary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history</dc:title>
  <dc:creator>CASTALDINI Ruth</dc:creator>
  <cp:lastModifiedBy>CASTALDINI Ruth</cp:lastModifiedBy>
  <cp:revision>9</cp:revision>
  <dcterms:created xsi:type="dcterms:W3CDTF">2017-02-24T01:45:20Z</dcterms:created>
  <dcterms:modified xsi:type="dcterms:W3CDTF">2017-03-02T07:41:56Z</dcterms:modified>
</cp:coreProperties>
</file>