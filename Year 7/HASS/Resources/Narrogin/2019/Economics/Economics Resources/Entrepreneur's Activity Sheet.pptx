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8" y="-6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564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88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189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240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081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093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063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165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451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1841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188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46DBD-5F0A-4278-B4E8-671333B2863C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F220A-EA67-4E42-BF86-F56A911A07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8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eg"/><Relationship Id="rId3" Type="http://schemas.openxmlformats.org/officeDocument/2006/relationships/image" Target="../media/image2.jpg"/><Relationship Id="rId21" Type="http://schemas.openxmlformats.org/officeDocument/2006/relationships/image" Target="../media/image20.jpeg"/><Relationship Id="rId7" Type="http://schemas.openxmlformats.org/officeDocument/2006/relationships/image" Target="../media/image6.jpeg"/><Relationship Id="rId12" Type="http://schemas.openxmlformats.org/officeDocument/2006/relationships/image" Target="../media/image11.jpg"/><Relationship Id="rId17" Type="http://schemas.openxmlformats.org/officeDocument/2006/relationships/image" Target="../media/image16.jpeg"/><Relationship Id="rId25" Type="http://schemas.openxmlformats.org/officeDocument/2006/relationships/image" Target="../media/image24.jpe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gif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23" Type="http://schemas.openxmlformats.org/officeDocument/2006/relationships/image" Target="../media/image22.jpg"/><Relationship Id="rId10" Type="http://schemas.openxmlformats.org/officeDocument/2006/relationships/image" Target="../media/image9.jpg"/><Relationship Id="rId19" Type="http://schemas.openxmlformats.org/officeDocument/2006/relationships/image" Target="../media/image18.jpeg"/><Relationship Id="rId4" Type="http://schemas.openxmlformats.org/officeDocument/2006/relationships/image" Target="../media/image3.jpg"/><Relationship Id="rId9" Type="http://schemas.openxmlformats.org/officeDocument/2006/relationships/image" Target="../media/image8.jpeg"/><Relationship Id="rId14" Type="http://schemas.openxmlformats.org/officeDocument/2006/relationships/image" Target="../media/image13.jpg"/><Relationship Id="rId22" Type="http://schemas.openxmlformats.org/officeDocument/2006/relationships/image" Target="../media/image2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355917"/>
            <a:ext cx="1541780" cy="116268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755" y="355917"/>
            <a:ext cx="1009650" cy="1346200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35" t="-1" r="10338" b="732"/>
          <a:stretch/>
        </p:blipFill>
        <p:spPr bwMode="auto">
          <a:xfrm>
            <a:off x="3656330" y="355917"/>
            <a:ext cx="1516380" cy="13779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1" y="1947545"/>
            <a:ext cx="1185230" cy="1412876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968" y="1883411"/>
            <a:ext cx="1214438" cy="147701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095" y="1883410"/>
            <a:ext cx="1316672" cy="1477011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0" r="19100"/>
          <a:stretch/>
        </p:blipFill>
        <p:spPr bwMode="auto">
          <a:xfrm>
            <a:off x="172322" y="3636964"/>
            <a:ext cx="1514475" cy="13601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/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0" b="4044"/>
          <a:stretch/>
        </p:blipFill>
        <p:spPr bwMode="auto">
          <a:xfrm>
            <a:off x="1834832" y="3704274"/>
            <a:ext cx="1801495" cy="1292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96" y="3509964"/>
            <a:ext cx="1068070" cy="1487170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62" y="5065396"/>
            <a:ext cx="1473835" cy="1473835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18"/>
          <a:stretch/>
        </p:blipFill>
        <p:spPr bwMode="auto">
          <a:xfrm>
            <a:off x="1873409" y="5320665"/>
            <a:ext cx="1519555" cy="11455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Picture 24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597" y="5184140"/>
            <a:ext cx="1106170" cy="1418590"/>
          </a:xfrm>
          <a:prstGeom prst="rect">
            <a:avLst/>
          </a:prstGeom>
        </p:spPr>
      </p:pic>
      <p:pic>
        <p:nvPicPr>
          <p:cNvPr id="50" name="Picture 49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770" y="363771"/>
            <a:ext cx="1682021" cy="1154831"/>
          </a:xfrm>
          <a:prstGeom prst="rect">
            <a:avLst/>
          </a:prstGeom>
        </p:spPr>
      </p:pic>
      <p:pic>
        <p:nvPicPr>
          <p:cNvPr id="51" name="Picture 50"/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039" y="2039372"/>
            <a:ext cx="833755" cy="974725"/>
          </a:xfrm>
          <a:prstGeom prst="rect">
            <a:avLst/>
          </a:prstGeom>
        </p:spPr>
      </p:pic>
      <p:pic>
        <p:nvPicPr>
          <p:cNvPr id="52" name="Picture 51"/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58" y="540959"/>
            <a:ext cx="2277208" cy="568952"/>
          </a:xfrm>
          <a:prstGeom prst="rect">
            <a:avLst/>
          </a:prstGeom>
        </p:spPr>
      </p:pic>
      <p:pic>
        <p:nvPicPr>
          <p:cNvPr id="53" name="Picture 52"/>
          <p:cNvPicPr/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01" y="493246"/>
            <a:ext cx="1333500" cy="887730"/>
          </a:xfrm>
          <a:prstGeom prst="rect">
            <a:avLst/>
          </a:prstGeom>
        </p:spPr>
      </p:pic>
      <p:pic>
        <p:nvPicPr>
          <p:cNvPr id="54" name="Picture 53"/>
          <p:cNvPicPr/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048" y="2039372"/>
            <a:ext cx="1436370" cy="1076960"/>
          </a:xfrm>
          <a:prstGeom prst="rect">
            <a:avLst/>
          </a:prstGeom>
        </p:spPr>
      </p:pic>
      <p:pic>
        <p:nvPicPr>
          <p:cNvPr id="55" name="Picture 54"/>
          <p:cNvPicPr/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984" y="3763665"/>
            <a:ext cx="1660049" cy="1301731"/>
          </a:xfrm>
          <a:prstGeom prst="rect">
            <a:avLst/>
          </a:prstGeom>
        </p:spPr>
      </p:pic>
      <p:pic>
        <p:nvPicPr>
          <p:cNvPr id="56" name="Picture 55"/>
          <p:cNvPicPr/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342" y="3696701"/>
            <a:ext cx="1761093" cy="1036116"/>
          </a:xfrm>
          <a:prstGeom prst="rect">
            <a:avLst/>
          </a:prstGeom>
        </p:spPr>
      </p:pic>
      <p:pic>
        <p:nvPicPr>
          <p:cNvPr id="57" name="Picture 56"/>
          <p:cNvPicPr/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074" y="5143500"/>
            <a:ext cx="1499870" cy="1499870"/>
          </a:xfrm>
          <a:prstGeom prst="rect">
            <a:avLst/>
          </a:prstGeom>
        </p:spPr>
      </p:pic>
      <p:pic>
        <p:nvPicPr>
          <p:cNvPr id="58" name="Picture 57"/>
          <p:cNvPicPr/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353" y="3749949"/>
            <a:ext cx="1087120" cy="1087120"/>
          </a:xfrm>
          <a:prstGeom prst="rect">
            <a:avLst/>
          </a:prstGeom>
        </p:spPr>
      </p:pic>
      <p:pic>
        <p:nvPicPr>
          <p:cNvPr id="59" name="Picture 58"/>
          <p:cNvPicPr/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567" y="5602055"/>
            <a:ext cx="1889704" cy="582760"/>
          </a:xfrm>
          <a:prstGeom prst="rect">
            <a:avLst/>
          </a:prstGeom>
        </p:spPr>
      </p:pic>
      <p:pic>
        <p:nvPicPr>
          <p:cNvPr id="60" name="Picture 59"/>
          <p:cNvPicPr/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063" y="1953647"/>
            <a:ext cx="1248410" cy="1248410"/>
          </a:xfrm>
          <a:prstGeom prst="rect">
            <a:avLst/>
          </a:prstGeom>
        </p:spPr>
      </p:pic>
      <p:pic>
        <p:nvPicPr>
          <p:cNvPr id="61" name="Picture 60"/>
          <p:cNvPicPr/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323" y="5210810"/>
            <a:ext cx="1637665" cy="1183005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6393657" y="1327256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571110" y="3018224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468793" y="3116332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412638" y="1526341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0560037" y="1342508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717765" y="4735852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681032" y="6395928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480334" y="6349549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459237" y="4881563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0810587" y="4881563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10859455" y="6273804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0743174" y="3269299"/>
            <a:ext cx="436245" cy="36766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10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9397" y="1128100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1</a:t>
            </a:r>
            <a:endParaRPr lang="en-AU" sz="2000" dirty="0"/>
          </a:p>
        </p:txBody>
      </p:sp>
      <p:sp>
        <p:nvSpPr>
          <p:cNvPr id="74" name="Rectangle 73"/>
          <p:cNvSpPr/>
          <p:nvPr/>
        </p:nvSpPr>
        <p:spPr>
          <a:xfrm>
            <a:off x="2060718" y="1149166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2</a:t>
            </a:r>
            <a:endParaRPr lang="en-AU" sz="2000" dirty="0"/>
          </a:p>
        </p:txBody>
      </p:sp>
      <p:sp>
        <p:nvSpPr>
          <p:cNvPr id="75" name="Rectangle 74"/>
          <p:cNvSpPr/>
          <p:nvPr/>
        </p:nvSpPr>
        <p:spPr>
          <a:xfrm>
            <a:off x="3578435" y="1280500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3</a:t>
            </a:r>
            <a:endParaRPr lang="en-AU" sz="2000" dirty="0"/>
          </a:p>
        </p:txBody>
      </p:sp>
      <p:sp>
        <p:nvSpPr>
          <p:cNvPr id="76" name="Rectangle 75"/>
          <p:cNvSpPr/>
          <p:nvPr/>
        </p:nvSpPr>
        <p:spPr>
          <a:xfrm>
            <a:off x="98475" y="2833296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73409" y="2859681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5</a:t>
            </a:r>
            <a:endParaRPr lang="en-AU" sz="2000" dirty="0"/>
          </a:p>
        </p:txBody>
      </p:sp>
      <p:sp>
        <p:nvSpPr>
          <p:cNvPr id="78" name="Rectangle 77"/>
          <p:cNvSpPr/>
          <p:nvPr/>
        </p:nvSpPr>
        <p:spPr>
          <a:xfrm>
            <a:off x="3648343" y="2788424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6</a:t>
            </a:r>
            <a:endParaRPr lang="en-AU" sz="2000" dirty="0"/>
          </a:p>
        </p:txBody>
      </p:sp>
      <p:sp>
        <p:nvSpPr>
          <p:cNvPr id="79" name="Rectangle 78"/>
          <p:cNvSpPr/>
          <p:nvPr/>
        </p:nvSpPr>
        <p:spPr>
          <a:xfrm>
            <a:off x="3748031" y="4518507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9</a:t>
            </a:r>
            <a:endParaRPr lang="en-AU" sz="2000" dirty="0"/>
          </a:p>
        </p:txBody>
      </p:sp>
      <p:sp>
        <p:nvSpPr>
          <p:cNvPr id="80" name="Rectangle 79"/>
          <p:cNvSpPr/>
          <p:nvPr/>
        </p:nvSpPr>
        <p:spPr>
          <a:xfrm>
            <a:off x="1890032" y="4437185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8</a:t>
            </a:r>
            <a:endParaRPr lang="en-AU" sz="2000" dirty="0"/>
          </a:p>
        </p:txBody>
      </p:sp>
      <p:sp>
        <p:nvSpPr>
          <p:cNvPr id="81" name="Rectangle 80"/>
          <p:cNvSpPr/>
          <p:nvPr/>
        </p:nvSpPr>
        <p:spPr>
          <a:xfrm>
            <a:off x="87313" y="4544564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7</a:t>
            </a:r>
            <a:endParaRPr lang="en-AU" sz="2000" dirty="0"/>
          </a:p>
        </p:txBody>
      </p:sp>
      <p:sp>
        <p:nvSpPr>
          <p:cNvPr id="82" name="Rectangle 81"/>
          <p:cNvSpPr/>
          <p:nvPr/>
        </p:nvSpPr>
        <p:spPr>
          <a:xfrm>
            <a:off x="170309" y="6132204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10</a:t>
            </a:r>
            <a:endParaRPr lang="en-AU" sz="2000" dirty="0"/>
          </a:p>
        </p:txBody>
      </p:sp>
      <p:sp>
        <p:nvSpPr>
          <p:cNvPr id="83" name="Rectangle 82"/>
          <p:cNvSpPr/>
          <p:nvPr/>
        </p:nvSpPr>
        <p:spPr>
          <a:xfrm>
            <a:off x="1832098" y="6101310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11</a:t>
            </a:r>
            <a:endParaRPr lang="en-AU" sz="2000" dirty="0"/>
          </a:p>
        </p:txBody>
      </p:sp>
      <p:sp>
        <p:nvSpPr>
          <p:cNvPr id="84" name="Rectangle 83"/>
          <p:cNvSpPr/>
          <p:nvPr/>
        </p:nvSpPr>
        <p:spPr>
          <a:xfrm>
            <a:off x="3798516" y="6184815"/>
            <a:ext cx="440162" cy="5850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12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868306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Rebecca Donavon</dc:creator>
  <cp:lastModifiedBy>e4081018</cp:lastModifiedBy>
  <cp:revision>3</cp:revision>
  <dcterms:created xsi:type="dcterms:W3CDTF">2014-04-07T12:25:03Z</dcterms:created>
  <dcterms:modified xsi:type="dcterms:W3CDTF">2018-05-09T02:03:05Z</dcterms:modified>
</cp:coreProperties>
</file>