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av" ContentType="audio/x-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  <p:sldMasterId id="2147483670" r:id="rId2"/>
    <p:sldMasterId id="2147483680" r:id="rId3"/>
    <p:sldMasterId id="2147483692" r:id="rId4"/>
  </p:sldMasterIdLst>
  <p:notesMasterIdLst>
    <p:notesMasterId r:id="rId42"/>
  </p:notesMasterIdLst>
  <p:sldIdLst>
    <p:sldId id="256" r:id="rId5"/>
    <p:sldId id="257" r:id="rId6"/>
    <p:sldId id="321" r:id="rId7"/>
    <p:sldId id="322" r:id="rId8"/>
    <p:sldId id="323" r:id="rId9"/>
    <p:sldId id="324" r:id="rId10"/>
    <p:sldId id="259" r:id="rId11"/>
    <p:sldId id="260" r:id="rId12"/>
    <p:sldId id="286" r:id="rId13"/>
    <p:sldId id="326" r:id="rId14"/>
    <p:sldId id="263" r:id="rId15"/>
    <p:sldId id="284" r:id="rId16"/>
    <p:sldId id="325" r:id="rId17"/>
    <p:sldId id="327" r:id="rId18"/>
    <p:sldId id="339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41" r:id="rId31"/>
    <p:sldId id="342" r:id="rId32"/>
    <p:sldId id="343" r:id="rId33"/>
    <p:sldId id="344" r:id="rId34"/>
    <p:sldId id="345" r:id="rId35"/>
    <p:sldId id="346" r:id="rId36"/>
    <p:sldId id="347" r:id="rId37"/>
    <p:sldId id="348" r:id="rId38"/>
    <p:sldId id="349" r:id="rId39"/>
    <p:sldId id="350" r:id="rId40"/>
    <p:sldId id="351" r:id="rId4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3399"/>
    <a:srgbClr val="FAD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363F796F-66C5-4C52-826B-7A09B075C56D}">
  <a:tblStyle styleId="{363F796F-66C5-4C52-826B-7A09B075C5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68" autoAdjust="0"/>
    <p:restoredTop sz="94660"/>
  </p:normalViewPr>
  <p:slideViewPr>
    <p:cSldViewPr snapToGrid="0">
      <p:cViewPr>
        <p:scale>
          <a:sx n="125" d="100"/>
          <a:sy n="125" d="100"/>
        </p:scale>
        <p:origin x="-552" y="-3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har char="●"/>
              <a:defRPr sz="1100"/>
            </a:lvl1pPr>
            <a:lvl2pPr lvl="1">
              <a:spcBef>
                <a:spcPts val="0"/>
              </a:spcBef>
              <a:buChar char="○"/>
              <a:defRPr sz="1100"/>
            </a:lvl2pPr>
            <a:lvl3pPr lvl="2">
              <a:spcBef>
                <a:spcPts val="0"/>
              </a:spcBef>
              <a:buChar char="■"/>
              <a:defRPr sz="1100"/>
            </a:lvl3pPr>
            <a:lvl4pPr lvl="3">
              <a:spcBef>
                <a:spcPts val="0"/>
              </a:spcBef>
              <a:buChar char="●"/>
              <a:defRPr sz="1100"/>
            </a:lvl4pPr>
            <a:lvl5pPr lvl="4">
              <a:spcBef>
                <a:spcPts val="0"/>
              </a:spcBef>
              <a:buChar char="○"/>
              <a:defRPr sz="1100"/>
            </a:lvl5pPr>
            <a:lvl6pPr lvl="5">
              <a:spcBef>
                <a:spcPts val="0"/>
              </a:spcBef>
              <a:buChar char="■"/>
              <a:defRPr sz="1100"/>
            </a:lvl6pPr>
            <a:lvl7pPr lvl="6">
              <a:spcBef>
                <a:spcPts val="0"/>
              </a:spcBef>
              <a:buChar char="●"/>
              <a:defRPr sz="1100"/>
            </a:lvl7pPr>
            <a:lvl8pPr lvl="7">
              <a:spcBef>
                <a:spcPts val="0"/>
              </a:spcBef>
              <a:buChar char="○"/>
              <a:defRPr sz="1100"/>
            </a:lvl8pPr>
            <a:lvl9pPr lvl="8">
              <a:spcBef>
                <a:spcPts val="0"/>
              </a:spcBef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4487486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2456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5430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8413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1783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379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4811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265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0692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633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18640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260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99610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859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54534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31796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Shape 1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50810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Shape 2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5913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hape 9" descr="comic-04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hape 10"/>
          <p:cNvSpPr/>
          <p:nvPr/>
        </p:nvSpPr>
        <p:spPr>
          <a:xfrm>
            <a:off x="1315275" y="921225"/>
            <a:ext cx="6411650" cy="3910600"/>
          </a:xfrm>
          <a:custGeom>
            <a:avLst/>
            <a:gdLst/>
            <a:ahLst/>
            <a:cxnLst/>
            <a:rect l="0" t="0" r="0" b="0"/>
            <a:pathLst>
              <a:path w="256466" h="156424" extrusionOk="0">
                <a:moveTo>
                  <a:pt x="39612" y="0"/>
                </a:moveTo>
                <a:lnTo>
                  <a:pt x="39612" y="26023"/>
                </a:lnTo>
                <a:lnTo>
                  <a:pt x="0" y="23918"/>
                </a:lnTo>
                <a:lnTo>
                  <a:pt x="40190" y="61876"/>
                </a:lnTo>
                <a:lnTo>
                  <a:pt x="40190" y="156424"/>
                </a:lnTo>
                <a:lnTo>
                  <a:pt x="256466" y="139076"/>
                </a:lnTo>
                <a:lnTo>
                  <a:pt x="248659" y="1995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1010475" y="616425"/>
            <a:ext cx="6411650" cy="3910600"/>
          </a:xfrm>
          <a:custGeom>
            <a:avLst/>
            <a:gdLst/>
            <a:ahLst/>
            <a:cxnLst/>
            <a:rect l="0" t="0" r="0" b="0"/>
            <a:pathLst>
              <a:path w="256466" h="156424" extrusionOk="0">
                <a:moveTo>
                  <a:pt x="39612" y="0"/>
                </a:moveTo>
                <a:lnTo>
                  <a:pt x="39612" y="26023"/>
                </a:lnTo>
                <a:lnTo>
                  <a:pt x="0" y="23918"/>
                </a:lnTo>
                <a:lnTo>
                  <a:pt x="40190" y="61876"/>
                </a:lnTo>
                <a:lnTo>
                  <a:pt x="40190" y="156424"/>
                </a:lnTo>
                <a:lnTo>
                  <a:pt x="256466" y="139076"/>
                </a:lnTo>
                <a:lnTo>
                  <a:pt x="248659" y="19951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lg" len="lg"/>
            <a:tailEnd type="none" w="lg" len="lg"/>
          </a:ln>
        </p:spPr>
      </p:sp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2572125" y="2068625"/>
            <a:ext cx="4271700" cy="1159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SzPct val="100000"/>
              <a:defRPr sz="6400"/>
            </a:lvl1pPr>
            <a:lvl2pPr lvl="1">
              <a:spcBef>
                <a:spcPts val="0"/>
              </a:spcBef>
              <a:buSzPct val="100000"/>
              <a:defRPr sz="6400"/>
            </a:lvl2pPr>
            <a:lvl3pPr lvl="2">
              <a:spcBef>
                <a:spcPts val="0"/>
              </a:spcBef>
              <a:buSzPct val="100000"/>
              <a:defRPr sz="6400"/>
            </a:lvl3pPr>
            <a:lvl4pPr lvl="3">
              <a:spcBef>
                <a:spcPts val="0"/>
              </a:spcBef>
              <a:buSzPct val="100000"/>
              <a:defRPr sz="6400"/>
            </a:lvl4pPr>
            <a:lvl5pPr lvl="4">
              <a:spcBef>
                <a:spcPts val="0"/>
              </a:spcBef>
              <a:buSzPct val="100000"/>
              <a:defRPr sz="6400"/>
            </a:lvl5pPr>
            <a:lvl6pPr lvl="5">
              <a:spcBef>
                <a:spcPts val="0"/>
              </a:spcBef>
              <a:buSzPct val="100000"/>
              <a:defRPr sz="6400"/>
            </a:lvl6pPr>
            <a:lvl7pPr lvl="6">
              <a:spcBef>
                <a:spcPts val="0"/>
              </a:spcBef>
              <a:buSzPct val="100000"/>
              <a:defRPr sz="6400"/>
            </a:lvl7pPr>
            <a:lvl8pPr lvl="7">
              <a:spcBef>
                <a:spcPts val="0"/>
              </a:spcBef>
              <a:buSzPct val="100000"/>
              <a:defRPr sz="6400"/>
            </a:lvl8pPr>
            <a:lvl9pPr lvl="8">
              <a:spcBef>
                <a:spcPts val="0"/>
              </a:spcBef>
              <a:buSzPct val="100000"/>
              <a:defRPr sz="6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hape 14" descr="comic-04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Shape 15"/>
          <p:cNvSpPr/>
          <p:nvPr/>
        </p:nvSpPr>
        <p:spPr>
          <a:xfrm rot="169468" flipH="1">
            <a:off x="3608972" y="646196"/>
            <a:ext cx="5247975" cy="3809532"/>
          </a:xfrm>
          <a:prstGeom prst="wedgeEllipseCallout">
            <a:avLst>
              <a:gd name="adj1" fmla="val -42509"/>
              <a:gd name="adj2" fmla="val 62980"/>
            </a:avLst>
          </a:prstGeom>
          <a:solidFill>
            <a:srgbClr val="001936">
              <a:alpha val="2192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" name="Shape 16"/>
          <p:cNvSpPr/>
          <p:nvPr/>
        </p:nvSpPr>
        <p:spPr>
          <a:xfrm rot="169468" flipH="1">
            <a:off x="3380372" y="417596"/>
            <a:ext cx="5247975" cy="3809532"/>
          </a:xfrm>
          <a:prstGeom prst="wedgeEllipseCallout">
            <a:avLst>
              <a:gd name="adj1" fmla="val -42509"/>
              <a:gd name="adj2" fmla="val 62980"/>
            </a:avLst>
          </a:pr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ctrTitle"/>
          </p:nvPr>
        </p:nvSpPr>
        <p:spPr>
          <a:xfrm>
            <a:off x="4101125" y="1659550"/>
            <a:ext cx="3767400" cy="11598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 rtl="0">
              <a:spcBef>
                <a:spcPts val="0"/>
              </a:spcBef>
              <a:buSzPct val="100000"/>
              <a:defRPr sz="3600"/>
            </a:lvl1pPr>
            <a:lvl2pPr lvl="1" algn="ctr" rtl="0">
              <a:spcBef>
                <a:spcPts val="0"/>
              </a:spcBef>
              <a:buSzPct val="100000"/>
              <a:defRPr sz="3600"/>
            </a:lvl2pPr>
            <a:lvl3pPr lvl="2" algn="ctr" rtl="0">
              <a:spcBef>
                <a:spcPts val="0"/>
              </a:spcBef>
              <a:buSzPct val="100000"/>
              <a:defRPr sz="3600"/>
            </a:lvl3pPr>
            <a:lvl4pPr lvl="3" algn="ctr" rtl="0">
              <a:spcBef>
                <a:spcPts val="0"/>
              </a:spcBef>
              <a:buSzPct val="100000"/>
              <a:defRPr sz="3600"/>
            </a:lvl4pPr>
            <a:lvl5pPr lvl="4" algn="ctr" rtl="0">
              <a:spcBef>
                <a:spcPts val="0"/>
              </a:spcBef>
              <a:buSzPct val="100000"/>
              <a:defRPr sz="3600"/>
            </a:lvl5pPr>
            <a:lvl6pPr lvl="5" algn="ctr" rtl="0">
              <a:spcBef>
                <a:spcPts val="0"/>
              </a:spcBef>
              <a:buSzPct val="100000"/>
              <a:defRPr sz="3600"/>
            </a:lvl6pPr>
            <a:lvl7pPr lvl="6" algn="ctr" rtl="0">
              <a:spcBef>
                <a:spcPts val="0"/>
              </a:spcBef>
              <a:buSzPct val="100000"/>
              <a:defRPr sz="3600"/>
            </a:lvl7pPr>
            <a:lvl8pPr lvl="7" algn="ctr" rtl="0">
              <a:spcBef>
                <a:spcPts val="0"/>
              </a:spcBef>
              <a:buSzPct val="100000"/>
              <a:defRPr sz="3600"/>
            </a:lvl8pPr>
            <a:lvl9pPr lvl="8" algn="ctr" rtl="0">
              <a:spcBef>
                <a:spcPts val="0"/>
              </a:spcBef>
              <a:buSzPct val="100000"/>
              <a:defRPr sz="3600"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ubTitle" idx="1"/>
          </p:nvPr>
        </p:nvSpPr>
        <p:spPr>
          <a:xfrm>
            <a:off x="4101125" y="2687651"/>
            <a:ext cx="3767400" cy="784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000000"/>
              </a:buClr>
              <a:buSzPct val="100000"/>
              <a:buNone/>
              <a:defRPr sz="18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000000"/>
              </a:buClr>
              <a:buSzPct val="100000"/>
              <a:buNone/>
              <a:defRPr sz="18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000000"/>
              </a:buClr>
              <a:buSzPct val="100000"/>
              <a:buNone/>
              <a:defRPr sz="18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000000"/>
              </a:buClr>
              <a:buNone/>
              <a:defRPr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000000"/>
              </a:buClr>
              <a:buNone/>
              <a:defRPr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000000"/>
              </a:buClr>
              <a:buNone/>
              <a:defRPr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000000"/>
              </a:buClr>
              <a:buNone/>
              <a:defRPr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000000"/>
              </a:buClr>
              <a:buNone/>
              <a:defRPr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000000"/>
              </a:buClr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hape 20" descr="comic-02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Shape 21"/>
          <p:cNvSpPr/>
          <p:nvPr/>
        </p:nvSpPr>
        <p:spPr>
          <a:xfrm>
            <a:off x="1992350" y="37775"/>
            <a:ext cx="5616577" cy="5220440"/>
          </a:xfrm>
          <a:custGeom>
            <a:avLst/>
            <a:gdLst/>
            <a:ahLst/>
            <a:cxnLst/>
            <a:rect l="0" t="0" r="0" b="0"/>
            <a:pathLst>
              <a:path w="114788" h="106692" extrusionOk="0">
                <a:moveTo>
                  <a:pt x="40479" y="15324"/>
                </a:moveTo>
                <a:lnTo>
                  <a:pt x="41346" y="3758"/>
                </a:lnTo>
                <a:lnTo>
                  <a:pt x="52623" y="13878"/>
                </a:lnTo>
                <a:lnTo>
                  <a:pt x="56382" y="0"/>
                </a:lnTo>
                <a:lnTo>
                  <a:pt x="63610" y="14746"/>
                </a:lnTo>
                <a:lnTo>
                  <a:pt x="70549" y="2024"/>
                </a:lnTo>
                <a:lnTo>
                  <a:pt x="75754" y="17926"/>
                </a:lnTo>
                <a:lnTo>
                  <a:pt x="85006" y="6939"/>
                </a:lnTo>
                <a:lnTo>
                  <a:pt x="85006" y="23131"/>
                </a:lnTo>
                <a:lnTo>
                  <a:pt x="100620" y="13589"/>
                </a:lnTo>
                <a:lnTo>
                  <a:pt x="96861" y="31516"/>
                </a:lnTo>
                <a:lnTo>
                  <a:pt x="111896" y="26889"/>
                </a:lnTo>
                <a:lnTo>
                  <a:pt x="100909" y="41057"/>
                </a:lnTo>
                <a:lnTo>
                  <a:pt x="114209" y="42214"/>
                </a:lnTo>
                <a:lnTo>
                  <a:pt x="104379" y="53201"/>
                </a:lnTo>
                <a:lnTo>
                  <a:pt x="114788" y="59851"/>
                </a:lnTo>
                <a:lnTo>
                  <a:pt x="101198" y="64188"/>
                </a:lnTo>
                <a:lnTo>
                  <a:pt x="105246" y="74886"/>
                </a:lnTo>
                <a:lnTo>
                  <a:pt x="93102" y="73730"/>
                </a:lnTo>
                <a:lnTo>
                  <a:pt x="97150" y="85006"/>
                </a:lnTo>
                <a:lnTo>
                  <a:pt x="88187" y="81537"/>
                </a:lnTo>
                <a:lnTo>
                  <a:pt x="87319" y="95994"/>
                </a:lnTo>
                <a:lnTo>
                  <a:pt x="76043" y="91078"/>
                </a:lnTo>
                <a:lnTo>
                  <a:pt x="71417" y="101776"/>
                </a:lnTo>
                <a:lnTo>
                  <a:pt x="64478" y="93970"/>
                </a:lnTo>
                <a:lnTo>
                  <a:pt x="58984" y="106692"/>
                </a:lnTo>
                <a:lnTo>
                  <a:pt x="52334" y="88187"/>
                </a:lnTo>
                <a:lnTo>
                  <a:pt x="45105" y="100620"/>
                </a:lnTo>
                <a:lnTo>
                  <a:pt x="41636" y="86741"/>
                </a:lnTo>
                <a:lnTo>
                  <a:pt x="29492" y="102355"/>
                </a:lnTo>
                <a:lnTo>
                  <a:pt x="29781" y="83271"/>
                </a:lnTo>
                <a:lnTo>
                  <a:pt x="20239" y="87319"/>
                </a:lnTo>
                <a:lnTo>
                  <a:pt x="21107" y="76332"/>
                </a:lnTo>
                <a:lnTo>
                  <a:pt x="4915" y="79224"/>
                </a:lnTo>
                <a:lnTo>
                  <a:pt x="16191" y="66212"/>
                </a:lnTo>
                <a:lnTo>
                  <a:pt x="7806" y="62164"/>
                </a:lnTo>
                <a:lnTo>
                  <a:pt x="14167" y="56960"/>
                </a:lnTo>
                <a:lnTo>
                  <a:pt x="0" y="47997"/>
                </a:lnTo>
                <a:lnTo>
                  <a:pt x="18215" y="43081"/>
                </a:lnTo>
                <a:lnTo>
                  <a:pt x="9252" y="31516"/>
                </a:lnTo>
                <a:lnTo>
                  <a:pt x="26022" y="33540"/>
                </a:lnTo>
                <a:lnTo>
                  <a:pt x="16191" y="18504"/>
                </a:lnTo>
                <a:lnTo>
                  <a:pt x="31516" y="23420"/>
                </a:lnTo>
                <a:lnTo>
                  <a:pt x="32094" y="11854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1763750" y="-114625"/>
            <a:ext cx="5616577" cy="5220440"/>
          </a:xfrm>
          <a:custGeom>
            <a:avLst/>
            <a:gdLst/>
            <a:ahLst/>
            <a:cxnLst/>
            <a:rect l="0" t="0" r="0" b="0"/>
            <a:pathLst>
              <a:path w="114788" h="106692" extrusionOk="0">
                <a:moveTo>
                  <a:pt x="40479" y="15324"/>
                </a:moveTo>
                <a:lnTo>
                  <a:pt x="41346" y="3758"/>
                </a:lnTo>
                <a:lnTo>
                  <a:pt x="52623" y="13878"/>
                </a:lnTo>
                <a:lnTo>
                  <a:pt x="56382" y="0"/>
                </a:lnTo>
                <a:lnTo>
                  <a:pt x="63610" y="14746"/>
                </a:lnTo>
                <a:lnTo>
                  <a:pt x="70549" y="2024"/>
                </a:lnTo>
                <a:lnTo>
                  <a:pt x="75754" y="17926"/>
                </a:lnTo>
                <a:lnTo>
                  <a:pt x="85006" y="6939"/>
                </a:lnTo>
                <a:lnTo>
                  <a:pt x="85006" y="23131"/>
                </a:lnTo>
                <a:lnTo>
                  <a:pt x="100620" y="13589"/>
                </a:lnTo>
                <a:lnTo>
                  <a:pt x="96861" y="31516"/>
                </a:lnTo>
                <a:lnTo>
                  <a:pt x="111896" y="26889"/>
                </a:lnTo>
                <a:lnTo>
                  <a:pt x="100909" y="41057"/>
                </a:lnTo>
                <a:lnTo>
                  <a:pt x="114209" y="42214"/>
                </a:lnTo>
                <a:lnTo>
                  <a:pt x="104379" y="53201"/>
                </a:lnTo>
                <a:lnTo>
                  <a:pt x="114788" y="59851"/>
                </a:lnTo>
                <a:lnTo>
                  <a:pt x="101198" y="64188"/>
                </a:lnTo>
                <a:lnTo>
                  <a:pt x="105246" y="74886"/>
                </a:lnTo>
                <a:lnTo>
                  <a:pt x="93102" y="73730"/>
                </a:lnTo>
                <a:lnTo>
                  <a:pt x="97150" y="85006"/>
                </a:lnTo>
                <a:lnTo>
                  <a:pt x="88187" y="81537"/>
                </a:lnTo>
                <a:lnTo>
                  <a:pt x="87319" y="95994"/>
                </a:lnTo>
                <a:lnTo>
                  <a:pt x="76043" y="91078"/>
                </a:lnTo>
                <a:lnTo>
                  <a:pt x="71417" y="101776"/>
                </a:lnTo>
                <a:lnTo>
                  <a:pt x="64478" y="93970"/>
                </a:lnTo>
                <a:lnTo>
                  <a:pt x="58984" y="106692"/>
                </a:lnTo>
                <a:lnTo>
                  <a:pt x="52334" y="88187"/>
                </a:lnTo>
                <a:lnTo>
                  <a:pt x="45105" y="100620"/>
                </a:lnTo>
                <a:lnTo>
                  <a:pt x="41636" y="86741"/>
                </a:lnTo>
                <a:lnTo>
                  <a:pt x="29492" y="102355"/>
                </a:lnTo>
                <a:lnTo>
                  <a:pt x="29781" y="83271"/>
                </a:lnTo>
                <a:lnTo>
                  <a:pt x="20239" y="87319"/>
                </a:lnTo>
                <a:lnTo>
                  <a:pt x="21107" y="76332"/>
                </a:lnTo>
                <a:lnTo>
                  <a:pt x="4915" y="79224"/>
                </a:lnTo>
                <a:lnTo>
                  <a:pt x="16191" y="66212"/>
                </a:lnTo>
                <a:lnTo>
                  <a:pt x="7806" y="62164"/>
                </a:lnTo>
                <a:lnTo>
                  <a:pt x="14167" y="56960"/>
                </a:lnTo>
                <a:lnTo>
                  <a:pt x="0" y="47997"/>
                </a:lnTo>
                <a:lnTo>
                  <a:pt x="18215" y="43081"/>
                </a:lnTo>
                <a:lnTo>
                  <a:pt x="9252" y="31516"/>
                </a:lnTo>
                <a:lnTo>
                  <a:pt x="26022" y="33540"/>
                </a:lnTo>
                <a:lnTo>
                  <a:pt x="16191" y="18504"/>
                </a:lnTo>
                <a:lnTo>
                  <a:pt x="31516" y="23420"/>
                </a:lnTo>
                <a:lnTo>
                  <a:pt x="32094" y="11854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lg" len="lg"/>
            <a:tailEnd type="none" w="lg" len="lg"/>
          </a:ln>
        </p:spPr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2905800" y="2161800"/>
            <a:ext cx="3332400" cy="8199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rgbClr val="000000"/>
              </a:buClr>
              <a:buSzPct val="100000"/>
              <a:buFont typeface="Bangers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1pPr>
            <a:lvl2pPr lvl="1" algn="ctr" rtl="0">
              <a:spcBef>
                <a:spcPts val="0"/>
              </a:spcBef>
              <a:buClr>
                <a:srgbClr val="000000"/>
              </a:buClr>
              <a:buFont typeface="Bangers"/>
              <a:defRPr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2pPr>
            <a:lvl3pPr lvl="2" algn="ctr" rtl="0">
              <a:spcBef>
                <a:spcPts val="0"/>
              </a:spcBef>
              <a:buClr>
                <a:srgbClr val="000000"/>
              </a:buClr>
              <a:buFont typeface="Bangers"/>
              <a:defRPr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3pPr>
            <a:lvl4pPr lvl="3" algn="ctr" rtl="0">
              <a:spcBef>
                <a:spcPts val="0"/>
              </a:spcBef>
              <a:buClr>
                <a:srgbClr val="000000"/>
              </a:buClr>
              <a:buSzPct val="100000"/>
              <a:buFont typeface="Bangers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4pPr>
            <a:lvl5pPr lvl="4" algn="ctr" rtl="0">
              <a:spcBef>
                <a:spcPts val="0"/>
              </a:spcBef>
              <a:buClr>
                <a:srgbClr val="000000"/>
              </a:buClr>
              <a:buSzPct val="100000"/>
              <a:buFont typeface="Bangers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5pPr>
            <a:lvl6pPr lvl="5" algn="ctr" rtl="0">
              <a:spcBef>
                <a:spcPts val="0"/>
              </a:spcBef>
              <a:buClr>
                <a:srgbClr val="000000"/>
              </a:buClr>
              <a:buSzPct val="100000"/>
              <a:buFont typeface="Bangers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6pPr>
            <a:lvl7pPr lvl="6" algn="ctr" rtl="0">
              <a:spcBef>
                <a:spcPts val="0"/>
              </a:spcBef>
              <a:buClr>
                <a:srgbClr val="000000"/>
              </a:buClr>
              <a:buSzPct val="100000"/>
              <a:buFont typeface="Bangers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7pPr>
            <a:lvl8pPr lvl="7" algn="ctr" rtl="0">
              <a:spcBef>
                <a:spcPts val="0"/>
              </a:spcBef>
              <a:buClr>
                <a:srgbClr val="000000"/>
              </a:buClr>
              <a:buSzPct val="100000"/>
              <a:buFont typeface="Bangers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8pPr>
            <a:lvl9pPr lvl="8" algn="ctr">
              <a:spcBef>
                <a:spcPts val="0"/>
              </a:spcBef>
              <a:buClr>
                <a:srgbClr val="000000"/>
              </a:buClr>
              <a:buSzPct val="100000"/>
              <a:buFont typeface="Bangers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Shape 25" descr="comic-01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Shape 26"/>
          <p:cNvSpPr/>
          <p:nvPr/>
        </p:nvSpPr>
        <p:spPr>
          <a:xfrm>
            <a:off x="734600" y="7635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27" name="Shape 27"/>
          <p:cNvSpPr/>
          <p:nvPr/>
        </p:nvSpPr>
        <p:spPr>
          <a:xfrm>
            <a:off x="506000" y="5349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lg" len="lg"/>
            <a:tailEnd type="none" w="lg" len="lg"/>
          </a:ln>
        </p:spPr>
      </p:sp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1052050" y="1545942"/>
            <a:ext cx="7710900" cy="3303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Shape 31" descr="comic-01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hape 32"/>
          <p:cNvSpPr/>
          <p:nvPr/>
        </p:nvSpPr>
        <p:spPr>
          <a:xfrm>
            <a:off x="734600" y="7635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33" name="Shape 33"/>
          <p:cNvSpPr/>
          <p:nvPr/>
        </p:nvSpPr>
        <p:spPr>
          <a:xfrm>
            <a:off x="506000" y="5349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lg" len="lg"/>
            <a:tailEnd type="none" w="lg" len="lg"/>
          </a:ln>
        </p:spPr>
      </p:sp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>
            <a:off x="1073625" y="1550125"/>
            <a:ext cx="3396300" cy="26661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200"/>
            </a:lvl1pPr>
            <a:lvl2pPr lvl="1">
              <a:spcBef>
                <a:spcPts val="0"/>
              </a:spcBef>
              <a:buSzPct val="100000"/>
              <a:defRPr sz="2200"/>
            </a:lvl2pPr>
            <a:lvl3pPr lvl="2">
              <a:spcBef>
                <a:spcPts val="0"/>
              </a:spcBef>
              <a:buSzPct val="100000"/>
              <a:defRPr sz="2200"/>
            </a:lvl3pPr>
            <a:lvl4pPr lvl="3">
              <a:spcBef>
                <a:spcPts val="0"/>
              </a:spcBef>
              <a:buSzPct val="100000"/>
              <a:defRPr sz="2200"/>
            </a:lvl4pPr>
            <a:lvl5pPr lvl="4">
              <a:spcBef>
                <a:spcPts val="0"/>
              </a:spcBef>
              <a:buSzPct val="100000"/>
              <a:defRPr sz="2200"/>
            </a:lvl5pPr>
            <a:lvl6pPr lvl="5">
              <a:spcBef>
                <a:spcPts val="0"/>
              </a:spcBef>
              <a:buSzPct val="100000"/>
              <a:defRPr sz="2200"/>
            </a:lvl6pPr>
            <a:lvl7pPr lvl="6">
              <a:spcBef>
                <a:spcPts val="0"/>
              </a:spcBef>
              <a:buSzPct val="100000"/>
              <a:defRPr sz="2200"/>
            </a:lvl7pPr>
            <a:lvl8pPr lvl="7">
              <a:spcBef>
                <a:spcPts val="0"/>
              </a:spcBef>
              <a:buSzPct val="100000"/>
              <a:defRPr sz="2200"/>
            </a:lvl8pPr>
            <a:lvl9pPr lvl="8">
              <a:spcBef>
                <a:spcPts val="0"/>
              </a:spcBef>
              <a:buSzPct val="100000"/>
              <a:defRPr sz="22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2"/>
          </p:nvPr>
        </p:nvSpPr>
        <p:spPr>
          <a:xfrm>
            <a:off x="4674251" y="1550125"/>
            <a:ext cx="3396300" cy="26661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200"/>
            </a:lvl1pPr>
            <a:lvl2pPr lvl="1">
              <a:spcBef>
                <a:spcPts val="0"/>
              </a:spcBef>
              <a:buSzPct val="100000"/>
              <a:defRPr sz="2200"/>
            </a:lvl2pPr>
            <a:lvl3pPr lvl="2">
              <a:spcBef>
                <a:spcPts val="0"/>
              </a:spcBef>
              <a:buSzPct val="100000"/>
              <a:defRPr sz="2200"/>
            </a:lvl3pPr>
            <a:lvl4pPr lvl="3">
              <a:spcBef>
                <a:spcPts val="0"/>
              </a:spcBef>
              <a:buSzPct val="100000"/>
              <a:defRPr sz="2200"/>
            </a:lvl4pPr>
            <a:lvl5pPr lvl="4">
              <a:spcBef>
                <a:spcPts val="0"/>
              </a:spcBef>
              <a:buSzPct val="100000"/>
              <a:defRPr sz="2200"/>
            </a:lvl5pPr>
            <a:lvl6pPr lvl="5">
              <a:spcBef>
                <a:spcPts val="0"/>
              </a:spcBef>
              <a:buSzPct val="100000"/>
              <a:defRPr sz="2200"/>
            </a:lvl6pPr>
            <a:lvl7pPr lvl="6">
              <a:spcBef>
                <a:spcPts val="0"/>
              </a:spcBef>
              <a:buSzPct val="100000"/>
              <a:defRPr sz="2200"/>
            </a:lvl7pPr>
            <a:lvl8pPr lvl="7">
              <a:spcBef>
                <a:spcPts val="0"/>
              </a:spcBef>
              <a:buSzPct val="100000"/>
              <a:defRPr sz="2200"/>
            </a:lvl8pPr>
            <a:lvl9pPr lvl="8">
              <a:spcBef>
                <a:spcPts val="0"/>
              </a:spcBef>
              <a:buSzPct val="100000"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Shape 46" descr="comic-01.png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Shape 47"/>
          <p:cNvSpPr/>
          <p:nvPr/>
        </p:nvSpPr>
        <p:spPr>
          <a:xfrm>
            <a:off x="734600" y="7635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48" name="Shape 48"/>
          <p:cNvSpPr/>
          <p:nvPr/>
        </p:nvSpPr>
        <p:spPr>
          <a:xfrm>
            <a:off x="506000" y="534900"/>
            <a:ext cx="7879000" cy="4185275"/>
          </a:xfrm>
          <a:custGeom>
            <a:avLst/>
            <a:gdLst/>
            <a:ahLst/>
            <a:cxnLst/>
            <a:rect l="0" t="0" r="0" b="0"/>
            <a:pathLst>
              <a:path w="315160" h="167411" extrusionOk="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lg" len="lg"/>
            <a:tailEnd type="none" w="lg" len="lg"/>
          </a:ln>
        </p:spPr>
      </p:sp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Shape 56" descr="comic-03.png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2798700" y="1991850"/>
            <a:ext cx="3546600" cy="1159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Clr>
                <a:srgbClr val="403228"/>
              </a:buClr>
              <a:buSzPct val="100000"/>
              <a:defRPr sz="3600">
                <a:solidFill>
                  <a:srgbClr val="403228"/>
                </a:solidFill>
              </a:defRPr>
            </a:lvl1pPr>
            <a:lvl2pPr lvl="1" algn="ctr">
              <a:spcBef>
                <a:spcPts val="0"/>
              </a:spcBef>
              <a:buClr>
                <a:srgbClr val="403228"/>
              </a:buClr>
              <a:buSzPct val="100000"/>
              <a:defRPr sz="3600">
                <a:solidFill>
                  <a:srgbClr val="403228"/>
                </a:solidFill>
              </a:defRPr>
            </a:lvl2pPr>
            <a:lvl3pPr lvl="2" algn="ctr">
              <a:spcBef>
                <a:spcPts val="0"/>
              </a:spcBef>
              <a:buClr>
                <a:srgbClr val="403228"/>
              </a:buClr>
              <a:buSzPct val="100000"/>
              <a:defRPr sz="3600">
                <a:solidFill>
                  <a:srgbClr val="403228"/>
                </a:solidFill>
              </a:defRPr>
            </a:lvl3pPr>
            <a:lvl4pPr lvl="3" algn="ctr">
              <a:spcBef>
                <a:spcPts val="0"/>
              </a:spcBef>
              <a:buClr>
                <a:srgbClr val="403228"/>
              </a:buClr>
              <a:buSzPct val="100000"/>
              <a:defRPr sz="3600">
                <a:solidFill>
                  <a:srgbClr val="403228"/>
                </a:solidFill>
              </a:defRPr>
            </a:lvl4pPr>
            <a:lvl5pPr lvl="4" algn="ctr">
              <a:spcBef>
                <a:spcPts val="0"/>
              </a:spcBef>
              <a:buClr>
                <a:srgbClr val="403228"/>
              </a:buClr>
              <a:buSzPct val="100000"/>
              <a:defRPr sz="3600">
                <a:solidFill>
                  <a:srgbClr val="403228"/>
                </a:solidFill>
              </a:defRPr>
            </a:lvl5pPr>
            <a:lvl6pPr lvl="5" algn="ctr">
              <a:spcBef>
                <a:spcPts val="0"/>
              </a:spcBef>
              <a:buClr>
                <a:srgbClr val="403228"/>
              </a:buClr>
              <a:buSzPct val="100000"/>
              <a:defRPr sz="3600">
                <a:solidFill>
                  <a:srgbClr val="403228"/>
                </a:solidFill>
              </a:defRPr>
            </a:lvl6pPr>
            <a:lvl7pPr lvl="6" algn="ctr">
              <a:spcBef>
                <a:spcPts val="0"/>
              </a:spcBef>
              <a:buClr>
                <a:srgbClr val="403228"/>
              </a:buClr>
              <a:buSzPct val="100000"/>
              <a:defRPr sz="3600">
                <a:solidFill>
                  <a:srgbClr val="403228"/>
                </a:solidFill>
              </a:defRPr>
            </a:lvl7pPr>
            <a:lvl8pPr lvl="7" algn="ctr">
              <a:spcBef>
                <a:spcPts val="0"/>
              </a:spcBef>
              <a:buClr>
                <a:srgbClr val="403228"/>
              </a:buClr>
              <a:buSzPct val="100000"/>
              <a:defRPr sz="3600">
                <a:solidFill>
                  <a:srgbClr val="403228"/>
                </a:solidFill>
              </a:defRPr>
            </a:lvl8pPr>
            <a:lvl9pPr lvl="8" algn="ctr">
              <a:spcBef>
                <a:spcPts val="0"/>
              </a:spcBef>
              <a:buClr>
                <a:srgbClr val="403228"/>
              </a:buClr>
              <a:buSzPct val="100000"/>
              <a:defRPr sz="3600">
                <a:solidFill>
                  <a:srgbClr val="40322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359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1411350" y="1333000"/>
            <a:ext cx="6321300" cy="2477400"/>
          </a:xfrm>
          <a:prstGeom prst="rect">
            <a:avLst/>
          </a:prstGeom>
          <a:noFill/>
          <a:ln w="28575" cap="flat" cmpd="sng">
            <a:solidFill>
              <a:srgbClr val="403228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1513950" y="1583350"/>
            <a:ext cx="6116100" cy="11598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 rtl="0">
              <a:spcBef>
                <a:spcPts val="0"/>
              </a:spcBef>
              <a:defRPr b="1"/>
            </a:lvl1pPr>
            <a:lvl2pPr lvl="1" algn="ctr" rtl="0">
              <a:spcBef>
                <a:spcPts val="0"/>
              </a:spcBef>
              <a:defRPr b="1"/>
            </a:lvl2pPr>
            <a:lvl3pPr lvl="2" algn="ctr" rtl="0">
              <a:spcBef>
                <a:spcPts val="0"/>
              </a:spcBef>
              <a:defRPr b="1"/>
            </a:lvl3pPr>
            <a:lvl4pPr lvl="3" algn="ctr" rtl="0">
              <a:spcBef>
                <a:spcPts val="0"/>
              </a:spcBef>
              <a:defRPr b="1"/>
            </a:lvl4pPr>
            <a:lvl5pPr lvl="4" algn="ctr" rtl="0">
              <a:spcBef>
                <a:spcPts val="0"/>
              </a:spcBef>
              <a:defRPr b="1"/>
            </a:lvl5pPr>
            <a:lvl6pPr lvl="5" algn="ctr" rtl="0">
              <a:spcBef>
                <a:spcPts val="0"/>
              </a:spcBef>
              <a:defRPr b="1"/>
            </a:lvl6pPr>
            <a:lvl7pPr lvl="6" algn="ctr" rtl="0">
              <a:spcBef>
                <a:spcPts val="0"/>
              </a:spcBef>
              <a:defRPr b="1"/>
            </a:lvl7pPr>
            <a:lvl8pPr lvl="7" algn="ctr" rtl="0">
              <a:spcBef>
                <a:spcPts val="0"/>
              </a:spcBef>
              <a:defRPr b="1"/>
            </a:lvl8pPr>
            <a:lvl9pPr lvl="8" algn="ctr" rtl="0">
              <a:spcBef>
                <a:spcPts val="0"/>
              </a:spcBef>
              <a:defRPr b="1"/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2919325" y="2687650"/>
            <a:ext cx="3305400" cy="784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403228"/>
              </a:buClr>
              <a:buSzPct val="100000"/>
              <a:buNone/>
              <a:defRPr sz="1600" i="1"/>
            </a:lvl1pPr>
            <a:lvl2pPr lvl="1" algn="ctr" rtl="0">
              <a:spcBef>
                <a:spcPts val="0"/>
              </a:spcBef>
              <a:buClr>
                <a:srgbClr val="403228"/>
              </a:buClr>
              <a:buSzPct val="100000"/>
              <a:buNone/>
              <a:defRPr sz="1600" i="1"/>
            </a:lvl2pPr>
            <a:lvl3pPr lvl="2" algn="ctr" rtl="0">
              <a:spcBef>
                <a:spcPts val="0"/>
              </a:spcBef>
              <a:buClr>
                <a:srgbClr val="403228"/>
              </a:buClr>
              <a:buSzPct val="100000"/>
              <a:buNone/>
              <a:defRPr sz="1600" i="1"/>
            </a:lvl3pPr>
            <a:lvl4pPr lvl="3" algn="ctr" rtl="0">
              <a:spcBef>
                <a:spcPts val="0"/>
              </a:spcBef>
              <a:buClr>
                <a:srgbClr val="403228"/>
              </a:buClr>
              <a:buNone/>
              <a:defRPr i="1"/>
            </a:lvl4pPr>
            <a:lvl5pPr lvl="4" algn="ctr" rtl="0">
              <a:spcBef>
                <a:spcPts val="0"/>
              </a:spcBef>
              <a:buClr>
                <a:srgbClr val="403228"/>
              </a:buClr>
              <a:buNone/>
              <a:defRPr i="1"/>
            </a:lvl5pPr>
            <a:lvl6pPr lvl="5" algn="ctr" rtl="0">
              <a:spcBef>
                <a:spcPts val="0"/>
              </a:spcBef>
              <a:buClr>
                <a:srgbClr val="403228"/>
              </a:buClr>
              <a:buNone/>
              <a:defRPr i="1"/>
            </a:lvl6pPr>
            <a:lvl7pPr lvl="6" algn="ctr" rtl="0">
              <a:spcBef>
                <a:spcPts val="0"/>
              </a:spcBef>
              <a:buNone/>
              <a:defRPr i="1"/>
            </a:lvl7pPr>
            <a:lvl8pPr lvl="7" algn="ctr" rtl="0">
              <a:spcBef>
                <a:spcPts val="0"/>
              </a:spcBef>
              <a:buNone/>
              <a:defRPr i="1"/>
            </a:lvl8pPr>
            <a:lvl9pPr lvl="8" algn="ctr" rtl="0">
              <a:spcBef>
                <a:spcPts val="0"/>
              </a:spcBef>
              <a:buNone/>
              <a:defRPr i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36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1411350" y="720000"/>
            <a:ext cx="6321300" cy="3703500"/>
          </a:xfrm>
          <a:prstGeom prst="rect">
            <a:avLst/>
          </a:prstGeom>
          <a:noFill/>
          <a:ln w="28575" cap="flat" cmpd="sng">
            <a:solidFill>
              <a:srgbClr val="403228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>
              <a:solidFill>
                <a:srgbClr val="403228"/>
              </a:solidFill>
            </a:endParaRPr>
          </a:p>
        </p:txBody>
      </p:sp>
      <p:sp>
        <p:nvSpPr>
          <p:cNvPr id="16" name="Shape 16"/>
          <p:cNvSpPr txBox="1">
            <a:spLocks noGrp="1"/>
          </p:cNvSpPr>
          <p:nvPr>
            <p:ph type="body" idx="1"/>
          </p:nvPr>
        </p:nvSpPr>
        <p:spPr>
          <a:xfrm>
            <a:off x="2105050" y="720000"/>
            <a:ext cx="4933800" cy="37035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 rtl="0">
              <a:spcBef>
                <a:spcPts val="0"/>
              </a:spcBef>
              <a:defRPr i="1"/>
            </a:lvl1pPr>
            <a:lvl2pPr lvl="1" algn="ctr" rtl="0">
              <a:spcBef>
                <a:spcPts val="0"/>
              </a:spcBef>
              <a:defRPr i="1"/>
            </a:lvl2pPr>
            <a:lvl3pPr lvl="2" algn="ctr" rtl="0">
              <a:spcBef>
                <a:spcPts val="0"/>
              </a:spcBef>
              <a:defRPr i="1"/>
            </a:lvl3pPr>
            <a:lvl4pPr lvl="3" algn="ctr" rtl="0">
              <a:spcBef>
                <a:spcPts val="0"/>
              </a:spcBef>
              <a:defRPr i="1"/>
            </a:lvl4pPr>
            <a:lvl5pPr lvl="4" algn="ctr" rtl="0">
              <a:spcBef>
                <a:spcPts val="0"/>
              </a:spcBef>
              <a:defRPr i="1"/>
            </a:lvl5pPr>
            <a:lvl6pPr lvl="5" algn="ctr" rtl="0">
              <a:spcBef>
                <a:spcPts val="0"/>
              </a:spcBef>
              <a:defRPr i="1"/>
            </a:lvl6pPr>
            <a:lvl7pPr lvl="6" algn="ctr" rtl="0">
              <a:spcBef>
                <a:spcPts val="0"/>
              </a:spcBef>
              <a:defRPr i="1"/>
            </a:lvl7pPr>
            <a:lvl8pPr lvl="7" algn="ctr" rtl="0">
              <a:spcBef>
                <a:spcPts val="0"/>
              </a:spcBef>
              <a:defRPr i="1"/>
            </a:lvl8pPr>
            <a:lvl9pPr lvl="8" algn="ctr">
              <a:spcBef>
                <a:spcPts val="0"/>
              </a:spcBef>
              <a:defRPr i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5987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1224425" y="1477750"/>
            <a:ext cx="6695100" cy="34482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cxnSp>
        <p:nvCxnSpPr>
          <p:cNvPr id="20" name="Shape 20"/>
          <p:cNvCxnSpPr/>
          <p:nvPr/>
        </p:nvCxnSpPr>
        <p:spPr>
          <a:xfrm>
            <a:off x="4279500" y="1427300"/>
            <a:ext cx="585000" cy="0"/>
          </a:xfrm>
          <a:prstGeom prst="straightConnector1">
            <a:avLst/>
          </a:prstGeom>
          <a:noFill/>
          <a:ln w="28575" cap="flat" cmpd="sng">
            <a:solidFill>
              <a:srgbClr val="926940"/>
            </a:solidFill>
            <a:prstDash val="solid"/>
            <a:round/>
            <a:headEnd type="none" w="lg" len="lg"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3321522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1351075" y="1518375"/>
            <a:ext cx="3126900" cy="3255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000"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000"/>
            </a:lvl4pPr>
            <a:lvl5pPr lvl="4">
              <a:spcBef>
                <a:spcPts val="0"/>
              </a:spcBef>
              <a:buSzPct val="100000"/>
              <a:defRPr sz="2000"/>
            </a:lvl5pPr>
            <a:lvl6pPr lvl="5">
              <a:spcBef>
                <a:spcPts val="0"/>
              </a:spcBef>
              <a:buSzPct val="100000"/>
              <a:defRPr sz="2000"/>
            </a:lvl6pPr>
            <a:lvl7pPr lvl="6">
              <a:spcBef>
                <a:spcPts val="0"/>
              </a:spcBef>
              <a:buSzPct val="100000"/>
              <a:defRPr sz="2000"/>
            </a:lvl7pPr>
            <a:lvl8pPr lvl="7">
              <a:spcBef>
                <a:spcPts val="0"/>
              </a:spcBef>
              <a:buSzPct val="100000"/>
              <a:defRPr sz="2000"/>
            </a:lvl8pPr>
            <a:lvl9pPr lvl="8">
              <a:spcBef>
                <a:spcPts val="0"/>
              </a:spcBef>
              <a:buSzPct val="100000"/>
              <a:defRPr sz="20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2"/>
          </p:nvPr>
        </p:nvSpPr>
        <p:spPr>
          <a:xfrm>
            <a:off x="4666144" y="1518375"/>
            <a:ext cx="3126900" cy="3255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000"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000"/>
            </a:lvl4pPr>
            <a:lvl5pPr lvl="4">
              <a:spcBef>
                <a:spcPts val="0"/>
              </a:spcBef>
              <a:buSzPct val="100000"/>
              <a:defRPr sz="2000"/>
            </a:lvl5pPr>
            <a:lvl6pPr lvl="5">
              <a:spcBef>
                <a:spcPts val="0"/>
              </a:spcBef>
              <a:buSzPct val="100000"/>
              <a:defRPr sz="2000"/>
            </a:lvl6pPr>
            <a:lvl7pPr lvl="6">
              <a:spcBef>
                <a:spcPts val="0"/>
              </a:spcBef>
              <a:buSzPct val="100000"/>
              <a:defRPr sz="2000"/>
            </a:lvl7pPr>
            <a:lvl8pPr lvl="7">
              <a:spcBef>
                <a:spcPts val="0"/>
              </a:spcBef>
              <a:buSzPct val="100000"/>
              <a:defRPr sz="2000"/>
            </a:lvl8pPr>
            <a:lvl9pPr lvl="8">
              <a:spcBef>
                <a:spcPts val="0"/>
              </a:spcBef>
              <a:buSzPct val="100000"/>
              <a:defRPr sz="2000"/>
            </a:lvl9pPr>
          </a:lstStyle>
          <a:p>
            <a:endParaRPr/>
          </a:p>
        </p:txBody>
      </p:sp>
      <p:cxnSp>
        <p:nvCxnSpPr>
          <p:cNvPr id="25" name="Shape 25"/>
          <p:cNvCxnSpPr/>
          <p:nvPr/>
        </p:nvCxnSpPr>
        <p:spPr>
          <a:xfrm>
            <a:off x="4279500" y="1427300"/>
            <a:ext cx="585000" cy="0"/>
          </a:xfrm>
          <a:prstGeom prst="straightConnector1">
            <a:avLst/>
          </a:prstGeom>
          <a:noFill/>
          <a:ln w="28575" cap="flat" cmpd="sng">
            <a:solidFill>
              <a:srgbClr val="926940"/>
            </a:solidFill>
            <a:prstDash val="solid"/>
            <a:round/>
            <a:headEnd type="none" w="lg" len="lg"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54199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961200" y="1552350"/>
            <a:ext cx="2307000" cy="32973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600"/>
            </a:lvl1pPr>
            <a:lvl2pPr lvl="1" rtl="0">
              <a:spcBef>
                <a:spcPts val="0"/>
              </a:spcBef>
              <a:buSzPct val="100000"/>
              <a:defRPr sz="1600"/>
            </a:lvl2pPr>
            <a:lvl3pPr lvl="2" rtl="0">
              <a:spcBef>
                <a:spcPts val="0"/>
              </a:spcBef>
              <a:buSzPct val="100000"/>
              <a:defRPr sz="1600"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2"/>
          </p:nvPr>
        </p:nvSpPr>
        <p:spPr>
          <a:xfrm>
            <a:off x="3386413" y="1552350"/>
            <a:ext cx="2307000" cy="32973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600"/>
            </a:lvl1pPr>
            <a:lvl2pPr lvl="1" rtl="0">
              <a:spcBef>
                <a:spcPts val="0"/>
              </a:spcBef>
              <a:buSzPct val="100000"/>
              <a:defRPr sz="1600"/>
            </a:lvl2pPr>
            <a:lvl3pPr lvl="2" rtl="0">
              <a:spcBef>
                <a:spcPts val="0"/>
              </a:spcBef>
              <a:buSzPct val="100000"/>
              <a:defRPr sz="1600"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5811626" y="1552350"/>
            <a:ext cx="2307000" cy="32973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600"/>
            </a:lvl1pPr>
            <a:lvl2pPr lvl="1" rtl="0">
              <a:spcBef>
                <a:spcPts val="0"/>
              </a:spcBef>
              <a:buSzPct val="100000"/>
              <a:defRPr sz="1600"/>
            </a:lvl2pPr>
            <a:lvl3pPr lvl="2" rtl="0">
              <a:spcBef>
                <a:spcPts val="0"/>
              </a:spcBef>
              <a:buSzPct val="100000"/>
              <a:defRPr sz="1600"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cxnSp>
        <p:nvCxnSpPr>
          <p:cNvPr id="31" name="Shape 31"/>
          <p:cNvCxnSpPr/>
          <p:nvPr/>
        </p:nvCxnSpPr>
        <p:spPr>
          <a:xfrm>
            <a:off x="4279500" y="1427300"/>
            <a:ext cx="585000" cy="0"/>
          </a:xfrm>
          <a:prstGeom prst="straightConnector1">
            <a:avLst/>
          </a:prstGeom>
          <a:noFill/>
          <a:ln w="28575" cap="flat" cmpd="sng">
            <a:solidFill>
              <a:srgbClr val="926940"/>
            </a:solidFill>
            <a:prstDash val="solid"/>
            <a:round/>
            <a:headEnd type="none" w="lg" len="lg"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1442250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cxnSp>
        <p:nvCxnSpPr>
          <p:cNvPr id="34" name="Shape 34"/>
          <p:cNvCxnSpPr/>
          <p:nvPr/>
        </p:nvCxnSpPr>
        <p:spPr>
          <a:xfrm>
            <a:off x="4279500" y="1427300"/>
            <a:ext cx="585000" cy="0"/>
          </a:xfrm>
          <a:prstGeom prst="straightConnector1">
            <a:avLst/>
          </a:prstGeom>
          <a:noFill/>
          <a:ln w="28575" cap="flat" cmpd="sng">
            <a:solidFill>
              <a:srgbClr val="926940"/>
            </a:solidFill>
            <a:prstDash val="solid"/>
            <a:round/>
            <a:headEnd type="none" w="lg" len="lg"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110362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spcBef>
                <a:spcPts val="360"/>
              </a:spcBef>
              <a:buSzPct val="100000"/>
              <a:buFont typeface="Cinzel"/>
              <a:buNone/>
              <a:defRPr sz="1200" b="1">
                <a:latin typeface="Cinzel"/>
                <a:ea typeface="Cinzel"/>
                <a:cs typeface="Cinzel"/>
                <a:sym typeface="Cinzel"/>
              </a:defRPr>
            </a:lvl1pPr>
          </a:lstStyle>
          <a:p>
            <a:endParaRPr/>
          </a:p>
        </p:txBody>
      </p:sp>
      <p:cxnSp>
        <p:nvCxnSpPr>
          <p:cNvPr id="37" name="Shape 37"/>
          <p:cNvCxnSpPr/>
          <p:nvPr/>
        </p:nvCxnSpPr>
        <p:spPr>
          <a:xfrm>
            <a:off x="4279500" y="4137950"/>
            <a:ext cx="585000" cy="0"/>
          </a:xfrm>
          <a:prstGeom prst="straightConnector1">
            <a:avLst/>
          </a:prstGeom>
          <a:noFill/>
          <a:ln w="28575" cap="flat" cmpd="sng">
            <a:solidFill>
              <a:srgbClr val="926940"/>
            </a:solidFill>
            <a:prstDash val="solid"/>
            <a:round/>
            <a:headEnd type="none" w="lg" len="lg"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1132992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84191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0212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8128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0956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1058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2746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4524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2170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3244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0131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1399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2671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729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9742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5699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773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7247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9032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9515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2404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55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0338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F2F9-428C-4EB1-B328-0F493726415E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9/10/2017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4FC7-051A-4B63-A832-F38F61D56F18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902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image" Target="../media/image5.jpg"/><Relationship Id="rId5" Type="http://schemas.openxmlformats.org/officeDocument/2006/relationships/slideLayout" Target="../slideLayouts/slideLayout12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00A7EB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052050" y="1545942"/>
            <a:ext cx="7710900" cy="330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600"/>
              </a:spcBef>
              <a:buClr>
                <a:schemeClr val="dk1"/>
              </a:buClr>
              <a:buSzPct val="100000"/>
              <a:buFont typeface="Sniglet"/>
              <a:buChar char="×"/>
              <a:defRPr sz="3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>
              <a:spcBef>
                <a:spcPts val="480"/>
              </a:spcBef>
              <a:buClr>
                <a:schemeClr val="dk1"/>
              </a:buClr>
              <a:buSzPct val="100000"/>
              <a:buFont typeface="Sniglet"/>
              <a:buChar char="×"/>
              <a:defRPr sz="24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>
              <a:spcBef>
                <a:spcPts val="480"/>
              </a:spcBef>
              <a:buClr>
                <a:schemeClr val="dk1"/>
              </a:buClr>
              <a:buSzPct val="100000"/>
              <a:buFont typeface="Sniglet"/>
              <a:buChar char="×"/>
              <a:defRPr sz="24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>
              <a:spcBef>
                <a:spcPts val="360"/>
              </a:spcBef>
              <a:buClr>
                <a:schemeClr val="dk1"/>
              </a:buClr>
              <a:buSzPct val="1000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>
              <a:spcBef>
                <a:spcPts val="360"/>
              </a:spcBef>
              <a:buClr>
                <a:schemeClr val="dk1"/>
              </a:buClr>
              <a:buSzPct val="1000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>
              <a:spcBef>
                <a:spcPts val="360"/>
              </a:spcBef>
              <a:buClr>
                <a:schemeClr val="dk1"/>
              </a:buClr>
              <a:buSzPct val="1000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>
              <a:spcBef>
                <a:spcPts val="360"/>
              </a:spcBef>
              <a:buClr>
                <a:schemeClr val="dk1"/>
              </a:buClr>
              <a:buSzPct val="1000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>
              <a:spcBef>
                <a:spcPts val="360"/>
              </a:spcBef>
              <a:buClr>
                <a:schemeClr val="dk1"/>
              </a:buClr>
              <a:buSzPct val="1000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>
              <a:spcBef>
                <a:spcPts val="360"/>
              </a:spcBef>
              <a:buClr>
                <a:schemeClr val="dk1"/>
              </a:buClr>
              <a:buSzPct val="1000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6" r:id="rId7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Clr>
                <a:srgbClr val="926940"/>
              </a:buClr>
              <a:buSzPct val="1000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1pPr>
            <a:lvl2pPr lvl="1" algn="ctr">
              <a:spcBef>
                <a:spcPts val="0"/>
              </a:spcBef>
              <a:buClr>
                <a:srgbClr val="926940"/>
              </a:buClr>
              <a:buSzPct val="1000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2pPr>
            <a:lvl3pPr lvl="2" algn="ctr">
              <a:spcBef>
                <a:spcPts val="0"/>
              </a:spcBef>
              <a:buClr>
                <a:srgbClr val="926940"/>
              </a:buClr>
              <a:buSzPct val="1000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3pPr>
            <a:lvl4pPr lvl="3" algn="ctr">
              <a:spcBef>
                <a:spcPts val="0"/>
              </a:spcBef>
              <a:buClr>
                <a:srgbClr val="926940"/>
              </a:buClr>
              <a:buSzPct val="1000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4pPr>
            <a:lvl5pPr lvl="4" algn="ctr">
              <a:spcBef>
                <a:spcPts val="0"/>
              </a:spcBef>
              <a:buClr>
                <a:srgbClr val="926940"/>
              </a:buClr>
              <a:buSzPct val="1000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5pPr>
            <a:lvl6pPr lvl="5" algn="ctr">
              <a:spcBef>
                <a:spcPts val="0"/>
              </a:spcBef>
              <a:buClr>
                <a:srgbClr val="926940"/>
              </a:buClr>
              <a:buSzPct val="1000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6pPr>
            <a:lvl7pPr lvl="6" algn="ctr">
              <a:spcBef>
                <a:spcPts val="0"/>
              </a:spcBef>
              <a:buClr>
                <a:srgbClr val="926940"/>
              </a:buClr>
              <a:buSzPct val="1000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7pPr>
            <a:lvl8pPr lvl="7" algn="ctr">
              <a:spcBef>
                <a:spcPts val="0"/>
              </a:spcBef>
              <a:buClr>
                <a:srgbClr val="926940"/>
              </a:buClr>
              <a:buSzPct val="1000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8pPr>
            <a:lvl9pPr lvl="8" algn="ctr">
              <a:spcBef>
                <a:spcPts val="0"/>
              </a:spcBef>
              <a:buClr>
                <a:srgbClr val="926940"/>
              </a:buClr>
              <a:buSzPct val="1000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224425" y="1477750"/>
            <a:ext cx="6695100" cy="3448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926940"/>
              </a:buClr>
              <a:buSzPct val="100000"/>
              <a:buFont typeface="Libre Baskerville"/>
              <a:buChar char="✣"/>
              <a:defRPr sz="24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480"/>
              </a:spcBef>
              <a:buClr>
                <a:srgbClr val="926940"/>
              </a:buClr>
              <a:buSzPct val="100000"/>
              <a:buFont typeface="Libre Baskerville"/>
              <a:buChar char="⨳"/>
              <a:defRPr sz="20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480"/>
              </a:spcBef>
              <a:buClr>
                <a:srgbClr val="926940"/>
              </a:buClr>
              <a:buSzPct val="100000"/>
              <a:buFont typeface="Libre Baskerville"/>
              <a:buChar char="■"/>
              <a:defRPr sz="20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360"/>
              </a:spcBef>
              <a:buClr>
                <a:srgbClr val="926940"/>
              </a:buClr>
              <a:buSzPct val="100000"/>
              <a:buFont typeface="Libre Baskerville"/>
              <a:buChar char="●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360"/>
              </a:spcBef>
              <a:buClr>
                <a:srgbClr val="926940"/>
              </a:buClr>
              <a:buSzPct val="100000"/>
              <a:buFont typeface="Libre Baskerville"/>
              <a:buChar char="○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360"/>
              </a:spcBef>
              <a:buClr>
                <a:srgbClr val="926940"/>
              </a:buClr>
              <a:buSzPct val="100000"/>
              <a:buFont typeface="Libre Baskerville"/>
              <a:buChar char="■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360"/>
              </a:spcBef>
              <a:buClr>
                <a:srgbClr val="403228"/>
              </a:buClr>
              <a:buSzPct val="100000"/>
              <a:buFont typeface="Libre Baskerville"/>
              <a:buChar char="●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360"/>
              </a:spcBef>
              <a:buClr>
                <a:srgbClr val="403228"/>
              </a:buClr>
              <a:buSzPct val="100000"/>
              <a:buFont typeface="Libre Baskerville"/>
              <a:buChar char="○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360"/>
              </a:spcBef>
              <a:buClr>
                <a:srgbClr val="403228"/>
              </a:buClr>
              <a:buSzPct val="100000"/>
              <a:buFont typeface="Libre Baskerville"/>
              <a:buChar char="■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10768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FAD90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7F2F9-428C-4EB1-B328-0F493726415E}" type="datetimeFigureOut">
              <a:rPr lang="en-AU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/>
              <a:t>9/10/2017</a:t>
            </a:fld>
            <a:endParaRPr lang="en-AU" kern="1200" smtClean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kern="1200" smtClean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14FC7-051A-4B63-A832-F38F61D56F18}" type="slidenum">
              <a:rPr lang="en-AU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/>
              <a:t>‹#›</a:t>
            </a:fld>
            <a:endParaRPr lang="en-AU" kern="1200" smtClean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487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FAD90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7F2F9-428C-4EB1-B328-0F493726415E}" type="datetimeFigureOut">
              <a:rPr lang="en-AU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/>
              <a:t>9/10/2017</a:t>
            </a:fld>
            <a:endParaRPr lang="en-AU" kern="1200" smtClean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kern="1200" smtClean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14FC7-051A-4B63-A832-F38F61D56F18}" type="slidenum">
              <a:rPr lang="en-AU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/>
              <a:t>‹#›</a:t>
            </a:fld>
            <a:endParaRPr lang="en-AU" kern="1200" smtClean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96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oVc_S_gd_0&amp;index=1&amp;list=PL336C870BEAD3B58B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C4CA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>
            <a:spLocks noGrp="1"/>
          </p:cNvSpPr>
          <p:nvPr>
            <p:ph type="ctrTitle"/>
          </p:nvPr>
        </p:nvSpPr>
        <p:spPr>
          <a:xfrm>
            <a:off x="2572125" y="2068625"/>
            <a:ext cx="4271700" cy="11598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7200" dirty="0" smtClean="0">
                <a:latin typeface="Berlin Sans FB" panose="020E0602020502020306" pitchFamily="34" charset="0"/>
              </a:rPr>
              <a:t>Economics &amp; Business</a:t>
            </a:r>
            <a:endParaRPr lang="en" sz="7200" dirty="0">
              <a:latin typeface="Berlin Sans FB" panose="020E0602020502020306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7EB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/>
            <a:r>
              <a:rPr lang="en-AU" b="1" dirty="0">
                <a:latin typeface="Berlin Sans FB" panose="020E0602020502020306" pitchFamily="34" charset="0"/>
                <a:cs typeface="Consolas" panose="020B0609020204030204" pitchFamily="49" charset="0"/>
              </a:rPr>
              <a:t>Begin your notes by writing down the following… you have 2 minutes!</a:t>
            </a:r>
            <a:endParaRPr lang="en" b="1" dirty="0">
              <a:latin typeface="Berlin Sans FB" panose="020E0602020502020306" pitchFamily="34" charset="0"/>
            </a:endParaRPr>
          </a:p>
        </p:txBody>
      </p:sp>
      <p:sp>
        <p:nvSpPr>
          <p:cNvPr id="67" name="Shape 67"/>
          <p:cNvSpPr txBox="1">
            <a:spLocks noGrp="1"/>
          </p:cNvSpPr>
          <p:nvPr>
            <p:ph type="body" idx="2"/>
          </p:nvPr>
        </p:nvSpPr>
        <p:spPr>
          <a:xfrm>
            <a:off x="917574" y="1474250"/>
            <a:ext cx="6434201" cy="26922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AU" sz="2800" b="1" dirty="0">
                <a:latin typeface="Berlin Sans FB" panose="020E0602020502020306" pitchFamily="34" charset="0"/>
                <a:cs typeface="Consolas" panose="020B0609020204030204" pitchFamily="49" charset="0"/>
              </a:rPr>
              <a:t>Title: </a:t>
            </a:r>
            <a:r>
              <a:rPr lang="en-AU" sz="2800" dirty="0">
                <a:latin typeface="Berlin Sans FB" panose="020E0602020502020306" pitchFamily="34" charset="0"/>
                <a:cs typeface="Consolas" panose="020B0609020204030204" pitchFamily="49" charset="0"/>
              </a:rPr>
              <a:t>Introduction to Economics and Business</a:t>
            </a:r>
          </a:p>
          <a:p>
            <a:pPr marL="0" indent="0">
              <a:buNone/>
            </a:pPr>
            <a:r>
              <a:rPr lang="en-AU" sz="2800" b="1" dirty="0">
                <a:latin typeface="Berlin Sans FB" panose="020E0602020502020306" pitchFamily="34" charset="0"/>
                <a:cs typeface="Consolas" panose="020B0609020204030204" pitchFamily="49" charset="0"/>
              </a:rPr>
              <a:t>Learning Intention:</a:t>
            </a:r>
            <a:r>
              <a:rPr lang="en-AU" sz="2800" dirty="0">
                <a:latin typeface="Berlin Sans FB" panose="020E0602020502020306" pitchFamily="34" charset="0"/>
                <a:cs typeface="Consolas" panose="020B0609020204030204" pitchFamily="49" charset="0"/>
              </a:rPr>
              <a:t> Understand the </a:t>
            </a:r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basis concepts </a:t>
            </a:r>
            <a:r>
              <a:rPr lang="en-AU" sz="2800" dirty="0">
                <a:latin typeface="Berlin Sans FB" panose="020E0602020502020306" pitchFamily="34" charset="0"/>
                <a:cs typeface="Consolas" panose="020B0609020204030204" pitchFamily="49" charset="0"/>
              </a:rPr>
              <a:t>of </a:t>
            </a:r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Economics and Business. </a:t>
            </a:r>
            <a:endParaRPr lang="en-AU" sz="2800" dirty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AU" sz="2800" b="1" dirty="0">
                <a:latin typeface="Berlin Sans FB" panose="020E0602020502020306" pitchFamily="34" charset="0"/>
                <a:cs typeface="Consolas" panose="020B0609020204030204" pitchFamily="49" charset="0"/>
              </a:rPr>
              <a:t>Success Criteria:</a:t>
            </a:r>
            <a:r>
              <a:rPr lang="en-AU" sz="2800" dirty="0">
                <a:latin typeface="Berlin Sans FB" panose="020E0602020502020306" pitchFamily="34" charset="0"/>
                <a:cs typeface="Consolas" panose="020B0609020204030204" pitchFamily="49" charset="0"/>
              </a:rPr>
              <a:t> </a:t>
            </a:r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Can explain what economics means and list 3 important concepts associated with the topic. </a:t>
            </a:r>
            <a:endParaRPr lang="en-AU" sz="2800" dirty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endParaRPr sz="1200" dirty="0">
              <a:solidFill>
                <a:srgbClr val="000000"/>
              </a:solidFill>
              <a:latin typeface="Berlin Sans FB" panose="020E0602020502020306" pitchFamily="34" charset="0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latin typeface="Berlin Sans FB" panose="020E0602020502020306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2:00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1:59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1:58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1:57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1:56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1:55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1:54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1:53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1:52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1:51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1:50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1:49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1:48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1:47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1:46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1:45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1:44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1:43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1:42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1:41</a:t>
            </a: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1:40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1:39</a:t>
            </a: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1:38</a:t>
            </a: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1:37</a:t>
            </a: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1:36</a:t>
            </a: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1:35</a:t>
            </a:r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1:34</a:t>
            </a: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1:33</a:t>
            </a: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1:32</a:t>
            </a: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1:31</a:t>
            </a:r>
          </a:p>
        </p:txBody>
      </p: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1:30</a:t>
            </a: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1:29</a:t>
            </a: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1:28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1:27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1:26</a:t>
            </a: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1:25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1:24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1:23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1:22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1:21</a:t>
            </a:r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1:20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1:19</a:t>
            </a: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1:18</a:t>
            </a:r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1:17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1:16</a:t>
            </a: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1:15</a:t>
            </a:r>
          </a:p>
        </p:txBody>
      </p:sp>
      <p:sp>
        <p:nvSpPr>
          <p:cNvPr id="54" name="Rectangle 53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1:14</a:t>
            </a:r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1:13</a:t>
            </a:r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1:12</a:t>
            </a:r>
          </a:p>
        </p:txBody>
      </p: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1:11</a:t>
            </a:r>
          </a:p>
        </p:txBody>
      </p:sp>
      <p:sp>
        <p:nvSpPr>
          <p:cNvPr id="58" name="Rectangle 57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1:10</a:t>
            </a:r>
          </a:p>
        </p:txBody>
      </p:sp>
      <p:sp>
        <p:nvSpPr>
          <p:cNvPr id="59" name="Rectangle 58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1:09</a:t>
            </a:r>
          </a:p>
        </p:txBody>
      </p:sp>
      <p:sp>
        <p:nvSpPr>
          <p:cNvPr id="60" name="Rectangle 59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1:08</a:t>
            </a:r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1:07</a:t>
            </a:r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1:06</a:t>
            </a:r>
          </a:p>
        </p:txBody>
      </p:sp>
      <p:sp>
        <p:nvSpPr>
          <p:cNvPr id="63" name="Rectangle 62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1:05</a:t>
            </a:r>
          </a:p>
        </p:txBody>
      </p:sp>
      <p:sp>
        <p:nvSpPr>
          <p:cNvPr id="64" name="Rectangle 63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1:04</a:t>
            </a:r>
          </a:p>
        </p:txBody>
      </p:sp>
      <p:sp>
        <p:nvSpPr>
          <p:cNvPr id="65" name="Rectangle 64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1:03</a:t>
            </a:r>
          </a:p>
        </p:txBody>
      </p:sp>
      <p:sp>
        <p:nvSpPr>
          <p:cNvPr id="70" name="Rectangle 69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1:02</a:t>
            </a:r>
          </a:p>
        </p:txBody>
      </p: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1:01</a:t>
            </a: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6711060" y="3884099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1:00</a:t>
            </a:r>
          </a:p>
        </p:txBody>
      </p:sp>
      <p:sp>
        <p:nvSpPr>
          <p:cNvPr id="73" name="Rectangle 72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0:59</a:t>
            </a:r>
          </a:p>
        </p:txBody>
      </p:sp>
      <p:sp>
        <p:nvSpPr>
          <p:cNvPr id="74" name="Rectangle 73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0:58</a:t>
            </a:r>
          </a:p>
        </p:txBody>
      </p:sp>
      <p:sp>
        <p:nvSpPr>
          <p:cNvPr id="75" name="Rectangle 74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0:57</a:t>
            </a:r>
          </a:p>
        </p:txBody>
      </p:sp>
      <p:sp>
        <p:nvSpPr>
          <p:cNvPr id="76" name="Rectangle 75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0:56</a:t>
            </a:r>
          </a:p>
        </p:txBody>
      </p:sp>
      <p:sp>
        <p:nvSpPr>
          <p:cNvPr id="77" name="Rectangle 76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0:55</a:t>
            </a:r>
          </a:p>
        </p:txBody>
      </p:sp>
      <p:sp>
        <p:nvSpPr>
          <p:cNvPr id="78" name="Rectangle 77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0:54</a:t>
            </a:r>
          </a:p>
        </p:txBody>
      </p:sp>
      <p:sp>
        <p:nvSpPr>
          <p:cNvPr id="79" name="Rectangle 78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0:53</a:t>
            </a:r>
          </a:p>
        </p:txBody>
      </p:sp>
      <p:sp>
        <p:nvSpPr>
          <p:cNvPr id="80" name="Rectangle 79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0:52</a:t>
            </a:r>
          </a:p>
        </p:txBody>
      </p:sp>
      <p:sp>
        <p:nvSpPr>
          <p:cNvPr id="81" name="Rectangle 80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0:51</a:t>
            </a:r>
          </a:p>
        </p:txBody>
      </p:sp>
      <p:sp>
        <p:nvSpPr>
          <p:cNvPr id="82" name="Rectangle 81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0:50</a:t>
            </a:r>
          </a:p>
        </p:txBody>
      </p:sp>
      <p:sp>
        <p:nvSpPr>
          <p:cNvPr id="83" name="Rectangle 82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0:49</a:t>
            </a:r>
          </a:p>
        </p:txBody>
      </p:sp>
      <p:sp>
        <p:nvSpPr>
          <p:cNvPr id="84" name="Rectangle 83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0:48</a:t>
            </a:r>
          </a:p>
        </p:txBody>
      </p:sp>
      <p:sp>
        <p:nvSpPr>
          <p:cNvPr id="85" name="Rectangle 84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0:47</a:t>
            </a:r>
          </a:p>
        </p:txBody>
      </p:sp>
      <p:sp>
        <p:nvSpPr>
          <p:cNvPr id="86" name="Rectangle 85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0:46</a:t>
            </a:r>
          </a:p>
        </p:txBody>
      </p:sp>
      <p:sp>
        <p:nvSpPr>
          <p:cNvPr id="87" name="Rectangle 86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0:45</a:t>
            </a:r>
          </a:p>
        </p:txBody>
      </p:sp>
      <p:sp>
        <p:nvSpPr>
          <p:cNvPr id="88" name="Rectangle 87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0:44</a:t>
            </a:r>
          </a:p>
        </p:txBody>
      </p:sp>
      <p:sp>
        <p:nvSpPr>
          <p:cNvPr id="89" name="Rectangle 88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0:43</a:t>
            </a:r>
          </a:p>
        </p:txBody>
      </p:sp>
      <p:sp>
        <p:nvSpPr>
          <p:cNvPr id="90" name="Rectangle 89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0:42</a:t>
            </a:r>
          </a:p>
        </p:txBody>
      </p:sp>
      <p:sp>
        <p:nvSpPr>
          <p:cNvPr id="91" name="Rectangle 90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0:41</a:t>
            </a:r>
          </a:p>
        </p:txBody>
      </p:sp>
      <p:sp>
        <p:nvSpPr>
          <p:cNvPr id="92" name="Rectangle 91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0:40</a:t>
            </a:r>
          </a:p>
        </p:txBody>
      </p:sp>
      <p:sp>
        <p:nvSpPr>
          <p:cNvPr id="93" name="Rectangle 92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0:39</a:t>
            </a:r>
          </a:p>
        </p:txBody>
      </p:sp>
      <p:sp>
        <p:nvSpPr>
          <p:cNvPr id="94" name="Rectangle 93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0:38</a:t>
            </a:r>
          </a:p>
        </p:txBody>
      </p:sp>
      <p:sp>
        <p:nvSpPr>
          <p:cNvPr id="95" name="Rectangle 94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0:37</a:t>
            </a:r>
          </a:p>
        </p:txBody>
      </p:sp>
      <p:sp>
        <p:nvSpPr>
          <p:cNvPr id="96" name="Rectangle 95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0:36</a:t>
            </a:r>
          </a:p>
        </p:txBody>
      </p:sp>
      <p:sp>
        <p:nvSpPr>
          <p:cNvPr id="97" name="Rectangle 96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0:35</a:t>
            </a:r>
          </a:p>
        </p:txBody>
      </p:sp>
      <p:sp>
        <p:nvSpPr>
          <p:cNvPr id="98" name="Rectangle 97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0:34</a:t>
            </a:r>
          </a:p>
        </p:txBody>
      </p:sp>
      <p:sp>
        <p:nvSpPr>
          <p:cNvPr id="99" name="Rectangle 98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0:33</a:t>
            </a:r>
          </a:p>
        </p:txBody>
      </p:sp>
      <p:sp>
        <p:nvSpPr>
          <p:cNvPr id="100" name="Rectangle 99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0:32</a:t>
            </a:r>
          </a:p>
        </p:txBody>
      </p:sp>
      <p:sp>
        <p:nvSpPr>
          <p:cNvPr id="101" name="Rectangle 100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0:31</a:t>
            </a:r>
          </a:p>
        </p:txBody>
      </p:sp>
      <p:sp>
        <p:nvSpPr>
          <p:cNvPr id="102" name="Rectangle 101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0:30</a:t>
            </a:r>
          </a:p>
        </p:txBody>
      </p:sp>
      <p:sp>
        <p:nvSpPr>
          <p:cNvPr id="103" name="Rectangle 102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0:29</a:t>
            </a:r>
          </a:p>
        </p:txBody>
      </p:sp>
      <p:sp>
        <p:nvSpPr>
          <p:cNvPr id="104" name="Rectangle 103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0:28</a:t>
            </a:r>
          </a:p>
        </p:txBody>
      </p:sp>
      <p:sp>
        <p:nvSpPr>
          <p:cNvPr id="105" name="Rectangle 104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0:27</a:t>
            </a:r>
          </a:p>
        </p:txBody>
      </p:sp>
      <p:sp>
        <p:nvSpPr>
          <p:cNvPr id="106" name="Rectangle 105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0:26</a:t>
            </a:r>
          </a:p>
        </p:txBody>
      </p:sp>
      <p:sp>
        <p:nvSpPr>
          <p:cNvPr id="107" name="Rectangle 106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0:25</a:t>
            </a:r>
          </a:p>
        </p:txBody>
      </p:sp>
      <p:sp>
        <p:nvSpPr>
          <p:cNvPr id="108" name="Rectangle 107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0:24</a:t>
            </a:r>
          </a:p>
        </p:txBody>
      </p:sp>
      <p:sp>
        <p:nvSpPr>
          <p:cNvPr id="109" name="Rectangle 108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0:23</a:t>
            </a:r>
          </a:p>
        </p:txBody>
      </p:sp>
      <p:sp>
        <p:nvSpPr>
          <p:cNvPr id="110" name="Rectangle 109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0:22</a:t>
            </a:r>
          </a:p>
        </p:txBody>
      </p:sp>
      <p:sp>
        <p:nvSpPr>
          <p:cNvPr id="111" name="Rectangle 110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0:21</a:t>
            </a:r>
          </a:p>
        </p:txBody>
      </p:sp>
      <p:sp>
        <p:nvSpPr>
          <p:cNvPr id="112" name="Rectangle 111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0:20</a:t>
            </a:r>
          </a:p>
        </p:txBody>
      </p:sp>
      <p:sp>
        <p:nvSpPr>
          <p:cNvPr id="113" name="Rectangle 112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0:19</a:t>
            </a:r>
          </a:p>
        </p:txBody>
      </p:sp>
      <p:sp>
        <p:nvSpPr>
          <p:cNvPr id="114" name="Rectangle 113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0:18</a:t>
            </a:r>
          </a:p>
        </p:txBody>
      </p:sp>
      <p:sp>
        <p:nvSpPr>
          <p:cNvPr id="115" name="Rectangle 114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0:17</a:t>
            </a:r>
          </a:p>
        </p:txBody>
      </p:sp>
      <p:sp>
        <p:nvSpPr>
          <p:cNvPr id="116" name="Rectangle 115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0:16</a:t>
            </a:r>
          </a:p>
        </p:txBody>
      </p:sp>
      <p:sp>
        <p:nvSpPr>
          <p:cNvPr id="117" name="Rectangle 116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0:15</a:t>
            </a:r>
          </a:p>
        </p:txBody>
      </p:sp>
      <p:sp>
        <p:nvSpPr>
          <p:cNvPr id="118" name="Rectangle 117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0:14</a:t>
            </a:r>
          </a:p>
        </p:txBody>
      </p:sp>
      <p:sp>
        <p:nvSpPr>
          <p:cNvPr id="119" name="Rectangle 118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0:13</a:t>
            </a:r>
          </a:p>
        </p:txBody>
      </p:sp>
      <p:sp>
        <p:nvSpPr>
          <p:cNvPr id="120" name="Rectangle 119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0:12</a:t>
            </a:r>
          </a:p>
        </p:txBody>
      </p:sp>
      <p:sp>
        <p:nvSpPr>
          <p:cNvPr id="121" name="Rectangle 120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0:11</a:t>
            </a:r>
          </a:p>
        </p:txBody>
      </p:sp>
      <p:sp>
        <p:nvSpPr>
          <p:cNvPr id="122" name="Rectangle 121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0:10</a:t>
            </a:r>
          </a:p>
        </p:txBody>
      </p:sp>
      <p:sp>
        <p:nvSpPr>
          <p:cNvPr id="123" name="Rectangle 122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0:09</a:t>
            </a:r>
          </a:p>
        </p:txBody>
      </p:sp>
      <p:sp>
        <p:nvSpPr>
          <p:cNvPr id="124" name="Rectangle 123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0:08</a:t>
            </a:r>
          </a:p>
        </p:txBody>
      </p:sp>
      <p:sp>
        <p:nvSpPr>
          <p:cNvPr id="125" name="Rectangle 124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0:07</a:t>
            </a:r>
          </a:p>
        </p:txBody>
      </p:sp>
      <p:sp>
        <p:nvSpPr>
          <p:cNvPr id="126" name="Rectangle 125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0:06</a:t>
            </a:r>
          </a:p>
        </p:txBody>
      </p:sp>
      <p:sp>
        <p:nvSpPr>
          <p:cNvPr id="127" name="Rectangle 126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0:05</a:t>
            </a:r>
          </a:p>
        </p:txBody>
      </p:sp>
      <p:sp>
        <p:nvSpPr>
          <p:cNvPr id="128" name="Rectangle 127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0:04</a:t>
            </a:r>
          </a:p>
        </p:txBody>
      </p:sp>
      <p:sp>
        <p:nvSpPr>
          <p:cNvPr id="129" name="Rectangle 128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0:03</a:t>
            </a:r>
          </a:p>
        </p:txBody>
      </p:sp>
      <p:sp>
        <p:nvSpPr>
          <p:cNvPr id="130" name="Rectangle 129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0:02</a:t>
            </a:r>
          </a:p>
        </p:txBody>
      </p:sp>
      <p:sp>
        <p:nvSpPr>
          <p:cNvPr id="131" name="Rectangle 130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0:01</a:t>
            </a:r>
          </a:p>
        </p:txBody>
      </p:sp>
      <p:sp>
        <p:nvSpPr>
          <p:cNvPr id="132" name="Rectangle 131"/>
          <p:cNvSpPr>
            <a:spLocks noChangeArrowheads="1"/>
          </p:cNvSpPr>
          <p:nvPr/>
        </p:nvSpPr>
        <p:spPr bwMode="auto">
          <a:xfrm>
            <a:off x="6712647" y="3884099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 dirty="0"/>
              <a:t>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10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2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30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4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50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6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70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8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90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0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10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2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30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44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450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46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47000"/>
                            </p:stCondLst>
                            <p:childTnLst>
                              <p:par>
                                <p:cTn id="1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48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490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100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2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3000"/>
                            </p:stCondLst>
                            <p:childTnLst>
                              <p:par>
                                <p:cTn id="16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4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5000"/>
                            </p:stCondLst>
                            <p:childTnLst>
                              <p:par>
                                <p:cTn id="17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6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7000"/>
                            </p:stCondLst>
                            <p:childTnLst>
                              <p:par>
                                <p:cTn id="17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8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9000"/>
                            </p:stCondLst>
                            <p:childTnLst>
                              <p:par>
                                <p:cTn id="18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60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61000"/>
                            </p:stCondLst>
                            <p:childTnLst>
                              <p:par>
                                <p:cTn id="19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62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6300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640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65000"/>
                            </p:stCondLst>
                            <p:childTnLst>
                              <p:par>
                                <p:cTn id="20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660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67000"/>
                            </p:stCondLst>
                            <p:childTnLst>
                              <p:par>
                                <p:cTn id="20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68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69000"/>
                            </p:stCondLst>
                            <p:childTnLst>
                              <p:par>
                                <p:cTn id="2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70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71000"/>
                            </p:stCondLst>
                            <p:childTnLst>
                              <p:par>
                                <p:cTn id="2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72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73000"/>
                            </p:stCondLst>
                            <p:childTnLst>
                              <p:par>
                                <p:cTn id="22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74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75000"/>
                            </p:stCondLst>
                            <p:childTnLst>
                              <p:par>
                                <p:cTn id="23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76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77000"/>
                            </p:stCondLst>
                            <p:childTnLst>
                              <p:par>
                                <p:cTn id="23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78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79000"/>
                            </p:stCondLst>
                            <p:childTnLst>
                              <p:par>
                                <p:cTn id="24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80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81000"/>
                            </p:stCondLst>
                            <p:childTnLst>
                              <p:par>
                                <p:cTn id="25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82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83000"/>
                            </p:stCondLst>
                            <p:childTnLst>
                              <p:par>
                                <p:cTn id="25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84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85000"/>
                            </p:stCondLst>
                            <p:childTnLst>
                              <p:par>
                                <p:cTn id="26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860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87000"/>
                            </p:stCondLst>
                            <p:childTnLst>
                              <p:par>
                                <p:cTn id="26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88000"/>
                            </p:stCondLst>
                            <p:childTnLst>
                              <p:par>
                                <p:cTn id="27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89000"/>
                            </p:stCondLst>
                            <p:childTnLst>
                              <p:par>
                                <p:cTn id="27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900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91000"/>
                            </p:stCondLst>
                            <p:childTnLst>
                              <p:par>
                                <p:cTn id="28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92000"/>
                            </p:stCondLst>
                            <p:childTnLst>
                              <p:par>
                                <p:cTn id="28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93000"/>
                            </p:stCondLst>
                            <p:childTnLst>
                              <p:par>
                                <p:cTn id="28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94000"/>
                            </p:stCondLst>
                            <p:childTnLst>
                              <p:par>
                                <p:cTn id="29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95000"/>
                            </p:stCondLst>
                            <p:childTnLst>
                              <p:par>
                                <p:cTn id="29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96000"/>
                            </p:stCondLst>
                            <p:childTnLst>
                              <p:par>
                                <p:cTn id="29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97000"/>
                            </p:stCondLst>
                            <p:childTnLst>
                              <p:par>
                                <p:cTn id="29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98000"/>
                            </p:stCondLst>
                            <p:childTnLst>
                              <p:par>
                                <p:cTn id="30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99000"/>
                            </p:stCondLst>
                            <p:childTnLst>
                              <p:par>
                                <p:cTn id="30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100000"/>
                            </p:stCondLst>
                            <p:childTnLst>
                              <p:par>
                                <p:cTn id="30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101000"/>
                            </p:stCondLst>
                            <p:childTnLst>
                              <p:par>
                                <p:cTn id="3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102000"/>
                            </p:stCondLst>
                            <p:childTnLst>
                              <p:par>
                                <p:cTn id="3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103000"/>
                            </p:stCondLst>
                            <p:childTnLst>
                              <p:par>
                                <p:cTn id="3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104000"/>
                            </p:stCondLst>
                            <p:childTnLst>
                              <p:par>
                                <p:cTn id="3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105000"/>
                            </p:stCondLst>
                            <p:childTnLst>
                              <p:par>
                                <p:cTn id="3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106000"/>
                            </p:stCondLst>
                            <p:childTnLst>
                              <p:par>
                                <p:cTn id="3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107000"/>
                            </p:stCondLst>
                            <p:childTnLst>
                              <p:par>
                                <p:cTn id="3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108000"/>
                            </p:stCondLst>
                            <p:childTnLst>
                              <p:par>
                                <p:cTn id="3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109000"/>
                            </p:stCondLst>
                            <p:childTnLst>
                              <p:par>
                                <p:cTn id="3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110000"/>
                            </p:stCondLst>
                            <p:childTnLst>
                              <p:par>
                                <p:cTn id="3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111000"/>
                            </p:stCondLst>
                            <p:childTnLst>
                              <p:par>
                                <p:cTn id="3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112000"/>
                            </p:stCondLst>
                            <p:childTnLst>
                              <p:par>
                                <p:cTn id="3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113000"/>
                            </p:stCondLst>
                            <p:childTnLst>
                              <p:par>
                                <p:cTn id="3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114000"/>
                            </p:stCondLst>
                            <p:childTnLst>
                              <p:par>
                                <p:cTn id="3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115000"/>
                            </p:stCondLst>
                            <p:childTnLst>
                              <p:par>
                                <p:cTn id="3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116000"/>
                            </p:stCondLst>
                            <p:childTnLst>
                              <p:par>
                                <p:cTn id="3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117000"/>
                            </p:stCondLst>
                            <p:childTnLst>
                              <p:par>
                                <p:cTn id="3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118000"/>
                            </p:stCondLst>
                            <p:childTnLst>
                              <p:par>
                                <p:cTn id="3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119000"/>
                            </p:stCondLst>
                            <p:childTnLst>
                              <p:par>
                                <p:cTn id="3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3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>
            <a:spLocks noGrp="1"/>
          </p:cNvSpPr>
          <p:nvPr>
            <p:ph type="ctrTitle"/>
          </p:nvPr>
        </p:nvSpPr>
        <p:spPr>
          <a:xfrm>
            <a:off x="1363092" y="1306794"/>
            <a:ext cx="6043548" cy="11598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/>
            <a:r>
              <a:rPr lang="en-AU" b="1" dirty="0" smtClean="0"/>
              <a:t>First a </a:t>
            </a:r>
            <a:r>
              <a:rPr lang="en-AU" b="1" dirty="0"/>
              <a:t>little bit of History</a:t>
            </a:r>
            <a:r>
              <a:rPr lang="en-AU" b="1" dirty="0" smtClean="0"/>
              <a:t>… the word </a:t>
            </a:r>
            <a:r>
              <a:rPr lang="en-AU" b="1" dirty="0" smtClean="0">
                <a:solidFill>
                  <a:schemeClr val="accent6"/>
                </a:solidFill>
              </a:rPr>
              <a:t>economy</a:t>
            </a:r>
            <a:r>
              <a:rPr lang="en-AU" b="1" dirty="0" smtClean="0"/>
              <a:t> originated from Ancient Greece</a:t>
            </a:r>
            <a:endParaRPr lang="en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352" y="2586337"/>
            <a:ext cx="3493008" cy="23240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70885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368200" cy="8574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3200" dirty="0" smtClean="0"/>
              <a:t>In ancient times… </a:t>
            </a:r>
            <a:endParaRPr lang="en" sz="3200" dirty="0"/>
          </a:p>
        </p:txBody>
      </p:sp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219457" y="857400"/>
            <a:ext cx="5340095" cy="406855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 dirty="0"/>
              <a:t> </a:t>
            </a:r>
            <a:r>
              <a:rPr lang="en" dirty="0" smtClean="0"/>
              <a:t>The economy was mainly based on </a:t>
            </a:r>
            <a:r>
              <a:rPr lang="en" dirty="0" smtClean="0">
                <a:solidFill>
                  <a:schemeClr val="accent6"/>
                </a:solidFill>
              </a:rPr>
              <a:t>subsistence farming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 dirty="0"/>
              <a:t> </a:t>
            </a:r>
            <a:r>
              <a:rPr lang="en" dirty="0" smtClean="0"/>
              <a:t>In around 3000 BC in a place called Mesopotamia people used barley as a unit of exchange (</a:t>
            </a:r>
            <a:r>
              <a:rPr lang="en" dirty="0" smtClean="0">
                <a:solidFill>
                  <a:schemeClr val="accent6"/>
                </a:solidFill>
              </a:rPr>
              <a:t>money</a:t>
            </a:r>
            <a:r>
              <a:rPr lang="en" dirty="0" smtClean="0"/>
              <a:t>)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 dirty="0"/>
              <a:t> </a:t>
            </a:r>
            <a:r>
              <a:rPr lang="en" dirty="0" smtClean="0"/>
              <a:t>People would </a:t>
            </a:r>
            <a:r>
              <a:rPr lang="en" dirty="0" smtClean="0">
                <a:solidFill>
                  <a:schemeClr val="accent6"/>
                </a:solidFill>
              </a:rPr>
              <a:t>exchange</a:t>
            </a:r>
            <a:r>
              <a:rPr lang="en" dirty="0" smtClean="0"/>
              <a:t> goods through social relationships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 dirty="0"/>
              <a:t> </a:t>
            </a:r>
            <a:r>
              <a:rPr lang="en" dirty="0" smtClean="0"/>
              <a:t>There were also traders who </a:t>
            </a:r>
            <a:r>
              <a:rPr lang="en" dirty="0" smtClean="0">
                <a:solidFill>
                  <a:schemeClr val="accent6"/>
                </a:solidFill>
              </a:rPr>
              <a:t>bartered</a:t>
            </a:r>
            <a:r>
              <a:rPr lang="en" dirty="0" smtClean="0"/>
              <a:t> in </a:t>
            </a:r>
            <a:r>
              <a:rPr lang="en" dirty="0" smtClean="0">
                <a:solidFill>
                  <a:schemeClr val="accent6"/>
                </a:solidFill>
              </a:rPr>
              <a:t>marketplaces. </a:t>
            </a:r>
            <a:endParaRPr lang="en" dirty="0">
              <a:solidFill>
                <a:schemeClr val="accent6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200" y="1714800"/>
            <a:ext cx="3722035" cy="285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2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368200" cy="8574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3200" dirty="0" smtClean="0"/>
              <a:t>The Industrial Revolution…</a:t>
            </a:r>
            <a:endParaRPr lang="en" sz="3200" dirty="0"/>
          </a:p>
        </p:txBody>
      </p:sp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4974336" y="857400"/>
            <a:ext cx="4169664" cy="406855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 dirty="0"/>
              <a:t> </a:t>
            </a:r>
            <a:r>
              <a:rPr lang="en" dirty="0" smtClean="0"/>
              <a:t>When it came time for the industrial revolution farming changed into more extensive forms of agriculture.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 dirty="0">
                <a:solidFill>
                  <a:schemeClr val="accent6"/>
                </a:solidFill>
              </a:rPr>
              <a:t> </a:t>
            </a:r>
            <a:r>
              <a:rPr lang="en" dirty="0" smtClean="0">
                <a:solidFill>
                  <a:schemeClr val="accent6"/>
                </a:solidFill>
              </a:rPr>
              <a:t>Economic Growth </a:t>
            </a:r>
            <a:r>
              <a:rPr lang="en" dirty="0" smtClean="0">
                <a:solidFill>
                  <a:schemeClr val="tx1"/>
                </a:solidFill>
              </a:rPr>
              <a:t>took place mosting in mining, construction and manufacturing</a:t>
            </a:r>
            <a:endParaRPr lang="en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81" y="2971519"/>
            <a:ext cx="2401121" cy="18548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95" y="1056531"/>
            <a:ext cx="3830039" cy="19150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87"/>
          <a:stretch/>
        </p:blipFill>
        <p:spPr>
          <a:xfrm>
            <a:off x="2486475" y="2871954"/>
            <a:ext cx="2689029" cy="205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374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368200" cy="8574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3200" dirty="0" smtClean="0"/>
              <a:t>Present day…</a:t>
            </a:r>
            <a:endParaRPr lang="en" sz="3200" dirty="0"/>
          </a:p>
        </p:txBody>
      </p:sp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4974336" y="857400"/>
            <a:ext cx="4169664" cy="406855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 dirty="0"/>
              <a:t> </a:t>
            </a:r>
            <a:r>
              <a:rPr lang="en" dirty="0" smtClean="0"/>
              <a:t>We now have modern consumer societies where there is a growing part played by services, finance and ICTs</a:t>
            </a:r>
            <a:endParaRPr lang="en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84" y="1251866"/>
            <a:ext cx="4531052" cy="32796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7959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CD0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ctrTitle"/>
          </p:nvPr>
        </p:nvSpPr>
        <p:spPr>
          <a:xfrm>
            <a:off x="4101125" y="800014"/>
            <a:ext cx="3767400" cy="11598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lang="en" sz="7200" dirty="0">
              <a:latin typeface="Berlin Sans FB" panose="020E0602020502020306" pitchFamily="34" charset="0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" sz="4800" dirty="0" smtClean="0">
                <a:latin typeface="Berlin Sans FB" panose="020E0602020502020306" pitchFamily="34" charset="0"/>
              </a:rPr>
              <a:t>Economics</a:t>
            </a:r>
            <a:endParaRPr lang="en" sz="4800" dirty="0">
              <a:latin typeface="Berlin Sans FB" panose="020E0602020502020306" pitchFamily="34" charset="0"/>
            </a:endParaRPr>
          </a:p>
        </p:txBody>
      </p:sp>
      <p:sp>
        <p:nvSpPr>
          <p:cNvPr id="82" name="Shape 82"/>
          <p:cNvSpPr txBox="1">
            <a:spLocks noGrp="1"/>
          </p:cNvSpPr>
          <p:nvPr>
            <p:ph type="subTitle" idx="1"/>
          </p:nvPr>
        </p:nvSpPr>
        <p:spPr>
          <a:xfrm>
            <a:off x="4101125" y="2139011"/>
            <a:ext cx="3767400" cy="78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GB" altLang="en-US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So what do you think this means?</a:t>
            </a:r>
            <a:endParaRPr lang="en-GB" altLang="en-US" sz="2800" dirty="0">
              <a:latin typeface="Berlin Sans FB" panose="020E0602020502020306" pitchFamily="34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300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2876055" y="1814328"/>
            <a:ext cx="3332400" cy="8199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buNone/>
            </a:pPr>
            <a:endParaRPr lang="en-AU" sz="2800" dirty="0" smtClean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lvl="0">
              <a:buNone/>
            </a:pPr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Economics is the study of people, choices and </a:t>
            </a:r>
            <a:r>
              <a:rPr lang="en-AU" sz="2800" smtClean="0">
                <a:latin typeface="Berlin Sans FB" panose="020E0602020502020306" pitchFamily="34" charset="0"/>
                <a:cs typeface="Consolas" panose="020B0609020204030204" pitchFamily="49" charset="0"/>
              </a:rPr>
              <a:t>resource allocation. </a:t>
            </a:r>
            <a:endParaRPr lang="en" sz="2800" dirty="0">
              <a:solidFill>
                <a:schemeClr val="dk1"/>
              </a:solidFill>
              <a:latin typeface="Berlin Sans FB" panose="020E0602020502020306" pitchFamily="34" charset="0"/>
            </a:endParaRPr>
          </a:p>
        </p:txBody>
      </p:sp>
      <p:pic>
        <p:nvPicPr>
          <p:cNvPr id="1026" name="Picture 2" descr="Image result for write down icon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7" y="209423"/>
            <a:ext cx="2014855" cy="201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4BB0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ctrTitle" idx="4294967295"/>
          </p:nvPr>
        </p:nvSpPr>
        <p:spPr>
          <a:xfrm>
            <a:off x="195804" y="1370280"/>
            <a:ext cx="6802272" cy="11598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8800" dirty="0" smtClean="0">
                <a:solidFill>
                  <a:srgbClr val="FAD900"/>
                </a:solidFill>
                <a:latin typeface="Berlin Sans FB" panose="020E0602020502020306" pitchFamily="34" charset="0"/>
              </a:rPr>
              <a:t>The Economic  </a:t>
            </a:r>
            <a:endParaRPr lang="en" sz="8800" dirty="0">
              <a:solidFill>
                <a:srgbClr val="FAD900"/>
              </a:solidFill>
              <a:latin typeface="Berlin Sans FB" panose="020E0602020502020306" pitchFamily="34" charset="0"/>
            </a:endParaRPr>
          </a:p>
        </p:txBody>
      </p:sp>
      <p:sp>
        <p:nvSpPr>
          <p:cNvPr id="99" name="Shape 99"/>
          <p:cNvSpPr txBox="1">
            <a:spLocks noGrp="1"/>
          </p:cNvSpPr>
          <p:nvPr>
            <p:ph type="subTitle" idx="4294967295"/>
          </p:nvPr>
        </p:nvSpPr>
        <p:spPr>
          <a:xfrm>
            <a:off x="896297" y="3624255"/>
            <a:ext cx="5092800" cy="78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 smtClean="0">
                <a:solidFill>
                  <a:srgbClr val="FFFFFF"/>
                </a:solidFill>
                <a:latin typeface="Berlin Sans FB" panose="020E0602020502020306" pitchFamily="34" charset="0"/>
              </a:rPr>
              <a:t>Complete the worksheet “What Economics is really about in pairs… be prepared to share! </a:t>
            </a:r>
            <a:endParaRPr lang="en" sz="2400" dirty="0">
              <a:solidFill>
                <a:srgbClr val="FFFFFF"/>
              </a:solidFill>
              <a:latin typeface="Berlin Sans FB" panose="020E0602020502020306" pitchFamily="34" charset="0"/>
            </a:endParaRPr>
          </a:p>
        </p:txBody>
      </p:sp>
      <p:sp>
        <p:nvSpPr>
          <p:cNvPr id="100" name="Shape 100"/>
          <p:cNvSpPr/>
          <p:nvPr/>
        </p:nvSpPr>
        <p:spPr>
          <a:xfrm>
            <a:off x="7728456" y="2171604"/>
            <a:ext cx="229545" cy="219177"/>
          </a:xfrm>
          <a:custGeom>
            <a:avLst/>
            <a:gdLst/>
            <a:ahLst/>
            <a:cxnLst/>
            <a:rect l="0" t="0" r="0" b="0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AD9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solidFill>
                <a:srgbClr val="FFBC00"/>
              </a:solidFill>
            </a:endParaRPr>
          </a:p>
        </p:txBody>
      </p:sp>
      <p:grpSp>
        <p:nvGrpSpPr>
          <p:cNvPr id="101" name="Shape 101"/>
          <p:cNvGrpSpPr/>
          <p:nvPr/>
        </p:nvGrpSpPr>
        <p:grpSpPr>
          <a:xfrm>
            <a:off x="7443660" y="941015"/>
            <a:ext cx="983354" cy="983618"/>
            <a:chOff x="6654650" y="3665275"/>
            <a:chExt cx="409100" cy="409125"/>
          </a:xfrm>
        </p:grpSpPr>
        <p:sp>
          <p:nvSpPr>
            <p:cNvPr id="102" name="Shape 102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0" t="0" r="0" b="0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>
                <a:solidFill>
                  <a:srgbClr val="FFBC00"/>
                </a:solidFill>
              </a:endParaRPr>
            </a:p>
          </p:txBody>
        </p:sp>
        <p:sp>
          <p:nvSpPr>
            <p:cNvPr id="103" name="Shape 103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0" t="0" r="0" b="0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>
                <a:solidFill>
                  <a:srgbClr val="FFBC00"/>
                </a:solidFill>
              </a:endParaRPr>
            </a:p>
          </p:txBody>
        </p:sp>
      </p:grpSp>
      <p:grpSp>
        <p:nvGrpSpPr>
          <p:cNvPr id="104" name="Shape 104"/>
          <p:cNvGrpSpPr/>
          <p:nvPr/>
        </p:nvGrpSpPr>
        <p:grpSpPr>
          <a:xfrm rot="324429">
            <a:off x="6612788" y="2067160"/>
            <a:ext cx="649666" cy="649742"/>
            <a:chOff x="570875" y="4322250"/>
            <a:chExt cx="443300" cy="443325"/>
          </a:xfrm>
        </p:grpSpPr>
        <p:sp>
          <p:nvSpPr>
            <p:cNvPr id="105" name="Shape 105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0" t="0" r="0" b="0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>
                <a:solidFill>
                  <a:srgbClr val="FFBC00"/>
                </a:solidFill>
              </a:endParaRPr>
            </a:p>
          </p:txBody>
        </p:sp>
        <p:sp>
          <p:nvSpPr>
            <p:cNvPr id="106" name="Shape 106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0" t="0" r="0" b="0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>
                <a:solidFill>
                  <a:srgbClr val="FFBC00"/>
                </a:solidFill>
              </a:endParaRPr>
            </a:p>
          </p:txBody>
        </p:sp>
        <p:sp>
          <p:nvSpPr>
            <p:cNvPr id="107" name="Shape 107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0" t="0" r="0" b="0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>
                <a:solidFill>
                  <a:srgbClr val="FFBC00"/>
                </a:solidFill>
              </a:endParaRPr>
            </a:p>
          </p:txBody>
        </p:sp>
        <p:sp>
          <p:nvSpPr>
            <p:cNvPr id="108" name="Shape 108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0" t="0" r="0" b="0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>
                <a:solidFill>
                  <a:srgbClr val="FFBC00"/>
                </a:solidFill>
              </a:endParaRPr>
            </a:p>
          </p:txBody>
        </p:sp>
      </p:grpSp>
      <p:sp>
        <p:nvSpPr>
          <p:cNvPr id="109" name="Shape 109"/>
          <p:cNvSpPr/>
          <p:nvPr/>
        </p:nvSpPr>
        <p:spPr>
          <a:xfrm rot="2466625">
            <a:off x="6568799" y="1131498"/>
            <a:ext cx="318882" cy="304479"/>
          </a:xfrm>
          <a:custGeom>
            <a:avLst/>
            <a:gdLst/>
            <a:ahLst/>
            <a:cxnLst/>
            <a:rect l="0" t="0" r="0" b="0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AD9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solidFill>
                <a:srgbClr val="FFBC00"/>
              </a:solidFill>
            </a:endParaRPr>
          </a:p>
        </p:txBody>
      </p:sp>
      <p:sp>
        <p:nvSpPr>
          <p:cNvPr id="110" name="Shape 110"/>
          <p:cNvSpPr/>
          <p:nvPr/>
        </p:nvSpPr>
        <p:spPr>
          <a:xfrm rot="-1609120">
            <a:off x="7035169" y="1323104"/>
            <a:ext cx="229509" cy="219143"/>
          </a:xfrm>
          <a:custGeom>
            <a:avLst/>
            <a:gdLst/>
            <a:ahLst/>
            <a:cxnLst/>
            <a:rect l="0" t="0" r="0" b="0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A3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solidFill>
                <a:srgbClr val="FFBC00"/>
              </a:solidFill>
            </a:endParaRPr>
          </a:p>
        </p:txBody>
      </p:sp>
      <p:sp>
        <p:nvSpPr>
          <p:cNvPr id="111" name="Shape 111"/>
          <p:cNvSpPr/>
          <p:nvPr/>
        </p:nvSpPr>
        <p:spPr>
          <a:xfrm rot="2926137">
            <a:off x="8426693" y="1496695"/>
            <a:ext cx="171867" cy="164105"/>
          </a:xfrm>
          <a:custGeom>
            <a:avLst/>
            <a:gdLst/>
            <a:ahLst/>
            <a:cxnLst/>
            <a:rect l="0" t="0" r="0" b="0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A3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solidFill>
                <a:srgbClr val="FFBC00"/>
              </a:solidFill>
            </a:endParaRPr>
          </a:p>
        </p:txBody>
      </p:sp>
      <p:sp>
        <p:nvSpPr>
          <p:cNvPr id="112" name="Shape 112"/>
          <p:cNvSpPr/>
          <p:nvPr/>
        </p:nvSpPr>
        <p:spPr>
          <a:xfrm rot="-1608940">
            <a:off x="7711478" y="397343"/>
            <a:ext cx="154840" cy="147847"/>
          </a:xfrm>
          <a:custGeom>
            <a:avLst/>
            <a:gdLst/>
            <a:ahLst/>
            <a:cxnLst/>
            <a:rect l="0" t="0" r="0" b="0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AD9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solidFill>
                <a:srgbClr val="FFBC00"/>
              </a:solidFill>
            </a:endParaRPr>
          </a:p>
        </p:txBody>
      </p:sp>
      <p:sp>
        <p:nvSpPr>
          <p:cNvPr id="113" name="Shape 113"/>
          <p:cNvSpPr/>
          <p:nvPr/>
        </p:nvSpPr>
        <p:spPr>
          <a:xfrm>
            <a:off x="1316836" y="2037995"/>
            <a:ext cx="5148264" cy="133126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AU" dirty="0" smtClean="0">
                <a:ln w="38100" cap="flat" cmpd="sng">
                  <a:solidFill>
                    <a:srgbClr val="FFFFFF"/>
                  </a:solidFill>
                  <a:prstDash val="solid"/>
                  <a:miter lim="8000"/>
                  <a:headEnd type="none" w="med" len="med"/>
                  <a:tailEnd type="none" w="med" len="med"/>
                </a:ln>
                <a:solidFill>
                  <a:srgbClr val="001936">
                    <a:alpha val="21920"/>
                  </a:srgbClr>
                </a:solidFill>
                <a:latin typeface="Berlin Sans FB" panose="020E0602020502020306" pitchFamily="34" charset="0"/>
              </a:rPr>
              <a:t>Problem.</a:t>
            </a:r>
            <a:endParaRPr b="0" i="0" dirty="0">
              <a:ln w="38100" cap="flat" cmpd="sng">
                <a:solidFill>
                  <a:srgbClr val="FFFFFF"/>
                </a:solidFill>
                <a:prstDash val="solid"/>
                <a:miter lim="8000"/>
                <a:headEnd type="none" w="med" len="med"/>
                <a:tailEnd type="none" w="med" len="med"/>
              </a:ln>
              <a:solidFill>
                <a:srgbClr val="001936">
                  <a:alpha val="21920"/>
                </a:srgbClr>
              </a:solidFill>
              <a:latin typeface="Berlin Sans FB" panose="020E0602020502020306" pitchFamily="34" charset="0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2:00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1:59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1:58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1:57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1:56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1:55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1:54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1:53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1:52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1:51</a:t>
            </a: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1:50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1:49</a:t>
            </a: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1:48</a:t>
            </a: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1:47</a:t>
            </a: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1:46</a:t>
            </a: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1:45</a:t>
            </a:r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1:44</a:t>
            </a: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1:43</a:t>
            </a: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1:42</a:t>
            </a: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1:41</a:t>
            </a:r>
          </a:p>
        </p:txBody>
      </p: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1:40</a:t>
            </a: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1:39</a:t>
            </a: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1:38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1:37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1:36</a:t>
            </a: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1:35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1:34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1:33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1:32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1:31</a:t>
            </a:r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1:30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1:29</a:t>
            </a: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1:28</a:t>
            </a:r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1:27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1:26</a:t>
            </a: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1:25</a:t>
            </a:r>
          </a:p>
        </p:txBody>
      </p:sp>
      <p:sp>
        <p:nvSpPr>
          <p:cNvPr id="54" name="Rectangle 53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1:24</a:t>
            </a:r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1:23</a:t>
            </a:r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1:22</a:t>
            </a:r>
          </a:p>
        </p:txBody>
      </p: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1:21</a:t>
            </a:r>
          </a:p>
        </p:txBody>
      </p:sp>
      <p:sp>
        <p:nvSpPr>
          <p:cNvPr id="58" name="Rectangle 57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1:20</a:t>
            </a:r>
          </a:p>
        </p:txBody>
      </p:sp>
      <p:sp>
        <p:nvSpPr>
          <p:cNvPr id="59" name="Rectangle 58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1:19</a:t>
            </a:r>
          </a:p>
        </p:txBody>
      </p:sp>
      <p:sp>
        <p:nvSpPr>
          <p:cNvPr id="60" name="Rectangle 59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1:18</a:t>
            </a:r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1:17</a:t>
            </a:r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1:16</a:t>
            </a:r>
          </a:p>
        </p:txBody>
      </p:sp>
      <p:sp>
        <p:nvSpPr>
          <p:cNvPr id="63" name="Rectangle 62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1:15</a:t>
            </a:r>
          </a:p>
        </p:txBody>
      </p:sp>
      <p:sp>
        <p:nvSpPr>
          <p:cNvPr id="64" name="Rectangle 63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1:14</a:t>
            </a:r>
          </a:p>
        </p:txBody>
      </p:sp>
      <p:sp>
        <p:nvSpPr>
          <p:cNvPr id="65" name="Rectangle 64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1:13</a:t>
            </a:r>
          </a:p>
        </p:txBody>
      </p:sp>
      <p:sp>
        <p:nvSpPr>
          <p:cNvPr id="66" name="Rectangle 65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1:12</a:t>
            </a:r>
          </a:p>
        </p:txBody>
      </p:sp>
      <p:sp>
        <p:nvSpPr>
          <p:cNvPr id="67" name="Rectangle 66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1:11</a:t>
            </a:r>
          </a:p>
        </p:txBody>
      </p:sp>
      <p:sp>
        <p:nvSpPr>
          <p:cNvPr id="68" name="Rectangle 67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1:10</a:t>
            </a:r>
          </a:p>
        </p:txBody>
      </p:sp>
      <p:sp>
        <p:nvSpPr>
          <p:cNvPr id="69" name="Rectangle 68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1:09</a:t>
            </a:r>
          </a:p>
        </p:txBody>
      </p:sp>
      <p:sp>
        <p:nvSpPr>
          <p:cNvPr id="70" name="Rectangle 69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1:08</a:t>
            </a:r>
          </a:p>
        </p:txBody>
      </p: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1:07</a:t>
            </a: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1:06</a:t>
            </a:r>
          </a:p>
        </p:txBody>
      </p:sp>
      <p:sp>
        <p:nvSpPr>
          <p:cNvPr id="73" name="Rectangle 72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1:05</a:t>
            </a:r>
          </a:p>
        </p:txBody>
      </p:sp>
      <p:sp>
        <p:nvSpPr>
          <p:cNvPr id="74" name="Rectangle 73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1:04</a:t>
            </a:r>
          </a:p>
        </p:txBody>
      </p:sp>
      <p:sp>
        <p:nvSpPr>
          <p:cNvPr id="75" name="Rectangle 74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1:03</a:t>
            </a:r>
          </a:p>
        </p:txBody>
      </p:sp>
      <p:sp>
        <p:nvSpPr>
          <p:cNvPr id="76" name="Rectangle 75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1:02</a:t>
            </a:r>
          </a:p>
        </p:txBody>
      </p:sp>
      <p:sp>
        <p:nvSpPr>
          <p:cNvPr id="77" name="Rectangle 76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1:01</a:t>
            </a:r>
          </a:p>
        </p:txBody>
      </p:sp>
      <p:sp>
        <p:nvSpPr>
          <p:cNvPr id="78" name="Rectangle 77"/>
          <p:cNvSpPr>
            <a:spLocks noChangeArrowheads="1"/>
          </p:cNvSpPr>
          <p:nvPr/>
        </p:nvSpPr>
        <p:spPr bwMode="auto">
          <a:xfrm>
            <a:off x="6447256" y="388676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1:00</a:t>
            </a:r>
          </a:p>
        </p:txBody>
      </p:sp>
      <p:sp>
        <p:nvSpPr>
          <p:cNvPr id="79" name="Rectangle 78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0:59</a:t>
            </a:r>
          </a:p>
        </p:txBody>
      </p:sp>
      <p:sp>
        <p:nvSpPr>
          <p:cNvPr id="80" name="Rectangle 79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0:58</a:t>
            </a:r>
          </a:p>
        </p:txBody>
      </p:sp>
      <p:sp>
        <p:nvSpPr>
          <p:cNvPr id="81" name="Rectangle 80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0:57</a:t>
            </a:r>
          </a:p>
        </p:txBody>
      </p:sp>
      <p:sp>
        <p:nvSpPr>
          <p:cNvPr id="82" name="Rectangle 81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0:56</a:t>
            </a:r>
          </a:p>
        </p:txBody>
      </p:sp>
      <p:sp>
        <p:nvSpPr>
          <p:cNvPr id="83" name="Rectangle 82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0:55</a:t>
            </a:r>
          </a:p>
        </p:txBody>
      </p:sp>
      <p:sp>
        <p:nvSpPr>
          <p:cNvPr id="84" name="Rectangle 83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0:54</a:t>
            </a:r>
          </a:p>
        </p:txBody>
      </p:sp>
      <p:sp>
        <p:nvSpPr>
          <p:cNvPr id="85" name="Rectangle 84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0:53</a:t>
            </a:r>
          </a:p>
        </p:txBody>
      </p:sp>
      <p:sp>
        <p:nvSpPr>
          <p:cNvPr id="86" name="Rectangle 85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0:52</a:t>
            </a:r>
          </a:p>
        </p:txBody>
      </p:sp>
      <p:sp>
        <p:nvSpPr>
          <p:cNvPr id="87" name="Rectangle 86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0:51</a:t>
            </a:r>
          </a:p>
        </p:txBody>
      </p:sp>
      <p:sp>
        <p:nvSpPr>
          <p:cNvPr id="88" name="Rectangle 87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0:50</a:t>
            </a:r>
          </a:p>
        </p:txBody>
      </p:sp>
      <p:sp>
        <p:nvSpPr>
          <p:cNvPr id="89" name="Rectangle 88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0:49</a:t>
            </a:r>
          </a:p>
        </p:txBody>
      </p:sp>
      <p:sp>
        <p:nvSpPr>
          <p:cNvPr id="90" name="Rectangle 89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0:48</a:t>
            </a:r>
          </a:p>
        </p:txBody>
      </p:sp>
      <p:sp>
        <p:nvSpPr>
          <p:cNvPr id="91" name="Rectangle 90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0:47</a:t>
            </a:r>
          </a:p>
        </p:txBody>
      </p:sp>
      <p:sp>
        <p:nvSpPr>
          <p:cNvPr id="92" name="Rectangle 91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0:46</a:t>
            </a:r>
          </a:p>
        </p:txBody>
      </p:sp>
      <p:sp>
        <p:nvSpPr>
          <p:cNvPr id="93" name="Rectangle 92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0:45</a:t>
            </a:r>
          </a:p>
        </p:txBody>
      </p:sp>
      <p:sp>
        <p:nvSpPr>
          <p:cNvPr id="94" name="Rectangle 93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0:44</a:t>
            </a:r>
          </a:p>
        </p:txBody>
      </p:sp>
      <p:sp>
        <p:nvSpPr>
          <p:cNvPr id="95" name="Rectangle 94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0:43</a:t>
            </a:r>
          </a:p>
        </p:txBody>
      </p:sp>
      <p:sp>
        <p:nvSpPr>
          <p:cNvPr id="96" name="Rectangle 95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0:42</a:t>
            </a:r>
          </a:p>
        </p:txBody>
      </p:sp>
      <p:sp>
        <p:nvSpPr>
          <p:cNvPr id="97" name="Rectangle 96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0:41</a:t>
            </a:r>
          </a:p>
        </p:txBody>
      </p:sp>
      <p:sp>
        <p:nvSpPr>
          <p:cNvPr id="114" name="Rectangle 113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0:40</a:t>
            </a:r>
          </a:p>
        </p:txBody>
      </p:sp>
      <p:sp>
        <p:nvSpPr>
          <p:cNvPr id="115" name="Rectangle 114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0:39</a:t>
            </a:r>
          </a:p>
        </p:txBody>
      </p:sp>
      <p:sp>
        <p:nvSpPr>
          <p:cNvPr id="116" name="Rectangle 115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0:38</a:t>
            </a:r>
          </a:p>
        </p:txBody>
      </p:sp>
      <p:sp>
        <p:nvSpPr>
          <p:cNvPr id="117" name="Rectangle 116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0:37</a:t>
            </a:r>
          </a:p>
        </p:txBody>
      </p:sp>
      <p:sp>
        <p:nvSpPr>
          <p:cNvPr id="118" name="Rectangle 117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0:36</a:t>
            </a:r>
          </a:p>
        </p:txBody>
      </p:sp>
      <p:sp>
        <p:nvSpPr>
          <p:cNvPr id="119" name="Rectangle 118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0:35</a:t>
            </a:r>
          </a:p>
        </p:txBody>
      </p:sp>
      <p:sp>
        <p:nvSpPr>
          <p:cNvPr id="120" name="Rectangle 119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0:34</a:t>
            </a:r>
          </a:p>
        </p:txBody>
      </p:sp>
      <p:sp>
        <p:nvSpPr>
          <p:cNvPr id="121" name="Rectangle 120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0:33</a:t>
            </a:r>
          </a:p>
        </p:txBody>
      </p:sp>
      <p:sp>
        <p:nvSpPr>
          <p:cNvPr id="122" name="Rectangle 121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0:32</a:t>
            </a:r>
          </a:p>
        </p:txBody>
      </p:sp>
      <p:sp>
        <p:nvSpPr>
          <p:cNvPr id="123" name="Rectangle 122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0:31</a:t>
            </a:r>
          </a:p>
        </p:txBody>
      </p:sp>
      <p:sp>
        <p:nvSpPr>
          <p:cNvPr id="124" name="Rectangle 123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0:30</a:t>
            </a:r>
          </a:p>
        </p:txBody>
      </p:sp>
      <p:sp>
        <p:nvSpPr>
          <p:cNvPr id="125" name="Rectangle 124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0:29</a:t>
            </a:r>
          </a:p>
        </p:txBody>
      </p:sp>
      <p:sp>
        <p:nvSpPr>
          <p:cNvPr id="126" name="Rectangle 125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0:28</a:t>
            </a:r>
          </a:p>
        </p:txBody>
      </p:sp>
      <p:sp>
        <p:nvSpPr>
          <p:cNvPr id="127" name="Rectangle 126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0:27</a:t>
            </a:r>
          </a:p>
        </p:txBody>
      </p:sp>
      <p:sp>
        <p:nvSpPr>
          <p:cNvPr id="128" name="Rectangle 127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0:26</a:t>
            </a:r>
          </a:p>
        </p:txBody>
      </p:sp>
      <p:sp>
        <p:nvSpPr>
          <p:cNvPr id="129" name="Rectangle 128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0:25</a:t>
            </a:r>
          </a:p>
        </p:txBody>
      </p:sp>
      <p:sp>
        <p:nvSpPr>
          <p:cNvPr id="130" name="Rectangle 129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0:24</a:t>
            </a:r>
          </a:p>
        </p:txBody>
      </p:sp>
      <p:sp>
        <p:nvSpPr>
          <p:cNvPr id="131" name="Rectangle 130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0:23</a:t>
            </a:r>
          </a:p>
        </p:txBody>
      </p:sp>
      <p:sp>
        <p:nvSpPr>
          <p:cNvPr id="132" name="Rectangle 131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0:22</a:t>
            </a:r>
          </a:p>
        </p:txBody>
      </p: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0:21</a:t>
            </a:r>
          </a:p>
        </p:txBody>
      </p:sp>
      <p:sp>
        <p:nvSpPr>
          <p:cNvPr id="134" name="Rectangle 133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0:20</a:t>
            </a:r>
          </a:p>
        </p:txBody>
      </p:sp>
      <p:sp>
        <p:nvSpPr>
          <p:cNvPr id="135" name="Rectangle 134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0:19</a:t>
            </a: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0:18</a:t>
            </a:r>
          </a:p>
        </p:txBody>
      </p:sp>
      <p:sp>
        <p:nvSpPr>
          <p:cNvPr id="137" name="Rectangle 136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0:17</a:t>
            </a:r>
          </a:p>
        </p:txBody>
      </p:sp>
      <p:sp>
        <p:nvSpPr>
          <p:cNvPr id="138" name="Rectangle 137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0:16</a:t>
            </a:r>
          </a:p>
        </p:txBody>
      </p:sp>
      <p:sp>
        <p:nvSpPr>
          <p:cNvPr id="139" name="Rectangle 138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0:15</a:t>
            </a:r>
          </a:p>
        </p:txBody>
      </p:sp>
      <p:sp>
        <p:nvSpPr>
          <p:cNvPr id="140" name="Rectangle 139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0:14</a:t>
            </a:r>
          </a:p>
        </p:txBody>
      </p:sp>
      <p:sp>
        <p:nvSpPr>
          <p:cNvPr id="141" name="Rectangle 140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0:13</a:t>
            </a:r>
          </a:p>
        </p:txBody>
      </p:sp>
      <p:sp>
        <p:nvSpPr>
          <p:cNvPr id="142" name="Rectangle 141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0:12</a:t>
            </a:r>
          </a:p>
        </p:txBody>
      </p:sp>
      <p:sp>
        <p:nvSpPr>
          <p:cNvPr id="143" name="Rectangle 142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0:11</a:t>
            </a:r>
          </a:p>
        </p:txBody>
      </p:sp>
      <p:sp>
        <p:nvSpPr>
          <p:cNvPr id="144" name="Rectangle 143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0:10</a:t>
            </a:r>
          </a:p>
        </p:txBody>
      </p:sp>
      <p:sp>
        <p:nvSpPr>
          <p:cNvPr id="145" name="Rectangle 144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0:09</a:t>
            </a:r>
          </a:p>
        </p:txBody>
      </p:sp>
      <p:sp>
        <p:nvSpPr>
          <p:cNvPr id="146" name="Rectangle 145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0:08</a:t>
            </a:r>
          </a:p>
        </p:txBody>
      </p:sp>
      <p:sp>
        <p:nvSpPr>
          <p:cNvPr id="147" name="Rectangle 146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0:07</a:t>
            </a:r>
          </a:p>
        </p:txBody>
      </p:sp>
      <p:sp>
        <p:nvSpPr>
          <p:cNvPr id="148" name="Rectangle 147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0:06</a:t>
            </a:r>
          </a:p>
        </p:txBody>
      </p:sp>
      <p:sp>
        <p:nvSpPr>
          <p:cNvPr id="149" name="Rectangle 148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0:05</a:t>
            </a:r>
          </a:p>
        </p:txBody>
      </p:sp>
      <p:sp>
        <p:nvSpPr>
          <p:cNvPr id="150" name="Rectangle 149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0:04</a:t>
            </a:r>
          </a:p>
        </p:txBody>
      </p:sp>
      <p:sp>
        <p:nvSpPr>
          <p:cNvPr id="151" name="Rectangle 150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0:03</a:t>
            </a:r>
          </a:p>
        </p:txBody>
      </p:sp>
      <p:sp>
        <p:nvSpPr>
          <p:cNvPr id="152" name="Rectangle 151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0:02</a:t>
            </a:r>
          </a:p>
        </p:txBody>
      </p:sp>
      <p:sp>
        <p:nvSpPr>
          <p:cNvPr id="153" name="Rectangle 152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/>
              <a:t>0:01</a:t>
            </a:r>
          </a:p>
        </p:txBody>
      </p:sp>
      <p:sp>
        <p:nvSpPr>
          <p:cNvPr id="154" name="Rectangle 153"/>
          <p:cNvSpPr>
            <a:spLocks noChangeArrowheads="1"/>
          </p:cNvSpPr>
          <p:nvPr/>
        </p:nvSpPr>
        <p:spPr bwMode="auto">
          <a:xfrm>
            <a:off x="6448843" y="388676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66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083234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10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2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30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4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50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6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70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8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90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0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10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2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30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44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450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46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47000"/>
                            </p:stCondLst>
                            <p:childTnLst>
                              <p:par>
                                <p:cTn id="1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48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490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100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2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3000"/>
                            </p:stCondLst>
                            <p:childTnLst>
                              <p:par>
                                <p:cTn id="16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4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5000"/>
                            </p:stCondLst>
                            <p:childTnLst>
                              <p:par>
                                <p:cTn id="17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6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7000"/>
                            </p:stCondLst>
                            <p:childTnLst>
                              <p:par>
                                <p:cTn id="17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8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9000"/>
                            </p:stCondLst>
                            <p:childTnLst>
                              <p:par>
                                <p:cTn id="18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60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61000"/>
                            </p:stCondLst>
                            <p:childTnLst>
                              <p:par>
                                <p:cTn id="19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62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6300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640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65000"/>
                            </p:stCondLst>
                            <p:childTnLst>
                              <p:par>
                                <p:cTn id="20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660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67000"/>
                            </p:stCondLst>
                            <p:childTnLst>
                              <p:par>
                                <p:cTn id="20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68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69000"/>
                            </p:stCondLst>
                            <p:childTnLst>
                              <p:par>
                                <p:cTn id="2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70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71000"/>
                            </p:stCondLst>
                            <p:childTnLst>
                              <p:par>
                                <p:cTn id="2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72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73000"/>
                            </p:stCondLst>
                            <p:childTnLst>
                              <p:par>
                                <p:cTn id="22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74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75000"/>
                            </p:stCondLst>
                            <p:childTnLst>
                              <p:par>
                                <p:cTn id="23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76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77000"/>
                            </p:stCondLst>
                            <p:childTnLst>
                              <p:par>
                                <p:cTn id="23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78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79000"/>
                            </p:stCondLst>
                            <p:childTnLst>
                              <p:par>
                                <p:cTn id="24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80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81000"/>
                            </p:stCondLst>
                            <p:childTnLst>
                              <p:par>
                                <p:cTn id="25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82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83000"/>
                            </p:stCondLst>
                            <p:childTnLst>
                              <p:par>
                                <p:cTn id="25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84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85000"/>
                            </p:stCondLst>
                            <p:childTnLst>
                              <p:par>
                                <p:cTn id="26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860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87000"/>
                            </p:stCondLst>
                            <p:childTnLst>
                              <p:par>
                                <p:cTn id="26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88000"/>
                            </p:stCondLst>
                            <p:childTnLst>
                              <p:par>
                                <p:cTn id="27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89000"/>
                            </p:stCondLst>
                            <p:childTnLst>
                              <p:par>
                                <p:cTn id="27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900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91000"/>
                            </p:stCondLst>
                            <p:childTnLst>
                              <p:par>
                                <p:cTn id="28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92000"/>
                            </p:stCondLst>
                            <p:childTnLst>
                              <p:par>
                                <p:cTn id="28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93000"/>
                            </p:stCondLst>
                            <p:childTnLst>
                              <p:par>
                                <p:cTn id="28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94000"/>
                            </p:stCondLst>
                            <p:childTnLst>
                              <p:par>
                                <p:cTn id="29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95000"/>
                            </p:stCondLst>
                            <p:childTnLst>
                              <p:par>
                                <p:cTn id="29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96000"/>
                            </p:stCondLst>
                            <p:childTnLst>
                              <p:par>
                                <p:cTn id="29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97000"/>
                            </p:stCondLst>
                            <p:childTnLst>
                              <p:par>
                                <p:cTn id="29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98000"/>
                            </p:stCondLst>
                            <p:childTnLst>
                              <p:par>
                                <p:cTn id="30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99000"/>
                            </p:stCondLst>
                            <p:childTnLst>
                              <p:par>
                                <p:cTn id="30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100000"/>
                            </p:stCondLst>
                            <p:childTnLst>
                              <p:par>
                                <p:cTn id="30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101000"/>
                            </p:stCondLst>
                            <p:childTnLst>
                              <p:par>
                                <p:cTn id="3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102000"/>
                            </p:stCondLst>
                            <p:childTnLst>
                              <p:par>
                                <p:cTn id="3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103000"/>
                            </p:stCondLst>
                            <p:childTnLst>
                              <p:par>
                                <p:cTn id="3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104000"/>
                            </p:stCondLst>
                            <p:childTnLst>
                              <p:par>
                                <p:cTn id="3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105000"/>
                            </p:stCondLst>
                            <p:childTnLst>
                              <p:par>
                                <p:cTn id="3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106000"/>
                            </p:stCondLst>
                            <p:childTnLst>
                              <p:par>
                                <p:cTn id="3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107000"/>
                            </p:stCondLst>
                            <p:childTnLst>
                              <p:par>
                                <p:cTn id="3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108000"/>
                            </p:stCondLst>
                            <p:childTnLst>
                              <p:par>
                                <p:cTn id="3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109000"/>
                            </p:stCondLst>
                            <p:childTnLst>
                              <p:par>
                                <p:cTn id="3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110000"/>
                            </p:stCondLst>
                            <p:childTnLst>
                              <p:par>
                                <p:cTn id="3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111000"/>
                            </p:stCondLst>
                            <p:childTnLst>
                              <p:par>
                                <p:cTn id="3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112000"/>
                            </p:stCondLst>
                            <p:childTnLst>
                              <p:par>
                                <p:cTn id="3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113000"/>
                            </p:stCondLst>
                            <p:childTnLst>
                              <p:par>
                                <p:cTn id="3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114000"/>
                            </p:stCondLst>
                            <p:childTnLst>
                              <p:par>
                                <p:cTn id="3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115000"/>
                            </p:stCondLst>
                            <p:childTnLst>
                              <p:par>
                                <p:cTn id="3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116000"/>
                            </p:stCondLst>
                            <p:childTnLst>
                              <p:par>
                                <p:cTn id="3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117000"/>
                            </p:stCondLst>
                            <p:childTnLst>
                              <p:par>
                                <p:cTn id="3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118000"/>
                            </p:stCondLst>
                            <p:childTnLst>
                              <p:par>
                                <p:cTn id="3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119000"/>
                            </p:stCondLst>
                            <p:childTnLst>
                              <p:par>
                                <p:cTn id="3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3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CD0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ctrTitle"/>
          </p:nvPr>
        </p:nvSpPr>
        <p:spPr>
          <a:xfrm>
            <a:off x="4101125" y="800014"/>
            <a:ext cx="3767400" cy="11598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lang="en" sz="7200" dirty="0">
              <a:latin typeface="Berlin Sans FB" panose="020E0602020502020306" pitchFamily="34" charset="0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" sz="4800" dirty="0" smtClean="0">
                <a:latin typeface="Berlin Sans FB" panose="020E0602020502020306" pitchFamily="34" charset="0"/>
              </a:rPr>
              <a:t>Scarcity Video</a:t>
            </a:r>
            <a:endParaRPr lang="en" sz="4800" dirty="0">
              <a:latin typeface="Berlin Sans FB" panose="020E0602020502020306" pitchFamily="34" charset="0"/>
            </a:endParaRPr>
          </a:p>
        </p:txBody>
      </p:sp>
      <p:sp>
        <p:nvSpPr>
          <p:cNvPr id="82" name="Shape 82"/>
          <p:cNvSpPr txBox="1">
            <a:spLocks noGrp="1"/>
          </p:cNvSpPr>
          <p:nvPr>
            <p:ph type="subTitle" idx="1"/>
          </p:nvPr>
        </p:nvSpPr>
        <p:spPr>
          <a:xfrm>
            <a:off x="4114572" y="2031435"/>
            <a:ext cx="3767400" cy="78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GB" altLang="en-US" sz="2000" dirty="0">
                <a:latin typeface="Berlin Sans FB" panose="020E0602020502020306" pitchFamily="34" charset="0"/>
                <a:cs typeface="Consolas" panose="020B0609020204030204" pitchFamily="49" charset="0"/>
              </a:rPr>
              <a:t>Watch the following </a:t>
            </a:r>
            <a:r>
              <a:rPr lang="en-GB" altLang="en-US" sz="2000" dirty="0">
                <a:latin typeface="Berlin Sans FB" panose="020E0602020502020306" pitchFamily="34" charset="0"/>
                <a:cs typeface="Consolas" panose="020B0609020204030204" pitchFamily="49" charset="0"/>
                <a:hlinkClick r:id="rId3"/>
              </a:rPr>
              <a:t>video</a:t>
            </a:r>
            <a:r>
              <a:rPr lang="en-GB" altLang="en-US" sz="2000" dirty="0">
                <a:latin typeface="Berlin Sans FB" panose="020E0602020502020306" pitchFamily="34" charset="0"/>
                <a:cs typeface="Consolas" panose="020B0609020204030204" pitchFamily="49" charset="0"/>
              </a:rPr>
              <a:t> on introducing economics and scarcity.</a:t>
            </a:r>
          </a:p>
          <a:p>
            <a:endParaRPr lang="en-GB" altLang="en-US" sz="2000" dirty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r>
              <a:rPr lang="en-GB" altLang="en-US" sz="2000" dirty="0">
                <a:latin typeface="Berlin Sans FB" panose="020E0602020502020306" pitchFamily="34" charset="0"/>
                <a:cs typeface="Consolas" panose="020B0609020204030204" pitchFamily="49" charset="0"/>
              </a:rPr>
              <a:t>Feel free to take notes during the 5 minute video. </a:t>
            </a:r>
          </a:p>
        </p:txBody>
      </p:sp>
    </p:spTree>
    <p:extLst>
      <p:ext uri="{BB962C8B-B14F-4D97-AF65-F5344CB8AC3E}">
        <p14:creationId xmlns:p14="http://schemas.microsoft.com/office/powerpoint/2010/main" val="39309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965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1073624" y="1550125"/>
            <a:ext cx="7145089" cy="26661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AU" sz="3200" i="1" dirty="0" smtClean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AU" sz="3200" i="1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Scarcity </a:t>
            </a:r>
            <a:r>
              <a:rPr lang="en-AU" sz="3200" i="1" dirty="0">
                <a:latin typeface="Berlin Sans FB" panose="020E0602020502020306" pitchFamily="34" charset="0"/>
                <a:cs typeface="Consolas" panose="020B0609020204030204" pitchFamily="49" charset="0"/>
              </a:rPr>
              <a:t>exists when there is not enough of something (product/service/resource) to satisfy everyone’s wants, at a zero price (for free). </a:t>
            </a:r>
          </a:p>
          <a:p>
            <a:pPr lvl="0" rtl="0">
              <a:spcBef>
                <a:spcPts val="0"/>
              </a:spcBef>
              <a:buNone/>
            </a:pPr>
            <a:endParaRPr lang="en" dirty="0">
              <a:latin typeface="Berlin Sans FB" panose="020E0602020502020306" pitchFamily="34" charset="0"/>
            </a:endParaRPr>
          </a:p>
        </p:txBody>
      </p:sp>
      <p:sp>
        <p:nvSpPr>
          <p:cNvPr id="119" name="Shape 119"/>
          <p:cNvSpPr txBox="1">
            <a:spLocks noGrp="1"/>
          </p:cNvSpPr>
          <p:nvPr>
            <p:ph type="title"/>
          </p:nvPr>
        </p:nvSpPr>
        <p:spPr>
          <a:xfrm rot="161729">
            <a:off x="939685" y="1023210"/>
            <a:ext cx="7029878" cy="760139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/>
            <a:r>
              <a:rPr lang="en-AU" sz="3200" b="1" dirty="0">
                <a:latin typeface="Berlin Sans FB" panose="020E0602020502020306" pitchFamily="34" charset="0"/>
                <a:cs typeface="Consolas" panose="020B0609020204030204" pitchFamily="49" charset="0"/>
              </a:rPr>
              <a:t>In your notes write down this definition of Scarcity… </a:t>
            </a:r>
            <a:endParaRPr lang="en" dirty="0">
              <a:latin typeface="Berlin Sans FB" panose="020E0602020502020306" pitchFamily="34" charset="0"/>
            </a:endParaRPr>
          </a:p>
        </p:txBody>
      </p:sp>
      <p:pic>
        <p:nvPicPr>
          <p:cNvPr id="4" name="Picture 2" descr="Image result for write down icon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931" y="1016447"/>
            <a:ext cx="931782" cy="93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D9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1052050" y="1545950"/>
            <a:ext cx="6968100" cy="330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AU" sz="2800" dirty="0" smtClean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Turn to page </a:t>
            </a:r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53</a:t>
            </a:r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 </a:t>
            </a:r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of the textbook… </a:t>
            </a:r>
          </a:p>
          <a:p>
            <a:pPr>
              <a:buNone/>
            </a:pPr>
            <a:endParaRPr lang="en-AU" sz="2800" dirty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marL="76200" lvl="0" rtl="0">
              <a:spcBef>
                <a:spcPts val="0"/>
              </a:spcBef>
              <a:buSzPct val="100000"/>
              <a:buNone/>
            </a:pPr>
            <a:endParaRPr lang="en" sz="2400" dirty="0">
              <a:latin typeface="Berlin Sans FB" panose="020E0602020502020306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1729">
            <a:off x="935907" y="1173299"/>
            <a:ext cx="7053574" cy="760139"/>
          </a:xfrm>
        </p:spPr>
        <p:txBody>
          <a:bodyPr/>
          <a:lstStyle/>
          <a:p>
            <a:r>
              <a:rPr lang="en-AU" sz="3600" dirty="0" smtClean="0">
                <a:latin typeface="Berlin Sans FB" panose="020E0602020502020306" pitchFamily="34" charset="0"/>
              </a:rPr>
              <a:t>Humanities and Social Sciences 7 Textbook</a:t>
            </a:r>
            <a:endParaRPr lang="en-AU" sz="3600" dirty="0">
              <a:latin typeface="Berlin Sans FB" panose="020E0602020502020306" pitchFamily="34" charset="0"/>
            </a:endParaRP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4" name="Oval 23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5" name="Oval 24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9" name="Oval 28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30" name="Oval 29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31" name="Oval 30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34" name="Oval 33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75072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D9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899808" y="1479177"/>
            <a:ext cx="6968100" cy="216597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/>
            <a:endParaRPr lang="en-AU" sz="3200" dirty="0" smtClean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lvl="0"/>
            <a:r>
              <a:rPr lang="en-AU" sz="32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 </a:t>
            </a:r>
            <a:r>
              <a:rPr lang="en-AU" sz="32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Needs </a:t>
            </a:r>
            <a:endParaRPr lang="en-AU" sz="3200" dirty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lvl="0"/>
            <a:r>
              <a:rPr lang="en-AU" sz="3200" dirty="0">
                <a:latin typeface="Berlin Sans FB" panose="020E0602020502020306" pitchFamily="34" charset="0"/>
                <a:cs typeface="Consolas" panose="020B0609020204030204" pitchFamily="49" charset="0"/>
              </a:rPr>
              <a:t> </a:t>
            </a:r>
            <a:r>
              <a:rPr lang="en-AU" sz="32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Wants</a:t>
            </a:r>
            <a:endParaRPr lang="en-AU" sz="3200" dirty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lvl="0"/>
            <a:r>
              <a:rPr lang="en-AU" sz="3200" dirty="0">
                <a:latin typeface="Berlin Sans FB" panose="020E0602020502020306" pitchFamily="34" charset="0"/>
                <a:cs typeface="Consolas" panose="020B0609020204030204" pitchFamily="49" charset="0"/>
              </a:rPr>
              <a:t> </a:t>
            </a:r>
            <a:r>
              <a:rPr lang="en-AU" sz="32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Producers</a:t>
            </a:r>
            <a:endParaRPr lang="en-AU" sz="3200" dirty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lvl="0"/>
            <a:r>
              <a:rPr lang="en-AU" sz="32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 Consumers</a:t>
            </a:r>
            <a:endParaRPr lang="en-AU" sz="3200" dirty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AU" sz="2800" dirty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marL="76200" lvl="0" rtl="0">
              <a:spcBef>
                <a:spcPts val="0"/>
              </a:spcBef>
              <a:buSzPct val="100000"/>
              <a:buNone/>
            </a:pPr>
            <a:endParaRPr lang="en" sz="2400" dirty="0">
              <a:latin typeface="Berlin Sans FB" panose="020E0602020502020306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1729">
            <a:off x="906860" y="1158005"/>
            <a:ext cx="7408935" cy="760139"/>
          </a:xfrm>
        </p:spPr>
        <p:txBody>
          <a:bodyPr/>
          <a:lstStyle/>
          <a:p>
            <a:r>
              <a:rPr lang="en-AU" sz="3600" dirty="0" smtClean="0">
                <a:latin typeface="Berlin Sans FB" panose="020E0602020502020306" pitchFamily="34" charset="0"/>
              </a:rPr>
              <a:t>Create a glossary and find definitions for the following terms…</a:t>
            </a:r>
            <a:endParaRPr lang="en-AU" sz="36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63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CD02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600" dirty="0" smtClean="0">
                <a:latin typeface="Berlin Sans FB" panose="020E0602020502020306" pitchFamily="34" charset="0"/>
              </a:rPr>
              <a:t>Reflect on the success criteria… </a:t>
            </a:r>
            <a:endParaRPr lang="en" sz="3600" dirty="0">
              <a:latin typeface="Berlin Sans FB" panose="020E0602020502020306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62275" y="1926996"/>
            <a:ext cx="741054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b="1" dirty="0">
                <a:latin typeface="Berlin Sans FB" panose="020E0602020502020306" pitchFamily="34" charset="0"/>
                <a:cs typeface="Consolas" panose="020B0609020204030204" pitchFamily="49" charset="0"/>
              </a:rPr>
              <a:t>Success Criteria:</a:t>
            </a:r>
            <a:r>
              <a:rPr lang="en-AU" sz="3200" dirty="0">
                <a:latin typeface="Berlin Sans FB" panose="020E0602020502020306" pitchFamily="34" charset="0"/>
                <a:cs typeface="Consolas" panose="020B0609020204030204" pitchFamily="49" charset="0"/>
              </a:rPr>
              <a:t> Can explain what economics means and list 3 important concepts associated with the topic. </a:t>
            </a:r>
          </a:p>
        </p:txBody>
      </p:sp>
    </p:spTree>
    <p:extLst>
      <p:ext uri="{BB962C8B-B14F-4D97-AF65-F5344CB8AC3E}">
        <p14:creationId xmlns:p14="http://schemas.microsoft.com/office/powerpoint/2010/main" val="259566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4026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4000" dirty="0" smtClean="0">
                <a:latin typeface="Berlin Sans FB" panose="020E0602020502020306" pitchFamily="34" charset="0"/>
              </a:rPr>
              <a:t>Quiz Time!</a:t>
            </a:r>
            <a:endParaRPr lang="en" sz="4000" dirty="0">
              <a:latin typeface="Berlin Sans FB" panose="020E0602020502020306" pitchFamily="34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0" y="1801925"/>
            <a:ext cx="9144000" cy="2067965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Answer the next 10 multiple choice questions </a:t>
            </a:r>
          </a:p>
          <a:p>
            <a:pPr algn="ctr"/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by writing down the letter you think corresponds to </a:t>
            </a:r>
          </a:p>
          <a:p>
            <a:pPr algn="ctr"/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the correct answer. </a:t>
            </a:r>
          </a:p>
          <a:p>
            <a:pPr algn="ctr"/>
            <a:endParaRPr lang="en-AU" sz="2800" dirty="0" smtClean="0">
              <a:latin typeface="Berlin Sans FB" panose="020E0602020502020306" pitchFamily="34" charset="0"/>
              <a:cs typeface="Consolas" panose="020B0609020204030204" pitchFamily="49" charset="0"/>
            </a:endParaRPr>
          </a:p>
          <a:p>
            <a:pPr algn="ctr"/>
            <a:r>
              <a:rPr lang="en-AU" sz="28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Be prepared to have your answers marked by a peer. </a:t>
            </a:r>
            <a:endParaRPr lang="en-AU" sz="2800" dirty="0">
              <a:latin typeface="Berlin Sans FB" panose="020E0602020502020306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12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373" y="442913"/>
            <a:ext cx="8515350" cy="926306"/>
          </a:xfrm>
        </p:spPr>
        <p:txBody>
          <a:bodyPr>
            <a:noAutofit/>
          </a:bodyPr>
          <a:lstStyle/>
          <a:p>
            <a:r>
              <a:rPr lang="en-AU" sz="40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1. Entrepreneurs are motivated mainly by… </a:t>
            </a:r>
            <a:r>
              <a:rPr lang="en-AU" sz="24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4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36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	a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need to be in charge.</a:t>
            </a: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the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desire for risk.</a:t>
            </a: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the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hope of making a profit.</a:t>
            </a: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the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need to repay their loans.</a:t>
            </a:r>
          </a:p>
          <a:p>
            <a:pPr marL="0" indent="0">
              <a:buNone/>
            </a:pPr>
            <a:endParaRPr lang="en-AU" dirty="0">
              <a:latin typeface="Berlin Sans FB" panose="020E0602020502020306" pitchFamily="34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66417" y="3745645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04846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40" y="661059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40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2. When a country brings in a product from another country it is a/an…</a:t>
            </a: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665" y="1820340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export</a:t>
            </a:r>
            <a:endParaRPr lang="en-AU" sz="3600" dirty="0">
              <a:latin typeface="Berlin Sans FB" panose="020E0602020502020306" pitchFamily="34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import</a:t>
            </a:r>
            <a:endParaRPr lang="en-AU" sz="3600" dirty="0">
              <a:latin typeface="Berlin Sans FB" panose="020E0602020502020306" pitchFamily="34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opportunity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cost</a:t>
            </a: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service</a:t>
            </a:r>
            <a:endParaRPr lang="en-AU" sz="3600" dirty="0">
              <a:latin typeface="Berlin Sans FB" panose="020E0602020502020306" pitchFamily="34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24392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232" y="385638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 A</a:t>
            </a:r>
            <a:r>
              <a:rPr lang="en-AU" i="1" u="sng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                </a:t>
            </a:r>
            <a:r>
              <a:rPr lang="en-AU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 person who uses goods.</a:t>
            </a: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producer</a:t>
            </a:r>
            <a:endParaRPr lang="en-AU" sz="105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consumer</a:t>
            </a:r>
            <a:endParaRPr lang="en-AU" sz="105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economists</a:t>
            </a:r>
            <a:endParaRPr lang="en-AU" sz="105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none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above</a:t>
            </a:r>
            <a:endParaRPr lang="en-AU" sz="105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82327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232" y="385638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4000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 Which is a type of resource?</a:t>
            </a: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32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Land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Labour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Capital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Enterprise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All </a:t>
            </a: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Above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3109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 A cost or obligation that occurs infrequently and varies in amount spent from month to month (entertainment, clothing, gas for your car).</a:t>
            </a: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75097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Fixed </a:t>
            </a: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Expense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Surcharge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Variable </a:t>
            </a: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Expense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Tax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57865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3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 The resources of an economic system, called Factors of Production are grouped into four categories which are…</a:t>
            </a: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21" y="1775096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traditional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command, market, and mixed.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land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capital, labour, and entrepreneurs.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monopoly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oligopoly, private, and government.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local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central, national, and global.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0365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 We do not have enough resources to satisfy peoples' unlimited wants. This is also referred to as:</a:t>
            </a: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8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21" y="1775096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Choice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Opportunity </a:t>
            </a: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Cost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Production </a:t>
            </a: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Possibility Frontier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Scarcity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70468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 Which of the following is a type of business?</a:t>
            </a:r>
            <a:r>
              <a:rPr lang="en-AU" sz="105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5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32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22" y="1137643"/>
            <a:ext cx="7886700" cy="3263504"/>
          </a:xfrm>
        </p:spPr>
        <p:txBody>
          <a:bodyPr>
            <a:no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franchise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partnership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corporation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proprietorship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all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above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none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above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320933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 Which of the following goods would be considered complements?</a:t>
            </a: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21" y="1450996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paint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paintbrush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pen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pencil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tea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coffee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Coke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Pepsi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071371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4000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 What is a monopoly?</a:t>
            </a: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1114079"/>
            <a:ext cx="7886700" cy="3263504"/>
          </a:xfrm>
        </p:spPr>
        <p:txBody>
          <a:bodyPr>
            <a:no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fun board game for the whole </a:t>
            </a: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family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rich company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a company has control over the production of a product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act of selling a lot of a product to a trading partner without receiving anything in return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29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28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27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26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25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22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21</a:t>
            </a: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18</a:t>
            </a:r>
          </a:p>
        </p:txBody>
      </p:sp>
      <p:sp>
        <p:nvSpPr>
          <p:cNvPr id="27664" name="Oval 1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17</a:t>
            </a:r>
          </a:p>
        </p:txBody>
      </p:sp>
      <p:sp>
        <p:nvSpPr>
          <p:cNvPr id="27665" name="Oval 1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16</a:t>
            </a:r>
          </a:p>
        </p:txBody>
      </p:sp>
      <p:sp>
        <p:nvSpPr>
          <p:cNvPr id="27666" name="Oval 1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27667" name="Oval 1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14</a:t>
            </a:r>
          </a:p>
        </p:txBody>
      </p:sp>
      <p:sp>
        <p:nvSpPr>
          <p:cNvPr id="27668" name="Oval 2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13</a:t>
            </a:r>
          </a:p>
        </p:txBody>
      </p:sp>
      <p:sp>
        <p:nvSpPr>
          <p:cNvPr id="27669" name="Oval 2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7670" name="Oval 2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11</a:t>
            </a:r>
          </a:p>
        </p:txBody>
      </p:sp>
      <p:sp>
        <p:nvSpPr>
          <p:cNvPr id="27671" name="Oval 2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27672" name="Oval 24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7673" name="Oval 25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7675" name="Oval 27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27677" name="Oval 29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7678" name="Oval 30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79" name="Oval 31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7680" name="Oval 32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7848369" y="3763692"/>
            <a:ext cx="926306" cy="926306"/>
          </a:xfrm>
          <a:prstGeom prst="ellipse">
            <a:avLst/>
          </a:prstGeom>
          <a:solidFill>
            <a:srgbClr val="FFFF99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30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92993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D900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/>
        </p:nvSpPr>
        <p:spPr>
          <a:xfrm rot="-1065586">
            <a:off x="548060" y="749067"/>
            <a:ext cx="998274" cy="948466"/>
          </a:xfrm>
          <a:prstGeom prst="star5">
            <a:avLst>
              <a:gd name="adj" fmla="val 23961"/>
              <a:gd name="hf" fmla="val 105146"/>
              <a:gd name="vf" fmla="val 110557"/>
            </a:avLst>
          </a:prstGeom>
          <a:solidFill>
            <a:srgbClr val="824BB0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5" name="Shape 175"/>
          <p:cNvSpPr/>
          <p:nvPr/>
        </p:nvSpPr>
        <p:spPr>
          <a:xfrm rot="148705">
            <a:off x="1623771" y="421708"/>
            <a:ext cx="603565" cy="573541"/>
          </a:xfrm>
          <a:prstGeom prst="star5">
            <a:avLst>
              <a:gd name="adj" fmla="val 23961"/>
              <a:gd name="hf" fmla="val 105146"/>
              <a:gd name="vf" fmla="val 110557"/>
            </a:avLst>
          </a:prstGeom>
          <a:solidFill>
            <a:srgbClr val="824BB0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6" name="Shape 176"/>
          <p:cNvSpPr/>
          <p:nvPr/>
        </p:nvSpPr>
        <p:spPr>
          <a:xfrm rot="895552">
            <a:off x="7627470" y="3683274"/>
            <a:ext cx="998179" cy="948476"/>
          </a:xfrm>
          <a:prstGeom prst="star5">
            <a:avLst>
              <a:gd name="adj" fmla="val 23961"/>
              <a:gd name="hf" fmla="val 105146"/>
              <a:gd name="vf" fmla="val 110557"/>
            </a:avLst>
          </a:prstGeom>
          <a:solidFill>
            <a:srgbClr val="824BB0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7" name="Shape 177"/>
          <p:cNvSpPr/>
          <p:nvPr/>
        </p:nvSpPr>
        <p:spPr>
          <a:xfrm rot="2271768">
            <a:off x="8384069" y="2526061"/>
            <a:ext cx="495134" cy="470770"/>
          </a:xfrm>
          <a:prstGeom prst="star5">
            <a:avLst>
              <a:gd name="adj" fmla="val 23961"/>
              <a:gd name="hf" fmla="val 105146"/>
              <a:gd name="vf" fmla="val 110557"/>
            </a:avLst>
          </a:prstGeom>
          <a:solidFill>
            <a:srgbClr val="824BB0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71099" y="1665180"/>
            <a:ext cx="8270175" cy="766693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AU" sz="54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Time to swap with someone!</a:t>
            </a:r>
            <a:endParaRPr lang="en-AU" sz="5400" dirty="0">
              <a:latin typeface="Berlin Sans FB" panose="020E0602020502020306" pitchFamily="34" charset="0"/>
              <a:cs typeface="Consolas" panose="020B0609020204030204" pitchFamily="49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332860" y="2630432"/>
            <a:ext cx="6858000" cy="124182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AU" sz="3200" dirty="0" smtClean="0">
                <a:latin typeface="Berlin Sans FB" panose="020E0602020502020306" pitchFamily="34" charset="0"/>
                <a:cs typeface="Consolas" panose="020B0609020204030204" pitchFamily="49" charset="0"/>
              </a:rPr>
              <a:t>Mark the correct answer as we go through them, then tally the total out of 10.</a:t>
            </a:r>
            <a:endParaRPr lang="en-AU" sz="3200" dirty="0">
              <a:latin typeface="Berlin Sans FB" panose="020E0602020502020306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49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373" y="442913"/>
            <a:ext cx="8515350" cy="926306"/>
          </a:xfrm>
        </p:spPr>
        <p:txBody>
          <a:bodyPr>
            <a:noAutofit/>
          </a:bodyPr>
          <a:lstStyle/>
          <a:p>
            <a:r>
              <a:rPr lang="en-AU" sz="40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1. Entrepreneurs are motivated mainly by… </a:t>
            </a:r>
            <a:r>
              <a:rPr lang="en-AU" sz="24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4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36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	a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need to be in charge.</a:t>
            </a: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the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desire for risk.</a:t>
            </a: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4000" dirty="0" smtClean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the </a:t>
            </a:r>
            <a:r>
              <a:rPr lang="en-AU" sz="4000" dirty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hope of making a profit.</a:t>
            </a: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the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need to repay their loans.</a:t>
            </a:r>
          </a:p>
          <a:p>
            <a:pPr marL="0" indent="0">
              <a:buNone/>
            </a:pPr>
            <a:endParaRPr lang="en-AU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42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40" y="661059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b="1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b="1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40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2. When a country brings in a product from another country it is a/an…</a:t>
            </a:r>
            <a:r>
              <a:rPr lang="en-AU" sz="2700" b="1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b="1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b="1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b="1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b="1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665" y="1820340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export</a:t>
            </a:r>
            <a:endParaRPr lang="en-AU" sz="3600" dirty="0">
              <a:latin typeface="Berlin Sans FB" panose="020E0602020502020306" pitchFamily="34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4000" dirty="0" smtClean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import</a:t>
            </a:r>
            <a:endParaRPr lang="en-AU" sz="4000" dirty="0">
              <a:solidFill>
                <a:srgbClr val="FF0066"/>
              </a:solidFill>
              <a:latin typeface="Berlin Sans FB" panose="020E0602020502020306" pitchFamily="34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opportunity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cost</a:t>
            </a: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Consolas" panose="020B0609020204030204" pitchFamily="49" charset="0"/>
              </a:rPr>
              <a:t>    service</a:t>
            </a:r>
            <a:endParaRPr lang="en-AU" sz="3600" dirty="0">
              <a:latin typeface="Berlin Sans FB" panose="020E0602020502020306" pitchFamily="34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07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232" y="385638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 A</a:t>
            </a:r>
            <a:r>
              <a:rPr lang="en-AU" i="1" u="sng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                </a:t>
            </a:r>
            <a:r>
              <a:rPr lang="en-AU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 person who uses goods.</a:t>
            </a: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producer</a:t>
            </a:r>
            <a:endParaRPr lang="en-AU" sz="105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4000" dirty="0" smtClean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consumer</a:t>
            </a:r>
            <a:endParaRPr lang="en-AU" sz="1100" dirty="0">
              <a:solidFill>
                <a:srgbClr val="FF0066"/>
              </a:solidFill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economists</a:t>
            </a:r>
            <a:endParaRPr lang="en-AU" sz="105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none </a:t>
            </a: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above</a:t>
            </a:r>
            <a:endParaRPr lang="en-AU" sz="105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64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232" y="385638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4000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 Which is a type of resource?</a:t>
            </a: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32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Land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Labour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Capital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Enterprise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All </a:t>
            </a:r>
            <a:r>
              <a:rPr lang="en-AU" sz="3600" dirty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Above</a:t>
            </a:r>
            <a:endParaRPr lang="en-AU" sz="1050" dirty="0">
              <a:solidFill>
                <a:srgbClr val="FF0066"/>
              </a:solidFill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89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 A cost or obligation that occurs infrequently and varies in amount spent from month to month (entertainment, clothing, gas for your car).</a:t>
            </a: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75097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Fixed </a:t>
            </a: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Expense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Surcharge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Variable </a:t>
            </a:r>
            <a:r>
              <a:rPr lang="en-AU" sz="3600" dirty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Expense</a:t>
            </a:r>
            <a:endParaRPr lang="en-AU" sz="1050" dirty="0">
              <a:solidFill>
                <a:srgbClr val="FF0066"/>
              </a:solidFill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Tax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429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3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 The resources of an economic system, called Factors of Production are grouped into four categories which are…</a:t>
            </a: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21" y="1775096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traditional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command, market, and mixed.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land</a:t>
            </a:r>
            <a:r>
              <a:rPr lang="en-AU" sz="3200" dirty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capital, labour, and entrepreneurs.</a:t>
            </a:r>
            <a:endParaRPr lang="en-AU" sz="1000" dirty="0">
              <a:solidFill>
                <a:srgbClr val="FF0066"/>
              </a:solidFill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monopoly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oligopoly, private, and government.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local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central, national, and global.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446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 We do not have enough resources to satisfy peoples' unlimited wants. This is also referred to as:</a:t>
            </a: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9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8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21" y="1775096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Choice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Opportunity </a:t>
            </a: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Cost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Production </a:t>
            </a: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Possibility Frontier</a:t>
            </a:r>
            <a:endParaRPr lang="en-AU" sz="10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600" dirty="0" smtClean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Scarcity</a:t>
            </a:r>
            <a:endParaRPr lang="en-AU" sz="1050" dirty="0">
              <a:solidFill>
                <a:srgbClr val="FF0066"/>
              </a:solidFill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39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6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 Which of the following is a type of business?</a:t>
            </a:r>
            <a:r>
              <a:rPr lang="en-AU" sz="105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5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1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32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32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22" y="1137643"/>
            <a:ext cx="7886700" cy="3263504"/>
          </a:xfrm>
        </p:spPr>
        <p:txBody>
          <a:bodyPr>
            <a:no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franchise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partnership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corporation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proprietorship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all </a:t>
            </a:r>
            <a:r>
              <a:rPr lang="en-AU" sz="3200" dirty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above</a:t>
            </a:r>
            <a:endParaRPr lang="en-AU" sz="1000" dirty="0">
              <a:solidFill>
                <a:srgbClr val="FF0066"/>
              </a:solidFill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none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above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96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30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 Which of the following goods would be considered complements?</a:t>
            </a: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21" y="1450996"/>
            <a:ext cx="7886700" cy="3263504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 smtClean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paint </a:t>
            </a:r>
            <a:r>
              <a:rPr lang="en-AU" sz="3200" dirty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paintbrush</a:t>
            </a:r>
            <a:endParaRPr lang="en-AU" sz="1000" dirty="0">
              <a:solidFill>
                <a:srgbClr val="FF0066"/>
              </a:solidFill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pen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pencil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tea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coffee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Coke </a:t>
            </a: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Pepsi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03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rgbClr val="92D050"/>
          </a:fgClr>
          <a:bgClr>
            <a:schemeClr val="bg1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848791"/>
            <a:ext cx="8515350" cy="9263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4000" dirty="0" smtClean="0"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 What is a monopoly?</a:t>
            </a: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825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AU" sz="27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sz="2700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1114079"/>
            <a:ext cx="7886700" cy="3263504"/>
          </a:xfrm>
        </p:spPr>
        <p:txBody>
          <a:bodyPr>
            <a:noAutofit/>
          </a:bodyPr>
          <a:lstStyle/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fun board game for the whole </a:t>
            </a:r>
            <a:r>
              <a:rPr lang="en-AU" sz="2800" dirty="0" smtClean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family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rich company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3200" dirty="0">
                <a:solidFill>
                  <a:srgbClr val="FF0066"/>
                </a:solidFill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a company has control over the production of a product</a:t>
            </a:r>
            <a:endParaRPr lang="en-AU" sz="1000" dirty="0">
              <a:solidFill>
                <a:srgbClr val="FF0066"/>
              </a:solidFill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342900" algn="l"/>
              </a:tabLst>
            </a:pPr>
            <a:r>
              <a:rPr lang="en-AU" sz="2800" dirty="0"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act of selling a lot of a product to a trading partner without receiving anything in return</a:t>
            </a:r>
            <a:endParaRPr lang="en-AU" sz="900" dirty="0"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84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4BB0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>
            <a:spLocks noGrp="1"/>
          </p:cNvSpPr>
          <p:nvPr>
            <p:ph type="ctrTitle" idx="4294967295"/>
          </p:nvPr>
        </p:nvSpPr>
        <p:spPr>
          <a:xfrm>
            <a:off x="467605" y="2912233"/>
            <a:ext cx="5605817" cy="11598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9600" dirty="0" smtClean="0">
                <a:solidFill>
                  <a:srgbClr val="FFFFFF"/>
                </a:solidFill>
                <a:latin typeface="Berlin Sans FB" panose="020E0602020502020306" pitchFamily="34" charset="0"/>
              </a:rPr>
              <a:t>RESULTS?</a:t>
            </a:r>
            <a:endParaRPr lang="en" sz="9600" dirty="0">
              <a:solidFill>
                <a:srgbClr val="FFFFFF"/>
              </a:solidFill>
              <a:latin typeface="Berlin Sans FB" panose="020E0602020502020306" pitchFamily="34" charset="0"/>
            </a:endParaRPr>
          </a:p>
        </p:txBody>
      </p:sp>
      <p:sp>
        <p:nvSpPr>
          <p:cNvPr id="247" name="Shape 247"/>
          <p:cNvSpPr/>
          <p:nvPr/>
        </p:nvSpPr>
        <p:spPr>
          <a:xfrm>
            <a:off x="5608400" y="449600"/>
            <a:ext cx="2818200" cy="2653800"/>
          </a:xfrm>
          <a:prstGeom prst="wedgeEllipseCallout">
            <a:avLst>
              <a:gd name="adj1" fmla="val -57425"/>
              <a:gd name="adj2" fmla="val 37651"/>
            </a:avLst>
          </a:prstGeom>
          <a:solidFill>
            <a:srgbClr val="FFFFFF"/>
          </a:solidFill>
          <a:ln w="76200" cap="flat" cmpd="sng">
            <a:solidFill>
              <a:srgbClr val="000000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48" name="Shape 248"/>
          <p:cNvSpPr/>
          <p:nvPr/>
        </p:nvSpPr>
        <p:spPr>
          <a:xfrm>
            <a:off x="6452211" y="1206814"/>
            <a:ext cx="1134977" cy="1134977"/>
          </a:xfrm>
          <a:custGeom>
            <a:avLst/>
            <a:gdLst/>
            <a:ahLst/>
            <a:cxnLst/>
            <a:rect l="0" t="0" r="0" b="0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A3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8336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Jachim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olabell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1319</Words>
  <Application>Microsoft Office PowerPoint</Application>
  <PresentationFormat>On-screen Show (16:9)</PresentationFormat>
  <Paragraphs>741</Paragraphs>
  <Slides>37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Jachimo template</vt:lpstr>
      <vt:lpstr>Dolabella template</vt:lpstr>
      <vt:lpstr>1_Office Theme</vt:lpstr>
      <vt:lpstr>Office Theme</vt:lpstr>
      <vt:lpstr>Economics &amp; Business</vt:lpstr>
      <vt:lpstr>Begin your notes by writing down the following… you have 2 minutes!</vt:lpstr>
      <vt:lpstr>First a little bit of History… the word economy originated from Ancient Greece</vt:lpstr>
      <vt:lpstr>In ancient times… </vt:lpstr>
      <vt:lpstr>The Industrial Revolution…</vt:lpstr>
      <vt:lpstr>Present day…</vt:lpstr>
      <vt:lpstr> Economics</vt:lpstr>
      <vt:lpstr>PowerPoint Presentation</vt:lpstr>
      <vt:lpstr>The Economic  </vt:lpstr>
      <vt:lpstr> Scarcity Video</vt:lpstr>
      <vt:lpstr>In your notes write down this definition of Scarcity… </vt:lpstr>
      <vt:lpstr>Humanities and Social Sciences 7 Textbook</vt:lpstr>
      <vt:lpstr>Create a glossary and find definitions for the following terms…</vt:lpstr>
      <vt:lpstr>Reflect on the success criteria… </vt:lpstr>
      <vt:lpstr>Quiz Time!</vt:lpstr>
      <vt:lpstr>1. Entrepreneurs are motivated mainly by…  </vt:lpstr>
      <vt:lpstr> 2. When a country brings in a product from another country it is a/an…  </vt:lpstr>
      <vt:lpstr> 3. A                 is a person who uses goods.  </vt:lpstr>
      <vt:lpstr> 4. Which is a type of resource?   </vt:lpstr>
      <vt:lpstr> 5. A cost or obligation that occurs infrequently and varies in amount spent from month to month (entertainment, clothing, gas for your car).    </vt:lpstr>
      <vt:lpstr> 6. The resources of an economic system, called Factors of Production are grouped into four categories which are…     </vt:lpstr>
      <vt:lpstr> 7. We do not have enough resources to satisfy peoples' unlimited wants. This is also referred to as:      </vt:lpstr>
      <vt:lpstr> 8. Which of the following is a type of business?       </vt:lpstr>
      <vt:lpstr> 9. Which of the following goods would be considered complements?        </vt:lpstr>
      <vt:lpstr> 10. What is a monopoly?         </vt:lpstr>
      <vt:lpstr>PowerPoint Presentation</vt:lpstr>
      <vt:lpstr>1. Entrepreneurs are motivated mainly by…  </vt:lpstr>
      <vt:lpstr> 2. When a country brings in a product from another country it is a/an…  </vt:lpstr>
      <vt:lpstr> 3. A                 is a person who uses goods.  </vt:lpstr>
      <vt:lpstr> 4. Which is a type of resource?   </vt:lpstr>
      <vt:lpstr> 5. A cost or obligation that occurs infrequently and varies in amount spent from month to month (entertainment, clothing, gas for your car).    </vt:lpstr>
      <vt:lpstr> 6. The resources of an economic system, called Factors of Production are grouped into four categories which are…     </vt:lpstr>
      <vt:lpstr> 7. We do not have enough resources to satisfy peoples' unlimited wants. This is also referred to as:      </vt:lpstr>
      <vt:lpstr> 8. Which of the following is a type of business?       </vt:lpstr>
      <vt:lpstr> 9. Which of the following goods would be considered complements?        </vt:lpstr>
      <vt:lpstr> 10. What is a monopoly?         </vt:lpstr>
      <vt:lpstr>RESULTS?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Rebecca Donavon</dc:creator>
  <cp:lastModifiedBy>e4081018</cp:lastModifiedBy>
  <cp:revision>14</cp:revision>
  <dcterms:modified xsi:type="dcterms:W3CDTF">2017-10-09T02:18:16Z</dcterms:modified>
</cp:coreProperties>
</file>