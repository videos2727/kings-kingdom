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527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42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309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3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5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93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86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3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78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6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41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78000"/>
              </a:schemeClr>
            </a:gs>
            <a:gs pos="0">
              <a:schemeClr val="bg1">
                <a:lumMod val="0"/>
              </a:schemeClr>
            </a:gs>
          </a:gsLst>
          <a:path path="circle">
            <a:fillToRect l="50000" t="100000" r="10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230BC2C-1205-42B8-9965-568B6FFB7C40}" type="datetimeFigureOut">
              <a:rPr lang="en-AU"/>
              <a:pPr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827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-_VOibmffBw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4908" y="476672"/>
            <a:ext cx="8458200" cy="1470025"/>
          </a:xfrm>
        </p:spPr>
        <p:txBody>
          <a:bodyPr/>
          <a:lstStyle/>
          <a:p>
            <a:pPr marL="182880" indent="0">
              <a:buNone/>
            </a:pPr>
            <a:r>
              <a:rPr lang="en-AU" dirty="0" smtClean="0"/>
              <a:t>Making a law  - parliament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04" y="3120968"/>
            <a:ext cx="2873896" cy="21554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120968"/>
            <a:ext cx="3145956" cy="21554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"/>
          <a:stretch/>
        </p:blipFill>
        <p:spPr>
          <a:xfrm>
            <a:off x="-1" y="3093534"/>
            <a:ext cx="3504099" cy="218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2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Introduction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628800"/>
            <a:ext cx="6472808" cy="4122792"/>
          </a:xfrm>
        </p:spPr>
        <p:txBody>
          <a:bodyPr>
            <a:normAutofit/>
          </a:bodyPr>
          <a:lstStyle/>
          <a:p>
            <a:r>
              <a:rPr lang="en-AU" dirty="0" smtClean="0"/>
              <a:t>A bill is a proposed law that needs to pass through both houses of Parliament before it becomes law. 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924944"/>
            <a:ext cx="4376315" cy="24589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843" y="2924944"/>
            <a:ext cx="4008640" cy="267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4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82453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AU" sz="2400" dirty="0" smtClean="0"/>
              <a:t>RECALL! </a:t>
            </a:r>
          </a:p>
          <a:p>
            <a:pPr marL="109728" indent="0">
              <a:buNone/>
            </a:pPr>
            <a:endParaRPr lang="en-AU" sz="2400" dirty="0"/>
          </a:p>
          <a:p>
            <a:pPr marL="566928" indent="-457200">
              <a:buAutoNum type="arabicPeriod"/>
            </a:pPr>
            <a:r>
              <a:rPr lang="en-AU" sz="2400" dirty="0" smtClean="0"/>
              <a:t>What are the names of the two houses of Federal Parliament?</a:t>
            </a:r>
          </a:p>
          <a:p>
            <a:pPr marL="566928" indent="-457200">
              <a:buAutoNum type="arabicPeriod"/>
            </a:pPr>
            <a:r>
              <a:rPr lang="en-AU" sz="2400" dirty="0" smtClean="0"/>
              <a:t>What are the names of the two houses of State Parliament in WA?</a:t>
            </a:r>
          </a:p>
          <a:p>
            <a:pPr marL="109728" indent="0">
              <a:buNone/>
            </a:pP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356992"/>
            <a:ext cx="3238500" cy="2162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132" y="3356992"/>
            <a:ext cx="288661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7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60648"/>
            <a:ext cx="8592954" cy="4968552"/>
          </a:xfrm>
        </p:spPr>
      </p:pic>
    </p:spTree>
    <p:extLst>
      <p:ext uri="{BB962C8B-B14F-4D97-AF65-F5344CB8AC3E}">
        <p14:creationId xmlns:p14="http://schemas.microsoft.com/office/powerpoint/2010/main" val="225703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Snapshot of the three levels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AU" dirty="0">
                <a:hlinkClick r:id="rId2"/>
              </a:rPr>
              <a:t>https://www.youtube.com/watch?v=-_</a:t>
            </a:r>
            <a:r>
              <a:rPr lang="en-AU" dirty="0" smtClean="0">
                <a:hlinkClick r:id="rId2"/>
              </a:rPr>
              <a:t>VOibmffBw</a:t>
            </a:r>
            <a:endParaRPr lang="en-AU" dirty="0" smtClean="0"/>
          </a:p>
          <a:p>
            <a:endParaRPr lang="en-AU" dirty="0"/>
          </a:p>
          <a:p>
            <a:pPr marL="109728" indent="0">
              <a:buNone/>
            </a:pPr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129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 smtClean="0"/>
              <a:t>Federal Government Responsibilities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4330824" cy="4325112"/>
          </a:xfrm>
        </p:spPr>
        <p:txBody>
          <a:bodyPr/>
          <a:lstStyle/>
          <a:p>
            <a:pPr marL="109728" indent="0">
              <a:buNone/>
            </a:pPr>
            <a:r>
              <a:rPr lang="en-AU" dirty="0" smtClean="0"/>
              <a:t>The Federal Government is responsible for: </a:t>
            </a:r>
          </a:p>
          <a:p>
            <a:pPr marL="109728" indent="0">
              <a:buNone/>
            </a:pPr>
            <a:endParaRPr lang="en-AU" dirty="0"/>
          </a:p>
          <a:p>
            <a:pPr marL="624078" indent="-514350">
              <a:buAutoNum type="arabicPeriod"/>
            </a:pPr>
            <a:r>
              <a:rPr lang="en-AU" dirty="0"/>
              <a:t>T</a:t>
            </a:r>
            <a:r>
              <a:rPr lang="en-AU" dirty="0" smtClean="0"/>
              <a:t>rade </a:t>
            </a:r>
          </a:p>
          <a:p>
            <a:pPr marL="624078" indent="-514350">
              <a:buAutoNum type="arabicPeriod"/>
            </a:pPr>
            <a:r>
              <a:rPr lang="en-AU" dirty="0"/>
              <a:t>D</a:t>
            </a:r>
            <a:r>
              <a:rPr lang="en-AU" dirty="0" smtClean="0"/>
              <a:t>efence</a:t>
            </a:r>
            <a:r>
              <a:rPr lang="en-AU" dirty="0"/>
              <a:t>, </a:t>
            </a:r>
            <a:endParaRPr lang="en-AU" dirty="0" smtClean="0"/>
          </a:p>
          <a:p>
            <a:pPr marL="624078" indent="-514350">
              <a:buAutoNum type="arabicPeriod"/>
            </a:pPr>
            <a:r>
              <a:rPr lang="en-AU" dirty="0"/>
              <a:t>I</a:t>
            </a:r>
            <a:r>
              <a:rPr lang="en-AU" dirty="0" smtClean="0"/>
              <a:t>mmigration </a:t>
            </a:r>
          </a:p>
          <a:p>
            <a:pPr marL="624078" indent="-514350">
              <a:buAutoNum type="arabicPeriod"/>
            </a:pPr>
            <a:r>
              <a:rPr lang="en-AU" dirty="0" smtClean="0"/>
              <a:t>The </a:t>
            </a:r>
            <a:r>
              <a:rPr lang="en-AU" dirty="0"/>
              <a:t>environment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208" y="980728"/>
            <a:ext cx="3168352" cy="21199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890" y="3100644"/>
            <a:ext cx="3756670" cy="250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33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9" y="90872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AU" b="1" dirty="0" smtClean="0"/>
              <a:t>State Government responsibilities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886495"/>
            <a:ext cx="4402832" cy="432511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AU" dirty="0" smtClean="0"/>
              <a:t>The State/territory </a:t>
            </a:r>
            <a:r>
              <a:rPr lang="en-AU" dirty="0"/>
              <a:t>governments </a:t>
            </a:r>
            <a:r>
              <a:rPr lang="en-AU" dirty="0" smtClean="0"/>
              <a:t>are responsible for:</a:t>
            </a:r>
          </a:p>
          <a:p>
            <a:pPr marL="624078" indent="-514350">
              <a:buAutoNum type="arabicPeriod"/>
            </a:pPr>
            <a:r>
              <a:rPr lang="en-AU" dirty="0"/>
              <a:t>S</a:t>
            </a:r>
            <a:r>
              <a:rPr lang="en-AU" dirty="0" smtClean="0"/>
              <a:t>chools </a:t>
            </a:r>
          </a:p>
          <a:p>
            <a:pPr marL="624078" indent="-514350">
              <a:buAutoNum type="arabicPeriod"/>
            </a:pPr>
            <a:r>
              <a:rPr lang="en-AU" dirty="0" smtClean="0"/>
              <a:t>Housing</a:t>
            </a:r>
          </a:p>
          <a:p>
            <a:pPr marL="624078" indent="-514350">
              <a:buAutoNum type="arabicPeriod"/>
            </a:pPr>
            <a:r>
              <a:rPr lang="en-AU" dirty="0" smtClean="0"/>
              <a:t>Hospitals</a:t>
            </a:r>
          </a:p>
          <a:p>
            <a:pPr marL="624078" indent="-514350">
              <a:buAutoNum type="arabicPeriod"/>
            </a:pPr>
            <a:r>
              <a:rPr lang="en-AU" dirty="0" smtClean="0"/>
              <a:t>Major roads </a:t>
            </a:r>
            <a:r>
              <a:rPr lang="en-AU" dirty="0"/>
              <a:t>and </a:t>
            </a:r>
            <a:r>
              <a:rPr lang="en-AU" dirty="0" smtClean="0"/>
              <a:t>railways</a:t>
            </a:r>
          </a:p>
          <a:p>
            <a:pPr marL="624078" indent="-514350">
              <a:buAutoNum type="arabicPeriod"/>
            </a:pPr>
            <a:r>
              <a:rPr lang="en-AU" dirty="0"/>
              <a:t>P</a:t>
            </a:r>
            <a:r>
              <a:rPr lang="en-AU" dirty="0" smtClean="0"/>
              <a:t>olice </a:t>
            </a:r>
            <a:r>
              <a:rPr lang="en-AU" dirty="0"/>
              <a:t>and ambulance services.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443" y="24408"/>
            <a:ext cx="2979415" cy="19826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442" y="1998689"/>
            <a:ext cx="2979415" cy="20151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443" y="4013857"/>
            <a:ext cx="2965624" cy="179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5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AU" b="1" dirty="0" smtClean="0"/>
              <a:t>Local Government Responsibilities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556792"/>
            <a:ext cx="4608512" cy="432511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AU" dirty="0"/>
              <a:t>Local </a:t>
            </a:r>
            <a:r>
              <a:rPr lang="en-AU" dirty="0" smtClean="0"/>
              <a:t>councils are responsible for:</a:t>
            </a:r>
          </a:p>
          <a:p>
            <a:pPr marL="624078" indent="-514350">
              <a:buAutoNum type="arabicPeriod"/>
            </a:pPr>
            <a:r>
              <a:rPr lang="en-AU" dirty="0"/>
              <a:t>T</a:t>
            </a:r>
            <a:r>
              <a:rPr lang="en-AU" dirty="0" smtClean="0"/>
              <a:t>own planning</a:t>
            </a:r>
          </a:p>
          <a:p>
            <a:pPr marL="624078" indent="-514350">
              <a:buAutoNum type="arabicPeriod"/>
            </a:pPr>
            <a:r>
              <a:rPr lang="en-AU" dirty="0"/>
              <a:t>R</a:t>
            </a:r>
            <a:r>
              <a:rPr lang="en-AU" dirty="0" smtClean="0"/>
              <a:t>ubbish collection</a:t>
            </a:r>
          </a:p>
          <a:p>
            <a:pPr marL="624078" indent="-514350">
              <a:buAutoNum type="arabicPeriod"/>
            </a:pPr>
            <a:r>
              <a:rPr lang="en-AU" dirty="0"/>
              <a:t>W</a:t>
            </a:r>
            <a:r>
              <a:rPr lang="en-AU" dirty="0" smtClean="0"/>
              <a:t>ater </a:t>
            </a:r>
            <a:r>
              <a:rPr lang="en-AU" dirty="0"/>
              <a:t>and </a:t>
            </a:r>
            <a:r>
              <a:rPr lang="en-AU" dirty="0" smtClean="0"/>
              <a:t>sewerage</a:t>
            </a:r>
          </a:p>
          <a:p>
            <a:pPr marL="624078" indent="-514350">
              <a:buAutoNum type="arabicPeriod"/>
            </a:pPr>
            <a:r>
              <a:rPr lang="en-AU" dirty="0"/>
              <a:t>L</a:t>
            </a:r>
            <a:r>
              <a:rPr lang="en-AU" dirty="0" smtClean="0"/>
              <a:t>ocal </a:t>
            </a:r>
            <a:r>
              <a:rPr lang="en-AU" dirty="0"/>
              <a:t>roads </a:t>
            </a:r>
          </a:p>
          <a:p>
            <a:pPr marL="624078" indent="-514350">
              <a:buAutoNum type="arabicPeriod"/>
            </a:pPr>
            <a:r>
              <a:rPr lang="en-AU" dirty="0" smtClean="0"/>
              <a:t>Pet control</a:t>
            </a:r>
          </a:p>
          <a:p>
            <a:pPr marL="624078" indent="-514350">
              <a:buAutoNum type="arabicPeriod"/>
            </a:pPr>
            <a:r>
              <a:rPr lang="en-AU" dirty="0" smtClean="0"/>
              <a:t>Libraries</a:t>
            </a:r>
          </a:p>
          <a:p>
            <a:pPr marL="624078" indent="-514350">
              <a:buAutoNum type="arabicPeriod"/>
            </a:pPr>
            <a:r>
              <a:rPr lang="en-AU" dirty="0" smtClean="0"/>
              <a:t>Recreational Centres</a:t>
            </a:r>
          </a:p>
          <a:p>
            <a:pPr marL="624078" indent="-514350">
              <a:buAutoNum type="arabicPeriod"/>
            </a:pPr>
            <a:r>
              <a:rPr lang="en-AU" dirty="0" smtClean="0"/>
              <a:t>Street signs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01" y="1044535"/>
            <a:ext cx="2682999" cy="20096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865" y="3057567"/>
            <a:ext cx="4030956" cy="26824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026" y="1064354"/>
            <a:ext cx="2466975" cy="200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1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Urban Pop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59</TotalTime>
  <Words>128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Urban Pop</vt:lpstr>
      <vt:lpstr>Making a law  - parliament</vt:lpstr>
      <vt:lpstr>Introduction </vt:lpstr>
      <vt:lpstr>PowerPoint Presentation</vt:lpstr>
      <vt:lpstr>PowerPoint Presentation</vt:lpstr>
      <vt:lpstr>Snapshot of the three levels </vt:lpstr>
      <vt:lpstr>Federal Government Responsibilities </vt:lpstr>
      <vt:lpstr>State Government responsibilities</vt:lpstr>
      <vt:lpstr>Local Government Responsibilities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THREE LEVELS OF GOVERNMENT</dc:title>
  <dc:creator>GOODWIN Nina</dc:creator>
  <cp:lastModifiedBy>GOODWIN Nina</cp:lastModifiedBy>
  <cp:revision>10</cp:revision>
  <dcterms:created xsi:type="dcterms:W3CDTF">2017-05-11T07:50:17Z</dcterms:created>
  <dcterms:modified xsi:type="dcterms:W3CDTF">2017-06-05T11:06:44Z</dcterms:modified>
</cp:coreProperties>
</file>