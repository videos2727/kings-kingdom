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6" r:id="rId2"/>
    <p:sldId id="262" r:id="rId3"/>
    <p:sldId id="258" r:id="rId4"/>
    <p:sldId id="259" r:id="rId5"/>
    <p:sldId id="260"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1" d="100"/>
          <a:sy n="111" d="100"/>
        </p:scale>
        <p:origin x="-161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6"/>
          <p:cNvSpPr/>
          <p:nvPr/>
        </p:nvSpPr>
        <p:spPr>
          <a:xfrm>
            <a:off x="-76" y="5293518"/>
            <a:ext cx="9144093" cy="1443038"/>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355114 w 9144000"/>
              <a:gd name="connsiteY0" fmla="*/ 0 h 1562100"/>
              <a:gd name="connsiteX1" fmla="*/ 9144000 w 9144000"/>
              <a:gd name="connsiteY1" fmla="*/ 104775 h 1562100"/>
              <a:gd name="connsiteX2" fmla="*/ 9144000 w 9144000"/>
              <a:gd name="connsiteY2" fmla="*/ 361950 h 1562100"/>
              <a:gd name="connsiteX3" fmla="*/ 6334125 w 9144000"/>
              <a:gd name="connsiteY3" fmla="*/ 1562100 h 1562100"/>
              <a:gd name="connsiteX4" fmla="*/ 0 w 9144000"/>
              <a:gd name="connsiteY4" fmla="*/ 495300 h 1562100"/>
              <a:gd name="connsiteX5" fmla="*/ 355114 w 9144000"/>
              <a:gd name="connsiteY5" fmla="*/ 0 h 1562100"/>
              <a:gd name="connsiteX0" fmla="*/ 411923 w 9144000"/>
              <a:gd name="connsiteY0" fmla="*/ 83344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411923 w 9144000"/>
              <a:gd name="connsiteY5" fmla="*/ 83344 h 1457325"/>
              <a:gd name="connsiteX0" fmla="*/ 28462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8462 w 9144000"/>
              <a:gd name="connsiteY5" fmla="*/ 9525 h 1457325"/>
              <a:gd name="connsiteX0" fmla="*/ 108942 w 9144000"/>
              <a:gd name="connsiteY0" fmla="*/ 10477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108942 w 9144000"/>
              <a:gd name="connsiteY5" fmla="*/ 104775 h 1457325"/>
              <a:gd name="connsiteX0" fmla="*/ 26095 w 9144000"/>
              <a:gd name="connsiteY0" fmla="*/ 14288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6095 w 9144000"/>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12977 w 9117905"/>
              <a:gd name="connsiteY4" fmla="*/ 311944 h 1457325"/>
              <a:gd name="connsiteX5" fmla="*/ 0 w 9117905"/>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310 w 9117905"/>
              <a:gd name="connsiteY4" fmla="*/ 376237 h 1457325"/>
              <a:gd name="connsiteX5" fmla="*/ 0 w 9117905"/>
              <a:gd name="connsiteY5" fmla="*/ 14288 h 1457325"/>
              <a:gd name="connsiteX0" fmla="*/ 0 w 9117905"/>
              <a:gd name="connsiteY0" fmla="*/ 14288 h 1531144"/>
              <a:gd name="connsiteX1" fmla="*/ 9117905 w 9117905"/>
              <a:gd name="connsiteY1" fmla="*/ 0 h 1531144"/>
              <a:gd name="connsiteX2" fmla="*/ 9117905 w 9117905"/>
              <a:gd name="connsiteY2" fmla="*/ 257175 h 1531144"/>
              <a:gd name="connsiteX3" fmla="*/ 6308030 w 9117905"/>
              <a:gd name="connsiteY3" fmla="*/ 1531144 h 1531144"/>
              <a:gd name="connsiteX4" fmla="*/ 2310 w 9117905"/>
              <a:gd name="connsiteY4" fmla="*/ 376237 h 1531144"/>
              <a:gd name="connsiteX5" fmla="*/ 0 w 9117905"/>
              <a:gd name="connsiteY5" fmla="*/ 14288 h 1531144"/>
              <a:gd name="connsiteX0" fmla="*/ 0 w 9117905"/>
              <a:gd name="connsiteY0" fmla="*/ 14288 h 1450181"/>
              <a:gd name="connsiteX1" fmla="*/ 9117905 w 9117905"/>
              <a:gd name="connsiteY1" fmla="*/ 0 h 1450181"/>
              <a:gd name="connsiteX2" fmla="*/ 9117905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8994819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9106070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06070"/>
              <a:gd name="connsiteY0" fmla="*/ 0 h 1435893"/>
              <a:gd name="connsiteX1" fmla="*/ 9013755 w 9106070"/>
              <a:gd name="connsiteY1" fmla="*/ 97630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2 h 1435895"/>
              <a:gd name="connsiteX1" fmla="*/ 9096602 w 9106070"/>
              <a:gd name="connsiteY1" fmla="*/ 0 h 1435895"/>
              <a:gd name="connsiteX2" fmla="*/ 9106070 w 9106070"/>
              <a:gd name="connsiteY2" fmla="*/ 242889 h 1435895"/>
              <a:gd name="connsiteX3" fmla="*/ 6260689 w 9106070"/>
              <a:gd name="connsiteY3" fmla="*/ 1435895 h 1435895"/>
              <a:gd name="connsiteX4" fmla="*/ 2310 w 9106070"/>
              <a:gd name="connsiteY4" fmla="*/ 361951 h 1435895"/>
              <a:gd name="connsiteX5" fmla="*/ 0 w 9106070"/>
              <a:gd name="connsiteY5" fmla="*/ 2 h 1435895"/>
              <a:gd name="connsiteX0" fmla="*/ 0 w 9106070"/>
              <a:gd name="connsiteY0" fmla="*/ 0 h 1435893"/>
              <a:gd name="connsiteX1" fmla="*/ 8973515 w 9106070"/>
              <a:gd name="connsiteY1" fmla="*/ 123823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7145 h 1443038"/>
              <a:gd name="connsiteX1" fmla="*/ 9089499 w 9106070"/>
              <a:gd name="connsiteY1" fmla="*/ 0 h 1443038"/>
              <a:gd name="connsiteX2" fmla="*/ 9106070 w 9106070"/>
              <a:gd name="connsiteY2" fmla="*/ 250032 h 1443038"/>
              <a:gd name="connsiteX3" fmla="*/ 6260689 w 9106070"/>
              <a:gd name="connsiteY3" fmla="*/ 1443038 h 1443038"/>
              <a:gd name="connsiteX4" fmla="*/ 2310 w 9106070"/>
              <a:gd name="connsiteY4" fmla="*/ 369094 h 1443038"/>
              <a:gd name="connsiteX5" fmla="*/ 0 w 9106070"/>
              <a:gd name="connsiteY5" fmla="*/ 7145 h 1443038"/>
              <a:gd name="connsiteX0" fmla="*/ 0 w 9089499"/>
              <a:gd name="connsiteY0" fmla="*/ 7145 h 1443038"/>
              <a:gd name="connsiteX1" fmla="*/ 9089499 w 9089499"/>
              <a:gd name="connsiteY1" fmla="*/ 0 h 1443038"/>
              <a:gd name="connsiteX2" fmla="*/ 8923808 w 9089499"/>
              <a:gd name="connsiteY2" fmla="*/ 197644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4767 w 9089499"/>
              <a:gd name="connsiteY2" fmla="*/ 247650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8982984 w 9089499"/>
              <a:gd name="connsiteY2" fmla="*/ 202406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130131 w 9089499"/>
              <a:gd name="connsiteY4" fmla="*/ 266700 h 1443038"/>
              <a:gd name="connsiteX5" fmla="*/ 0 w 9089499"/>
              <a:gd name="connsiteY5" fmla="*/ 7145 h 1443038"/>
              <a:gd name="connsiteX0" fmla="*/ 57 w 9089556"/>
              <a:gd name="connsiteY0" fmla="*/ 7145 h 1443038"/>
              <a:gd name="connsiteX1" fmla="*/ 9089556 w 9089556"/>
              <a:gd name="connsiteY1" fmla="*/ 0 h 1443038"/>
              <a:gd name="connsiteX2" fmla="*/ 9087191 w 9089556"/>
              <a:gd name="connsiteY2" fmla="*/ 254793 h 1443038"/>
              <a:gd name="connsiteX3" fmla="*/ 6260746 w 9089556"/>
              <a:gd name="connsiteY3" fmla="*/ 1443038 h 1443038"/>
              <a:gd name="connsiteX4" fmla="*/ 0 w 9089556"/>
              <a:gd name="connsiteY4" fmla="*/ 366713 h 1443038"/>
              <a:gd name="connsiteX5" fmla="*/ 57 w 9089556"/>
              <a:gd name="connsiteY5" fmla="*/ 7145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9556" h="1443038">
                <a:moveTo>
                  <a:pt x="57" y="7145"/>
                </a:moveTo>
                <a:lnTo>
                  <a:pt x="9089556" y="0"/>
                </a:lnTo>
                <a:cubicBezTo>
                  <a:pt x="9087979" y="82550"/>
                  <a:pt x="9088768" y="172243"/>
                  <a:pt x="9087191" y="254793"/>
                </a:cubicBezTo>
                <a:lnTo>
                  <a:pt x="6260746" y="1443038"/>
                </a:lnTo>
                <a:lnTo>
                  <a:pt x="0" y="366713"/>
                </a:lnTo>
                <a:lnTo>
                  <a:pt x="57" y="7145"/>
                </a:lnTo>
                <a:close/>
              </a:path>
            </a:pathLst>
          </a:custGeom>
          <a:gradFill>
            <a:gsLst>
              <a:gs pos="0">
                <a:schemeClr val="accent1"/>
              </a:gs>
              <a:gs pos="14000">
                <a:schemeClr val="accent1">
                  <a:lumMod val="60000"/>
                  <a:lumOff val="40000"/>
                </a:schemeClr>
              </a:gs>
              <a:gs pos="83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b="1" kern="1200">
              <a:solidFill>
                <a:schemeClr val="lt1"/>
              </a:solidFill>
              <a:latin typeface="+mn-lt"/>
              <a:ea typeface="+mn-ea"/>
              <a:cs typeface="+mn-cs"/>
            </a:endParaRPr>
          </a:p>
        </p:txBody>
      </p:sp>
      <p:sp>
        <p:nvSpPr>
          <p:cNvPr id="8" name="Freeform 7"/>
          <p:cNvSpPr/>
          <p:nvPr/>
        </p:nvSpPr>
        <p:spPr>
          <a:xfrm>
            <a:off x="-76" y="5293518"/>
            <a:ext cx="9144093" cy="1443038"/>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355114 w 9144000"/>
              <a:gd name="connsiteY0" fmla="*/ 0 h 1562100"/>
              <a:gd name="connsiteX1" fmla="*/ 9144000 w 9144000"/>
              <a:gd name="connsiteY1" fmla="*/ 104775 h 1562100"/>
              <a:gd name="connsiteX2" fmla="*/ 9144000 w 9144000"/>
              <a:gd name="connsiteY2" fmla="*/ 361950 h 1562100"/>
              <a:gd name="connsiteX3" fmla="*/ 6334125 w 9144000"/>
              <a:gd name="connsiteY3" fmla="*/ 1562100 h 1562100"/>
              <a:gd name="connsiteX4" fmla="*/ 0 w 9144000"/>
              <a:gd name="connsiteY4" fmla="*/ 495300 h 1562100"/>
              <a:gd name="connsiteX5" fmla="*/ 355114 w 9144000"/>
              <a:gd name="connsiteY5" fmla="*/ 0 h 1562100"/>
              <a:gd name="connsiteX0" fmla="*/ 411923 w 9144000"/>
              <a:gd name="connsiteY0" fmla="*/ 83344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411923 w 9144000"/>
              <a:gd name="connsiteY5" fmla="*/ 83344 h 1457325"/>
              <a:gd name="connsiteX0" fmla="*/ 28462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8462 w 9144000"/>
              <a:gd name="connsiteY5" fmla="*/ 9525 h 1457325"/>
              <a:gd name="connsiteX0" fmla="*/ 108942 w 9144000"/>
              <a:gd name="connsiteY0" fmla="*/ 10477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108942 w 9144000"/>
              <a:gd name="connsiteY5" fmla="*/ 104775 h 1457325"/>
              <a:gd name="connsiteX0" fmla="*/ 26095 w 9144000"/>
              <a:gd name="connsiteY0" fmla="*/ 14288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6095 w 9144000"/>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12977 w 9117905"/>
              <a:gd name="connsiteY4" fmla="*/ 311944 h 1457325"/>
              <a:gd name="connsiteX5" fmla="*/ 0 w 9117905"/>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310 w 9117905"/>
              <a:gd name="connsiteY4" fmla="*/ 376237 h 1457325"/>
              <a:gd name="connsiteX5" fmla="*/ 0 w 9117905"/>
              <a:gd name="connsiteY5" fmla="*/ 14288 h 1457325"/>
              <a:gd name="connsiteX0" fmla="*/ 0 w 9117905"/>
              <a:gd name="connsiteY0" fmla="*/ 14288 h 1531144"/>
              <a:gd name="connsiteX1" fmla="*/ 9117905 w 9117905"/>
              <a:gd name="connsiteY1" fmla="*/ 0 h 1531144"/>
              <a:gd name="connsiteX2" fmla="*/ 9117905 w 9117905"/>
              <a:gd name="connsiteY2" fmla="*/ 257175 h 1531144"/>
              <a:gd name="connsiteX3" fmla="*/ 6308030 w 9117905"/>
              <a:gd name="connsiteY3" fmla="*/ 1531144 h 1531144"/>
              <a:gd name="connsiteX4" fmla="*/ 2310 w 9117905"/>
              <a:gd name="connsiteY4" fmla="*/ 376237 h 1531144"/>
              <a:gd name="connsiteX5" fmla="*/ 0 w 9117905"/>
              <a:gd name="connsiteY5" fmla="*/ 14288 h 1531144"/>
              <a:gd name="connsiteX0" fmla="*/ 0 w 9117905"/>
              <a:gd name="connsiteY0" fmla="*/ 14288 h 1450181"/>
              <a:gd name="connsiteX1" fmla="*/ 9117905 w 9117905"/>
              <a:gd name="connsiteY1" fmla="*/ 0 h 1450181"/>
              <a:gd name="connsiteX2" fmla="*/ 9117905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8994819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9106070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06070"/>
              <a:gd name="connsiteY0" fmla="*/ 0 h 1435893"/>
              <a:gd name="connsiteX1" fmla="*/ 9013755 w 9106070"/>
              <a:gd name="connsiteY1" fmla="*/ 97630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2 h 1435895"/>
              <a:gd name="connsiteX1" fmla="*/ 9096602 w 9106070"/>
              <a:gd name="connsiteY1" fmla="*/ 0 h 1435895"/>
              <a:gd name="connsiteX2" fmla="*/ 9106070 w 9106070"/>
              <a:gd name="connsiteY2" fmla="*/ 242889 h 1435895"/>
              <a:gd name="connsiteX3" fmla="*/ 6260689 w 9106070"/>
              <a:gd name="connsiteY3" fmla="*/ 1435895 h 1435895"/>
              <a:gd name="connsiteX4" fmla="*/ 2310 w 9106070"/>
              <a:gd name="connsiteY4" fmla="*/ 361951 h 1435895"/>
              <a:gd name="connsiteX5" fmla="*/ 0 w 9106070"/>
              <a:gd name="connsiteY5" fmla="*/ 2 h 1435895"/>
              <a:gd name="connsiteX0" fmla="*/ 0 w 9106070"/>
              <a:gd name="connsiteY0" fmla="*/ 0 h 1435893"/>
              <a:gd name="connsiteX1" fmla="*/ 8973515 w 9106070"/>
              <a:gd name="connsiteY1" fmla="*/ 123823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7145 h 1443038"/>
              <a:gd name="connsiteX1" fmla="*/ 9089499 w 9106070"/>
              <a:gd name="connsiteY1" fmla="*/ 0 h 1443038"/>
              <a:gd name="connsiteX2" fmla="*/ 9106070 w 9106070"/>
              <a:gd name="connsiteY2" fmla="*/ 250032 h 1443038"/>
              <a:gd name="connsiteX3" fmla="*/ 6260689 w 9106070"/>
              <a:gd name="connsiteY3" fmla="*/ 1443038 h 1443038"/>
              <a:gd name="connsiteX4" fmla="*/ 2310 w 9106070"/>
              <a:gd name="connsiteY4" fmla="*/ 369094 h 1443038"/>
              <a:gd name="connsiteX5" fmla="*/ 0 w 9106070"/>
              <a:gd name="connsiteY5" fmla="*/ 7145 h 1443038"/>
              <a:gd name="connsiteX0" fmla="*/ 0 w 9089499"/>
              <a:gd name="connsiteY0" fmla="*/ 7145 h 1443038"/>
              <a:gd name="connsiteX1" fmla="*/ 9089499 w 9089499"/>
              <a:gd name="connsiteY1" fmla="*/ 0 h 1443038"/>
              <a:gd name="connsiteX2" fmla="*/ 8923808 w 9089499"/>
              <a:gd name="connsiteY2" fmla="*/ 197644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4767 w 9089499"/>
              <a:gd name="connsiteY2" fmla="*/ 247650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8982984 w 9089499"/>
              <a:gd name="connsiteY2" fmla="*/ 202406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130131 w 9089499"/>
              <a:gd name="connsiteY4" fmla="*/ 266700 h 1443038"/>
              <a:gd name="connsiteX5" fmla="*/ 0 w 9089499"/>
              <a:gd name="connsiteY5" fmla="*/ 7145 h 1443038"/>
              <a:gd name="connsiteX0" fmla="*/ 57 w 9089556"/>
              <a:gd name="connsiteY0" fmla="*/ 7145 h 1443038"/>
              <a:gd name="connsiteX1" fmla="*/ 9089556 w 9089556"/>
              <a:gd name="connsiteY1" fmla="*/ 0 h 1443038"/>
              <a:gd name="connsiteX2" fmla="*/ 9087191 w 9089556"/>
              <a:gd name="connsiteY2" fmla="*/ 254793 h 1443038"/>
              <a:gd name="connsiteX3" fmla="*/ 6260746 w 9089556"/>
              <a:gd name="connsiteY3" fmla="*/ 1443038 h 1443038"/>
              <a:gd name="connsiteX4" fmla="*/ 0 w 9089556"/>
              <a:gd name="connsiteY4" fmla="*/ 366713 h 1443038"/>
              <a:gd name="connsiteX5" fmla="*/ 57 w 9089556"/>
              <a:gd name="connsiteY5" fmla="*/ 7145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9556" h="1443038">
                <a:moveTo>
                  <a:pt x="57" y="7145"/>
                </a:moveTo>
                <a:lnTo>
                  <a:pt x="9089556" y="0"/>
                </a:lnTo>
                <a:cubicBezTo>
                  <a:pt x="9087979" y="82550"/>
                  <a:pt x="9088768" y="172243"/>
                  <a:pt x="9087191" y="254793"/>
                </a:cubicBezTo>
                <a:lnTo>
                  <a:pt x="6260746" y="1443038"/>
                </a:lnTo>
                <a:lnTo>
                  <a:pt x="0" y="366713"/>
                </a:lnTo>
                <a:lnTo>
                  <a:pt x="57" y="7145"/>
                </a:lnTo>
                <a:close/>
              </a:path>
            </a:pathLst>
          </a:custGeom>
          <a:gradFill>
            <a:gsLst>
              <a:gs pos="41000">
                <a:schemeClr val="accent1">
                  <a:alpha val="0"/>
                </a:schemeClr>
              </a:gs>
              <a:gs pos="57000">
                <a:schemeClr val="accent1">
                  <a:lumMod val="40000"/>
                  <a:lumOff val="60000"/>
                </a:schemeClr>
              </a:gs>
              <a:gs pos="100000">
                <a:schemeClr val="accent1">
                  <a:alpha val="0"/>
                </a:schemeClr>
              </a:gs>
            </a:gsLst>
            <a:lin ang="6000000" scaled="0"/>
          </a:grad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b="1" kern="1200">
              <a:solidFill>
                <a:schemeClr val="lt1"/>
              </a:solidFill>
              <a:latin typeface="+mn-lt"/>
              <a:ea typeface="+mn-ea"/>
              <a:cs typeface="+mn-cs"/>
            </a:endParaRPr>
          </a:p>
        </p:txBody>
      </p:sp>
      <p:sp>
        <p:nvSpPr>
          <p:cNvPr id="9" name="Freeform 8"/>
          <p:cNvSpPr/>
          <p:nvPr/>
        </p:nvSpPr>
        <p:spPr>
          <a:xfrm>
            <a:off x="0" y="5545932"/>
            <a:ext cx="9146383" cy="1314449"/>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33337 h 1214437"/>
              <a:gd name="connsiteX1" fmla="*/ 6305550 w 9134475"/>
              <a:gd name="connsiteY1" fmla="*/ 1100137 h 1214437"/>
              <a:gd name="connsiteX2" fmla="*/ 9044270 w 9134475"/>
              <a:gd name="connsiteY2" fmla="*/ 0 h 1214437"/>
              <a:gd name="connsiteX3" fmla="*/ 9134475 w 9134475"/>
              <a:gd name="connsiteY3" fmla="*/ 1214437 h 1214437"/>
              <a:gd name="connsiteX4" fmla="*/ 0 w 9134475"/>
              <a:gd name="connsiteY4" fmla="*/ 1214437 h 1214437"/>
              <a:gd name="connsiteX5" fmla="*/ 0 w 9134475"/>
              <a:gd name="connsiteY5" fmla="*/ 33337 h 1214437"/>
              <a:gd name="connsiteX0" fmla="*/ 0 w 9134475"/>
              <a:gd name="connsiteY0" fmla="*/ 130968 h 1312068"/>
              <a:gd name="connsiteX1" fmla="*/ 6305550 w 9134475"/>
              <a:gd name="connsiteY1" fmla="*/ 1197768 h 1312068"/>
              <a:gd name="connsiteX2" fmla="*/ 9113111 w 9134475"/>
              <a:gd name="connsiteY2" fmla="*/ 0 h 1312068"/>
              <a:gd name="connsiteX3" fmla="*/ 9134475 w 9134475"/>
              <a:gd name="connsiteY3" fmla="*/ 1312068 h 1312068"/>
              <a:gd name="connsiteX4" fmla="*/ 0 w 9134475"/>
              <a:gd name="connsiteY4" fmla="*/ 1312068 h 1312068"/>
              <a:gd name="connsiteX5" fmla="*/ 0 w 9134475"/>
              <a:gd name="connsiteY5" fmla="*/ 130968 h 1312068"/>
              <a:gd name="connsiteX0" fmla="*/ 0 w 9113111"/>
              <a:gd name="connsiteY0" fmla="*/ 130968 h 1312068"/>
              <a:gd name="connsiteX1" fmla="*/ 6305550 w 9113111"/>
              <a:gd name="connsiteY1" fmla="*/ 1197768 h 1312068"/>
              <a:gd name="connsiteX2" fmla="*/ 9113111 w 9113111"/>
              <a:gd name="connsiteY2" fmla="*/ 0 h 1312068"/>
              <a:gd name="connsiteX3" fmla="*/ 8958813 w 9113111"/>
              <a:gd name="connsiteY3" fmla="*/ 1009649 h 1312068"/>
              <a:gd name="connsiteX4" fmla="*/ 0 w 9113111"/>
              <a:gd name="connsiteY4" fmla="*/ 1312068 h 1312068"/>
              <a:gd name="connsiteX5" fmla="*/ 0 w 9113111"/>
              <a:gd name="connsiteY5" fmla="*/ 130968 h 1312068"/>
              <a:gd name="connsiteX0" fmla="*/ 0 w 9117860"/>
              <a:gd name="connsiteY0" fmla="*/ 130968 h 1314449"/>
              <a:gd name="connsiteX1" fmla="*/ 6305550 w 9117860"/>
              <a:gd name="connsiteY1" fmla="*/ 1197768 h 1314449"/>
              <a:gd name="connsiteX2" fmla="*/ 9113111 w 9117860"/>
              <a:gd name="connsiteY2" fmla="*/ 0 h 1314449"/>
              <a:gd name="connsiteX3" fmla="*/ 9117860 w 9117860"/>
              <a:gd name="connsiteY3" fmla="*/ 1314449 h 1314449"/>
              <a:gd name="connsiteX4" fmla="*/ 0 w 9117860"/>
              <a:gd name="connsiteY4" fmla="*/ 1312068 h 1314449"/>
              <a:gd name="connsiteX5" fmla="*/ 0 w 9117860"/>
              <a:gd name="connsiteY5" fmla="*/ 130968 h 131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7860" h="1314449">
                <a:moveTo>
                  <a:pt x="0" y="130968"/>
                </a:moveTo>
                <a:lnTo>
                  <a:pt x="6305550" y="1197768"/>
                </a:lnTo>
                <a:lnTo>
                  <a:pt x="9113111" y="0"/>
                </a:lnTo>
                <a:lnTo>
                  <a:pt x="9117860" y="1314449"/>
                </a:lnTo>
                <a:lnTo>
                  <a:pt x="0" y="1312068"/>
                </a:lnTo>
                <a:lnTo>
                  <a:pt x="0" y="130968"/>
                </a:lnTo>
                <a:close/>
              </a:path>
            </a:pathLst>
          </a:custGeom>
          <a:gradFill>
            <a:gsLst>
              <a:gs pos="0">
                <a:schemeClr val="accent3">
                  <a:lumMod val="40000"/>
                  <a:lumOff val="60000"/>
                </a:schemeClr>
              </a:gs>
              <a:gs pos="50000">
                <a:schemeClr val="accent3"/>
              </a:gs>
              <a:gs pos="100000">
                <a:schemeClr val="accent3">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b="1"/>
          </a:p>
        </p:txBody>
      </p:sp>
      <p:sp>
        <p:nvSpPr>
          <p:cNvPr id="2" name="Title 1"/>
          <p:cNvSpPr>
            <a:spLocks noGrp="1"/>
          </p:cNvSpPr>
          <p:nvPr>
            <p:ph type="ctrTitle"/>
          </p:nvPr>
        </p:nvSpPr>
        <p:spPr>
          <a:xfrm>
            <a:off x="4572000" y="1676400"/>
            <a:ext cx="3886200" cy="1524000"/>
          </a:xfrm>
        </p:spPr>
        <p:txBody>
          <a:bodyPr anchor="b" anchorCtr="0"/>
          <a:lstStyle>
            <a:lvl1pPr algn="l">
              <a:defRPr/>
            </a:lvl1pPr>
          </a:lstStyle>
          <a:p>
            <a:r>
              <a:rPr lang="en-US" smtClean="0"/>
              <a:t>Click to edit Master title style</a:t>
            </a:r>
            <a:endParaRPr lang="en-US" dirty="0"/>
          </a:p>
        </p:txBody>
      </p:sp>
      <p:sp>
        <p:nvSpPr>
          <p:cNvPr id="3" name="Subtitle 2"/>
          <p:cNvSpPr>
            <a:spLocks noGrp="1"/>
          </p:cNvSpPr>
          <p:nvPr>
            <p:ph type="subTitle" idx="1"/>
          </p:nvPr>
        </p:nvSpPr>
        <p:spPr>
          <a:xfrm>
            <a:off x="4572000" y="3203574"/>
            <a:ext cx="3886200" cy="1825625"/>
          </a:xfrm>
        </p:spPr>
        <p:txBody>
          <a:bodyPr>
            <a:normAutofit/>
          </a:bodyPr>
          <a:lstStyle>
            <a:lvl1pPr marL="0" indent="0" algn="l">
              <a:buNone/>
              <a:defRPr sz="200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Rectangle 9"/>
          <p:cNvSpPr/>
          <p:nvPr/>
        </p:nvSpPr>
        <p:spPr>
          <a:xfrm>
            <a:off x="0" y="5262465"/>
            <a:ext cx="9144000" cy="7464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130" y="5502670"/>
            <a:ext cx="9144066" cy="1271150"/>
          </a:xfrm>
          <a:custGeom>
            <a:avLst/>
            <a:gdLst>
              <a:gd name="connsiteX0" fmla="*/ 9331 w 9144000"/>
              <a:gd name="connsiteY0" fmla="*/ 111968 h 1278294"/>
              <a:gd name="connsiteX1" fmla="*/ 6288833 w 9144000"/>
              <a:gd name="connsiteY1" fmla="*/ 1194319 h 1278294"/>
              <a:gd name="connsiteX2" fmla="*/ 9144000 w 9144000"/>
              <a:gd name="connsiteY2" fmla="*/ 0 h 1278294"/>
              <a:gd name="connsiteX3" fmla="*/ 9144000 w 9144000"/>
              <a:gd name="connsiteY3" fmla="*/ 83976 h 1278294"/>
              <a:gd name="connsiteX4" fmla="*/ 6279502 w 9144000"/>
              <a:gd name="connsiteY4" fmla="*/ 1278294 h 1278294"/>
              <a:gd name="connsiteX5" fmla="*/ 0 w 9144000"/>
              <a:gd name="connsiteY5" fmla="*/ 195943 h 1278294"/>
              <a:gd name="connsiteX6" fmla="*/ 9331 w 9144000"/>
              <a:gd name="connsiteY6" fmla="*/ 111968 h 1278294"/>
              <a:gd name="connsiteX0" fmla="*/ 0 w 9134669"/>
              <a:gd name="connsiteY0" fmla="*/ 111968 h 1278294"/>
              <a:gd name="connsiteX1" fmla="*/ 6279502 w 9134669"/>
              <a:gd name="connsiteY1" fmla="*/ 1194319 h 1278294"/>
              <a:gd name="connsiteX2" fmla="*/ 9134669 w 9134669"/>
              <a:gd name="connsiteY2" fmla="*/ 0 h 1278294"/>
              <a:gd name="connsiteX3" fmla="*/ 9134669 w 9134669"/>
              <a:gd name="connsiteY3" fmla="*/ 83976 h 1278294"/>
              <a:gd name="connsiteX4" fmla="*/ 6270171 w 9134669"/>
              <a:gd name="connsiteY4" fmla="*/ 1278294 h 1278294"/>
              <a:gd name="connsiteX5" fmla="*/ 171644 w 9134669"/>
              <a:gd name="connsiteY5" fmla="*/ 388824 h 1278294"/>
              <a:gd name="connsiteX6" fmla="*/ 0 w 9134669"/>
              <a:gd name="connsiteY6" fmla="*/ 111968 h 1278294"/>
              <a:gd name="connsiteX0" fmla="*/ 0 w 9134669"/>
              <a:gd name="connsiteY0" fmla="*/ 111968 h 1278294"/>
              <a:gd name="connsiteX1" fmla="*/ 6279502 w 9134669"/>
              <a:gd name="connsiteY1" fmla="*/ 1194319 h 1278294"/>
              <a:gd name="connsiteX2" fmla="*/ 9134669 w 9134669"/>
              <a:gd name="connsiteY2" fmla="*/ 0 h 1278294"/>
              <a:gd name="connsiteX3" fmla="*/ 9134669 w 9134669"/>
              <a:gd name="connsiteY3" fmla="*/ 83976 h 1278294"/>
              <a:gd name="connsiteX4" fmla="*/ 6270171 w 9134669"/>
              <a:gd name="connsiteY4" fmla="*/ 1278294 h 1278294"/>
              <a:gd name="connsiteX5" fmla="*/ 194 w 9134669"/>
              <a:gd name="connsiteY5" fmla="*/ 195943 h 1278294"/>
              <a:gd name="connsiteX6" fmla="*/ 0 w 9134669"/>
              <a:gd name="connsiteY6" fmla="*/ 111968 h 1278294"/>
              <a:gd name="connsiteX0" fmla="*/ 49877 w 9134540"/>
              <a:gd name="connsiteY0" fmla="*/ 42912 h 1278294"/>
              <a:gd name="connsiteX1" fmla="*/ 6279373 w 9134540"/>
              <a:gd name="connsiteY1" fmla="*/ 1194319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49877 w 9134540"/>
              <a:gd name="connsiteY6" fmla="*/ 42912 h 1278294"/>
              <a:gd name="connsiteX0" fmla="*/ 2252 w 9134540"/>
              <a:gd name="connsiteY0" fmla="*/ 116731 h 1278294"/>
              <a:gd name="connsiteX1" fmla="*/ 6279373 w 9134540"/>
              <a:gd name="connsiteY1" fmla="*/ 1194319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78294"/>
              <a:gd name="connsiteX1" fmla="*/ 6279373 w 9134540"/>
              <a:gd name="connsiteY1" fmla="*/ 1234801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78294"/>
              <a:gd name="connsiteX1" fmla="*/ 6307948 w 9134540"/>
              <a:gd name="connsiteY1" fmla="*/ 1189558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28287"/>
              <a:gd name="connsiteX1" fmla="*/ 6307948 w 9134540"/>
              <a:gd name="connsiteY1" fmla="*/ 1189558 h 1228287"/>
              <a:gd name="connsiteX2" fmla="*/ 9134540 w 9134540"/>
              <a:gd name="connsiteY2" fmla="*/ 0 h 1228287"/>
              <a:gd name="connsiteX3" fmla="*/ 9134540 w 9134540"/>
              <a:gd name="connsiteY3" fmla="*/ 83976 h 1228287"/>
              <a:gd name="connsiteX4" fmla="*/ 6270042 w 9134540"/>
              <a:gd name="connsiteY4" fmla="*/ 1228287 h 1228287"/>
              <a:gd name="connsiteX5" fmla="*/ 65 w 9134540"/>
              <a:gd name="connsiteY5" fmla="*/ 195943 h 1228287"/>
              <a:gd name="connsiteX6" fmla="*/ 2252 w 9134540"/>
              <a:gd name="connsiteY6" fmla="*/ 116731 h 1228287"/>
              <a:gd name="connsiteX0" fmla="*/ 2252 w 9134540"/>
              <a:gd name="connsiteY0" fmla="*/ 116731 h 1266387"/>
              <a:gd name="connsiteX1" fmla="*/ 6307948 w 9134540"/>
              <a:gd name="connsiteY1" fmla="*/ 1189558 h 1266387"/>
              <a:gd name="connsiteX2" fmla="*/ 9134540 w 9134540"/>
              <a:gd name="connsiteY2" fmla="*/ 0 h 1266387"/>
              <a:gd name="connsiteX3" fmla="*/ 9134540 w 9134540"/>
              <a:gd name="connsiteY3" fmla="*/ 83976 h 1266387"/>
              <a:gd name="connsiteX4" fmla="*/ 6315286 w 9134540"/>
              <a:gd name="connsiteY4" fmla="*/ 1266387 h 1266387"/>
              <a:gd name="connsiteX5" fmla="*/ 65 w 9134540"/>
              <a:gd name="connsiteY5" fmla="*/ 195943 h 1266387"/>
              <a:gd name="connsiteX6" fmla="*/ 2252 w 9134540"/>
              <a:gd name="connsiteY6" fmla="*/ 116731 h 1266387"/>
              <a:gd name="connsiteX0" fmla="*/ 2252 w 9134540"/>
              <a:gd name="connsiteY0" fmla="*/ 152450 h 1302106"/>
              <a:gd name="connsiteX1" fmla="*/ 6307948 w 9134540"/>
              <a:gd name="connsiteY1" fmla="*/ 1225277 h 1302106"/>
              <a:gd name="connsiteX2" fmla="*/ 8932134 w 9134540"/>
              <a:gd name="connsiteY2" fmla="*/ 0 h 1302106"/>
              <a:gd name="connsiteX3" fmla="*/ 9134540 w 9134540"/>
              <a:gd name="connsiteY3" fmla="*/ 119695 h 1302106"/>
              <a:gd name="connsiteX4" fmla="*/ 6315286 w 9134540"/>
              <a:gd name="connsiteY4" fmla="*/ 1302106 h 1302106"/>
              <a:gd name="connsiteX5" fmla="*/ 65 w 9134540"/>
              <a:gd name="connsiteY5" fmla="*/ 231662 h 1302106"/>
              <a:gd name="connsiteX6" fmla="*/ 2252 w 9134540"/>
              <a:gd name="connsiteY6" fmla="*/ 152450 h 1302106"/>
              <a:gd name="connsiteX0" fmla="*/ 2252 w 9144066"/>
              <a:gd name="connsiteY0" fmla="*/ 121494 h 1271150"/>
              <a:gd name="connsiteX1" fmla="*/ 6307948 w 9144066"/>
              <a:gd name="connsiteY1" fmla="*/ 1194321 h 1271150"/>
              <a:gd name="connsiteX2" fmla="*/ 9144066 w 9144066"/>
              <a:gd name="connsiteY2" fmla="*/ 0 h 1271150"/>
              <a:gd name="connsiteX3" fmla="*/ 9134540 w 9144066"/>
              <a:gd name="connsiteY3" fmla="*/ 88739 h 1271150"/>
              <a:gd name="connsiteX4" fmla="*/ 6315286 w 9144066"/>
              <a:gd name="connsiteY4" fmla="*/ 1271150 h 1271150"/>
              <a:gd name="connsiteX5" fmla="*/ 65 w 9144066"/>
              <a:gd name="connsiteY5" fmla="*/ 200706 h 1271150"/>
              <a:gd name="connsiteX6" fmla="*/ 2252 w 9144066"/>
              <a:gd name="connsiteY6" fmla="*/ 121494 h 1271150"/>
              <a:gd name="connsiteX0" fmla="*/ 2252 w 9144066"/>
              <a:gd name="connsiteY0" fmla="*/ 121494 h 1271150"/>
              <a:gd name="connsiteX1" fmla="*/ 6307948 w 9144066"/>
              <a:gd name="connsiteY1" fmla="*/ 1194321 h 1271150"/>
              <a:gd name="connsiteX2" fmla="*/ 9144066 w 9144066"/>
              <a:gd name="connsiteY2" fmla="*/ 0 h 1271150"/>
              <a:gd name="connsiteX3" fmla="*/ 9051196 w 9144066"/>
              <a:gd name="connsiteY3" fmla="*/ 236376 h 1271150"/>
              <a:gd name="connsiteX4" fmla="*/ 6315286 w 9144066"/>
              <a:gd name="connsiteY4" fmla="*/ 1271150 h 1271150"/>
              <a:gd name="connsiteX5" fmla="*/ 65 w 9144066"/>
              <a:gd name="connsiteY5" fmla="*/ 200706 h 1271150"/>
              <a:gd name="connsiteX6" fmla="*/ 2252 w 9144066"/>
              <a:gd name="connsiteY6" fmla="*/ 121494 h 1271150"/>
              <a:gd name="connsiteX0" fmla="*/ 2252 w 9144066"/>
              <a:gd name="connsiteY0" fmla="*/ 121494 h 1271150"/>
              <a:gd name="connsiteX1" fmla="*/ 6307948 w 9144066"/>
              <a:gd name="connsiteY1" fmla="*/ 1194321 h 1271150"/>
              <a:gd name="connsiteX2" fmla="*/ 9144066 w 9144066"/>
              <a:gd name="connsiteY2" fmla="*/ 0 h 1271150"/>
              <a:gd name="connsiteX3" fmla="*/ 9141683 w 9144066"/>
              <a:gd name="connsiteY3" fmla="*/ 79214 h 1271150"/>
              <a:gd name="connsiteX4" fmla="*/ 6315286 w 9144066"/>
              <a:gd name="connsiteY4" fmla="*/ 1271150 h 1271150"/>
              <a:gd name="connsiteX5" fmla="*/ 65 w 9144066"/>
              <a:gd name="connsiteY5" fmla="*/ 200706 h 1271150"/>
              <a:gd name="connsiteX6" fmla="*/ 2252 w 9144066"/>
              <a:gd name="connsiteY6" fmla="*/ 121494 h 127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66" h="1271150">
                <a:moveTo>
                  <a:pt x="2252" y="121494"/>
                </a:moveTo>
                <a:lnTo>
                  <a:pt x="6307948" y="1194321"/>
                </a:lnTo>
                <a:lnTo>
                  <a:pt x="9144066" y="0"/>
                </a:lnTo>
                <a:cubicBezTo>
                  <a:pt x="9143272" y="26405"/>
                  <a:pt x="9142477" y="52809"/>
                  <a:pt x="9141683" y="79214"/>
                </a:cubicBezTo>
                <a:lnTo>
                  <a:pt x="6315286" y="1271150"/>
                </a:lnTo>
                <a:lnTo>
                  <a:pt x="65" y="200706"/>
                </a:lnTo>
                <a:cubicBezTo>
                  <a:pt x="0" y="172714"/>
                  <a:pt x="2317" y="149486"/>
                  <a:pt x="2252" y="12149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F230BC2C-1205-42B8-9965-568B6FFB7C40}" type="datetimeFigureOut">
              <a:rPr lang="en-AU" smtClean="0"/>
              <a:t>29/04/2017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normAutofit/>
          </a:bodyPr>
          <a:lstStyle/>
          <a:p>
            <a:fld id="{49731146-60DD-4BE6-8415-4E2B0CEDFF48}" type="slidenum">
              <a:rPr lang="en-AU" smtClean="0"/>
              <a:t>‹#›</a:t>
            </a:fld>
            <a:endParaRPr lang="en-AU"/>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6"/>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1"/>
              </a:gs>
              <a:gs pos="52000">
                <a:schemeClr val="accent1">
                  <a:lumMod val="40000"/>
                  <a:lumOff val="60000"/>
                </a:schemeClr>
              </a:gs>
              <a:gs pos="66000">
                <a:schemeClr val="accent1"/>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3"/>
              </a:gs>
              <a:gs pos="40000">
                <a:schemeClr val="accent3">
                  <a:lumMod val="40000"/>
                  <a:lumOff val="60000"/>
                </a:schemeClr>
              </a:gs>
              <a:gs pos="4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685800" y="1600201"/>
            <a:ext cx="7772400" cy="3733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Freeform 8"/>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F230BC2C-1205-42B8-9965-568B6FFB7C40}" type="datetimeFigureOut">
              <a:rPr lang="en-AU" smtClean="0"/>
              <a:t>29/04/2017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9731146-60DD-4BE6-8415-4E2B0CEDFF48}" type="slidenum">
              <a:rPr lang="en-AU" smtClean="0"/>
              <a:t>‹#›</a:t>
            </a:fld>
            <a:endParaRPr lang="en-AU"/>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Freeform 6"/>
          <p:cNvSpPr/>
          <p:nvPr/>
        </p:nvSpPr>
        <p:spPr>
          <a:xfrm>
            <a:off x="0" y="5545932"/>
            <a:ext cx="9146383" cy="1314449"/>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33337 h 1214437"/>
              <a:gd name="connsiteX1" fmla="*/ 6305550 w 9134475"/>
              <a:gd name="connsiteY1" fmla="*/ 1100137 h 1214437"/>
              <a:gd name="connsiteX2" fmla="*/ 9044270 w 9134475"/>
              <a:gd name="connsiteY2" fmla="*/ 0 h 1214437"/>
              <a:gd name="connsiteX3" fmla="*/ 9134475 w 9134475"/>
              <a:gd name="connsiteY3" fmla="*/ 1214437 h 1214437"/>
              <a:gd name="connsiteX4" fmla="*/ 0 w 9134475"/>
              <a:gd name="connsiteY4" fmla="*/ 1214437 h 1214437"/>
              <a:gd name="connsiteX5" fmla="*/ 0 w 9134475"/>
              <a:gd name="connsiteY5" fmla="*/ 33337 h 1214437"/>
              <a:gd name="connsiteX0" fmla="*/ 0 w 9134475"/>
              <a:gd name="connsiteY0" fmla="*/ 130968 h 1312068"/>
              <a:gd name="connsiteX1" fmla="*/ 6305550 w 9134475"/>
              <a:gd name="connsiteY1" fmla="*/ 1197768 h 1312068"/>
              <a:gd name="connsiteX2" fmla="*/ 9113111 w 9134475"/>
              <a:gd name="connsiteY2" fmla="*/ 0 h 1312068"/>
              <a:gd name="connsiteX3" fmla="*/ 9134475 w 9134475"/>
              <a:gd name="connsiteY3" fmla="*/ 1312068 h 1312068"/>
              <a:gd name="connsiteX4" fmla="*/ 0 w 9134475"/>
              <a:gd name="connsiteY4" fmla="*/ 1312068 h 1312068"/>
              <a:gd name="connsiteX5" fmla="*/ 0 w 9134475"/>
              <a:gd name="connsiteY5" fmla="*/ 130968 h 1312068"/>
              <a:gd name="connsiteX0" fmla="*/ 0 w 9113111"/>
              <a:gd name="connsiteY0" fmla="*/ 130968 h 1312068"/>
              <a:gd name="connsiteX1" fmla="*/ 6305550 w 9113111"/>
              <a:gd name="connsiteY1" fmla="*/ 1197768 h 1312068"/>
              <a:gd name="connsiteX2" fmla="*/ 9113111 w 9113111"/>
              <a:gd name="connsiteY2" fmla="*/ 0 h 1312068"/>
              <a:gd name="connsiteX3" fmla="*/ 8958813 w 9113111"/>
              <a:gd name="connsiteY3" fmla="*/ 1009649 h 1312068"/>
              <a:gd name="connsiteX4" fmla="*/ 0 w 9113111"/>
              <a:gd name="connsiteY4" fmla="*/ 1312068 h 1312068"/>
              <a:gd name="connsiteX5" fmla="*/ 0 w 9113111"/>
              <a:gd name="connsiteY5" fmla="*/ 130968 h 1312068"/>
              <a:gd name="connsiteX0" fmla="*/ 0 w 9117860"/>
              <a:gd name="connsiteY0" fmla="*/ 130968 h 1314449"/>
              <a:gd name="connsiteX1" fmla="*/ 6305550 w 9117860"/>
              <a:gd name="connsiteY1" fmla="*/ 1197768 h 1314449"/>
              <a:gd name="connsiteX2" fmla="*/ 9113111 w 9117860"/>
              <a:gd name="connsiteY2" fmla="*/ 0 h 1314449"/>
              <a:gd name="connsiteX3" fmla="*/ 9117860 w 9117860"/>
              <a:gd name="connsiteY3" fmla="*/ 1314449 h 1314449"/>
              <a:gd name="connsiteX4" fmla="*/ 0 w 9117860"/>
              <a:gd name="connsiteY4" fmla="*/ 1312068 h 1314449"/>
              <a:gd name="connsiteX5" fmla="*/ 0 w 9117860"/>
              <a:gd name="connsiteY5" fmla="*/ 130968 h 131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7860" h="1314449">
                <a:moveTo>
                  <a:pt x="0" y="130968"/>
                </a:moveTo>
                <a:lnTo>
                  <a:pt x="6305550" y="1197768"/>
                </a:lnTo>
                <a:lnTo>
                  <a:pt x="9113111" y="0"/>
                </a:lnTo>
                <a:lnTo>
                  <a:pt x="9117860" y="1314449"/>
                </a:lnTo>
                <a:lnTo>
                  <a:pt x="0" y="1312068"/>
                </a:lnTo>
                <a:lnTo>
                  <a:pt x="0" y="130968"/>
                </a:lnTo>
                <a:close/>
              </a:path>
            </a:pathLst>
          </a:custGeom>
          <a:gradFill>
            <a:gsLst>
              <a:gs pos="0">
                <a:schemeClr val="accent1">
                  <a:lumMod val="40000"/>
                  <a:lumOff val="60000"/>
                </a:schemeClr>
              </a:gs>
              <a:gs pos="50000">
                <a:schemeClr val="accent1"/>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kern="1200">
              <a:solidFill>
                <a:schemeClr val="lt1"/>
              </a:solidFill>
              <a:latin typeface="+mn-lt"/>
              <a:ea typeface="+mn-ea"/>
              <a:cs typeface="+mn-cs"/>
            </a:endParaRPr>
          </a:p>
        </p:txBody>
      </p:sp>
      <p:sp>
        <p:nvSpPr>
          <p:cNvPr id="8" name="Freeform 7"/>
          <p:cNvSpPr/>
          <p:nvPr/>
        </p:nvSpPr>
        <p:spPr>
          <a:xfrm>
            <a:off x="-76" y="5293518"/>
            <a:ext cx="9144093" cy="1443038"/>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355114 w 9144000"/>
              <a:gd name="connsiteY0" fmla="*/ 0 h 1562100"/>
              <a:gd name="connsiteX1" fmla="*/ 9144000 w 9144000"/>
              <a:gd name="connsiteY1" fmla="*/ 104775 h 1562100"/>
              <a:gd name="connsiteX2" fmla="*/ 9144000 w 9144000"/>
              <a:gd name="connsiteY2" fmla="*/ 361950 h 1562100"/>
              <a:gd name="connsiteX3" fmla="*/ 6334125 w 9144000"/>
              <a:gd name="connsiteY3" fmla="*/ 1562100 h 1562100"/>
              <a:gd name="connsiteX4" fmla="*/ 0 w 9144000"/>
              <a:gd name="connsiteY4" fmla="*/ 495300 h 1562100"/>
              <a:gd name="connsiteX5" fmla="*/ 355114 w 9144000"/>
              <a:gd name="connsiteY5" fmla="*/ 0 h 1562100"/>
              <a:gd name="connsiteX0" fmla="*/ 411923 w 9144000"/>
              <a:gd name="connsiteY0" fmla="*/ 83344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411923 w 9144000"/>
              <a:gd name="connsiteY5" fmla="*/ 83344 h 1457325"/>
              <a:gd name="connsiteX0" fmla="*/ 28462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8462 w 9144000"/>
              <a:gd name="connsiteY5" fmla="*/ 9525 h 1457325"/>
              <a:gd name="connsiteX0" fmla="*/ 108942 w 9144000"/>
              <a:gd name="connsiteY0" fmla="*/ 10477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108942 w 9144000"/>
              <a:gd name="connsiteY5" fmla="*/ 104775 h 1457325"/>
              <a:gd name="connsiteX0" fmla="*/ 26095 w 9144000"/>
              <a:gd name="connsiteY0" fmla="*/ 14288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6095 w 9144000"/>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12977 w 9117905"/>
              <a:gd name="connsiteY4" fmla="*/ 311944 h 1457325"/>
              <a:gd name="connsiteX5" fmla="*/ 0 w 9117905"/>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310 w 9117905"/>
              <a:gd name="connsiteY4" fmla="*/ 376237 h 1457325"/>
              <a:gd name="connsiteX5" fmla="*/ 0 w 9117905"/>
              <a:gd name="connsiteY5" fmla="*/ 14288 h 1457325"/>
              <a:gd name="connsiteX0" fmla="*/ 0 w 9117905"/>
              <a:gd name="connsiteY0" fmla="*/ 14288 h 1531144"/>
              <a:gd name="connsiteX1" fmla="*/ 9117905 w 9117905"/>
              <a:gd name="connsiteY1" fmla="*/ 0 h 1531144"/>
              <a:gd name="connsiteX2" fmla="*/ 9117905 w 9117905"/>
              <a:gd name="connsiteY2" fmla="*/ 257175 h 1531144"/>
              <a:gd name="connsiteX3" fmla="*/ 6308030 w 9117905"/>
              <a:gd name="connsiteY3" fmla="*/ 1531144 h 1531144"/>
              <a:gd name="connsiteX4" fmla="*/ 2310 w 9117905"/>
              <a:gd name="connsiteY4" fmla="*/ 376237 h 1531144"/>
              <a:gd name="connsiteX5" fmla="*/ 0 w 9117905"/>
              <a:gd name="connsiteY5" fmla="*/ 14288 h 1531144"/>
              <a:gd name="connsiteX0" fmla="*/ 0 w 9117905"/>
              <a:gd name="connsiteY0" fmla="*/ 14288 h 1450181"/>
              <a:gd name="connsiteX1" fmla="*/ 9117905 w 9117905"/>
              <a:gd name="connsiteY1" fmla="*/ 0 h 1450181"/>
              <a:gd name="connsiteX2" fmla="*/ 9117905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8994819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9106070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06070"/>
              <a:gd name="connsiteY0" fmla="*/ 0 h 1435893"/>
              <a:gd name="connsiteX1" fmla="*/ 9013755 w 9106070"/>
              <a:gd name="connsiteY1" fmla="*/ 97630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2 h 1435895"/>
              <a:gd name="connsiteX1" fmla="*/ 9096602 w 9106070"/>
              <a:gd name="connsiteY1" fmla="*/ 0 h 1435895"/>
              <a:gd name="connsiteX2" fmla="*/ 9106070 w 9106070"/>
              <a:gd name="connsiteY2" fmla="*/ 242889 h 1435895"/>
              <a:gd name="connsiteX3" fmla="*/ 6260689 w 9106070"/>
              <a:gd name="connsiteY3" fmla="*/ 1435895 h 1435895"/>
              <a:gd name="connsiteX4" fmla="*/ 2310 w 9106070"/>
              <a:gd name="connsiteY4" fmla="*/ 361951 h 1435895"/>
              <a:gd name="connsiteX5" fmla="*/ 0 w 9106070"/>
              <a:gd name="connsiteY5" fmla="*/ 2 h 1435895"/>
              <a:gd name="connsiteX0" fmla="*/ 0 w 9106070"/>
              <a:gd name="connsiteY0" fmla="*/ 0 h 1435893"/>
              <a:gd name="connsiteX1" fmla="*/ 8973515 w 9106070"/>
              <a:gd name="connsiteY1" fmla="*/ 123823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7145 h 1443038"/>
              <a:gd name="connsiteX1" fmla="*/ 9089499 w 9106070"/>
              <a:gd name="connsiteY1" fmla="*/ 0 h 1443038"/>
              <a:gd name="connsiteX2" fmla="*/ 9106070 w 9106070"/>
              <a:gd name="connsiteY2" fmla="*/ 250032 h 1443038"/>
              <a:gd name="connsiteX3" fmla="*/ 6260689 w 9106070"/>
              <a:gd name="connsiteY3" fmla="*/ 1443038 h 1443038"/>
              <a:gd name="connsiteX4" fmla="*/ 2310 w 9106070"/>
              <a:gd name="connsiteY4" fmla="*/ 369094 h 1443038"/>
              <a:gd name="connsiteX5" fmla="*/ 0 w 9106070"/>
              <a:gd name="connsiteY5" fmla="*/ 7145 h 1443038"/>
              <a:gd name="connsiteX0" fmla="*/ 0 w 9089499"/>
              <a:gd name="connsiteY0" fmla="*/ 7145 h 1443038"/>
              <a:gd name="connsiteX1" fmla="*/ 9089499 w 9089499"/>
              <a:gd name="connsiteY1" fmla="*/ 0 h 1443038"/>
              <a:gd name="connsiteX2" fmla="*/ 8923808 w 9089499"/>
              <a:gd name="connsiteY2" fmla="*/ 197644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4767 w 9089499"/>
              <a:gd name="connsiteY2" fmla="*/ 247650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8982984 w 9089499"/>
              <a:gd name="connsiteY2" fmla="*/ 202406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130131 w 9089499"/>
              <a:gd name="connsiteY4" fmla="*/ 266700 h 1443038"/>
              <a:gd name="connsiteX5" fmla="*/ 0 w 9089499"/>
              <a:gd name="connsiteY5" fmla="*/ 7145 h 1443038"/>
              <a:gd name="connsiteX0" fmla="*/ 57 w 9089556"/>
              <a:gd name="connsiteY0" fmla="*/ 7145 h 1443038"/>
              <a:gd name="connsiteX1" fmla="*/ 9089556 w 9089556"/>
              <a:gd name="connsiteY1" fmla="*/ 0 h 1443038"/>
              <a:gd name="connsiteX2" fmla="*/ 9087191 w 9089556"/>
              <a:gd name="connsiteY2" fmla="*/ 254793 h 1443038"/>
              <a:gd name="connsiteX3" fmla="*/ 6260746 w 9089556"/>
              <a:gd name="connsiteY3" fmla="*/ 1443038 h 1443038"/>
              <a:gd name="connsiteX4" fmla="*/ 0 w 9089556"/>
              <a:gd name="connsiteY4" fmla="*/ 366713 h 1443038"/>
              <a:gd name="connsiteX5" fmla="*/ 57 w 9089556"/>
              <a:gd name="connsiteY5" fmla="*/ 7145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9556" h="1443038">
                <a:moveTo>
                  <a:pt x="57" y="7145"/>
                </a:moveTo>
                <a:lnTo>
                  <a:pt x="9089556" y="0"/>
                </a:lnTo>
                <a:cubicBezTo>
                  <a:pt x="9087979" y="82550"/>
                  <a:pt x="9088768" y="172243"/>
                  <a:pt x="9087191" y="254793"/>
                </a:cubicBezTo>
                <a:lnTo>
                  <a:pt x="6260746" y="1443038"/>
                </a:lnTo>
                <a:lnTo>
                  <a:pt x="0" y="366713"/>
                </a:lnTo>
                <a:lnTo>
                  <a:pt x="57" y="7145"/>
                </a:lnTo>
                <a:close/>
              </a:path>
            </a:pathLst>
          </a:custGeom>
          <a:gradFill>
            <a:gsLst>
              <a:gs pos="0">
                <a:srgbClr val="000000"/>
              </a:gs>
              <a:gs pos="14000">
                <a:srgbClr val="333333"/>
              </a:gs>
              <a:gs pos="83000">
                <a:srgbClr val="00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kern="1200">
              <a:solidFill>
                <a:schemeClr val="lt1"/>
              </a:solidFill>
              <a:latin typeface="+mn-lt"/>
              <a:ea typeface="+mn-ea"/>
              <a:cs typeface="+mn-cs"/>
            </a:endParaRPr>
          </a:p>
        </p:txBody>
      </p:sp>
      <p:sp>
        <p:nvSpPr>
          <p:cNvPr id="9" name="Freeform 8"/>
          <p:cNvSpPr/>
          <p:nvPr/>
        </p:nvSpPr>
        <p:spPr>
          <a:xfrm>
            <a:off x="-76" y="5293518"/>
            <a:ext cx="9144093" cy="1443038"/>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355114 w 9144000"/>
              <a:gd name="connsiteY0" fmla="*/ 0 h 1562100"/>
              <a:gd name="connsiteX1" fmla="*/ 9144000 w 9144000"/>
              <a:gd name="connsiteY1" fmla="*/ 104775 h 1562100"/>
              <a:gd name="connsiteX2" fmla="*/ 9144000 w 9144000"/>
              <a:gd name="connsiteY2" fmla="*/ 361950 h 1562100"/>
              <a:gd name="connsiteX3" fmla="*/ 6334125 w 9144000"/>
              <a:gd name="connsiteY3" fmla="*/ 1562100 h 1562100"/>
              <a:gd name="connsiteX4" fmla="*/ 0 w 9144000"/>
              <a:gd name="connsiteY4" fmla="*/ 495300 h 1562100"/>
              <a:gd name="connsiteX5" fmla="*/ 355114 w 9144000"/>
              <a:gd name="connsiteY5" fmla="*/ 0 h 1562100"/>
              <a:gd name="connsiteX0" fmla="*/ 411923 w 9144000"/>
              <a:gd name="connsiteY0" fmla="*/ 83344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411923 w 9144000"/>
              <a:gd name="connsiteY5" fmla="*/ 83344 h 1457325"/>
              <a:gd name="connsiteX0" fmla="*/ 28462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8462 w 9144000"/>
              <a:gd name="connsiteY5" fmla="*/ 9525 h 1457325"/>
              <a:gd name="connsiteX0" fmla="*/ 108942 w 9144000"/>
              <a:gd name="connsiteY0" fmla="*/ 10477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108942 w 9144000"/>
              <a:gd name="connsiteY5" fmla="*/ 104775 h 1457325"/>
              <a:gd name="connsiteX0" fmla="*/ 26095 w 9144000"/>
              <a:gd name="connsiteY0" fmla="*/ 14288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6095 w 9144000"/>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12977 w 9117905"/>
              <a:gd name="connsiteY4" fmla="*/ 311944 h 1457325"/>
              <a:gd name="connsiteX5" fmla="*/ 0 w 9117905"/>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310 w 9117905"/>
              <a:gd name="connsiteY4" fmla="*/ 376237 h 1457325"/>
              <a:gd name="connsiteX5" fmla="*/ 0 w 9117905"/>
              <a:gd name="connsiteY5" fmla="*/ 14288 h 1457325"/>
              <a:gd name="connsiteX0" fmla="*/ 0 w 9117905"/>
              <a:gd name="connsiteY0" fmla="*/ 14288 h 1531144"/>
              <a:gd name="connsiteX1" fmla="*/ 9117905 w 9117905"/>
              <a:gd name="connsiteY1" fmla="*/ 0 h 1531144"/>
              <a:gd name="connsiteX2" fmla="*/ 9117905 w 9117905"/>
              <a:gd name="connsiteY2" fmla="*/ 257175 h 1531144"/>
              <a:gd name="connsiteX3" fmla="*/ 6308030 w 9117905"/>
              <a:gd name="connsiteY3" fmla="*/ 1531144 h 1531144"/>
              <a:gd name="connsiteX4" fmla="*/ 2310 w 9117905"/>
              <a:gd name="connsiteY4" fmla="*/ 376237 h 1531144"/>
              <a:gd name="connsiteX5" fmla="*/ 0 w 9117905"/>
              <a:gd name="connsiteY5" fmla="*/ 14288 h 1531144"/>
              <a:gd name="connsiteX0" fmla="*/ 0 w 9117905"/>
              <a:gd name="connsiteY0" fmla="*/ 14288 h 1450181"/>
              <a:gd name="connsiteX1" fmla="*/ 9117905 w 9117905"/>
              <a:gd name="connsiteY1" fmla="*/ 0 h 1450181"/>
              <a:gd name="connsiteX2" fmla="*/ 9117905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8994819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9106070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06070"/>
              <a:gd name="connsiteY0" fmla="*/ 0 h 1435893"/>
              <a:gd name="connsiteX1" fmla="*/ 9013755 w 9106070"/>
              <a:gd name="connsiteY1" fmla="*/ 97630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2 h 1435895"/>
              <a:gd name="connsiteX1" fmla="*/ 9096602 w 9106070"/>
              <a:gd name="connsiteY1" fmla="*/ 0 h 1435895"/>
              <a:gd name="connsiteX2" fmla="*/ 9106070 w 9106070"/>
              <a:gd name="connsiteY2" fmla="*/ 242889 h 1435895"/>
              <a:gd name="connsiteX3" fmla="*/ 6260689 w 9106070"/>
              <a:gd name="connsiteY3" fmla="*/ 1435895 h 1435895"/>
              <a:gd name="connsiteX4" fmla="*/ 2310 w 9106070"/>
              <a:gd name="connsiteY4" fmla="*/ 361951 h 1435895"/>
              <a:gd name="connsiteX5" fmla="*/ 0 w 9106070"/>
              <a:gd name="connsiteY5" fmla="*/ 2 h 1435895"/>
              <a:gd name="connsiteX0" fmla="*/ 0 w 9106070"/>
              <a:gd name="connsiteY0" fmla="*/ 0 h 1435893"/>
              <a:gd name="connsiteX1" fmla="*/ 8973515 w 9106070"/>
              <a:gd name="connsiteY1" fmla="*/ 123823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7145 h 1443038"/>
              <a:gd name="connsiteX1" fmla="*/ 9089499 w 9106070"/>
              <a:gd name="connsiteY1" fmla="*/ 0 h 1443038"/>
              <a:gd name="connsiteX2" fmla="*/ 9106070 w 9106070"/>
              <a:gd name="connsiteY2" fmla="*/ 250032 h 1443038"/>
              <a:gd name="connsiteX3" fmla="*/ 6260689 w 9106070"/>
              <a:gd name="connsiteY3" fmla="*/ 1443038 h 1443038"/>
              <a:gd name="connsiteX4" fmla="*/ 2310 w 9106070"/>
              <a:gd name="connsiteY4" fmla="*/ 369094 h 1443038"/>
              <a:gd name="connsiteX5" fmla="*/ 0 w 9106070"/>
              <a:gd name="connsiteY5" fmla="*/ 7145 h 1443038"/>
              <a:gd name="connsiteX0" fmla="*/ 0 w 9089499"/>
              <a:gd name="connsiteY0" fmla="*/ 7145 h 1443038"/>
              <a:gd name="connsiteX1" fmla="*/ 9089499 w 9089499"/>
              <a:gd name="connsiteY1" fmla="*/ 0 h 1443038"/>
              <a:gd name="connsiteX2" fmla="*/ 8923808 w 9089499"/>
              <a:gd name="connsiteY2" fmla="*/ 197644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4767 w 9089499"/>
              <a:gd name="connsiteY2" fmla="*/ 247650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8982984 w 9089499"/>
              <a:gd name="connsiteY2" fmla="*/ 202406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130131 w 9089499"/>
              <a:gd name="connsiteY4" fmla="*/ 266700 h 1443038"/>
              <a:gd name="connsiteX5" fmla="*/ 0 w 9089499"/>
              <a:gd name="connsiteY5" fmla="*/ 7145 h 1443038"/>
              <a:gd name="connsiteX0" fmla="*/ 57 w 9089556"/>
              <a:gd name="connsiteY0" fmla="*/ 7145 h 1443038"/>
              <a:gd name="connsiteX1" fmla="*/ 9089556 w 9089556"/>
              <a:gd name="connsiteY1" fmla="*/ 0 h 1443038"/>
              <a:gd name="connsiteX2" fmla="*/ 9087191 w 9089556"/>
              <a:gd name="connsiteY2" fmla="*/ 254793 h 1443038"/>
              <a:gd name="connsiteX3" fmla="*/ 6260746 w 9089556"/>
              <a:gd name="connsiteY3" fmla="*/ 1443038 h 1443038"/>
              <a:gd name="connsiteX4" fmla="*/ 0 w 9089556"/>
              <a:gd name="connsiteY4" fmla="*/ 366713 h 1443038"/>
              <a:gd name="connsiteX5" fmla="*/ 57 w 9089556"/>
              <a:gd name="connsiteY5" fmla="*/ 7145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9556" h="1443038">
                <a:moveTo>
                  <a:pt x="57" y="7145"/>
                </a:moveTo>
                <a:lnTo>
                  <a:pt x="9089556" y="0"/>
                </a:lnTo>
                <a:cubicBezTo>
                  <a:pt x="9087979" y="82550"/>
                  <a:pt x="9088768" y="172243"/>
                  <a:pt x="9087191" y="254793"/>
                </a:cubicBezTo>
                <a:lnTo>
                  <a:pt x="6260746" y="1443038"/>
                </a:lnTo>
                <a:lnTo>
                  <a:pt x="0" y="366713"/>
                </a:lnTo>
                <a:lnTo>
                  <a:pt x="57" y="7145"/>
                </a:lnTo>
                <a:close/>
              </a:path>
            </a:pathLst>
          </a:custGeom>
          <a:gradFill>
            <a:gsLst>
              <a:gs pos="41000">
                <a:srgbClr val="000000">
                  <a:alpha val="0"/>
                </a:srgbClr>
              </a:gs>
              <a:gs pos="57000">
                <a:srgbClr val="4D4D4D"/>
              </a:gs>
              <a:gs pos="100000">
                <a:srgbClr val="000000">
                  <a:alpha val="0"/>
                </a:srgbClr>
              </a:gs>
            </a:gsLst>
            <a:lin ang="6000000" scaled="0"/>
          </a:grad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kern="1200">
              <a:solidFill>
                <a:schemeClr val="lt1"/>
              </a:solidFill>
              <a:latin typeface="+mn-lt"/>
              <a:ea typeface="+mn-ea"/>
              <a:cs typeface="+mn-cs"/>
            </a:endParaRPr>
          </a:p>
        </p:txBody>
      </p:sp>
      <p:sp>
        <p:nvSpPr>
          <p:cNvPr id="2" name="Title 1"/>
          <p:cNvSpPr>
            <a:spLocks noGrp="1"/>
          </p:cNvSpPr>
          <p:nvPr>
            <p:ph type="title"/>
          </p:nvPr>
        </p:nvSpPr>
        <p:spPr>
          <a:xfrm>
            <a:off x="722313" y="3633787"/>
            <a:ext cx="7772400" cy="1362075"/>
          </a:xfrm>
        </p:spPr>
        <p:txBody>
          <a:bodyPr anchor="t"/>
          <a:lstStyle>
            <a:lvl1pPr algn="l">
              <a:defRPr sz="4000" b="0" i="0" cap="all" baseline="0"/>
            </a:lvl1pPr>
          </a:lstStyle>
          <a:p>
            <a:r>
              <a:rPr lang="en-US" smtClean="0"/>
              <a:t>Click to edit Master title style</a:t>
            </a:r>
            <a:endParaRPr lang="en-US" dirty="0"/>
          </a:p>
        </p:txBody>
      </p:sp>
      <p:sp>
        <p:nvSpPr>
          <p:cNvPr id="3" name="Text Placeholder 2"/>
          <p:cNvSpPr>
            <a:spLocks noGrp="1"/>
          </p:cNvSpPr>
          <p:nvPr>
            <p:ph type="body" idx="1"/>
          </p:nvPr>
        </p:nvSpPr>
        <p:spPr>
          <a:xfrm>
            <a:off x="722313" y="2133600"/>
            <a:ext cx="7772400" cy="1500187"/>
          </a:xfrm>
        </p:spPr>
        <p:txBody>
          <a:bodyPr anchor="b"/>
          <a:lstStyle>
            <a:lvl1pPr marL="0" indent="0">
              <a:buNone/>
              <a:defRPr sz="200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0" name="Rectangle 9"/>
          <p:cNvSpPr/>
          <p:nvPr/>
        </p:nvSpPr>
        <p:spPr>
          <a:xfrm>
            <a:off x="0" y="5262465"/>
            <a:ext cx="9144000" cy="7464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130" y="5502670"/>
            <a:ext cx="9144066" cy="1271150"/>
          </a:xfrm>
          <a:custGeom>
            <a:avLst/>
            <a:gdLst>
              <a:gd name="connsiteX0" fmla="*/ 9331 w 9144000"/>
              <a:gd name="connsiteY0" fmla="*/ 111968 h 1278294"/>
              <a:gd name="connsiteX1" fmla="*/ 6288833 w 9144000"/>
              <a:gd name="connsiteY1" fmla="*/ 1194319 h 1278294"/>
              <a:gd name="connsiteX2" fmla="*/ 9144000 w 9144000"/>
              <a:gd name="connsiteY2" fmla="*/ 0 h 1278294"/>
              <a:gd name="connsiteX3" fmla="*/ 9144000 w 9144000"/>
              <a:gd name="connsiteY3" fmla="*/ 83976 h 1278294"/>
              <a:gd name="connsiteX4" fmla="*/ 6279502 w 9144000"/>
              <a:gd name="connsiteY4" fmla="*/ 1278294 h 1278294"/>
              <a:gd name="connsiteX5" fmla="*/ 0 w 9144000"/>
              <a:gd name="connsiteY5" fmla="*/ 195943 h 1278294"/>
              <a:gd name="connsiteX6" fmla="*/ 9331 w 9144000"/>
              <a:gd name="connsiteY6" fmla="*/ 111968 h 1278294"/>
              <a:gd name="connsiteX0" fmla="*/ 0 w 9134669"/>
              <a:gd name="connsiteY0" fmla="*/ 111968 h 1278294"/>
              <a:gd name="connsiteX1" fmla="*/ 6279502 w 9134669"/>
              <a:gd name="connsiteY1" fmla="*/ 1194319 h 1278294"/>
              <a:gd name="connsiteX2" fmla="*/ 9134669 w 9134669"/>
              <a:gd name="connsiteY2" fmla="*/ 0 h 1278294"/>
              <a:gd name="connsiteX3" fmla="*/ 9134669 w 9134669"/>
              <a:gd name="connsiteY3" fmla="*/ 83976 h 1278294"/>
              <a:gd name="connsiteX4" fmla="*/ 6270171 w 9134669"/>
              <a:gd name="connsiteY4" fmla="*/ 1278294 h 1278294"/>
              <a:gd name="connsiteX5" fmla="*/ 171644 w 9134669"/>
              <a:gd name="connsiteY5" fmla="*/ 388824 h 1278294"/>
              <a:gd name="connsiteX6" fmla="*/ 0 w 9134669"/>
              <a:gd name="connsiteY6" fmla="*/ 111968 h 1278294"/>
              <a:gd name="connsiteX0" fmla="*/ 0 w 9134669"/>
              <a:gd name="connsiteY0" fmla="*/ 111968 h 1278294"/>
              <a:gd name="connsiteX1" fmla="*/ 6279502 w 9134669"/>
              <a:gd name="connsiteY1" fmla="*/ 1194319 h 1278294"/>
              <a:gd name="connsiteX2" fmla="*/ 9134669 w 9134669"/>
              <a:gd name="connsiteY2" fmla="*/ 0 h 1278294"/>
              <a:gd name="connsiteX3" fmla="*/ 9134669 w 9134669"/>
              <a:gd name="connsiteY3" fmla="*/ 83976 h 1278294"/>
              <a:gd name="connsiteX4" fmla="*/ 6270171 w 9134669"/>
              <a:gd name="connsiteY4" fmla="*/ 1278294 h 1278294"/>
              <a:gd name="connsiteX5" fmla="*/ 194 w 9134669"/>
              <a:gd name="connsiteY5" fmla="*/ 195943 h 1278294"/>
              <a:gd name="connsiteX6" fmla="*/ 0 w 9134669"/>
              <a:gd name="connsiteY6" fmla="*/ 111968 h 1278294"/>
              <a:gd name="connsiteX0" fmla="*/ 49877 w 9134540"/>
              <a:gd name="connsiteY0" fmla="*/ 42912 h 1278294"/>
              <a:gd name="connsiteX1" fmla="*/ 6279373 w 9134540"/>
              <a:gd name="connsiteY1" fmla="*/ 1194319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49877 w 9134540"/>
              <a:gd name="connsiteY6" fmla="*/ 42912 h 1278294"/>
              <a:gd name="connsiteX0" fmla="*/ 2252 w 9134540"/>
              <a:gd name="connsiteY0" fmla="*/ 116731 h 1278294"/>
              <a:gd name="connsiteX1" fmla="*/ 6279373 w 9134540"/>
              <a:gd name="connsiteY1" fmla="*/ 1194319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78294"/>
              <a:gd name="connsiteX1" fmla="*/ 6279373 w 9134540"/>
              <a:gd name="connsiteY1" fmla="*/ 1234801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78294"/>
              <a:gd name="connsiteX1" fmla="*/ 6307948 w 9134540"/>
              <a:gd name="connsiteY1" fmla="*/ 1189558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28287"/>
              <a:gd name="connsiteX1" fmla="*/ 6307948 w 9134540"/>
              <a:gd name="connsiteY1" fmla="*/ 1189558 h 1228287"/>
              <a:gd name="connsiteX2" fmla="*/ 9134540 w 9134540"/>
              <a:gd name="connsiteY2" fmla="*/ 0 h 1228287"/>
              <a:gd name="connsiteX3" fmla="*/ 9134540 w 9134540"/>
              <a:gd name="connsiteY3" fmla="*/ 83976 h 1228287"/>
              <a:gd name="connsiteX4" fmla="*/ 6270042 w 9134540"/>
              <a:gd name="connsiteY4" fmla="*/ 1228287 h 1228287"/>
              <a:gd name="connsiteX5" fmla="*/ 65 w 9134540"/>
              <a:gd name="connsiteY5" fmla="*/ 195943 h 1228287"/>
              <a:gd name="connsiteX6" fmla="*/ 2252 w 9134540"/>
              <a:gd name="connsiteY6" fmla="*/ 116731 h 1228287"/>
              <a:gd name="connsiteX0" fmla="*/ 2252 w 9134540"/>
              <a:gd name="connsiteY0" fmla="*/ 116731 h 1266387"/>
              <a:gd name="connsiteX1" fmla="*/ 6307948 w 9134540"/>
              <a:gd name="connsiteY1" fmla="*/ 1189558 h 1266387"/>
              <a:gd name="connsiteX2" fmla="*/ 9134540 w 9134540"/>
              <a:gd name="connsiteY2" fmla="*/ 0 h 1266387"/>
              <a:gd name="connsiteX3" fmla="*/ 9134540 w 9134540"/>
              <a:gd name="connsiteY3" fmla="*/ 83976 h 1266387"/>
              <a:gd name="connsiteX4" fmla="*/ 6315286 w 9134540"/>
              <a:gd name="connsiteY4" fmla="*/ 1266387 h 1266387"/>
              <a:gd name="connsiteX5" fmla="*/ 65 w 9134540"/>
              <a:gd name="connsiteY5" fmla="*/ 195943 h 1266387"/>
              <a:gd name="connsiteX6" fmla="*/ 2252 w 9134540"/>
              <a:gd name="connsiteY6" fmla="*/ 116731 h 1266387"/>
              <a:gd name="connsiteX0" fmla="*/ 2252 w 9134540"/>
              <a:gd name="connsiteY0" fmla="*/ 152450 h 1302106"/>
              <a:gd name="connsiteX1" fmla="*/ 6307948 w 9134540"/>
              <a:gd name="connsiteY1" fmla="*/ 1225277 h 1302106"/>
              <a:gd name="connsiteX2" fmla="*/ 8932134 w 9134540"/>
              <a:gd name="connsiteY2" fmla="*/ 0 h 1302106"/>
              <a:gd name="connsiteX3" fmla="*/ 9134540 w 9134540"/>
              <a:gd name="connsiteY3" fmla="*/ 119695 h 1302106"/>
              <a:gd name="connsiteX4" fmla="*/ 6315286 w 9134540"/>
              <a:gd name="connsiteY4" fmla="*/ 1302106 h 1302106"/>
              <a:gd name="connsiteX5" fmla="*/ 65 w 9134540"/>
              <a:gd name="connsiteY5" fmla="*/ 231662 h 1302106"/>
              <a:gd name="connsiteX6" fmla="*/ 2252 w 9134540"/>
              <a:gd name="connsiteY6" fmla="*/ 152450 h 1302106"/>
              <a:gd name="connsiteX0" fmla="*/ 2252 w 9144066"/>
              <a:gd name="connsiteY0" fmla="*/ 121494 h 1271150"/>
              <a:gd name="connsiteX1" fmla="*/ 6307948 w 9144066"/>
              <a:gd name="connsiteY1" fmla="*/ 1194321 h 1271150"/>
              <a:gd name="connsiteX2" fmla="*/ 9144066 w 9144066"/>
              <a:gd name="connsiteY2" fmla="*/ 0 h 1271150"/>
              <a:gd name="connsiteX3" fmla="*/ 9134540 w 9144066"/>
              <a:gd name="connsiteY3" fmla="*/ 88739 h 1271150"/>
              <a:gd name="connsiteX4" fmla="*/ 6315286 w 9144066"/>
              <a:gd name="connsiteY4" fmla="*/ 1271150 h 1271150"/>
              <a:gd name="connsiteX5" fmla="*/ 65 w 9144066"/>
              <a:gd name="connsiteY5" fmla="*/ 200706 h 1271150"/>
              <a:gd name="connsiteX6" fmla="*/ 2252 w 9144066"/>
              <a:gd name="connsiteY6" fmla="*/ 121494 h 1271150"/>
              <a:gd name="connsiteX0" fmla="*/ 2252 w 9144066"/>
              <a:gd name="connsiteY0" fmla="*/ 121494 h 1271150"/>
              <a:gd name="connsiteX1" fmla="*/ 6307948 w 9144066"/>
              <a:gd name="connsiteY1" fmla="*/ 1194321 h 1271150"/>
              <a:gd name="connsiteX2" fmla="*/ 9144066 w 9144066"/>
              <a:gd name="connsiteY2" fmla="*/ 0 h 1271150"/>
              <a:gd name="connsiteX3" fmla="*/ 9051196 w 9144066"/>
              <a:gd name="connsiteY3" fmla="*/ 236376 h 1271150"/>
              <a:gd name="connsiteX4" fmla="*/ 6315286 w 9144066"/>
              <a:gd name="connsiteY4" fmla="*/ 1271150 h 1271150"/>
              <a:gd name="connsiteX5" fmla="*/ 65 w 9144066"/>
              <a:gd name="connsiteY5" fmla="*/ 200706 h 1271150"/>
              <a:gd name="connsiteX6" fmla="*/ 2252 w 9144066"/>
              <a:gd name="connsiteY6" fmla="*/ 121494 h 1271150"/>
              <a:gd name="connsiteX0" fmla="*/ 2252 w 9144066"/>
              <a:gd name="connsiteY0" fmla="*/ 121494 h 1271150"/>
              <a:gd name="connsiteX1" fmla="*/ 6307948 w 9144066"/>
              <a:gd name="connsiteY1" fmla="*/ 1194321 h 1271150"/>
              <a:gd name="connsiteX2" fmla="*/ 9144066 w 9144066"/>
              <a:gd name="connsiteY2" fmla="*/ 0 h 1271150"/>
              <a:gd name="connsiteX3" fmla="*/ 9141683 w 9144066"/>
              <a:gd name="connsiteY3" fmla="*/ 79214 h 1271150"/>
              <a:gd name="connsiteX4" fmla="*/ 6315286 w 9144066"/>
              <a:gd name="connsiteY4" fmla="*/ 1271150 h 1271150"/>
              <a:gd name="connsiteX5" fmla="*/ 65 w 9144066"/>
              <a:gd name="connsiteY5" fmla="*/ 200706 h 1271150"/>
              <a:gd name="connsiteX6" fmla="*/ 2252 w 9144066"/>
              <a:gd name="connsiteY6" fmla="*/ 121494 h 127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66" h="1271150">
                <a:moveTo>
                  <a:pt x="2252" y="121494"/>
                </a:moveTo>
                <a:lnTo>
                  <a:pt x="6307948" y="1194321"/>
                </a:lnTo>
                <a:lnTo>
                  <a:pt x="9144066" y="0"/>
                </a:lnTo>
                <a:cubicBezTo>
                  <a:pt x="9143272" y="26405"/>
                  <a:pt x="9142477" y="52809"/>
                  <a:pt x="9141683" y="79214"/>
                </a:cubicBezTo>
                <a:lnTo>
                  <a:pt x="6315286" y="1271150"/>
                </a:lnTo>
                <a:lnTo>
                  <a:pt x="65" y="200706"/>
                </a:lnTo>
                <a:cubicBezTo>
                  <a:pt x="0" y="172714"/>
                  <a:pt x="2317" y="149486"/>
                  <a:pt x="2252" y="12149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F230BC2C-1205-42B8-9965-568B6FFB7C40}" type="datetimeFigureOut">
              <a:rPr lang="en-AU" smtClean="0"/>
              <a:t>29/04/2017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9731146-60DD-4BE6-8415-4E2B0CEDFF48}" type="slidenum">
              <a:rPr lang="en-AU" smtClean="0"/>
              <a:t>‹#›</a:t>
            </a:fld>
            <a:endParaRPr lang="en-AU"/>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3"/>
              </a:gs>
              <a:gs pos="40000">
                <a:schemeClr val="accent3">
                  <a:lumMod val="40000"/>
                  <a:lumOff val="60000"/>
                </a:schemeClr>
              </a:gs>
              <a:gs pos="4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1"/>
              </a:gs>
              <a:gs pos="52000">
                <a:schemeClr val="accent1">
                  <a:lumMod val="40000"/>
                  <a:lumOff val="60000"/>
                </a:schemeClr>
              </a:gs>
              <a:gs pos="66000">
                <a:schemeClr val="accent1"/>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p:txBody>
          <a:bodyPr/>
          <a:lstStyle/>
          <a:p>
            <a:r>
              <a:rPr lang="en-US" smtClean="0"/>
              <a:t>Click to edit Master title style</a:t>
            </a:r>
            <a:endParaRPr lang="en-US"/>
          </a:p>
        </p:txBody>
      </p:sp>
      <p:sp>
        <p:nvSpPr>
          <p:cNvPr id="10" name="Freeform 9"/>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F230BC2C-1205-42B8-9965-568B6FFB7C40}" type="datetimeFigureOut">
              <a:rPr lang="en-AU" smtClean="0"/>
              <a:t>29/04/2017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9731146-60DD-4BE6-8415-4E2B0CEDFF48}" type="slidenum">
              <a:rPr lang="en-AU" smtClean="0"/>
              <a:t>‹#›</a:t>
            </a:fld>
            <a:endParaRPr lang="en-AU"/>
          </a:p>
        </p:txBody>
      </p:sp>
      <p:sp>
        <p:nvSpPr>
          <p:cNvPr id="13" name="Content Placeholder 12"/>
          <p:cNvSpPr>
            <a:spLocks noGrp="1"/>
          </p:cNvSpPr>
          <p:nvPr>
            <p:ph sz="quarter" idx="13"/>
          </p:nvPr>
        </p:nvSpPr>
        <p:spPr>
          <a:xfrm>
            <a:off x="685800" y="1536192"/>
            <a:ext cx="3657600"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14"/>
          <p:cNvSpPr>
            <a:spLocks noGrp="1"/>
          </p:cNvSpPr>
          <p:nvPr>
            <p:ph sz="quarter" idx="14"/>
          </p:nvPr>
        </p:nvSpPr>
        <p:spPr>
          <a:xfrm>
            <a:off x="4800600" y="1536192"/>
            <a:ext cx="3657600"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9"/>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1"/>
              </a:gs>
              <a:gs pos="40000">
                <a:schemeClr val="accent1">
                  <a:lumMod val="40000"/>
                  <a:lumOff val="60000"/>
                </a:schemeClr>
              </a:gs>
              <a:gs pos="48000">
                <a:schemeClr val="accent1"/>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1" name="Freeform 10"/>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3"/>
              </a:gs>
              <a:gs pos="52000">
                <a:schemeClr val="accent3">
                  <a:lumMod val="40000"/>
                  <a:lumOff val="60000"/>
                </a:schemeClr>
              </a:gs>
              <a:gs pos="66000">
                <a:schemeClr val="accent3"/>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85800" y="1535113"/>
            <a:ext cx="3657600" cy="639762"/>
          </a:xfrm>
        </p:spPr>
        <p:txBody>
          <a:bodyPr anchor="b">
            <a:normAutofit/>
          </a:bodyPr>
          <a:lstStyle>
            <a:lvl1pPr marL="0" indent="0">
              <a:buNone/>
              <a:defRPr sz="2000" b="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00600" y="1535113"/>
            <a:ext cx="3657600" cy="639762"/>
          </a:xfrm>
        </p:spPr>
        <p:txBody>
          <a:bodyPr anchor="b">
            <a:normAutofit/>
          </a:bodyPr>
          <a:lstStyle>
            <a:lvl1pPr marL="0" indent="0">
              <a:buNone/>
              <a:defRPr sz="20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Freeform 11"/>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p:cNvSpPr>
            <a:spLocks noGrp="1"/>
          </p:cNvSpPr>
          <p:nvPr>
            <p:ph type="dt" sz="half" idx="10"/>
          </p:nvPr>
        </p:nvSpPr>
        <p:spPr/>
        <p:txBody>
          <a:bodyPr/>
          <a:lstStyle/>
          <a:p>
            <a:fld id="{F230BC2C-1205-42B8-9965-568B6FFB7C40}" type="datetimeFigureOut">
              <a:rPr lang="en-AU" smtClean="0"/>
              <a:t>29/04/2017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49731146-60DD-4BE6-8415-4E2B0CEDFF48}" type="slidenum">
              <a:rPr lang="en-AU" smtClean="0"/>
              <a:t>‹#›</a:t>
            </a:fld>
            <a:endParaRPr lang="en-AU"/>
          </a:p>
        </p:txBody>
      </p:sp>
      <p:sp>
        <p:nvSpPr>
          <p:cNvPr id="15" name="Content Placeholder 14"/>
          <p:cNvSpPr>
            <a:spLocks noGrp="1"/>
          </p:cNvSpPr>
          <p:nvPr>
            <p:ph sz="quarter" idx="13"/>
          </p:nvPr>
        </p:nvSpPr>
        <p:spPr>
          <a:xfrm>
            <a:off x="685800" y="2209800"/>
            <a:ext cx="3657600" cy="3200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7" name="Content Placeholder 16"/>
          <p:cNvSpPr>
            <a:spLocks noGrp="1"/>
          </p:cNvSpPr>
          <p:nvPr>
            <p:ph sz="quarter" idx="14"/>
          </p:nvPr>
        </p:nvSpPr>
        <p:spPr>
          <a:xfrm>
            <a:off x="4800600" y="2209800"/>
            <a:ext cx="3657600" cy="3200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5"/>
          <p:cNvSpPr/>
          <p:nvPr/>
        </p:nvSpPr>
        <p:spPr>
          <a:xfrm>
            <a:off x="1" y="5010151"/>
            <a:ext cx="7439025" cy="157162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Lst>
            <a:ahLst/>
            <a:cxnLst>
              <a:cxn ang="0">
                <a:pos x="connsiteX0" y="connsiteY0"/>
              </a:cxn>
              <a:cxn ang="0">
                <a:pos x="connsiteX1" y="connsiteY1"/>
              </a:cxn>
              <a:cxn ang="0">
                <a:pos x="connsiteX2" y="connsiteY2"/>
              </a:cxn>
              <a:cxn ang="0">
                <a:pos x="connsiteX3" y="connsiteY3"/>
              </a:cxn>
            </a:cxnLst>
            <a:rect l="l" t="t" r="r" b="b"/>
            <a:pathLst>
              <a:path w="7415827" h="1571625">
                <a:moveTo>
                  <a:pt x="0" y="0"/>
                </a:moveTo>
                <a:lnTo>
                  <a:pt x="7415827" y="866775"/>
                </a:lnTo>
                <a:lnTo>
                  <a:pt x="0" y="1571625"/>
                </a:lnTo>
                <a:lnTo>
                  <a:pt x="0" y="0"/>
                </a:lnTo>
                <a:close/>
              </a:path>
            </a:pathLst>
          </a:custGeom>
          <a:gradFill>
            <a:gsLst>
              <a:gs pos="0">
                <a:srgbClr val="000000"/>
              </a:gs>
              <a:gs pos="24000">
                <a:srgbClr val="333333"/>
              </a:gs>
              <a:gs pos="90000">
                <a:srgbClr val="00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0" y="5731667"/>
            <a:ext cx="9147178" cy="1126333"/>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818007 h 1075182"/>
              <a:gd name="connsiteX1" fmla="*/ 9124990 w 9144000"/>
              <a:gd name="connsiteY1" fmla="*/ 0 h 1075182"/>
              <a:gd name="connsiteX2" fmla="*/ 9144000 w 9144000"/>
              <a:gd name="connsiteY2" fmla="*/ 1075182 h 1075182"/>
              <a:gd name="connsiteX3" fmla="*/ 0 w 9144000"/>
              <a:gd name="connsiteY3" fmla="*/ 1065657 h 1075182"/>
              <a:gd name="connsiteX4" fmla="*/ 20 w 9144000"/>
              <a:gd name="connsiteY4" fmla="*/ 818007 h 1075182"/>
              <a:gd name="connsiteX0" fmla="*/ 20 w 9124990"/>
              <a:gd name="connsiteY0" fmla="*/ 818007 h 1065657"/>
              <a:gd name="connsiteX1" fmla="*/ 9124990 w 9124990"/>
              <a:gd name="connsiteY1" fmla="*/ 0 h 1065657"/>
              <a:gd name="connsiteX2" fmla="*/ 8854092 w 9124990"/>
              <a:gd name="connsiteY2" fmla="*/ 585026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9122615 w 9124990"/>
              <a:gd name="connsiteY2" fmla="*/ 1063889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8766171 w 9124990"/>
              <a:gd name="connsiteY2" fmla="*/ 508228 h 1065657"/>
              <a:gd name="connsiteX3" fmla="*/ 0 w 9124990"/>
              <a:gd name="connsiteY3" fmla="*/ 1065657 h 1065657"/>
              <a:gd name="connsiteX4" fmla="*/ 20 w 9124990"/>
              <a:gd name="connsiteY4" fmla="*/ 818007 h 1065657"/>
              <a:gd name="connsiteX0" fmla="*/ 20 w 9128161"/>
              <a:gd name="connsiteY0" fmla="*/ 818007 h 1068407"/>
              <a:gd name="connsiteX1" fmla="*/ 9124990 w 9128161"/>
              <a:gd name="connsiteY1" fmla="*/ 0 h 1068407"/>
              <a:gd name="connsiteX2" fmla="*/ 9127369 w 9128161"/>
              <a:gd name="connsiteY2" fmla="*/ 1068407 h 1068407"/>
              <a:gd name="connsiteX3" fmla="*/ 0 w 9128161"/>
              <a:gd name="connsiteY3" fmla="*/ 1065657 h 1068407"/>
              <a:gd name="connsiteX4" fmla="*/ 20 w 9128161"/>
              <a:gd name="connsiteY4" fmla="*/ 818007 h 106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8161" h="1068407">
                <a:moveTo>
                  <a:pt x="20" y="818007"/>
                </a:moveTo>
                <a:lnTo>
                  <a:pt x="9124990" y="0"/>
                </a:lnTo>
                <a:cubicBezTo>
                  <a:pt x="9124198" y="354630"/>
                  <a:pt x="9128161" y="713777"/>
                  <a:pt x="9127369" y="1068407"/>
                </a:cubicBezTo>
                <a:lnTo>
                  <a:pt x="0" y="1065657"/>
                </a:lnTo>
                <a:cubicBezTo>
                  <a:pt x="7" y="983107"/>
                  <a:pt x="13" y="900557"/>
                  <a:pt x="20" y="818007"/>
                </a:cubicBezTo>
                <a:close/>
              </a:path>
            </a:pathLst>
          </a:custGeom>
          <a:gradFill>
            <a:gsLst>
              <a:gs pos="39000">
                <a:schemeClr val="accent1"/>
              </a:gs>
              <a:gs pos="50000">
                <a:schemeClr val="accent1">
                  <a:lumMod val="40000"/>
                  <a:lumOff val="60000"/>
                </a:schemeClr>
              </a:gs>
              <a:gs pos="58000">
                <a:schemeClr val="accent1"/>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p:txBody>
          <a:bodyPr/>
          <a:lstStyle/>
          <a:p>
            <a:r>
              <a:rPr lang="en-US" smtClean="0"/>
              <a:t>Click to edit Master title style</a:t>
            </a:r>
            <a:endParaRPr lang="en-US"/>
          </a:p>
        </p:txBody>
      </p:sp>
      <p:sp>
        <p:nvSpPr>
          <p:cNvPr id="8" name="Freeform 7"/>
          <p:cNvSpPr/>
          <p:nvPr/>
        </p:nvSpPr>
        <p:spPr>
          <a:xfrm>
            <a:off x="0" y="4973410"/>
            <a:ext cx="7674867" cy="928299"/>
          </a:xfrm>
          <a:custGeom>
            <a:avLst/>
            <a:gdLst>
              <a:gd name="connsiteX0" fmla="*/ 0 w 7548466"/>
              <a:gd name="connsiteY0" fmla="*/ 0 h 933061"/>
              <a:gd name="connsiteX1" fmla="*/ 9331 w 7548466"/>
              <a:gd name="connsiteY1" fmla="*/ 65314 h 933061"/>
              <a:gd name="connsiteX2" fmla="*/ 7221894 w 7548466"/>
              <a:gd name="connsiteY2" fmla="*/ 933061 h 933061"/>
              <a:gd name="connsiteX3" fmla="*/ 7548466 w 7548466"/>
              <a:gd name="connsiteY3" fmla="*/ 914400 h 933061"/>
              <a:gd name="connsiteX4" fmla="*/ 0 w 7548466"/>
              <a:gd name="connsiteY4" fmla="*/ 0 h 933061"/>
              <a:gd name="connsiteX0" fmla="*/ 131163 w 7539135"/>
              <a:gd name="connsiteY0" fmla="*/ 0 h 1042598"/>
              <a:gd name="connsiteX1" fmla="*/ 0 w 7539135"/>
              <a:gd name="connsiteY1" fmla="*/ 174851 h 1042598"/>
              <a:gd name="connsiteX2" fmla="*/ 7212563 w 7539135"/>
              <a:gd name="connsiteY2" fmla="*/ 1042598 h 1042598"/>
              <a:gd name="connsiteX3" fmla="*/ 7539135 w 7539135"/>
              <a:gd name="connsiteY3" fmla="*/ 1023937 h 1042598"/>
              <a:gd name="connsiteX4" fmla="*/ 131163 w 7539135"/>
              <a:gd name="connsiteY4" fmla="*/ 0 h 1042598"/>
              <a:gd name="connsiteX0" fmla="*/ 0 w 7407972"/>
              <a:gd name="connsiteY0" fmla="*/ 0 h 1042598"/>
              <a:gd name="connsiteX1" fmla="*/ 85531 w 7407972"/>
              <a:gd name="connsiteY1" fmla="*/ 134370 h 1042598"/>
              <a:gd name="connsiteX2" fmla="*/ 7081400 w 7407972"/>
              <a:gd name="connsiteY2" fmla="*/ 1042598 h 1042598"/>
              <a:gd name="connsiteX3" fmla="*/ 7407972 w 7407972"/>
              <a:gd name="connsiteY3" fmla="*/ 1023937 h 1042598"/>
              <a:gd name="connsiteX4" fmla="*/ 0 w 7407972"/>
              <a:gd name="connsiteY4" fmla="*/ 0 h 1042598"/>
              <a:gd name="connsiteX0" fmla="*/ 131163 w 7539135"/>
              <a:gd name="connsiteY0" fmla="*/ 0 h 1042598"/>
              <a:gd name="connsiteX1" fmla="*/ 0 w 7539135"/>
              <a:gd name="connsiteY1" fmla="*/ 193902 h 1042598"/>
              <a:gd name="connsiteX2" fmla="*/ 7212563 w 7539135"/>
              <a:gd name="connsiteY2" fmla="*/ 1042598 h 1042598"/>
              <a:gd name="connsiteX3" fmla="*/ 7539135 w 7539135"/>
              <a:gd name="connsiteY3" fmla="*/ 1023937 h 1042598"/>
              <a:gd name="connsiteX4" fmla="*/ 131163 w 7539135"/>
              <a:gd name="connsiteY4" fmla="*/ 0 h 1042598"/>
              <a:gd name="connsiteX0" fmla="*/ 59725 w 7539135"/>
              <a:gd name="connsiteY0" fmla="*/ 0 h 892580"/>
              <a:gd name="connsiteX1" fmla="*/ 0 w 7539135"/>
              <a:gd name="connsiteY1" fmla="*/ 43884 h 892580"/>
              <a:gd name="connsiteX2" fmla="*/ 7212563 w 7539135"/>
              <a:gd name="connsiteY2" fmla="*/ 892580 h 892580"/>
              <a:gd name="connsiteX3" fmla="*/ 7539135 w 7539135"/>
              <a:gd name="connsiteY3" fmla="*/ 873919 h 892580"/>
              <a:gd name="connsiteX4" fmla="*/ 59725 w 7539135"/>
              <a:gd name="connsiteY4" fmla="*/ 0 h 892580"/>
              <a:gd name="connsiteX0" fmla="*/ 194 w 7539135"/>
              <a:gd name="connsiteY0" fmla="*/ 0 h 923536"/>
              <a:gd name="connsiteX1" fmla="*/ 0 w 7539135"/>
              <a:gd name="connsiteY1" fmla="*/ 74840 h 923536"/>
              <a:gd name="connsiteX2" fmla="*/ 7212563 w 7539135"/>
              <a:gd name="connsiteY2" fmla="*/ 923536 h 923536"/>
              <a:gd name="connsiteX3" fmla="*/ 7539135 w 7539135"/>
              <a:gd name="connsiteY3" fmla="*/ 904875 h 923536"/>
              <a:gd name="connsiteX4" fmla="*/ 194 w 7539135"/>
              <a:gd name="connsiteY4" fmla="*/ 0 h 923536"/>
              <a:gd name="connsiteX0" fmla="*/ 194 w 7539135"/>
              <a:gd name="connsiteY0" fmla="*/ 0 h 904875"/>
              <a:gd name="connsiteX1" fmla="*/ 0 w 7539135"/>
              <a:gd name="connsiteY1" fmla="*/ 74840 h 904875"/>
              <a:gd name="connsiteX2" fmla="*/ 7212563 w 7539135"/>
              <a:gd name="connsiteY2" fmla="*/ 883055 h 904875"/>
              <a:gd name="connsiteX3" fmla="*/ 7539135 w 7539135"/>
              <a:gd name="connsiteY3" fmla="*/ 904875 h 904875"/>
              <a:gd name="connsiteX4" fmla="*/ 194 w 7539135"/>
              <a:gd name="connsiteY4" fmla="*/ 0 h 904875"/>
              <a:gd name="connsiteX0" fmla="*/ 194 w 7703442"/>
              <a:gd name="connsiteY0" fmla="*/ 0 h 1016794"/>
              <a:gd name="connsiteX1" fmla="*/ 0 w 7703442"/>
              <a:gd name="connsiteY1" fmla="*/ 74840 h 1016794"/>
              <a:gd name="connsiteX2" fmla="*/ 7212563 w 7703442"/>
              <a:gd name="connsiteY2" fmla="*/ 883055 h 1016794"/>
              <a:gd name="connsiteX3" fmla="*/ 7703442 w 7703442"/>
              <a:gd name="connsiteY3" fmla="*/ 1016794 h 1016794"/>
              <a:gd name="connsiteX4" fmla="*/ 194 w 7703442"/>
              <a:gd name="connsiteY4" fmla="*/ 0 h 1016794"/>
              <a:gd name="connsiteX0" fmla="*/ 194 w 7674867"/>
              <a:gd name="connsiteY0" fmla="*/ 0 h 897731"/>
              <a:gd name="connsiteX1" fmla="*/ 0 w 7674867"/>
              <a:gd name="connsiteY1" fmla="*/ 74840 h 897731"/>
              <a:gd name="connsiteX2" fmla="*/ 7212563 w 7674867"/>
              <a:gd name="connsiteY2" fmla="*/ 883055 h 897731"/>
              <a:gd name="connsiteX3" fmla="*/ 7674867 w 7674867"/>
              <a:gd name="connsiteY3" fmla="*/ 897731 h 897731"/>
              <a:gd name="connsiteX4" fmla="*/ 194 w 7674867"/>
              <a:gd name="connsiteY4" fmla="*/ 0 h 897731"/>
              <a:gd name="connsiteX0" fmla="*/ 194 w 7674867"/>
              <a:gd name="connsiteY0" fmla="*/ 0 h 930680"/>
              <a:gd name="connsiteX1" fmla="*/ 0 w 7674867"/>
              <a:gd name="connsiteY1" fmla="*/ 74840 h 930680"/>
              <a:gd name="connsiteX2" fmla="*/ 7293526 w 7674867"/>
              <a:gd name="connsiteY2" fmla="*/ 930680 h 930680"/>
              <a:gd name="connsiteX3" fmla="*/ 7674867 w 7674867"/>
              <a:gd name="connsiteY3" fmla="*/ 897731 h 930680"/>
              <a:gd name="connsiteX4" fmla="*/ 194 w 7674867"/>
              <a:gd name="connsiteY4" fmla="*/ 0 h 930680"/>
              <a:gd name="connsiteX0" fmla="*/ 194 w 7674867"/>
              <a:gd name="connsiteY0" fmla="*/ 0 h 897731"/>
              <a:gd name="connsiteX1" fmla="*/ 0 w 7674867"/>
              <a:gd name="connsiteY1" fmla="*/ 74840 h 897731"/>
              <a:gd name="connsiteX2" fmla="*/ 7293526 w 7674867"/>
              <a:gd name="connsiteY2" fmla="*/ 894961 h 897731"/>
              <a:gd name="connsiteX3" fmla="*/ 7674867 w 7674867"/>
              <a:gd name="connsiteY3" fmla="*/ 897731 h 897731"/>
              <a:gd name="connsiteX4" fmla="*/ 194 w 7674867"/>
              <a:gd name="connsiteY4" fmla="*/ 0 h 897731"/>
              <a:gd name="connsiteX0" fmla="*/ 194 w 7674867"/>
              <a:gd name="connsiteY0" fmla="*/ 0 h 897731"/>
              <a:gd name="connsiteX1" fmla="*/ 0 w 7674867"/>
              <a:gd name="connsiteY1" fmla="*/ 74840 h 897731"/>
              <a:gd name="connsiteX2" fmla="*/ 7238758 w 7674867"/>
              <a:gd name="connsiteY2" fmla="*/ 894961 h 897731"/>
              <a:gd name="connsiteX3" fmla="*/ 7674867 w 7674867"/>
              <a:gd name="connsiteY3" fmla="*/ 897731 h 897731"/>
              <a:gd name="connsiteX4" fmla="*/ 194 w 7674867"/>
              <a:gd name="connsiteY4" fmla="*/ 0 h 897731"/>
              <a:gd name="connsiteX0" fmla="*/ 194 w 7674867"/>
              <a:gd name="connsiteY0" fmla="*/ 0 h 897731"/>
              <a:gd name="connsiteX1" fmla="*/ 0 w 7674867"/>
              <a:gd name="connsiteY1" fmla="*/ 74840 h 897731"/>
              <a:gd name="connsiteX2" fmla="*/ 7298289 w 7674867"/>
              <a:gd name="connsiteY2" fmla="*/ 661599 h 897731"/>
              <a:gd name="connsiteX3" fmla="*/ 7674867 w 7674867"/>
              <a:gd name="connsiteY3" fmla="*/ 897731 h 897731"/>
              <a:gd name="connsiteX4" fmla="*/ 194 w 7674867"/>
              <a:gd name="connsiteY4" fmla="*/ 0 h 897731"/>
              <a:gd name="connsiteX0" fmla="*/ 194 w 7674867"/>
              <a:gd name="connsiteY0" fmla="*/ 0 h 928299"/>
              <a:gd name="connsiteX1" fmla="*/ 0 w 7674867"/>
              <a:gd name="connsiteY1" fmla="*/ 74840 h 928299"/>
              <a:gd name="connsiteX2" fmla="*/ 7298289 w 7674867"/>
              <a:gd name="connsiteY2" fmla="*/ 928299 h 928299"/>
              <a:gd name="connsiteX3" fmla="*/ 7674867 w 7674867"/>
              <a:gd name="connsiteY3" fmla="*/ 897731 h 928299"/>
              <a:gd name="connsiteX4" fmla="*/ 194 w 7674867"/>
              <a:gd name="connsiteY4" fmla="*/ 0 h 928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74867" h="928299">
                <a:moveTo>
                  <a:pt x="194" y="0"/>
                </a:moveTo>
                <a:cubicBezTo>
                  <a:pt x="129" y="24947"/>
                  <a:pt x="65" y="49893"/>
                  <a:pt x="0" y="74840"/>
                </a:cubicBezTo>
                <a:lnTo>
                  <a:pt x="7298289" y="928299"/>
                </a:lnTo>
                <a:lnTo>
                  <a:pt x="7674867" y="897731"/>
                </a:lnTo>
                <a:lnTo>
                  <a:pt x="194"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2382" y="5696242"/>
            <a:ext cx="9146382" cy="930294"/>
          </a:xfrm>
          <a:custGeom>
            <a:avLst/>
            <a:gdLst>
              <a:gd name="connsiteX0" fmla="*/ 9153331 w 9153331"/>
              <a:gd name="connsiteY0" fmla="*/ 0 h 951723"/>
              <a:gd name="connsiteX1" fmla="*/ 0 w 9153331"/>
              <a:gd name="connsiteY1" fmla="*/ 867747 h 951723"/>
              <a:gd name="connsiteX2" fmla="*/ 0 w 9153331"/>
              <a:gd name="connsiteY2" fmla="*/ 951723 h 951723"/>
              <a:gd name="connsiteX3" fmla="*/ 9153331 w 9153331"/>
              <a:gd name="connsiteY3" fmla="*/ 83976 h 951723"/>
              <a:gd name="connsiteX4" fmla="*/ 9153331 w 9153331"/>
              <a:gd name="connsiteY4" fmla="*/ 0 h 951723"/>
              <a:gd name="connsiteX0" fmla="*/ 9153331 w 9153331"/>
              <a:gd name="connsiteY0" fmla="*/ 0 h 951723"/>
              <a:gd name="connsiteX1" fmla="*/ 107265 w 9153331"/>
              <a:gd name="connsiteY1" fmla="*/ 901085 h 951723"/>
              <a:gd name="connsiteX2" fmla="*/ 0 w 9153331"/>
              <a:gd name="connsiteY2" fmla="*/ 951723 h 951723"/>
              <a:gd name="connsiteX3" fmla="*/ 9153331 w 9153331"/>
              <a:gd name="connsiteY3" fmla="*/ 83976 h 951723"/>
              <a:gd name="connsiteX4" fmla="*/ 9153331 w 9153331"/>
              <a:gd name="connsiteY4" fmla="*/ 0 h 951723"/>
              <a:gd name="connsiteX0" fmla="*/ 9155715 w 9155715"/>
              <a:gd name="connsiteY0" fmla="*/ 0 h 951723"/>
              <a:gd name="connsiteX1" fmla="*/ 0 w 9155715"/>
              <a:gd name="connsiteY1" fmla="*/ 865366 h 951723"/>
              <a:gd name="connsiteX2" fmla="*/ 2384 w 9155715"/>
              <a:gd name="connsiteY2" fmla="*/ 951723 h 951723"/>
              <a:gd name="connsiteX3" fmla="*/ 9155715 w 9155715"/>
              <a:gd name="connsiteY3" fmla="*/ 83976 h 951723"/>
              <a:gd name="connsiteX4" fmla="*/ 9155715 w 9155715"/>
              <a:gd name="connsiteY4" fmla="*/ 0 h 951723"/>
              <a:gd name="connsiteX0" fmla="*/ 9155715 w 9155715"/>
              <a:gd name="connsiteY0" fmla="*/ 0 h 894573"/>
              <a:gd name="connsiteX1" fmla="*/ 0 w 9155715"/>
              <a:gd name="connsiteY1" fmla="*/ 865366 h 894573"/>
              <a:gd name="connsiteX2" fmla="*/ 197847 w 9155715"/>
              <a:gd name="connsiteY2" fmla="*/ 894573 h 894573"/>
              <a:gd name="connsiteX3" fmla="*/ 9155715 w 9155715"/>
              <a:gd name="connsiteY3" fmla="*/ 83976 h 894573"/>
              <a:gd name="connsiteX4" fmla="*/ 9155715 w 9155715"/>
              <a:gd name="connsiteY4" fmla="*/ 0 h 894573"/>
              <a:gd name="connsiteX0" fmla="*/ 9155715 w 9155715"/>
              <a:gd name="connsiteY0" fmla="*/ 0 h 946961"/>
              <a:gd name="connsiteX1" fmla="*/ 0 w 9155715"/>
              <a:gd name="connsiteY1" fmla="*/ 865366 h 946961"/>
              <a:gd name="connsiteX2" fmla="*/ 4768 w 9155715"/>
              <a:gd name="connsiteY2" fmla="*/ 946961 h 946961"/>
              <a:gd name="connsiteX3" fmla="*/ 9155715 w 9155715"/>
              <a:gd name="connsiteY3" fmla="*/ 83976 h 946961"/>
              <a:gd name="connsiteX4" fmla="*/ 9155715 w 9155715"/>
              <a:gd name="connsiteY4" fmla="*/ 0 h 946961"/>
              <a:gd name="connsiteX0" fmla="*/ 9155715 w 9155715"/>
              <a:gd name="connsiteY0" fmla="*/ 0 h 894574"/>
              <a:gd name="connsiteX1" fmla="*/ 0 w 9155715"/>
              <a:gd name="connsiteY1" fmla="*/ 865366 h 894574"/>
              <a:gd name="connsiteX2" fmla="*/ 97732 w 9155715"/>
              <a:gd name="connsiteY2" fmla="*/ 894574 h 894574"/>
              <a:gd name="connsiteX3" fmla="*/ 9155715 w 9155715"/>
              <a:gd name="connsiteY3" fmla="*/ 83976 h 894574"/>
              <a:gd name="connsiteX4" fmla="*/ 9155715 w 9155715"/>
              <a:gd name="connsiteY4" fmla="*/ 0 h 894574"/>
              <a:gd name="connsiteX0" fmla="*/ 9155715 w 9155715"/>
              <a:gd name="connsiteY0" fmla="*/ 0 h 939818"/>
              <a:gd name="connsiteX1" fmla="*/ 0 w 9155715"/>
              <a:gd name="connsiteY1" fmla="*/ 865366 h 939818"/>
              <a:gd name="connsiteX2" fmla="*/ 2384 w 9155715"/>
              <a:gd name="connsiteY2" fmla="*/ 939818 h 939818"/>
              <a:gd name="connsiteX3" fmla="*/ 9155715 w 9155715"/>
              <a:gd name="connsiteY3" fmla="*/ 83976 h 939818"/>
              <a:gd name="connsiteX4" fmla="*/ 9155715 w 9155715"/>
              <a:gd name="connsiteY4" fmla="*/ 0 h 939818"/>
              <a:gd name="connsiteX0" fmla="*/ 9015078 w 9155715"/>
              <a:gd name="connsiteY0" fmla="*/ 0 h 873143"/>
              <a:gd name="connsiteX1" fmla="*/ 0 w 9155715"/>
              <a:gd name="connsiteY1" fmla="*/ 798691 h 873143"/>
              <a:gd name="connsiteX2" fmla="*/ 2384 w 9155715"/>
              <a:gd name="connsiteY2" fmla="*/ 873143 h 873143"/>
              <a:gd name="connsiteX3" fmla="*/ 9155715 w 9155715"/>
              <a:gd name="connsiteY3" fmla="*/ 17301 h 873143"/>
              <a:gd name="connsiteX4" fmla="*/ 9015078 w 9155715"/>
              <a:gd name="connsiteY4" fmla="*/ 0 h 873143"/>
              <a:gd name="connsiteX0" fmla="*/ 9160482 w 9160482"/>
              <a:gd name="connsiteY0" fmla="*/ 0 h 930293"/>
              <a:gd name="connsiteX1" fmla="*/ 0 w 9160482"/>
              <a:gd name="connsiteY1" fmla="*/ 855841 h 930293"/>
              <a:gd name="connsiteX2" fmla="*/ 2384 w 9160482"/>
              <a:gd name="connsiteY2" fmla="*/ 930293 h 930293"/>
              <a:gd name="connsiteX3" fmla="*/ 9155715 w 9160482"/>
              <a:gd name="connsiteY3" fmla="*/ 74451 h 930293"/>
              <a:gd name="connsiteX4" fmla="*/ 9160482 w 9160482"/>
              <a:gd name="connsiteY4" fmla="*/ 0 h 930293"/>
              <a:gd name="connsiteX0" fmla="*/ 9072286 w 9155715"/>
              <a:gd name="connsiteY0" fmla="*/ 0 h 885050"/>
              <a:gd name="connsiteX1" fmla="*/ 0 w 9155715"/>
              <a:gd name="connsiteY1" fmla="*/ 810598 h 885050"/>
              <a:gd name="connsiteX2" fmla="*/ 2384 w 9155715"/>
              <a:gd name="connsiteY2" fmla="*/ 885050 h 885050"/>
              <a:gd name="connsiteX3" fmla="*/ 9155715 w 9155715"/>
              <a:gd name="connsiteY3" fmla="*/ 29208 h 885050"/>
              <a:gd name="connsiteX4" fmla="*/ 9072286 w 9155715"/>
              <a:gd name="connsiteY4" fmla="*/ 0 h 885050"/>
              <a:gd name="connsiteX0" fmla="*/ 9155715 w 9155715"/>
              <a:gd name="connsiteY0" fmla="*/ 0 h 930294"/>
              <a:gd name="connsiteX1" fmla="*/ 0 w 9155715"/>
              <a:gd name="connsiteY1" fmla="*/ 855842 h 930294"/>
              <a:gd name="connsiteX2" fmla="*/ 2384 w 9155715"/>
              <a:gd name="connsiteY2" fmla="*/ 930294 h 930294"/>
              <a:gd name="connsiteX3" fmla="*/ 9155715 w 9155715"/>
              <a:gd name="connsiteY3" fmla="*/ 74452 h 930294"/>
              <a:gd name="connsiteX4" fmla="*/ 9155715 w 9155715"/>
              <a:gd name="connsiteY4" fmla="*/ 0 h 93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5715" h="930294">
                <a:moveTo>
                  <a:pt x="9155715" y="0"/>
                </a:moveTo>
                <a:lnTo>
                  <a:pt x="0" y="855842"/>
                </a:lnTo>
                <a:cubicBezTo>
                  <a:pt x="795" y="884628"/>
                  <a:pt x="1589" y="901508"/>
                  <a:pt x="2384" y="930294"/>
                </a:cubicBezTo>
                <a:lnTo>
                  <a:pt x="9155715" y="74452"/>
                </a:lnTo>
                <a:lnTo>
                  <a:pt x="9155715"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p:cNvSpPr>
            <a:spLocks noGrp="1"/>
          </p:cNvSpPr>
          <p:nvPr>
            <p:ph type="dt" sz="half" idx="10"/>
          </p:nvPr>
        </p:nvSpPr>
        <p:spPr/>
        <p:txBody>
          <a:bodyPr/>
          <a:lstStyle/>
          <a:p>
            <a:fld id="{F230BC2C-1205-42B8-9965-568B6FFB7C40}" type="datetimeFigureOut">
              <a:rPr lang="en-AU" smtClean="0"/>
              <a:t>29/04/2017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49731146-60DD-4BE6-8415-4E2B0CEDFF48}" type="slidenum">
              <a:rPr lang="en-AU" smtClean="0"/>
              <a:t>‹#›</a:t>
            </a:fld>
            <a:endParaRPr lang="en-AU"/>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reeform 4"/>
          <p:cNvSpPr/>
          <p:nvPr/>
        </p:nvSpPr>
        <p:spPr>
          <a:xfrm>
            <a:off x="0" y="5731667"/>
            <a:ext cx="9147178" cy="1126333"/>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818007 h 1075182"/>
              <a:gd name="connsiteX1" fmla="*/ 9124990 w 9144000"/>
              <a:gd name="connsiteY1" fmla="*/ 0 h 1075182"/>
              <a:gd name="connsiteX2" fmla="*/ 9144000 w 9144000"/>
              <a:gd name="connsiteY2" fmla="*/ 1075182 h 1075182"/>
              <a:gd name="connsiteX3" fmla="*/ 0 w 9144000"/>
              <a:gd name="connsiteY3" fmla="*/ 1065657 h 1075182"/>
              <a:gd name="connsiteX4" fmla="*/ 20 w 9144000"/>
              <a:gd name="connsiteY4" fmla="*/ 818007 h 1075182"/>
              <a:gd name="connsiteX0" fmla="*/ 20 w 9124990"/>
              <a:gd name="connsiteY0" fmla="*/ 818007 h 1065657"/>
              <a:gd name="connsiteX1" fmla="*/ 9124990 w 9124990"/>
              <a:gd name="connsiteY1" fmla="*/ 0 h 1065657"/>
              <a:gd name="connsiteX2" fmla="*/ 8854092 w 9124990"/>
              <a:gd name="connsiteY2" fmla="*/ 585026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9122615 w 9124990"/>
              <a:gd name="connsiteY2" fmla="*/ 1063889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8766171 w 9124990"/>
              <a:gd name="connsiteY2" fmla="*/ 508228 h 1065657"/>
              <a:gd name="connsiteX3" fmla="*/ 0 w 9124990"/>
              <a:gd name="connsiteY3" fmla="*/ 1065657 h 1065657"/>
              <a:gd name="connsiteX4" fmla="*/ 20 w 9124990"/>
              <a:gd name="connsiteY4" fmla="*/ 818007 h 1065657"/>
              <a:gd name="connsiteX0" fmla="*/ 20 w 9128161"/>
              <a:gd name="connsiteY0" fmla="*/ 818007 h 1068407"/>
              <a:gd name="connsiteX1" fmla="*/ 9124990 w 9128161"/>
              <a:gd name="connsiteY1" fmla="*/ 0 h 1068407"/>
              <a:gd name="connsiteX2" fmla="*/ 9127369 w 9128161"/>
              <a:gd name="connsiteY2" fmla="*/ 1068407 h 1068407"/>
              <a:gd name="connsiteX3" fmla="*/ 0 w 9128161"/>
              <a:gd name="connsiteY3" fmla="*/ 1065657 h 1068407"/>
              <a:gd name="connsiteX4" fmla="*/ 20 w 9128161"/>
              <a:gd name="connsiteY4" fmla="*/ 818007 h 106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8161" h="1068407">
                <a:moveTo>
                  <a:pt x="20" y="818007"/>
                </a:moveTo>
                <a:lnTo>
                  <a:pt x="9124990" y="0"/>
                </a:lnTo>
                <a:cubicBezTo>
                  <a:pt x="9124198" y="354630"/>
                  <a:pt x="9128161" y="713777"/>
                  <a:pt x="9127369" y="1068407"/>
                </a:cubicBezTo>
                <a:lnTo>
                  <a:pt x="0" y="1065657"/>
                </a:lnTo>
                <a:cubicBezTo>
                  <a:pt x="7" y="983107"/>
                  <a:pt x="13" y="900557"/>
                  <a:pt x="20" y="818007"/>
                </a:cubicBezTo>
                <a:close/>
              </a:path>
            </a:pathLst>
          </a:custGeom>
          <a:gradFill>
            <a:gsLst>
              <a:gs pos="39000">
                <a:schemeClr val="accent3"/>
              </a:gs>
              <a:gs pos="50000">
                <a:schemeClr val="accent3">
                  <a:lumMod val="40000"/>
                  <a:lumOff val="60000"/>
                </a:schemeClr>
              </a:gs>
              <a:gs pos="5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6" name="Freeform 5"/>
          <p:cNvSpPr/>
          <p:nvPr/>
        </p:nvSpPr>
        <p:spPr>
          <a:xfrm>
            <a:off x="0" y="5381627"/>
            <a:ext cx="3286124" cy="1207294"/>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6996854"/>
              <a:gd name="connsiteY0" fmla="*/ 0 h 1571625"/>
              <a:gd name="connsiteX1" fmla="*/ 6996854 w 6996854"/>
              <a:gd name="connsiteY1" fmla="*/ 1266825 h 1571625"/>
              <a:gd name="connsiteX2" fmla="*/ 0 w 6996854"/>
              <a:gd name="connsiteY2" fmla="*/ 1571625 h 1571625"/>
              <a:gd name="connsiteX3" fmla="*/ 0 w 6996854"/>
              <a:gd name="connsiteY3" fmla="*/ 0 h 1571625"/>
              <a:gd name="connsiteX0" fmla="*/ 0 w 7583417"/>
              <a:gd name="connsiteY0" fmla="*/ 0 h 800100"/>
              <a:gd name="connsiteX1" fmla="*/ 7583417 w 7583417"/>
              <a:gd name="connsiteY1" fmla="*/ 495300 h 800100"/>
              <a:gd name="connsiteX2" fmla="*/ 586563 w 7583417"/>
              <a:gd name="connsiteY2" fmla="*/ 800100 h 800100"/>
              <a:gd name="connsiteX3" fmla="*/ 0 w 7583417"/>
              <a:gd name="connsiteY3" fmla="*/ 0 h 800100"/>
              <a:gd name="connsiteX0" fmla="*/ 0 w 7017803"/>
              <a:gd name="connsiteY0" fmla="*/ 0 h 1200150"/>
              <a:gd name="connsiteX1" fmla="*/ 7017803 w 7017803"/>
              <a:gd name="connsiteY1" fmla="*/ 895350 h 1200150"/>
              <a:gd name="connsiteX2" fmla="*/ 20949 w 7017803"/>
              <a:gd name="connsiteY2" fmla="*/ 1200150 h 1200150"/>
              <a:gd name="connsiteX3" fmla="*/ 0 w 7017803"/>
              <a:gd name="connsiteY3" fmla="*/ 0 h 1200150"/>
              <a:gd name="connsiteX0" fmla="*/ 0 w 6410292"/>
              <a:gd name="connsiteY0" fmla="*/ 0 h 1752600"/>
              <a:gd name="connsiteX1" fmla="*/ 6410292 w 6410292"/>
              <a:gd name="connsiteY1" fmla="*/ 1752600 h 1752600"/>
              <a:gd name="connsiteX2" fmla="*/ 20949 w 6410292"/>
              <a:gd name="connsiteY2" fmla="*/ 1200150 h 1752600"/>
              <a:gd name="connsiteX3" fmla="*/ 0 w 6410292"/>
              <a:gd name="connsiteY3" fmla="*/ 0 h 1752600"/>
              <a:gd name="connsiteX0" fmla="*/ 0 w 7227290"/>
              <a:gd name="connsiteY0" fmla="*/ 0 h 1200150"/>
              <a:gd name="connsiteX1" fmla="*/ 7227290 w 7227290"/>
              <a:gd name="connsiteY1" fmla="*/ 885825 h 1200150"/>
              <a:gd name="connsiteX2" fmla="*/ 20949 w 7227290"/>
              <a:gd name="connsiteY2" fmla="*/ 1200150 h 1200150"/>
              <a:gd name="connsiteX3" fmla="*/ 0 w 7227290"/>
              <a:gd name="connsiteY3" fmla="*/ 0 h 1200150"/>
              <a:gd name="connsiteX0" fmla="*/ 0 w 7227290"/>
              <a:gd name="connsiteY0" fmla="*/ 0 h 885825"/>
              <a:gd name="connsiteX1" fmla="*/ 7227290 w 7227290"/>
              <a:gd name="connsiteY1" fmla="*/ 885825 h 885825"/>
              <a:gd name="connsiteX2" fmla="*/ 555141 w 7227290"/>
              <a:gd name="connsiteY2" fmla="*/ 862013 h 885825"/>
              <a:gd name="connsiteX3" fmla="*/ 0 w 7227290"/>
              <a:gd name="connsiteY3" fmla="*/ 0 h 885825"/>
              <a:gd name="connsiteX0" fmla="*/ 0 w 7227290"/>
              <a:gd name="connsiteY0" fmla="*/ 0 h 1207294"/>
              <a:gd name="connsiteX1" fmla="*/ 7227290 w 7227290"/>
              <a:gd name="connsiteY1" fmla="*/ 885825 h 1207294"/>
              <a:gd name="connsiteX2" fmla="*/ 0 w 7227290"/>
              <a:gd name="connsiteY2" fmla="*/ 1207294 h 1207294"/>
              <a:gd name="connsiteX3" fmla="*/ 0 w 7227290"/>
              <a:gd name="connsiteY3" fmla="*/ 0 h 1207294"/>
            </a:gdLst>
            <a:ahLst/>
            <a:cxnLst>
              <a:cxn ang="0">
                <a:pos x="connsiteX0" y="connsiteY0"/>
              </a:cxn>
              <a:cxn ang="0">
                <a:pos x="connsiteX1" y="connsiteY1"/>
              </a:cxn>
              <a:cxn ang="0">
                <a:pos x="connsiteX2" y="connsiteY2"/>
              </a:cxn>
              <a:cxn ang="0">
                <a:pos x="connsiteX3" y="connsiteY3"/>
              </a:cxn>
            </a:cxnLst>
            <a:rect l="l" t="t" r="r" b="b"/>
            <a:pathLst>
              <a:path w="7227290" h="1207294">
                <a:moveTo>
                  <a:pt x="0" y="0"/>
                </a:moveTo>
                <a:lnTo>
                  <a:pt x="7227290" y="885825"/>
                </a:lnTo>
                <a:lnTo>
                  <a:pt x="0" y="1207294"/>
                </a:lnTo>
                <a:lnTo>
                  <a:pt x="0" y="0"/>
                </a:lnTo>
                <a:close/>
              </a:path>
            </a:pathLst>
          </a:custGeom>
          <a:gradFill>
            <a:gsLst>
              <a:gs pos="0">
                <a:srgbClr val="000000"/>
              </a:gs>
              <a:gs pos="24000">
                <a:srgbClr val="333333"/>
              </a:gs>
              <a:gs pos="90000">
                <a:srgbClr val="00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2382" y="5696242"/>
            <a:ext cx="9146382" cy="930294"/>
          </a:xfrm>
          <a:custGeom>
            <a:avLst/>
            <a:gdLst>
              <a:gd name="connsiteX0" fmla="*/ 9153331 w 9153331"/>
              <a:gd name="connsiteY0" fmla="*/ 0 h 951723"/>
              <a:gd name="connsiteX1" fmla="*/ 0 w 9153331"/>
              <a:gd name="connsiteY1" fmla="*/ 867747 h 951723"/>
              <a:gd name="connsiteX2" fmla="*/ 0 w 9153331"/>
              <a:gd name="connsiteY2" fmla="*/ 951723 h 951723"/>
              <a:gd name="connsiteX3" fmla="*/ 9153331 w 9153331"/>
              <a:gd name="connsiteY3" fmla="*/ 83976 h 951723"/>
              <a:gd name="connsiteX4" fmla="*/ 9153331 w 9153331"/>
              <a:gd name="connsiteY4" fmla="*/ 0 h 951723"/>
              <a:gd name="connsiteX0" fmla="*/ 9153331 w 9153331"/>
              <a:gd name="connsiteY0" fmla="*/ 0 h 951723"/>
              <a:gd name="connsiteX1" fmla="*/ 107265 w 9153331"/>
              <a:gd name="connsiteY1" fmla="*/ 901085 h 951723"/>
              <a:gd name="connsiteX2" fmla="*/ 0 w 9153331"/>
              <a:gd name="connsiteY2" fmla="*/ 951723 h 951723"/>
              <a:gd name="connsiteX3" fmla="*/ 9153331 w 9153331"/>
              <a:gd name="connsiteY3" fmla="*/ 83976 h 951723"/>
              <a:gd name="connsiteX4" fmla="*/ 9153331 w 9153331"/>
              <a:gd name="connsiteY4" fmla="*/ 0 h 951723"/>
              <a:gd name="connsiteX0" fmla="*/ 9155715 w 9155715"/>
              <a:gd name="connsiteY0" fmla="*/ 0 h 951723"/>
              <a:gd name="connsiteX1" fmla="*/ 0 w 9155715"/>
              <a:gd name="connsiteY1" fmla="*/ 865366 h 951723"/>
              <a:gd name="connsiteX2" fmla="*/ 2384 w 9155715"/>
              <a:gd name="connsiteY2" fmla="*/ 951723 h 951723"/>
              <a:gd name="connsiteX3" fmla="*/ 9155715 w 9155715"/>
              <a:gd name="connsiteY3" fmla="*/ 83976 h 951723"/>
              <a:gd name="connsiteX4" fmla="*/ 9155715 w 9155715"/>
              <a:gd name="connsiteY4" fmla="*/ 0 h 951723"/>
              <a:gd name="connsiteX0" fmla="*/ 9155715 w 9155715"/>
              <a:gd name="connsiteY0" fmla="*/ 0 h 894573"/>
              <a:gd name="connsiteX1" fmla="*/ 0 w 9155715"/>
              <a:gd name="connsiteY1" fmla="*/ 865366 h 894573"/>
              <a:gd name="connsiteX2" fmla="*/ 197847 w 9155715"/>
              <a:gd name="connsiteY2" fmla="*/ 894573 h 894573"/>
              <a:gd name="connsiteX3" fmla="*/ 9155715 w 9155715"/>
              <a:gd name="connsiteY3" fmla="*/ 83976 h 894573"/>
              <a:gd name="connsiteX4" fmla="*/ 9155715 w 9155715"/>
              <a:gd name="connsiteY4" fmla="*/ 0 h 894573"/>
              <a:gd name="connsiteX0" fmla="*/ 9155715 w 9155715"/>
              <a:gd name="connsiteY0" fmla="*/ 0 h 946961"/>
              <a:gd name="connsiteX1" fmla="*/ 0 w 9155715"/>
              <a:gd name="connsiteY1" fmla="*/ 865366 h 946961"/>
              <a:gd name="connsiteX2" fmla="*/ 4768 w 9155715"/>
              <a:gd name="connsiteY2" fmla="*/ 946961 h 946961"/>
              <a:gd name="connsiteX3" fmla="*/ 9155715 w 9155715"/>
              <a:gd name="connsiteY3" fmla="*/ 83976 h 946961"/>
              <a:gd name="connsiteX4" fmla="*/ 9155715 w 9155715"/>
              <a:gd name="connsiteY4" fmla="*/ 0 h 946961"/>
              <a:gd name="connsiteX0" fmla="*/ 9155715 w 9155715"/>
              <a:gd name="connsiteY0" fmla="*/ 0 h 894574"/>
              <a:gd name="connsiteX1" fmla="*/ 0 w 9155715"/>
              <a:gd name="connsiteY1" fmla="*/ 865366 h 894574"/>
              <a:gd name="connsiteX2" fmla="*/ 97732 w 9155715"/>
              <a:gd name="connsiteY2" fmla="*/ 894574 h 894574"/>
              <a:gd name="connsiteX3" fmla="*/ 9155715 w 9155715"/>
              <a:gd name="connsiteY3" fmla="*/ 83976 h 894574"/>
              <a:gd name="connsiteX4" fmla="*/ 9155715 w 9155715"/>
              <a:gd name="connsiteY4" fmla="*/ 0 h 894574"/>
              <a:gd name="connsiteX0" fmla="*/ 9155715 w 9155715"/>
              <a:gd name="connsiteY0" fmla="*/ 0 h 939818"/>
              <a:gd name="connsiteX1" fmla="*/ 0 w 9155715"/>
              <a:gd name="connsiteY1" fmla="*/ 865366 h 939818"/>
              <a:gd name="connsiteX2" fmla="*/ 2384 w 9155715"/>
              <a:gd name="connsiteY2" fmla="*/ 939818 h 939818"/>
              <a:gd name="connsiteX3" fmla="*/ 9155715 w 9155715"/>
              <a:gd name="connsiteY3" fmla="*/ 83976 h 939818"/>
              <a:gd name="connsiteX4" fmla="*/ 9155715 w 9155715"/>
              <a:gd name="connsiteY4" fmla="*/ 0 h 939818"/>
              <a:gd name="connsiteX0" fmla="*/ 9015078 w 9155715"/>
              <a:gd name="connsiteY0" fmla="*/ 0 h 873143"/>
              <a:gd name="connsiteX1" fmla="*/ 0 w 9155715"/>
              <a:gd name="connsiteY1" fmla="*/ 798691 h 873143"/>
              <a:gd name="connsiteX2" fmla="*/ 2384 w 9155715"/>
              <a:gd name="connsiteY2" fmla="*/ 873143 h 873143"/>
              <a:gd name="connsiteX3" fmla="*/ 9155715 w 9155715"/>
              <a:gd name="connsiteY3" fmla="*/ 17301 h 873143"/>
              <a:gd name="connsiteX4" fmla="*/ 9015078 w 9155715"/>
              <a:gd name="connsiteY4" fmla="*/ 0 h 873143"/>
              <a:gd name="connsiteX0" fmla="*/ 9160482 w 9160482"/>
              <a:gd name="connsiteY0" fmla="*/ 0 h 930293"/>
              <a:gd name="connsiteX1" fmla="*/ 0 w 9160482"/>
              <a:gd name="connsiteY1" fmla="*/ 855841 h 930293"/>
              <a:gd name="connsiteX2" fmla="*/ 2384 w 9160482"/>
              <a:gd name="connsiteY2" fmla="*/ 930293 h 930293"/>
              <a:gd name="connsiteX3" fmla="*/ 9155715 w 9160482"/>
              <a:gd name="connsiteY3" fmla="*/ 74451 h 930293"/>
              <a:gd name="connsiteX4" fmla="*/ 9160482 w 9160482"/>
              <a:gd name="connsiteY4" fmla="*/ 0 h 930293"/>
              <a:gd name="connsiteX0" fmla="*/ 9072286 w 9155715"/>
              <a:gd name="connsiteY0" fmla="*/ 0 h 885050"/>
              <a:gd name="connsiteX1" fmla="*/ 0 w 9155715"/>
              <a:gd name="connsiteY1" fmla="*/ 810598 h 885050"/>
              <a:gd name="connsiteX2" fmla="*/ 2384 w 9155715"/>
              <a:gd name="connsiteY2" fmla="*/ 885050 h 885050"/>
              <a:gd name="connsiteX3" fmla="*/ 9155715 w 9155715"/>
              <a:gd name="connsiteY3" fmla="*/ 29208 h 885050"/>
              <a:gd name="connsiteX4" fmla="*/ 9072286 w 9155715"/>
              <a:gd name="connsiteY4" fmla="*/ 0 h 885050"/>
              <a:gd name="connsiteX0" fmla="*/ 9155715 w 9155715"/>
              <a:gd name="connsiteY0" fmla="*/ 0 h 930294"/>
              <a:gd name="connsiteX1" fmla="*/ 0 w 9155715"/>
              <a:gd name="connsiteY1" fmla="*/ 855842 h 930294"/>
              <a:gd name="connsiteX2" fmla="*/ 2384 w 9155715"/>
              <a:gd name="connsiteY2" fmla="*/ 930294 h 930294"/>
              <a:gd name="connsiteX3" fmla="*/ 9155715 w 9155715"/>
              <a:gd name="connsiteY3" fmla="*/ 74452 h 930294"/>
              <a:gd name="connsiteX4" fmla="*/ 9155715 w 9155715"/>
              <a:gd name="connsiteY4" fmla="*/ 0 h 93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5715" h="930294">
                <a:moveTo>
                  <a:pt x="9155715" y="0"/>
                </a:moveTo>
                <a:lnTo>
                  <a:pt x="0" y="855842"/>
                </a:lnTo>
                <a:cubicBezTo>
                  <a:pt x="795" y="884628"/>
                  <a:pt x="1589" y="901508"/>
                  <a:pt x="2384" y="930294"/>
                </a:cubicBezTo>
                <a:lnTo>
                  <a:pt x="9155715" y="74452"/>
                </a:lnTo>
                <a:lnTo>
                  <a:pt x="9155715"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96" y="5347020"/>
            <a:ext cx="3426231" cy="944725"/>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 name="connsiteX0" fmla="*/ 1 w 7605568"/>
              <a:gd name="connsiteY0" fmla="*/ 0 h 897732"/>
              <a:gd name="connsiteX1" fmla="*/ 0 w 7605568"/>
              <a:gd name="connsiteY1" fmla="*/ 75665 h 897732"/>
              <a:gd name="connsiteX2" fmla="*/ 2830674 w 7605568"/>
              <a:gd name="connsiteY2" fmla="*/ 806612 h 897732"/>
              <a:gd name="connsiteX3" fmla="*/ 7605568 w 7605568"/>
              <a:gd name="connsiteY3" fmla="*/ 897732 h 897732"/>
              <a:gd name="connsiteX4" fmla="*/ 1 w 7605568"/>
              <a:gd name="connsiteY4" fmla="*/ 0 h 897732"/>
              <a:gd name="connsiteX0" fmla="*/ 1 w 2930931"/>
              <a:gd name="connsiteY0" fmla="*/ 0 h 806612"/>
              <a:gd name="connsiteX1" fmla="*/ 0 w 2930931"/>
              <a:gd name="connsiteY1" fmla="*/ 75665 h 806612"/>
              <a:gd name="connsiteX2" fmla="*/ 2830674 w 2930931"/>
              <a:gd name="connsiteY2" fmla="*/ 806612 h 806612"/>
              <a:gd name="connsiteX3" fmla="*/ 2930931 w 2930931"/>
              <a:gd name="connsiteY3" fmla="*/ 785765 h 806612"/>
              <a:gd name="connsiteX4" fmla="*/ 1 w 2930931"/>
              <a:gd name="connsiteY4" fmla="*/ 0 h 806612"/>
              <a:gd name="connsiteX0" fmla="*/ 1 w 3204530"/>
              <a:gd name="connsiteY0" fmla="*/ 0 h 944725"/>
              <a:gd name="connsiteX1" fmla="*/ 0 w 3204530"/>
              <a:gd name="connsiteY1" fmla="*/ 75665 h 944725"/>
              <a:gd name="connsiteX2" fmla="*/ 3204530 w 3204530"/>
              <a:gd name="connsiteY2" fmla="*/ 944725 h 944725"/>
              <a:gd name="connsiteX3" fmla="*/ 2930931 w 3204530"/>
              <a:gd name="connsiteY3" fmla="*/ 785765 h 944725"/>
              <a:gd name="connsiteX4" fmla="*/ 1 w 3204530"/>
              <a:gd name="connsiteY4" fmla="*/ 0 h 944725"/>
              <a:gd name="connsiteX0" fmla="*/ 1 w 3426231"/>
              <a:gd name="connsiteY0" fmla="*/ 0 h 944725"/>
              <a:gd name="connsiteX1" fmla="*/ 0 w 3426231"/>
              <a:gd name="connsiteY1" fmla="*/ 75665 h 944725"/>
              <a:gd name="connsiteX2" fmla="*/ 3204530 w 3426231"/>
              <a:gd name="connsiteY2" fmla="*/ 944725 h 944725"/>
              <a:gd name="connsiteX3" fmla="*/ 3426231 w 3426231"/>
              <a:gd name="connsiteY3" fmla="*/ 923877 h 944725"/>
              <a:gd name="connsiteX4" fmla="*/ 1 w 3426231"/>
              <a:gd name="connsiteY4" fmla="*/ 0 h 944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6231" h="944725">
                <a:moveTo>
                  <a:pt x="1" y="0"/>
                </a:moveTo>
                <a:cubicBezTo>
                  <a:pt x="1" y="25222"/>
                  <a:pt x="0" y="50443"/>
                  <a:pt x="0" y="75665"/>
                </a:cubicBezTo>
                <a:lnTo>
                  <a:pt x="3204530" y="944725"/>
                </a:lnTo>
                <a:lnTo>
                  <a:pt x="3426231" y="923877"/>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F230BC2C-1205-42B8-9965-568B6FFB7C40}" type="datetimeFigureOut">
              <a:rPr lang="en-AU" smtClean="0"/>
              <a:t>29/04/2017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49731146-60DD-4BE6-8415-4E2B0CEDFF48}" type="slidenum">
              <a:rPr lang="en-AU" smtClean="0"/>
              <a:t>‹#›</a:t>
            </a:fld>
            <a:endParaRPr lang="en-AU"/>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7"/>
          <p:cNvSpPr/>
          <p:nvPr/>
        </p:nvSpPr>
        <p:spPr>
          <a:xfrm>
            <a:off x="1" y="5010151"/>
            <a:ext cx="7439025" cy="157162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Lst>
            <a:ahLst/>
            <a:cxnLst>
              <a:cxn ang="0">
                <a:pos x="connsiteX0" y="connsiteY0"/>
              </a:cxn>
              <a:cxn ang="0">
                <a:pos x="connsiteX1" y="connsiteY1"/>
              </a:cxn>
              <a:cxn ang="0">
                <a:pos x="connsiteX2" y="connsiteY2"/>
              </a:cxn>
              <a:cxn ang="0">
                <a:pos x="connsiteX3" y="connsiteY3"/>
              </a:cxn>
            </a:cxnLst>
            <a:rect l="l" t="t" r="r" b="b"/>
            <a:pathLst>
              <a:path w="7415827" h="1571625">
                <a:moveTo>
                  <a:pt x="0" y="0"/>
                </a:moveTo>
                <a:lnTo>
                  <a:pt x="7415827" y="866775"/>
                </a:lnTo>
                <a:lnTo>
                  <a:pt x="0" y="1571625"/>
                </a:lnTo>
                <a:lnTo>
                  <a:pt x="0" y="0"/>
                </a:lnTo>
                <a:close/>
              </a:path>
            </a:pathLst>
          </a:custGeom>
          <a:gradFill>
            <a:gsLst>
              <a:gs pos="0">
                <a:srgbClr val="000000"/>
              </a:gs>
              <a:gs pos="24000">
                <a:srgbClr val="333333"/>
              </a:gs>
              <a:gs pos="90000">
                <a:srgbClr val="00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0" y="5731667"/>
            <a:ext cx="9147178" cy="1126333"/>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818007 h 1075182"/>
              <a:gd name="connsiteX1" fmla="*/ 9124990 w 9144000"/>
              <a:gd name="connsiteY1" fmla="*/ 0 h 1075182"/>
              <a:gd name="connsiteX2" fmla="*/ 9144000 w 9144000"/>
              <a:gd name="connsiteY2" fmla="*/ 1075182 h 1075182"/>
              <a:gd name="connsiteX3" fmla="*/ 0 w 9144000"/>
              <a:gd name="connsiteY3" fmla="*/ 1065657 h 1075182"/>
              <a:gd name="connsiteX4" fmla="*/ 20 w 9144000"/>
              <a:gd name="connsiteY4" fmla="*/ 818007 h 1075182"/>
              <a:gd name="connsiteX0" fmla="*/ 20 w 9124990"/>
              <a:gd name="connsiteY0" fmla="*/ 818007 h 1065657"/>
              <a:gd name="connsiteX1" fmla="*/ 9124990 w 9124990"/>
              <a:gd name="connsiteY1" fmla="*/ 0 h 1065657"/>
              <a:gd name="connsiteX2" fmla="*/ 8854092 w 9124990"/>
              <a:gd name="connsiteY2" fmla="*/ 585026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9122615 w 9124990"/>
              <a:gd name="connsiteY2" fmla="*/ 1063889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8766171 w 9124990"/>
              <a:gd name="connsiteY2" fmla="*/ 508228 h 1065657"/>
              <a:gd name="connsiteX3" fmla="*/ 0 w 9124990"/>
              <a:gd name="connsiteY3" fmla="*/ 1065657 h 1065657"/>
              <a:gd name="connsiteX4" fmla="*/ 20 w 9124990"/>
              <a:gd name="connsiteY4" fmla="*/ 818007 h 1065657"/>
              <a:gd name="connsiteX0" fmla="*/ 20 w 9128161"/>
              <a:gd name="connsiteY0" fmla="*/ 818007 h 1068407"/>
              <a:gd name="connsiteX1" fmla="*/ 9124990 w 9128161"/>
              <a:gd name="connsiteY1" fmla="*/ 0 h 1068407"/>
              <a:gd name="connsiteX2" fmla="*/ 9127369 w 9128161"/>
              <a:gd name="connsiteY2" fmla="*/ 1068407 h 1068407"/>
              <a:gd name="connsiteX3" fmla="*/ 0 w 9128161"/>
              <a:gd name="connsiteY3" fmla="*/ 1065657 h 1068407"/>
              <a:gd name="connsiteX4" fmla="*/ 20 w 9128161"/>
              <a:gd name="connsiteY4" fmla="*/ 818007 h 106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8161" h="1068407">
                <a:moveTo>
                  <a:pt x="20" y="818007"/>
                </a:moveTo>
                <a:lnTo>
                  <a:pt x="9124990" y="0"/>
                </a:lnTo>
                <a:cubicBezTo>
                  <a:pt x="9124198" y="354630"/>
                  <a:pt x="9128161" y="713777"/>
                  <a:pt x="9127369" y="1068407"/>
                </a:cubicBezTo>
                <a:lnTo>
                  <a:pt x="0" y="1065657"/>
                </a:lnTo>
                <a:cubicBezTo>
                  <a:pt x="7" y="983107"/>
                  <a:pt x="13" y="900557"/>
                  <a:pt x="20" y="818007"/>
                </a:cubicBezTo>
                <a:close/>
              </a:path>
            </a:pathLst>
          </a:custGeom>
          <a:gradFill>
            <a:gsLst>
              <a:gs pos="39000">
                <a:schemeClr val="accent1"/>
              </a:gs>
              <a:gs pos="50000">
                <a:schemeClr val="accent1">
                  <a:lumMod val="40000"/>
                  <a:lumOff val="60000"/>
                </a:schemeClr>
              </a:gs>
              <a:gs pos="58000">
                <a:schemeClr val="accent1"/>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a:off x="676656" y="609600"/>
            <a:ext cx="3383280" cy="914400"/>
          </a:xfrm>
        </p:spPr>
        <p:txBody>
          <a:bodyPr anchor="b">
            <a:noAutofit/>
          </a:bodyPr>
          <a:lstStyle>
            <a:lvl1pPr algn="l">
              <a:defRPr sz="2200" b="0" i="0" cap="none" baseline="0">
                <a:solidFill>
                  <a:schemeClr val="tx2"/>
                </a:solidFill>
              </a:defRPr>
            </a:lvl1pPr>
          </a:lstStyle>
          <a:p>
            <a:r>
              <a:rPr lang="en-US" smtClean="0"/>
              <a:t>Click to edit Master title style</a:t>
            </a:r>
            <a:endParaRPr lang="en-US" dirty="0"/>
          </a:p>
        </p:txBody>
      </p:sp>
      <p:sp>
        <p:nvSpPr>
          <p:cNvPr id="10" name="Freeform 9"/>
          <p:cNvSpPr/>
          <p:nvPr/>
        </p:nvSpPr>
        <p:spPr>
          <a:xfrm>
            <a:off x="0" y="4973410"/>
            <a:ext cx="7674867" cy="928299"/>
          </a:xfrm>
          <a:custGeom>
            <a:avLst/>
            <a:gdLst>
              <a:gd name="connsiteX0" fmla="*/ 0 w 7548466"/>
              <a:gd name="connsiteY0" fmla="*/ 0 h 933061"/>
              <a:gd name="connsiteX1" fmla="*/ 9331 w 7548466"/>
              <a:gd name="connsiteY1" fmla="*/ 65314 h 933061"/>
              <a:gd name="connsiteX2" fmla="*/ 7221894 w 7548466"/>
              <a:gd name="connsiteY2" fmla="*/ 933061 h 933061"/>
              <a:gd name="connsiteX3" fmla="*/ 7548466 w 7548466"/>
              <a:gd name="connsiteY3" fmla="*/ 914400 h 933061"/>
              <a:gd name="connsiteX4" fmla="*/ 0 w 7548466"/>
              <a:gd name="connsiteY4" fmla="*/ 0 h 933061"/>
              <a:gd name="connsiteX0" fmla="*/ 131163 w 7539135"/>
              <a:gd name="connsiteY0" fmla="*/ 0 h 1042598"/>
              <a:gd name="connsiteX1" fmla="*/ 0 w 7539135"/>
              <a:gd name="connsiteY1" fmla="*/ 174851 h 1042598"/>
              <a:gd name="connsiteX2" fmla="*/ 7212563 w 7539135"/>
              <a:gd name="connsiteY2" fmla="*/ 1042598 h 1042598"/>
              <a:gd name="connsiteX3" fmla="*/ 7539135 w 7539135"/>
              <a:gd name="connsiteY3" fmla="*/ 1023937 h 1042598"/>
              <a:gd name="connsiteX4" fmla="*/ 131163 w 7539135"/>
              <a:gd name="connsiteY4" fmla="*/ 0 h 1042598"/>
              <a:gd name="connsiteX0" fmla="*/ 0 w 7407972"/>
              <a:gd name="connsiteY0" fmla="*/ 0 h 1042598"/>
              <a:gd name="connsiteX1" fmla="*/ 85531 w 7407972"/>
              <a:gd name="connsiteY1" fmla="*/ 134370 h 1042598"/>
              <a:gd name="connsiteX2" fmla="*/ 7081400 w 7407972"/>
              <a:gd name="connsiteY2" fmla="*/ 1042598 h 1042598"/>
              <a:gd name="connsiteX3" fmla="*/ 7407972 w 7407972"/>
              <a:gd name="connsiteY3" fmla="*/ 1023937 h 1042598"/>
              <a:gd name="connsiteX4" fmla="*/ 0 w 7407972"/>
              <a:gd name="connsiteY4" fmla="*/ 0 h 1042598"/>
              <a:gd name="connsiteX0" fmla="*/ 131163 w 7539135"/>
              <a:gd name="connsiteY0" fmla="*/ 0 h 1042598"/>
              <a:gd name="connsiteX1" fmla="*/ 0 w 7539135"/>
              <a:gd name="connsiteY1" fmla="*/ 193902 h 1042598"/>
              <a:gd name="connsiteX2" fmla="*/ 7212563 w 7539135"/>
              <a:gd name="connsiteY2" fmla="*/ 1042598 h 1042598"/>
              <a:gd name="connsiteX3" fmla="*/ 7539135 w 7539135"/>
              <a:gd name="connsiteY3" fmla="*/ 1023937 h 1042598"/>
              <a:gd name="connsiteX4" fmla="*/ 131163 w 7539135"/>
              <a:gd name="connsiteY4" fmla="*/ 0 h 1042598"/>
              <a:gd name="connsiteX0" fmla="*/ 59725 w 7539135"/>
              <a:gd name="connsiteY0" fmla="*/ 0 h 892580"/>
              <a:gd name="connsiteX1" fmla="*/ 0 w 7539135"/>
              <a:gd name="connsiteY1" fmla="*/ 43884 h 892580"/>
              <a:gd name="connsiteX2" fmla="*/ 7212563 w 7539135"/>
              <a:gd name="connsiteY2" fmla="*/ 892580 h 892580"/>
              <a:gd name="connsiteX3" fmla="*/ 7539135 w 7539135"/>
              <a:gd name="connsiteY3" fmla="*/ 873919 h 892580"/>
              <a:gd name="connsiteX4" fmla="*/ 59725 w 7539135"/>
              <a:gd name="connsiteY4" fmla="*/ 0 h 892580"/>
              <a:gd name="connsiteX0" fmla="*/ 194 w 7539135"/>
              <a:gd name="connsiteY0" fmla="*/ 0 h 923536"/>
              <a:gd name="connsiteX1" fmla="*/ 0 w 7539135"/>
              <a:gd name="connsiteY1" fmla="*/ 74840 h 923536"/>
              <a:gd name="connsiteX2" fmla="*/ 7212563 w 7539135"/>
              <a:gd name="connsiteY2" fmla="*/ 923536 h 923536"/>
              <a:gd name="connsiteX3" fmla="*/ 7539135 w 7539135"/>
              <a:gd name="connsiteY3" fmla="*/ 904875 h 923536"/>
              <a:gd name="connsiteX4" fmla="*/ 194 w 7539135"/>
              <a:gd name="connsiteY4" fmla="*/ 0 h 923536"/>
              <a:gd name="connsiteX0" fmla="*/ 194 w 7539135"/>
              <a:gd name="connsiteY0" fmla="*/ 0 h 904875"/>
              <a:gd name="connsiteX1" fmla="*/ 0 w 7539135"/>
              <a:gd name="connsiteY1" fmla="*/ 74840 h 904875"/>
              <a:gd name="connsiteX2" fmla="*/ 7212563 w 7539135"/>
              <a:gd name="connsiteY2" fmla="*/ 883055 h 904875"/>
              <a:gd name="connsiteX3" fmla="*/ 7539135 w 7539135"/>
              <a:gd name="connsiteY3" fmla="*/ 904875 h 904875"/>
              <a:gd name="connsiteX4" fmla="*/ 194 w 7539135"/>
              <a:gd name="connsiteY4" fmla="*/ 0 h 904875"/>
              <a:gd name="connsiteX0" fmla="*/ 194 w 7703442"/>
              <a:gd name="connsiteY0" fmla="*/ 0 h 1016794"/>
              <a:gd name="connsiteX1" fmla="*/ 0 w 7703442"/>
              <a:gd name="connsiteY1" fmla="*/ 74840 h 1016794"/>
              <a:gd name="connsiteX2" fmla="*/ 7212563 w 7703442"/>
              <a:gd name="connsiteY2" fmla="*/ 883055 h 1016794"/>
              <a:gd name="connsiteX3" fmla="*/ 7703442 w 7703442"/>
              <a:gd name="connsiteY3" fmla="*/ 1016794 h 1016794"/>
              <a:gd name="connsiteX4" fmla="*/ 194 w 7703442"/>
              <a:gd name="connsiteY4" fmla="*/ 0 h 1016794"/>
              <a:gd name="connsiteX0" fmla="*/ 194 w 7674867"/>
              <a:gd name="connsiteY0" fmla="*/ 0 h 897731"/>
              <a:gd name="connsiteX1" fmla="*/ 0 w 7674867"/>
              <a:gd name="connsiteY1" fmla="*/ 74840 h 897731"/>
              <a:gd name="connsiteX2" fmla="*/ 7212563 w 7674867"/>
              <a:gd name="connsiteY2" fmla="*/ 883055 h 897731"/>
              <a:gd name="connsiteX3" fmla="*/ 7674867 w 7674867"/>
              <a:gd name="connsiteY3" fmla="*/ 897731 h 897731"/>
              <a:gd name="connsiteX4" fmla="*/ 194 w 7674867"/>
              <a:gd name="connsiteY4" fmla="*/ 0 h 897731"/>
              <a:gd name="connsiteX0" fmla="*/ 194 w 7674867"/>
              <a:gd name="connsiteY0" fmla="*/ 0 h 930680"/>
              <a:gd name="connsiteX1" fmla="*/ 0 w 7674867"/>
              <a:gd name="connsiteY1" fmla="*/ 74840 h 930680"/>
              <a:gd name="connsiteX2" fmla="*/ 7293526 w 7674867"/>
              <a:gd name="connsiteY2" fmla="*/ 930680 h 930680"/>
              <a:gd name="connsiteX3" fmla="*/ 7674867 w 7674867"/>
              <a:gd name="connsiteY3" fmla="*/ 897731 h 930680"/>
              <a:gd name="connsiteX4" fmla="*/ 194 w 7674867"/>
              <a:gd name="connsiteY4" fmla="*/ 0 h 930680"/>
              <a:gd name="connsiteX0" fmla="*/ 194 w 7674867"/>
              <a:gd name="connsiteY0" fmla="*/ 0 h 897731"/>
              <a:gd name="connsiteX1" fmla="*/ 0 w 7674867"/>
              <a:gd name="connsiteY1" fmla="*/ 74840 h 897731"/>
              <a:gd name="connsiteX2" fmla="*/ 7293526 w 7674867"/>
              <a:gd name="connsiteY2" fmla="*/ 894961 h 897731"/>
              <a:gd name="connsiteX3" fmla="*/ 7674867 w 7674867"/>
              <a:gd name="connsiteY3" fmla="*/ 897731 h 897731"/>
              <a:gd name="connsiteX4" fmla="*/ 194 w 7674867"/>
              <a:gd name="connsiteY4" fmla="*/ 0 h 897731"/>
              <a:gd name="connsiteX0" fmla="*/ 194 w 7674867"/>
              <a:gd name="connsiteY0" fmla="*/ 0 h 897731"/>
              <a:gd name="connsiteX1" fmla="*/ 0 w 7674867"/>
              <a:gd name="connsiteY1" fmla="*/ 74840 h 897731"/>
              <a:gd name="connsiteX2" fmla="*/ 7238758 w 7674867"/>
              <a:gd name="connsiteY2" fmla="*/ 894961 h 897731"/>
              <a:gd name="connsiteX3" fmla="*/ 7674867 w 7674867"/>
              <a:gd name="connsiteY3" fmla="*/ 897731 h 897731"/>
              <a:gd name="connsiteX4" fmla="*/ 194 w 7674867"/>
              <a:gd name="connsiteY4" fmla="*/ 0 h 897731"/>
              <a:gd name="connsiteX0" fmla="*/ 194 w 7674867"/>
              <a:gd name="connsiteY0" fmla="*/ 0 h 897731"/>
              <a:gd name="connsiteX1" fmla="*/ 0 w 7674867"/>
              <a:gd name="connsiteY1" fmla="*/ 74840 h 897731"/>
              <a:gd name="connsiteX2" fmla="*/ 7298289 w 7674867"/>
              <a:gd name="connsiteY2" fmla="*/ 661599 h 897731"/>
              <a:gd name="connsiteX3" fmla="*/ 7674867 w 7674867"/>
              <a:gd name="connsiteY3" fmla="*/ 897731 h 897731"/>
              <a:gd name="connsiteX4" fmla="*/ 194 w 7674867"/>
              <a:gd name="connsiteY4" fmla="*/ 0 h 897731"/>
              <a:gd name="connsiteX0" fmla="*/ 194 w 7674867"/>
              <a:gd name="connsiteY0" fmla="*/ 0 h 928299"/>
              <a:gd name="connsiteX1" fmla="*/ 0 w 7674867"/>
              <a:gd name="connsiteY1" fmla="*/ 74840 h 928299"/>
              <a:gd name="connsiteX2" fmla="*/ 7298289 w 7674867"/>
              <a:gd name="connsiteY2" fmla="*/ 928299 h 928299"/>
              <a:gd name="connsiteX3" fmla="*/ 7674867 w 7674867"/>
              <a:gd name="connsiteY3" fmla="*/ 897731 h 928299"/>
              <a:gd name="connsiteX4" fmla="*/ 194 w 7674867"/>
              <a:gd name="connsiteY4" fmla="*/ 0 h 928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74867" h="928299">
                <a:moveTo>
                  <a:pt x="194" y="0"/>
                </a:moveTo>
                <a:cubicBezTo>
                  <a:pt x="129" y="24947"/>
                  <a:pt x="65" y="49893"/>
                  <a:pt x="0" y="74840"/>
                </a:cubicBezTo>
                <a:lnTo>
                  <a:pt x="7298289" y="928299"/>
                </a:lnTo>
                <a:lnTo>
                  <a:pt x="7674867" y="897731"/>
                </a:lnTo>
                <a:lnTo>
                  <a:pt x="194"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2382" y="5696242"/>
            <a:ext cx="9146382" cy="930294"/>
          </a:xfrm>
          <a:custGeom>
            <a:avLst/>
            <a:gdLst>
              <a:gd name="connsiteX0" fmla="*/ 9153331 w 9153331"/>
              <a:gd name="connsiteY0" fmla="*/ 0 h 951723"/>
              <a:gd name="connsiteX1" fmla="*/ 0 w 9153331"/>
              <a:gd name="connsiteY1" fmla="*/ 867747 h 951723"/>
              <a:gd name="connsiteX2" fmla="*/ 0 w 9153331"/>
              <a:gd name="connsiteY2" fmla="*/ 951723 h 951723"/>
              <a:gd name="connsiteX3" fmla="*/ 9153331 w 9153331"/>
              <a:gd name="connsiteY3" fmla="*/ 83976 h 951723"/>
              <a:gd name="connsiteX4" fmla="*/ 9153331 w 9153331"/>
              <a:gd name="connsiteY4" fmla="*/ 0 h 951723"/>
              <a:gd name="connsiteX0" fmla="*/ 9153331 w 9153331"/>
              <a:gd name="connsiteY0" fmla="*/ 0 h 951723"/>
              <a:gd name="connsiteX1" fmla="*/ 107265 w 9153331"/>
              <a:gd name="connsiteY1" fmla="*/ 901085 h 951723"/>
              <a:gd name="connsiteX2" fmla="*/ 0 w 9153331"/>
              <a:gd name="connsiteY2" fmla="*/ 951723 h 951723"/>
              <a:gd name="connsiteX3" fmla="*/ 9153331 w 9153331"/>
              <a:gd name="connsiteY3" fmla="*/ 83976 h 951723"/>
              <a:gd name="connsiteX4" fmla="*/ 9153331 w 9153331"/>
              <a:gd name="connsiteY4" fmla="*/ 0 h 951723"/>
              <a:gd name="connsiteX0" fmla="*/ 9155715 w 9155715"/>
              <a:gd name="connsiteY0" fmla="*/ 0 h 951723"/>
              <a:gd name="connsiteX1" fmla="*/ 0 w 9155715"/>
              <a:gd name="connsiteY1" fmla="*/ 865366 h 951723"/>
              <a:gd name="connsiteX2" fmla="*/ 2384 w 9155715"/>
              <a:gd name="connsiteY2" fmla="*/ 951723 h 951723"/>
              <a:gd name="connsiteX3" fmla="*/ 9155715 w 9155715"/>
              <a:gd name="connsiteY3" fmla="*/ 83976 h 951723"/>
              <a:gd name="connsiteX4" fmla="*/ 9155715 w 9155715"/>
              <a:gd name="connsiteY4" fmla="*/ 0 h 951723"/>
              <a:gd name="connsiteX0" fmla="*/ 9155715 w 9155715"/>
              <a:gd name="connsiteY0" fmla="*/ 0 h 894573"/>
              <a:gd name="connsiteX1" fmla="*/ 0 w 9155715"/>
              <a:gd name="connsiteY1" fmla="*/ 865366 h 894573"/>
              <a:gd name="connsiteX2" fmla="*/ 197847 w 9155715"/>
              <a:gd name="connsiteY2" fmla="*/ 894573 h 894573"/>
              <a:gd name="connsiteX3" fmla="*/ 9155715 w 9155715"/>
              <a:gd name="connsiteY3" fmla="*/ 83976 h 894573"/>
              <a:gd name="connsiteX4" fmla="*/ 9155715 w 9155715"/>
              <a:gd name="connsiteY4" fmla="*/ 0 h 894573"/>
              <a:gd name="connsiteX0" fmla="*/ 9155715 w 9155715"/>
              <a:gd name="connsiteY0" fmla="*/ 0 h 946961"/>
              <a:gd name="connsiteX1" fmla="*/ 0 w 9155715"/>
              <a:gd name="connsiteY1" fmla="*/ 865366 h 946961"/>
              <a:gd name="connsiteX2" fmla="*/ 4768 w 9155715"/>
              <a:gd name="connsiteY2" fmla="*/ 946961 h 946961"/>
              <a:gd name="connsiteX3" fmla="*/ 9155715 w 9155715"/>
              <a:gd name="connsiteY3" fmla="*/ 83976 h 946961"/>
              <a:gd name="connsiteX4" fmla="*/ 9155715 w 9155715"/>
              <a:gd name="connsiteY4" fmla="*/ 0 h 946961"/>
              <a:gd name="connsiteX0" fmla="*/ 9155715 w 9155715"/>
              <a:gd name="connsiteY0" fmla="*/ 0 h 894574"/>
              <a:gd name="connsiteX1" fmla="*/ 0 w 9155715"/>
              <a:gd name="connsiteY1" fmla="*/ 865366 h 894574"/>
              <a:gd name="connsiteX2" fmla="*/ 97732 w 9155715"/>
              <a:gd name="connsiteY2" fmla="*/ 894574 h 894574"/>
              <a:gd name="connsiteX3" fmla="*/ 9155715 w 9155715"/>
              <a:gd name="connsiteY3" fmla="*/ 83976 h 894574"/>
              <a:gd name="connsiteX4" fmla="*/ 9155715 w 9155715"/>
              <a:gd name="connsiteY4" fmla="*/ 0 h 894574"/>
              <a:gd name="connsiteX0" fmla="*/ 9155715 w 9155715"/>
              <a:gd name="connsiteY0" fmla="*/ 0 h 939818"/>
              <a:gd name="connsiteX1" fmla="*/ 0 w 9155715"/>
              <a:gd name="connsiteY1" fmla="*/ 865366 h 939818"/>
              <a:gd name="connsiteX2" fmla="*/ 2384 w 9155715"/>
              <a:gd name="connsiteY2" fmla="*/ 939818 h 939818"/>
              <a:gd name="connsiteX3" fmla="*/ 9155715 w 9155715"/>
              <a:gd name="connsiteY3" fmla="*/ 83976 h 939818"/>
              <a:gd name="connsiteX4" fmla="*/ 9155715 w 9155715"/>
              <a:gd name="connsiteY4" fmla="*/ 0 h 939818"/>
              <a:gd name="connsiteX0" fmla="*/ 9015078 w 9155715"/>
              <a:gd name="connsiteY0" fmla="*/ 0 h 873143"/>
              <a:gd name="connsiteX1" fmla="*/ 0 w 9155715"/>
              <a:gd name="connsiteY1" fmla="*/ 798691 h 873143"/>
              <a:gd name="connsiteX2" fmla="*/ 2384 w 9155715"/>
              <a:gd name="connsiteY2" fmla="*/ 873143 h 873143"/>
              <a:gd name="connsiteX3" fmla="*/ 9155715 w 9155715"/>
              <a:gd name="connsiteY3" fmla="*/ 17301 h 873143"/>
              <a:gd name="connsiteX4" fmla="*/ 9015078 w 9155715"/>
              <a:gd name="connsiteY4" fmla="*/ 0 h 873143"/>
              <a:gd name="connsiteX0" fmla="*/ 9160482 w 9160482"/>
              <a:gd name="connsiteY0" fmla="*/ 0 h 930293"/>
              <a:gd name="connsiteX1" fmla="*/ 0 w 9160482"/>
              <a:gd name="connsiteY1" fmla="*/ 855841 h 930293"/>
              <a:gd name="connsiteX2" fmla="*/ 2384 w 9160482"/>
              <a:gd name="connsiteY2" fmla="*/ 930293 h 930293"/>
              <a:gd name="connsiteX3" fmla="*/ 9155715 w 9160482"/>
              <a:gd name="connsiteY3" fmla="*/ 74451 h 930293"/>
              <a:gd name="connsiteX4" fmla="*/ 9160482 w 9160482"/>
              <a:gd name="connsiteY4" fmla="*/ 0 h 930293"/>
              <a:gd name="connsiteX0" fmla="*/ 9072286 w 9155715"/>
              <a:gd name="connsiteY0" fmla="*/ 0 h 885050"/>
              <a:gd name="connsiteX1" fmla="*/ 0 w 9155715"/>
              <a:gd name="connsiteY1" fmla="*/ 810598 h 885050"/>
              <a:gd name="connsiteX2" fmla="*/ 2384 w 9155715"/>
              <a:gd name="connsiteY2" fmla="*/ 885050 h 885050"/>
              <a:gd name="connsiteX3" fmla="*/ 9155715 w 9155715"/>
              <a:gd name="connsiteY3" fmla="*/ 29208 h 885050"/>
              <a:gd name="connsiteX4" fmla="*/ 9072286 w 9155715"/>
              <a:gd name="connsiteY4" fmla="*/ 0 h 885050"/>
              <a:gd name="connsiteX0" fmla="*/ 9155715 w 9155715"/>
              <a:gd name="connsiteY0" fmla="*/ 0 h 930294"/>
              <a:gd name="connsiteX1" fmla="*/ 0 w 9155715"/>
              <a:gd name="connsiteY1" fmla="*/ 855842 h 930294"/>
              <a:gd name="connsiteX2" fmla="*/ 2384 w 9155715"/>
              <a:gd name="connsiteY2" fmla="*/ 930294 h 930294"/>
              <a:gd name="connsiteX3" fmla="*/ 9155715 w 9155715"/>
              <a:gd name="connsiteY3" fmla="*/ 74452 h 930294"/>
              <a:gd name="connsiteX4" fmla="*/ 9155715 w 9155715"/>
              <a:gd name="connsiteY4" fmla="*/ 0 h 93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5715" h="930294">
                <a:moveTo>
                  <a:pt x="9155715" y="0"/>
                </a:moveTo>
                <a:lnTo>
                  <a:pt x="0" y="855842"/>
                </a:lnTo>
                <a:cubicBezTo>
                  <a:pt x="795" y="884628"/>
                  <a:pt x="1589" y="901508"/>
                  <a:pt x="2384" y="930294"/>
                </a:cubicBezTo>
                <a:lnTo>
                  <a:pt x="9155715" y="74452"/>
                </a:lnTo>
                <a:lnTo>
                  <a:pt x="9155715"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F230BC2C-1205-42B8-9965-568B6FFB7C40}" type="datetimeFigureOut">
              <a:rPr lang="en-AU" smtClean="0"/>
              <a:t>29/04/2017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9731146-60DD-4BE6-8415-4E2B0CEDFF48}" type="slidenum">
              <a:rPr lang="en-AU" smtClean="0"/>
              <a:t>‹#›</a:t>
            </a:fld>
            <a:endParaRPr lang="en-AU"/>
          </a:p>
        </p:txBody>
      </p:sp>
      <p:sp>
        <p:nvSpPr>
          <p:cNvPr id="13" name="Content Placeholder 12"/>
          <p:cNvSpPr>
            <a:spLocks noGrp="1"/>
          </p:cNvSpPr>
          <p:nvPr>
            <p:ph sz="quarter" idx="13"/>
          </p:nvPr>
        </p:nvSpPr>
        <p:spPr>
          <a:xfrm>
            <a:off x="4572000" y="609600"/>
            <a:ext cx="3886200"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Text Placeholder 13"/>
          <p:cNvSpPr>
            <a:spLocks noGrp="1"/>
          </p:cNvSpPr>
          <p:nvPr>
            <p:ph type="body" sz="quarter" idx="14"/>
          </p:nvPr>
        </p:nvSpPr>
        <p:spPr>
          <a:xfrm>
            <a:off x="676274" y="1527048"/>
            <a:ext cx="3383280" cy="3291840"/>
          </a:xfrm>
        </p:spPr>
        <p:txBody>
          <a:bodyPr>
            <a:normAutofit/>
          </a:bodyPr>
          <a:lstStyle>
            <a:lvl1pPr marL="0" indent="0">
              <a:buFontTx/>
              <a:buNone/>
              <a:defRPr sz="1600"/>
            </a:lvl1pPr>
            <a:lvl2pPr>
              <a:buFontTx/>
              <a:buNone/>
              <a:defRPr/>
            </a:lvl2pPr>
            <a:lvl3pPr>
              <a:buFontTx/>
              <a:buNone/>
              <a:defRPr/>
            </a:lvl3pPr>
            <a:lvl4pPr>
              <a:buFontTx/>
              <a:buNone/>
              <a:defRPr/>
            </a:lvl4pPr>
            <a:lvl5pPr>
              <a:buFontTx/>
              <a:buNone/>
              <a:defRPr/>
            </a:lvl5pPr>
          </a:lstStyle>
          <a:p>
            <a:pPr lvl="0"/>
            <a:r>
              <a:rPr lang="en-US" smtClean="0"/>
              <a:t>Click to edit Master text styles</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1"/>
              </a:gs>
              <a:gs pos="40000">
                <a:schemeClr val="accent1">
                  <a:lumMod val="40000"/>
                  <a:lumOff val="60000"/>
                </a:schemeClr>
              </a:gs>
              <a:gs pos="48000">
                <a:schemeClr val="accent1"/>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9" name="Freeform 8"/>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3"/>
              </a:gs>
              <a:gs pos="52000">
                <a:schemeClr val="accent3">
                  <a:lumMod val="40000"/>
                  <a:lumOff val="60000"/>
                </a:schemeClr>
              </a:gs>
              <a:gs pos="66000">
                <a:schemeClr val="accent3"/>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3" name="Picture Placeholder 2"/>
          <p:cNvSpPr>
            <a:spLocks noGrp="1"/>
          </p:cNvSpPr>
          <p:nvPr>
            <p:ph type="pic" idx="1"/>
          </p:nvPr>
        </p:nvSpPr>
        <p:spPr>
          <a:xfrm>
            <a:off x="4572000" y="609600"/>
            <a:ext cx="3886200" cy="4190999"/>
          </a:xfrm>
          <a:ln w="79375">
            <a:solidFill>
              <a:schemeClr val="tx1"/>
            </a:solidFill>
            <a:miter lim="800000"/>
          </a:ln>
          <a:effectLst>
            <a:outerShdw blurRad="50800" dist="38100" dir="5400000" algn="ctr" rotWithShape="0">
              <a:srgbClr val="000000">
                <a:alpha val="42000"/>
              </a:srgbClr>
            </a:outerShdw>
          </a:effectLst>
        </p:spPr>
        <p:txBody>
          <a:bodyPr>
            <a:normAutofit/>
          </a:bodyPr>
          <a:lstStyle>
            <a:lvl1pPr marL="0" indent="0" algn="ctr">
              <a:buNone/>
              <a:defRPr sz="25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10" name="Freeform 9"/>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F230BC2C-1205-42B8-9965-568B6FFB7C40}" type="datetimeFigureOut">
              <a:rPr lang="en-AU" smtClean="0"/>
              <a:t>29/04/2017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9731146-60DD-4BE6-8415-4E2B0CEDFF48}" type="slidenum">
              <a:rPr lang="en-AU" smtClean="0"/>
              <a:t>‹#›</a:t>
            </a:fld>
            <a:endParaRPr lang="en-AU"/>
          </a:p>
        </p:txBody>
      </p:sp>
      <p:sp>
        <p:nvSpPr>
          <p:cNvPr id="14" name="Title 1"/>
          <p:cNvSpPr>
            <a:spLocks noGrp="1"/>
          </p:cNvSpPr>
          <p:nvPr>
            <p:ph type="title"/>
          </p:nvPr>
        </p:nvSpPr>
        <p:spPr>
          <a:xfrm>
            <a:off x="676656" y="609600"/>
            <a:ext cx="3383280" cy="914400"/>
          </a:xfrm>
        </p:spPr>
        <p:txBody>
          <a:bodyPr anchor="b">
            <a:noAutofit/>
          </a:bodyPr>
          <a:lstStyle>
            <a:lvl1pPr algn="l">
              <a:defRPr sz="2200" b="0" i="0" cap="none" baseline="0">
                <a:solidFill>
                  <a:schemeClr val="tx2"/>
                </a:solidFill>
              </a:defRPr>
            </a:lvl1pPr>
          </a:lstStyle>
          <a:p>
            <a:r>
              <a:rPr lang="en-US" smtClean="0"/>
              <a:t>Click to edit Master title style</a:t>
            </a:r>
            <a:endParaRPr lang="en-US" dirty="0"/>
          </a:p>
        </p:txBody>
      </p:sp>
      <p:sp>
        <p:nvSpPr>
          <p:cNvPr id="15" name="Text Placeholder 14"/>
          <p:cNvSpPr>
            <a:spLocks noGrp="1"/>
          </p:cNvSpPr>
          <p:nvPr>
            <p:ph type="body" sz="quarter" idx="14"/>
          </p:nvPr>
        </p:nvSpPr>
        <p:spPr>
          <a:xfrm>
            <a:off x="676656" y="1524000"/>
            <a:ext cx="3381375" cy="3295650"/>
          </a:xfrm>
        </p:spPr>
        <p:txBody>
          <a:bodyPr>
            <a:normAutofit/>
          </a:bodyPr>
          <a:lstStyle>
            <a:lvl1pPr marL="0" indent="0">
              <a:buFontTx/>
              <a:buNone/>
              <a:defRPr sz="1600"/>
            </a:lvl1pPr>
            <a:lvl2pPr>
              <a:buFontTx/>
              <a:buNone/>
              <a:defRPr/>
            </a:lvl2pPr>
            <a:lvl3pPr>
              <a:buFontTx/>
              <a:buNone/>
              <a:defRPr/>
            </a:lvl3pPr>
            <a:lvl4pPr>
              <a:buFontTx/>
              <a:buNone/>
              <a:defRPr/>
            </a:lvl4pPr>
            <a:lvl5pPr>
              <a:buFontTx/>
              <a:buNone/>
              <a:defRPr/>
            </a:lvl5pPr>
          </a:lstStyle>
          <a:p>
            <a:pPr lvl="0"/>
            <a:r>
              <a:rPr lang="en-US" smtClean="0"/>
              <a:t>Click to edit Master text styles</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1"/>
              </a:gs>
              <a:gs pos="52000">
                <a:schemeClr val="accent1">
                  <a:lumMod val="40000"/>
                  <a:lumOff val="60000"/>
                </a:schemeClr>
              </a:gs>
              <a:gs pos="66000">
                <a:schemeClr val="accent1"/>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3"/>
              </a:gs>
              <a:gs pos="40000">
                <a:schemeClr val="accent3">
                  <a:lumMod val="40000"/>
                  <a:lumOff val="60000"/>
                </a:schemeClr>
              </a:gs>
              <a:gs pos="4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30BC2C-1205-42B8-9965-568B6FFB7C40}" type="datetimeFigureOut">
              <a:rPr lang="en-AU" smtClean="0"/>
              <a:t>29/04/2017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9731146-60DD-4BE6-8415-4E2B0CEDFF48}" type="slidenum">
              <a:rPr lang="en-AU" smtClean="0"/>
              <a:t>‹#›</a:t>
            </a:fld>
            <a:endParaRPr lang="en-AU"/>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Freeform 6"/>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1"/>
              </a:gs>
              <a:gs pos="52000">
                <a:schemeClr val="accent1">
                  <a:lumMod val="40000"/>
                  <a:lumOff val="60000"/>
                </a:schemeClr>
              </a:gs>
              <a:gs pos="66000">
                <a:schemeClr val="accent1"/>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3"/>
              </a:gs>
              <a:gs pos="40000">
                <a:schemeClr val="accent3">
                  <a:lumMod val="40000"/>
                  <a:lumOff val="60000"/>
                </a:schemeClr>
              </a:gs>
              <a:gs pos="4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30BC2C-1205-42B8-9965-568B6FFB7C40}" type="datetimeFigureOut">
              <a:rPr lang="en-AU" smtClean="0"/>
              <a:t>29/04/2017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9731146-60DD-4BE6-8415-4E2B0CEDFF48}" type="slidenum">
              <a:rPr lang="en-AU" smtClean="0"/>
              <a:t>‹#›</a:t>
            </a:fld>
            <a:endParaRPr lang="en-AU"/>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78000"/>
              </a:schemeClr>
            </a:gs>
            <a:gs pos="0">
              <a:schemeClr val="bg1">
                <a:lumMod val="0"/>
              </a:schemeClr>
            </a:gs>
          </a:gsLst>
          <a:path path="circle">
            <a:fillToRect l="50000" t="100000" r="100000" b="50000"/>
          </a:path>
          <a:tileRect/>
        </a:gradFill>
        <a:effectLst/>
      </p:bgPr>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blipFill dpi="0" rotWithShape="1">
            <a:blip r:embed="rId13">
              <a:alphaModFix amt="15000"/>
            </a:blip>
            <a:srcRect/>
            <a:tile tx="0" ty="0" sx="76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685800" y="274638"/>
            <a:ext cx="7772400" cy="1143000"/>
          </a:xfrm>
          <a:prstGeom prst="rect">
            <a:avLst/>
          </a:prstGeom>
        </p:spPr>
        <p:txBody>
          <a:bodyPr vert="horz" lIns="0" tIns="45720" rIns="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0" y="1600200"/>
            <a:ext cx="7772400" cy="4525963"/>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400800" y="6416675"/>
            <a:ext cx="1981200" cy="365125"/>
          </a:xfrm>
          <a:prstGeom prst="rect">
            <a:avLst/>
          </a:prstGeom>
        </p:spPr>
        <p:txBody>
          <a:bodyPr vert="horz" lIns="0" tIns="45720" rIns="0" bIns="0" rtlCol="0" anchor="b" anchorCtr="0"/>
          <a:lstStyle>
            <a:lvl1pPr algn="r">
              <a:defRPr lang="en-US" sz="900" kern="1200" cap="all" spc="110" baseline="0" smtClean="0">
                <a:solidFill>
                  <a:srgbClr val="4D4D4D"/>
                </a:solidFill>
                <a:latin typeface="+mn-lt"/>
                <a:ea typeface="+mn-ea"/>
                <a:cs typeface="+mn-cs"/>
              </a:defRPr>
            </a:lvl1pPr>
          </a:lstStyle>
          <a:p>
            <a:fld id="{F230BC2C-1205-42B8-9965-568B6FFB7C40}" type="datetimeFigureOut">
              <a:rPr lang="en-AU" smtClean="0"/>
              <a:t>29/04/2017</a:t>
            </a:fld>
            <a:endParaRPr lang="en-AU"/>
          </a:p>
        </p:txBody>
      </p:sp>
      <p:sp>
        <p:nvSpPr>
          <p:cNvPr id="5" name="Footer Placeholder 4"/>
          <p:cNvSpPr>
            <a:spLocks noGrp="1"/>
          </p:cNvSpPr>
          <p:nvPr>
            <p:ph type="ftr" sz="quarter" idx="3"/>
          </p:nvPr>
        </p:nvSpPr>
        <p:spPr>
          <a:xfrm>
            <a:off x="228600" y="6416675"/>
            <a:ext cx="2895600" cy="365125"/>
          </a:xfrm>
          <a:prstGeom prst="rect">
            <a:avLst/>
          </a:prstGeom>
        </p:spPr>
        <p:txBody>
          <a:bodyPr vert="horz" lIns="0" tIns="45720" rIns="0" bIns="0" rtlCol="0" anchor="b" anchorCtr="0"/>
          <a:lstStyle>
            <a:lvl1pPr algn="l">
              <a:defRPr sz="900" cap="all" spc="110" baseline="0">
                <a:solidFill>
                  <a:srgbClr val="4D4D4D"/>
                </a:solidFill>
              </a:defRPr>
            </a:lvl1pPr>
          </a:lstStyle>
          <a:p>
            <a:endParaRPr lang="en-AU"/>
          </a:p>
        </p:txBody>
      </p:sp>
      <p:sp>
        <p:nvSpPr>
          <p:cNvPr id="6" name="Slide Number Placeholder 5"/>
          <p:cNvSpPr>
            <a:spLocks noGrp="1"/>
          </p:cNvSpPr>
          <p:nvPr>
            <p:ph type="sldNum" sz="quarter" idx="4"/>
          </p:nvPr>
        </p:nvSpPr>
        <p:spPr>
          <a:xfrm>
            <a:off x="8458200" y="6416675"/>
            <a:ext cx="457200" cy="365125"/>
          </a:xfrm>
          <a:prstGeom prst="rect">
            <a:avLst/>
          </a:prstGeom>
        </p:spPr>
        <p:txBody>
          <a:bodyPr vert="horz" lIns="0" tIns="45720" rIns="0" bIns="0" rtlCol="0" anchor="b" anchorCtr="0"/>
          <a:lstStyle>
            <a:lvl1pPr algn="r">
              <a:defRPr sz="1100" b="1" baseline="0">
                <a:solidFill>
                  <a:srgbClr val="4D4D4D"/>
                </a:solidFill>
              </a:defRPr>
            </a:lvl1pPr>
          </a:lstStyle>
          <a:p>
            <a:fld id="{49731146-60DD-4BE6-8415-4E2B0CEDFF48}" type="slidenum">
              <a:rPr lang="en-AU" smtClean="0"/>
              <a:t>‹#›</a:t>
            </a:fld>
            <a:endParaRPr lang="en-AU"/>
          </a:p>
        </p:txBody>
      </p:sp>
    </p:spTree>
  </p:cSld>
  <p:clrMap bg1="dk1" tx1="lt1" bg2="dk2" tx2="lt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mc:AlternateContent xmlns:mc="http://schemas.openxmlformats.org/markup-compatibility/2006">
    <mc:Choice xmlns:p14="http://schemas.microsoft.com/office/powerpoint/2010/main" Requires="p14">
      <p:transition p14:dur="0"/>
    </mc:Choice>
    <mc:Fallback>
      <p:transition/>
    </mc:Fallback>
  </mc:AlternateContent>
  <p:txStyles>
    <p:titleStyle>
      <a:lvl1pPr algn="l" defTabSz="914400" rtl="0" eaLnBrk="1" latinLnBrk="0" hangingPunct="1">
        <a:spcBef>
          <a:spcPct val="0"/>
        </a:spcBef>
        <a:buNone/>
        <a:defRPr sz="3600" kern="1200" cap="all"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lnSpc>
          <a:spcPct val="100000"/>
        </a:lnSpc>
        <a:spcBef>
          <a:spcPts val="700"/>
        </a:spcBef>
        <a:buClr>
          <a:schemeClr val="accent1"/>
        </a:buClr>
        <a:buSzPct val="85000"/>
        <a:buFont typeface="Wingdings 3" pitchFamily="18" charset="2"/>
        <a:buChar char=""/>
        <a:defRPr sz="2000" kern="1200" baseline="0">
          <a:solidFill>
            <a:schemeClr val="tx1"/>
          </a:solidFill>
          <a:latin typeface="+mn-lt"/>
          <a:ea typeface="+mn-ea"/>
          <a:cs typeface="+mn-cs"/>
        </a:defRPr>
      </a:lvl1pPr>
      <a:lvl2pPr marL="742950" indent="-274320" algn="l" defTabSz="914400" rtl="0" eaLnBrk="1" latinLnBrk="0" hangingPunct="1">
        <a:lnSpc>
          <a:spcPct val="100000"/>
        </a:lnSpc>
        <a:spcBef>
          <a:spcPts val="700"/>
        </a:spcBef>
        <a:buClr>
          <a:schemeClr val="accent1"/>
        </a:buClr>
        <a:buSzPct val="85000"/>
        <a:buFont typeface="Wingdings 3" pitchFamily="18" charset="2"/>
        <a:buChar char=""/>
        <a:defRPr sz="1600" kern="1200" baseline="0">
          <a:solidFill>
            <a:schemeClr val="tx1"/>
          </a:solidFill>
          <a:latin typeface="+mn-lt"/>
          <a:ea typeface="+mn-ea"/>
          <a:cs typeface="+mn-cs"/>
        </a:defRPr>
      </a:lvl2pPr>
      <a:lvl3pPr marL="11430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baseline="0">
          <a:solidFill>
            <a:schemeClr val="tx1"/>
          </a:solidFill>
          <a:latin typeface="+mn-lt"/>
          <a:ea typeface="+mn-ea"/>
          <a:cs typeface="+mn-cs"/>
        </a:defRPr>
      </a:lvl3pPr>
      <a:lvl4pPr marL="16002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baseline="0">
          <a:solidFill>
            <a:schemeClr val="tx1"/>
          </a:solidFill>
          <a:latin typeface="+mn-lt"/>
          <a:ea typeface="+mn-ea"/>
          <a:cs typeface="+mn-cs"/>
        </a:defRPr>
      </a:lvl4pPr>
      <a:lvl5pPr marL="20574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baseline="0">
          <a:solidFill>
            <a:schemeClr val="tx1"/>
          </a:solidFill>
          <a:latin typeface="+mn-lt"/>
          <a:ea typeface="+mn-ea"/>
          <a:cs typeface="+mn-cs"/>
        </a:defRPr>
      </a:lvl5pPr>
      <a:lvl6pPr marL="25146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a:solidFill>
            <a:schemeClr val="tx1"/>
          </a:solidFill>
          <a:latin typeface="+mn-lt"/>
          <a:ea typeface="+mn-ea"/>
          <a:cs typeface="+mn-cs"/>
        </a:defRPr>
      </a:lvl6pPr>
      <a:lvl7pPr marL="29718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a:solidFill>
            <a:schemeClr val="tx1"/>
          </a:solidFill>
          <a:latin typeface="+mn-lt"/>
          <a:ea typeface="+mn-ea"/>
          <a:cs typeface="+mn-cs"/>
        </a:defRPr>
      </a:lvl7pPr>
      <a:lvl8pPr marL="34290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a:solidFill>
            <a:schemeClr val="tx1"/>
          </a:solidFill>
          <a:latin typeface="+mn-lt"/>
          <a:ea typeface="+mn-ea"/>
          <a:cs typeface="+mn-cs"/>
        </a:defRPr>
      </a:lvl8pPr>
      <a:lvl9pPr marL="38862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32040" y="1916832"/>
            <a:ext cx="3886200" cy="1524000"/>
          </a:xfrm>
        </p:spPr>
        <p:txBody>
          <a:bodyPr/>
          <a:lstStyle/>
          <a:p>
            <a:r>
              <a:rPr lang="en-AU" dirty="0" smtClean="0"/>
              <a:t>Civics and citizenship</a:t>
            </a:r>
            <a:endParaRPr lang="en-AU" dirty="0"/>
          </a:p>
        </p:txBody>
      </p:sp>
      <p:sp>
        <p:nvSpPr>
          <p:cNvPr id="3" name="Subtitle 2"/>
          <p:cNvSpPr>
            <a:spLocks noGrp="1"/>
          </p:cNvSpPr>
          <p:nvPr>
            <p:ph type="subTitle" idx="1"/>
          </p:nvPr>
        </p:nvSpPr>
        <p:spPr>
          <a:xfrm>
            <a:off x="4982782" y="3284984"/>
            <a:ext cx="4176464" cy="2320279"/>
          </a:xfrm>
        </p:spPr>
        <p:txBody>
          <a:bodyPr>
            <a:normAutofit/>
          </a:bodyPr>
          <a:lstStyle/>
          <a:p>
            <a:pPr>
              <a:spcBef>
                <a:spcPts val="0"/>
              </a:spcBef>
            </a:pPr>
            <a:r>
              <a:rPr lang="en-AU" dirty="0">
                <a:solidFill>
                  <a:schemeClr val="tx1"/>
                </a:solidFill>
              </a:rPr>
              <a:t>L.G: We will learn about why </a:t>
            </a:r>
            <a:r>
              <a:rPr lang="en-AU" dirty="0">
                <a:solidFill>
                  <a:schemeClr val="tx1"/>
                </a:solidFill>
              </a:rPr>
              <a:t>Australia </a:t>
            </a:r>
            <a:endParaRPr lang="en-AU" dirty="0" smtClean="0">
              <a:solidFill>
                <a:schemeClr val="tx1"/>
              </a:solidFill>
            </a:endParaRPr>
          </a:p>
          <a:p>
            <a:pPr>
              <a:spcBef>
                <a:spcPts val="0"/>
              </a:spcBef>
            </a:pPr>
            <a:r>
              <a:rPr lang="en-AU" dirty="0" smtClean="0">
                <a:solidFill>
                  <a:schemeClr val="tx1"/>
                </a:solidFill>
              </a:rPr>
              <a:t>       has a </a:t>
            </a:r>
            <a:r>
              <a:rPr lang="en-AU" dirty="0">
                <a:solidFill>
                  <a:schemeClr val="tx1"/>
                </a:solidFill>
              </a:rPr>
              <a:t>constitution.</a:t>
            </a:r>
          </a:p>
          <a:p>
            <a:pPr>
              <a:spcBef>
                <a:spcPts val="0"/>
              </a:spcBef>
            </a:pPr>
            <a:r>
              <a:rPr lang="en-AU" dirty="0">
                <a:solidFill>
                  <a:schemeClr val="tx1"/>
                </a:solidFill>
              </a:rPr>
              <a:t>C.S: </a:t>
            </a:r>
            <a:r>
              <a:rPr lang="en-AU" dirty="0" smtClean="0">
                <a:solidFill>
                  <a:schemeClr val="tx1"/>
                </a:solidFill>
              </a:rPr>
              <a:t>1-Glossary </a:t>
            </a:r>
            <a:r>
              <a:rPr lang="en-AU" dirty="0">
                <a:solidFill>
                  <a:schemeClr val="tx1"/>
                </a:solidFill>
              </a:rPr>
              <a:t>has all new key </a:t>
            </a:r>
            <a:endParaRPr lang="en-AU" dirty="0" smtClean="0">
              <a:solidFill>
                <a:schemeClr val="tx1"/>
              </a:solidFill>
            </a:endParaRPr>
          </a:p>
          <a:p>
            <a:pPr>
              <a:spcBef>
                <a:spcPts val="0"/>
              </a:spcBef>
            </a:pPr>
            <a:r>
              <a:rPr lang="en-AU" dirty="0">
                <a:solidFill>
                  <a:schemeClr val="tx1"/>
                </a:solidFill>
              </a:rPr>
              <a:t> </a:t>
            </a:r>
            <a:r>
              <a:rPr lang="en-AU" dirty="0" smtClean="0">
                <a:solidFill>
                  <a:schemeClr val="tx1"/>
                </a:solidFill>
              </a:rPr>
              <a:t>         terminology </a:t>
            </a:r>
            <a:r>
              <a:rPr lang="en-AU" dirty="0">
                <a:solidFill>
                  <a:schemeClr val="tx1"/>
                </a:solidFill>
              </a:rPr>
              <a:t>neatly added. </a:t>
            </a:r>
          </a:p>
          <a:p>
            <a:pPr>
              <a:spcBef>
                <a:spcPts val="0"/>
              </a:spcBef>
            </a:pPr>
            <a:r>
              <a:rPr lang="en-AU" dirty="0" smtClean="0">
                <a:solidFill>
                  <a:schemeClr val="tx1"/>
                </a:solidFill>
              </a:rPr>
              <a:t>       2-We will be able </a:t>
            </a:r>
            <a:r>
              <a:rPr lang="en-AU" dirty="0">
                <a:solidFill>
                  <a:schemeClr val="tx1"/>
                </a:solidFill>
              </a:rPr>
              <a:t>to explain why </a:t>
            </a:r>
            <a:endParaRPr lang="en-AU" dirty="0" smtClean="0">
              <a:solidFill>
                <a:schemeClr val="tx1"/>
              </a:solidFill>
            </a:endParaRPr>
          </a:p>
          <a:p>
            <a:pPr>
              <a:spcBef>
                <a:spcPts val="0"/>
              </a:spcBef>
            </a:pPr>
            <a:r>
              <a:rPr lang="en-AU" dirty="0">
                <a:solidFill>
                  <a:schemeClr val="tx1"/>
                </a:solidFill>
              </a:rPr>
              <a:t> </a:t>
            </a:r>
            <a:r>
              <a:rPr lang="en-AU" dirty="0" smtClean="0">
                <a:solidFill>
                  <a:schemeClr val="tx1"/>
                </a:solidFill>
              </a:rPr>
              <a:t>          a </a:t>
            </a:r>
            <a:r>
              <a:rPr lang="en-AU" dirty="0">
                <a:solidFill>
                  <a:schemeClr val="tx1"/>
                </a:solidFill>
              </a:rPr>
              <a:t>country </a:t>
            </a:r>
            <a:r>
              <a:rPr lang="en-AU" dirty="0" smtClean="0">
                <a:solidFill>
                  <a:schemeClr val="tx1"/>
                </a:solidFill>
              </a:rPr>
              <a:t>has </a:t>
            </a:r>
            <a:r>
              <a:rPr lang="en-AU" dirty="0">
                <a:solidFill>
                  <a:schemeClr val="tx1"/>
                </a:solidFill>
              </a:rPr>
              <a:t>a set of rules.</a:t>
            </a:r>
          </a:p>
          <a:p>
            <a:endParaRPr lang="en-AU"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92896"/>
            <a:ext cx="4826146" cy="27348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6627526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764704"/>
            <a:ext cx="7772400" cy="1362075"/>
          </a:xfrm>
        </p:spPr>
        <p:txBody>
          <a:bodyPr/>
          <a:lstStyle/>
          <a:p>
            <a:r>
              <a:rPr lang="en-AU" dirty="0" smtClean="0"/>
              <a:t>PowerPoint expectations</a:t>
            </a:r>
            <a:endParaRPr lang="en-AU" dirty="0"/>
          </a:p>
        </p:txBody>
      </p:sp>
      <p:sp>
        <p:nvSpPr>
          <p:cNvPr id="3" name="Text Placeholder 2"/>
          <p:cNvSpPr>
            <a:spLocks noGrp="1"/>
          </p:cNvSpPr>
          <p:nvPr>
            <p:ph type="body" idx="1"/>
          </p:nvPr>
        </p:nvSpPr>
        <p:spPr/>
        <p:txBody>
          <a:bodyPr/>
          <a:lstStyle/>
          <a:p>
            <a:r>
              <a:rPr lang="en-AU" sz="2400" dirty="0" smtClean="0"/>
              <a:t>If the text is in </a:t>
            </a:r>
            <a:r>
              <a:rPr lang="en-AU" sz="2400" dirty="0" smtClean="0">
                <a:solidFill>
                  <a:srgbClr val="0070C0"/>
                </a:solidFill>
              </a:rPr>
              <a:t>BLUE</a:t>
            </a:r>
            <a:r>
              <a:rPr lang="en-AU" sz="2400" dirty="0" smtClean="0">
                <a:solidFill>
                  <a:srgbClr val="002060"/>
                </a:solidFill>
              </a:rPr>
              <a:t> </a:t>
            </a:r>
            <a:r>
              <a:rPr lang="en-AU" sz="2400" dirty="0" smtClean="0"/>
              <a:t>then you need to copy it down.</a:t>
            </a:r>
          </a:p>
          <a:p>
            <a:r>
              <a:rPr lang="en-AU" sz="2400" dirty="0"/>
              <a:t>If the text is in </a:t>
            </a:r>
            <a:r>
              <a:rPr lang="en-AU" sz="2400" dirty="0">
                <a:solidFill>
                  <a:srgbClr val="C00000"/>
                </a:solidFill>
              </a:rPr>
              <a:t>RED</a:t>
            </a:r>
            <a:r>
              <a:rPr lang="en-AU" sz="2400" dirty="0"/>
              <a:t> then it is a task to </a:t>
            </a:r>
            <a:r>
              <a:rPr lang="en-AU" sz="2400" dirty="0" smtClean="0"/>
              <a:t>do.</a:t>
            </a:r>
            <a:endParaRPr lang="en-AU" sz="2400" dirty="0"/>
          </a:p>
          <a:p>
            <a:r>
              <a:rPr lang="en-AU" sz="2400" dirty="0" smtClean="0"/>
              <a:t>If the text is in </a:t>
            </a:r>
            <a:r>
              <a:rPr lang="en-AU" sz="2400" dirty="0" smtClean="0">
                <a:solidFill>
                  <a:srgbClr val="00B050"/>
                </a:solidFill>
              </a:rPr>
              <a:t>GREEN</a:t>
            </a:r>
            <a:r>
              <a:rPr lang="en-AU" sz="2400" dirty="0" smtClean="0"/>
              <a:t> then it is a discussion point</a:t>
            </a:r>
            <a:r>
              <a:rPr lang="en-AU" dirty="0" smtClean="0"/>
              <a:t>.</a:t>
            </a:r>
            <a:endParaRPr lang="en-AU" dirty="0"/>
          </a:p>
        </p:txBody>
      </p:sp>
    </p:spTree>
    <p:extLst>
      <p:ext uri="{BB962C8B-B14F-4D97-AF65-F5344CB8AC3E}">
        <p14:creationId xmlns:p14="http://schemas.microsoft.com/office/powerpoint/2010/main" val="147388111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xplosion 2 2"/>
          <p:cNvSpPr/>
          <p:nvPr/>
        </p:nvSpPr>
        <p:spPr>
          <a:xfrm>
            <a:off x="2256940" y="1638092"/>
            <a:ext cx="4896544" cy="2736304"/>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p:cNvSpPr txBox="1"/>
          <p:nvPr/>
        </p:nvSpPr>
        <p:spPr>
          <a:xfrm>
            <a:off x="3059832" y="2420888"/>
            <a:ext cx="2988332" cy="1077218"/>
          </a:xfrm>
          <a:prstGeom prst="rect">
            <a:avLst/>
          </a:prstGeom>
          <a:noFill/>
        </p:spPr>
        <p:txBody>
          <a:bodyPr wrap="square" rtlCol="0">
            <a:spAutoFit/>
          </a:bodyPr>
          <a:lstStyle/>
          <a:p>
            <a:pPr algn="ctr"/>
            <a:r>
              <a:rPr lang="en-AU" sz="3200" dirty="0" smtClean="0"/>
              <a:t>Civics and Citizenship!</a:t>
            </a:r>
            <a:endParaRPr lang="en-AU" sz="3200" dirty="0"/>
          </a:p>
        </p:txBody>
      </p:sp>
    </p:spTree>
    <p:extLst>
      <p:ext uri="{BB962C8B-B14F-4D97-AF65-F5344CB8AC3E}">
        <p14:creationId xmlns:p14="http://schemas.microsoft.com/office/powerpoint/2010/main" val="336798327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928992" cy="1143000"/>
          </a:xfrm>
        </p:spPr>
        <p:txBody>
          <a:bodyPr>
            <a:normAutofit/>
          </a:bodyPr>
          <a:lstStyle/>
          <a:p>
            <a:pPr algn="ctr"/>
            <a:r>
              <a:rPr lang="en-AU" dirty="0" smtClean="0">
                <a:solidFill>
                  <a:srgbClr val="00B050"/>
                </a:solidFill>
              </a:rPr>
              <a:t>Civics and citizenship focus areas</a:t>
            </a:r>
            <a:endParaRPr lang="en-AU" dirty="0">
              <a:solidFill>
                <a:srgbClr val="00B050"/>
              </a:solidFill>
            </a:endParaRPr>
          </a:p>
        </p:txBody>
      </p:sp>
      <p:sp>
        <p:nvSpPr>
          <p:cNvPr id="3" name="Rectangle 2"/>
          <p:cNvSpPr/>
          <p:nvPr/>
        </p:nvSpPr>
        <p:spPr>
          <a:xfrm>
            <a:off x="395536" y="1412776"/>
            <a:ext cx="8280920" cy="3416320"/>
          </a:xfrm>
          <a:prstGeom prst="rect">
            <a:avLst/>
          </a:prstGeom>
        </p:spPr>
        <p:txBody>
          <a:bodyPr wrap="square">
            <a:spAutoFit/>
          </a:bodyPr>
          <a:lstStyle/>
          <a:p>
            <a:pPr marL="571500" lvl="0" indent="-571500">
              <a:buFont typeface="Arial" panose="020B0604020202020204" pitchFamily="34" charset="0"/>
              <a:buChar char="•"/>
            </a:pPr>
            <a:r>
              <a:rPr lang="en-AU" sz="3600" i="1" dirty="0"/>
              <a:t>How is Australia’s system of democratic government shaped by the Constitution</a:t>
            </a:r>
            <a:r>
              <a:rPr lang="en-AU" sz="3600" i="1" dirty="0" smtClean="0"/>
              <a:t>?</a:t>
            </a:r>
          </a:p>
          <a:p>
            <a:pPr lvl="0"/>
            <a:endParaRPr lang="en-AU" sz="3600" dirty="0"/>
          </a:p>
          <a:p>
            <a:pPr marL="571500" lvl="0" indent="-571500">
              <a:buFont typeface="Arial" panose="020B0604020202020204" pitchFamily="34" charset="0"/>
              <a:buChar char="•"/>
            </a:pPr>
            <a:r>
              <a:rPr lang="en-AU" sz="3600" i="1" dirty="0"/>
              <a:t>What principles of justice help to protect the individual’s rights to justice in Australia’s system of law?</a:t>
            </a:r>
            <a:endParaRPr lang="en-AU" sz="3600" dirty="0"/>
          </a:p>
        </p:txBody>
      </p:sp>
    </p:spTree>
    <p:extLst>
      <p:ext uri="{BB962C8B-B14F-4D97-AF65-F5344CB8AC3E}">
        <p14:creationId xmlns:p14="http://schemas.microsoft.com/office/powerpoint/2010/main" val="15632383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43408"/>
            <a:ext cx="7772400" cy="1143000"/>
          </a:xfrm>
        </p:spPr>
        <p:txBody>
          <a:bodyPr/>
          <a:lstStyle/>
          <a:p>
            <a:r>
              <a:rPr lang="en-AU" dirty="0">
                <a:solidFill>
                  <a:srgbClr val="C00000"/>
                </a:solidFill>
              </a:rPr>
              <a:t>Glossary</a:t>
            </a:r>
          </a:p>
        </p:txBody>
      </p:sp>
      <p:sp>
        <p:nvSpPr>
          <p:cNvPr id="3" name="Content Placeholder 2"/>
          <p:cNvSpPr>
            <a:spLocks noGrp="1"/>
          </p:cNvSpPr>
          <p:nvPr>
            <p:ph idx="1"/>
          </p:nvPr>
        </p:nvSpPr>
        <p:spPr>
          <a:xfrm>
            <a:off x="3114092" y="0"/>
            <a:ext cx="4536504" cy="1152128"/>
          </a:xfrm>
        </p:spPr>
        <p:txBody>
          <a:bodyPr>
            <a:normAutofit/>
          </a:bodyPr>
          <a:lstStyle/>
          <a:p>
            <a:endParaRPr lang="en-AU" dirty="0">
              <a:solidFill>
                <a:srgbClr val="C0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2722927374"/>
              </p:ext>
            </p:extLst>
          </p:nvPr>
        </p:nvGraphicFramePr>
        <p:xfrm>
          <a:off x="0" y="548680"/>
          <a:ext cx="9144000" cy="6290996"/>
        </p:xfrm>
        <a:graphic>
          <a:graphicData uri="http://schemas.openxmlformats.org/drawingml/2006/table">
            <a:tbl>
              <a:tblPr firstRow="1" bandRow="1">
                <a:tableStyleId>{69CF1AB2-1976-4502-BF36-3FF5EA218861}</a:tableStyleId>
              </a:tblPr>
              <a:tblGrid>
                <a:gridCol w="1331640"/>
                <a:gridCol w="7812360"/>
              </a:tblGrid>
              <a:tr h="384859">
                <a:tc>
                  <a:txBody>
                    <a:bodyPr/>
                    <a:lstStyle/>
                    <a:p>
                      <a:r>
                        <a:rPr lang="en-AU" sz="1400" dirty="0" smtClean="0">
                          <a:solidFill>
                            <a:srgbClr val="0070C0"/>
                          </a:solidFill>
                        </a:rPr>
                        <a:t>Term</a:t>
                      </a:r>
                      <a:r>
                        <a:rPr lang="en-AU" sz="1400" baseline="0" dirty="0" smtClean="0">
                          <a:solidFill>
                            <a:srgbClr val="0070C0"/>
                          </a:solidFill>
                        </a:rPr>
                        <a:t> </a:t>
                      </a:r>
                      <a:endParaRPr lang="en-AU" sz="1400" dirty="0">
                        <a:solidFill>
                          <a:srgbClr val="0070C0"/>
                        </a:solidFill>
                      </a:endParaRPr>
                    </a:p>
                  </a:txBody>
                  <a:tcPr/>
                </a:tc>
                <a:tc>
                  <a:txBody>
                    <a:bodyPr/>
                    <a:lstStyle/>
                    <a:p>
                      <a:r>
                        <a:rPr lang="en-AU" dirty="0" smtClean="0">
                          <a:solidFill>
                            <a:srgbClr val="0070C0"/>
                          </a:solidFill>
                        </a:rPr>
                        <a:t>Definition</a:t>
                      </a:r>
                      <a:endParaRPr lang="en-AU" dirty="0">
                        <a:solidFill>
                          <a:srgbClr val="0070C0"/>
                        </a:solidFill>
                      </a:endParaRPr>
                    </a:p>
                  </a:txBody>
                  <a:tcPr/>
                </a:tc>
              </a:tr>
              <a:tr h="407229">
                <a:tc>
                  <a:txBody>
                    <a:bodyPr/>
                    <a:lstStyle/>
                    <a:p>
                      <a:pPr>
                        <a:lnSpc>
                          <a:spcPct val="115000"/>
                        </a:lnSpc>
                        <a:spcAft>
                          <a:spcPts val="0"/>
                        </a:spcAft>
                      </a:pPr>
                      <a:r>
                        <a:rPr lang="en-AU" sz="1600">
                          <a:effectLst/>
                          <a:latin typeface="Arial"/>
                          <a:ea typeface="Calibri"/>
                          <a:cs typeface="Times New Roman"/>
                        </a:rPr>
                        <a:t>Government</a:t>
                      </a:r>
                      <a:endParaRPr lang="en-AU" sz="1600">
                        <a:effectLst/>
                        <a:latin typeface="Calibri"/>
                        <a:ea typeface="Calibri"/>
                        <a:cs typeface="Times New Roman"/>
                      </a:endParaRPr>
                    </a:p>
                  </a:txBody>
                  <a:tcPr marL="68580" marR="68580" marT="0" marB="0"/>
                </a:tc>
                <a:tc>
                  <a:txBody>
                    <a:bodyPr/>
                    <a:lstStyle/>
                    <a:p>
                      <a:endParaRPr lang="en-AU" dirty="0"/>
                    </a:p>
                  </a:txBody>
                  <a:tcPr/>
                </a:tc>
              </a:tr>
              <a:tr h="648072">
                <a:tc>
                  <a:txBody>
                    <a:bodyPr/>
                    <a:lstStyle/>
                    <a:p>
                      <a:pPr>
                        <a:lnSpc>
                          <a:spcPct val="115000"/>
                        </a:lnSpc>
                        <a:spcAft>
                          <a:spcPts val="0"/>
                        </a:spcAft>
                      </a:pPr>
                      <a:r>
                        <a:rPr lang="en-AU" sz="1600" dirty="0">
                          <a:effectLst/>
                          <a:latin typeface="Arial"/>
                          <a:ea typeface="Calibri"/>
                          <a:cs typeface="Times New Roman"/>
                        </a:rPr>
                        <a:t>Democracy</a:t>
                      </a:r>
                      <a:endParaRPr lang="en-AU" sz="1600" dirty="0">
                        <a:effectLst/>
                        <a:latin typeface="Calibri"/>
                        <a:ea typeface="Calibri"/>
                        <a:cs typeface="Times New Roman"/>
                      </a:endParaRPr>
                    </a:p>
                  </a:txBody>
                  <a:tcPr marL="68580" marR="68580" marT="0" marB="0"/>
                </a:tc>
                <a:tc>
                  <a:txBody>
                    <a:bodyPr/>
                    <a:lstStyle/>
                    <a:p>
                      <a:endParaRPr lang="en-AU" dirty="0"/>
                    </a:p>
                  </a:txBody>
                  <a:tcPr/>
                </a:tc>
              </a:tr>
              <a:tr h="720080">
                <a:tc>
                  <a:txBody>
                    <a:bodyPr/>
                    <a:lstStyle/>
                    <a:p>
                      <a:pPr>
                        <a:lnSpc>
                          <a:spcPct val="115000"/>
                        </a:lnSpc>
                        <a:spcAft>
                          <a:spcPts val="0"/>
                        </a:spcAft>
                      </a:pPr>
                      <a:r>
                        <a:rPr lang="en-AU" sz="1600" dirty="0">
                          <a:effectLst/>
                          <a:latin typeface="Arial"/>
                          <a:ea typeface="Calibri"/>
                          <a:cs typeface="Times New Roman"/>
                        </a:rPr>
                        <a:t>Constitution</a:t>
                      </a:r>
                      <a:endParaRPr lang="en-AU" sz="1600" dirty="0">
                        <a:effectLst/>
                        <a:latin typeface="Calibri"/>
                        <a:ea typeface="Calibri"/>
                        <a:cs typeface="Times New Roman"/>
                      </a:endParaRPr>
                    </a:p>
                  </a:txBody>
                  <a:tcPr marL="68580" marR="68580" marT="0" marB="0"/>
                </a:tc>
                <a:tc>
                  <a:txBody>
                    <a:bodyPr/>
                    <a:lstStyle/>
                    <a:p>
                      <a:endParaRPr lang="en-AU" dirty="0"/>
                    </a:p>
                  </a:txBody>
                  <a:tcPr/>
                </a:tc>
              </a:tr>
              <a:tr h="288032">
                <a:tc>
                  <a:txBody>
                    <a:bodyPr/>
                    <a:lstStyle/>
                    <a:p>
                      <a:pPr>
                        <a:lnSpc>
                          <a:spcPct val="115000"/>
                        </a:lnSpc>
                        <a:spcAft>
                          <a:spcPts val="0"/>
                        </a:spcAft>
                      </a:pPr>
                      <a:r>
                        <a:rPr lang="en-AU" sz="1600" dirty="0">
                          <a:effectLst/>
                          <a:latin typeface="Arial"/>
                          <a:ea typeface="Calibri"/>
                          <a:cs typeface="Times New Roman"/>
                        </a:rPr>
                        <a:t>Fundamental</a:t>
                      </a:r>
                      <a:endParaRPr lang="en-AU" sz="1600" dirty="0">
                        <a:effectLst/>
                        <a:latin typeface="Calibri"/>
                        <a:ea typeface="Calibri"/>
                        <a:cs typeface="Times New Roman"/>
                      </a:endParaRPr>
                    </a:p>
                  </a:txBody>
                  <a:tcPr marL="68580" marR="68580" marT="0" marB="0"/>
                </a:tc>
                <a:tc>
                  <a:txBody>
                    <a:bodyPr/>
                    <a:lstStyle/>
                    <a:p>
                      <a:endParaRPr lang="en-AU" dirty="0"/>
                    </a:p>
                  </a:txBody>
                  <a:tcPr/>
                </a:tc>
              </a:tr>
              <a:tr h="354320">
                <a:tc>
                  <a:txBody>
                    <a:bodyPr/>
                    <a:lstStyle/>
                    <a:p>
                      <a:pPr>
                        <a:lnSpc>
                          <a:spcPct val="115000"/>
                        </a:lnSpc>
                        <a:spcAft>
                          <a:spcPts val="0"/>
                        </a:spcAft>
                      </a:pPr>
                      <a:r>
                        <a:rPr lang="en-AU" sz="1600">
                          <a:effectLst/>
                          <a:latin typeface="Arial"/>
                          <a:ea typeface="Calibri"/>
                          <a:cs typeface="Times New Roman"/>
                        </a:rPr>
                        <a:t>Principles </a:t>
                      </a:r>
                      <a:endParaRPr lang="en-AU" sz="1600">
                        <a:effectLst/>
                        <a:latin typeface="Calibri"/>
                        <a:ea typeface="Calibri"/>
                        <a:cs typeface="Times New Roman"/>
                      </a:endParaRPr>
                    </a:p>
                  </a:txBody>
                  <a:tcPr marL="68580" marR="68580" marT="0" marB="0"/>
                </a:tc>
                <a:tc>
                  <a:txBody>
                    <a:bodyPr/>
                    <a:lstStyle/>
                    <a:p>
                      <a:endParaRPr lang="en-AU" dirty="0"/>
                    </a:p>
                  </a:txBody>
                  <a:tcPr/>
                </a:tc>
              </a:tr>
              <a:tr h="564624">
                <a:tc>
                  <a:txBody>
                    <a:bodyPr/>
                    <a:lstStyle/>
                    <a:p>
                      <a:pPr>
                        <a:lnSpc>
                          <a:spcPct val="115000"/>
                        </a:lnSpc>
                        <a:spcAft>
                          <a:spcPts val="0"/>
                        </a:spcAft>
                      </a:pPr>
                      <a:r>
                        <a:rPr lang="en-AU" sz="1600">
                          <a:effectLst/>
                          <a:latin typeface="Arial"/>
                          <a:ea typeface="Calibri"/>
                          <a:cs typeface="Times New Roman"/>
                        </a:rPr>
                        <a:t>Precedent</a:t>
                      </a:r>
                      <a:endParaRPr lang="en-AU" sz="1600">
                        <a:effectLst/>
                        <a:latin typeface="Calibri"/>
                        <a:ea typeface="Calibri"/>
                        <a:cs typeface="Times New Roman"/>
                      </a:endParaRPr>
                    </a:p>
                  </a:txBody>
                  <a:tcPr marL="68580" marR="68580" marT="0" marB="0"/>
                </a:tc>
                <a:tc>
                  <a:txBody>
                    <a:bodyPr/>
                    <a:lstStyle/>
                    <a:p>
                      <a:endParaRPr lang="en-AU" dirty="0"/>
                    </a:p>
                  </a:txBody>
                  <a:tcPr/>
                </a:tc>
              </a:tr>
              <a:tr h="648072">
                <a:tc>
                  <a:txBody>
                    <a:bodyPr/>
                    <a:lstStyle/>
                    <a:p>
                      <a:pPr>
                        <a:lnSpc>
                          <a:spcPct val="115000"/>
                        </a:lnSpc>
                        <a:spcAft>
                          <a:spcPts val="0"/>
                        </a:spcAft>
                      </a:pPr>
                      <a:r>
                        <a:rPr lang="en-AU" sz="1600">
                          <a:effectLst/>
                          <a:latin typeface="Arial"/>
                          <a:ea typeface="Calibri"/>
                          <a:cs typeface="Times New Roman"/>
                        </a:rPr>
                        <a:t>The Executive</a:t>
                      </a:r>
                      <a:endParaRPr lang="en-AU" sz="1600">
                        <a:effectLst/>
                        <a:latin typeface="Calibri"/>
                        <a:ea typeface="Calibri"/>
                        <a:cs typeface="Times New Roman"/>
                      </a:endParaRPr>
                    </a:p>
                  </a:txBody>
                  <a:tcPr marL="68580" marR="68580" marT="0" marB="0"/>
                </a:tc>
                <a:tc>
                  <a:txBody>
                    <a:bodyPr/>
                    <a:lstStyle/>
                    <a:p>
                      <a:endParaRPr lang="en-AU" dirty="0"/>
                    </a:p>
                  </a:txBody>
                  <a:tcPr/>
                </a:tc>
              </a:tr>
              <a:tr h="571825">
                <a:tc>
                  <a:txBody>
                    <a:bodyPr/>
                    <a:lstStyle/>
                    <a:p>
                      <a:pPr>
                        <a:lnSpc>
                          <a:spcPct val="115000"/>
                        </a:lnSpc>
                        <a:spcAft>
                          <a:spcPts val="0"/>
                        </a:spcAft>
                      </a:pPr>
                      <a:r>
                        <a:rPr lang="en-AU" sz="1600">
                          <a:effectLst/>
                          <a:latin typeface="Arial"/>
                          <a:ea typeface="Calibri"/>
                          <a:cs typeface="Times New Roman"/>
                        </a:rPr>
                        <a:t>Houses of parliament</a:t>
                      </a:r>
                      <a:endParaRPr lang="en-AU" sz="1600">
                        <a:effectLst/>
                        <a:latin typeface="Calibri"/>
                        <a:ea typeface="Calibri"/>
                        <a:cs typeface="Times New Roman"/>
                      </a:endParaRPr>
                    </a:p>
                  </a:txBody>
                  <a:tcPr marL="68580" marR="68580" marT="0" marB="0"/>
                </a:tc>
                <a:tc>
                  <a:txBody>
                    <a:bodyPr/>
                    <a:lstStyle/>
                    <a:p>
                      <a:endParaRPr lang="en-AU" dirty="0"/>
                    </a:p>
                  </a:txBody>
                  <a:tcPr/>
                </a:tc>
              </a:tr>
              <a:tr h="360040">
                <a:tc>
                  <a:txBody>
                    <a:bodyPr/>
                    <a:lstStyle/>
                    <a:p>
                      <a:pPr>
                        <a:lnSpc>
                          <a:spcPct val="115000"/>
                        </a:lnSpc>
                        <a:spcAft>
                          <a:spcPts val="0"/>
                        </a:spcAft>
                      </a:pPr>
                      <a:r>
                        <a:rPr lang="en-AU" sz="1600">
                          <a:effectLst/>
                          <a:latin typeface="Arial"/>
                          <a:ea typeface="Calibri"/>
                          <a:cs typeface="Times New Roman"/>
                        </a:rPr>
                        <a:t>Bicameral </a:t>
                      </a:r>
                      <a:endParaRPr lang="en-AU" sz="1600">
                        <a:effectLst/>
                        <a:latin typeface="Calibri"/>
                        <a:ea typeface="Calibri"/>
                        <a:cs typeface="Times New Roman"/>
                      </a:endParaRPr>
                    </a:p>
                  </a:txBody>
                  <a:tcPr marL="68580" marR="68580" marT="0" marB="0"/>
                </a:tc>
                <a:tc>
                  <a:txBody>
                    <a:bodyPr/>
                    <a:lstStyle/>
                    <a:p>
                      <a:endParaRPr lang="en-AU" dirty="0"/>
                    </a:p>
                  </a:txBody>
                  <a:tcPr/>
                </a:tc>
              </a:tr>
              <a:tr h="858376">
                <a:tc>
                  <a:txBody>
                    <a:bodyPr/>
                    <a:lstStyle/>
                    <a:p>
                      <a:pPr>
                        <a:lnSpc>
                          <a:spcPct val="115000"/>
                        </a:lnSpc>
                        <a:spcAft>
                          <a:spcPts val="0"/>
                        </a:spcAft>
                      </a:pPr>
                      <a:r>
                        <a:rPr lang="en-AU" sz="1600">
                          <a:effectLst/>
                          <a:latin typeface="Arial"/>
                          <a:ea typeface="Calibri"/>
                          <a:cs typeface="Times New Roman"/>
                        </a:rPr>
                        <a:t>Division of powers</a:t>
                      </a:r>
                      <a:endParaRPr lang="en-AU" sz="1600">
                        <a:effectLst/>
                        <a:latin typeface="Calibri"/>
                        <a:ea typeface="Calibri"/>
                        <a:cs typeface="Times New Roman"/>
                      </a:endParaRPr>
                    </a:p>
                  </a:txBody>
                  <a:tcPr marL="68580" marR="68580" marT="0" marB="0"/>
                </a:tc>
                <a:tc>
                  <a:txBody>
                    <a:bodyPr/>
                    <a:lstStyle/>
                    <a:p>
                      <a:endParaRPr lang="en-AU" dirty="0"/>
                    </a:p>
                  </a:txBody>
                  <a:tcPr/>
                </a:tc>
              </a:tr>
              <a:tr h="390579">
                <a:tc>
                  <a:txBody>
                    <a:bodyPr/>
                    <a:lstStyle/>
                    <a:p>
                      <a:pPr>
                        <a:lnSpc>
                          <a:spcPct val="115000"/>
                        </a:lnSpc>
                        <a:spcAft>
                          <a:spcPts val="0"/>
                        </a:spcAft>
                      </a:pPr>
                      <a:r>
                        <a:rPr lang="en-AU" sz="1600" dirty="0">
                          <a:effectLst/>
                          <a:latin typeface="Arial"/>
                          <a:ea typeface="Calibri"/>
                          <a:cs typeface="Times New Roman"/>
                        </a:rPr>
                        <a:t>Referendum</a:t>
                      </a:r>
                      <a:endParaRPr lang="en-AU" sz="1600" dirty="0">
                        <a:effectLst/>
                        <a:latin typeface="Calibri"/>
                        <a:ea typeface="Calibri"/>
                        <a:cs typeface="Times New Roman"/>
                      </a:endParaRPr>
                    </a:p>
                  </a:txBody>
                  <a:tcPr marL="68580" marR="68580" marT="0" marB="0"/>
                </a:tc>
                <a:tc>
                  <a:txBody>
                    <a:bodyPr/>
                    <a:lstStyle/>
                    <a:p>
                      <a:endParaRPr lang="en-AU" dirty="0" smtClean="0"/>
                    </a:p>
                  </a:txBody>
                  <a:tcPr/>
                </a:tc>
              </a:tr>
            </a:tbl>
          </a:graphicData>
        </a:graphic>
      </p:graphicFrame>
      <p:sp>
        <p:nvSpPr>
          <p:cNvPr id="5" name="TextBox 4"/>
          <p:cNvSpPr txBox="1"/>
          <p:nvPr/>
        </p:nvSpPr>
        <p:spPr>
          <a:xfrm>
            <a:off x="1296144" y="899428"/>
            <a:ext cx="7452320" cy="369332"/>
          </a:xfrm>
          <a:prstGeom prst="rect">
            <a:avLst/>
          </a:prstGeom>
          <a:noFill/>
        </p:spPr>
        <p:txBody>
          <a:bodyPr wrap="square" rtlCol="0">
            <a:spAutoFit/>
          </a:bodyPr>
          <a:lstStyle/>
          <a:p>
            <a:r>
              <a:rPr lang="en-AU" dirty="0">
                <a:solidFill>
                  <a:schemeClr val="bg1"/>
                </a:solidFill>
              </a:rPr>
              <a:t>The group of people with the authority to govern a country or state.</a:t>
            </a:r>
            <a:endParaRPr lang="en-AU" dirty="0">
              <a:solidFill>
                <a:schemeClr val="bg1"/>
              </a:solidFill>
            </a:endParaRPr>
          </a:p>
        </p:txBody>
      </p:sp>
      <p:sp>
        <p:nvSpPr>
          <p:cNvPr id="6" name="TextBox 5"/>
          <p:cNvSpPr txBox="1"/>
          <p:nvPr/>
        </p:nvSpPr>
        <p:spPr>
          <a:xfrm>
            <a:off x="1296144" y="1270501"/>
            <a:ext cx="7380312" cy="646331"/>
          </a:xfrm>
          <a:prstGeom prst="rect">
            <a:avLst/>
          </a:prstGeom>
          <a:noFill/>
        </p:spPr>
        <p:txBody>
          <a:bodyPr wrap="square" rtlCol="0">
            <a:spAutoFit/>
          </a:bodyPr>
          <a:lstStyle/>
          <a:p>
            <a:r>
              <a:rPr lang="en-AU" dirty="0">
                <a:solidFill>
                  <a:schemeClr val="bg1"/>
                </a:solidFill>
              </a:rPr>
              <a:t>A system of government where the population of a country is governed by a group of elected representatives.</a:t>
            </a:r>
            <a:endParaRPr lang="en-AU" dirty="0">
              <a:solidFill>
                <a:schemeClr val="bg1"/>
              </a:solidFill>
            </a:endParaRPr>
          </a:p>
        </p:txBody>
      </p:sp>
      <p:sp>
        <p:nvSpPr>
          <p:cNvPr id="7" name="TextBox 6"/>
          <p:cNvSpPr txBox="1"/>
          <p:nvPr/>
        </p:nvSpPr>
        <p:spPr>
          <a:xfrm>
            <a:off x="1324810" y="1990581"/>
            <a:ext cx="7927710" cy="646331"/>
          </a:xfrm>
          <a:prstGeom prst="rect">
            <a:avLst/>
          </a:prstGeom>
          <a:noFill/>
        </p:spPr>
        <p:txBody>
          <a:bodyPr wrap="square" rtlCol="0">
            <a:spAutoFit/>
          </a:bodyPr>
          <a:lstStyle/>
          <a:p>
            <a:r>
              <a:rPr lang="en-AU" dirty="0">
                <a:solidFill>
                  <a:schemeClr val="bg1"/>
                </a:solidFill>
              </a:rPr>
              <a:t>A body of fundamental principles or established precedents used to govern a country. </a:t>
            </a:r>
            <a:endParaRPr lang="en-AU" dirty="0">
              <a:solidFill>
                <a:schemeClr val="bg1"/>
              </a:solidFill>
            </a:endParaRPr>
          </a:p>
        </p:txBody>
      </p:sp>
      <p:sp>
        <p:nvSpPr>
          <p:cNvPr id="8" name="TextBox 7"/>
          <p:cNvSpPr txBox="1"/>
          <p:nvPr/>
        </p:nvSpPr>
        <p:spPr>
          <a:xfrm>
            <a:off x="1306989" y="2699628"/>
            <a:ext cx="7441475" cy="369332"/>
          </a:xfrm>
          <a:prstGeom prst="rect">
            <a:avLst/>
          </a:prstGeom>
          <a:noFill/>
        </p:spPr>
        <p:txBody>
          <a:bodyPr wrap="square" rtlCol="0">
            <a:spAutoFit/>
          </a:bodyPr>
          <a:lstStyle/>
          <a:p>
            <a:r>
              <a:rPr lang="en-AU" dirty="0">
                <a:solidFill>
                  <a:schemeClr val="bg1"/>
                </a:solidFill>
              </a:rPr>
              <a:t>Absolutely necessary, important. </a:t>
            </a:r>
            <a:endParaRPr lang="en-AU" dirty="0">
              <a:solidFill>
                <a:schemeClr val="bg1"/>
              </a:solidFill>
            </a:endParaRPr>
          </a:p>
        </p:txBody>
      </p:sp>
      <p:sp>
        <p:nvSpPr>
          <p:cNvPr id="9" name="TextBox 8"/>
          <p:cNvSpPr txBox="1"/>
          <p:nvPr/>
        </p:nvSpPr>
        <p:spPr>
          <a:xfrm>
            <a:off x="1324810" y="3059668"/>
            <a:ext cx="7380312" cy="369332"/>
          </a:xfrm>
          <a:prstGeom prst="rect">
            <a:avLst/>
          </a:prstGeom>
          <a:noFill/>
        </p:spPr>
        <p:txBody>
          <a:bodyPr wrap="square" rtlCol="0">
            <a:spAutoFit/>
          </a:bodyPr>
          <a:lstStyle/>
          <a:p>
            <a:r>
              <a:rPr lang="en-AU" dirty="0" smtClean="0">
                <a:solidFill>
                  <a:schemeClr val="bg1"/>
                </a:solidFill>
              </a:rPr>
              <a:t>Rules and laws.</a:t>
            </a:r>
            <a:endParaRPr lang="en-AU" dirty="0">
              <a:solidFill>
                <a:schemeClr val="bg1"/>
              </a:solidFill>
            </a:endParaRPr>
          </a:p>
        </p:txBody>
      </p:sp>
      <p:sp>
        <p:nvSpPr>
          <p:cNvPr id="10" name="TextBox 9"/>
          <p:cNvSpPr txBox="1"/>
          <p:nvPr/>
        </p:nvSpPr>
        <p:spPr>
          <a:xfrm>
            <a:off x="1296144" y="3356992"/>
            <a:ext cx="7380312" cy="646331"/>
          </a:xfrm>
          <a:prstGeom prst="rect">
            <a:avLst/>
          </a:prstGeom>
          <a:noFill/>
        </p:spPr>
        <p:txBody>
          <a:bodyPr wrap="square" rtlCol="0">
            <a:spAutoFit/>
          </a:bodyPr>
          <a:lstStyle/>
          <a:p>
            <a:r>
              <a:rPr lang="en-AU" dirty="0">
                <a:solidFill>
                  <a:schemeClr val="bg1"/>
                </a:solidFill>
              </a:rPr>
              <a:t>An earlier law that is used as an example for how to deal with future similar situations. </a:t>
            </a:r>
            <a:endParaRPr lang="en-AU" dirty="0">
              <a:solidFill>
                <a:schemeClr val="bg1"/>
              </a:solidFill>
            </a:endParaRPr>
          </a:p>
        </p:txBody>
      </p:sp>
      <p:sp>
        <p:nvSpPr>
          <p:cNvPr id="11" name="TextBox 10"/>
          <p:cNvSpPr txBox="1"/>
          <p:nvPr/>
        </p:nvSpPr>
        <p:spPr>
          <a:xfrm>
            <a:off x="1307573" y="4006805"/>
            <a:ext cx="7380312" cy="646331"/>
          </a:xfrm>
          <a:prstGeom prst="rect">
            <a:avLst/>
          </a:prstGeom>
          <a:noFill/>
        </p:spPr>
        <p:txBody>
          <a:bodyPr wrap="square" rtlCol="0">
            <a:spAutoFit/>
          </a:bodyPr>
          <a:lstStyle/>
          <a:p>
            <a:r>
              <a:rPr lang="en-AU" dirty="0">
                <a:solidFill>
                  <a:schemeClr val="bg1"/>
                </a:solidFill>
              </a:rPr>
              <a:t>The branch of a government responsible for putting decisions or laws into effect.</a:t>
            </a:r>
            <a:endParaRPr lang="en-AU" dirty="0">
              <a:solidFill>
                <a:schemeClr val="bg1"/>
              </a:solidFill>
            </a:endParaRPr>
          </a:p>
        </p:txBody>
      </p:sp>
      <p:sp>
        <p:nvSpPr>
          <p:cNvPr id="12" name="TextBox 11"/>
          <p:cNvSpPr txBox="1"/>
          <p:nvPr/>
        </p:nvSpPr>
        <p:spPr>
          <a:xfrm>
            <a:off x="1324810" y="4582869"/>
            <a:ext cx="7632848" cy="646331"/>
          </a:xfrm>
          <a:prstGeom prst="rect">
            <a:avLst/>
          </a:prstGeom>
          <a:noFill/>
        </p:spPr>
        <p:txBody>
          <a:bodyPr wrap="square" rtlCol="0">
            <a:spAutoFit/>
          </a:bodyPr>
          <a:lstStyle/>
          <a:p>
            <a:r>
              <a:rPr lang="en-AU" dirty="0">
                <a:solidFill>
                  <a:schemeClr val="bg1"/>
                </a:solidFill>
              </a:rPr>
              <a:t>The Upper House (The Senate), and the Lower House (The House of Representatives). </a:t>
            </a:r>
          </a:p>
        </p:txBody>
      </p:sp>
      <p:sp>
        <p:nvSpPr>
          <p:cNvPr id="13" name="TextBox 12"/>
          <p:cNvSpPr txBox="1"/>
          <p:nvPr/>
        </p:nvSpPr>
        <p:spPr>
          <a:xfrm>
            <a:off x="1324810" y="5203220"/>
            <a:ext cx="4608512" cy="369332"/>
          </a:xfrm>
          <a:prstGeom prst="rect">
            <a:avLst/>
          </a:prstGeom>
          <a:noFill/>
        </p:spPr>
        <p:txBody>
          <a:bodyPr wrap="square" rtlCol="0">
            <a:spAutoFit/>
          </a:bodyPr>
          <a:lstStyle/>
          <a:p>
            <a:r>
              <a:rPr lang="en-AU" dirty="0">
                <a:solidFill>
                  <a:schemeClr val="bg1"/>
                </a:solidFill>
              </a:rPr>
              <a:t>When there are two houses of parliament. </a:t>
            </a:r>
          </a:p>
        </p:txBody>
      </p:sp>
      <p:sp>
        <p:nvSpPr>
          <p:cNvPr id="14" name="TextBox 13"/>
          <p:cNvSpPr txBox="1"/>
          <p:nvPr/>
        </p:nvSpPr>
        <p:spPr>
          <a:xfrm>
            <a:off x="1316540" y="5556141"/>
            <a:ext cx="7819190" cy="923330"/>
          </a:xfrm>
          <a:prstGeom prst="rect">
            <a:avLst/>
          </a:prstGeom>
          <a:noFill/>
        </p:spPr>
        <p:txBody>
          <a:bodyPr wrap="square" rtlCol="0">
            <a:spAutoFit/>
          </a:bodyPr>
          <a:lstStyle/>
          <a:p>
            <a:r>
              <a:rPr lang="en-AU" dirty="0">
                <a:solidFill>
                  <a:schemeClr val="bg1"/>
                </a:solidFill>
              </a:rPr>
              <a:t>The Separation of Powers goes into three branches. Legislative makes laws, the Executive carries out the laws, and the Judiciary interprets the laws. The Legislative and Executive branches are joined in Australia.</a:t>
            </a:r>
          </a:p>
        </p:txBody>
      </p:sp>
      <p:sp>
        <p:nvSpPr>
          <p:cNvPr id="15" name="TextBox 14"/>
          <p:cNvSpPr txBox="1"/>
          <p:nvPr/>
        </p:nvSpPr>
        <p:spPr>
          <a:xfrm>
            <a:off x="1331640" y="6381328"/>
            <a:ext cx="5832648" cy="646331"/>
          </a:xfrm>
          <a:prstGeom prst="rect">
            <a:avLst/>
          </a:prstGeom>
          <a:noFill/>
        </p:spPr>
        <p:txBody>
          <a:bodyPr wrap="square" rtlCol="0">
            <a:spAutoFit/>
          </a:bodyPr>
          <a:lstStyle/>
          <a:p>
            <a:r>
              <a:rPr lang="en-AU" dirty="0">
                <a:solidFill>
                  <a:schemeClr val="dk1"/>
                </a:solidFill>
              </a:rPr>
              <a:t>A vote by the people on a single political question. </a:t>
            </a:r>
            <a:endParaRPr lang="en-AU" dirty="0" smtClean="0"/>
          </a:p>
          <a:p>
            <a:endParaRPr lang="en-AU" dirty="0"/>
          </a:p>
        </p:txBody>
      </p:sp>
    </p:spTree>
    <p:extLst>
      <p:ext uri="{BB962C8B-B14F-4D97-AF65-F5344CB8AC3E}">
        <p14:creationId xmlns:p14="http://schemas.microsoft.com/office/powerpoint/2010/main" val="193898108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1000"/>
                                        <p:tgtEl>
                                          <p:spTgt spid="12"/>
                                        </p:tgtEl>
                                      </p:cBhvr>
                                    </p:animEffect>
                                    <p:anim calcmode="lin" valueType="num">
                                      <p:cBhvr>
                                        <p:cTn id="57" dur="1000" fill="hold"/>
                                        <p:tgtEl>
                                          <p:spTgt spid="12"/>
                                        </p:tgtEl>
                                        <p:attrNameLst>
                                          <p:attrName>ppt_x</p:attrName>
                                        </p:attrNameLst>
                                      </p:cBhvr>
                                      <p:tavLst>
                                        <p:tav tm="0">
                                          <p:val>
                                            <p:strVal val="#ppt_x"/>
                                          </p:val>
                                        </p:tav>
                                        <p:tav tm="100000">
                                          <p:val>
                                            <p:strVal val="#ppt_x"/>
                                          </p:val>
                                        </p:tav>
                                      </p:tavLst>
                                    </p:anim>
                                    <p:anim calcmode="lin" valueType="num">
                                      <p:cBhvr>
                                        <p:cTn id="5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1000"/>
                                        <p:tgtEl>
                                          <p:spTgt spid="13"/>
                                        </p:tgtEl>
                                      </p:cBhvr>
                                    </p:animEffect>
                                    <p:anim calcmode="lin" valueType="num">
                                      <p:cBhvr>
                                        <p:cTn id="64" dur="1000" fill="hold"/>
                                        <p:tgtEl>
                                          <p:spTgt spid="13"/>
                                        </p:tgtEl>
                                        <p:attrNameLst>
                                          <p:attrName>ppt_x</p:attrName>
                                        </p:attrNameLst>
                                      </p:cBhvr>
                                      <p:tavLst>
                                        <p:tav tm="0">
                                          <p:val>
                                            <p:strVal val="#ppt_x"/>
                                          </p:val>
                                        </p:tav>
                                        <p:tav tm="100000">
                                          <p:val>
                                            <p:strVal val="#ppt_x"/>
                                          </p:val>
                                        </p:tav>
                                      </p:tavLst>
                                    </p:anim>
                                    <p:anim calcmode="lin" valueType="num">
                                      <p:cBhvr>
                                        <p:cTn id="6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1000"/>
                                        <p:tgtEl>
                                          <p:spTgt spid="14"/>
                                        </p:tgtEl>
                                      </p:cBhvr>
                                    </p:animEffect>
                                    <p:anim calcmode="lin" valueType="num">
                                      <p:cBhvr>
                                        <p:cTn id="71" dur="1000" fill="hold"/>
                                        <p:tgtEl>
                                          <p:spTgt spid="14"/>
                                        </p:tgtEl>
                                        <p:attrNameLst>
                                          <p:attrName>ppt_x</p:attrName>
                                        </p:attrNameLst>
                                      </p:cBhvr>
                                      <p:tavLst>
                                        <p:tav tm="0">
                                          <p:val>
                                            <p:strVal val="#ppt_x"/>
                                          </p:val>
                                        </p:tav>
                                        <p:tav tm="100000">
                                          <p:val>
                                            <p:strVal val="#ppt_x"/>
                                          </p:val>
                                        </p:tav>
                                      </p:tavLst>
                                    </p:anim>
                                    <p:anim calcmode="lin" valueType="num">
                                      <p:cBhvr>
                                        <p:cTn id="72"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fade">
                                      <p:cBhvr>
                                        <p:cTn id="77" dur="1000"/>
                                        <p:tgtEl>
                                          <p:spTgt spid="15"/>
                                        </p:tgtEl>
                                      </p:cBhvr>
                                    </p:animEffect>
                                    <p:anim calcmode="lin" valueType="num">
                                      <p:cBhvr>
                                        <p:cTn id="78" dur="1000" fill="hold"/>
                                        <p:tgtEl>
                                          <p:spTgt spid="15"/>
                                        </p:tgtEl>
                                        <p:attrNameLst>
                                          <p:attrName>ppt_x</p:attrName>
                                        </p:attrNameLst>
                                      </p:cBhvr>
                                      <p:tavLst>
                                        <p:tav tm="0">
                                          <p:val>
                                            <p:strVal val="#ppt_x"/>
                                          </p:val>
                                        </p:tav>
                                        <p:tav tm="100000">
                                          <p:val>
                                            <p:strVal val="#ppt_x"/>
                                          </p:val>
                                        </p:tav>
                                      </p:tavLst>
                                    </p:anim>
                                    <p:anim calcmode="lin" valueType="num">
                                      <p:cBhvr>
                                        <p:cTn id="7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Why is it important to have a constitution?</a:t>
            </a:r>
            <a:endParaRPr lang="en-AU" dirty="0"/>
          </a:p>
        </p:txBody>
      </p:sp>
      <p:sp>
        <p:nvSpPr>
          <p:cNvPr id="3" name="Content Placeholder 2"/>
          <p:cNvSpPr>
            <a:spLocks noGrp="1"/>
          </p:cNvSpPr>
          <p:nvPr>
            <p:ph idx="1"/>
          </p:nvPr>
        </p:nvSpPr>
        <p:spPr/>
        <p:txBody>
          <a:bodyPr>
            <a:normAutofit/>
          </a:bodyPr>
          <a:lstStyle/>
          <a:p>
            <a:pPr marL="68580" indent="0">
              <a:buNone/>
            </a:pPr>
            <a:r>
              <a:rPr lang="en-AU" sz="2400" dirty="0" smtClean="0">
                <a:solidFill>
                  <a:srgbClr val="C00000"/>
                </a:solidFill>
              </a:rPr>
              <a:t>Answer the questions below using full sentences.</a:t>
            </a:r>
          </a:p>
          <a:p>
            <a:r>
              <a:rPr lang="en-AU" sz="2400" dirty="0" smtClean="0"/>
              <a:t>What would happen if there were no rules?</a:t>
            </a:r>
          </a:p>
          <a:p>
            <a:pPr lvl="1"/>
            <a:r>
              <a:rPr lang="en-AU" sz="1800" dirty="0" smtClean="0"/>
              <a:t>In our classroom?</a:t>
            </a:r>
          </a:p>
          <a:p>
            <a:pPr lvl="1"/>
            <a:r>
              <a:rPr lang="en-AU" sz="1800" dirty="0" smtClean="0"/>
              <a:t>In our whole country?</a:t>
            </a:r>
          </a:p>
          <a:p>
            <a:pPr lvl="1"/>
            <a:r>
              <a:rPr lang="en-AU" sz="1800" dirty="0" smtClean="0"/>
              <a:t>In the whole world?</a:t>
            </a:r>
            <a:endParaRPr lang="en-AU" sz="1800" dirty="0"/>
          </a:p>
          <a:p>
            <a:r>
              <a:rPr lang="en-AU" sz="2400" dirty="0" smtClean="0"/>
              <a:t>What are the three most important rules you think Australia has, why did you choose those rules? </a:t>
            </a:r>
          </a:p>
        </p:txBody>
      </p:sp>
    </p:spTree>
    <p:extLst>
      <p:ext uri="{BB962C8B-B14F-4D97-AF65-F5344CB8AC3E}">
        <p14:creationId xmlns:p14="http://schemas.microsoft.com/office/powerpoint/2010/main" val="46558577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heme/theme1.xml><?xml version="1.0" encoding="utf-8"?>
<a:theme xmlns:a="http://schemas.openxmlformats.org/drawingml/2006/main" name="Urban Pop">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Urban Pop">
      <a:maj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rban Pop">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2700" cap="flat" cmpd="sng" algn="ctr">
          <a:solidFill>
            <a:schemeClr val="phClr"/>
          </a:solidFill>
          <a:prstDash val="solid"/>
        </a:ln>
        <a:ln w="15875"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1909" dir="5400000" rotWithShape="0">
              <a:srgbClr val="000000">
                <a:alpha val="40000"/>
              </a:srgbClr>
            </a:outerShdw>
          </a:effectLst>
        </a:effectStyle>
        <a:effectStyle>
          <a:effectLst>
            <a:outerShdw blurRad="50800" dist="38100" dir="5400000" rotWithShape="0">
              <a:srgbClr val="000000">
                <a:alpha val="58000"/>
              </a:srgbClr>
            </a:outerShdw>
          </a:effectLst>
          <a:scene3d>
            <a:camera prst="orthographicFront">
              <a:rot lat="0" lon="0" rev="0"/>
            </a:camera>
            <a:lightRig rig="flat" dir="t"/>
          </a:scene3d>
          <a:sp3d contourW="15875">
            <a:bevelT w="95250" h="127000"/>
            <a:contourClr>
              <a:schemeClr val="phClr">
                <a:shade val="30000"/>
              </a:schemeClr>
            </a:contourClr>
          </a:sp3d>
        </a:effectStyle>
      </a:effectStyleLst>
      <a:bgFillStyleLst>
        <a:solidFill>
          <a:schemeClr val="phClr"/>
        </a:solidFill>
        <a:gradFill rotWithShape="1">
          <a:gsLst>
            <a:gs pos="0">
              <a:schemeClr val="phClr">
                <a:tint val="95000"/>
                <a:shade val="100000"/>
                <a:alpha val="100000"/>
                <a:satMod val="100000"/>
                <a:lumMod val="100000"/>
              </a:schemeClr>
            </a:gs>
            <a:gs pos="9000">
              <a:schemeClr val="phClr">
                <a:tint val="90000"/>
                <a:shade val="100000"/>
                <a:alpha val="100000"/>
                <a:satMod val="100000"/>
                <a:lumMod val="100000"/>
              </a:schemeClr>
            </a:gs>
            <a:gs pos="34000">
              <a:schemeClr val="phClr">
                <a:tint val="83000"/>
                <a:shade val="100000"/>
                <a:alpha val="100000"/>
                <a:satMod val="100000"/>
                <a:lumMod val="100000"/>
              </a:schemeClr>
            </a:gs>
            <a:gs pos="62000">
              <a:schemeClr val="phClr">
                <a:tint val="85000"/>
                <a:shade val="100000"/>
                <a:alpha val="100000"/>
                <a:satMod val="100000"/>
                <a:lumMod val="100000"/>
              </a:schemeClr>
            </a:gs>
            <a:gs pos="90000">
              <a:schemeClr val="phClr">
                <a:tint val="92000"/>
                <a:shade val="100000"/>
                <a:alpha val="100000"/>
                <a:satMod val="100000"/>
                <a:lumMod val="90000"/>
              </a:schemeClr>
            </a:gs>
            <a:gs pos="100000">
              <a:schemeClr val="phClr">
                <a:tint val="85000"/>
                <a:shade val="100000"/>
                <a:alpha val="100000"/>
                <a:satMod val="100000"/>
                <a:lumMod val="100000"/>
              </a:schemeClr>
            </a:gs>
          </a:gsLst>
          <a:lin ang="5400000" scaled="1"/>
        </a:gradFill>
        <a:gradFill rotWithShape="1">
          <a:gsLst>
            <a:gs pos="0">
              <a:schemeClr val="phClr">
                <a:tint val="78000"/>
              </a:schemeClr>
            </a:gs>
            <a:gs pos="100000">
              <a:schemeClr val="phClr">
                <a:tint val="95000"/>
                <a:shade val="98000"/>
                <a:lumMod val="80000"/>
              </a:schemeClr>
            </a:gs>
          </a:gsLst>
          <a:path path="circle">
            <a:fillToRect l="50000" t="100000" r="10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TM01859862[[fn=Urban Pop]]</Template>
  <TotalTime>192</TotalTime>
  <Words>366</Words>
  <Application>Microsoft Office PowerPoint</Application>
  <PresentationFormat>On-screen Show (4:3)</PresentationFormat>
  <Paragraphs>48</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Urban Pop</vt:lpstr>
      <vt:lpstr>Civics and citizenship</vt:lpstr>
      <vt:lpstr>PowerPoint expectations</vt:lpstr>
      <vt:lpstr>PowerPoint Presentation</vt:lpstr>
      <vt:lpstr>Civics and citizenship focus areas</vt:lpstr>
      <vt:lpstr>Glossary</vt:lpstr>
      <vt:lpstr>Why is it important to have a constitution?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Civics and citizenship</dc:title>
  <dc:creator>CASTALDINI Ruth</dc:creator>
  <cp:lastModifiedBy>CASTALDINI Ruth</cp:lastModifiedBy>
  <cp:revision>9</cp:revision>
  <dcterms:created xsi:type="dcterms:W3CDTF">2017-04-29T03:23:44Z</dcterms:created>
  <dcterms:modified xsi:type="dcterms:W3CDTF">2017-04-29T06:36:10Z</dcterms:modified>
</cp:coreProperties>
</file>