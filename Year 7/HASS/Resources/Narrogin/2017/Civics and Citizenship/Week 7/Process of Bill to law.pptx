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64" r:id="rId2"/>
    <p:sldId id="265" r:id="rId3"/>
    <p:sldId id="266" r:id="rId4"/>
    <p:sldId id="268" r:id="rId5"/>
    <p:sldId id="267" r:id="rId6"/>
    <p:sldId id="26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527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42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09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3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5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93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86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3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78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6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41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78000"/>
              </a:schemeClr>
            </a:gs>
            <a:gs pos="0">
              <a:schemeClr val="bg1">
                <a:lumMod val="0"/>
              </a:schemeClr>
            </a:gs>
          </a:gsLst>
          <a:path path="circle">
            <a:fillToRect l="50000" t="100000" r="10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30BC2C-1205-42B8-9965-568B6FFB7C40}" type="datetimeFigureOut">
              <a:rPr lang="en-AU"/>
              <a:pPr/>
              <a:t>6/06/2017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49731146-60DD-4BE6-8415-4E2B0CEDFF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827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splash.abc.net.au/home#!/media/29457/passing-a-bill-in-parliamen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908" y="476672"/>
            <a:ext cx="8458200" cy="1470025"/>
          </a:xfrm>
        </p:spPr>
        <p:txBody>
          <a:bodyPr/>
          <a:lstStyle/>
          <a:p>
            <a:pPr marL="182880" indent="0">
              <a:buNone/>
            </a:pPr>
            <a:r>
              <a:rPr lang="en-AU" dirty="0" smtClean="0"/>
              <a:t>Making a law </a:t>
            </a:r>
            <a:r>
              <a:rPr lang="en-AU" dirty="0" smtClean="0"/>
              <a:t>in </a:t>
            </a:r>
            <a:r>
              <a:rPr lang="en-AU" dirty="0" smtClean="0"/>
              <a:t>parliament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04" y="3120968"/>
            <a:ext cx="2873896" cy="2155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120968"/>
            <a:ext cx="3145956" cy="215542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"/>
          <a:stretch/>
        </p:blipFill>
        <p:spPr>
          <a:xfrm>
            <a:off x="-1" y="3093534"/>
            <a:ext cx="3504099" cy="218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2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Introduction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628800"/>
            <a:ext cx="6472808" cy="4122792"/>
          </a:xfrm>
        </p:spPr>
        <p:txBody>
          <a:bodyPr>
            <a:normAutofit/>
          </a:bodyPr>
          <a:lstStyle/>
          <a:p>
            <a:r>
              <a:rPr lang="en-AU" dirty="0" smtClean="0"/>
              <a:t>A bill is a proposed law that needs to pass through both houses of Parliament before it becomes law. 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924944"/>
            <a:ext cx="4376315" cy="24589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843" y="2924944"/>
            <a:ext cx="4008640" cy="267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4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82453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AU" sz="2400" dirty="0" smtClean="0"/>
              <a:t>RECALL! </a:t>
            </a:r>
          </a:p>
          <a:p>
            <a:pPr marL="109728" indent="0">
              <a:buNone/>
            </a:pPr>
            <a:endParaRPr lang="en-AU" sz="2400" dirty="0"/>
          </a:p>
          <a:p>
            <a:pPr marL="566928" indent="-457200">
              <a:buAutoNum type="arabicPeriod"/>
            </a:pPr>
            <a:r>
              <a:rPr lang="en-AU" sz="2400" dirty="0" smtClean="0"/>
              <a:t>What are the names of the two houses of Federal Parliament</a:t>
            </a:r>
            <a:r>
              <a:rPr lang="en-AU" sz="2400" dirty="0" smtClean="0"/>
              <a:t>?</a:t>
            </a:r>
            <a:endParaRPr lang="en-AU" sz="2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852936"/>
            <a:ext cx="3944267" cy="22161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300" y="2852937"/>
            <a:ext cx="3532415" cy="22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7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Glossary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8"/>
            <a:ext cx="7772400" cy="4248471"/>
          </a:xfrm>
        </p:spPr>
        <p:txBody>
          <a:bodyPr>
            <a:normAutofit/>
          </a:bodyPr>
          <a:lstStyle/>
          <a:p>
            <a:pPr marL="525780" indent="-457200">
              <a:buAutoNum type="arabicPeriod"/>
            </a:pPr>
            <a:r>
              <a:rPr lang="en-AU" b="1" dirty="0" smtClean="0"/>
              <a:t>Bill:  </a:t>
            </a:r>
            <a:r>
              <a:rPr lang="en-AU" dirty="0"/>
              <a:t>A proposal for a new </a:t>
            </a:r>
            <a:r>
              <a:rPr lang="en-AU" dirty="0" smtClean="0"/>
              <a:t>law. </a:t>
            </a:r>
          </a:p>
          <a:p>
            <a:pPr marL="525780" indent="-457200">
              <a:buFont typeface="+mj-lt"/>
              <a:buAutoNum type="arabicPeriod"/>
            </a:pPr>
            <a:endParaRPr lang="en-AU" b="1" dirty="0" smtClean="0"/>
          </a:p>
          <a:p>
            <a:pPr marL="525780" indent="-457200">
              <a:buAutoNum type="arabicPeriod"/>
            </a:pPr>
            <a:r>
              <a:rPr lang="en-AU" b="1" dirty="0" smtClean="0"/>
              <a:t>Governor General: </a:t>
            </a:r>
            <a:r>
              <a:rPr lang="en-AU" dirty="0"/>
              <a:t>The Queen’s representative in Australia.</a:t>
            </a:r>
            <a:endParaRPr lang="en-AU" b="1" dirty="0" smtClean="0"/>
          </a:p>
          <a:p>
            <a:pPr marL="525780" indent="-457200">
              <a:buFont typeface="+mj-lt"/>
              <a:buAutoNum type="arabicPeriod"/>
            </a:pPr>
            <a:endParaRPr lang="en-AU" b="1" dirty="0" smtClean="0"/>
          </a:p>
          <a:p>
            <a:pPr marL="525780" indent="-457200">
              <a:buAutoNum type="arabicPeriod"/>
            </a:pPr>
            <a:r>
              <a:rPr lang="en-AU" b="1" dirty="0" smtClean="0"/>
              <a:t>Speaker: </a:t>
            </a:r>
            <a:r>
              <a:rPr lang="en-AU" dirty="0"/>
              <a:t>A member of the House of Representatives chosen by other members to run meetings of the House and to make sure the standing orders (parliamentary rules) are followed</a:t>
            </a:r>
            <a:r>
              <a:rPr lang="en-AU" dirty="0" smtClean="0"/>
              <a:t>.</a:t>
            </a:r>
          </a:p>
          <a:p>
            <a:pPr marL="525780" indent="-457200">
              <a:buFont typeface="+mj-lt"/>
              <a:buAutoNum type="arabicPeriod"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69059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Watch the following clip on the process of a bill through to a </a:t>
            </a:r>
            <a:r>
              <a:rPr lang="en-AU" dirty="0" smtClean="0"/>
              <a:t>law in federal parliament. </a:t>
            </a:r>
            <a:endParaRPr lang="en-AU" dirty="0"/>
          </a:p>
          <a:p>
            <a:r>
              <a:rPr lang="en-AU" dirty="0">
                <a:hlinkClick r:id="rId2"/>
              </a:rPr>
              <a:t>http://splash.abc.net.au/home#!/</a:t>
            </a:r>
            <a:r>
              <a:rPr lang="en-AU" dirty="0" smtClean="0">
                <a:hlinkClick r:id="rId2"/>
              </a:rPr>
              <a:t>media/29457/passing-a-bill-in-parliament</a:t>
            </a:r>
            <a:endParaRPr lang="en-AU" dirty="0" smtClean="0"/>
          </a:p>
          <a:p>
            <a:endParaRPr lang="en-AU" dirty="0"/>
          </a:p>
          <a:p>
            <a:pPr marL="68580" indent="0">
              <a:buNone/>
            </a:pP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068960"/>
            <a:ext cx="4032448" cy="22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3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Making a law flowchart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Read through the fact sheet on making a law in Federal Parliament. 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In pairs create your own </a:t>
            </a:r>
            <a:r>
              <a:rPr lang="en-AU" b="1" dirty="0" smtClean="0"/>
              <a:t>flowchart</a:t>
            </a:r>
            <a:r>
              <a:rPr lang="en-AU" dirty="0" smtClean="0"/>
              <a:t> on A3 paper – include information for each stage and a title</a:t>
            </a:r>
          </a:p>
          <a:p>
            <a:endParaRPr lang="en-AU" dirty="0"/>
          </a:p>
          <a:p>
            <a:pPr marL="6858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438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Urban Pop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77</TotalTime>
  <Words>150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Urban Pop</vt:lpstr>
      <vt:lpstr>Making a law in parliament</vt:lpstr>
      <vt:lpstr>Introduction </vt:lpstr>
      <vt:lpstr>PowerPoint Presentation</vt:lpstr>
      <vt:lpstr>Glossary </vt:lpstr>
      <vt:lpstr>PowerPoint Presentation</vt:lpstr>
      <vt:lpstr>Making a law flowchart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THREE LEVELS OF GOVERNMENT</dc:title>
  <dc:creator>GOODWIN Nina</dc:creator>
  <cp:lastModifiedBy>GOODWIN Nina</cp:lastModifiedBy>
  <cp:revision>13</cp:revision>
  <dcterms:created xsi:type="dcterms:W3CDTF">2017-05-11T07:50:17Z</dcterms:created>
  <dcterms:modified xsi:type="dcterms:W3CDTF">2017-06-06T07:49:00Z</dcterms:modified>
</cp:coreProperties>
</file>