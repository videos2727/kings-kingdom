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FC478DC-F8CD-40C3-86DA-AF30D9092882}" type="datetimeFigureOut">
              <a:rPr lang="en-AU" smtClean="0"/>
              <a:t>26/03/2018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A2F3B48C-D05D-4711-9667-F1A43E392869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.au/url?sa=i&amp;rct=j&amp;q=&amp;esrc=s&amp;source=images&amp;cd=&amp;cad=rja&amp;uact=8&amp;ved=0ahUKEwi6-pai8Y3WAhVR-2MKHTk_AcQQjRwIBw&amp;url=https://www.currentresults.com/Weather-Extremes/Europe/sunniest-cities.php&amp;psig=AFQjCNE7LtDmkQMdoyddk-4UOT_T4NRCKw&amp;ust=150469534257721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268760"/>
            <a:ext cx="6339407" cy="2160240"/>
          </a:xfrm>
        </p:spPr>
        <p:txBody>
          <a:bodyPr/>
          <a:lstStyle/>
          <a:p>
            <a:r>
              <a:rPr lang="en-AU" sz="4000" dirty="0" smtClean="0"/>
              <a:t>Features of European Cities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3608" y="3284984"/>
            <a:ext cx="6172200" cy="1123336"/>
          </a:xfrm>
        </p:spPr>
        <p:txBody>
          <a:bodyPr/>
          <a:lstStyle/>
          <a:p>
            <a:r>
              <a:rPr lang="en-AU" dirty="0" smtClean="0"/>
              <a:t>Strategies used in European Cities to enhance liveability  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529166"/>
            <a:ext cx="3024336" cy="1820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4" descr="Image result for european cities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42863" y="-1828800"/>
            <a:ext cx="666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149081"/>
            <a:ext cx="4142434" cy="2371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3" y="4149080"/>
            <a:ext cx="4215271" cy="2371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818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Features of European cities</a:t>
            </a:r>
            <a:endParaRPr lang="en-AU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1706" y="1700808"/>
            <a:ext cx="5541155" cy="4896544"/>
          </a:xfrm>
        </p:spPr>
        <p:txBody>
          <a:bodyPr>
            <a:normAutofit fontScale="85000" lnSpcReduction="20000"/>
          </a:bodyPr>
          <a:lstStyle/>
          <a:p>
            <a:r>
              <a:rPr lang="en-AU" dirty="0" smtClean="0"/>
              <a:t>1. Compact in size – they are smaller in area than places of similar population in Australia</a:t>
            </a:r>
          </a:p>
          <a:p>
            <a:pPr marL="45720" indent="0">
              <a:buNone/>
            </a:pPr>
            <a:endParaRPr lang="en-AU" dirty="0" smtClean="0"/>
          </a:p>
          <a:p>
            <a:r>
              <a:rPr lang="en-AU" dirty="0" smtClean="0"/>
              <a:t>2. Greater percentage of people living in medium density apartments. </a:t>
            </a:r>
          </a:p>
          <a:p>
            <a:endParaRPr lang="en-AU" dirty="0"/>
          </a:p>
          <a:p>
            <a:r>
              <a:rPr lang="en-AU" dirty="0" smtClean="0"/>
              <a:t>3. Public places (parks, gardens, piazzas and green roofs).</a:t>
            </a:r>
          </a:p>
          <a:p>
            <a:endParaRPr lang="en-AU" dirty="0"/>
          </a:p>
          <a:p>
            <a:r>
              <a:rPr lang="en-AU" dirty="0" smtClean="0"/>
              <a:t>4. Pedestrian only or shared streets</a:t>
            </a:r>
          </a:p>
          <a:p>
            <a:endParaRPr lang="en-AU" dirty="0"/>
          </a:p>
          <a:p>
            <a:r>
              <a:rPr lang="en-AU" dirty="0" smtClean="0"/>
              <a:t>5. Well developed public transport systems </a:t>
            </a:r>
            <a:endParaRPr lang="en-AU" dirty="0" smtClean="0"/>
          </a:p>
          <a:p>
            <a:r>
              <a:rPr lang="en-AU" dirty="0"/>
              <a:t>Use of smaller motor vehicles and smart cars</a:t>
            </a:r>
          </a:p>
          <a:p>
            <a:endParaRPr lang="en-AU" dirty="0"/>
          </a:p>
          <a:p>
            <a:r>
              <a:rPr lang="en-AU" dirty="0"/>
              <a:t>7. Support for local agriculture and farmers markets</a:t>
            </a:r>
          </a:p>
          <a:p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861" y="260648"/>
            <a:ext cx="2733675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630" y="2420888"/>
            <a:ext cx="3045628" cy="1827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678825"/>
            <a:ext cx="24765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442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Copenhagen, Denmark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772816"/>
            <a:ext cx="4402832" cy="43735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 smtClean="0"/>
              <a:t>Has over 4000 km of cycling tracks, and cyclists make up about 35% of daily commuters.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 smtClean="0"/>
              <a:t>Green bike routes improve access to recreational facilities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 smtClean="0"/>
              <a:t>‘Pocket parks’  will give 90% of residents walkable access to a green space by 2050. </a:t>
            </a:r>
          </a:p>
          <a:p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772816"/>
            <a:ext cx="4011702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825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German city of Leipzig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In the German city of Leipzig, a simple 'bike sharing' system is helping to reduce congestion and to make the city more liveable</a:t>
            </a:r>
            <a:r>
              <a:rPr lang="en-AU" dirty="0" smtClean="0"/>
              <a:t>.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284984"/>
            <a:ext cx="4003722" cy="266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1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Light rail in </a:t>
            </a:r>
            <a:r>
              <a:rPr lang="en-AU" dirty="0" err="1" smtClean="0"/>
              <a:t>london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9416"/>
            <a:ext cx="4690864" cy="484632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 smtClean="0"/>
              <a:t>In London they have a </a:t>
            </a:r>
            <a:r>
              <a:rPr lang="en-AU" dirty="0"/>
              <a:t>Docklands Light Rail (DLR) </a:t>
            </a:r>
            <a:r>
              <a:rPr lang="en-AU" dirty="0" smtClean="0"/>
              <a:t>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 smtClean="0"/>
              <a:t>This was set up to reduce congestion in a city with a population of approximately 8 million.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 smtClean="0"/>
              <a:t>DLR's </a:t>
            </a:r>
            <a:r>
              <a:rPr lang="en-AU" dirty="0"/>
              <a:t>fully automated and driverless vehicles provide </a:t>
            </a:r>
            <a:r>
              <a:rPr lang="en-AU" dirty="0" smtClean="0"/>
              <a:t>300,000 </a:t>
            </a:r>
            <a:r>
              <a:rPr lang="en-AU" dirty="0"/>
              <a:t>journeys between the redeveloped Docklands area and central London each day, easing congestion on surrounding roads.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132856"/>
            <a:ext cx="3515883" cy="263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4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Oslo, Norway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 smtClean="0"/>
              <a:t>In Oslo they use intelligent  lighting that adjusts its intensity to suit traffic and weather conditions.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 smtClean="0"/>
              <a:t>Car and bike sharing programs are in place along with 400 charging stations for an increasing number of electric vehicles. 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789040"/>
            <a:ext cx="4104456" cy="27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0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Improving liveability for </a:t>
            </a:r>
            <a:r>
              <a:rPr lang="en-AU" smtClean="0"/>
              <a:t>young people 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AU" dirty="0" smtClean="0"/>
              <a:t>A skate park </a:t>
            </a:r>
          </a:p>
          <a:p>
            <a:pPr marL="457200" indent="-457200">
              <a:buAutoNum type="arabicPeriod"/>
            </a:pPr>
            <a:r>
              <a:rPr lang="en-AU" dirty="0" smtClean="0"/>
              <a:t>A new indoors sports facility </a:t>
            </a:r>
          </a:p>
          <a:p>
            <a:pPr marL="457200" indent="-457200">
              <a:buAutoNum type="arabicPeriod"/>
            </a:pPr>
            <a:r>
              <a:rPr lang="en-AU" dirty="0" smtClean="0"/>
              <a:t>A swimming pool </a:t>
            </a:r>
          </a:p>
          <a:p>
            <a:pPr marL="457200" indent="-457200">
              <a:buAutoNum type="arabicPeriod"/>
            </a:pPr>
            <a:r>
              <a:rPr lang="en-AU" dirty="0" smtClean="0"/>
              <a:t>An cinema complex</a:t>
            </a:r>
          </a:p>
          <a:p>
            <a:pPr marL="457200" indent="-457200">
              <a:buAutoNum type="arabicPeriod"/>
            </a:pPr>
            <a:r>
              <a:rPr lang="en-AU" dirty="0" smtClean="0"/>
              <a:t>An outdoor cinema</a:t>
            </a:r>
          </a:p>
          <a:p>
            <a:pPr marL="457200" indent="-457200">
              <a:buAutoNum type="arabicPeriod"/>
            </a:pPr>
            <a:r>
              <a:rPr lang="en-AU" dirty="0" smtClean="0"/>
              <a:t>Better public transport</a:t>
            </a:r>
          </a:p>
          <a:p>
            <a:pPr marL="457200" indent="-457200">
              <a:buAutoNum type="arabicPeriod"/>
            </a:pPr>
            <a:r>
              <a:rPr lang="en-AU" dirty="0" smtClean="0"/>
              <a:t>More shops and cafes </a:t>
            </a:r>
          </a:p>
          <a:p>
            <a:pPr marL="457200" indent="-457200">
              <a:buAutoNum type="arabicPeriod"/>
            </a:pPr>
            <a:r>
              <a:rPr lang="en-AU" dirty="0" smtClean="0"/>
              <a:t>Cycle paths</a:t>
            </a:r>
          </a:p>
          <a:p>
            <a:pPr marL="457200" indent="-457200">
              <a:buAutoNum type="arabicPeriod"/>
            </a:pPr>
            <a:r>
              <a:rPr lang="en-AU" dirty="0" smtClean="0"/>
              <a:t>Green open spaces</a:t>
            </a:r>
          </a:p>
          <a:p>
            <a:pPr marL="457200" indent="-457200">
              <a:buAutoNum type="arabicPeriod"/>
            </a:pPr>
            <a:r>
              <a:rPr lang="en-AU" dirty="0" smtClean="0"/>
              <a:t>Outdoor area for music concerts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484784"/>
            <a:ext cx="3424264" cy="1881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871" y="3366417"/>
            <a:ext cx="3410449" cy="213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6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1208</TotalTime>
  <Words>311</Words>
  <Application>Microsoft Office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Essential</vt:lpstr>
      <vt:lpstr>Features of European Cities </vt:lpstr>
      <vt:lpstr>Features of European cities</vt:lpstr>
      <vt:lpstr>Copenhagen, Denmark</vt:lpstr>
      <vt:lpstr>German city of Leipzig</vt:lpstr>
      <vt:lpstr>Light rail in london</vt:lpstr>
      <vt:lpstr>Oslo, Norway </vt:lpstr>
      <vt:lpstr>Improving liveability for young people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 of European Cities</dc:title>
  <dc:creator>GOODWIN Nina</dc:creator>
  <cp:lastModifiedBy>e4097773</cp:lastModifiedBy>
  <cp:revision>9</cp:revision>
  <dcterms:created xsi:type="dcterms:W3CDTF">2017-09-05T10:22:41Z</dcterms:created>
  <dcterms:modified xsi:type="dcterms:W3CDTF">2018-03-25T23:50:54Z</dcterms:modified>
</cp:coreProperties>
</file>