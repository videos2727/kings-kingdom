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4" d="100"/>
          <a:sy n="114" d="100"/>
        </p:scale>
        <p:origin x="-918" y="-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DED8-2666-468A-B67F-05CE5D0A8A36}" type="datetimeFigureOut">
              <a:rPr lang="en-AU" smtClean="0"/>
              <a:t>15/07/2017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E07AD-166E-4DA8-9CBF-C59F11AC88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999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DED8-2666-468A-B67F-05CE5D0A8A36}" type="datetimeFigureOut">
              <a:rPr lang="en-AU" smtClean="0"/>
              <a:t>15/07/2017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E07AD-166E-4DA8-9CBF-C59F11AC88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692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DED8-2666-468A-B67F-05CE5D0A8A36}" type="datetimeFigureOut">
              <a:rPr lang="en-AU" smtClean="0"/>
              <a:t>15/07/2017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E07AD-166E-4DA8-9CBF-C59F11AC88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723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DED8-2666-468A-B67F-05CE5D0A8A36}" type="datetimeFigureOut">
              <a:rPr lang="en-AU" smtClean="0"/>
              <a:t>15/07/2017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E07AD-166E-4DA8-9CBF-C59F11AC88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5077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DED8-2666-468A-B67F-05CE5D0A8A36}" type="datetimeFigureOut">
              <a:rPr lang="en-AU" smtClean="0"/>
              <a:t>15/07/2017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E07AD-166E-4DA8-9CBF-C59F11AC88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3353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DED8-2666-468A-B67F-05CE5D0A8A36}" type="datetimeFigureOut">
              <a:rPr lang="en-AU" smtClean="0"/>
              <a:t>15/07/2017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E07AD-166E-4DA8-9CBF-C59F11AC88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5628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DED8-2666-468A-B67F-05CE5D0A8A36}" type="datetimeFigureOut">
              <a:rPr lang="en-AU" smtClean="0"/>
              <a:t>15/07/2017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E07AD-166E-4DA8-9CBF-C59F11AC88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1080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DED8-2666-468A-B67F-05CE5D0A8A36}" type="datetimeFigureOut">
              <a:rPr lang="en-AU" smtClean="0"/>
              <a:t>15/07/2017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E07AD-166E-4DA8-9CBF-C59F11AC88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256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DED8-2666-468A-B67F-05CE5D0A8A36}" type="datetimeFigureOut">
              <a:rPr lang="en-AU" smtClean="0"/>
              <a:t>15/07/2017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E07AD-166E-4DA8-9CBF-C59F11AC88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9700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DED8-2666-468A-B67F-05CE5D0A8A36}" type="datetimeFigureOut">
              <a:rPr lang="en-AU" smtClean="0"/>
              <a:t>15/07/2017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E07AD-166E-4DA8-9CBF-C59F11AC88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797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DED8-2666-468A-B67F-05CE5D0A8A36}" type="datetimeFigureOut">
              <a:rPr lang="en-AU" smtClean="0"/>
              <a:t>15/07/2017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E07AD-166E-4DA8-9CBF-C59F11AC88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294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BDED8-2666-468A-B67F-05CE5D0A8A36}" type="datetimeFigureOut">
              <a:rPr lang="en-AU" smtClean="0"/>
              <a:t>15/07/2017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E07AD-166E-4DA8-9CBF-C59F11AC88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69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Book Antiqua" pitchFamily="18" charset="0"/>
              </a:rPr>
              <a:t>Water as a resource</a:t>
            </a:r>
            <a:endParaRPr lang="en-AU" b="1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20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Book Antiqua" pitchFamily="18" charset="0"/>
              </a:rPr>
              <a:t>Why do we need to study it?</a:t>
            </a:r>
            <a:endParaRPr lang="en-AU" sz="4000" b="1" dirty="0">
              <a:latin typeface="Book Antiqu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Book Antiqua" pitchFamily="18" charset="0"/>
              </a:rPr>
              <a:t>Water is an important resources for life on earth </a:t>
            </a:r>
          </a:p>
          <a:p>
            <a:r>
              <a:rPr lang="en-US" dirty="0" smtClean="0">
                <a:latin typeface="Book Antiqua" pitchFamily="18" charset="0"/>
              </a:rPr>
              <a:t>It makes up 70.9% of our planet</a:t>
            </a:r>
          </a:p>
          <a:p>
            <a:r>
              <a:rPr lang="en-US" dirty="0" smtClean="0">
                <a:latin typeface="Book Antiqua" pitchFamily="18" charset="0"/>
              </a:rPr>
              <a:t> It needs to be carefully managed to make sure there is enough for everyone</a:t>
            </a:r>
          </a:p>
          <a:p>
            <a:pPr marL="0" indent="0" algn="ctr">
              <a:buNone/>
            </a:pPr>
            <a:endParaRPr lang="en-US" dirty="0" smtClean="0">
              <a:latin typeface="Book Antiqua" pitchFamily="18" charset="0"/>
            </a:endParaRPr>
          </a:p>
          <a:p>
            <a:pPr marL="0" indent="0" algn="ctr">
              <a:buNone/>
            </a:pPr>
            <a:r>
              <a:rPr lang="en-US" dirty="0" smtClean="0">
                <a:latin typeface="Book Antiqua" pitchFamily="18" charset="0"/>
              </a:rPr>
              <a:t>Why?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656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Book Antiqua" pitchFamily="18" charset="0"/>
              </a:rPr>
              <a:t>Your task</a:t>
            </a:r>
            <a:endParaRPr lang="en-AU" sz="4000" b="1" dirty="0">
              <a:latin typeface="Book Antiqu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Book Antiqua" pitchFamily="18" charset="0"/>
              </a:rPr>
              <a:t>Watch the following video without taking any notes</a:t>
            </a:r>
          </a:p>
          <a:p>
            <a:endParaRPr lang="en-US" dirty="0" smtClean="0">
              <a:latin typeface="Book Antiqua" pitchFamily="18" charset="0"/>
            </a:endParaRPr>
          </a:p>
          <a:p>
            <a:r>
              <a:rPr lang="en-US" dirty="0" smtClean="0">
                <a:latin typeface="Book Antiqua" pitchFamily="18" charset="0"/>
              </a:rPr>
              <a:t>When it has finished try to answer all the questions using the figures from the box.</a:t>
            </a:r>
          </a:p>
          <a:p>
            <a:endParaRPr lang="en-US" dirty="0" smtClean="0">
              <a:latin typeface="Book Antiqua" pitchFamily="18" charset="0"/>
            </a:endParaRPr>
          </a:p>
          <a:p>
            <a:r>
              <a:rPr lang="en-US" dirty="0" smtClean="0">
                <a:latin typeface="Book Antiqua" pitchFamily="18" charset="0"/>
              </a:rPr>
              <a:t>Swap your answers with a partner and watch the video again to check them.</a:t>
            </a:r>
            <a:endParaRPr lang="en-AU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79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Book Antiqua" pitchFamily="18" charset="0"/>
              </a:rPr>
              <a:t>Where does water come from?</a:t>
            </a:r>
            <a:endParaRPr lang="en-AU" sz="4000" b="1" dirty="0">
              <a:latin typeface="Book Antiqu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Book Antiqua" pitchFamily="18" charset="0"/>
              </a:rPr>
              <a:t>Water is a essential renewable resource that occurs naturally on the Earth.</a:t>
            </a:r>
          </a:p>
          <a:p>
            <a:endParaRPr lang="en-US" dirty="0" smtClean="0">
              <a:latin typeface="Book Antiqua" pitchFamily="18" charset="0"/>
            </a:endParaRPr>
          </a:p>
          <a:p>
            <a:r>
              <a:rPr lang="en-US" dirty="0" smtClean="0">
                <a:latin typeface="Book Antiqua" pitchFamily="18" charset="0"/>
              </a:rPr>
              <a:t>It can exist as a solid, liquid or gas.</a:t>
            </a:r>
          </a:p>
          <a:p>
            <a:endParaRPr lang="en-US" dirty="0" smtClean="0">
              <a:latin typeface="Book Antiqua" pitchFamily="18" charset="0"/>
            </a:endParaRPr>
          </a:p>
          <a:p>
            <a:r>
              <a:rPr lang="en-US" dirty="0" smtClean="0">
                <a:latin typeface="Book Antiqua" pitchFamily="18" charset="0"/>
              </a:rPr>
              <a:t>It is constantly being recycled through the atmosphere rivers and oceans in a system called the water cycle.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82322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Book Antiqua" pitchFamily="18" charset="0"/>
              </a:rPr>
              <a:t>Your task </a:t>
            </a:r>
            <a:endParaRPr lang="en-AU" b="1" dirty="0">
              <a:latin typeface="Book Antiqu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Book Antiqua" pitchFamily="18" charset="0"/>
              </a:rPr>
              <a:t>Watch the video to help you understand the water cycle. </a:t>
            </a:r>
          </a:p>
          <a:p>
            <a:endParaRPr lang="en-US" dirty="0" smtClean="0">
              <a:latin typeface="Book Antiqua" pitchFamily="18" charset="0"/>
            </a:endParaRPr>
          </a:p>
          <a:p>
            <a:r>
              <a:rPr lang="en-US" dirty="0" smtClean="0">
                <a:latin typeface="Book Antiqua" pitchFamily="18" charset="0"/>
              </a:rPr>
              <a:t>Produce your own diagram to show the different stages of the water cycle</a:t>
            </a:r>
          </a:p>
          <a:p>
            <a:endParaRPr lang="en-US" dirty="0" smtClean="0">
              <a:latin typeface="Book Antiqua" pitchFamily="18" charset="0"/>
            </a:endParaRPr>
          </a:p>
          <a:p>
            <a:r>
              <a:rPr lang="en-US" dirty="0" smtClean="0">
                <a:latin typeface="Book Antiqua" pitchFamily="18" charset="0"/>
              </a:rPr>
              <a:t>Use the labels provided to help you.</a:t>
            </a:r>
            <a:endParaRPr lang="en-AU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30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533400"/>
            <a:ext cx="8443480" cy="5973763"/>
          </a:xfrm>
        </p:spPr>
      </p:pic>
    </p:spTree>
    <p:extLst>
      <p:ext uri="{BB962C8B-B14F-4D97-AF65-F5344CB8AC3E}">
        <p14:creationId xmlns:p14="http://schemas.microsoft.com/office/powerpoint/2010/main" val="32690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171</Words>
  <Application>Microsoft Office PowerPoint</Application>
  <PresentationFormat>On-screen Show (4:3)</PresentationFormat>
  <Paragraphs>25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Water as a resource</vt:lpstr>
      <vt:lpstr>Why do we need to study it?</vt:lpstr>
      <vt:lpstr>Your task</vt:lpstr>
      <vt:lpstr>Where does water come from?</vt:lpstr>
      <vt:lpstr>Your task 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as a resource</dc:title>
  <dc:creator>TAYLOR Anna</dc:creator>
  <cp:lastModifiedBy>GOODWIN Nina</cp:lastModifiedBy>
  <cp:revision>2</cp:revision>
  <dcterms:created xsi:type="dcterms:W3CDTF">2015-07-02T02:41:08Z</dcterms:created>
  <dcterms:modified xsi:type="dcterms:W3CDTF">2017-07-15T03:01:54Z</dcterms:modified>
</cp:coreProperties>
</file>