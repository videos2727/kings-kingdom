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5" r:id="rId2"/>
    <p:sldId id="266" r:id="rId3"/>
    <p:sldId id="270" r:id="rId4"/>
    <p:sldId id="262" r:id="rId5"/>
    <p:sldId id="263" r:id="rId6"/>
    <p:sldId id="268" r:id="rId7"/>
    <p:sldId id="272" r:id="rId8"/>
    <p:sldId id="271" r:id="rId9"/>
    <p:sldId id="269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953CA9-5B5B-470C-A10B-16407E93FFB4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AU"/>
        </a:p>
      </dgm:t>
    </dgm:pt>
    <dgm:pt modelId="{B2886D43-91D8-405E-913E-17DC81E31DA9}">
      <dgm:prSet custT="1"/>
      <dgm:spPr/>
      <dgm:t>
        <a:bodyPr/>
        <a:lstStyle/>
        <a:p>
          <a:pPr rtl="0"/>
          <a:r>
            <a:rPr lang="en-AU" sz="2000" dirty="0" smtClean="0"/>
            <a:t>Environmental</a:t>
          </a:r>
          <a:endParaRPr lang="en-AU" sz="2000" dirty="0"/>
        </a:p>
      </dgm:t>
    </dgm:pt>
    <dgm:pt modelId="{3DFB0617-20F8-4FB4-B842-F14A125FF199}" type="parTrans" cxnId="{02A701C9-45B7-45F2-8FAB-43A5B73BDCF7}">
      <dgm:prSet/>
      <dgm:spPr/>
      <dgm:t>
        <a:bodyPr/>
        <a:lstStyle/>
        <a:p>
          <a:endParaRPr lang="en-AU" sz="3200"/>
        </a:p>
      </dgm:t>
    </dgm:pt>
    <dgm:pt modelId="{1AF6EB5E-026F-44D1-8C35-A1646B9FDBA0}" type="sibTrans" cxnId="{02A701C9-45B7-45F2-8FAB-43A5B73BDCF7}">
      <dgm:prSet custT="1"/>
      <dgm:spPr/>
      <dgm:t>
        <a:bodyPr/>
        <a:lstStyle/>
        <a:p>
          <a:endParaRPr lang="en-AU" sz="3200"/>
        </a:p>
      </dgm:t>
    </dgm:pt>
    <dgm:pt modelId="{425E5828-D5B6-4A98-AF45-FCF5A237B4C9}">
      <dgm:prSet custT="1"/>
      <dgm:spPr/>
      <dgm:t>
        <a:bodyPr/>
        <a:lstStyle/>
        <a:p>
          <a:pPr rtl="0"/>
          <a:r>
            <a:rPr lang="en-AU" sz="2000" dirty="0" smtClean="0"/>
            <a:t>Infrastructure</a:t>
          </a:r>
          <a:endParaRPr lang="en-AU" sz="2000" dirty="0"/>
        </a:p>
      </dgm:t>
    </dgm:pt>
    <dgm:pt modelId="{4FEFC72E-EC42-4F85-8889-0A7D6BE65D63}" type="parTrans" cxnId="{C812F51B-5D09-4E26-808E-E39756C158A7}">
      <dgm:prSet/>
      <dgm:spPr/>
      <dgm:t>
        <a:bodyPr/>
        <a:lstStyle/>
        <a:p>
          <a:endParaRPr lang="en-AU" sz="3200"/>
        </a:p>
      </dgm:t>
    </dgm:pt>
    <dgm:pt modelId="{D52B54DB-1F6D-4450-9D18-3C0D7AD84D9B}" type="sibTrans" cxnId="{C812F51B-5D09-4E26-808E-E39756C158A7}">
      <dgm:prSet/>
      <dgm:spPr/>
      <dgm:t>
        <a:bodyPr/>
        <a:lstStyle/>
        <a:p>
          <a:endParaRPr lang="en-AU" sz="3200"/>
        </a:p>
      </dgm:t>
    </dgm:pt>
    <dgm:pt modelId="{C0F30594-E49B-487F-8E3E-5582647BB70E}">
      <dgm:prSet custT="1"/>
      <dgm:spPr/>
      <dgm:t>
        <a:bodyPr/>
        <a:lstStyle/>
        <a:p>
          <a:pPr rtl="0"/>
          <a:r>
            <a:rPr lang="en-AU" sz="2000" dirty="0" smtClean="0"/>
            <a:t>Cleanliness, dust, pollution, noise, air and water quality, </a:t>
          </a:r>
          <a:endParaRPr lang="en-AU" sz="2000" dirty="0"/>
        </a:p>
      </dgm:t>
    </dgm:pt>
    <dgm:pt modelId="{80DFCAC7-97D6-459B-B90F-AD541E878655}" type="parTrans" cxnId="{F69CC129-6156-4EAC-B7FC-D10E75438711}">
      <dgm:prSet/>
      <dgm:spPr/>
      <dgm:t>
        <a:bodyPr/>
        <a:lstStyle/>
        <a:p>
          <a:endParaRPr lang="en-AU"/>
        </a:p>
      </dgm:t>
    </dgm:pt>
    <dgm:pt modelId="{F226EF1D-6136-4C55-87F6-268903FA2FA5}" type="sibTrans" cxnId="{F69CC129-6156-4EAC-B7FC-D10E75438711}">
      <dgm:prSet/>
      <dgm:spPr/>
      <dgm:t>
        <a:bodyPr/>
        <a:lstStyle/>
        <a:p>
          <a:endParaRPr lang="en-AU"/>
        </a:p>
      </dgm:t>
    </dgm:pt>
    <dgm:pt modelId="{AF3CA2B2-3073-47EF-965E-19D9B4C6D1ED}">
      <dgm:prSet custT="1"/>
      <dgm:spPr/>
      <dgm:t>
        <a:bodyPr/>
        <a:lstStyle/>
        <a:p>
          <a:pPr rtl="0"/>
          <a:r>
            <a:rPr lang="en-AU" sz="2000" dirty="0" smtClean="0"/>
            <a:t>personal security, traffic safety, community identity and </a:t>
          </a:r>
          <a:r>
            <a:rPr lang="en-AU" sz="2000" dirty="0" smtClean="0"/>
            <a:t>pride. </a:t>
          </a:r>
          <a:endParaRPr lang="en-AU" sz="2000" dirty="0"/>
        </a:p>
      </dgm:t>
    </dgm:pt>
    <dgm:pt modelId="{A4C63C08-F159-4029-9B4B-E3F2DC5EE9DB}" type="parTrans" cxnId="{2C183692-9C8B-49B8-BD52-8ABE8007B246}">
      <dgm:prSet/>
      <dgm:spPr/>
      <dgm:t>
        <a:bodyPr/>
        <a:lstStyle/>
        <a:p>
          <a:endParaRPr lang="en-AU"/>
        </a:p>
      </dgm:t>
    </dgm:pt>
    <dgm:pt modelId="{C29E9EDA-52C0-448E-A9A7-DDF68135B88E}" type="sibTrans" cxnId="{2C183692-9C8B-49B8-BD52-8ABE8007B246}">
      <dgm:prSet/>
      <dgm:spPr/>
      <dgm:t>
        <a:bodyPr/>
        <a:lstStyle/>
        <a:p>
          <a:endParaRPr lang="en-AU"/>
        </a:p>
      </dgm:t>
    </dgm:pt>
    <dgm:pt modelId="{D0D0B8C4-7A3D-4CBB-887F-7C337A479411}">
      <dgm:prSet custT="1"/>
      <dgm:spPr/>
      <dgm:t>
        <a:bodyPr/>
        <a:lstStyle/>
        <a:p>
          <a:pPr rtl="0"/>
          <a:r>
            <a:rPr lang="en-AU" sz="2000" dirty="0" smtClean="0"/>
            <a:t>historic structures, architectural styles, streetscapes</a:t>
          </a:r>
          <a:endParaRPr lang="en-AU" sz="2000" dirty="0"/>
        </a:p>
      </dgm:t>
    </dgm:pt>
    <dgm:pt modelId="{A1AA1306-97E7-469E-9E12-872E1F30D335}" type="parTrans" cxnId="{BB653E40-9B93-4E77-B93F-1A2565677DD0}">
      <dgm:prSet/>
      <dgm:spPr/>
      <dgm:t>
        <a:bodyPr/>
        <a:lstStyle/>
        <a:p>
          <a:endParaRPr lang="en-AU"/>
        </a:p>
      </dgm:t>
    </dgm:pt>
    <dgm:pt modelId="{E128BC9F-FDDD-44C4-9AD9-4E4A32F97383}" type="sibTrans" cxnId="{BB653E40-9B93-4E77-B93F-1A2565677DD0}">
      <dgm:prSet/>
      <dgm:spPr/>
      <dgm:t>
        <a:bodyPr/>
        <a:lstStyle/>
        <a:p>
          <a:endParaRPr lang="en-AU"/>
        </a:p>
      </dgm:t>
    </dgm:pt>
    <dgm:pt modelId="{C3FF24AD-0F15-4A66-9B67-5AEFF188A2D8}">
      <dgm:prSet custT="1"/>
      <dgm:spPr/>
      <dgm:t>
        <a:bodyPr/>
        <a:lstStyle/>
        <a:p>
          <a:pPr rtl="0"/>
          <a:r>
            <a:rPr lang="en-AU" sz="2000" dirty="0" smtClean="0"/>
            <a:t>streets, public transport, health, shopping centres, </a:t>
          </a:r>
          <a:r>
            <a:rPr lang="en-AU" sz="2000" dirty="0" err="1" smtClean="0"/>
            <a:t>etc</a:t>
          </a:r>
          <a:endParaRPr lang="en-AU" sz="2000" dirty="0"/>
        </a:p>
      </dgm:t>
    </dgm:pt>
    <dgm:pt modelId="{633BE0D9-03FD-4B52-BD0E-63BE501A1A2C}" type="parTrans" cxnId="{F2E5A421-D82D-4678-9B6C-0EFE0016FE45}">
      <dgm:prSet/>
      <dgm:spPr/>
      <dgm:t>
        <a:bodyPr/>
        <a:lstStyle/>
        <a:p>
          <a:endParaRPr lang="en-AU"/>
        </a:p>
      </dgm:t>
    </dgm:pt>
    <dgm:pt modelId="{9E6F21B9-83A8-40E2-BF75-935255DE27CE}" type="sibTrans" cxnId="{F2E5A421-D82D-4678-9B6C-0EFE0016FE45}">
      <dgm:prSet/>
      <dgm:spPr/>
      <dgm:t>
        <a:bodyPr/>
        <a:lstStyle/>
        <a:p>
          <a:endParaRPr lang="en-AU"/>
        </a:p>
      </dgm:t>
    </dgm:pt>
    <dgm:pt modelId="{9B675BBB-258D-4348-8EFC-EC3F6B4826FD}">
      <dgm:prSet custT="1"/>
      <dgm:spPr/>
      <dgm:t>
        <a:bodyPr/>
        <a:lstStyle/>
        <a:p>
          <a:pPr rtl="0"/>
          <a:r>
            <a:rPr lang="en-AU" sz="2000" dirty="0" smtClean="0"/>
            <a:t>Economic</a:t>
          </a:r>
          <a:endParaRPr lang="en-AU" sz="2000" dirty="0"/>
        </a:p>
      </dgm:t>
    </dgm:pt>
    <dgm:pt modelId="{A1B8304D-A61F-44EA-8C82-5C15420B84A2}" type="parTrans" cxnId="{17096A12-1728-475A-A031-F92AA7BABD25}">
      <dgm:prSet/>
      <dgm:spPr/>
      <dgm:t>
        <a:bodyPr/>
        <a:lstStyle/>
        <a:p>
          <a:endParaRPr lang="en-AU"/>
        </a:p>
      </dgm:t>
    </dgm:pt>
    <dgm:pt modelId="{BF3A9632-1100-4246-8099-AF198E45BBA1}" type="sibTrans" cxnId="{17096A12-1728-475A-A031-F92AA7BABD25}">
      <dgm:prSet/>
      <dgm:spPr/>
      <dgm:t>
        <a:bodyPr/>
        <a:lstStyle/>
        <a:p>
          <a:endParaRPr lang="en-AU"/>
        </a:p>
      </dgm:t>
    </dgm:pt>
    <dgm:pt modelId="{7133CF71-E82A-455D-B24D-1A06755DA466}">
      <dgm:prSet custT="1"/>
      <dgm:spPr/>
      <dgm:t>
        <a:bodyPr/>
        <a:lstStyle/>
        <a:p>
          <a:pPr rtl="0"/>
          <a:r>
            <a:rPr lang="en-AU" sz="2000" dirty="0" smtClean="0"/>
            <a:t>Value of property</a:t>
          </a:r>
          <a:endParaRPr lang="en-AU" sz="2000" dirty="0"/>
        </a:p>
      </dgm:t>
    </dgm:pt>
    <dgm:pt modelId="{FF194D4C-5542-43E3-AEC6-F6028A1D599C}" type="parTrans" cxnId="{10A4DC66-4C04-4CE1-A9BE-380FBAB2CC23}">
      <dgm:prSet/>
      <dgm:spPr/>
      <dgm:t>
        <a:bodyPr/>
        <a:lstStyle/>
        <a:p>
          <a:endParaRPr lang="en-AU"/>
        </a:p>
      </dgm:t>
    </dgm:pt>
    <dgm:pt modelId="{55067EEA-1E66-4EC0-B3B6-2B08DCB90D25}" type="sibTrans" cxnId="{10A4DC66-4C04-4CE1-A9BE-380FBAB2CC23}">
      <dgm:prSet/>
      <dgm:spPr/>
      <dgm:t>
        <a:bodyPr/>
        <a:lstStyle/>
        <a:p>
          <a:endParaRPr lang="en-AU"/>
        </a:p>
      </dgm:t>
    </dgm:pt>
    <dgm:pt modelId="{AD8EDFA9-C033-4A53-B2E9-163864FECF63}">
      <dgm:prSet custT="1"/>
      <dgm:spPr/>
      <dgm:t>
        <a:bodyPr/>
        <a:lstStyle/>
        <a:p>
          <a:pPr rtl="0"/>
          <a:r>
            <a:rPr lang="en-AU" sz="2000" dirty="0" smtClean="0"/>
            <a:t>Social</a:t>
          </a:r>
          <a:endParaRPr lang="en-AU" sz="2000" dirty="0"/>
        </a:p>
      </dgm:t>
    </dgm:pt>
    <dgm:pt modelId="{B845A590-6CF2-4437-A2E0-7F721A4891F0}" type="parTrans" cxnId="{5539CA81-27E0-4DFC-A221-047452182F22}">
      <dgm:prSet/>
      <dgm:spPr/>
      <dgm:t>
        <a:bodyPr/>
        <a:lstStyle/>
        <a:p>
          <a:endParaRPr lang="en-AU"/>
        </a:p>
      </dgm:t>
    </dgm:pt>
    <dgm:pt modelId="{284B7705-157C-49F0-91B6-EAA871ED95A4}" type="sibTrans" cxnId="{5539CA81-27E0-4DFC-A221-047452182F22}">
      <dgm:prSet/>
      <dgm:spPr/>
      <dgm:t>
        <a:bodyPr/>
        <a:lstStyle/>
        <a:p>
          <a:endParaRPr lang="en-AU"/>
        </a:p>
      </dgm:t>
    </dgm:pt>
    <dgm:pt modelId="{50773505-69A0-4DD1-9415-E4B8C97FF864}">
      <dgm:prSet custT="1"/>
      <dgm:spPr/>
      <dgm:t>
        <a:bodyPr/>
        <a:lstStyle/>
        <a:p>
          <a:pPr rtl="0"/>
          <a:r>
            <a:rPr lang="en-AU" sz="2000" dirty="0" smtClean="0"/>
            <a:t>Cultural</a:t>
          </a:r>
          <a:endParaRPr lang="en-AU" sz="2000" dirty="0"/>
        </a:p>
      </dgm:t>
    </dgm:pt>
    <dgm:pt modelId="{0D1262FD-991D-4E0D-85CE-034A9B59E5FA}" type="parTrans" cxnId="{221FCF49-9891-4242-9285-9BE495B2B58A}">
      <dgm:prSet/>
      <dgm:spPr/>
      <dgm:t>
        <a:bodyPr/>
        <a:lstStyle/>
        <a:p>
          <a:endParaRPr lang="en-AU"/>
        </a:p>
      </dgm:t>
    </dgm:pt>
    <dgm:pt modelId="{F26842A1-7152-46B8-8559-AD442163240F}" type="sibTrans" cxnId="{221FCF49-9891-4242-9285-9BE495B2B58A}">
      <dgm:prSet/>
      <dgm:spPr/>
      <dgm:t>
        <a:bodyPr/>
        <a:lstStyle/>
        <a:p>
          <a:endParaRPr lang="en-AU"/>
        </a:p>
      </dgm:t>
    </dgm:pt>
    <dgm:pt modelId="{1CF43FB9-F5CA-4AA2-B191-5515E1733F5A}" type="pres">
      <dgm:prSet presAssocID="{0D953CA9-5B5B-470C-A10B-16407E93FFB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AU"/>
        </a:p>
      </dgm:t>
    </dgm:pt>
    <dgm:pt modelId="{81349CA0-3701-42EC-B8B3-536CCA97B034}" type="pres">
      <dgm:prSet presAssocID="{B2886D43-91D8-405E-913E-17DC81E31DA9}" presName="node" presStyleLbl="node1" presStyleIdx="0" presStyleCnt="5" custScaleX="149831" custScaleY="190676" custLinFactX="100000" custLinFactY="100000" custLinFactNeighborX="176663" custLinFactNeighborY="111624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2EB56FE1-84C8-47CA-BCD8-AD3A12DBC3F2}" type="pres">
      <dgm:prSet presAssocID="{1AF6EB5E-026F-44D1-8C35-A1646B9FDBA0}" presName="sibTrans" presStyleCnt="0"/>
      <dgm:spPr/>
    </dgm:pt>
    <dgm:pt modelId="{62F6FEB1-E772-4611-8F2C-9EFB86FA1275}" type="pres">
      <dgm:prSet presAssocID="{AD8EDFA9-C033-4A53-B2E9-163864FECF63}" presName="node" presStyleLbl="node1" presStyleIdx="1" presStyleCnt="5" custScaleX="210149" custScaleY="191980" custLinFactX="-100000" custLinFactNeighborX="-102693" custLinFactNeighborY="7098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92F388A7-54CE-4F9A-B36E-77FA484110FD}" type="pres">
      <dgm:prSet presAssocID="{284B7705-157C-49F0-91B6-EAA871ED95A4}" presName="sibTrans" presStyleCnt="0"/>
      <dgm:spPr/>
    </dgm:pt>
    <dgm:pt modelId="{BDFBB7D4-6225-4A10-BD12-A3C7013EAD1E}" type="pres">
      <dgm:prSet presAssocID="{50773505-69A0-4DD1-9415-E4B8C97FF864}" presName="node" presStyleLbl="node1" presStyleIdx="2" presStyleCnt="5" custScaleX="167723" custScaleY="163848" custLinFactX="100000" custLinFactY="-100000" custLinFactNeighborX="165639" custLinFactNeighborY="-131071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448E7FF6-A41C-4D3A-ADD4-390A083159BC}" type="pres">
      <dgm:prSet presAssocID="{F26842A1-7152-46B8-8559-AD442163240F}" presName="sibTrans" presStyleCnt="0"/>
      <dgm:spPr/>
    </dgm:pt>
    <dgm:pt modelId="{6FE80617-9473-4300-BD97-E4F68F42E94F}" type="pres">
      <dgm:prSet presAssocID="{9B675BBB-258D-4348-8EFC-EC3F6B4826FD}" presName="node" presStyleLbl="node1" presStyleIdx="3" presStyleCnt="5" custScaleX="148384" custScaleY="220834" custLinFactX="-70449" custLinFactNeighborX="-100000" custLinFactNeighborY="-16862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C6DDA331-5D54-44F1-81F2-DFC607EB386D}" type="pres">
      <dgm:prSet presAssocID="{BF3A9632-1100-4246-8099-AF198E45BBA1}" presName="sibTrans" presStyleCnt="0"/>
      <dgm:spPr/>
    </dgm:pt>
    <dgm:pt modelId="{618BA661-4DBF-4632-9D88-AE1BE6EC3A45}" type="pres">
      <dgm:prSet presAssocID="{425E5828-D5B6-4A98-AF45-FCF5A237B4C9}" presName="node" presStyleLbl="node1" presStyleIdx="4" presStyleCnt="5" custScaleX="154915" custScaleY="249730" custLinFactX="-61671" custLinFactNeighborX="-100000" custLinFactNeighborY="-151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B0513141-360D-47C9-BD39-261987ACB48A}" type="presOf" srcId="{50773505-69A0-4DD1-9415-E4B8C97FF864}" destId="{BDFBB7D4-6225-4A10-BD12-A3C7013EAD1E}" srcOrd="0" destOrd="0" presId="urn:microsoft.com/office/officeart/2005/8/layout/default"/>
    <dgm:cxn modelId="{17096A12-1728-475A-A031-F92AA7BABD25}" srcId="{0D953CA9-5B5B-470C-A10B-16407E93FFB4}" destId="{9B675BBB-258D-4348-8EFC-EC3F6B4826FD}" srcOrd="3" destOrd="0" parTransId="{A1B8304D-A61F-44EA-8C82-5C15420B84A2}" sibTransId="{BF3A9632-1100-4246-8099-AF198E45BBA1}"/>
    <dgm:cxn modelId="{5C88B121-7127-4DD0-800C-213D0796FD87}" type="presOf" srcId="{7133CF71-E82A-455D-B24D-1A06755DA466}" destId="{6FE80617-9473-4300-BD97-E4F68F42E94F}" srcOrd="0" destOrd="1" presId="urn:microsoft.com/office/officeart/2005/8/layout/default"/>
    <dgm:cxn modelId="{5539CA81-27E0-4DFC-A221-047452182F22}" srcId="{0D953CA9-5B5B-470C-A10B-16407E93FFB4}" destId="{AD8EDFA9-C033-4A53-B2E9-163864FECF63}" srcOrd="1" destOrd="0" parTransId="{B845A590-6CF2-4437-A2E0-7F721A4891F0}" sibTransId="{284B7705-157C-49F0-91B6-EAA871ED95A4}"/>
    <dgm:cxn modelId="{D47E3F4F-C863-44E8-9951-1B24710A73D2}" type="presOf" srcId="{D0D0B8C4-7A3D-4CBB-887F-7C337A479411}" destId="{BDFBB7D4-6225-4A10-BD12-A3C7013EAD1E}" srcOrd="0" destOrd="1" presId="urn:microsoft.com/office/officeart/2005/8/layout/default"/>
    <dgm:cxn modelId="{BBD991EF-60FB-44AB-89E4-96968F82F097}" type="presOf" srcId="{B2886D43-91D8-405E-913E-17DC81E31DA9}" destId="{81349CA0-3701-42EC-B8B3-536CCA97B034}" srcOrd="0" destOrd="0" presId="urn:microsoft.com/office/officeart/2005/8/layout/default"/>
    <dgm:cxn modelId="{BB653E40-9B93-4E77-B93F-1A2565677DD0}" srcId="{50773505-69A0-4DD1-9415-E4B8C97FF864}" destId="{D0D0B8C4-7A3D-4CBB-887F-7C337A479411}" srcOrd="0" destOrd="0" parTransId="{A1AA1306-97E7-469E-9E12-872E1F30D335}" sibTransId="{E128BC9F-FDDD-44C4-9AD9-4E4A32F97383}"/>
    <dgm:cxn modelId="{64F3C08B-A03D-42D0-A58C-439435AFE12E}" type="presOf" srcId="{0D953CA9-5B5B-470C-A10B-16407E93FFB4}" destId="{1CF43FB9-F5CA-4AA2-B191-5515E1733F5A}" srcOrd="0" destOrd="0" presId="urn:microsoft.com/office/officeart/2005/8/layout/default"/>
    <dgm:cxn modelId="{97B81436-766F-4506-A43B-B293B868F063}" type="presOf" srcId="{9B675BBB-258D-4348-8EFC-EC3F6B4826FD}" destId="{6FE80617-9473-4300-BD97-E4F68F42E94F}" srcOrd="0" destOrd="0" presId="urn:microsoft.com/office/officeart/2005/8/layout/default"/>
    <dgm:cxn modelId="{10A4DC66-4C04-4CE1-A9BE-380FBAB2CC23}" srcId="{9B675BBB-258D-4348-8EFC-EC3F6B4826FD}" destId="{7133CF71-E82A-455D-B24D-1A06755DA466}" srcOrd="0" destOrd="0" parTransId="{FF194D4C-5542-43E3-AEC6-F6028A1D599C}" sibTransId="{55067EEA-1E66-4EC0-B3B6-2B08DCB90D25}"/>
    <dgm:cxn modelId="{F2E5A421-D82D-4678-9B6C-0EFE0016FE45}" srcId="{425E5828-D5B6-4A98-AF45-FCF5A237B4C9}" destId="{C3FF24AD-0F15-4A66-9B67-5AEFF188A2D8}" srcOrd="0" destOrd="0" parTransId="{633BE0D9-03FD-4B52-BD0E-63BE501A1A2C}" sibTransId="{9E6F21B9-83A8-40E2-BF75-935255DE27CE}"/>
    <dgm:cxn modelId="{9726C68B-2960-44AA-A4CC-EF6B3324FFBE}" type="presOf" srcId="{AF3CA2B2-3073-47EF-965E-19D9B4C6D1ED}" destId="{62F6FEB1-E772-4611-8F2C-9EFB86FA1275}" srcOrd="0" destOrd="1" presId="urn:microsoft.com/office/officeart/2005/8/layout/default"/>
    <dgm:cxn modelId="{9239938F-86CB-4DF5-A294-EE825326BF26}" type="presOf" srcId="{C0F30594-E49B-487F-8E3E-5582647BB70E}" destId="{81349CA0-3701-42EC-B8B3-536CCA97B034}" srcOrd="0" destOrd="1" presId="urn:microsoft.com/office/officeart/2005/8/layout/default"/>
    <dgm:cxn modelId="{221FCF49-9891-4242-9285-9BE495B2B58A}" srcId="{0D953CA9-5B5B-470C-A10B-16407E93FFB4}" destId="{50773505-69A0-4DD1-9415-E4B8C97FF864}" srcOrd="2" destOrd="0" parTransId="{0D1262FD-991D-4E0D-85CE-034A9B59E5FA}" sibTransId="{F26842A1-7152-46B8-8559-AD442163240F}"/>
    <dgm:cxn modelId="{720E8520-DE34-435B-8C07-30F6087148EA}" type="presOf" srcId="{425E5828-D5B6-4A98-AF45-FCF5A237B4C9}" destId="{618BA661-4DBF-4632-9D88-AE1BE6EC3A45}" srcOrd="0" destOrd="0" presId="urn:microsoft.com/office/officeart/2005/8/layout/default"/>
    <dgm:cxn modelId="{C812F51B-5D09-4E26-808E-E39756C158A7}" srcId="{0D953CA9-5B5B-470C-A10B-16407E93FFB4}" destId="{425E5828-D5B6-4A98-AF45-FCF5A237B4C9}" srcOrd="4" destOrd="0" parTransId="{4FEFC72E-EC42-4F85-8889-0A7D6BE65D63}" sibTransId="{D52B54DB-1F6D-4450-9D18-3C0D7AD84D9B}"/>
    <dgm:cxn modelId="{F69CC129-6156-4EAC-B7FC-D10E75438711}" srcId="{B2886D43-91D8-405E-913E-17DC81E31DA9}" destId="{C0F30594-E49B-487F-8E3E-5582647BB70E}" srcOrd="0" destOrd="0" parTransId="{80DFCAC7-97D6-459B-B90F-AD541E878655}" sibTransId="{F226EF1D-6136-4C55-87F6-268903FA2FA5}"/>
    <dgm:cxn modelId="{02A701C9-45B7-45F2-8FAB-43A5B73BDCF7}" srcId="{0D953CA9-5B5B-470C-A10B-16407E93FFB4}" destId="{B2886D43-91D8-405E-913E-17DC81E31DA9}" srcOrd="0" destOrd="0" parTransId="{3DFB0617-20F8-4FB4-B842-F14A125FF199}" sibTransId="{1AF6EB5E-026F-44D1-8C35-A1646B9FDBA0}"/>
    <dgm:cxn modelId="{42D8B10B-93ED-40C8-BE02-CC9878BFA78D}" type="presOf" srcId="{C3FF24AD-0F15-4A66-9B67-5AEFF188A2D8}" destId="{618BA661-4DBF-4632-9D88-AE1BE6EC3A45}" srcOrd="0" destOrd="1" presId="urn:microsoft.com/office/officeart/2005/8/layout/default"/>
    <dgm:cxn modelId="{2C183692-9C8B-49B8-BD52-8ABE8007B246}" srcId="{AD8EDFA9-C033-4A53-B2E9-163864FECF63}" destId="{AF3CA2B2-3073-47EF-965E-19D9B4C6D1ED}" srcOrd="0" destOrd="0" parTransId="{A4C63C08-F159-4029-9B4B-E3F2DC5EE9DB}" sibTransId="{C29E9EDA-52C0-448E-A9A7-DDF68135B88E}"/>
    <dgm:cxn modelId="{3856889F-5B02-40FA-A29D-0620FDA0D3A5}" type="presOf" srcId="{AD8EDFA9-C033-4A53-B2E9-163864FECF63}" destId="{62F6FEB1-E772-4611-8F2C-9EFB86FA1275}" srcOrd="0" destOrd="0" presId="urn:microsoft.com/office/officeart/2005/8/layout/default"/>
    <dgm:cxn modelId="{52B99DE6-F121-4977-83EC-D0075421583B}" type="presParOf" srcId="{1CF43FB9-F5CA-4AA2-B191-5515E1733F5A}" destId="{81349CA0-3701-42EC-B8B3-536CCA97B034}" srcOrd="0" destOrd="0" presId="urn:microsoft.com/office/officeart/2005/8/layout/default"/>
    <dgm:cxn modelId="{C47E1B7E-8299-4768-8CF7-F38B6099BC18}" type="presParOf" srcId="{1CF43FB9-F5CA-4AA2-B191-5515E1733F5A}" destId="{2EB56FE1-84C8-47CA-BCD8-AD3A12DBC3F2}" srcOrd="1" destOrd="0" presId="urn:microsoft.com/office/officeart/2005/8/layout/default"/>
    <dgm:cxn modelId="{8874209D-2938-43C0-AC79-0F725599D926}" type="presParOf" srcId="{1CF43FB9-F5CA-4AA2-B191-5515E1733F5A}" destId="{62F6FEB1-E772-4611-8F2C-9EFB86FA1275}" srcOrd="2" destOrd="0" presId="urn:microsoft.com/office/officeart/2005/8/layout/default"/>
    <dgm:cxn modelId="{07F04975-7E00-48B7-9AC5-6240194A6C3E}" type="presParOf" srcId="{1CF43FB9-F5CA-4AA2-B191-5515E1733F5A}" destId="{92F388A7-54CE-4F9A-B36E-77FA484110FD}" srcOrd="3" destOrd="0" presId="urn:microsoft.com/office/officeart/2005/8/layout/default"/>
    <dgm:cxn modelId="{2449A1F0-08FC-4D70-9826-858B7350784B}" type="presParOf" srcId="{1CF43FB9-F5CA-4AA2-B191-5515E1733F5A}" destId="{BDFBB7D4-6225-4A10-BD12-A3C7013EAD1E}" srcOrd="4" destOrd="0" presId="urn:microsoft.com/office/officeart/2005/8/layout/default"/>
    <dgm:cxn modelId="{3CC6E5EC-785B-444D-B36F-FCC7205D439A}" type="presParOf" srcId="{1CF43FB9-F5CA-4AA2-B191-5515E1733F5A}" destId="{448E7FF6-A41C-4D3A-ADD4-390A083159BC}" srcOrd="5" destOrd="0" presId="urn:microsoft.com/office/officeart/2005/8/layout/default"/>
    <dgm:cxn modelId="{DC164F92-32A8-4F9C-A7C2-3185E08CC28B}" type="presParOf" srcId="{1CF43FB9-F5CA-4AA2-B191-5515E1733F5A}" destId="{6FE80617-9473-4300-BD97-E4F68F42E94F}" srcOrd="6" destOrd="0" presId="urn:microsoft.com/office/officeart/2005/8/layout/default"/>
    <dgm:cxn modelId="{A32D64F7-D941-4CE7-8240-0EEEC199E081}" type="presParOf" srcId="{1CF43FB9-F5CA-4AA2-B191-5515E1733F5A}" destId="{C6DDA331-5D54-44F1-81F2-DFC607EB386D}" srcOrd="7" destOrd="0" presId="urn:microsoft.com/office/officeart/2005/8/layout/default"/>
    <dgm:cxn modelId="{69D29B5C-7F03-4B25-9B6A-23B4AC84F1DF}" type="presParOf" srcId="{1CF43FB9-F5CA-4AA2-B191-5515E1733F5A}" destId="{618BA661-4DBF-4632-9D88-AE1BE6EC3A4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349CA0-3701-42EC-B8B3-536CCA97B034}">
      <dsp:nvSpPr>
        <dsp:cNvPr id="0" name=""/>
        <dsp:cNvSpPr/>
      </dsp:nvSpPr>
      <dsp:spPr>
        <a:xfrm>
          <a:off x="6032277" y="2331464"/>
          <a:ext cx="2680083" cy="20464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 dirty="0" smtClean="0"/>
            <a:t>Environmental</a:t>
          </a:r>
          <a:endParaRPr lang="en-AU" sz="20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000" kern="1200" dirty="0" smtClean="0"/>
            <a:t>Cleanliness, dust, pollution, noise, air and water quality, </a:t>
          </a:r>
          <a:endParaRPr lang="en-AU" sz="2000" kern="1200" dirty="0"/>
        </a:p>
      </dsp:txBody>
      <dsp:txXfrm>
        <a:off x="6032277" y="2331464"/>
        <a:ext cx="2680083" cy="2046416"/>
      </dsp:txXfrm>
    </dsp:sp>
    <dsp:sp modelId="{62F6FEB1-E772-4611-8F2C-9EFB86FA1275}">
      <dsp:nvSpPr>
        <dsp:cNvPr id="0" name=""/>
        <dsp:cNvSpPr/>
      </dsp:nvSpPr>
      <dsp:spPr>
        <a:xfrm>
          <a:off x="316813" y="129406"/>
          <a:ext cx="3759014" cy="206041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 dirty="0" smtClean="0"/>
            <a:t>Social</a:t>
          </a:r>
          <a:endParaRPr lang="en-AU" sz="20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000" kern="1200" dirty="0" smtClean="0"/>
            <a:t>personal security, traffic safety, community identity and </a:t>
          </a:r>
          <a:r>
            <a:rPr lang="en-AU" sz="2000" kern="1200" dirty="0" smtClean="0"/>
            <a:t>pride. </a:t>
          </a:r>
          <a:endParaRPr lang="en-AU" sz="2000" kern="1200" dirty="0"/>
        </a:p>
      </dsp:txBody>
      <dsp:txXfrm>
        <a:off x="316813" y="129406"/>
        <a:ext cx="3759014" cy="2060411"/>
      </dsp:txXfrm>
    </dsp:sp>
    <dsp:sp modelId="{BDFBB7D4-6225-4A10-BD12-A3C7013EAD1E}">
      <dsp:nvSpPr>
        <dsp:cNvPr id="0" name=""/>
        <dsp:cNvSpPr/>
      </dsp:nvSpPr>
      <dsp:spPr>
        <a:xfrm>
          <a:off x="4752525" y="273421"/>
          <a:ext cx="3000124" cy="17584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 dirty="0" smtClean="0"/>
            <a:t>Cultural</a:t>
          </a:r>
          <a:endParaRPr lang="en-AU" sz="20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000" kern="1200" dirty="0" smtClean="0"/>
            <a:t>historic structures, architectural styles, streetscapes</a:t>
          </a:r>
          <a:endParaRPr lang="en-AU" sz="2000" kern="1200" dirty="0"/>
        </a:p>
      </dsp:txBody>
      <dsp:txXfrm>
        <a:off x="4752525" y="273421"/>
        <a:ext cx="3000124" cy="1758486"/>
      </dsp:txXfrm>
    </dsp:sp>
    <dsp:sp modelId="{6FE80617-9473-4300-BD97-E4F68F42E94F}">
      <dsp:nvSpPr>
        <dsp:cNvPr id="0" name=""/>
        <dsp:cNvSpPr/>
      </dsp:nvSpPr>
      <dsp:spPr>
        <a:xfrm>
          <a:off x="131052" y="2266604"/>
          <a:ext cx="2654200" cy="237008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 dirty="0" smtClean="0"/>
            <a:t>Economic</a:t>
          </a:r>
          <a:endParaRPr lang="en-AU" sz="20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000" kern="1200" dirty="0" smtClean="0"/>
            <a:t>Value of property</a:t>
          </a:r>
          <a:endParaRPr lang="en-AU" sz="2000" kern="1200" dirty="0"/>
        </a:p>
      </dsp:txBody>
      <dsp:txXfrm>
        <a:off x="131052" y="2266604"/>
        <a:ext cx="2654200" cy="2370084"/>
      </dsp:txXfrm>
    </dsp:sp>
    <dsp:sp modelId="{618BA661-4DBF-4632-9D88-AE1BE6EC3A45}">
      <dsp:nvSpPr>
        <dsp:cNvPr id="0" name=""/>
        <dsp:cNvSpPr/>
      </dsp:nvSpPr>
      <dsp:spPr>
        <a:xfrm>
          <a:off x="3121142" y="2290892"/>
          <a:ext cx="2771023" cy="268020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 dirty="0" smtClean="0"/>
            <a:t>Infrastructure</a:t>
          </a:r>
          <a:endParaRPr lang="en-AU" sz="20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000" kern="1200" dirty="0" smtClean="0"/>
            <a:t>streets, public transport, health, shopping centres, </a:t>
          </a:r>
          <a:r>
            <a:rPr lang="en-AU" sz="2000" kern="1200" dirty="0" err="1" smtClean="0"/>
            <a:t>etc</a:t>
          </a:r>
          <a:endParaRPr lang="en-AU" sz="2000" kern="1200" dirty="0"/>
        </a:p>
      </dsp:txBody>
      <dsp:txXfrm>
        <a:off x="3121142" y="2290892"/>
        <a:ext cx="2771023" cy="26802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797EDB5-B332-4E42-B5F4-0D4870F8356C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97EDB5-B332-4E42-B5F4-0D4870F8356C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97EDB5-B332-4E42-B5F4-0D4870F8356C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97EDB5-B332-4E42-B5F4-0D4870F8356C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97EDB5-B332-4E42-B5F4-0D4870F8356C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97EDB5-B332-4E42-B5F4-0D4870F8356C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97EDB5-B332-4E42-B5F4-0D4870F8356C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F797EDB5-B332-4E42-B5F4-0D4870F8356C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797EDB5-B332-4E42-B5F4-0D4870F8356C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97EDB5-B332-4E42-B5F4-0D4870F8356C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97EDB5-B332-4E42-B5F4-0D4870F8356C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797EDB5-B332-4E42-B5F4-0D4870F8356C}" type="datetimeFigureOut">
              <a:rPr lang="en-AU" smtClean="0"/>
              <a:t>26/08/2017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gif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http://www.telegraph.co.uk/travel/travelnews/10270633/The-worlds-least-liveable-cities-2013.html" TargetMode="External"/><Relationship Id="rId4" Type="http://schemas.openxmlformats.org/officeDocument/2006/relationships/hyperlink" Target="http://www.telegraph.co.uk/travel/10270269/The-worlds-most-liveable-cities-2013.html?frame=2654758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hyperlink" Target="https://www.youtube.com/watch?v=tcrXW1WMvN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476672"/>
            <a:ext cx="4382120" cy="30674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12"/>
          <a:stretch/>
        </p:blipFill>
        <p:spPr>
          <a:xfrm>
            <a:off x="-36512" y="5669165"/>
            <a:ext cx="9180512" cy="122306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341960" y="3717032"/>
            <a:ext cx="20896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Year 7 </a:t>
            </a:r>
            <a:endParaRPr lang="en-US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0646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Alternate Process 4"/>
          <p:cNvSpPr/>
          <p:nvPr/>
        </p:nvSpPr>
        <p:spPr>
          <a:xfrm>
            <a:off x="448681" y="2924944"/>
            <a:ext cx="8293495" cy="2808312"/>
          </a:xfrm>
          <a:prstGeom prst="flowChartAlternateProcess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3600" dirty="0">
                <a:solidFill>
                  <a:srgbClr val="FF0000"/>
                </a:solidFill>
              </a:rPr>
              <a:t>'Liveability' </a:t>
            </a:r>
            <a:r>
              <a:rPr lang="en-AU" sz="3600" dirty="0"/>
              <a:t>- the qualities of a place (city, town, suburb, neighbourhood) that contribute to the quality of life experienced by residents and others.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52"/>
            <a:ext cx="9144000" cy="242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56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Brainstorm – what makes a place a good place to live?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33668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0045" y="430887"/>
            <a:ext cx="867096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What makes a place </a:t>
            </a:r>
            <a:r>
              <a:rPr lang="en-US" sz="2000" b="1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liveable</a:t>
            </a:r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? We have to consider the factors below:</a:t>
            </a:r>
            <a:endParaRPr lang="en-US" sz="20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962513532"/>
              </p:ext>
            </p:extLst>
          </p:nvPr>
        </p:nvGraphicFramePr>
        <p:xfrm>
          <a:off x="179512" y="923330"/>
          <a:ext cx="8784976" cy="5025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252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6" t="12241" b="17970"/>
          <a:stretch/>
        </p:blipFill>
        <p:spPr>
          <a:xfrm>
            <a:off x="274063" y="4077072"/>
            <a:ext cx="2961027" cy="221225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4472" y="188640"/>
            <a:ext cx="763510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Most &amp; Least ‘Liveable’ Cities</a:t>
            </a:r>
            <a:endParaRPr lang="en-US" sz="48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712727"/>
            <a:ext cx="1647073" cy="163060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56372" y="1196752"/>
            <a:ext cx="85388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dirty="0">
                <a:hlinkClick r:id="rId4"/>
              </a:rPr>
              <a:t>http://</a:t>
            </a:r>
            <a:r>
              <a:rPr lang="en-AU" dirty="0" smtClean="0">
                <a:hlinkClick r:id="rId4"/>
              </a:rPr>
              <a:t>www.telegraph.co.uk/travel/10270269/The-worlds-most-liveable-cities-2013.html?frame=2654758</a:t>
            </a:r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10" name="Rectangle 9"/>
          <p:cNvSpPr/>
          <p:nvPr/>
        </p:nvSpPr>
        <p:spPr>
          <a:xfrm>
            <a:off x="1619672" y="2204864"/>
            <a:ext cx="71287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dirty="0">
                <a:hlinkClick r:id="rId5"/>
              </a:rPr>
              <a:t>http://</a:t>
            </a:r>
            <a:r>
              <a:rPr lang="en-AU" dirty="0" smtClean="0">
                <a:hlinkClick r:id="rId5"/>
              </a:rPr>
              <a:t>www.telegraph.co.uk/travel/travelnews/10270633/The-worlds-least-liveable-cities-2013.html</a:t>
            </a:r>
            <a:r>
              <a:rPr lang="en-AU" dirty="0" smtClean="0"/>
              <a:t> 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759" y="3272083"/>
            <a:ext cx="3315950" cy="2200474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5124559" y="3861048"/>
            <a:ext cx="3265016" cy="1824083"/>
            <a:chOff x="5124559" y="3861048"/>
            <a:chExt cx="3265016" cy="1824083"/>
          </a:xfrm>
        </p:grpSpPr>
        <p:pic>
          <p:nvPicPr>
            <p:cNvPr id="1026" name="Picture 2" descr="http://henryehooper.files.wordpress.com/2014/03/keenan-blog-collect.gif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4559" y="3861048"/>
              <a:ext cx="3265016" cy="1707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/>
            <p:cNvSpPr/>
            <p:nvPr/>
          </p:nvSpPr>
          <p:spPr>
            <a:xfrm>
              <a:off x="5538497" y="4761801"/>
              <a:ext cx="248580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all" spc="0" dirty="0" smtClean="0">
                  <a:ln w="9000" cmpd="sng">
                    <a:solidFill>
                      <a:schemeClr val="accent4">
                        <a:shade val="50000"/>
                        <a:satMod val="12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4">
                          <a:shade val="20000"/>
                          <a:satMod val="245000"/>
                        </a:schemeClr>
                      </a:gs>
                      <a:gs pos="43000">
                        <a:schemeClr val="accent4">
                          <a:satMod val="255000"/>
                        </a:schemeClr>
                      </a:gs>
                      <a:gs pos="48000">
                        <a:schemeClr val="accent4">
                          <a:shade val="85000"/>
                          <a:satMod val="255000"/>
                        </a:schemeClr>
                      </a:gs>
                      <a:gs pos="100000">
                        <a:schemeClr val="accent4">
                          <a:shade val="20000"/>
                          <a:satMod val="245000"/>
                        </a:schemeClr>
                      </a:gs>
                    </a:gsLst>
                    <a:lin ang="5400000"/>
                  </a:gradFill>
                  <a:effectLst>
                    <a:reflection blurRad="12700" stA="28000" endPos="45000" dist="1000" dir="5400000" sy="-100000" algn="bl" rotWithShape="0"/>
                  </a:effectLst>
                </a:rPr>
                <a:t>IMAGES</a:t>
              </a:r>
              <a:endParaRPr lang="en-US" sz="54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179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43608" y="1268760"/>
            <a:ext cx="6912768" cy="1477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The most </a:t>
            </a:r>
            <a:r>
              <a:rPr lang="en-US" sz="4500" b="1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liveable</a:t>
            </a:r>
            <a:r>
              <a:rPr lang="en-US" sz="4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 city in the world??</a:t>
            </a:r>
            <a:endParaRPr lang="en-US" sz="45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19481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533" y="1340768"/>
            <a:ext cx="6170428" cy="4591609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Hint: it is in Australia…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53059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Melbourne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1500" dirty="0">
                <a:hlinkClick r:id="rId2"/>
              </a:rPr>
              <a:t>https://</a:t>
            </a:r>
            <a:r>
              <a:rPr lang="en-AU" sz="1500" dirty="0" smtClean="0">
                <a:hlinkClick r:id="rId2"/>
              </a:rPr>
              <a:t>www.youtube.com/watch?v=tcrXW1WMvNs</a:t>
            </a:r>
            <a:endParaRPr lang="en-AU" sz="1500" dirty="0" smtClean="0"/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277" y="1844824"/>
            <a:ext cx="6096229" cy="34286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932646"/>
            <a:ext cx="4987797" cy="268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655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54476" y="188640"/>
            <a:ext cx="7635103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Mapping the</a:t>
            </a:r>
          </a:p>
          <a:p>
            <a:pPr algn="ctr"/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Most &amp; Least ‘Liveable’ Cities</a:t>
            </a:r>
            <a:endParaRPr lang="en-US" sz="48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758300"/>
            <a:ext cx="2395530" cy="220657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2647050" y="2001357"/>
            <a:ext cx="5996400" cy="4248472"/>
            <a:chOff x="2647050" y="2001357"/>
            <a:chExt cx="5996400" cy="4248472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41"/>
            <a:stretch/>
          </p:blipFill>
          <p:spPr bwMode="auto">
            <a:xfrm rot="16200000">
              <a:off x="3521014" y="1127393"/>
              <a:ext cx="4248472" cy="5996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5004048" y="2164214"/>
              <a:ext cx="129614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AU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884004" y="2348880"/>
              <a:ext cx="20764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AU" dirty="0"/>
            </a:p>
          </p:txBody>
        </p:sp>
      </p:grpSp>
    </p:spTree>
    <p:extLst>
      <p:ext uri="{BB962C8B-B14F-4D97-AF65-F5344CB8AC3E}">
        <p14:creationId xmlns:p14="http://schemas.microsoft.com/office/powerpoint/2010/main" val="69198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2925752" y="5934670"/>
            <a:ext cx="34864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‘Liveability’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-180528" y="0"/>
            <a:ext cx="10009112" cy="6082257"/>
            <a:chOff x="250730" y="450250"/>
            <a:chExt cx="8425726" cy="5632007"/>
          </a:xfrm>
        </p:grpSpPr>
        <p:grpSp>
          <p:nvGrpSpPr>
            <p:cNvPr id="20" name="Group 19"/>
            <p:cNvGrpSpPr/>
            <p:nvPr/>
          </p:nvGrpSpPr>
          <p:grpSpPr>
            <a:xfrm>
              <a:off x="250730" y="450250"/>
              <a:ext cx="8425726" cy="5632007"/>
              <a:chOff x="1157909" y="450250"/>
              <a:chExt cx="6852870" cy="4634933"/>
            </a:xfrm>
          </p:grpSpPr>
          <p:grpSp>
            <p:nvGrpSpPr>
              <p:cNvPr id="21" name="Group 20"/>
              <p:cNvGrpSpPr/>
              <p:nvPr/>
            </p:nvGrpSpPr>
            <p:grpSpPr>
              <a:xfrm>
                <a:off x="1157909" y="450250"/>
                <a:ext cx="6242139" cy="4634933"/>
                <a:chOff x="2647050" y="2001357"/>
                <a:chExt cx="5996400" cy="4248472"/>
              </a:xfrm>
            </p:grpSpPr>
            <p:pic>
              <p:nvPicPr>
                <p:cNvPr id="2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941"/>
                <a:stretch/>
              </p:blipFill>
              <p:spPr bwMode="auto">
                <a:xfrm rot="16200000">
                  <a:off x="3521014" y="1127393"/>
                  <a:ext cx="4248472" cy="5996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3" name="TextBox 22"/>
                <p:cNvSpPr txBox="1"/>
                <p:nvPr/>
              </p:nvSpPr>
              <p:spPr>
                <a:xfrm>
                  <a:off x="5004048" y="2164214"/>
                  <a:ext cx="1296144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AU" dirty="0"/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2884004" y="2348880"/>
                  <a:ext cx="207640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AU" dirty="0"/>
                </a:p>
              </p:txBody>
            </p:sp>
          </p:grpSp>
          <p:grpSp>
            <p:nvGrpSpPr>
              <p:cNvPr id="11" name="Group 10"/>
              <p:cNvGrpSpPr/>
              <p:nvPr/>
            </p:nvGrpSpPr>
            <p:grpSpPr>
              <a:xfrm>
                <a:off x="5543699" y="2533837"/>
                <a:ext cx="1440160" cy="369332"/>
                <a:chOff x="683568" y="796062"/>
                <a:chExt cx="1440160" cy="369332"/>
              </a:xfrm>
            </p:grpSpPr>
            <p:sp>
              <p:nvSpPr>
                <p:cNvPr id="12" name="Oval 11"/>
                <p:cNvSpPr/>
                <p:nvPr/>
              </p:nvSpPr>
              <p:spPr>
                <a:xfrm>
                  <a:off x="683568" y="908720"/>
                  <a:ext cx="144016" cy="144016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827584" y="796062"/>
                  <a:ext cx="12961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dirty="0" smtClean="0"/>
                    <a:t>Bangladesh</a:t>
                  </a:r>
                  <a:endParaRPr lang="en-AU" dirty="0"/>
                </a:p>
              </p:txBody>
            </p:sp>
          </p:grpSp>
          <p:grpSp>
            <p:nvGrpSpPr>
              <p:cNvPr id="5" name="Group 4"/>
              <p:cNvGrpSpPr/>
              <p:nvPr/>
            </p:nvGrpSpPr>
            <p:grpSpPr>
              <a:xfrm>
                <a:off x="6570619" y="3789040"/>
                <a:ext cx="1440160" cy="369332"/>
                <a:chOff x="683568" y="796062"/>
                <a:chExt cx="1440160" cy="369332"/>
              </a:xfrm>
            </p:grpSpPr>
            <p:sp>
              <p:nvSpPr>
                <p:cNvPr id="3" name="Oval 2"/>
                <p:cNvSpPr/>
                <p:nvPr/>
              </p:nvSpPr>
              <p:spPr>
                <a:xfrm>
                  <a:off x="683568" y="908720"/>
                  <a:ext cx="144016" cy="14401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4" name="TextBox 3"/>
                <p:cNvSpPr txBox="1"/>
                <p:nvPr/>
              </p:nvSpPr>
              <p:spPr>
                <a:xfrm>
                  <a:off x="827584" y="796062"/>
                  <a:ext cx="12961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dirty="0" smtClean="0"/>
                    <a:t>Melbourne</a:t>
                  </a:r>
                  <a:endParaRPr lang="en-AU" dirty="0"/>
                </a:p>
              </p:txBody>
            </p:sp>
          </p:grpSp>
        </p:grpSp>
        <p:grpSp>
          <p:nvGrpSpPr>
            <p:cNvPr id="18" name="Group 17"/>
            <p:cNvGrpSpPr/>
            <p:nvPr/>
          </p:nvGrpSpPr>
          <p:grpSpPr>
            <a:xfrm>
              <a:off x="430241" y="4507286"/>
              <a:ext cx="1555252" cy="1264786"/>
              <a:chOff x="0" y="4437112"/>
              <a:chExt cx="1555252" cy="2304256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0" y="4437112"/>
                <a:ext cx="1547664" cy="230425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179512" y="4437112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dirty="0" smtClean="0"/>
                  <a:t>Legend</a:t>
                </a:r>
                <a:endParaRPr lang="en-AU" dirty="0"/>
              </a:p>
            </p:txBody>
          </p:sp>
          <p:grpSp>
            <p:nvGrpSpPr>
              <p:cNvPr id="8" name="Group 7"/>
              <p:cNvGrpSpPr/>
              <p:nvPr/>
            </p:nvGrpSpPr>
            <p:grpSpPr>
              <a:xfrm>
                <a:off x="46194" y="5094081"/>
                <a:ext cx="1508346" cy="423047"/>
                <a:chOff x="694266" y="1054397"/>
                <a:chExt cx="1508346" cy="423047"/>
              </a:xfrm>
            </p:grpSpPr>
            <p:sp>
              <p:nvSpPr>
                <p:cNvPr id="9" name="Oval 8"/>
                <p:cNvSpPr/>
                <p:nvPr/>
              </p:nvSpPr>
              <p:spPr>
                <a:xfrm>
                  <a:off x="694266" y="1147102"/>
                  <a:ext cx="191668" cy="33034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906468" y="1054397"/>
                  <a:ext cx="12961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dirty="0" smtClean="0"/>
                    <a:t>Liveable</a:t>
                  </a:r>
                  <a:endParaRPr lang="en-AU" dirty="0"/>
                </a:p>
              </p:txBody>
            </p:sp>
          </p:grpSp>
          <p:grpSp>
            <p:nvGrpSpPr>
              <p:cNvPr id="14" name="Group 13"/>
              <p:cNvGrpSpPr/>
              <p:nvPr/>
            </p:nvGrpSpPr>
            <p:grpSpPr>
              <a:xfrm>
                <a:off x="39593" y="5766423"/>
                <a:ext cx="1515659" cy="572203"/>
                <a:chOff x="666267" y="1322988"/>
                <a:chExt cx="1515659" cy="572203"/>
              </a:xfrm>
            </p:grpSpPr>
            <p:sp>
              <p:nvSpPr>
                <p:cNvPr id="15" name="Oval 14"/>
                <p:cNvSpPr/>
                <p:nvPr/>
              </p:nvSpPr>
              <p:spPr>
                <a:xfrm>
                  <a:off x="666267" y="1435644"/>
                  <a:ext cx="198269" cy="459547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885782" y="1322988"/>
                  <a:ext cx="12961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dirty="0" smtClean="0"/>
                    <a:t>Unliveable</a:t>
                  </a:r>
                  <a:endParaRPr lang="en-AU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4741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263</TotalTime>
  <Words>158</Words>
  <Application>Microsoft Office PowerPoint</Application>
  <PresentationFormat>On-screen Show (4:3)</PresentationFormat>
  <Paragraphs>30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Concourse</vt:lpstr>
      <vt:lpstr>PowerPoint Presentation</vt:lpstr>
      <vt:lpstr>PowerPoint Presentation</vt:lpstr>
      <vt:lpstr>Brainstorm – what makes a place a good place to live?</vt:lpstr>
      <vt:lpstr>PowerPoint Presentation</vt:lpstr>
      <vt:lpstr>PowerPoint Presentation</vt:lpstr>
      <vt:lpstr>PowerPoint Presentation</vt:lpstr>
      <vt:lpstr>Hint: it is in Australia…</vt:lpstr>
      <vt:lpstr>Melbourne </vt:lpstr>
      <vt:lpstr>PowerPoint Presentation</vt:lpstr>
      <vt:lpstr>PowerPoint Presentation</vt:lpstr>
    </vt:vector>
  </TitlesOfParts>
  <Company>John XXIII College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XXIII College</dc:creator>
  <cp:lastModifiedBy>GOODWIN Nina</cp:lastModifiedBy>
  <cp:revision>33</cp:revision>
  <dcterms:created xsi:type="dcterms:W3CDTF">2013-05-07T04:01:56Z</dcterms:created>
  <dcterms:modified xsi:type="dcterms:W3CDTF">2017-08-26T03:01:38Z</dcterms:modified>
</cp:coreProperties>
</file>