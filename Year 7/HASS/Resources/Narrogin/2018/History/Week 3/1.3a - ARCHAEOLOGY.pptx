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57" r:id="rId3"/>
    <p:sldId id="258" r:id="rId4"/>
    <p:sldId id="271" r:id="rId5"/>
    <p:sldId id="261" r:id="rId6"/>
    <p:sldId id="283" r:id="rId7"/>
    <p:sldId id="274" r:id="rId8"/>
    <p:sldId id="262" r:id="rId9"/>
    <p:sldId id="275" r:id="rId10"/>
    <p:sldId id="264" r:id="rId11"/>
    <p:sldId id="268" r:id="rId12"/>
    <p:sldId id="276" r:id="rId13"/>
    <p:sldId id="279" r:id="rId14"/>
    <p:sldId id="267" r:id="rId15"/>
    <p:sldId id="277" r:id="rId16"/>
    <p:sldId id="278" r:id="rId17"/>
    <p:sldId id="269" r:id="rId18"/>
    <p:sldId id="270" r:id="rId19"/>
    <p:sldId id="282"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6" d="100"/>
          <a:sy n="106" d="100"/>
        </p:scale>
        <p:origin x="-78" y="-2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6400CD15-41FF-42E9-B91D-095706DE47DC}" type="datetimeFigureOut">
              <a:rPr lang="en-US"/>
              <a:pPr>
                <a:defRPr/>
              </a:pPr>
              <a:t>7/13/2018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77A2FA9-39B1-45E6-88E0-712429627D12}" type="slidenum">
              <a:rPr lang="en-US"/>
              <a:pPr>
                <a:defRPr/>
              </a:pPr>
              <a:t>‹#›</a:t>
            </a:fld>
            <a:endParaRPr lang="en-US"/>
          </a:p>
        </p:txBody>
      </p:sp>
    </p:spTree>
    <p:extLst>
      <p:ext uri="{BB962C8B-B14F-4D97-AF65-F5344CB8AC3E}">
        <p14:creationId xmlns:p14="http://schemas.microsoft.com/office/powerpoint/2010/main" val="426803991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Diagram on right: A view to the east showing work in the Migdol Temple precinct during 2007. In the foreground a large multi-roomed Iron Age (ca. 900 BC) complex is being excavated, while in the background, work is being undertaken to investigate deposits beneath the Middle Bronze Age temple structure (&gt;1650 BC). Note the massive west exterior wall of the Migdol Temple seen in this image.</a:t>
            </a:r>
          </a:p>
        </p:txBody>
      </p:sp>
      <p:sp>
        <p:nvSpPr>
          <p:cNvPr id="2662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0D67AA9-4285-4FCE-B3A4-E274524B2272}" type="slidenum">
              <a:rPr lang="en-US"/>
              <a:pPr fontAlgn="base">
                <a:spcBef>
                  <a:spcPct val="0"/>
                </a:spcBef>
                <a:spcAft>
                  <a:spcPct val="0"/>
                </a:spcAft>
                <a:defRPr/>
              </a:pPr>
              <a:t>7</a:t>
            </a:fld>
            <a:endParaRPr lang="en-US"/>
          </a:p>
        </p:txBody>
      </p:sp>
    </p:spTree>
    <p:extLst>
      <p:ext uri="{BB962C8B-B14F-4D97-AF65-F5344CB8AC3E}">
        <p14:creationId xmlns:p14="http://schemas.microsoft.com/office/powerpoint/2010/main" val="42550185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Overlay-FullBackground.jpg"/>
          <p:cNvPicPr>
            <a:picLocks noChangeAspect="1"/>
          </p:cNvPicPr>
          <p:nvPr/>
        </p:nvPicPr>
        <p:blipFill>
          <a:blip r:embed="rId2"/>
          <a:srcRect t="50000"/>
          <a:stretch>
            <a:fillRect/>
          </a:stretch>
        </p:blipFill>
        <p:spPr bwMode="auto">
          <a:xfrm>
            <a:off x="0" y="3429000"/>
            <a:ext cx="9144000" cy="3429000"/>
          </a:xfrm>
          <a:prstGeom prst="rect">
            <a:avLst/>
          </a:prstGeom>
          <a:noFill/>
          <a:ln w="9525">
            <a:noFill/>
            <a:miter lim="800000"/>
            <a:headEnd/>
            <a:tailEnd/>
          </a:ln>
        </p:spPr>
      </p:pic>
      <p:pic>
        <p:nvPicPr>
          <p:cNvPr id="5" name="Picture 6" descr="overlay-ruleShadow.png"/>
          <p:cNvPicPr>
            <a:picLocks noChangeAspect="1"/>
          </p:cNvPicPr>
          <p:nvPr/>
        </p:nvPicPr>
        <p:blipFill>
          <a:blip r:embed="rId3"/>
          <a:srcRect/>
          <a:stretch>
            <a:fillRect/>
          </a:stretch>
        </p:blipFill>
        <p:spPr bwMode="auto">
          <a:xfrm>
            <a:off x="0" y="3303588"/>
            <a:ext cx="9144000" cy="125412"/>
          </a:xfrm>
          <a:prstGeom prst="rect">
            <a:avLst/>
          </a:prstGeom>
          <a:noFill/>
          <a:ln w="9525">
            <a:noFill/>
            <a:miter lim="800000"/>
            <a:headEnd/>
            <a:tailEnd/>
          </a:ln>
        </p:spPr>
      </p:pic>
      <p:sp>
        <p:nvSpPr>
          <p:cNvPr id="2" name="Title 1"/>
          <p:cNvSpPr>
            <a:spLocks noGrp="1"/>
          </p:cNvSpPr>
          <p:nvPr>
            <p:ph type="ctrTitle"/>
          </p:nvPr>
        </p:nvSpPr>
        <p:spPr>
          <a:xfrm>
            <a:off x="779463" y="1918447"/>
            <a:ext cx="7583488" cy="1470025"/>
          </a:xfrm>
        </p:spPr>
        <p:txBody>
          <a:bodyPr anchor="b" anchorCtr="0"/>
          <a:lstStyle/>
          <a:p>
            <a:r>
              <a:rPr lang="en-AU" smtClean="0"/>
              <a:t>Click to edit Master title style</a:t>
            </a:r>
            <a:endParaRPr/>
          </a:p>
        </p:txBody>
      </p:sp>
      <p:sp>
        <p:nvSpPr>
          <p:cNvPr id="3" name="Subtitle 2"/>
          <p:cNvSpPr>
            <a:spLocks noGrp="1"/>
          </p:cNvSpPr>
          <p:nvPr>
            <p:ph type="subTitle" idx="1"/>
          </p:nvPr>
        </p:nvSpPr>
        <p:spPr>
          <a:xfrm>
            <a:off x="779463" y="3478306"/>
            <a:ext cx="7583487" cy="1752600"/>
          </a:xfrm>
        </p:spPr>
        <p:txBody>
          <a:bodyPr/>
          <a:lstStyle>
            <a:lvl1pPr marL="0" indent="0" algn="ctr">
              <a:spcBef>
                <a:spcPts val="6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6" name="Date Placeholder 3"/>
          <p:cNvSpPr>
            <a:spLocks noGrp="1"/>
          </p:cNvSpPr>
          <p:nvPr>
            <p:ph type="dt" sz="half" idx="10"/>
          </p:nvPr>
        </p:nvSpPr>
        <p:spPr/>
        <p:txBody>
          <a:bodyPr/>
          <a:lstStyle>
            <a:lvl1pPr>
              <a:defRPr/>
            </a:lvl1pPr>
          </a:lstStyle>
          <a:p>
            <a:pPr>
              <a:defRPr/>
            </a:pPr>
            <a:fld id="{786145CF-DA49-495F-81CC-AE22E352690C}" type="datetimeFigureOut">
              <a:rPr lang="en-US"/>
              <a:pPr>
                <a:defRPr/>
              </a:pPr>
              <a:t>7/13/2018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A47E8C3-14AB-498B-A0B7-1A2A21AD4A18}" type="slidenum">
              <a:rPr lang="en-US"/>
              <a:pPr>
                <a:defRPr/>
              </a:pPr>
              <a:t>‹#›</a:t>
            </a:fld>
            <a:endParaRPr lang="en-US"/>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7"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5" name="Picture 6"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p:txBody>
          <a:bodyPr/>
          <a:lstStyle>
            <a:lvl1pPr>
              <a:defRPr/>
            </a:lvl1pPr>
          </a:lstStyle>
          <a:p>
            <a:pPr>
              <a:defRPr/>
            </a:pPr>
            <a:fld id="{88B06E6D-2BD8-4E26-9E0A-56F6588D8FC8}" type="datetimeFigureOut">
              <a:rPr lang="en-US"/>
              <a:pPr>
                <a:defRPr/>
              </a:pPr>
              <a:t>7/13/2018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07E97E6D-B4B8-43F2-8A6D-105B7A692B69}" type="slidenum">
              <a:rPr lang="en-US"/>
              <a:pPr>
                <a:defRPr/>
              </a:pPr>
              <a:t>‹#›</a:t>
            </a:fld>
            <a:endParaRPr lang="en-US"/>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t="50000"/>
          <a:stretch>
            <a:fillRect/>
          </a:stretch>
        </p:blipFill>
        <p:spPr bwMode="auto">
          <a:xfrm>
            <a:off x="0" y="3429000"/>
            <a:ext cx="9144000" cy="3429000"/>
          </a:xfrm>
          <a:prstGeom prst="rect">
            <a:avLst/>
          </a:prstGeom>
          <a:noFill/>
          <a:ln w="9525">
            <a:noFill/>
            <a:miter lim="800000"/>
            <a:headEnd/>
            <a:tailEnd/>
          </a:ln>
        </p:spPr>
      </p:pic>
      <p:pic>
        <p:nvPicPr>
          <p:cNvPr id="6" name="Picture 6" descr="overlay-ruleShadow.png"/>
          <p:cNvPicPr>
            <a:picLocks noChangeAspect="1"/>
          </p:cNvPicPr>
          <p:nvPr/>
        </p:nvPicPr>
        <p:blipFill>
          <a:blip r:embed="rId3"/>
          <a:srcRect/>
          <a:stretch>
            <a:fillRect/>
          </a:stretch>
        </p:blipFill>
        <p:spPr bwMode="auto">
          <a:xfrm>
            <a:off x="0" y="3303588"/>
            <a:ext cx="9144000" cy="125412"/>
          </a:xfrm>
          <a:prstGeom prst="rect">
            <a:avLst/>
          </a:prstGeom>
          <a:noFill/>
          <a:ln w="9525">
            <a:noFill/>
            <a:miter lim="800000"/>
            <a:headEnd/>
            <a:tailEnd/>
          </a:ln>
        </p:spPr>
      </p:pic>
      <p:sp>
        <p:nvSpPr>
          <p:cNvPr id="2" name="Title 1"/>
          <p:cNvSpPr>
            <a:spLocks noGrp="1"/>
          </p:cNvSpPr>
          <p:nvPr>
            <p:ph type="ctrTitle"/>
          </p:nvPr>
        </p:nvSpPr>
        <p:spPr>
          <a:xfrm>
            <a:off x="779463" y="789081"/>
            <a:ext cx="7583488" cy="1470025"/>
          </a:xfrm>
        </p:spPr>
        <p:txBody>
          <a:bodyPr anchorCtr="0"/>
          <a:lstStyle/>
          <a:p>
            <a:r>
              <a:rPr lang="en-AU" smtClean="0"/>
              <a:t>Click to edit Master title style</a:t>
            </a:r>
            <a:endParaRPr/>
          </a:p>
        </p:txBody>
      </p:sp>
      <p:sp>
        <p:nvSpPr>
          <p:cNvPr id="3" name="Subtitle 2"/>
          <p:cNvSpPr>
            <a:spLocks noGrp="1"/>
          </p:cNvSpPr>
          <p:nvPr>
            <p:ph type="subTitle" idx="1"/>
          </p:nvPr>
        </p:nvSpPr>
        <p:spPr>
          <a:xfrm>
            <a:off x="779463" y="4724400"/>
            <a:ext cx="7583487" cy="1385047"/>
          </a:xfrm>
        </p:spPr>
        <p:txBody>
          <a:bodyPr anchor="ctr" anchorCtr="0"/>
          <a:lstStyle>
            <a:lvl1pPr marL="0" indent="0" algn="ctr">
              <a:spcBef>
                <a:spcPts val="300"/>
              </a:spcBef>
              <a:buNone/>
              <a:defRPr sz="1800">
                <a:solidFill>
                  <a:schemeClr val="bg2"/>
                </a:solidFill>
                <a:effectLst>
                  <a:outerShdw blurRad="63500" dir="2700000" algn="tl" rotWithShape="0">
                    <a:schemeClr val="tx1">
                      <a:alpha val="4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10" name="Picture Placeholder 9"/>
          <p:cNvSpPr>
            <a:spLocks noGrp="1"/>
          </p:cNvSpPr>
          <p:nvPr>
            <p:ph type="pic" sz="quarter" idx="13"/>
          </p:nvPr>
        </p:nvSpPr>
        <p:spPr>
          <a:xfrm>
            <a:off x="3677371" y="2564085"/>
            <a:ext cx="1789259" cy="1729830"/>
          </a:xfrm>
          <a:prstGeom prst="ellipse">
            <a:avLst/>
          </a:prstGeom>
          <a:noFill/>
          <a:ln w="127000">
            <a:solidFill>
              <a:schemeClr val="tx2"/>
            </a:solidFill>
          </a:ln>
          <a:effectLst>
            <a:innerShdw blurRad="101600" dist="76200" dir="13500000">
              <a:prstClr val="black">
                <a:alpha val="57000"/>
              </a:prstClr>
            </a:innerShdw>
          </a:effectLst>
        </p:spPr>
        <p:txBody>
          <a:bodyPr/>
          <a:lstStyle>
            <a:lvl1pPr marL="0" indent="0" algn="ctr">
              <a:buNone/>
              <a:defRPr sz="1600">
                <a:solidFill>
                  <a:schemeClr val="tx1"/>
                </a:solidFill>
              </a:defRPr>
            </a:lvl1pPr>
          </a:lstStyle>
          <a:p>
            <a:pPr lvl="0"/>
            <a:r>
              <a:rPr lang="en-AU" noProof="0" smtClean="0"/>
              <a:t>Drag picture to placeholder or click icon to add</a:t>
            </a:r>
            <a:endParaRPr noProof="0"/>
          </a:p>
        </p:txBody>
      </p:sp>
      <p:sp>
        <p:nvSpPr>
          <p:cNvPr id="7" name="Date Placeholder 3"/>
          <p:cNvSpPr>
            <a:spLocks noGrp="1"/>
          </p:cNvSpPr>
          <p:nvPr>
            <p:ph type="dt" sz="half" idx="14"/>
          </p:nvPr>
        </p:nvSpPr>
        <p:spPr/>
        <p:txBody>
          <a:bodyPr/>
          <a:lstStyle>
            <a:lvl1pPr>
              <a:defRPr/>
            </a:lvl1pPr>
          </a:lstStyle>
          <a:p>
            <a:pPr>
              <a:defRPr/>
            </a:pPr>
            <a:fld id="{444D36E6-EB36-4ADF-BE87-D579409CB44C}" type="datetimeFigureOut">
              <a:rPr lang="en-US"/>
              <a:pPr>
                <a:defRPr/>
              </a:pPr>
              <a:t>7/13/2018</a:t>
            </a:fld>
            <a:endParaRPr lang="en-US"/>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7D5147F4-DB1F-47FE-8582-53D1FE4791AB}" type="slidenum">
              <a:rPr lang="en-US"/>
              <a:pPr>
                <a:defRPr/>
              </a:pPr>
              <a:t>‹#›</a:t>
            </a:fld>
            <a:endParaRPr lang="en-US"/>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7" descr="overlay-ruleShadow.png"/>
          <p:cNvPicPr>
            <a:picLocks noChangeAspect="1"/>
          </p:cNvPicPr>
          <p:nvPr/>
        </p:nvPicPr>
        <p:blipFill>
          <a:blip r:embed="rId2"/>
          <a:srcRect/>
          <a:stretch>
            <a:fillRect/>
          </a:stretch>
        </p:blipFill>
        <p:spPr bwMode="auto">
          <a:xfrm>
            <a:off x="0" y="4446588"/>
            <a:ext cx="9144000" cy="125412"/>
          </a:xfrm>
          <a:prstGeom prst="rect">
            <a:avLst/>
          </a:prstGeom>
          <a:noFill/>
          <a:ln w="9525">
            <a:noFill/>
            <a:miter lim="800000"/>
            <a:headEnd/>
            <a:tailEnd/>
          </a:ln>
        </p:spPr>
      </p:pic>
      <p:pic>
        <p:nvPicPr>
          <p:cNvPr id="5" name="Picture 6" descr="Overlay-FullBackground.jpg"/>
          <p:cNvPicPr>
            <a:picLocks noChangeAspect="1"/>
          </p:cNvPicPr>
          <p:nvPr/>
        </p:nvPicPr>
        <p:blipFill>
          <a:blip r:embed="rId3"/>
          <a:srcRect t="66667"/>
          <a:stretch>
            <a:fillRect/>
          </a:stretch>
        </p:blipFill>
        <p:spPr bwMode="auto">
          <a:xfrm>
            <a:off x="0" y="4572000"/>
            <a:ext cx="9144000" cy="2286000"/>
          </a:xfrm>
          <a:prstGeom prst="rect">
            <a:avLst/>
          </a:prstGeom>
          <a:noFill/>
          <a:ln w="9525">
            <a:noFill/>
            <a:miter lim="800000"/>
            <a:headEnd/>
            <a:tailEnd/>
          </a:ln>
        </p:spPr>
      </p:pic>
      <p:sp>
        <p:nvSpPr>
          <p:cNvPr id="2" name="Title 1"/>
          <p:cNvSpPr>
            <a:spLocks noGrp="1"/>
          </p:cNvSpPr>
          <p:nvPr>
            <p:ph type="title"/>
          </p:nvPr>
        </p:nvSpPr>
        <p:spPr>
          <a:xfrm>
            <a:off x="779463" y="2971800"/>
            <a:ext cx="7583487" cy="1362075"/>
          </a:xfrm>
        </p:spPr>
        <p:txBody>
          <a:bodyPr anchor="b" anchorCtr="0"/>
          <a:lstStyle>
            <a:lvl1pPr algn="ctr" defTabSz="914400" rtl="0" eaLnBrk="1" latinLnBrk="0" hangingPunct="1">
              <a:spcBef>
                <a:spcPct val="0"/>
              </a:spcBef>
              <a:buNone/>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Text Placeholder 2"/>
          <p:cNvSpPr>
            <a:spLocks noGrp="1"/>
          </p:cNvSpPr>
          <p:nvPr>
            <p:ph type="body" idx="1"/>
          </p:nvPr>
        </p:nvSpPr>
        <p:spPr>
          <a:xfrm>
            <a:off x="779463" y="4724400"/>
            <a:ext cx="7583487" cy="1398494"/>
          </a:xfrm>
        </p:spPr>
        <p:txBody>
          <a:bodyPr/>
          <a:lstStyle>
            <a:lvl1pPr marL="0" indent="0" algn="ctr" defTabSz="914400" rtl="0" eaLnBrk="1" latinLnBrk="0" hangingPunct="1">
              <a:spcBef>
                <a:spcPts val="300"/>
              </a:spcBef>
              <a:buFont typeface="Calisto MT" pitchFamily="18" charset="0"/>
              <a:buNone/>
              <a:defRPr sz="18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fld id="{81A61B57-E3FC-404F-B9F0-6B9B113875D6}" type="datetimeFigureOut">
              <a:rPr lang="en-US"/>
              <a:pPr>
                <a:defRPr/>
              </a:pPr>
              <a:t>7/13/2018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40FCABB7-E916-4A9D-A91F-4D2FC51662DC}" type="slidenum">
              <a:rPr lang="en-US"/>
              <a:pPr>
                <a:defRPr/>
              </a:pPr>
              <a:t>‹#›</a:t>
            </a:fld>
            <a:endParaRPr lang="en-US"/>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9"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6" name="Picture 10"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a:xfrm>
            <a:off x="779463" y="62753"/>
            <a:ext cx="7583488" cy="1283167"/>
          </a:xfrm>
        </p:spPr>
        <p:txBody>
          <a:bodyPr/>
          <a:lstStyle/>
          <a:p>
            <a:r>
              <a:rPr lang="en-AU" smtClean="0"/>
              <a:t>Click to edit Master title style</a:t>
            </a:r>
            <a:endParaRPr/>
          </a:p>
        </p:txBody>
      </p:sp>
      <p:sp>
        <p:nvSpPr>
          <p:cNvPr id="3" name="Content Placeholder 2"/>
          <p:cNvSpPr>
            <a:spLocks noGrp="1"/>
          </p:cNvSpPr>
          <p:nvPr>
            <p:ph sz="half" idx="1"/>
          </p:nvPr>
        </p:nvSpPr>
        <p:spPr>
          <a:xfrm>
            <a:off x="779463" y="1828800"/>
            <a:ext cx="3566160" cy="42973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Content Placeholder 3"/>
          <p:cNvSpPr>
            <a:spLocks noGrp="1"/>
          </p:cNvSpPr>
          <p:nvPr>
            <p:ph sz="half" idx="2"/>
          </p:nvPr>
        </p:nvSpPr>
        <p:spPr>
          <a:xfrm>
            <a:off x="4796791" y="1828800"/>
            <a:ext cx="3566160" cy="42973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7" name="Date Placeholder 4"/>
          <p:cNvSpPr>
            <a:spLocks noGrp="1"/>
          </p:cNvSpPr>
          <p:nvPr>
            <p:ph type="dt" sz="half" idx="10"/>
          </p:nvPr>
        </p:nvSpPr>
        <p:spPr/>
        <p:txBody>
          <a:bodyPr/>
          <a:lstStyle>
            <a:lvl1pPr>
              <a:defRPr/>
            </a:lvl1pPr>
          </a:lstStyle>
          <a:p>
            <a:pPr>
              <a:defRPr/>
            </a:pPr>
            <a:fld id="{583AFFF3-01D8-4E34-96F8-E6654BDA7425}" type="datetimeFigureOut">
              <a:rPr lang="en-US"/>
              <a:pPr>
                <a:defRPr/>
              </a:pPr>
              <a:t>7/13/2018</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06E401BC-8642-4E8E-BD77-1EA43E84774C}" type="slidenum">
              <a:rPr lang="en-US"/>
              <a:pPr>
                <a:defRPr/>
              </a:pPr>
              <a:t>‹#›</a:t>
            </a:fld>
            <a:endParaRPr lang="en-US"/>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11"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8" name="Picture 12"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a:xfrm>
            <a:off x="779463" y="62753"/>
            <a:ext cx="7583488" cy="1283167"/>
          </a:xfrm>
        </p:spPr>
        <p:txBody>
          <a:bodyPr/>
          <a:lstStyle>
            <a:lvl1pPr>
              <a:defRPr/>
            </a:lvl1pPr>
          </a:lstStyle>
          <a:p>
            <a:r>
              <a:rPr lang="en-AU" smtClean="0"/>
              <a:t>Click to edit Master title style</a:t>
            </a:r>
            <a:endParaRPr/>
          </a:p>
        </p:txBody>
      </p:sp>
      <p:sp>
        <p:nvSpPr>
          <p:cNvPr id="3" name="Text Placeholder 2"/>
          <p:cNvSpPr>
            <a:spLocks noGrp="1"/>
          </p:cNvSpPr>
          <p:nvPr>
            <p:ph type="body" idx="1"/>
          </p:nvPr>
        </p:nvSpPr>
        <p:spPr>
          <a:xfrm>
            <a:off x="779463"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779463" y="2393576"/>
            <a:ext cx="3566160" cy="3732585"/>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Text Placeholder 4"/>
          <p:cNvSpPr>
            <a:spLocks noGrp="1"/>
          </p:cNvSpPr>
          <p:nvPr>
            <p:ph type="body" sz="quarter" idx="3"/>
          </p:nvPr>
        </p:nvSpPr>
        <p:spPr>
          <a:xfrm>
            <a:off x="4796791" y="1524000"/>
            <a:ext cx="3566160" cy="838200"/>
          </a:xfrm>
        </p:spPr>
        <p:txBody>
          <a:bodyPr anchor="ctr" anchorCtr="0">
            <a:noAutofit/>
          </a:bodyPr>
          <a:lstStyle>
            <a:lvl1pPr marL="0" indent="0" algn="ctr">
              <a:spcBef>
                <a:spcPct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796791" y="2393576"/>
            <a:ext cx="3566160" cy="3732585"/>
          </a:xfrm>
        </p:spPr>
        <p:txBody>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9" name="Date Placeholder 6"/>
          <p:cNvSpPr>
            <a:spLocks noGrp="1"/>
          </p:cNvSpPr>
          <p:nvPr>
            <p:ph type="dt" sz="half" idx="10"/>
          </p:nvPr>
        </p:nvSpPr>
        <p:spPr/>
        <p:txBody>
          <a:bodyPr/>
          <a:lstStyle>
            <a:lvl1pPr>
              <a:defRPr/>
            </a:lvl1pPr>
          </a:lstStyle>
          <a:p>
            <a:pPr>
              <a:defRPr/>
            </a:pPr>
            <a:fld id="{66033D0B-CA32-4CDA-BD02-4511398E2348}" type="datetimeFigureOut">
              <a:rPr lang="en-US"/>
              <a:pPr>
                <a:defRPr/>
              </a:pPr>
              <a:t>7/13/2018</a:t>
            </a:fld>
            <a:endParaRPr lang="en-US"/>
          </a:p>
        </p:txBody>
      </p:sp>
      <p:sp>
        <p:nvSpPr>
          <p:cNvPr id="10" name="Footer Placeholder 7"/>
          <p:cNvSpPr>
            <a:spLocks noGrp="1"/>
          </p:cNvSpPr>
          <p:nvPr>
            <p:ph type="ftr" sz="quarter" idx="11"/>
          </p:nvPr>
        </p:nvSpPr>
        <p:spPr/>
        <p:txBody>
          <a:bodyPr/>
          <a:lstStyle>
            <a:lvl1pPr>
              <a:defRPr/>
            </a:lvl1pPr>
          </a:lstStyle>
          <a:p>
            <a:pPr>
              <a:defRPr/>
            </a:pPr>
            <a:endParaRPr lang="en-US"/>
          </a:p>
        </p:txBody>
      </p:sp>
      <p:sp>
        <p:nvSpPr>
          <p:cNvPr id="11" name="Slide Number Placeholder 8"/>
          <p:cNvSpPr>
            <a:spLocks noGrp="1"/>
          </p:cNvSpPr>
          <p:nvPr>
            <p:ph type="sldNum" sz="quarter" idx="12"/>
          </p:nvPr>
        </p:nvSpPr>
        <p:spPr/>
        <p:txBody>
          <a:bodyPr/>
          <a:lstStyle>
            <a:lvl1pPr>
              <a:defRPr/>
            </a:lvl1pPr>
          </a:lstStyle>
          <a:p>
            <a:pPr>
              <a:defRPr/>
            </a:pPr>
            <a:fld id="{29D64CF2-941E-4EC3-937D-A474BB42F683}" type="slidenum">
              <a:rPr lang="en-US"/>
              <a:pPr>
                <a:defRPr/>
              </a:pPr>
              <a:t>‹#›</a:t>
            </a:fld>
            <a:endParaRPr lang="en-US"/>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7"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4" name="Picture 9" descr="Overlay-FullBackground.jpg"/>
          <p:cNvPicPr>
            <a:picLocks noChangeAspect="1"/>
          </p:cNvPicPr>
          <p:nvPr/>
        </p:nvPicPr>
        <p:blipFill>
          <a:blip r:embed="rId3"/>
          <a:srcRect t="21046"/>
          <a:stretch>
            <a:fillRect/>
          </a:stretch>
        </p:blipFill>
        <p:spPr bwMode="auto">
          <a:xfrm>
            <a:off x="0" y="1447800"/>
            <a:ext cx="9144000" cy="5414963"/>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5" name="Date Placeholder 2"/>
          <p:cNvSpPr>
            <a:spLocks noGrp="1"/>
          </p:cNvSpPr>
          <p:nvPr>
            <p:ph type="dt" sz="half" idx="10"/>
          </p:nvPr>
        </p:nvSpPr>
        <p:spPr/>
        <p:txBody>
          <a:bodyPr/>
          <a:lstStyle>
            <a:lvl1pPr>
              <a:defRPr/>
            </a:lvl1pPr>
          </a:lstStyle>
          <a:p>
            <a:pPr>
              <a:defRPr/>
            </a:pPr>
            <a:fld id="{E38C0EA5-5F74-49A0-82B9-EB755D0A3118}" type="datetimeFigureOut">
              <a:rPr lang="en-US"/>
              <a:pPr>
                <a:defRPr/>
              </a:pPr>
              <a:t>7/13/2018</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1E7A0613-833C-49B3-8F62-C3CEEAA2973C}" type="slidenum">
              <a:rPr lang="en-US"/>
              <a:pPr>
                <a:defRPr/>
              </a:pPr>
              <a:t>‹#›</a:t>
            </a:fld>
            <a:endParaRPr lang="en-US"/>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4" descr="Overlay-FullBackground.jpg"/>
          <p:cNvPicPr>
            <a:picLocks noChangeAspect="1"/>
          </p:cNvPicPr>
          <p:nvPr/>
        </p:nvPicPr>
        <p:blipFill>
          <a:blip r:embed="rId2"/>
          <a:srcRect/>
          <a:stretch>
            <a:fillRect/>
          </a:stretch>
        </p:blipFill>
        <p:spPr bwMode="auto">
          <a:xfrm>
            <a:off x="0" y="4763"/>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fld id="{3C534BDC-1B10-4F73-9FAA-078680645338}" type="datetimeFigureOut">
              <a:rPr lang="en-US"/>
              <a:pPr>
                <a:defRPr/>
              </a:pPr>
              <a:t>7/13/2018</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FEBC6528-6653-4712-A70D-378C5CA1AF67}" type="slidenum">
              <a:rPr lang="en-US"/>
              <a:pPr>
                <a:defRPr/>
              </a:pPr>
              <a:t>‹#›</a:t>
            </a:fld>
            <a:endParaRPr lang="en-US"/>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l="50000"/>
          <a:stretch>
            <a:fillRect/>
          </a:stretch>
        </p:blipFill>
        <p:spPr bwMode="auto">
          <a:xfrm>
            <a:off x="4572000" y="4763"/>
            <a:ext cx="4572000" cy="6858000"/>
          </a:xfrm>
          <a:prstGeom prst="rect">
            <a:avLst/>
          </a:prstGeom>
          <a:noFill/>
          <a:ln w="9525">
            <a:noFill/>
            <a:miter lim="800000"/>
            <a:headEnd/>
            <a:tailEnd/>
          </a:ln>
        </p:spPr>
      </p:pic>
      <p:pic>
        <p:nvPicPr>
          <p:cNvPr id="6" name="Picture 9" descr="overlay-ruleShadow.png"/>
          <p:cNvPicPr>
            <a:picLocks noChangeAspect="1"/>
          </p:cNvPicPr>
          <p:nvPr/>
        </p:nvPicPr>
        <p:blipFill>
          <a:blip r:embed="rId3"/>
          <a:srcRect t="25031"/>
          <a:stretch>
            <a:fillRect/>
          </a:stretch>
        </p:blipFill>
        <p:spPr bwMode="auto">
          <a:xfrm>
            <a:off x="4451350" y="0"/>
            <a:ext cx="125413" cy="6854825"/>
          </a:xfrm>
          <a:prstGeom prst="rect">
            <a:avLst/>
          </a:prstGeom>
          <a:noFill/>
          <a:ln w="9525">
            <a:noFill/>
            <a:miter lim="800000"/>
            <a:headEnd/>
            <a:tailEnd/>
          </a:ln>
        </p:spPr>
      </p:pic>
      <p:sp>
        <p:nvSpPr>
          <p:cNvPr id="2" name="Title 1"/>
          <p:cNvSpPr>
            <a:spLocks noGrp="1"/>
          </p:cNvSpPr>
          <p:nvPr>
            <p:ph type="title"/>
          </p:nvPr>
        </p:nvSpPr>
        <p:spPr>
          <a:xfrm>
            <a:off x="301752" y="273049"/>
            <a:ext cx="3962400" cy="1690221"/>
          </a:xfrm>
        </p:spPr>
        <p:txBody>
          <a:bodyPr anchor="b" anchorCtr="0"/>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Content Placeholder 2"/>
          <p:cNvSpPr>
            <a:spLocks noGrp="1"/>
          </p:cNvSpPr>
          <p:nvPr>
            <p:ph idx="1"/>
          </p:nvPr>
        </p:nvSpPr>
        <p:spPr>
          <a:xfrm>
            <a:off x="4866401" y="273050"/>
            <a:ext cx="3959352" cy="5853113"/>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Text Placeholder 3"/>
          <p:cNvSpPr>
            <a:spLocks noGrp="1"/>
          </p:cNvSpPr>
          <p:nvPr>
            <p:ph type="body" sz="half" idx="2"/>
          </p:nvPr>
        </p:nvSpPr>
        <p:spPr>
          <a:xfrm>
            <a:off x="301752" y="1975104"/>
            <a:ext cx="3962400" cy="3200401"/>
          </a:xfrm>
          <a:effectLst>
            <a:outerShdw blurRad="50800" dist="38100" dir="2700000" algn="tl" rotWithShape="0">
              <a:prstClr val="black">
                <a:alpha val="40000"/>
              </a:prstClr>
            </a:outerShdw>
          </a:effectLst>
        </p:spPr>
        <p:txBody>
          <a:bodyPr anchor="t" anchorCtr="0"/>
          <a:lstStyle>
            <a:lvl1pPr marL="0" indent="0" algn="ctr" defTabSz="914400" rtl="0" eaLnBrk="1" latinLnBrk="0" hangingPunct="1">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7" name="Date Placeholder 4"/>
          <p:cNvSpPr>
            <a:spLocks noGrp="1"/>
          </p:cNvSpPr>
          <p:nvPr>
            <p:ph type="dt" sz="half" idx="10"/>
          </p:nvPr>
        </p:nvSpPr>
        <p:spPr>
          <a:xfrm>
            <a:off x="2667000" y="6356350"/>
            <a:ext cx="1622425"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5BABE3CC-1644-4A11-9D65-B6165BC7FB70}" type="datetimeFigureOut">
              <a:rPr lang="en-US"/>
              <a:pPr>
                <a:defRPr/>
              </a:pPr>
              <a:t>7/13/2018</a:t>
            </a:fld>
            <a:endParaRPr lang="en-US"/>
          </a:p>
        </p:txBody>
      </p:sp>
      <p:sp>
        <p:nvSpPr>
          <p:cNvPr id="8" name="Footer Placeholder 5"/>
          <p:cNvSpPr>
            <a:spLocks noGrp="1"/>
          </p:cNvSpPr>
          <p:nvPr>
            <p:ph type="ftr" sz="quarter" idx="11"/>
          </p:nvPr>
        </p:nvSpPr>
        <p:spPr>
          <a:xfrm>
            <a:off x="241300" y="6356350"/>
            <a:ext cx="1892300"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endParaRPr lang="en-AU"/>
          </a:p>
        </p:txBody>
      </p:sp>
      <p:sp>
        <p:nvSpPr>
          <p:cNvPr id="9" name="Slide Number Placeholder 6"/>
          <p:cNvSpPr>
            <a:spLocks noGrp="1"/>
          </p:cNvSpPr>
          <p:nvPr>
            <p:ph type="sldNum" sz="quarter" idx="12"/>
          </p:nvPr>
        </p:nvSpPr>
        <p:spPr>
          <a:xfrm>
            <a:off x="1892300" y="5748338"/>
            <a:ext cx="762000" cy="576262"/>
          </a:xfrm>
        </p:spPr>
        <p:txBody>
          <a:bodyPr wrap="square" numCol="1" anchorCtr="0" compatLnSpc="1">
            <a:prstTxWarp prst="textNoShape">
              <a:avLst/>
            </a:prstTxWarp>
            <a:noAutofit/>
          </a:bodyPr>
          <a:lstStyle>
            <a:lvl1pPr fontAlgn="base">
              <a:spcBef>
                <a:spcPct val="0"/>
              </a:spcBef>
              <a:spcAft>
                <a:spcPct val="0"/>
              </a:spcAft>
              <a:defRPr sz="3600">
                <a:solidFill>
                  <a:schemeClr val="tx1"/>
                </a:solidFill>
                <a:effectLst>
                  <a:outerShdw blurRad="38100" dist="38100" dir="2700000" algn="tl">
                    <a:srgbClr val="000000"/>
                  </a:outerShdw>
                </a:effectLst>
                <a:latin typeface="Perpetua Titling MT" pitchFamily="18" charset="0"/>
              </a:defRPr>
            </a:lvl1pPr>
          </a:lstStyle>
          <a:p>
            <a:pPr>
              <a:defRPr/>
            </a:pPr>
            <a:fld id="{CFBCA71B-51EB-463F-93EC-FE3DB5A3FBB3}" type="slidenum">
              <a:rPr lang="en-US"/>
              <a:pPr>
                <a:defRPr/>
              </a:pPr>
              <a:t>‹#›</a:t>
            </a:fld>
            <a:endParaRPr lang="en-US"/>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l="50000"/>
          <a:stretch>
            <a:fillRect/>
          </a:stretch>
        </p:blipFill>
        <p:spPr bwMode="auto">
          <a:xfrm>
            <a:off x="4572000" y="4763"/>
            <a:ext cx="4572000" cy="6858000"/>
          </a:xfrm>
          <a:prstGeom prst="rect">
            <a:avLst/>
          </a:prstGeom>
          <a:noFill/>
          <a:ln w="9525">
            <a:noFill/>
            <a:miter lim="800000"/>
            <a:headEnd/>
            <a:tailEnd/>
          </a:ln>
        </p:spPr>
      </p:pic>
      <p:pic>
        <p:nvPicPr>
          <p:cNvPr id="6" name="Picture 8" descr="overlay-ruleShadow.png"/>
          <p:cNvPicPr>
            <a:picLocks noChangeAspect="1"/>
          </p:cNvPicPr>
          <p:nvPr/>
        </p:nvPicPr>
        <p:blipFill>
          <a:blip r:embed="rId3"/>
          <a:srcRect t="25031"/>
          <a:stretch>
            <a:fillRect/>
          </a:stretch>
        </p:blipFill>
        <p:spPr bwMode="auto">
          <a:xfrm>
            <a:off x="4451350" y="0"/>
            <a:ext cx="125413" cy="6854825"/>
          </a:xfrm>
          <a:prstGeom prst="rect">
            <a:avLst/>
          </a:prstGeom>
          <a:noFill/>
          <a:ln w="9525">
            <a:noFill/>
            <a:miter lim="800000"/>
            <a:headEnd/>
            <a:tailEnd/>
          </a:ln>
        </p:spPr>
      </p:pic>
      <p:sp>
        <p:nvSpPr>
          <p:cNvPr id="2" name="Title 1"/>
          <p:cNvSpPr>
            <a:spLocks noGrp="1"/>
          </p:cNvSpPr>
          <p:nvPr>
            <p:ph type="title"/>
          </p:nvPr>
        </p:nvSpPr>
        <p:spPr>
          <a:xfrm>
            <a:off x="301752" y="274320"/>
            <a:ext cx="3959352" cy="1691640"/>
          </a:xfrm>
        </p:spPr>
        <p:txBody>
          <a:bodyPr anchor="b" anchorCtr="0"/>
          <a:lstStyle>
            <a:lvl1pPr marL="0" algn="ctr" defTabSz="914400" rtl="0" eaLnBrk="1" latinLnBrk="0" hangingPunct="1">
              <a:spcBef>
                <a:spcPct val="0"/>
              </a:spcBef>
              <a:buNone/>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r>
              <a:rPr lang="en-AU" smtClean="0"/>
              <a:t>Click to edit Master title style</a:t>
            </a:r>
            <a:endParaRPr/>
          </a:p>
        </p:txBody>
      </p:sp>
      <p:sp>
        <p:nvSpPr>
          <p:cNvPr id="3" name="Picture Placeholder 2"/>
          <p:cNvSpPr>
            <a:spLocks noGrp="1"/>
          </p:cNvSpPr>
          <p:nvPr>
            <p:ph type="pic" idx="1"/>
          </p:nvPr>
        </p:nvSpPr>
        <p:spPr>
          <a:xfrm>
            <a:off x="4864608" y="264907"/>
            <a:ext cx="3959352" cy="6328186"/>
          </a:xfrm>
          <a:solidFill>
            <a:schemeClr val="tx1">
              <a:lumMod val="50000"/>
            </a:schemeClr>
          </a:solidFill>
          <a:effectLst>
            <a:outerShdw blurRad="50800" dir="2700000" algn="tl" rotWithShape="0">
              <a:schemeClr val="tx1">
                <a:alpha val="40000"/>
              </a:schemeClr>
            </a:outerShdw>
          </a:effectLst>
        </p:spPr>
        <p:txBody>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AU" noProof="0" smtClean="0"/>
              <a:t>Drag picture to placeholder or click icon to add</a:t>
            </a:r>
            <a:endParaRPr noProof="0"/>
          </a:p>
        </p:txBody>
      </p:sp>
      <p:sp>
        <p:nvSpPr>
          <p:cNvPr id="4" name="Text Placeholder 3"/>
          <p:cNvSpPr>
            <a:spLocks noGrp="1"/>
          </p:cNvSpPr>
          <p:nvPr>
            <p:ph type="body" sz="half" idx="2"/>
          </p:nvPr>
        </p:nvSpPr>
        <p:spPr>
          <a:xfrm>
            <a:off x="301752" y="1970801"/>
            <a:ext cx="3959352" cy="3200400"/>
          </a:xfrm>
          <a:effectLst>
            <a:outerShdw blurRad="50800" dist="38100" dir="2700000" algn="tl" rotWithShape="0">
              <a:prstClr val="black">
                <a:alpha val="40000"/>
              </a:prstClr>
            </a:outerShdw>
          </a:effectLst>
        </p:spPr>
        <p:txBody>
          <a:bodyPr anchor="t" anchorCtr="0"/>
          <a:lstStyle>
            <a:lvl1pPr marL="0" indent="0" algn="ctr">
              <a:lnSpc>
                <a:spcPct val="110000"/>
              </a:lnSpc>
              <a:spcBef>
                <a:spcPts val="600"/>
              </a:spcBef>
              <a:buNone/>
              <a:defRPr sz="1800" kern="1200">
                <a:solidFill>
                  <a:schemeClr val="tx1"/>
                </a:solidFill>
                <a:effectLst>
                  <a:outerShdw blurRad="38100" dist="12700" dir="2700000" algn="tl" rotWithShape="0">
                    <a:prstClr val="black">
                      <a:alpha val="6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7" name="Date Placeholder 4"/>
          <p:cNvSpPr>
            <a:spLocks noGrp="1"/>
          </p:cNvSpPr>
          <p:nvPr>
            <p:ph type="dt" sz="half" idx="10"/>
          </p:nvPr>
        </p:nvSpPr>
        <p:spPr>
          <a:xfrm>
            <a:off x="2670175" y="6356350"/>
            <a:ext cx="1627188"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341106C1-7361-4A74-AFB1-912E0150795F}" type="datetimeFigureOut">
              <a:rPr lang="en-US"/>
              <a:pPr>
                <a:defRPr/>
              </a:pPr>
              <a:t>7/13/2018</a:t>
            </a:fld>
            <a:endParaRPr lang="en-US"/>
          </a:p>
        </p:txBody>
      </p:sp>
      <p:sp>
        <p:nvSpPr>
          <p:cNvPr id="8" name="Footer Placeholder 5"/>
          <p:cNvSpPr>
            <a:spLocks noGrp="1"/>
          </p:cNvSpPr>
          <p:nvPr>
            <p:ph type="ftr" sz="quarter" idx="11"/>
          </p:nvPr>
        </p:nvSpPr>
        <p:spPr>
          <a:xfrm>
            <a:off x="241300" y="6356350"/>
            <a:ext cx="1893888"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endParaRPr lang="en-AU"/>
          </a:p>
        </p:txBody>
      </p:sp>
      <p:sp>
        <p:nvSpPr>
          <p:cNvPr id="9" name="Slide Number Placeholder 6"/>
          <p:cNvSpPr>
            <a:spLocks noGrp="1"/>
          </p:cNvSpPr>
          <p:nvPr>
            <p:ph type="sldNum" sz="quarter" idx="12"/>
          </p:nvPr>
        </p:nvSpPr>
        <p:spPr>
          <a:xfrm>
            <a:off x="1892300" y="5738813"/>
            <a:ext cx="758825" cy="574675"/>
          </a:xfrm>
        </p:spPr>
        <p:txBody>
          <a:bodyPr wrap="square" numCol="1" anchorCtr="0" compatLnSpc="1">
            <a:prstTxWarp prst="textNoShape">
              <a:avLst/>
            </a:prstTxWarp>
            <a:noAutofit/>
          </a:bodyPr>
          <a:lstStyle>
            <a:lvl1pPr fontAlgn="base">
              <a:spcBef>
                <a:spcPct val="0"/>
              </a:spcBef>
              <a:spcAft>
                <a:spcPct val="0"/>
              </a:spcAft>
              <a:defRPr sz="3600">
                <a:solidFill>
                  <a:schemeClr val="tx1"/>
                </a:solidFill>
                <a:effectLst>
                  <a:outerShdw blurRad="38100" dist="38100" dir="2700000" algn="tl">
                    <a:srgbClr val="000000"/>
                  </a:outerShdw>
                </a:effectLst>
                <a:latin typeface="Perpetua Titling MT" pitchFamily="18" charset="0"/>
              </a:defRPr>
            </a:lvl1pPr>
          </a:lstStyle>
          <a:p>
            <a:pPr>
              <a:defRPr/>
            </a:pPr>
            <a:fld id="{190ECB08-AAE0-446E-B74D-D88E22573131}" type="slidenum">
              <a:rPr lang="en-US"/>
              <a:pPr>
                <a:defRPr/>
              </a:pPr>
              <a:t>‹#›</a:t>
            </a:fld>
            <a:endParaRPr lang="en-US"/>
          </a:p>
        </p:txBody>
      </p:sp>
    </p:spTree>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pic>
        <p:nvPicPr>
          <p:cNvPr id="5" name="Picture 7" descr="Overlay-FullBackground.jpg"/>
          <p:cNvPicPr>
            <a:picLocks noChangeAspect="1"/>
          </p:cNvPicPr>
          <p:nvPr/>
        </p:nvPicPr>
        <p:blipFill>
          <a:blip r:embed="rId2"/>
          <a:srcRect/>
          <a:stretch>
            <a:fillRect/>
          </a:stretch>
        </p:blipFill>
        <p:spPr bwMode="auto">
          <a:xfrm>
            <a:off x="0" y="4763"/>
            <a:ext cx="9144000" cy="6858000"/>
          </a:xfrm>
          <a:prstGeom prst="rect">
            <a:avLst/>
          </a:prstGeom>
          <a:noFill/>
          <a:ln w="9525">
            <a:noFill/>
            <a:miter lim="800000"/>
            <a:headEnd/>
            <a:tailEnd/>
          </a:ln>
        </p:spPr>
      </p:pic>
      <p:sp>
        <p:nvSpPr>
          <p:cNvPr id="2" name="Title 1"/>
          <p:cNvSpPr>
            <a:spLocks noGrp="1"/>
          </p:cNvSpPr>
          <p:nvPr>
            <p:ph type="title"/>
          </p:nvPr>
        </p:nvSpPr>
        <p:spPr>
          <a:xfrm>
            <a:off x="762000" y="4038600"/>
            <a:ext cx="7620000" cy="990600"/>
          </a:xfrm>
        </p:spPr>
        <p:txBody>
          <a:bodyPr anchor="b" anchorCtr="0">
            <a:normAutofit/>
          </a:bodyPr>
          <a:lstStyle>
            <a:lvl1pPr algn="ctr">
              <a:defRPr sz="3600" kern="1200">
                <a:solidFill>
                  <a:schemeClr val="bg2"/>
                </a:solidFill>
                <a:effectLst>
                  <a:outerShdw blurRad="63500" dir="2700000" algn="tl" rotWithShape="0">
                    <a:schemeClr val="tx1">
                      <a:alpha val="40000"/>
                    </a:schemeClr>
                  </a:outerShdw>
                </a:effectLst>
                <a:latin typeface="+mj-lt"/>
                <a:ea typeface="+mn-ea"/>
                <a:cs typeface="+mn-cs"/>
              </a:defRPr>
            </a:lvl1pPr>
          </a:lstStyle>
          <a:p>
            <a:pPr lvl="0"/>
            <a:r>
              <a:rPr lang="en-AU" smtClean="0"/>
              <a:t>Click to edit Master title style</a:t>
            </a:r>
            <a:endParaRPr/>
          </a:p>
        </p:txBody>
      </p:sp>
      <p:sp>
        <p:nvSpPr>
          <p:cNvPr id="3" name="Picture Placeholder 2"/>
          <p:cNvSpPr>
            <a:spLocks noGrp="1"/>
          </p:cNvSpPr>
          <p:nvPr>
            <p:ph type="pic" idx="1"/>
          </p:nvPr>
        </p:nvSpPr>
        <p:spPr>
          <a:xfrm>
            <a:off x="342900" y="265176"/>
            <a:ext cx="8458200" cy="3697224"/>
          </a:xfrm>
          <a:solidFill>
            <a:schemeClr val="tx1">
              <a:lumMod val="50000"/>
            </a:schemeClr>
          </a:solidFill>
          <a:effectLst>
            <a:outerShdw blurRad="50800" dir="2700000" algn="tl" rotWithShape="0">
              <a:schemeClr val="tx1">
                <a:alpha val="40000"/>
              </a:schemeClr>
            </a:outerShdw>
          </a:effectLst>
        </p:spPr>
        <p:txBody>
          <a:bodyPr/>
          <a:lstStyle>
            <a:lvl1pPr marL="0" indent="0" algn="ctr" defTabSz="914400" rtl="0" eaLnBrk="1" latinLnBrk="0" hangingPunct="1">
              <a:spcBef>
                <a:spcPts val="2000"/>
              </a:spcBef>
              <a:buFont typeface="Calisto MT" pitchFamily="18" charset="0"/>
              <a:buNone/>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AU" noProof="0" smtClean="0"/>
              <a:t>Drag picture to placeholder or click icon to add</a:t>
            </a:r>
            <a:endParaRPr noProof="0"/>
          </a:p>
        </p:txBody>
      </p:sp>
      <p:sp>
        <p:nvSpPr>
          <p:cNvPr id="4" name="Text Placeholder 3"/>
          <p:cNvSpPr>
            <a:spLocks noGrp="1"/>
          </p:cNvSpPr>
          <p:nvPr>
            <p:ph type="body" sz="half" idx="2"/>
          </p:nvPr>
        </p:nvSpPr>
        <p:spPr>
          <a:xfrm>
            <a:off x="762000" y="5042647"/>
            <a:ext cx="7620000" cy="1129553"/>
          </a:xfrm>
        </p:spPr>
        <p:txBody>
          <a:bodyPr/>
          <a:lstStyle>
            <a:lvl1pPr marL="0" indent="0" algn="ctr">
              <a:lnSpc>
                <a:spcPct val="110000"/>
              </a:lnSpc>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fld id="{F7087957-BA71-4EB9-8226-41A9F8C64B42}" type="datetimeFigureOut">
              <a:rPr lang="en-US"/>
              <a:pPr>
                <a:defRPr/>
              </a:pPr>
              <a:t>7/13/2018</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7384BEEB-6725-4798-94B7-EE9DF7F5F420}" type="slidenum">
              <a:rPr lang="en-US"/>
              <a:pPr>
                <a:defRPr/>
              </a:pPr>
              <a:t>‹#›</a:t>
            </a:fld>
            <a:endParaRPr lang="en-US"/>
          </a:p>
        </p:txBody>
      </p:sp>
    </p:spTree>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Date Placeholder 2"/>
          <p:cNvSpPr>
            <a:spLocks noGrp="1"/>
          </p:cNvSpPr>
          <p:nvPr>
            <p:ph type="dt" sz="half" idx="10"/>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3AF73AA2-17BB-47BF-A869-4EABF444849E}" type="datetimeFigureOut">
              <a:rPr lang="en-US"/>
              <a:pPr>
                <a:defRPr/>
              </a:pPr>
              <a:t>7/13/2018</a:t>
            </a:fld>
            <a:endParaRPr lang="en-US"/>
          </a:p>
        </p:txBody>
      </p:sp>
      <p:sp>
        <p:nvSpPr>
          <p:cNvPr id="3" name="Footer Placeholder 3"/>
          <p:cNvSpPr>
            <a:spLocks noGrp="1"/>
          </p:cNvSpPr>
          <p:nvPr>
            <p:ph type="ftr" sz="quarter" idx="11"/>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4" name="Slide Number Placeholder 4"/>
          <p:cNvSpPr>
            <a:spLocks noGrp="1"/>
          </p:cNvSpPr>
          <p:nvPr>
            <p:ph type="sldNum" sz="quarter" idx="12"/>
          </p:nvPr>
        </p:nvSpPr>
        <p:spPr>
          <a:effectLst>
            <a:outerShdw blurRad="50800" dist="38100" dir="2700000" algn="tl" rotWithShape="0">
              <a:prstClr val="black">
                <a:alpha val="40000"/>
              </a:prstClr>
            </a:outerShdw>
          </a:effectLst>
        </p:spPr>
        <p:txBody>
          <a:bodyPr/>
          <a:lstStyle>
            <a:lvl1pPr>
              <a:defRPr>
                <a:solidFill>
                  <a:schemeClr val="tx1"/>
                </a:solidFill>
                <a:effectLst>
                  <a:outerShdw blurRad="38100" dist="12700" dir="2700000" algn="tl" rotWithShape="0">
                    <a:prstClr val="black">
                      <a:alpha val="60000"/>
                    </a:prstClr>
                  </a:outerShdw>
                </a:effectLst>
              </a:defRPr>
            </a:lvl1pPr>
          </a:lstStyle>
          <a:p>
            <a:pPr>
              <a:defRPr/>
            </a:pPr>
            <a:fld id="{61437F77-0B46-4C67-AD53-E436486777E0}" type="slidenum">
              <a:rPr lang="en-US"/>
              <a:pPr>
                <a:defRPr/>
              </a:pPr>
              <a:t>‹#›</a:t>
            </a:fld>
            <a:endParaRPr lang="en-US"/>
          </a:p>
        </p:txBody>
      </p:sp>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4" name="Picture 6" descr="overlay-ruleShadow.png"/>
          <p:cNvPicPr>
            <a:picLocks noChangeAspect="1"/>
          </p:cNvPicPr>
          <p:nvPr/>
        </p:nvPicPr>
        <p:blipFill>
          <a:blip r:embed="rId2"/>
          <a:srcRect/>
          <a:stretch>
            <a:fillRect/>
          </a:stretch>
        </p:blipFill>
        <p:spPr bwMode="auto">
          <a:xfrm>
            <a:off x="0" y="1308100"/>
            <a:ext cx="9144000" cy="123825"/>
          </a:xfrm>
          <a:prstGeom prst="rect">
            <a:avLst/>
          </a:prstGeom>
          <a:noFill/>
          <a:ln w="9525">
            <a:noFill/>
            <a:miter lim="800000"/>
            <a:headEnd/>
            <a:tailEnd/>
          </a:ln>
        </p:spPr>
      </p:pic>
      <p:pic>
        <p:nvPicPr>
          <p:cNvPr id="5" name="Picture 7" descr="Overlay-FullBackground.jpg"/>
          <p:cNvPicPr>
            <a:picLocks noChangeAspect="1"/>
          </p:cNvPicPr>
          <p:nvPr/>
        </p:nvPicPr>
        <p:blipFill>
          <a:blip r:embed="rId3"/>
          <a:srcRect t="23334"/>
          <a:stretch>
            <a:fillRect/>
          </a:stretch>
        </p:blipFill>
        <p:spPr bwMode="auto">
          <a:xfrm>
            <a:off x="0" y="1425575"/>
            <a:ext cx="9144000" cy="5432425"/>
          </a:xfrm>
          <a:prstGeom prst="rect">
            <a:avLst/>
          </a:prstGeom>
          <a:noFill/>
          <a:ln w="9525">
            <a:noFill/>
            <a:miter lim="800000"/>
            <a:headEnd/>
            <a:tailEnd/>
          </a:ln>
        </p:spPr>
      </p:pic>
      <p:sp>
        <p:nvSpPr>
          <p:cNvPr id="2" name="Title 1"/>
          <p:cNvSpPr>
            <a:spLocks noGrp="1"/>
          </p:cNvSpPr>
          <p:nvPr>
            <p:ph type="title"/>
          </p:nvPr>
        </p:nvSpPr>
        <p:spPr/>
        <p:txBody>
          <a:bodyPr/>
          <a:lstStyle/>
          <a:p>
            <a:r>
              <a:rPr lang="en-AU"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p:txBody>
          <a:bodyPr/>
          <a:lstStyle>
            <a:lvl1pPr>
              <a:defRPr/>
            </a:lvl1pPr>
          </a:lstStyle>
          <a:p>
            <a:pPr>
              <a:defRPr/>
            </a:pPr>
            <a:fld id="{E06F7670-F9CB-4B4A-85FA-996AB3D3B14F}" type="datetimeFigureOut">
              <a:rPr lang="en-US"/>
              <a:pPr>
                <a:defRPr/>
              </a:pPr>
              <a:t>7/13/2018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61F9D10-9C15-4EB8-9181-65A8F1DE562C}" type="slidenum">
              <a:rPr lang="en-US"/>
              <a:pPr>
                <a:defRPr/>
              </a:pPr>
              <a:t>‹#›</a:t>
            </a:fld>
            <a:endParaRPr lang="en-US"/>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6" descr="Overlay-FullBackground.jpg"/>
          <p:cNvPicPr>
            <a:picLocks noChangeAspect="1"/>
          </p:cNvPicPr>
          <p:nvPr/>
        </p:nvPicPr>
        <p:blipFill>
          <a:blip r:embed="rId2"/>
          <a:srcRect r="14719"/>
          <a:stretch>
            <a:fillRect/>
          </a:stretch>
        </p:blipFill>
        <p:spPr bwMode="auto">
          <a:xfrm>
            <a:off x="0" y="4763"/>
            <a:ext cx="7797800" cy="6858000"/>
          </a:xfrm>
          <a:prstGeom prst="rect">
            <a:avLst/>
          </a:prstGeom>
          <a:noFill/>
          <a:ln w="9525">
            <a:noFill/>
            <a:miter lim="800000"/>
            <a:headEnd/>
            <a:tailEnd/>
          </a:ln>
        </p:spPr>
      </p:pic>
      <p:pic>
        <p:nvPicPr>
          <p:cNvPr id="5" name="Picture 9" descr="overlay-ruleShadow.png"/>
          <p:cNvPicPr>
            <a:picLocks noChangeAspect="1"/>
          </p:cNvPicPr>
          <p:nvPr/>
        </p:nvPicPr>
        <p:blipFill>
          <a:blip r:embed="rId3"/>
          <a:srcRect b="25031"/>
          <a:stretch>
            <a:fillRect/>
          </a:stretch>
        </p:blipFill>
        <p:spPr bwMode="auto">
          <a:xfrm>
            <a:off x="7786688" y="0"/>
            <a:ext cx="125412" cy="6854825"/>
          </a:xfrm>
          <a:prstGeom prst="rect">
            <a:avLst/>
          </a:prstGeom>
          <a:noFill/>
          <a:ln w="9525">
            <a:noFill/>
            <a:miter lim="800000"/>
            <a:headEnd/>
            <a:tailEnd/>
          </a:ln>
        </p:spPr>
      </p:pic>
      <p:sp>
        <p:nvSpPr>
          <p:cNvPr id="2" name="Vertical Title 1"/>
          <p:cNvSpPr>
            <a:spLocks noGrp="1"/>
          </p:cNvSpPr>
          <p:nvPr>
            <p:ph type="title" orient="vert"/>
          </p:nvPr>
        </p:nvSpPr>
        <p:spPr>
          <a:xfrm>
            <a:off x="7848600" y="457200"/>
            <a:ext cx="1219200" cy="5668963"/>
          </a:xfrm>
        </p:spPr>
        <p:txBody>
          <a:bodyPr vert="eaVert">
            <a:normAutofit/>
          </a:bodyPr>
          <a:lstStyle/>
          <a:p>
            <a:r>
              <a:rPr lang="en-AU" smtClean="0"/>
              <a:t>Click to edit Master title style</a:t>
            </a:r>
            <a:endParaRPr/>
          </a:p>
        </p:txBody>
      </p:sp>
      <p:sp>
        <p:nvSpPr>
          <p:cNvPr id="3" name="Vertical Text Placeholder 2"/>
          <p:cNvSpPr>
            <a:spLocks noGrp="1"/>
          </p:cNvSpPr>
          <p:nvPr>
            <p:ph type="body" orient="vert" idx="1"/>
          </p:nvPr>
        </p:nvSpPr>
        <p:spPr>
          <a:xfrm>
            <a:off x="779462" y="457200"/>
            <a:ext cx="6383337" cy="5668963"/>
          </a:xfrm>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6" name="Date Placeholder 3"/>
          <p:cNvSpPr>
            <a:spLocks noGrp="1"/>
          </p:cNvSpPr>
          <p:nvPr>
            <p:ph type="dt" sz="half" idx="10"/>
          </p:nvPr>
        </p:nvSpPr>
        <p:spPr>
          <a:xfrm>
            <a:off x="7924800" y="6356350"/>
            <a:ext cx="1066800" cy="365125"/>
          </a:xfrm>
          <a:effectLst>
            <a:outerShdw blurRad="50800" dist="38100" dir="2700000" algn="tl" rotWithShape="0">
              <a:prstClr val="black">
                <a:alpha val="40000"/>
              </a:prstClr>
            </a:outerShdw>
          </a:effectLst>
        </p:spPr>
        <p:txBody>
          <a:bodyPr wrap="square" numCol="1" anchorCtr="0" compatLnSpc="1">
            <a:prstTxWarp prst="textNoShape">
              <a:avLst/>
            </a:prstTxWarp>
          </a:bodyPr>
          <a:lstStyle>
            <a:lvl1pPr fontAlgn="base">
              <a:spcBef>
                <a:spcPct val="0"/>
              </a:spcBef>
              <a:spcAft>
                <a:spcPct val="0"/>
              </a:spcAft>
              <a:defRPr>
                <a:solidFill>
                  <a:schemeClr val="tx1"/>
                </a:solidFill>
                <a:effectLst>
                  <a:outerShdw blurRad="38100" dist="38100" dir="2700000" algn="tl">
                    <a:srgbClr val="000000"/>
                  </a:outerShdw>
                </a:effectLst>
              </a:defRPr>
            </a:lvl1pPr>
          </a:lstStyle>
          <a:p>
            <a:pPr>
              <a:defRPr/>
            </a:pPr>
            <a:fld id="{78C84300-ADFC-4826-A63B-1656F84EAB5C}" type="datetimeFigureOut">
              <a:rPr lang="en-US"/>
              <a:pPr>
                <a:defRPr/>
              </a:pPr>
              <a:t>7/13/2018</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3B605B20-02A0-4CF2-AEC8-6C9406D3813E}" type="slidenum">
              <a:rPr lang="en-US"/>
              <a:pPr>
                <a:defRPr/>
              </a:pPr>
              <a:t>‹#›</a:t>
            </a:fld>
            <a:endParaRPr lang="en-US"/>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63500"/>
            <a:ext cx="7583487" cy="1282700"/>
          </a:xfrm>
          <a:prstGeom prst="rect">
            <a:avLst/>
          </a:prstGeom>
        </p:spPr>
        <p:txBody>
          <a:bodyPr vert="horz" lIns="91440" tIns="45720" rIns="91440" bIns="45720" rtlCol="0" anchor="ctr">
            <a:noAutofit/>
          </a:bodyPr>
          <a:lstStyle/>
          <a:p>
            <a:r>
              <a:rPr lang="en-AU" smtClean="0"/>
              <a:t>Click to edit Master title style</a:t>
            </a:r>
            <a:endParaRPr/>
          </a:p>
        </p:txBody>
      </p:sp>
      <p:sp>
        <p:nvSpPr>
          <p:cNvPr id="3" name="Text Placeholder 2"/>
          <p:cNvSpPr>
            <a:spLocks noGrp="1"/>
          </p:cNvSpPr>
          <p:nvPr>
            <p:ph type="body" idx="1"/>
          </p:nvPr>
        </p:nvSpPr>
        <p:spPr>
          <a:xfrm>
            <a:off x="779463" y="1828800"/>
            <a:ext cx="7583487" cy="42973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2"/>
          </p:nvPr>
        </p:nvSpPr>
        <p:spPr>
          <a:xfrm>
            <a:off x="6732588"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fld id="{59D698F1-552B-4E64-88D6-0C652805606F}" type="datetimeFigureOut">
              <a:rPr lang="en-US"/>
              <a:pPr>
                <a:defRPr/>
              </a:pPr>
              <a:t>7/13/2018</a:t>
            </a:fld>
            <a:endParaRPr lang="en-US"/>
          </a:p>
        </p:txBody>
      </p:sp>
      <p:sp>
        <p:nvSpPr>
          <p:cNvPr id="5" name="Footer Placeholder 4"/>
          <p:cNvSpPr>
            <a:spLocks noGrp="1"/>
          </p:cNvSpPr>
          <p:nvPr>
            <p:ph type="ftr" sz="quarter" idx="3"/>
          </p:nvPr>
        </p:nvSpPr>
        <p:spPr>
          <a:xfrm>
            <a:off x="241300" y="6356350"/>
            <a:ext cx="2895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endParaRPr lang="en-US"/>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2"/>
                </a:solidFill>
                <a:effectLst>
                  <a:outerShdw blurRad="63500" dir="2700000" algn="tl" rotWithShape="0">
                    <a:schemeClr val="tx1">
                      <a:alpha val="40000"/>
                    </a:schemeClr>
                  </a:outerShdw>
                </a:effectLst>
                <a:latin typeface="+mn-lt"/>
              </a:defRPr>
            </a:lvl1pPr>
          </a:lstStyle>
          <a:p>
            <a:pPr>
              <a:defRPr/>
            </a:pPr>
            <a:fld id="{A8CD009C-8D08-4116-8F4F-8660427DA8A9}"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Lst>
  <p:transition spd="slow">
    <p:fade/>
  </p:transition>
  <p:txStyles>
    <p:titleStyle>
      <a:lvl1pPr algn="ctr" rtl="0" eaLnBrk="0" fontAlgn="base" hangingPunct="0">
        <a:spcBef>
          <a:spcPct val="0"/>
        </a:spcBef>
        <a:spcAft>
          <a:spcPct val="0"/>
        </a:spcAft>
        <a:defRPr sz="48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vl2pPr algn="ctr" rtl="0" eaLnBrk="0" fontAlgn="base" hangingPunct="0">
        <a:spcBef>
          <a:spcPct val="0"/>
        </a:spcBef>
        <a:spcAft>
          <a:spcPct val="0"/>
        </a:spcAft>
        <a:defRPr sz="4800">
          <a:solidFill>
            <a:schemeClr val="tx1"/>
          </a:solidFill>
          <a:latin typeface="Perpetua Titling MT" pitchFamily="18" charset="0"/>
        </a:defRPr>
      </a:lvl2pPr>
      <a:lvl3pPr algn="ctr" rtl="0" eaLnBrk="0" fontAlgn="base" hangingPunct="0">
        <a:spcBef>
          <a:spcPct val="0"/>
        </a:spcBef>
        <a:spcAft>
          <a:spcPct val="0"/>
        </a:spcAft>
        <a:defRPr sz="4800">
          <a:solidFill>
            <a:schemeClr val="tx1"/>
          </a:solidFill>
          <a:latin typeface="Perpetua Titling MT" pitchFamily="18" charset="0"/>
        </a:defRPr>
      </a:lvl3pPr>
      <a:lvl4pPr algn="ctr" rtl="0" eaLnBrk="0" fontAlgn="base" hangingPunct="0">
        <a:spcBef>
          <a:spcPct val="0"/>
        </a:spcBef>
        <a:spcAft>
          <a:spcPct val="0"/>
        </a:spcAft>
        <a:defRPr sz="4800">
          <a:solidFill>
            <a:schemeClr val="tx1"/>
          </a:solidFill>
          <a:latin typeface="Perpetua Titling MT" pitchFamily="18" charset="0"/>
        </a:defRPr>
      </a:lvl4pPr>
      <a:lvl5pPr algn="ctr" rtl="0" eaLnBrk="0" fontAlgn="base" hangingPunct="0">
        <a:spcBef>
          <a:spcPct val="0"/>
        </a:spcBef>
        <a:spcAft>
          <a:spcPct val="0"/>
        </a:spcAft>
        <a:defRPr sz="4800">
          <a:solidFill>
            <a:schemeClr val="tx1"/>
          </a:solidFill>
          <a:latin typeface="Perpetua Titling MT" pitchFamily="18" charset="0"/>
        </a:defRPr>
      </a:lvl5pPr>
      <a:lvl6pPr marL="457200" algn="ctr" rtl="0" fontAlgn="base">
        <a:spcBef>
          <a:spcPct val="0"/>
        </a:spcBef>
        <a:spcAft>
          <a:spcPct val="0"/>
        </a:spcAft>
        <a:defRPr sz="4800">
          <a:solidFill>
            <a:schemeClr val="tx1"/>
          </a:solidFill>
          <a:latin typeface="Perpetua Titling MT" pitchFamily="18" charset="0"/>
        </a:defRPr>
      </a:lvl6pPr>
      <a:lvl7pPr marL="914400" algn="ctr" rtl="0" fontAlgn="base">
        <a:spcBef>
          <a:spcPct val="0"/>
        </a:spcBef>
        <a:spcAft>
          <a:spcPct val="0"/>
        </a:spcAft>
        <a:defRPr sz="4800">
          <a:solidFill>
            <a:schemeClr val="tx1"/>
          </a:solidFill>
          <a:latin typeface="Perpetua Titling MT" pitchFamily="18" charset="0"/>
        </a:defRPr>
      </a:lvl7pPr>
      <a:lvl8pPr marL="1371600" algn="ctr" rtl="0" fontAlgn="base">
        <a:spcBef>
          <a:spcPct val="0"/>
        </a:spcBef>
        <a:spcAft>
          <a:spcPct val="0"/>
        </a:spcAft>
        <a:defRPr sz="4800">
          <a:solidFill>
            <a:schemeClr val="tx1"/>
          </a:solidFill>
          <a:latin typeface="Perpetua Titling MT" pitchFamily="18" charset="0"/>
        </a:defRPr>
      </a:lvl8pPr>
      <a:lvl9pPr marL="1828800" algn="ctr" rtl="0" fontAlgn="base">
        <a:spcBef>
          <a:spcPct val="0"/>
        </a:spcBef>
        <a:spcAft>
          <a:spcPct val="0"/>
        </a:spcAft>
        <a:defRPr sz="4800">
          <a:solidFill>
            <a:schemeClr val="tx1"/>
          </a:solidFill>
          <a:latin typeface="Perpetua Titling MT" pitchFamily="18" charset="0"/>
        </a:defRPr>
      </a:lvl9pPr>
    </p:titleStyle>
    <p:bodyStyle>
      <a:lvl1pPr marL="282575" indent="-282575" algn="l" rtl="0" eaLnBrk="0" fontAlgn="base" hangingPunct="0">
        <a:spcBef>
          <a:spcPts val="2000"/>
        </a:spcBef>
        <a:spcAft>
          <a:spcPct val="0"/>
        </a:spcAft>
        <a:buFont typeface="Calisto MT" pitchFamily="18" charset="0"/>
        <a:buChar char="•"/>
        <a:defRPr sz="2400" kern="1200">
          <a:solidFill>
            <a:schemeClr val="bg2"/>
          </a:solidFill>
          <a:effectLst>
            <a:outerShdw blurRad="63500" dir="2700000" algn="tl" rotWithShape="0">
              <a:schemeClr val="tx1">
                <a:alpha val="40000"/>
              </a:schemeClr>
            </a:outerShdw>
          </a:effectLst>
          <a:latin typeface="+mn-lt"/>
          <a:ea typeface="+mn-ea"/>
          <a:cs typeface="+mn-cs"/>
        </a:defRPr>
      </a:lvl1pPr>
      <a:lvl2pPr marL="577850" indent="-295275" algn="l" rtl="0" eaLnBrk="0" fontAlgn="base" hangingPunct="0">
        <a:spcBef>
          <a:spcPts val="600"/>
        </a:spcBef>
        <a:spcAft>
          <a:spcPct val="0"/>
        </a:spcAft>
        <a:buClr>
          <a:srgbClr val="858585"/>
        </a:buClr>
        <a:buFont typeface="Calisto MT" pitchFamily="18" charset="0"/>
        <a:buChar char="•"/>
        <a:defRPr sz="2200" kern="1200">
          <a:solidFill>
            <a:schemeClr val="bg2"/>
          </a:solidFill>
          <a:effectLst>
            <a:outerShdw blurRad="63500" dir="2700000" algn="tl" rotWithShape="0">
              <a:schemeClr val="tx1">
                <a:alpha val="40000"/>
              </a:schemeClr>
            </a:outerShdw>
          </a:effectLst>
          <a:latin typeface="+mn-lt"/>
          <a:ea typeface="+mn-ea"/>
          <a:cs typeface="+mn-cs"/>
        </a:defRPr>
      </a:lvl2pPr>
      <a:lvl3pPr marL="860425" indent="-282575" algn="l" rtl="0" eaLnBrk="0" fontAlgn="base" hangingPunct="0">
        <a:spcBef>
          <a:spcPts val="600"/>
        </a:spcBef>
        <a:spcAft>
          <a:spcPct val="0"/>
        </a:spcAft>
        <a:buFont typeface="Calisto MT" pitchFamily="18" charset="0"/>
        <a:buChar char="•"/>
        <a:defRPr sz="2000" kern="1200">
          <a:solidFill>
            <a:schemeClr val="bg2"/>
          </a:solidFill>
          <a:effectLst>
            <a:outerShdw blurRad="63500" dir="2700000" algn="tl" rotWithShape="0">
              <a:schemeClr val="tx1">
                <a:alpha val="40000"/>
              </a:schemeClr>
            </a:outerShdw>
          </a:effectLst>
          <a:latin typeface="+mn-lt"/>
          <a:ea typeface="+mn-ea"/>
          <a:cs typeface="+mn-cs"/>
        </a:defRPr>
      </a:lvl3pPr>
      <a:lvl4pPr marL="1143000" indent="-282575" algn="l" rtl="0" eaLnBrk="0" fontAlgn="base" hangingPunct="0">
        <a:spcBef>
          <a:spcPts val="600"/>
        </a:spcBef>
        <a:spcAft>
          <a:spcPct val="0"/>
        </a:spcAft>
        <a:buClr>
          <a:srgbClr val="858585"/>
        </a:buClr>
        <a:buFont typeface="Calisto MT" pitchFamily="18" charset="0"/>
        <a:buChar char="•"/>
        <a:defRPr kern="1200">
          <a:solidFill>
            <a:schemeClr val="bg2"/>
          </a:solidFill>
          <a:effectLst>
            <a:outerShdw blurRad="63500" dir="2700000" algn="tl" rotWithShape="0">
              <a:schemeClr val="tx1">
                <a:alpha val="40000"/>
              </a:schemeClr>
            </a:outerShdw>
          </a:effectLst>
          <a:latin typeface="+mn-lt"/>
          <a:ea typeface="+mn-ea"/>
          <a:cs typeface="+mn-cs"/>
        </a:defRPr>
      </a:lvl4pPr>
      <a:lvl5pPr marL="1425575" indent="-282575" algn="l" rtl="0" eaLnBrk="0" fontAlgn="base" hangingPunct="0">
        <a:spcBef>
          <a:spcPts val="600"/>
        </a:spcBef>
        <a:spcAft>
          <a:spcPct val="0"/>
        </a:spcAft>
        <a:buFont typeface="Calisto MT" pitchFamily="18" charset="0"/>
        <a:buChar char="•"/>
        <a:defRPr kern="1200">
          <a:solidFill>
            <a:schemeClr val="bg2"/>
          </a:solidFill>
          <a:effectLst>
            <a:outerShdw blurRad="63500" dir="2700000" algn="tl" rotWithShape="0">
              <a:schemeClr val="tx1">
                <a:alpha val="40000"/>
              </a:schemeClr>
            </a:outerShdw>
          </a:effectLst>
          <a:latin typeface="+mn-lt"/>
          <a:ea typeface="+mn-ea"/>
          <a:cs typeface="+mn-cs"/>
        </a:defRPr>
      </a:lvl5pPr>
      <a:lvl6pPr marL="1711325"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6pPr>
      <a:lvl7pPr marL="2000250" indent="-280988" algn="l" defTabSz="914400" rtl="0" eaLnBrk="1" latinLnBrk="0" hangingPunct="1">
        <a:spcBef>
          <a:spcPct val="20000"/>
        </a:spcBef>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7pPr>
      <a:lvl8pPr marL="2290763" indent="-280988"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bg2"/>
          </a:solidFill>
          <a:effectLst>
            <a:outerShdw blurRad="63500" dir="2700000" algn="tl" rotWithShape="0">
              <a:schemeClr val="tx1">
                <a:alpha val="40000"/>
              </a:schemeClr>
            </a:outerShdw>
          </a:effectLst>
          <a:latin typeface="+mn-lt"/>
          <a:ea typeface="+mn-ea"/>
          <a:cs typeface="+mn-cs"/>
        </a:defRPr>
      </a:lvl8pPr>
      <a:lvl9pPr marL="2571750" indent="-280988" algn="l" defTabSz="914400" rtl="0" eaLnBrk="1" latinLnBrk="0" hangingPunct="1">
        <a:spcBef>
          <a:spcPct val="20000"/>
        </a:spcBef>
        <a:buFont typeface="Arial" pitchFamily="34" charset="0"/>
        <a:buChar char="•"/>
        <a:defRPr lang="en-US" sz="1800" kern="1200" dirty="0">
          <a:solidFill>
            <a:schemeClr val="bg2"/>
          </a:solidFill>
          <a:effectLst>
            <a:outerShdw blurRad="63500" dir="2700000" algn="tl" rotWithShape="0">
              <a:schemeClr val="tx1">
                <a:alpha val="40000"/>
              </a:scheme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news.nationalgeographic.com/news/2008/12/081219-top-ten-archaeology.html" TargetMode="Externa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9463" y="538163"/>
            <a:ext cx="7583487" cy="1916112"/>
          </a:xfrm>
        </p:spPr>
        <p:txBody>
          <a:bodyPr/>
          <a:lstStyle/>
          <a:p>
            <a:pPr eaLnBrk="1" fontAlgn="auto" hangingPunct="1">
              <a:spcAft>
                <a:spcPts val="0"/>
              </a:spcAft>
              <a:defRPr/>
            </a:pPr>
            <a:r>
              <a:rPr lang="en-US" sz="6000" dirty="0" smtClean="0"/>
              <a:t>INVESTIGATING THE PAST</a:t>
            </a:r>
            <a:endParaRPr lang="en-US" sz="6000" dirty="0"/>
          </a:p>
        </p:txBody>
      </p:sp>
      <p:sp>
        <p:nvSpPr>
          <p:cNvPr id="3" name="Subtitle 2"/>
          <p:cNvSpPr>
            <a:spLocks noGrp="1"/>
          </p:cNvSpPr>
          <p:nvPr>
            <p:ph type="subTitle" idx="1"/>
          </p:nvPr>
        </p:nvSpPr>
        <p:spPr>
          <a:xfrm>
            <a:off x="779463" y="3478213"/>
            <a:ext cx="7583487" cy="1752600"/>
          </a:xfrm>
        </p:spPr>
        <p:txBody>
          <a:bodyPr/>
          <a:lstStyle/>
          <a:p>
            <a:pPr eaLnBrk="1" fontAlgn="auto" hangingPunct="1">
              <a:spcAft>
                <a:spcPts val="0"/>
              </a:spcAft>
              <a:defRPr/>
            </a:pPr>
            <a:r>
              <a:rPr lang="en-US" dirty="0" smtClean="0"/>
              <a:t>HISTORY, ARCHAEOLOGY,SCIENCE</a:t>
            </a:r>
            <a:endParaRPr lang="en-US" dirty="0"/>
          </a:p>
        </p:txBody>
      </p:sp>
      <p:pic>
        <p:nvPicPr>
          <p:cNvPr id="17411" name="Picture 7" descr="images.jpeg"/>
          <p:cNvPicPr>
            <a:picLocks noChangeAspect="1"/>
          </p:cNvPicPr>
          <p:nvPr/>
        </p:nvPicPr>
        <p:blipFill>
          <a:blip r:embed="rId2"/>
          <a:srcRect/>
          <a:stretch>
            <a:fillRect/>
          </a:stretch>
        </p:blipFill>
        <p:spPr bwMode="auto">
          <a:xfrm>
            <a:off x="6329363" y="4090988"/>
            <a:ext cx="2814637" cy="2065337"/>
          </a:xfrm>
          <a:prstGeom prst="rect">
            <a:avLst/>
          </a:prstGeom>
          <a:noFill/>
          <a:ln w="9525">
            <a:noFill/>
            <a:miter lim="800000"/>
            <a:headEnd/>
            <a:tailEnd/>
          </a:ln>
        </p:spPr>
      </p:pic>
      <p:pic>
        <p:nvPicPr>
          <p:cNvPr id="17412" name="Picture 10" descr="images.jpeg"/>
          <p:cNvPicPr>
            <a:picLocks noChangeAspect="1"/>
          </p:cNvPicPr>
          <p:nvPr/>
        </p:nvPicPr>
        <p:blipFill>
          <a:blip r:embed="rId3"/>
          <a:srcRect/>
          <a:stretch>
            <a:fillRect/>
          </a:stretch>
        </p:blipFill>
        <p:spPr bwMode="auto">
          <a:xfrm>
            <a:off x="2932113" y="4103688"/>
            <a:ext cx="3082925" cy="2052637"/>
          </a:xfrm>
          <a:prstGeom prst="rect">
            <a:avLst/>
          </a:prstGeom>
          <a:noFill/>
          <a:ln w="9525">
            <a:noFill/>
            <a:miter lim="800000"/>
            <a:headEnd/>
            <a:tailEnd/>
          </a:ln>
        </p:spPr>
      </p:pic>
      <p:pic>
        <p:nvPicPr>
          <p:cNvPr id="17413" name="Picture 11" descr="images-1.jpeg"/>
          <p:cNvPicPr>
            <a:picLocks noChangeAspect="1"/>
          </p:cNvPicPr>
          <p:nvPr/>
        </p:nvPicPr>
        <p:blipFill>
          <a:blip r:embed="rId4"/>
          <a:srcRect/>
          <a:stretch>
            <a:fillRect/>
          </a:stretch>
        </p:blipFill>
        <p:spPr bwMode="auto">
          <a:xfrm>
            <a:off x="0" y="4103688"/>
            <a:ext cx="2662238" cy="177165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What is archaeology?</a:t>
            </a:r>
            <a:endParaRPr lang="en-US" dirty="0"/>
          </a:p>
        </p:txBody>
      </p:sp>
      <p:sp>
        <p:nvSpPr>
          <p:cNvPr id="9" name="Content Placeholder 8"/>
          <p:cNvSpPr>
            <a:spLocks noGrp="1"/>
          </p:cNvSpPr>
          <p:nvPr>
            <p:ph idx="1"/>
          </p:nvPr>
        </p:nvSpPr>
        <p:spPr/>
        <p:txBody>
          <a:bodyPr/>
          <a:lstStyle/>
          <a:p>
            <a:pPr eaLnBrk="1" fontAlgn="auto" hangingPunct="1">
              <a:spcAft>
                <a:spcPts val="0"/>
              </a:spcAft>
              <a:defRPr/>
            </a:pPr>
            <a:r>
              <a:rPr lang="en-US" dirty="0" smtClean="0"/>
              <a:t>A means of studying the human past through physical remains (</a:t>
            </a:r>
            <a:r>
              <a:rPr lang="en-US" dirty="0" err="1" smtClean="0"/>
              <a:t>artefacts</a:t>
            </a:r>
            <a:r>
              <a:rPr lang="en-US" dirty="0" smtClean="0"/>
              <a:t>).</a:t>
            </a:r>
          </a:p>
          <a:p>
            <a:pPr eaLnBrk="1" fontAlgn="auto" hangingPunct="1">
              <a:spcAft>
                <a:spcPts val="0"/>
              </a:spcAft>
              <a:defRPr/>
            </a:pPr>
            <a:r>
              <a:rPr lang="en-US" dirty="0" smtClean="0"/>
              <a:t>Critical for understanding people who did not leave behind written records.</a:t>
            </a:r>
          </a:p>
          <a:p>
            <a:pPr eaLnBrk="1" fontAlgn="auto" hangingPunct="1">
              <a:spcAft>
                <a:spcPts val="0"/>
              </a:spcAft>
              <a:defRPr/>
            </a:pPr>
            <a:r>
              <a:rPr lang="en-US" dirty="0" smtClean="0"/>
              <a:t>Learn a lot more about everyday people often left out of official records.</a:t>
            </a:r>
            <a:endParaRPr lang="en-US" dirty="0"/>
          </a:p>
        </p:txBody>
      </p:sp>
      <p:pic>
        <p:nvPicPr>
          <p:cNvPr id="18435" name="Content Placeholder 3" descr="Unknown.jpeg"/>
          <p:cNvPicPr>
            <a:picLocks noGrp="1" noChangeAspect="1"/>
          </p:cNvPicPr>
          <p:nvPr/>
        </p:nvPicPr>
        <p:blipFill>
          <a:blip r:embed="rId2"/>
          <a:srcRect t="6877" b="6877"/>
          <a:stretch>
            <a:fillRect/>
          </a:stretch>
        </p:blipFill>
        <p:spPr bwMode="auto">
          <a:xfrm>
            <a:off x="3832225" y="4484688"/>
            <a:ext cx="3770313" cy="21367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t>Why is archaeology important to the study of history?</a:t>
            </a:r>
            <a:endParaRPr lang="en-US" sz="2800"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Together with History, archaeology enables us to study all aspects of human activity.</a:t>
            </a:r>
          </a:p>
          <a:p>
            <a:pPr eaLnBrk="1" fontAlgn="auto" hangingPunct="1">
              <a:spcAft>
                <a:spcPts val="0"/>
              </a:spcAft>
              <a:defRPr/>
            </a:pPr>
            <a:r>
              <a:rPr lang="en-US" dirty="0" smtClean="0"/>
              <a:t>Archaeology helps the Historian reconstruct the past.</a:t>
            </a:r>
            <a:endParaRPr lang="en-US" dirty="0"/>
          </a:p>
        </p:txBody>
      </p:sp>
      <p:pic>
        <p:nvPicPr>
          <p:cNvPr id="19459" name="Picture 4" descr="images.jpeg"/>
          <p:cNvPicPr>
            <a:picLocks noChangeAspect="1"/>
          </p:cNvPicPr>
          <p:nvPr/>
        </p:nvPicPr>
        <p:blipFill>
          <a:blip r:embed="rId2"/>
          <a:srcRect/>
          <a:stretch>
            <a:fillRect/>
          </a:stretch>
        </p:blipFill>
        <p:spPr bwMode="auto">
          <a:xfrm>
            <a:off x="1174750" y="3702569"/>
            <a:ext cx="2387600" cy="2993505"/>
          </a:xfrm>
          <a:prstGeom prst="rect">
            <a:avLst/>
          </a:prstGeom>
          <a:noFill/>
          <a:ln w="9525">
            <a:noFill/>
            <a:miter lim="800000"/>
            <a:headEnd/>
            <a:tailEnd/>
          </a:ln>
        </p:spPr>
      </p:pic>
      <p:pic>
        <p:nvPicPr>
          <p:cNvPr id="19460" name="Picture 5" descr="images.jpeg"/>
          <p:cNvPicPr>
            <a:picLocks noChangeAspect="1"/>
          </p:cNvPicPr>
          <p:nvPr/>
        </p:nvPicPr>
        <p:blipFill>
          <a:blip r:embed="rId3"/>
          <a:srcRect/>
          <a:stretch>
            <a:fillRect/>
          </a:stretch>
        </p:blipFill>
        <p:spPr bwMode="auto">
          <a:xfrm>
            <a:off x="4311650" y="3352800"/>
            <a:ext cx="3302000" cy="2463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63500"/>
            <a:ext cx="7583487" cy="1282700"/>
          </a:xfrm>
        </p:spPr>
        <p:txBody>
          <a:bodyPr/>
          <a:lstStyle/>
          <a:p>
            <a:pPr eaLnBrk="1" fontAlgn="auto" hangingPunct="1">
              <a:spcAft>
                <a:spcPts val="0"/>
              </a:spcAft>
              <a:defRPr/>
            </a:pPr>
            <a:r>
              <a:rPr lang="en-US" dirty="0" smtClean="0"/>
              <a:t>Working together – Tutankhamen’s Tomb</a:t>
            </a:r>
            <a:endParaRPr lang="en-US" dirty="0"/>
          </a:p>
        </p:txBody>
      </p:sp>
      <p:sp>
        <p:nvSpPr>
          <p:cNvPr id="4" name="Content Placeholder 3"/>
          <p:cNvSpPr>
            <a:spLocks noGrp="1"/>
          </p:cNvSpPr>
          <p:nvPr>
            <p:ph sz="half" idx="1"/>
          </p:nvPr>
        </p:nvSpPr>
        <p:spPr>
          <a:xfrm>
            <a:off x="779463" y="1828800"/>
            <a:ext cx="3565525" cy="4297363"/>
          </a:xfrm>
        </p:spPr>
        <p:txBody>
          <a:bodyPr/>
          <a:lstStyle/>
          <a:p>
            <a:pPr eaLnBrk="1" fontAlgn="auto" hangingPunct="1">
              <a:spcAft>
                <a:spcPts val="0"/>
              </a:spcAft>
              <a:defRPr/>
            </a:pPr>
            <a:r>
              <a:rPr lang="en-US" b="1" dirty="0" smtClean="0"/>
              <a:t>The Historian</a:t>
            </a:r>
          </a:p>
          <a:p>
            <a:pPr eaLnBrk="1" fontAlgn="auto" hangingPunct="1">
              <a:spcAft>
                <a:spcPts val="0"/>
              </a:spcAft>
              <a:defRPr/>
            </a:pPr>
            <a:r>
              <a:rPr lang="en-US" dirty="0" smtClean="0"/>
              <a:t>Stelas (stone tablets/ monuments)</a:t>
            </a:r>
          </a:p>
          <a:p>
            <a:pPr eaLnBrk="1" fontAlgn="auto" hangingPunct="1">
              <a:spcAft>
                <a:spcPts val="0"/>
              </a:spcAft>
              <a:defRPr/>
            </a:pPr>
            <a:r>
              <a:rPr lang="en-US" dirty="0" smtClean="0"/>
              <a:t>Tomb inscriptions</a:t>
            </a:r>
          </a:p>
          <a:p>
            <a:pPr eaLnBrk="1" fontAlgn="auto" hangingPunct="1">
              <a:spcAft>
                <a:spcPts val="0"/>
              </a:spcAft>
              <a:defRPr/>
            </a:pPr>
            <a:r>
              <a:rPr lang="en-US" dirty="0" smtClean="0"/>
              <a:t>Inscriptions on statues</a:t>
            </a:r>
          </a:p>
          <a:p>
            <a:pPr eaLnBrk="1" fontAlgn="auto" hangingPunct="1">
              <a:spcAft>
                <a:spcPts val="0"/>
              </a:spcAft>
              <a:defRPr/>
            </a:pPr>
            <a:r>
              <a:rPr lang="en-US" dirty="0" smtClean="0"/>
              <a:t>Official documents</a:t>
            </a:r>
          </a:p>
          <a:p>
            <a:pPr eaLnBrk="1" fontAlgn="auto" hangingPunct="1">
              <a:spcAft>
                <a:spcPts val="0"/>
              </a:spcAft>
              <a:defRPr/>
            </a:pPr>
            <a:r>
              <a:rPr lang="en-US" dirty="0" smtClean="0"/>
              <a:t>Writings on burial goods</a:t>
            </a:r>
            <a:endParaRPr lang="en-US" dirty="0"/>
          </a:p>
        </p:txBody>
      </p:sp>
      <p:sp>
        <p:nvSpPr>
          <p:cNvPr id="5" name="Content Placeholder 4"/>
          <p:cNvSpPr>
            <a:spLocks noGrp="1"/>
          </p:cNvSpPr>
          <p:nvPr>
            <p:ph sz="half" idx="2"/>
          </p:nvPr>
        </p:nvSpPr>
        <p:spPr>
          <a:xfrm>
            <a:off x="4797425" y="1828800"/>
            <a:ext cx="3565525" cy="4297363"/>
          </a:xfrm>
        </p:spPr>
        <p:txBody>
          <a:bodyPr/>
          <a:lstStyle/>
          <a:p>
            <a:pPr eaLnBrk="1" fontAlgn="auto" hangingPunct="1">
              <a:spcAft>
                <a:spcPts val="0"/>
              </a:spcAft>
              <a:defRPr/>
            </a:pPr>
            <a:r>
              <a:rPr lang="en-US" b="1" dirty="0" smtClean="0"/>
              <a:t>The Archaeologist</a:t>
            </a:r>
          </a:p>
          <a:p>
            <a:pPr eaLnBrk="1" fontAlgn="auto" hangingPunct="1">
              <a:spcAft>
                <a:spcPts val="0"/>
              </a:spcAft>
              <a:defRPr/>
            </a:pPr>
            <a:r>
              <a:rPr lang="en-US" dirty="0" smtClean="0"/>
              <a:t>Tombs in the Valley of the Kings</a:t>
            </a:r>
          </a:p>
          <a:p>
            <a:pPr eaLnBrk="1" fontAlgn="auto" hangingPunct="1">
              <a:spcAft>
                <a:spcPts val="0"/>
              </a:spcAft>
              <a:defRPr/>
            </a:pPr>
            <a:r>
              <a:rPr lang="en-US" dirty="0" smtClean="0"/>
              <a:t>Burial goods</a:t>
            </a:r>
          </a:p>
          <a:p>
            <a:pPr eaLnBrk="1" fontAlgn="auto" hangingPunct="1">
              <a:spcAft>
                <a:spcPts val="0"/>
              </a:spcAft>
              <a:defRPr/>
            </a:pPr>
            <a:r>
              <a:rPr lang="en-US" dirty="0" smtClean="0"/>
              <a:t>Mummified body</a:t>
            </a:r>
          </a:p>
          <a:p>
            <a:pPr eaLnBrk="1" fontAlgn="auto" hangingPunct="1">
              <a:spcAft>
                <a:spcPts val="0"/>
              </a:spcAft>
              <a:defRPr/>
            </a:pPr>
            <a:r>
              <a:rPr lang="en-US" dirty="0" smtClean="0"/>
              <a:t>Wall paintings</a:t>
            </a:r>
          </a:p>
          <a:p>
            <a:pPr eaLnBrk="1" fontAlgn="auto" hangingPunct="1">
              <a:spcAft>
                <a:spcPts val="0"/>
              </a:spcAft>
              <a:defRPr/>
            </a:pPr>
            <a:r>
              <a:rPr lang="en-US" dirty="0" smtClean="0"/>
              <a:t>Temples</a:t>
            </a:r>
            <a:endParaRPr lang="en-US" dirty="0"/>
          </a:p>
        </p:txBody>
      </p:sp>
    </p:spTree>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Working in the trenches</a:t>
            </a:r>
            <a:endParaRPr lang="en-US" dirty="0"/>
          </a:p>
        </p:txBody>
      </p:sp>
      <p:sp>
        <p:nvSpPr>
          <p:cNvPr id="3" name="Content Placeholder 2"/>
          <p:cNvSpPr>
            <a:spLocks noGrp="1"/>
          </p:cNvSpPr>
          <p:nvPr>
            <p:ph idx="1"/>
          </p:nvPr>
        </p:nvSpPr>
        <p:spPr/>
        <p:txBody>
          <a:bodyPr>
            <a:normAutofit fontScale="85000" lnSpcReduction="20000"/>
          </a:bodyPr>
          <a:lstStyle/>
          <a:p>
            <a:pPr eaLnBrk="1" fontAlgn="auto" hangingPunct="1">
              <a:spcAft>
                <a:spcPts val="0"/>
              </a:spcAft>
              <a:defRPr/>
            </a:pPr>
            <a:r>
              <a:rPr lang="en-US" dirty="0" smtClean="0"/>
              <a:t>Like a post-mortem – every piece of evidence is examined in great detail to gain information and interpret what has been found.</a:t>
            </a:r>
          </a:p>
          <a:p>
            <a:pPr eaLnBrk="1" fontAlgn="auto" hangingPunct="1">
              <a:spcAft>
                <a:spcPts val="0"/>
              </a:spcAft>
              <a:defRPr/>
            </a:pPr>
            <a:r>
              <a:rPr lang="en-US" dirty="0" smtClean="0"/>
              <a:t>Sir Mortimer Wheeler was the first archaeologist to employ the box grid system. The site is divided into squares (boxes) and each square is numbered and then excavated leaving a baulk (wall) in between.</a:t>
            </a:r>
          </a:p>
          <a:p>
            <a:pPr eaLnBrk="1" fontAlgn="auto" hangingPunct="1">
              <a:spcAft>
                <a:spcPts val="0"/>
              </a:spcAft>
              <a:defRPr/>
            </a:pPr>
            <a:r>
              <a:rPr lang="en-US" dirty="0" smtClean="0"/>
              <a:t>The baulk provides a vertical record of the layers dug (strata) and each one is labeled, as is everything found within them. The baulks may be removed later to reveal the overall nature of the site.</a:t>
            </a:r>
          </a:p>
          <a:p>
            <a:pPr eaLnBrk="1" fontAlgn="auto" hangingPunct="1">
              <a:spcAft>
                <a:spcPts val="0"/>
              </a:spcAft>
              <a:defRPr/>
            </a:pPr>
            <a:r>
              <a:rPr lang="en-US" b="1" dirty="0" smtClean="0"/>
              <a:t>Open-area excavation </a:t>
            </a:r>
            <a:r>
              <a:rPr lang="en-US" dirty="0" smtClean="0"/>
              <a:t>is the most common method used today – site is uncovered layer by layer.</a:t>
            </a:r>
            <a:endParaRPr lang="en-US" dirty="0"/>
          </a:p>
        </p:txBody>
      </p:sp>
    </p:spTree>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idx="4294967295"/>
          </p:nvPr>
        </p:nvSpPr>
        <p:spPr bwMode="auto">
          <a:noFill/>
        </p:spPr>
        <p:txBody>
          <a:bodyPr wrap="square" numCol="1" anchorCtr="0" compatLnSpc="1">
            <a:prstTxWarp prst="textNoShape">
              <a:avLst/>
            </a:prstTxWarp>
          </a:bodyPr>
          <a:lstStyle/>
          <a:p>
            <a:r>
              <a:rPr lang="en-AU" smtClean="0">
                <a:effectLst/>
              </a:rPr>
              <a:t>BOX GRID SYSTEM</a:t>
            </a:r>
          </a:p>
        </p:txBody>
      </p:sp>
      <p:pic>
        <p:nvPicPr>
          <p:cNvPr id="56324" name="Picture 3" descr="images.jpeg"/>
          <p:cNvPicPr>
            <a:picLocks noGrp="1" noChangeAspect="1"/>
          </p:cNvPicPr>
          <p:nvPr>
            <p:ph type="body" idx="4294967295"/>
          </p:nvPr>
        </p:nvPicPr>
        <p:blipFill>
          <a:blip r:embed="rId2"/>
          <a:srcRect/>
          <a:stretch>
            <a:fillRect/>
          </a:stretch>
        </p:blipFill>
        <p:spPr bwMode="auto">
          <a:xfrm>
            <a:off x="1127125" y="1722438"/>
            <a:ext cx="6970713" cy="4562475"/>
          </a:xfrm>
          <a:noFill/>
        </p:spPr>
      </p:pic>
    </p:spTree>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Archaeologists at work</a:t>
            </a:r>
            <a:endParaRPr lang="en-US" dirty="0"/>
          </a:p>
        </p:txBody>
      </p:sp>
      <p:sp>
        <p:nvSpPr>
          <p:cNvPr id="3" name="Content Placeholder 2"/>
          <p:cNvSpPr>
            <a:spLocks noGrp="1"/>
          </p:cNvSpPr>
          <p:nvPr>
            <p:ph idx="1"/>
          </p:nvPr>
        </p:nvSpPr>
        <p:spPr>
          <a:xfrm>
            <a:off x="779463" y="1828800"/>
            <a:ext cx="7583487" cy="4586990"/>
          </a:xfrm>
        </p:spPr>
        <p:txBody>
          <a:bodyPr wrap="square" numCol="1" anchor="t" anchorCtr="0" compatLnSpc="1">
            <a:prstTxWarp prst="textNoShape">
              <a:avLst/>
            </a:prstTxWarp>
            <a:normAutofit lnSpcReduction="10000"/>
          </a:bodyPr>
          <a:lstStyle/>
          <a:p>
            <a:pPr eaLnBrk="1" hangingPunct="1">
              <a:lnSpc>
                <a:spcPct val="90000"/>
              </a:lnSpc>
            </a:pPr>
            <a:r>
              <a:rPr lang="en-US" sz="2000" dirty="0" smtClean="0">
                <a:effectLst/>
              </a:rPr>
              <a:t> Notice the grid system.</a:t>
            </a:r>
          </a:p>
          <a:p>
            <a:pPr eaLnBrk="1" hangingPunct="1">
              <a:lnSpc>
                <a:spcPct val="90000"/>
              </a:lnSpc>
            </a:pPr>
            <a:r>
              <a:rPr lang="en-US" sz="2000" dirty="0" smtClean="0">
                <a:effectLst/>
              </a:rPr>
              <a:t>What tools are the archaeologists using?</a:t>
            </a:r>
          </a:p>
          <a:p>
            <a:pPr eaLnBrk="1" hangingPunct="1">
              <a:lnSpc>
                <a:spcPct val="90000"/>
              </a:lnSpc>
            </a:pPr>
            <a:endParaRPr lang="en-US" sz="2000" dirty="0">
              <a:effectLst/>
            </a:endParaRPr>
          </a:p>
          <a:p>
            <a:pPr eaLnBrk="1" hangingPunct="1">
              <a:lnSpc>
                <a:spcPct val="90000"/>
              </a:lnSpc>
            </a:pPr>
            <a:endParaRPr lang="en-US" sz="2000" dirty="0" smtClean="0">
              <a:effectLst/>
            </a:endParaRPr>
          </a:p>
          <a:p>
            <a:pPr eaLnBrk="1" hangingPunct="1">
              <a:lnSpc>
                <a:spcPct val="90000"/>
              </a:lnSpc>
            </a:pPr>
            <a:endParaRPr lang="en-US" sz="2000" dirty="0">
              <a:effectLst/>
            </a:endParaRPr>
          </a:p>
          <a:p>
            <a:pPr eaLnBrk="1" hangingPunct="1">
              <a:lnSpc>
                <a:spcPct val="90000"/>
              </a:lnSpc>
            </a:pPr>
            <a:endParaRPr lang="en-US" sz="2000" dirty="0" smtClean="0">
              <a:effectLst/>
            </a:endParaRPr>
          </a:p>
          <a:p>
            <a:pPr eaLnBrk="1" hangingPunct="1">
              <a:lnSpc>
                <a:spcPct val="90000"/>
              </a:lnSpc>
            </a:pPr>
            <a:endParaRPr lang="en-US" sz="2000" dirty="0" smtClean="0">
              <a:effectLst/>
            </a:endParaRPr>
          </a:p>
          <a:p>
            <a:pPr eaLnBrk="1" hangingPunct="1">
              <a:lnSpc>
                <a:spcPct val="90000"/>
              </a:lnSpc>
            </a:pPr>
            <a:endParaRPr lang="en-US" sz="2000" dirty="0" smtClean="0">
              <a:effectLst/>
            </a:endParaRPr>
          </a:p>
          <a:p>
            <a:pPr eaLnBrk="1" hangingPunct="1">
              <a:lnSpc>
                <a:spcPct val="90000"/>
              </a:lnSpc>
            </a:pPr>
            <a:r>
              <a:rPr lang="en-US" sz="2000" dirty="0" smtClean="0">
                <a:effectLst/>
              </a:rPr>
              <a:t>Unfortunately, even the act of digging destroys evidence!</a:t>
            </a: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pPr>
            <a:endParaRPr lang="en-US" sz="2000" dirty="0" smtClean="0">
              <a:effectLst>
                <a:outerShdw blurRad="38100" dist="38100" dir="2700000" algn="tl">
                  <a:srgbClr val="000000"/>
                </a:outerShdw>
              </a:effectLst>
            </a:endParaRPr>
          </a:p>
          <a:p>
            <a:pPr eaLnBrk="1" hangingPunct="1">
              <a:lnSpc>
                <a:spcPct val="90000"/>
              </a:lnSpc>
              <a:buFont typeface="Calisto MT" pitchFamily="18" charset="0"/>
              <a:buNone/>
            </a:pPr>
            <a:endParaRPr lang="en-US" sz="2000" dirty="0" smtClean="0">
              <a:effectLst>
                <a:outerShdw blurRad="38100" dist="38100" dir="2700000" algn="tl">
                  <a:srgbClr val="000000"/>
                </a:outerShdw>
              </a:effectLst>
            </a:endParaRPr>
          </a:p>
        </p:txBody>
      </p:sp>
      <p:pic>
        <p:nvPicPr>
          <p:cNvPr id="25603" name="Picture 4" descr="401px-Temple_Precinct_2007.jpg"/>
          <p:cNvPicPr>
            <a:picLocks noChangeAspect="1"/>
          </p:cNvPicPr>
          <p:nvPr/>
        </p:nvPicPr>
        <p:blipFill>
          <a:blip r:embed="rId3"/>
          <a:srcRect/>
          <a:stretch>
            <a:fillRect/>
          </a:stretch>
        </p:blipFill>
        <p:spPr bwMode="auto">
          <a:xfrm>
            <a:off x="6700838" y="1909007"/>
            <a:ext cx="2171700" cy="3244850"/>
          </a:xfrm>
          <a:prstGeom prst="rect">
            <a:avLst/>
          </a:prstGeom>
          <a:noFill/>
          <a:ln w="9525">
            <a:noFill/>
            <a:miter lim="800000"/>
            <a:headEnd/>
            <a:tailEnd/>
          </a:ln>
        </p:spPr>
      </p:pic>
      <p:pic>
        <p:nvPicPr>
          <p:cNvPr id="25604" name="Picture 6" descr="Unknown.jpeg"/>
          <p:cNvPicPr>
            <a:picLocks noChangeAspect="1"/>
          </p:cNvPicPr>
          <p:nvPr/>
        </p:nvPicPr>
        <p:blipFill>
          <a:blip r:embed="rId4"/>
          <a:srcRect/>
          <a:stretch>
            <a:fillRect/>
          </a:stretch>
        </p:blipFill>
        <p:spPr bwMode="auto">
          <a:xfrm>
            <a:off x="269875" y="2907063"/>
            <a:ext cx="3651250" cy="2430463"/>
          </a:xfrm>
          <a:prstGeom prst="rect">
            <a:avLst/>
          </a:prstGeom>
          <a:noFill/>
          <a:ln w="9525">
            <a:noFill/>
            <a:miter lim="800000"/>
            <a:headEnd/>
            <a:tailEnd/>
          </a:ln>
        </p:spPr>
      </p:pic>
      <p:pic>
        <p:nvPicPr>
          <p:cNvPr id="25605" name="Picture 7" descr="Unknown.jpeg"/>
          <p:cNvPicPr>
            <a:picLocks noChangeAspect="1"/>
          </p:cNvPicPr>
          <p:nvPr/>
        </p:nvPicPr>
        <p:blipFill>
          <a:blip r:embed="rId5"/>
          <a:srcRect/>
          <a:stretch>
            <a:fillRect/>
          </a:stretch>
        </p:blipFill>
        <p:spPr bwMode="auto">
          <a:xfrm>
            <a:off x="4099718" y="3600451"/>
            <a:ext cx="2439988" cy="1828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Tools of the trade</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 A trowel is essential but archaeologists use a wide range of tools and equipment from bulldozers to cotton gloves.</a:t>
            </a:r>
            <a:endParaRPr lang="en-US" dirty="0"/>
          </a:p>
        </p:txBody>
      </p:sp>
      <p:pic>
        <p:nvPicPr>
          <p:cNvPr id="27651" name="Picture 3" descr="images-1.jpeg"/>
          <p:cNvPicPr>
            <a:picLocks noChangeAspect="1"/>
          </p:cNvPicPr>
          <p:nvPr/>
        </p:nvPicPr>
        <p:blipFill>
          <a:blip r:embed="rId2"/>
          <a:srcRect/>
          <a:stretch>
            <a:fillRect/>
          </a:stretch>
        </p:blipFill>
        <p:spPr bwMode="auto">
          <a:xfrm>
            <a:off x="1992313" y="3033713"/>
            <a:ext cx="2946400" cy="2755900"/>
          </a:xfrm>
          <a:prstGeom prst="rect">
            <a:avLst/>
          </a:prstGeom>
          <a:noFill/>
          <a:ln w="9525">
            <a:noFill/>
            <a:miter lim="800000"/>
            <a:headEnd/>
            <a:tailEnd/>
          </a:ln>
        </p:spPr>
      </p:pic>
      <p:pic>
        <p:nvPicPr>
          <p:cNvPr id="27652" name="Picture 4" descr="Unknown-1.jpeg"/>
          <p:cNvPicPr>
            <a:picLocks noChangeAspect="1"/>
          </p:cNvPicPr>
          <p:nvPr/>
        </p:nvPicPr>
        <p:blipFill>
          <a:blip r:embed="rId3"/>
          <a:srcRect/>
          <a:stretch>
            <a:fillRect/>
          </a:stretch>
        </p:blipFill>
        <p:spPr bwMode="auto">
          <a:xfrm>
            <a:off x="5480050" y="3867150"/>
            <a:ext cx="2946400" cy="2209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3600" dirty="0" smtClean="0"/>
              <a:t>Destruction of evidence</a:t>
            </a:r>
            <a:endParaRPr lang="en-US" sz="3600" dirty="0"/>
          </a:p>
        </p:txBody>
      </p:sp>
      <p:sp>
        <p:nvSpPr>
          <p:cNvPr id="3" name="Content Placeholder 2"/>
          <p:cNvSpPr>
            <a:spLocks noGrp="1"/>
          </p:cNvSpPr>
          <p:nvPr>
            <p:ph idx="1"/>
          </p:nvPr>
        </p:nvSpPr>
        <p:spPr/>
        <p:txBody>
          <a:bodyPr>
            <a:normAutofit fontScale="85000" lnSpcReduction="20000"/>
          </a:bodyPr>
          <a:lstStyle/>
          <a:p>
            <a:pPr eaLnBrk="1" fontAlgn="auto" hangingPunct="1">
              <a:spcAft>
                <a:spcPts val="0"/>
              </a:spcAft>
              <a:defRPr/>
            </a:pPr>
            <a:r>
              <a:rPr lang="en-US" b="1" dirty="0" smtClean="0"/>
              <a:t>Warfare</a:t>
            </a:r>
            <a:r>
              <a:rPr lang="en-US" dirty="0" smtClean="0"/>
              <a:t> is an easily recognizable cause for destruction of evidence. </a:t>
            </a:r>
          </a:p>
          <a:p>
            <a:pPr eaLnBrk="1" fontAlgn="auto" hangingPunct="1">
              <a:spcAft>
                <a:spcPts val="0"/>
              </a:spcAft>
              <a:defRPr/>
            </a:pPr>
            <a:r>
              <a:rPr lang="en-US" b="1" dirty="0" smtClean="0"/>
              <a:t>Tomb robbers </a:t>
            </a:r>
            <a:r>
              <a:rPr lang="en-US" dirty="0" smtClean="0"/>
              <a:t>and looters both in antiquity and modern times have taken and destroyed much evidence.</a:t>
            </a:r>
          </a:p>
          <a:p>
            <a:pPr eaLnBrk="1" fontAlgn="auto" hangingPunct="1">
              <a:spcAft>
                <a:spcPts val="0"/>
              </a:spcAft>
              <a:defRPr/>
            </a:pPr>
            <a:r>
              <a:rPr lang="en-US" b="1" dirty="0" smtClean="0"/>
              <a:t>Pollution</a:t>
            </a:r>
            <a:r>
              <a:rPr lang="en-US" dirty="0" smtClean="0"/>
              <a:t> in the modern age is destroying many ancient monuments and sites .Smog has been destroying stonework in Athens. Sewerage in Egypt has caused problems to its ancient monuments.</a:t>
            </a:r>
          </a:p>
          <a:p>
            <a:pPr eaLnBrk="1" fontAlgn="auto" hangingPunct="1">
              <a:spcAft>
                <a:spcPts val="0"/>
              </a:spcAft>
              <a:defRPr/>
            </a:pPr>
            <a:r>
              <a:rPr lang="en-US" b="1" dirty="0" smtClean="0"/>
              <a:t>Tourism</a:t>
            </a:r>
            <a:r>
              <a:rPr lang="en-US" dirty="0" smtClean="0"/>
              <a:t> – for e.g., brown bacterial growth on the walls of Tutankhamen’s tomb caused by the 25 </a:t>
            </a:r>
            <a:r>
              <a:rPr lang="en-US" dirty="0" err="1" smtClean="0"/>
              <a:t>litres</a:t>
            </a:r>
            <a:r>
              <a:rPr lang="en-US" dirty="0" smtClean="0"/>
              <a:t> of human sweat that condense there every day.</a:t>
            </a:r>
          </a:p>
          <a:p>
            <a:pPr eaLnBrk="1" fontAlgn="auto" hangingPunct="1">
              <a:spcAft>
                <a:spcPts val="0"/>
              </a:spcAft>
              <a:defRPr/>
            </a:pPr>
            <a:r>
              <a:rPr lang="en-US" dirty="0" smtClean="0"/>
              <a:t>Plants, rat, mice, insects, fungi and bacteria can all degrade a site.</a:t>
            </a:r>
            <a:endParaRPr lang="en-US" dirty="0"/>
          </a:p>
        </p:txBody>
      </p:sp>
    </p:spTree>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Site preservation</a:t>
            </a:r>
            <a:endParaRPr lang="en-US" dirty="0"/>
          </a:p>
        </p:txBody>
      </p:sp>
      <p:sp>
        <p:nvSpPr>
          <p:cNvPr id="3" name="Content Placeholder 2"/>
          <p:cNvSpPr>
            <a:spLocks noGrp="1"/>
          </p:cNvSpPr>
          <p:nvPr>
            <p:ph idx="1"/>
          </p:nvPr>
        </p:nvSpPr>
        <p:spPr/>
        <p:txBody>
          <a:bodyPr>
            <a:normAutofit fontScale="92500" lnSpcReduction="10000"/>
          </a:bodyPr>
          <a:lstStyle/>
          <a:p>
            <a:pPr eaLnBrk="1" fontAlgn="auto" hangingPunct="1">
              <a:spcAft>
                <a:spcPts val="0"/>
              </a:spcAft>
              <a:defRPr/>
            </a:pPr>
            <a:r>
              <a:rPr lang="en-US" dirty="0" smtClean="0"/>
              <a:t>Different materials decay at different rates.</a:t>
            </a:r>
          </a:p>
          <a:p>
            <a:pPr eaLnBrk="1" fontAlgn="auto" hangingPunct="1">
              <a:spcAft>
                <a:spcPts val="0"/>
              </a:spcAft>
              <a:defRPr/>
            </a:pPr>
            <a:r>
              <a:rPr lang="en-US" dirty="0" smtClean="0"/>
              <a:t>Textiles, papyrus, wood and parchment are destroyed easily and unlikely to survive except in desert conditions. Heat and absence of moisture prevent decay. However the acidic soil in peat bogs help prevent decay and act like a refrigerator in cold climates.</a:t>
            </a:r>
          </a:p>
          <a:p>
            <a:pPr eaLnBrk="1" fontAlgn="auto" hangingPunct="1">
              <a:spcAft>
                <a:spcPts val="0"/>
              </a:spcAft>
              <a:defRPr/>
            </a:pPr>
            <a:r>
              <a:rPr lang="en-US" dirty="0" smtClean="0"/>
              <a:t>Under normal conditions metals such as gold and silver survive .Iron rusts and bronze decays. Stone and pottery are almost indestructible. Pottery is an invaluable dating tool.</a:t>
            </a:r>
          </a:p>
          <a:p>
            <a:pPr eaLnBrk="1" fontAlgn="auto" hangingPunct="1">
              <a:spcAft>
                <a:spcPts val="0"/>
              </a:spcAft>
              <a:defRPr/>
            </a:pPr>
            <a:r>
              <a:rPr lang="en-US" dirty="0" smtClean="0"/>
              <a:t>Calcium in the soil may turn bones to stone.</a:t>
            </a:r>
          </a:p>
        </p:txBody>
      </p:sp>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finds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The Danish scholar C.J. Thomsen (1788-1865) devised the sequential three-age dating system based on the technology of stone, bronze and iron.</a:t>
            </a:r>
          </a:p>
          <a:p>
            <a:pPr eaLnBrk="1" fontAlgn="auto" hangingPunct="1">
              <a:spcAft>
                <a:spcPts val="0"/>
              </a:spcAft>
              <a:defRPr/>
            </a:pPr>
            <a:r>
              <a:rPr lang="en-US" dirty="0" smtClean="0"/>
              <a:t>Each of these three ages is further divided into early, middle and late periods. </a:t>
            </a:r>
          </a:p>
          <a:p>
            <a:pPr eaLnBrk="1" fontAlgn="auto" hangingPunct="1">
              <a:spcAft>
                <a:spcPts val="0"/>
              </a:spcAft>
              <a:defRPr/>
            </a:pPr>
            <a:r>
              <a:rPr lang="en-US" dirty="0" smtClean="0"/>
              <a:t>The Stone Age is divided into </a:t>
            </a:r>
            <a:r>
              <a:rPr lang="en-US" dirty="0" err="1" smtClean="0"/>
              <a:t>Palaeolithic</a:t>
            </a:r>
            <a:r>
              <a:rPr lang="en-US" dirty="0" smtClean="0"/>
              <a:t> (</a:t>
            </a:r>
            <a:r>
              <a:rPr lang="en-US" dirty="0" err="1" smtClean="0"/>
              <a:t>palaeo</a:t>
            </a:r>
            <a:r>
              <a:rPr lang="en-US" dirty="0" smtClean="0"/>
              <a:t> = old, lithic = stone), Mesolithic (‘Middle Stone’) and the Neolithic (‘New Stone’). Similarly, the Bronze and Iron Ages are divided into periods reflecting major phases in culture and technology.</a:t>
            </a:r>
            <a:endParaRPr lang="en-US" dirty="0"/>
          </a:p>
        </p:txBody>
      </p:sp>
    </p:spTree>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finds II</a:t>
            </a:r>
            <a:endParaRPr lang="en-US" dirty="0"/>
          </a:p>
        </p:txBody>
      </p:sp>
      <p:sp>
        <p:nvSpPr>
          <p:cNvPr id="3" name="Content Placeholder 2"/>
          <p:cNvSpPr>
            <a:spLocks noGrp="1"/>
          </p:cNvSpPr>
          <p:nvPr>
            <p:ph idx="1"/>
          </p:nvPr>
        </p:nvSpPr>
        <p:spPr/>
        <p:txBody>
          <a:bodyPr>
            <a:normAutofit fontScale="92500"/>
          </a:bodyPr>
          <a:lstStyle/>
          <a:p>
            <a:pPr eaLnBrk="1" fontAlgn="auto" hangingPunct="1">
              <a:spcAft>
                <a:spcPts val="0"/>
              </a:spcAft>
              <a:defRPr/>
            </a:pPr>
            <a:r>
              <a:rPr lang="en-US" dirty="0" smtClean="0"/>
              <a:t>Radiocarbon or Carbon-14 dating is probably the most useful.</a:t>
            </a:r>
          </a:p>
          <a:p>
            <a:pPr eaLnBrk="1" fontAlgn="auto" hangingPunct="1">
              <a:spcAft>
                <a:spcPts val="0"/>
              </a:spcAft>
              <a:defRPr/>
            </a:pPr>
            <a:r>
              <a:rPr lang="en-US" dirty="0" smtClean="0"/>
              <a:t>All living things absorb Carbon-14 – a radio-active isotope of carbon. This process stops at death and the Carbon-14 begins to decay. After 5730 years, 50% has decayed – scientists call this the ‘half-life’ of the isotope. At around 40,000 to 50,000 the level is almost zero.</a:t>
            </a:r>
          </a:p>
          <a:p>
            <a:pPr eaLnBrk="1" fontAlgn="auto" hangingPunct="1">
              <a:spcAft>
                <a:spcPts val="0"/>
              </a:spcAft>
              <a:defRPr/>
            </a:pPr>
            <a:r>
              <a:rPr lang="en-US" dirty="0" smtClean="0"/>
              <a:t>Carbon-14 dates are usually expressed BP plus or minus so many years. (BP = Before </a:t>
            </a:r>
            <a:r>
              <a:rPr lang="en-US" dirty="0"/>
              <a:t>P</a:t>
            </a:r>
            <a:r>
              <a:rPr lang="en-US" dirty="0" smtClean="0"/>
              <a:t>resent, with 1950 the ‘present’, the year Willard Libby developed the Carbon-14 method) </a:t>
            </a:r>
            <a:endParaRPr lang="en-US" dirty="0"/>
          </a:p>
        </p:txBody>
      </p:sp>
    </p:spTree>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Dating methods</a:t>
            </a:r>
            <a:endParaRPr lang="en-US" dirty="0"/>
          </a:p>
        </p:txBody>
      </p:sp>
      <p:sp>
        <p:nvSpPr>
          <p:cNvPr id="3" name="Content Placeholder 2"/>
          <p:cNvSpPr>
            <a:spLocks noGrp="1"/>
          </p:cNvSpPr>
          <p:nvPr>
            <p:ph idx="1"/>
          </p:nvPr>
        </p:nvSpPr>
        <p:spPr/>
        <p:txBody>
          <a:bodyPr>
            <a:normAutofit fontScale="92500" lnSpcReduction="10000"/>
          </a:bodyPr>
          <a:lstStyle/>
          <a:p>
            <a:pPr marL="0" indent="0" eaLnBrk="1" fontAlgn="auto" hangingPunct="1">
              <a:spcAft>
                <a:spcPts val="0"/>
              </a:spcAft>
              <a:buNone/>
              <a:defRPr/>
            </a:pPr>
            <a:r>
              <a:rPr lang="en-US" dirty="0" smtClean="0"/>
              <a:t>Some common dating methods include;</a:t>
            </a:r>
          </a:p>
          <a:p>
            <a:pPr eaLnBrk="1" fontAlgn="auto" hangingPunct="1">
              <a:spcAft>
                <a:spcPts val="0"/>
              </a:spcAft>
              <a:defRPr/>
            </a:pPr>
            <a:r>
              <a:rPr lang="en-US" dirty="0" smtClean="0"/>
              <a:t>Carbon-14 dating</a:t>
            </a:r>
          </a:p>
          <a:p>
            <a:pPr eaLnBrk="1" fontAlgn="auto" hangingPunct="1">
              <a:spcAft>
                <a:spcPts val="0"/>
              </a:spcAft>
              <a:defRPr/>
            </a:pPr>
            <a:r>
              <a:rPr lang="en-US" dirty="0" smtClean="0"/>
              <a:t>Dendrochronology</a:t>
            </a:r>
          </a:p>
          <a:p>
            <a:pPr eaLnBrk="1" fontAlgn="auto" hangingPunct="1">
              <a:spcAft>
                <a:spcPts val="0"/>
              </a:spcAft>
              <a:defRPr/>
            </a:pPr>
            <a:r>
              <a:rPr lang="en-US" dirty="0" err="1" smtClean="0"/>
              <a:t>Thermoluminescence</a:t>
            </a:r>
            <a:endParaRPr lang="en-US" dirty="0" smtClean="0"/>
          </a:p>
          <a:p>
            <a:pPr eaLnBrk="1" fontAlgn="auto" hangingPunct="1">
              <a:spcAft>
                <a:spcPts val="0"/>
              </a:spcAft>
              <a:defRPr/>
            </a:pPr>
            <a:r>
              <a:rPr lang="en-US" dirty="0" smtClean="0"/>
              <a:t>Fluorine testing</a:t>
            </a:r>
          </a:p>
          <a:p>
            <a:pPr eaLnBrk="1" fontAlgn="auto" hangingPunct="1">
              <a:spcAft>
                <a:spcPts val="0"/>
              </a:spcAft>
              <a:defRPr/>
            </a:pPr>
            <a:r>
              <a:rPr lang="en-US" dirty="0" smtClean="0"/>
              <a:t>Stratification</a:t>
            </a:r>
          </a:p>
          <a:p>
            <a:pPr eaLnBrk="1" fontAlgn="auto" hangingPunct="1">
              <a:spcAft>
                <a:spcPts val="0"/>
              </a:spcAft>
              <a:defRPr/>
            </a:pPr>
            <a:r>
              <a:rPr lang="en-US" dirty="0" smtClean="0"/>
              <a:t>DNA</a:t>
            </a:r>
          </a:p>
          <a:p>
            <a:pPr eaLnBrk="1" fontAlgn="auto" hangingPunct="1">
              <a:spcAft>
                <a:spcPts val="0"/>
              </a:spcAft>
              <a:defRPr/>
            </a:pPr>
            <a:r>
              <a:rPr lang="en-US" dirty="0" smtClean="0"/>
              <a:t>Cross-dating</a:t>
            </a:r>
          </a:p>
        </p:txBody>
      </p:sp>
      <p:pic>
        <p:nvPicPr>
          <p:cNvPr id="32771" name="Picture 3" descr="images.jpeg"/>
          <p:cNvPicPr>
            <a:picLocks noChangeAspect="1"/>
          </p:cNvPicPr>
          <p:nvPr/>
        </p:nvPicPr>
        <p:blipFill>
          <a:blip r:embed="rId2"/>
          <a:srcRect/>
          <a:stretch>
            <a:fillRect/>
          </a:stretch>
        </p:blipFill>
        <p:spPr bwMode="auto">
          <a:xfrm>
            <a:off x="3975040" y="2706636"/>
            <a:ext cx="4728598" cy="3529272"/>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Stratigraphy</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a:t>Layers of soil or other materials are deposited in the past in chronological order, with the oldest layer at the bottom. </a:t>
            </a:r>
          </a:p>
        </p:txBody>
      </p:sp>
      <p:pic>
        <p:nvPicPr>
          <p:cNvPr id="33795" name="Picture 3" descr="156.jpg"/>
          <p:cNvPicPr>
            <a:picLocks noChangeAspect="1"/>
          </p:cNvPicPr>
          <p:nvPr/>
        </p:nvPicPr>
        <p:blipFill>
          <a:blip r:embed="rId2"/>
          <a:srcRect/>
          <a:stretch>
            <a:fillRect/>
          </a:stretch>
        </p:blipFill>
        <p:spPr bwMode="auto">
          <a:xfrm>
            <a:off x="2174875" y="3044825"/>
            <a:ext cx="5521325" cy="36226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finds</a:t>
            </a:r>
            <a:endParaRPr lang="en-US" dirty="0"/>
          </a:p>
        </p:txBody>
      </p:sp>
      <p:pic>
        <p:nvPicPr>
          <p:cNvPr id="34818" name="Picture 4" descr="250px-Pella_House_atrium.jpg"/>
          <p:cNvPicPr>
            <a:picLocks noChangeAspect="1"/>
          </p:cNvPicPr>
          <p:nvPr/>
        </p:nvPicPr>
        <p:blipFill>
          <a:blip r:embed="rId2"/>
          <a:srcRect/>
          <a:stretch>
            <a:fillRect/>
          </a:stretch>
        </p:blipFill>
        <p:spPr bwMode="auto">
          <a:xfrm>
            <a:off x="198438" y="1625600"/>
            <a:ext cx="4021137" cy="3024188"/>
          </a:xfrm>
          <a:prstGeom prst="rect">
            <a:avLst/>
          </a:prstGeom>
          <a:noFill/>
          <a:ln w="9525">
            <a:noFill/>
            <a:miter lim="800000"/>
            <a:headEnd/>
            <a:tailEnd/>
          </a:ln>
        </p:spPr>
      </p:pic>
      <p:pic>
        <p:nvPicPr>
          <p:cNvPr id="34819" name="Picture 7" descr="300px-Madaba_map.jpg"/>
          <p:cNvPicPr>
            <a:picLocks noChangeAspect="1"/>
          </p:cNvPicPr>
          <p:nvPr/>
        </p:nvPicPr>
        <p:blipFill>
          <a:blip r:embed="rId3"/>
          <a:srcRect/>
          <a:stretch>
            <a:fillRect/>
          </a:stretch>
        </p:blipFill>
        <p:spPr bwMode="auto">
          <a:xfrm>
            <a:off x="4924425" y="4257675"/>
            <a:ext cx="3438525" cy="2406650"/>
          </a:xfrm>
          <a:prstGeom prst="rect">
            <a:avLst/>
          </a:prstGeom>
          <a:noFill/>
          <a:ln w="9525">
            <a:noFill/>
            <a:miter lim="800000"/>
            <a:headEnd/>
            <a:tailEnd/>
          </a:ln>
        </p:spPr>
      </p:pic>
      <p:pic>
        <p:nvPicPr>
          <p:cNvPr id="34820" name="Content Placeholder 11" descr="images.jpeg"/>
          <p:cNvPicPr>
            <a:picLocks noGrp="1" noChangeAspect="1"/>
          </p:cNvPicPr>
          <p:nvPr>
            <p:ph idx="1"/>
          </p:nvPr>
        </p:nvPicPr>
        <p:blipFill>
          <a:blip r:embed="rId4"/>
          <a:srcRect t="12173" b="12173"/>
          <a:stretch>
            <a:fillRect/>
          </a:stretch>
        </p:blipFill>
        <p:spPr bwMode="auto">
          <a:xfrm>
            <a:off x="4924425" y="1625600"/>
            <a:ext cx="3230563" cy="1830388"/>
          </a:xfrm>
        </p:spPr>
      </p:pic>
      <p:pic>
        <p:nvPicPr>
          <p:cNvPr id="34821" name="Picture 12" descr="images-1.jpeg"/>
          <p:cNvPicPr>
            <a:picLocks noChangeAspect="1"/>
          </p:cNvPicPr>
          <p:nvPr/>
        </p:nvPicPr>
        <p:blipFill>
          <a:blip r:embed="rId5"/>
          <a:srcRect/>
          <a:stretch>
            <a:fillRect/>
          </a:stretch>
        </p:blipFill>
        <p:spPr bwMode="auto">
          <a:xfrm>
            <a:off x="1847850" y="4894263"/>
            <a:ext cx="2371725" cy="1770062"/>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More finds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hlinkClick r:id="rId2"/>
              </a:rPr>
              <a:t>http://news.nationalgeographic.com/news/2008/12/081219-top-ten-archaeology.html</a:t>
            </a:r>
            <a:endParaRPr lang="en-US" dirty="0"/>
          </a:p>
        </p:txBody>
      </p:sp>
      <p:pic>
        <p:nvPicPr>
          <p:cNvPr id="35843" name="Picture 3" descr="images.jpeg"/>
          <p:cNvPicPr>
            <a:picLocks noChangeAspect="1"/>
          </p:cNvPicPr>
          <p:nvPr/>
        </p:nvPicPr>
        <p:blipFill>
          <a:blip r:embed="rId3"/>
          <a:srcRect/>
          <a:stretch>
            <a:fillRect/>
          </a:stretch>
        </p:blipFill>
        <p:spPr bwMode="auto">
          <a:xfrm>
            <a:off x="6350000" y="3003550"/>
            <a:ext cx="2794000" cy="2743200"/>
          </a:xfrm>
          <a:prstGeom prst="rect">
            <a:avLst/>
          </a:prstGeom>
          <a:noFill/>
          <a:ln w="9525">
            <a:noFill/>
            <a:miter lim="800000"/>
            <a:headEnd/>
            <a:tailEnd/>
          </a:ln>
        </p:spPr>
      </p:pic>
      <p:pic>
        <p:nvPicPr>
          <p:cNvPr id="35844" name="Picture 4" descr="Unknown.jpeg"/>
          <p:cNvPicPr>
            <a:picLocks noChangeAspect="1"/>
          </p:cNvPicPr>
          <p:nvPr/>
        </p:nvPicPr>
        <p:blipFill>
          <a:blip r:embed="rId4"/>
          <a:srcRect/>
          <a:stretch>
            <a:fillRect/>
          </a:stretch>
        </p:blipFill>
        <p:spPr bwMode="auto">
          <a:xfrm>
            <a:off x="3522663" y="3003550"/>
            <a:ext cx="2463800" cy="3302000"/>
          </a:xfrm>
          <a:prstGeom prst="rect">
            <a:avLst/>
          </a:prstGeom>
          <a:noFill/>
          <a:ln w="9525">
            <a:noFill/>
            <a:miter lim="800000"/>
            <a:headEnd/>
            <a:tailEnd/>
          </a:ln>
        </p:spPr>
      </p:pic>
      <p:pic>
        <p:nvPicPr>
          <p:cNvPr id="35845" name="Picture 5" descr="Unknown-1.jpeg"/>
          <p:cNvPicPr>
            <a:picLocks noChangeAspect="1"/>
          </p:cNvPicPr>
          <p:nvPr/>
        </p:nvPicPr>
        <p:blipFill>
          <a:blip r:embed="rId5"/>
          <a:srcRect/>
          <a:stretch>
            <a:fillRect/>
          </a:stretch>
        </p:blipFill>
        <p:spPr bwMode="auto">
          <a:xfrm>
            <a:off x="0" y="3003550"/>
            <a:ext cx="3289300" cy="246380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Work beyond the trenches</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Forensic Science: spectrographic analysis, x-ray </a:t>
            </a:r>
            <a:r>
              <a:rPr lang="en-US" dirty="0" err="1" smtClean="0"/>
              <a:t>defraction</a:t>
            </a:r>
            <a:r>
              <a:rPr lang="en-US" dirty="0" smtClean="0"/>
              <a:t>, electron </a:t>
            </a:r>
            <a:r>
              <a:rPr lang="en-US" smtClean="0"/>
              <a:t>microscopy and </a:t>
            </a:r>
            <a:r>
              <a:rPr lang="en-US" dirty="0" smtClean="0"/>
              <a:t>neutron activation analysis provides information on how long someone has been dead, how they died and the environment in which they lived.</a:t>
            </a:r>
            <a:endParaRPr lang="en-US" dirty="0"/>
          </a:p>
        </p:txBody>
      </p:sp>
      <p:pic>
        <p:nvPicPr>
          <p:cNvPr id="36867" name="Content Placeholder 3" descr="2006-lab-class-crop-35.jpg"/>
          <p:cNvPicPr>
            <a:picLocks noGrp="1" noChangeAspect="1"/>
          </p:cNvPicPr>
          <p:nvPr/>
        </p:nvPicPr>
        <p:blipFill>
          <a:blip r:embed="rId2"/>
          <a:srcRect t="6462" b="6462"/>
          <a:stretch>
            <a:fillRect/>
          </a:stretch>
        </p:blipFill>
        <p:spPr bwMode="auto">
          <a:xfrm>
            <a:off x="3479800" y="3690938"/>
            <a:ext cx="5002213" cy="28352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Skills of an archaeologist</a:t>
            </a:r>
            <a:endParaRPr lang="en-US" dirty="0"/>
          </a:p>
        </p:txBody>
      </p:sp>
      <p:sp>
        <p:nvSpPr>
          <p:cNvPr id="3" name="Content Placeholder 2"/>
          <p:cNvSpPr>
            <a:spLocks noGrp="1"/>
          </p:cNvSpPr>
          <p:nvPr>
            <p:ph idx="1"/>
          </p:nvPr>
        </p:nvSpPr>
        <p:spPr/>
        <p:txBody>
          <a:bodyPr/>
          <a:lstStyle/>
          <a:p>
            <a:pPr eaLnBrk="1" fontAlgn="auto" hangingPunct="1">
              <a:spcAft>
                <a:spcPts val="0"/>
              </a:spcAft>
              <a:defRPr/>
            </a:pPr>
            <a:r>
              <a:rPr lang="en-US" dirty="0" smtClean="0"/>
              <a:t>Evaluates material evidence</a:t>
            </a:r>
          </a:p>
          <a:p>
            <a:pPr eaLnBrk="1" fontAlgn="auto" hangingPunct="1">
              <a:spcAft>
                <a:spcPts val="0"/>
              </a:spcAft>
              <a:defRPr/>
            </a:pPr>
            <a:r>
              <a:rPr lang="en-US" dirty="0" smtClean="0"/>
              <a:t>Records excavated material</a:t>
            </a:r>
          </a:p>
          <a:p>
            <a:pPr eaLnBrk="1" fontAlgn="auto" hangingPunct="1">
              <a:spcAft>
                <a:spcPts val="0"/>
              </a:spcAft>
              <a:defRPr/>
            </a:pPr>
            <a:r>
              <a:rPr lang="en-US" dirty="0" smtClean="0"/>
              <a:t>Interprets evidence and draws conclusions</a:t>
            </a:r>
          </a:p>
          <a:p>
            <a:pPr eaLnBrk="1" fontAlgn="auto" hangingPunct="1">
              <a:spcAft>
                <a:spcPts val="0"/>
              </a:spcAft>
              <a:defRPr/>
            </a:pPr>
            <a:r>
              <a:rPr lang="en-US" dirty="0" smtClean="0"/>
              <a:t>Classifies evidence placing it in its correct context and time</a:t>
            </a:r>
          </a:p>
          <a:p>
            <a:pPr eaLnBrk="1" fontAlgn="auto" hangingPunct="1">
              <a:spcAft>
                <a:spcPts val="0"/>
              </a:spcAft>
              <a:defRPr/>
            </a:pPr>
            <a:r>
              <a:rPr lang="en-US" dirty="0" smtClean="0"/>
              <a:t>Communicates and explains theories about the past</a:t>
            </a:r>
            <a:endParaRPr lang="en-US" dirty="0"/>
          </a:p>
        </p:txBody>
      </p:sp>
    </p:spTree>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Tip of the…</a:t>
            </a:r>
            <a:endParaRPr lang="en-US" dirty="0"/>
          </a:p>
        </p:txBody>
      </p:sp>
      <p:pic>
        <p:nvPicPr>
          <p:cNvPr id="40962" name="Content Placeholder 3" descr="Unknown.jpeg"/>
          <p:cNvPicPr>
            <a:picLocks noGrp="1" noChangeAspect="1"/>
          </p:cNvPicPr>
          <p:nvPr>
            <p:ph idx="1"/>
          </p:nvPr>
        </p:nvPicPr>
        <p:blipFill>
          <a:blip r:embed="rId2"/>
          <a:srcRect t="1286" b="1286"/>
          <a:stretch>
            <a:fillRect/>
          </a:stretch>
        </p:blipFill>
        <p:spPr bwMode="auto"/>
      </p:pic>
    </p:spTree>
  </p:cSld>
  <p:clrMapOvr>
    <a:masterClrMapping/>
  </p:clrMapOvr>
  <p:transition spd="slow">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recedent">
  <a:themeElements>
    <a:clrScheme name="Precedent">
      <a:dk1>
        <a:srgbClr val="921F07"/>
      </a:dk1>
      <a:lt1>
        <a:sysClr val="window" lastClr="FFFFFF"/>
      </a:lt1>
      <a:dk2>
        <a:srgbClr val="333333"/>
      </a:dk2>
      <a:lt2>
        <a:srgbClr val="E5E5D3"/>
      </a:lt2>
      <a:accent1>
        <a:srgbClr val="993232"/>
      </a:accent1>
      <a:accent2>
        <a:srgbClr val="9B6C34"/>
      </a:accent2>
      <a:accent3>
        <a:srgbClr val="736C5D"/>
      </a:accent3>
      <a:accent4>
        <a:srgbClr val="C9972B"/>
      </a:accent4>
      <a:accent5>
        <a:srgbClr val="C95F2B"/>
      </a:accent5>
      <a:accent6>
        <a:srgbClr val="8F7A05"/>
      </a:accent6>
      <a:hlink>
        <a:srgbClr val="933926"/>
      </a:hlink>
      <a:folHlink>
        <a:srgbClr val="916019"/>
      </a:folHlink>
    </a:clrScheme>
    <a:fontScheme name="Precedent">
      <a:majorFont>
        <a:latin typeface="Perpetua Titling MT"/>
        <a:ea typeface=""/>
        <a:cs typeface=""/>
        <a:font script="Jpan" typeface="ＭＳ Ｐ明朝"/>
        <a:font script="Hans" typeface="宋体"/>
        <a:font script="Hant" typeface="新細明體"/>
      </a:majorFont>
      <a:minorFont>
        <a:latin typeface="Calisto MT"/>
        <a:ea typeface=""/>
        <a:cs typeface=""/>
        <a:font script="Jpan" typeface="ＭＳ Ｐ明朝"/>
        <a:font script="Hans" typeface="宋体"/>
        <a:font script="Hant" typeface="新細明體"/>
      </a:minorFont>
    </a:fontScheme>
    <a:fmtScheme name="Precedent">
      <a:fillStyleLst>
        <a:solidFill>
          <a:schemeClr val="phClr"/>
        </a:solidFill>
        <a:gradFill rotWithShape="1">
          <a:gsLst>
            <a:gs pos="0">
              <a:schemeClr val="phClr">
                <a:tint val="100000"/>
                <a:shade val="90000"/>
                <a:satMod val="135000"/>
              </a:schemeClr>
            </a:gs>
            <a:gs pos="100000">
              <a:schemeClr val="phClr">
                <a:tint val="100000"/>
                <a:shade val="30000"/>
                <a:satMod val="135000"/>
              </a:schemeClr>
            </a:gs>
          </a:gsLst>
          <a:path path="circle">
            <a:fillToRect l="70000" t="10000" b="70000"/>
          </a:path>
        </a:gradFill>
        <a:blipFill rotWithShape="1">
          <a:blip xmlns:r="http://schemas.openxmlformats.org/officeDocument/2006/relationships" r:embed="rId1">
            <a:duotone>
              <a:schemeClr val="phClr">
                <a:shade val="10000"/>
                <a:satMod val="135000"/>
              </a:schemeClr>
              <a:schemeClr val="phClr">
                <a:satMod val="150000"/>
                <a:lumMod val="110000"/>
              </a:schemeClr>
            </a:duotone>
          </a:blip>
          <a:stretch/>
        </a:blipFill>
      </a:fillStyleLst>
      <a:lnStyleLst>
        <a:ln w="12700" cap="flat" cmpd="sng" algn="ctr">
          <a:solidFill>
            <a:schemeClr val="phClr">
              <a:shade val="95000"/>
              <a:satMod val="105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101600" dist="25400" dir="4800000" sx="103000" sy="103000" rotWithShape="0">
              <a:srgbClr val="000000">
                <a:alpha val="45000"/>
              </a:srgbClr>
            </a:outerShdw>
          </a:effectLst>
          <a:scene3d>
            <a:camera prst="orthographicFront">
              <a:rot lat="0" lon="0" rev="0"/>
            </a:camera>
            <a:lightRig rig="balanced" dir="tl">
              <a:rot lat="0" lon="0" rev="3000000"/>
            </a:lightRig>
          </a:scene3d>
          <a:sp3d prstMaterial="softEdge">
            <a:bevelT w="0" h="0"/>
          </a:sp3d>
        </a:effectStyle>
        <a:effectStyle>
          <a:effectLst>
            <a:innerShdw blurRad="127000" dist="38100" dir="13200000">
              <a:srgbClr val="000000">
                <a:alpha val="75000"/>
              </a:srgbClr>
            </a:innerShdw>
            <a:outerShdw blurRad="38100" dist="12700" dir="1800000" sx="101000" sy="101000" rotWithShape="0">
              <a:srgbClr val="000000">
                <a:alpha val="40000"/>
              </a:srgbClr>
            </a:outerShdw>
            <a:reflection blurRad="127000" stA="25000" endPos="30000" dist="12700" dir="5400000" sy="-100000" rotWithShape="0"/>
          </a:effectLst>
          <a:scene3d>
            <a:camera prst="orthographicFront">
              <a:rot lat="0" lon="0" rev="0"/>
            </a:camera>
            <a:lightRig rig="twoPt" dir="t">
              <a:rot lat="0" lon="0" rev="1200000"/>
            </a:lightRig>
          </a:scene3d>
          <a:sp3d>
            <a:bevelT w="0" h="0"/>
          </a:sp3d>
        </a:effectStyle>
      </a:effectStyleLst>
      <a:bgFillStyleLst>
        <a:solidFill>
          <a:schemeClr val="phClr"/>
        </a:solidFill>
        <a:gradFill rotWithShape="1">
          <a:gsLst>
            <a:gs pos="0">
              <a:schemeClr val="phClr">
                <a:tint val="100000"/>
                <a:shade val="90000"/>
                <a:satMod val="135000"/>
              </a:schemeClr>
            </a:gs>
            <a:gs pos="100000">
              <a:schemeClr val="phClr">
                <a:shade val="30000"/>
                <a:satMod val="150000"/>
              </a:schemeClr>
            </a:gs>
          </a:gsLst>
          <a:path path="circle">
            <a:fillToRect t="10000" r="70000" b="70000"/>
          </a:path>
        </a:gradFill>
        <a:blipFill rotWithShape="1">
          <a:blip xmlns:r="http://schemas.openxmlformats.org/officeDocument/2006/relationships" r:embed="rId2">
            <a:duotone>
              <a:schemeClr val="phClr">
                <a:shade val="10000"/>
                <a:satMod val="130000"/>
                <a:lumMod val="80000"/>
              </a:schemeClr>
              <a:schemeClr val="phClr">
                <a:satMod val="15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Precedent.thmx</Template>
  <TotalTime>13094</TotalTime>
  <Words>899</Words>
  <Application>Microsoft Office PowerPoint</Application>
  <PresentationFormat>On-screen Show (4:3)</PresentationFormat>
  <Paragraphs>88</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Precedent</vt:lpstr>
      <vt:lpstr>INVESTIGATING THE PAST</vt:lpstr>
      <vt:lpstr>What is archaeology?</vt:lpstr>
      <vt:lpstr>Why is archaeology important to the study of history?</vt:lpstr>
      <vt:lpstr>Working together – Tutankhamen’s Tomb</vt:lpstr>
      <vt:lpstr>Working in the trenches</vt:lpstr>
      <vt:lpstr>BOX GRID SYSTEM</vt:lpstr>
      <vt:lpstr>Archaeologists at work</vt:lpstr>
      <vt:lpstr>Tools of the trade</vt:lpstr>
      <vt:lpstr>Destruction of evidence</vt:lpstr>
      <vt:lpstr>Site preservation</vt:lpstr>
      <vt:lpstr>Dating finds</vt:lpstr>
      <vt:lpstr>Dating finds II</vt:lpstr>
      <vt:lpstr>Dating methods</vt:lpstr>
      <vt:lpstr>Stratigraphy</vt:lpstr>
      <vt:lpstr>finds</vt:lpstr>
      <vt:lpstr>More finds</vt:lpstr>
      <vt:lpstr>Work beyond the trenches</vt:lpstr>
      <vt:lpstr>Skills of an archaeologist</vt:lpstr>
      <vt:lpstr>Tip of the…</vt:lpstr>
    </vt:vector>
  </TitlesOfParts>
  <Company>Wessex Limited</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THE PAST</dc:title>
  <dc:creator>Jonathan Coller</dc:creator>
  <cp:lastModifiedBy>HARRIS Adam</cp:lastModifiedBy>
  <cp:revision>42</cp:revision>
  <cp:lastPrinted>2012-02-06T02:19:02Z</cp:lastPrinted>
  <dcterms:created xsi:type="dcterms:W3CDTF">2012-02-06T02:18:26Z</dcterms:created>
  <dcterms:modified xsi:type="dcterms:W3CDTF">2018-07-13T07:41:57Z</dcterms:modified>
</cp:coreProperties>
</file>