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66" r:id="rId2"/>
    <p:sldId id="267" r:id="rId3"/>
    <p:sldId id="268" r:id="rId4"/>
    <p:sldId id="269" r:id="rId5"/>
    <p:sldId id="270" r:id="rId6"/>
    <p:sldId id="256" r:id="rId7"/>
    <p:sldId id="258" r:id="rId8"/>
    <p:sldId id="259" r:id="rId9"/>
    <p:sldId id="260" r:id="rId10"/>
    <p:sldId id="261" r:id="rId11"/>
    <p:sldId id="262" r:id="rId12"/>
    <p:sldId id="263" r:id="rId13"/>
    <p:sldId id="264" r:id="rId14"/>
    <p:sldId id="265"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6" d="100"/>
          <a:sy n="66" d="100"/>
        </p:scale>
        <p:origin x="-432"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38E78-A534-4214-BC2C-40E7F3A58098}" type="datetimeFigureOut">
              <a:rPr lang="en-AU" smtClean="0"/>
              <a:t>22/05/2015</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93AC0D-3274-42D8-8D44-B5EF21800D5F}" type="slidenum">
              <a:rPr lang="en-AU" smtClean="0"/>
              <a:t>‹#›</a:t>
            </a:fld>
            <a:endParaRPr lang="en-AU"/>
          </a:p>
        </p:txBody>
      </p:sp>
    </p:spTree>
    <p:extLst>
      <p:ext uri="{BB962C8B-B14F-4D97-AF65-F5344CB8AC3E}">
        <p14:creationId xmlns:p14="http://schemas.microsoft.com/office/powerpoint/2010/main" val="3139494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A9C4DE63-BFD5-4C95-B715-14BD6A43A198}" type="slidenum">
              <a:rPr lang="en-GB" altLang="en-US"/>
              <a:pPr/>
              <a:t>1</a:t>
            </a:fld>
            <a:endParaRPr lang="en-GB" altLang="en-US"/>
          </a:p>
        </p:txBody>
      </p:sp>
      <p:sp>
        <p:nvSpPr>
          <p:cNvPr id="15361" name="Rectangle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2" name="Rectangle 2"/>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141600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DA3993A3-CA52-48EA-A7F6-654B1DD38A49}" type="slidenum">
              <a:rPr lang="en-GB" altLang="en-US"/>
              <a:pPr/>
              <a:t>2</a:t>
            </a:fld>
            <a:endParaRPr lang="en-GB" altLang="en-US"/>
          </a:p>
        </p:txBody>
      </p:sp>
      <p:sp>
        <p:nvSpPr>
          <p:cNvPr id="16385" name="Rectangle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386" name="Rectangle 2"/>
          <p:cNvSpPr txBox="1">
            <a:spLocks noGrp="1" noChangeArrowheads="1"/>
          </p:cNvSpPr>
          <p:nvPr>
            <p:ph type="body" idx="1"/>
          </p:nvPr>
        </p:nvSpPr>
        <p:spPr bwMode="auto">
          <a:xfrm>
            <a:off x="755650" y="5078413"/>
            <a:ext cx="6048375" cy="47212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616408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144F7BBE-4E90-42CF-A390-1B235781BE26}" type="slidenum">
              <a:rPr lang="en-GB" altLang="en-US"/>
              <a:pPr/>
              <a:t>3</a:t>
            </a:fld>
            <a:endParaRPr lang="en-GB" altLang="en-US"/>
          </a:p>
        </p:txBody>
      </p:sp>
      <p:sp>
        <p:nvSpPr>
          <p:cNvPr id="17409" name="Rectangle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p:cNvSpPr txBox="1">
            <a:spLocks noGrp="1" noChangeArrowheads="1"/>
          </p:cNvSpPr>
          <p:nvPr>
            <p:ph type="body" idx="1"/>
          </p:nvPr>
        </p:nvSpPr>
        <p:spPr bwMode="auto">
          <a:xfrm>
            <a:off x="755650" y="5078413"/>
            <a:ext cx="6048375" cy="47212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402924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CFC58B84-C328-42D1-8D87-3F690DCE3CB8}" type="slidenum">
              <a:rPr lang="en-GB" altLang="en-US"/>
              <a:pPr/>
              <a:t>4</a:t>
            </a:fld>
            <a:endParaRPr lang="en-GB" altLang="en-US"/>
          </a:p>
        </p:txBody>
      </p:sp>
      <p:sp>
        <p:nvSpPr>
          <p:cNvPr id="18433" name="Rectangle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Rectangle 2"/>
          <p:cNvSpPr txBox="1">
            <a:spLocks noGrp="1" noChangeArrowheads="1"/>
          </p:cNvSpPr>
          <p:nvPr>
            <p:ph type="body" idx="1"/>
          </p:nvPr>
        </p:nvSpPr>
        <p:spPr bwMode="auto">
          <a:xfrm>
            <a:off x="755650" y="5078413"/>
            <a:ext cx="6048375" cy="47212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6894541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CE196EA8-12A3-48CF-8FD3-F08CB93F31A7}" type="slidenum">
              <a:rPr lang="en-GB" altLang="en-US"/>
              <a:pPr/>
              <a:t>5</a:t>
            </a:fld>
            <a:endParaRPr lang="en-GB" altLang="en-US"/>
          </a:p>
        </p:txBody>
      </p:sp>
      <p:sp>
        <p:nvSpPr>
          <p:cNvPr id="19457" name="Rectangle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458" name="Rectangle 2"/>
          <p:cNvSpPr txBox="1">
            <a:spLocks noGrp="1" noChangeArrowheads="1"/>
          </p:cNvSpPr>
          <p:nvPr>
            <p:ph type="body" idx="1"/>
          </p:nvPr>
        </p:nvSpPr>
        <p:spPr bwMode="auto">
          <a:xfrm>
            <a:off x="755650" y="5078413"/>
            <a:ext cx="6048375" cy="47212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937334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328166" y="1295400"/>
            <a:ext cx="6487668" cy="3152887"/>
          </a:xfrm>
          <a:prstGeom prst="rect">
            <a:avLst/>
          </a:prstGeo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p>
            <a:pPr marL="0" indent="0" algn="l" defTabSz="914400" rtl="0" eaLnBrk="1" latinLnBrk="0" hangingPunct="1">
              <a:spcBef>
                <a:spcPts val="2000"/>
              </a:spcBef>
              <a:buClr>
                <a:schemeClr val="accent1">
                  <a:lumMod val="60000"/>
                  <a:lumOff val="40000"/>
                </a:schemeClr>
              </a:buClr>
              <a:buSzPct val="110000"/>
              <a:buFont typeface="Wingdings 2" pitchFamily="18" charset="2"/>
              <a:buNone/>
            </a:pPr>
            <a:endParaRPr sz="3200" kern="1200">
              <a:solidFill>
                <a:schemeClr val="tx1">
                  <a:lumMod val="65000"/>
                  <a:lumOff val="35000"/>
                </a:schemeClr>
              </a:solidFill>
              <a:latin typeface="+mn-lt"/>
              <a:ea typeface="+mn-ea"/>
              <a:cs typeface="+mn-cs"/>
            </a:endParaRPr>
          </a:p>
        </p:txBody>
      </p:sp>
      <p:sp>
        <p:nvSpPr>
          <p:cNvPr id="2" name="Title 1"/>
          <p:cNvSpPr>
            <a:spLocks noGrp="1"/>
          </p:cNvSpPr>
          <p:nvPr>
            <p:ph type="ctrTitle"/>
          </p:nvPr>
        </p:nvSpPr>
        <p:spPr>
          <a:xfrm>
            <a:off x="1322921" y="1523999"/>
            <a:ext cx="6498158" cy="1724867"/>
          </a:xfrm>
        </p:spPr>
        <p:txBody>
          <a:bodyPr vert="horz" lIns="91440" tIns="45720" rIns="91440" bIns="45720" rtlCol="0" anchor="b" anchorCtr="0">
            <a:noAutofit/>
          </a:bodyPr>
          <a:lstStyle>
            <a:lvl1pPr marL="0" indent="0" algn="ctr" defTabSz="914400" rtl="0" eaLnBrk="1" latinLnBrk="0" hangingPunct="1">
              <a:spcBef>
                <a:spcPct val="0"/>
              </a:spcBef>
              <a:buClr>
                <a:schemeClr val="accent1">
                  <a:lumMod val="60000"/>
                  <a:lumOff val="40000"/>
                </a:schemeClr>
              </a:buClr>
              <a:buSzPct val="110000"/>
              <a:buFont typeface="Wingdings 2" pitchFamily="18" charset="2"/>
              <a:buNone/>
              <a:defRPr sz="4600" kern="1200">
                <a:solidFill>
                  <a:schemeClr val="accent1"/>
                </a:solidFill>
                <a:latin typeface="+mj-lt"/>
                <a:ea typeface="+mj-ea"/>
                <a:cs typeface="+mj-cs"/>
              </a:defRPr>
            </a:lvl1pPr>
          </a:lstStyle>
          <a:p>
            <a:r>
              <a:rPr lang="en-US" smtClean="0"/>
              <a:t>Click to edit Master title style</a:t>
            </a:r>
            <a:endParaRPr/>
          </a:p>
        </p:txBody>
      </p:sp>
      <p:sp>
        <p:nvSpPr>
          <p:cNvPr id="3" name="Subtitle 2"/>
          <p:cNvSpPr>
            <a:spLocks noGrp="1"/>
          </p:cNvSpPr>
          <p:nvPr>
            <p:ph type="subTitle" idx="1"/>
          </p:nvPr>
        </p:nvSpPr>
        <p:spPr>
          <a:xfrm>
            <a:off x="1322921" y="3299012"/>
            <a:ext cx="6498159" cy="916641"/>
          </a:xfrm>
        </p:spPr>
        <p:txBody>
          <a:bodyPr vert="horz" lIns="91440" tIns="45720" rIns="91440" bIns="45720" rtlCol="0">
            <a:normAutofit/>
          </a:bodyPr>
          <a:lstStyle>
            <a:lvl1pPr marL="0" indent="0" algn="ctr" defTabSz="914400" rtl="0" eaLnBrk="1" latinLnBrk="0" hangingPunct="1">
              <a:spcBef>
                <a:spcPts val="300"/>
              </a:spcBef>
              <a:buClr>
                <a:schemeClr val="accent1">
                  <a:lumMod val="60000"/>
                  <a:lumOff val="40000"/>
                </a:schemeClr>
              </a:buClr>
              <a:buSzPct val="110000"/>
              <a:buFont typeface="Wingdings 2" pitchFamily="18" charset="2"/>
              <a:buNone/>
              <a:defRPr sz="1800" kern="1200">
                <a:solidFill>
                  <a:schemeClr val="tx1">
                    <a:tint val="7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dirty="0"/>
          </a:p>
        </p:txBody>
      </p:sp>
      <p:sp>
        <p:nvSpPr>
          <p:cNvPr id="4" name="Date Placeholder 3"/>
          <p:cNvSpPr>
            <a:spLocks noGrp="1"/>
          </p:cNvSpPr>
          <p:nvPr>
            <p:ph type="dt" sz="half" idx="10"/>
          </p:nvPr>
        </p:nvSpPr>
        <p:spPr/>
        <p:txBody>
          <a:bodyPr/>
          <a:lstStyle/>
          <a:p>
            <a:fld id="{B01F9CA3-105E-4857-9057-6DB6197DA786}" type="datetimeFigureOut">
              <a:rPr lang="en-US" smtClean="0"/>
              <a:t>5/22/2015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 level</a:t>
            </a:r>
          </a:p>
          <a:p>
            <a:pPr lvl="6"/>
            <a:r>
              <a:rPr lang="en-US" dirty="0" smtClean="0"/>
              <a:t>Seventh level</a:t>
            </a:r>
          </a:p>
          <a:p>
            <a:pPr lvl="7"/>
            <a:r>
              <a:rPr lang="en-US" dirty="0" smtClean="0"/>
              <a:t>Eighth level</a:t>
            </a:r>
          </a:p>
          <a:p>
            <a:pPr lvl="8"/>
            <a:r>
              <a:rPr lang="en-US" dirty="0" smtClean="0"/>
              <a:t>Ninth level</a:t>
            </a:r>
            <a:endParaRPr dirty="0"/>
          </a:p>
        </p:txBody>
      </p:sp>
      <p:sp>
        <p:nvSpPr>
          <p:cNvPr id="4" name="Date Placeholder 3"/>
          <p:cNvSpPr>
            <a:spLocks noGrp="1"/>
          </p:cNvSpPr>
          <p:nvPr>
            <p:ph type="dt" sz="half" idx="10"/>
          </p:nvPr>
        </p:nvSpPr>
        <p:spPr/>
        <p:txBody>
          <a:bodyPr/>
          <a:lstStyle/>
          <a:p>
            <a:fld id="{B01F9CA3-105E-4857-9057-6DB6197DA786}" type="datetimeFigureOut">
              <a:rPr lang="en-US" smtClean="0"/>
              <a:t>5/22/2015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363538" y="3352801"/>
            <a:ext cx="8416925" cy="1470025"/>
          </a:xfrm>
        </p:spPr>
        <p:txBody>
          <a:bodyPr/>
          <a:lstStyle/>
          <a:p>
            <a:r>
              <a:rPr lang="en-US" dirty="0" smtClean="0"/>
              <a:t>Click to edit Master title style</a:t>
            </a:r>
            <a:endParaRPr dirty="0"/>
          </a:p>
        </p:txBody>
      </p:sp>
      <p:sp>
        <p:nvSpPr>
          <p:cNvPr id="3" name="Subtitle 2"/>
          <p:cNvSpPr>
            <a:spLocks noGrp="1"/>
          </p:cNvSpPr>
          <p:nvPr>
            <p:ph type="subTitle" idx="1"/>
          </p:nvPr>
        </p:nvSpPr>
        <p:spPr>
          <a:xfrm>
            <a:off x="363538" y="4771029"/>
            <a:ext cx="8416925" cy="972671"/>
          </a:xfrm>
        </p:spPr>
        <p:txBody>
          <a:bodyPr>
            <a:normAutofit/>
          </a:bodyPr>
          <a:lstStyle>
            <a:lvl1pPr marL="0" indent="0" algn="ctr">
              <a:spcBef>
                <a:spcPts val="30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dirty="0"/>
          </a:p>
        </p:txBody>
      </p:sp>
      <p:sp>
        <p:nvSpPr>
          <p:cNvPr id="4" name="Date Placeholder 3"/>
          <p:cNvSpPr>
            <a:spLocks noGrp="1"/>
          </p:cNvSpPr>
          <p:nvPr>
            <p:ph type="dt" sz="half" idx="10"/>
          </p:nvPr>
        </p:nvSpPr>
        <p:spPr/>
        <p:txBody>
          <a:bodyPr/>
          <a:lstStyle/>
          <a:p>
            <a:fld id="{B01F9CA3-105E-4857-9057-6DB6197DA786}" type="datetimeFigureOut">
              <a:rPr lang="en-US" smtClean="0"/>
              <a:t>5/22/2015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a:p>
        </p:txBody>
      </p:sp>
      <p:sp>
        <p:nvSpPr>
          <p:cNvPr id="9" name="Picture Placeholder 2"/>
          <p:cNvSpPr>
            <a:spLocks noGrp="1"/>
          </p:cNvSpPr>
          <p:nvPr>
            <p:ph type="pic" idx="13"/>
          </p:nvPr>
        </p:nvSpPr>
        <p:spPr>
          <a:xfrm>
            <a:off x="370980" y="363538"/>
            <a:ext cx="8402040" cy="2836862"/>
          </a:xfrm>
          <a:ln w="3175">
            <a:solidFill>
              <a:schemeClr val="bg1"/>
            </a:solidFill>
          </a:ln>
          <a:effectLst>
            <a:outerShdw blurRad="63500" sx="100500" sy="100500" algn="ctr"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9275" y="2403144"/>
            <a:ext cx="8056563" cy="1362075"/>
          </a:xfrm>
        </p:spPr>
        <p:txBody>
          <a:bodyPr anchor="b" anchorCtr="0"/>
          <a:lstStyle>
            <a:lvl1pPr algn="ctr">
              <a:defRPr sz="4600" b="0" cap="none" baseline="0"/>
            </a:lvl1pPr>
          </a:lstStyle>
          <a:p>
            <a:r>
              <a:rPr lang="en-US" smtClean="0"/>
              <a:t>Click to edit Master title style</a:t>
            </a:r>
            <a:endParaRPr/>
          </a:p>
        </p:txBody>
      </p:sp>
      <p:sp>
        <p:nvSpPr>
          <p:cNvPr id="3" name="Text Placeholder 2"/>
          <p:cNvSpPr>
            <a:spLocks noGrp="1"/>
          </p:cNvSpPr>
          <p:nvPr>
            <p:ph type="body" idx="1"/>
          </p:nvPr>
        </p:nvSpPr>
        <p:spPr>
          <a:xfrm>
            <a:off x="549275" y="3736005"/>
            <a:ext cx="8056563" cy="1500187"/>
          </a:xfrm>
        </p:spPr>
        <p:txBody>
          <a:bodyPr anchor="t" anchorCtr="0">
            <a:normAutofit/>
          </a:bodyPr>
          <a:lstStyle>
            <a:lvl1pPr marL="0" indent="0" algn="ctr">
              <a:spcBef>
                <a:spcPts val="300"/>
              </a:spcBef>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4" name="Date Placeholder 3"/>
          <p:cNvSpPr>
            <a:spLocks noGrp="1"/>
          </p:cNvSpPr>
          <p:nvPr>
            <p:ph type="dt" sz="half" idx="10"/>
          </p:nvPr>
        </p:nvSpPr>
        <p:spPr/>
        <p:txBody>
          <a:bodyPr/>
          <a:lstStyle/>
          <a:p>
            <a:fld id="{B01F9CA3-105E-4857-9057-6DB6197DA786}" type="datetimeFigureOut">
              <a:rPr lang="en-US" smtClean="0"/>
              <a:t>5/22/2015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49275" y="107576"/>
            <a:ext cx="8042276" cy="1336956"/>
          </a:xfrm>
        </p:spPr>
        <p:txBody>
          <a:bodyPr/>
          <a:lstStyle/>
          <a:p>
            <a:r>
              <a:rPr lang="en-US" smtClean="0"/>
              <a:t>Click to edit Master title style</a:t>
            </a:r>
            <a:endParaRPr/>
          </a:p>
        </p:txBody>
      </p:sp>
      <p:sp>
        <p:nvSpPr>
          <p:cNvPr id="3" name="Content Placeholder 2"/>
          <p:cNvSpPr>
            <a:spLocks noGrp="1"/>
          </p:cNvSpPr>
          <p:nvPr>
            <p:ph sz="half" idx="1"/>
          </p:nvPr>
        </p:nvSpPr>
        <p:spPr>
          <a:xfrm>
            <a:off x="549275"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 level</a:t>
            </a:r>
          </a:p>
          <a:p>
            <a:pPr lvl="6"/>
            <a:r>
              <a:rPr lang="en-US" dirty="0" smtClean="0"/>
              <a:t>Seventh level</a:t>
            </a:r>
          </a:p>
          <a:p>
            <a:pPr lvl="7"/>
            <a:r>
              <a:rPr lang="en-US" dirty="0" smtClean="0"/>
              <a:t>Eighth level</a:t>
            </a:r>
          </a:p>
          <a:p>
            <a:pPr lvl="8"/>
            <a:r>
              <a:rPr lang="en-US" dirty="0" smtClean="0"/>
              <a:t>Ninth level</a:t>
            </a:r>
            <a:endParaRPr dirty="0"/>
          </a:p>
        </p:txBody>
      </p:sp>
      <p:sp>
        <p:nvSpPr>
          <p:cNvPr id="4" name="Content Placeholder 3"/>
          <p:cNvSpPr>
            <a:spLocks noGrp="1"/>
          </p:cNvSpPr>
          <p:nvPr>
            <p:ph sz="half" idx="2"/>
          </p:nvPr>
        </p:nvSpPr>
        <p:spPr>
          <a:xfrm>
            <a:off x="4751071"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 level</a:t>
            </a:r>
          </a:p>
          <a:p>
            <a:pPr lvl="6"/>
            <a:r>
              <a:rPr lang="en-US" dirty="0" smtClean="0"/>
              <a:t>Seventh level</a:t>
            </a:r>
          </a:p>
          <a:p>
            <a:pPr lvl="7"/>
            <a:r>
              <a:rPr lang="en-US" dirty="0" smtClean="0"/>
              <a:t>Eighth level</a:t>
            </a:r>
          </a:p>
          <a:p>
            <a:pPr lvl="8"/>
            <a:r>
              <a:rPr lang="en-US" dirty="0" smtClean="0"/>
              <a:t>Ninth level</a:t>
            </a:r>
            <a:endParaRPr dirty="0"/>
          </a:p>
        </p:txBody>
      </p:sp>
      <p:sp>
        <p:nvSpPr>
          <p:cNvPr id="5" name="Date Placeholder 4"/>
          <p:cNvSpPr>
            <a:spLocks noGrp="1"/>
          </p:cNvSpPr>
          <p:nvPr>
            <p:ph type="dt" sz="half" idx="10"/>
          </p:nvPr>
        </p:nvSpPr>
        <p:spPr/>
        <p:txBody>
          <a:bodyPr/>
          <a:lstStyle/>
          <a:p>
            <a:fld id="{B01F9CA3-105E-4857-9057-6DB6197DA786}" type="datetimeFigureOut">
              <a:rPr lang="en-US" smtClean="0"/>
              <a:t>5/22/2015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49274" y="107576"/>
            <a:ext cx="8042276" cy="1336956"/>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549274"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49274"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 level</a:t>
            </a:r>
          </a:p>
          <a:p>
            <a:pPr lvl="6"/>
            <a:r>
              <a:rPr lang="en-US" dirty="0" smtClean="0"/>
              <a:t>Seventh level</a:t>
            </a:r>
          </a:p>
          <a:p>
            <a:pPr lvl="7"/>
            <a:r>
              <a:rPr lang="en-US" dirty="0" smtClean="0"/>
              <a:t>Eighth level</a:t>
            </a:r>
          </a:p>
          <a:p>
            <a:pPr lvl="8"/>
            <a:r>
              <a:rPr lang="en-US" dirty="0" smtClean="0"/>
              <a:t>Ninth level</a:t>
            </a:r>
            <a:endParaRPr dirty="0"/>
          </a:p>
        </p:txBody>
      </p:sp>
      <p:sp>
        <p:nvSpPr>
          <p:cNvPr id="5" name="Text Placeholder 4"/>
          <p:cNvSpPr>
            <a:spLocks noGrp="1"/>
          </p:cNvSpPr>
          <p:nvPr>
            <p:ph type="body" sz="quarter" idx="3"/>
          </p:nvPr>
        </p:nvSpPr>
        <p:spPr>
          <a:xfrm>
            <a:off x="4751070"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1070"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 level</a:t>
            </a:r>
          </a:p>
          <a:p>
            <a:pPr lvl="6"/>
            <a:r>
              <a:rPr lang="en-US" dirty="0" smtClean="0"/>
              <a:t>Seventh level</a:t>
            </a:r>
          </a:p>
          <a:p>
            <a:pPr lvl="7"/>
            <a:r>
              <a:rPr lang="en-US" dirty="0" smtClean="0"/>
              <a:t>Eighth level</a:t>
            </a:r>
          </a:p>
          <a:p>
            <a:pPr lvl="8"/>
            <a:r>
              <a:rPr lang="en-US" dirty="0" smtClean="0"/>
              <a:t>Ninth level</a:t>
            </a:r>
            <a:endParaRPr dirty="0"/>
          </a:p>
        </p:txBody>
      </p:sp>
      <p:sp>
        <p:nvSpPr>
          <p:cNvPr id="7" name="Date Placeholder 6"/>
          <p:cNvSpPr>
            <a:spLocks noGrp="1"/>
          </p:cNvSpPr>
          <p:nvPr>
            <p:ph type="dt" sz="half" idx="10"/>
          </p:nvPr>
        </p:nvSpPr>
        <p:spPr/>
        <p:txBody>
          <a:bodyPr/>
          <a:lstStyle/>
          <a:p>
            <a:fld id="{B01F9CA3-105E-4857-9057-6DB6197DA786}" type="datetimeFigureOut">
              <a:rPr lang="en-US" smtClean="0"/>
              <a:t>5/22/2015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B01F9CA3-105E-4857-9057-6DB6197DA786}" type="datetimeFigureOut">
              <a:rPr lang="en-US" smtClean="0"/>
              <a:t>5/22/2015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1F9CA3-105E-4857-9057-6DB6197DA786}" type="datetimeFigureOut">
              <a:rPr lang="en-US" smtClean="0"/>
              <a:t>5/22/2015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9" y="611872"/>
            <a:ext cx="3840480" cy="1162050"/>
          </a:xfrm>
        </p:spPr>
        <p:txBody>
          <a:bodyPr anchor="b"/>
          <a:lstStyle>
            <a:lvl1pPr algn="ctr">
              <a:defRPr sz="3600" b="0"/>
            </a:lvl1pPr>
          </a:lstStyle>
          <a:p>
            <a:r>
              <a:rPr lang="en-US" smtClean="0"/>
              <a:t>Click to edit Master title style</a:t>
            </a:r>
            <a:endParaRPr/>
          </a:p>
        </p:txBody>
      </p:sp>
      <p:sp>
        <p:nvSpPr>
          <p:cNvPr id="3" name="Content Placeholder 2"/>
          <p:cNvSpPr>
            <a:spLocks noGrp="1"/>
          </p:cNvSpPr>
          <p:nvPr>
            <p:ph idx="1"/>
          </p:nvPr>
        </p:nvSpPr>
        <p:spPr>
          <a:xfrm>
            <a:off x="4742824" y="368300"/>
            <a:ext cx="3840480" cy="5575300"/>
          </a:xfrm>
        </p:spPr>
        <p:txBody>
          <a:bodyPr>
            <a:normAutofit/>
          </a:bodyPr>
          <a:lstStyle>
            <a:lvl1pPr>
              <a:spcBef>
                <a:spcPts val="2000"/>
              </a:spcBef>
              <a:defRPr sz="2200"/>
            </a:lvl1pPr>
            <a:lvl2pPr>
              <a:defRPr sz="20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 level</a:t>
            </a:r>
          </a:p>
          <a:p>
            <a:pPr lvl="6"/>
            <a:r>
              <a:rPr lang="en-US" dirty="0" smtClean="0"/>
              <a:t>Seventh level</a:t>
            </a:r>
          </a:p>
          <a:p>
            <a:pPr lvl="7"/>
            <a:r>
              <a:rPr lang="en-US" dirty="0" smtClean="0"/>
              <a:t>Eighth level</a:t>
            </a:r>
          </a:p>
          <a:p>
            <a:pPr lvl="8"/>
            <a:r>
              <a:rPr lang="en-US" dirty="0" smtClean="0"/>
              <a:t>Ninth level</a:t>
            </a:r>
            <a:endParaRPr dirty="0"/>
          </a:p>
        </p:txBody>
      </p:sp>
      <p:sp>
        <p:nvSpPr>
          <p:cNvPr id="4" name="Text Placeholder 3"/>
          <p:cNvSpPr>
            <a:spLocks noGrp="1"/>
          </p:cNvSpPr>
          <p:nvPr>
            <p:ph type="body" sz="half" idx="2"/>
          </p:nvPr>
        </p:nvSpPr>
        <p:spPr>
          <a:xfrm>
            <a:off x="533399" y="1787856"/>
            <a:ext cx="3840480" cy="372015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p:cNvSpPr>
          <p:nvPr>
            <p:ph type="dt" sz="half" idx="10"/>
          </p:nvPr>
        </p:nvSpPr>
        <p:spPr/>
        <p:txBody>
          <a:bodyPr/>
          <a:lstStyle/>
          <a:p>
            <a:fld id="{B01F9CA3-105E-4857-9057-6DB6197DA786}" type="datetimeFigureOut">
              <a:rPr lang="en-US" smtClean="0"/>
              <a:t>5/22/2015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8" y="611872"/>
            <a:ext cx="4079545" cy="1162050"/>
          </a:xfrm>
        </p:spPr>
        <p:txBody>
          <a:bodyPr anchor="b"/>
          <a:lstStyle>
            <a:lvl1pPr algn="ctr">
              <a:defRPr sz="3600" b="0"/>
            </a:lvl1pPr>
          </a:lstStyle>
          <a:p>
            <a:r>
              <a:rPr lang="en-US" smtClean="0"/>
              <a:t>Click to edit Master title style</a:t>
            </a:r>
            <a:endParaRPr/>
          </a:p>
        </p:txBody>
      </p:sp>
      <p:sp>
        <p:nvSpPr>
          <p:cNvPr id="4" name="Text Placeholder 3"/>
          <p:cNvSpPr>
            <a:spLocks noGrp="1"/>
          </p:cNvSpPr>
          <p:nvPr>
            <p:ph type="body" sz="half" idx="2"/>
          </p:nvPr>
        </p:nvSpPr>
        <p:spPr>
          <a:xfrm>
            <a:off x="533398" y="1787856"/>
            <a:ext cx="4079545" cy="372015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1F9CA3-105E-4857-9057-6DB6197DA786}" type="datetimeFigureOut">
              <a:rPr lang="en-US" smtClean="0"/>
              <a:t>5/22/2015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5CE407-6216-4202-80E4-A30DC2F709B2}" type="slidenum">
              <a:rPr lang="en-US" smtClean="0"/>
              <a:t>‹#›</a:t>
            </a:fld>
            <a:endParaRPr lang="en-US"/>
          </a:p>
        </p:txBody>
      </p:sp>
      <p:sp>
        <p:nvSpPr>
          <p:cNvPr id="8" name="Picture Placeholder 2"/>
          <p:cNvSpPr>
            <a:spLocks noGrp="1"/>
          </p:cNvSpPr>
          <p:nvPr>
            <p:ph type="pic" idx="1"/>
          </p:nvPr>
        </p:nvSpPr>
        <p:spPr>
          <a:xfrm>
            <a:off x="5090617" y="359392"/>
            <a:ext cx="3657600" cy="5318077"/>
          </a:xfr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lvl1pPr marL="0" indent="0" algn="l" defTabSz="914400" rtl="0" eaLnBrk="1" latinLnBrk="0" hangingPunct="1">
              <a:spcBef>
                <a:spcPts val="2000"/>
              </a:spcBef>
              <a:buClr>
                <a:schemeClr val="accent1">
                  <a:lumMod val="60000"/>
                  <a:lumOff val="40000"/>
                </a:schemeClr>
              </a:buClr>
              <a:buSzPct val="110000"/>
              <a:buFont typeface="Wingdings 2" pitchFamily="18" charset="2"/>
              <a:buNone/>
              <a:defRPr sz="3200" kern="1200">
                <a:solidFill>
                  <a:schemeClr val="tx1">
                    <a:lumMod val="65000"/>
                    <a:lumOff val="35000"/>
                  </a:schemeClr>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 level</a:t>
            </a:r>
          </a:p>
          <a:p>
            <a:pPr lvl="6"/>
            <a:r>
              <a:rPr lang="en-US" dirty="0" smtClean="0"/>
              <a:t>Seventh level</a:t>
            </a:r>
          </a:p>
          <a:p>
            <a:pPr lvl="7"/>
            <a:r>
              <a:rPr lang="en-US" dirty="0" smtClean="0"/>
              <a:t>Eighth level</a:t>
            </a:r>
          </a:p>
          <a:p>
            <a:pPr lvl="8"/>
            <a:r>
              <a:rPr lang="en-US" dirty="0" smtClean="0"/>
              <a:t>Ninth level</a:t>
            </a:r>
            <a:endParaRPr dirty="0"/>
          </a:p>
        </p:txBody>
      </p:sp>
      <p:sp>
        <p:nvSpPr>
          <p:cNvPr id="4" name="Date Placeholder 3"/>
          <p:cNvSpPr>
            <a:spLocks noGrp="1"/>
          </p:cNvSpPr>
          <p:nvPr>
            <p:ph type="dt" sz="half" idx="10"/>
          </p:nvPr>
        </p:nvSpPr>
        <p:spPr/>
        <p:txBody>
          <a:bodyPr/>
          <a:lstStyle/>
          <a:p>
            <a:fld id="{B01F9CA3-105E-4857-9057-6DB6197DA786}" type="datetimeFigureOut">
              <a:rPr lang="en-US" smtClean="0"/>
              <a:t>5/22/2015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9792" y="368301"/>
            <a:ext cx="1524000" cy="55753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549274" y="368301"/>
            <a:ext cx="6689726" cy="5575300"/>
          </a:xfrm>
        </p:spPr>
        <p:txBody>
          <a:bodyPr vert="eaVert"/>
          <a:lstStyle>
            <a:lvl5pP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 level</a:t>
            </a:r>
          </a:p>
          <a:p>
            <a:pPr lvl="6"/>
            <a:r>
              <a:rPr lang="en-US" dirty="0" smtClean="0"/>
              <a:t>Seventh level</a:t>
            </a:r>
          </a:p>
          <a:p>
            <a:pPr lvl="7"/>
            <a:r>
              <a:rPr lang="en-US" dirty="0" smtClean="0"/>
              <a:t>Eighth level</a:t>
            </a:r>
          </a:p>
          <a:p>
            <a:pPr lvl="8"/>
            <a:r>
              <a:rPr lang="en-US" dirty="0" smtClean="0"/>
              <a:t>Ninth level</a:t>
            </a:r>
            <a:endParaRPr dirty="0"/>
          </a:p>
        </p:txBody>
      </p:sp>
      <p:sp>
        <p:nvSpPr>
          <p:cNvPr id="4" name="Date Placeholder 3"/>
          <p:cNvSpPr>
            <a:spLocks noGrp="1"/>
          </p:cNvSpPr>
          <p:nvPr>
            <p:ph type="dt" sz="half" idx="10"/>
          </p:nvPr>
        </p:nvSpPr>
        <p:spPr/>
        <p:txBody>
          <a:bodyPr/>
          <a:lstStyle/>
          <a:p>
            <a:fld id="{B01F9CA3-105E-4857-9057-6DB6197DA786}" type="datetimeFigureOut">
              <a:rPr lang="en-US" smtClean="0"/>
              <a:t>5/22/2015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9275" y="107576"/>
            <a:ext cx="8042276" cy="1336956"/>
          </a:xfrm>
          <a:prstGeom prst="rect">
            <a:avLst/>
          </a:prstGeom>
        </p:spPr>
        <p:txBody>
          <a:bodyPr vert="horz" lIns="91440" tIns="45720" rIns="91440" bIns="45720" rtlCol="0" anchor="b" anchorCtr="0">
            <a:noAutofit/>
          </a:bodyPr>
          <a:lstStyle/>
          <a:p>
            <a:r>
              <a:rPr lang="en-US" smtClean="0"/>
              <a:t>Click to edit Master title style</a:t>
            </a:r>
            <a:endParaRPr/>
          </a:p>
        </p:txBody>
      </p:sp>
      <p:sp>
        <p:nvSpPr>
          <p:cNvPr id="3" name="Text Placeholder 2"/>
          <p:cNvSpPr>
            <a:spLocks noGrp="1"/>
          </p:cNvSpPr>
          <p:nvPr>
            <p:ph type="body" idx="1"/>
          </p:nvPr>
        </p:nvSpPr>
        <p:spPr>
          <a:xfrm>
            <a:off x="549275" y="1600201"/>
            <a:ext cx="8042276" cy="43434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 level</a:t>
            </a:r>
          </a:p>
          <a:p>
            <a:pPr lvl="6"/>
            <a:r>
              <a:rPr lang="en-US" dirty="0" smtClean="0"/>
              <a:t>Seventh level</a:t>
            </a:r>
          </a:p>
          <a:p>
            <a:pPr lvl="7"/>
            <a:r>
              <a:rPr lang="en-US" dirty="0" smtClean="0"/>
              <a:t>Eighth level</a:t>
            </a:r>
          </a:p>
          <a:p>
            <a:pPr lvl="8"/>
            <a:r>
              <a:rPr lang="en-US" dirty="0" smtClean="0"/>
              <a:t>Ninth level</a:t>
            </a:r>
            <a:endParaRPr dirty="0"/>
          </a:p>
        </p:txBody>
      </p:sp>
      <p:sp>
        <p:nvSpPr>
          <p:cNvPr id="4" name="Date Placeholder 3"/>
          <p:cNvSpPr>
            <a:spLocks noGrp="1"/>
          </p:cNvSpPr>
          <p:nvPr>
            <p:ph type="dt" sz="half" idx="2"/>
          </p:nvPr>
        </p:nvSpPr>
        <p:spPr>
          <a:xfrm>
            <a:off x="5629835" y="6275668"/>
            <a:ext cx="2133600" cy="365125"/>
          </a:xfrm>
          <a:prstGeom prst="rect">
            <a:avLst/>
          </a:prstGeom>
        </p:spPr>
        <p:txBody>
          <a:bodyPr vert="horz" lIns="91440" tIns="45720" rIns="91440" bIns="45720" rtlCol="0" anchor="ctr"/>
          <a:lstStyle>
            <a:lvl1pPr algn="r">
              <a:defRPr sz="1200">
                <a:solidFill>
                  <a:schemeClr val="bg1"/>
                </a:solidFill>
              </a:defRPr>
            </a:lvl1pPr>
          </a:lstStyle>
          <a:p>
            <a:fld id="{B01F9CA3-105E-4857-9057-6DB6197DA786}" type="datetimeFigureOut">
              <a:rPr lang="en-US" smtClean="0"/>
              <a:t>5/22/2015</a:t>
            </a:fld>
            <a:endParaRPr lang="en-US"/>
          </a:p>
        </p:txBody>
      </p:sp>
      <p:sp>
        <p:nvSpPr>
          <p:cNvPr id="5" name="Footer Placeholder 4"/>
          <p:cNvSpPr>
            <a:spLocks noGrp="1"/>
          </p:cNvSpPr>
          <p:nvPr>
            <p:ph type="ftr" sz="quarter" idx="3"/>
          </p:nvPr>
        </p:nvSpPr>
        <p:spPr>
          <a:xfrm>
            <a:off x="264458" y="6275668"/>
            <a:ext cx="4840941" cy="365125"/>
          </a:xfrm>
          <a:prstGeom prst="rect">
            <a:avLst/>
          </a:prstGeom>
        </p:spPr>
        <p:txBody>
          <a:bodyPr vert="horz" lIns="91440" tIns="45720" rIns="91440" bIns="45720" rtlCol="0" anchor="ctr"/>
          <a:lstStyle>
            <a:lvl1pPr algn="l">
              <a:defRPr sz="1200">
                <a:solidFill>
                  <a:schemeClr val="bg1"/>
                </a:solidFill>
              </a:defRPr>
            </a:lvl1pPr>
          </a:lstStyle>
          <a:p>
            <a:endParaRPr lang="en-US"/>
          </a:p>
        </p:txBody>
      </p:sp>
      <p:sp>
        <p:nvSpPr>
          <p:cNvPr id="6" name="Slide Number Placeholder 5"/>
          <p:cNvSpPr>
            <a:spLocks noGrp="1"/>
          </p:cNvSpPr>
          <p:nvPr>
            <p:ph type="sldNum" sz="quarter" idx="4"/>
          </p:nvPr>
        </p:nvSpPr>
        <p:spPr>
          <a:xfrm>
            <a:off x="7897906" y="6275668"/>
            <a:ext cx="990600" cy="365125"/>
          </a:xfrm>
          <a:prstGeom prst="rect">
            <a:avLst/>
          </a:prstGeom>
        </p:spPr>
        <p:txBody>
          <a:bodyPr vert="horz" lIns="91440" tIns="45720" rIns="91440" bIns="45720" rtlCol="0" anchor="ctr"/>
          <a:lstStyle>
            <a:lvl1pPr algn="r">
              <a:defRPr sz="3600">
                <a:solidFill>
                  <a:schemeClr val="bg1"/>
                </a:solidFill>
              </a:defRPr>
            </a:lvl1pPr>
          </a:lstStyle>
          <a:p>
            <a:fld id="{7F5CE407-6216-4202-80E4-A30DC2F709B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914400" rtl="0" eaLnBrk="1" latinLnBrk="0" hangingPunct="1">
        <a:spcBef>
          <a:spcPct val="0"/>
        </a:spcBef>
        <a:buNone/>
        <a:defRPr sz="4600" kern="1200">
          <a:solidFill>
            <a:schemeClr val="accent1"/>
          </a:solidFill>
          <a:latin typeface="+mj-lt"/>
          <a:ea typeface="+mj-ea"/>
          <a:cs typeface="+mj-cs"/>
        </a:defRPr>
      </a:lvl1pPr>
    </p:titleStyle>
    <p:bodyStyle>
      <a:lvl1pPr marL="349250" indent="-349250" algn="l" defTabSz="914400" rtl="0" eaLnBrk="1" latinLnBrk="0" hangingPunct="1">
        <a:spcBef>
          <a:spcPts val="2000"/>
        </a:spcBef>
        <a:buClr>
          <a:schemeClr val="accent1">
            <a:lumMod val="60000"/>
            <a:lumOff val="40000"/>
          </a:schemeClr>
        </a:buClr>
        <a:buSzPct val="110000"/>
        <a:buFont typeface="Wingdings 2" pitchFamily="18" charset="2"/>
        <a:buChar char=""/>
        <a:defRPr sz="24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75000"/>
          </a:schemeClr>
        </a:buClr>
        <a:buSzPct val="110000"/>
        <a:buFont typeface="Wingdings 2" pitchFamily="18" charset="2"/>
        <a:buChar char=""/>
        <a:defRPr sz="2200" kern="1200">
          <a:solidFill>
            <a:schemeClr val="tx1">
              <a:lumMod val="65000"/>
              <a:lumOff val="35000"/>
            </a:schemeClr>
          </a:solidFill>
          <a:latin typeface="+mn-lt"/>
          <a:ea typeface="+mn-ea"/>
          <a:cs typeface="+mn-cs"/>
        </a:defRPr>
      </a:lvl2pPr>
      <a:lvl3pPr marL="96837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2000" kern="1200">
          <a:solidFill>
            <a:schemeClr val="tx1">
              <a:lumMod val="65000"/>
              <a:lumOff val="35000"/>
            </a:schemeClr>
          </a:solidFill>
          <a:latin typeface="+mn-lt"/>
          <a:ea typeface="+mn-ea"/>
          <a:cs typeface="+mn-cs"/>
        </a:defRPr>
      </a:lvl3pPr>
      <a:lvl4pPr marL="1263650" indent="-295275" algn="l" defTabSz="914400" rtl="0" eaLnBrk="1" latinLnBrk="0" hangingPunct="1">
        <a:spcBef>
          <a:spcPts val="600"/>
        </a:spcBef>
        <a:buClr>
          <a:schemeClr val="accent1">
            <a:lumMod val="75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4pPr>
      <a:lvl5pPr marL="154622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5pPr>
      <a:lvl6pPr marL="1828800" indent="-282575" algn="l" defTabSz="914400" rtl="0" eaLnBrk="1" latinLnBrk="0" hangingPunct="1">
        <a:spcBef>
          <a:spcPct val="20000"/>
        </a:spcBef>
        <a:buClr>
          <a:schemeClr val="accent2"/>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117725" indent="-282575" algn="l" defTabSz="914400" rtl="0" eaLnBrk="1" latinLnBrk="0" hangingPunct="1">
        <a:spcBef>
          <a:spcPct val="20000"/>
        </a:spcBef>
        <a:buClr>
          <a:schemeClr val="accent1">
            <a:lumMod val="60000"/>
            <a:lumOff val="40000"/>
          </a:schemeClr>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398713" indent="-282575" algn="l" defTabSz="914400" rtl="0" eaLnBrk="1" latinLnBrk="0" hangingPunct="1">
        <a:spcBef>
          <a:spcPct val="20000"/>
        </a:spcBef>
        <a:buClr>
          <a:schemeClr val="accent2"/>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2689225" indent="-282575" algn="l" defTabSz="914400" rtl="0" eaLnBrk="1" latinLnBrk="0" hangingPunct="1">
        <a:spcBef>
          <a:spcPct val="20000"/>
        </a:spcBef>
        <a:buClr>
          <a:schemeClr val="accent1">
            <a:lumMod val="60000"/>
            <a:lumOff val="40000"/>
          </a:schemeClr>
        </a:buClr>
        <a:buSzPct val="110000"/>
        <a:buFont typeface="Wingdings 2" pitchFamily="18" charset="2"/>
        <a:buChar char=""/>
        <a:defRPr lang="en-US" sz="1800" kern="120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5.gif"/></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AutoShape 1"/>
          <p:cNvSpPr>
            <a:spLocks noChangeArrowheads="1"/>
          </p:cNvSpPr>
          <p:nvPr/>
        </p:nvSpPr>
        <p:spPr bwMode="auto">
          <a:xfrm>
            <a:off x="1" y="361"/>
            <a:ext cx="9144000" cy="6857280"/>
          </a:xfrm>
          <a:prstGeom prst="roundRect">
            <a:avLst>
              <a:gd name="adj" fmla="val 19"/>
            </a:avLst>
          </a:prstGeom>
          <a:gradFill rotWithShape="0">
            <a:gsLst>
              <a:gs pos="0">
                <a:srgbClr val="FFFF00"/>
              </a:gs>
              <a:gs pos="100000">
                <a:srgbClr val="800000"/>
              </a:gs>
            </a:gsLst>
            <a:path path="shape">
              <a:fillToRect l="29999" t="29999" r="70001" b="70001"/>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AU" sz="1633"/>
          </a:p>
        </p:txBody>
      </p:sp>
      <p:sp>
        <p:nvSpPr>
          <p:cNvPr id="3074" name="WordArt 2"/>
          <p:cNvSpPr>
            <a:spLocks noChangeArrowheads="1" noChangeShapeType="1" noTextEdit="1"/>
          </p:cNvSpPr>
          <p:nvPr/>
        </p:nvSpPr>
        <p:spPr bwMode="auto">
          <a:xfrm>
            <a:off x="1292946" y="1665428"/>
            <a:ext cx="6694560" cy="2162880"/>
          </a:xfrm>
          <a:prstGeom prst="rect">
            <a:avLst/>
          </a:prstGeom>
          <a:extLst>
            <a:ext uri="{AF507438-7753-43E0-B8FC-AC1667EBCBE1}">
              <a14:hiddenEffects xmlns:a14="http://schemas.microsoft.com/office/drawing/2010/main">
                <a:effectLst/>
              </a14:hiddenEffects>
            </a:ext>
          </a:extLst>
        </p:spPr>
        <p:txBody>
          <a:bodyPr wrap="none" fromWordArt="1">
            <a:prstTxWarp prst="textCascadeUp">
              <a:avLst>
                <a:gd name="adj" fmla="val 74574"/>
              </a:avLst>
            </a:prstTxWarp>
          </a:bodyPr>
          <a:lstStyle/>
          <a:p>
            <a:pPr algn="ctr"/>
            <a:r>
              <a:rPr lang="en-AU" sz="3266" dirty="0">
                <a:ln w="0"/>
                <a:effectLst>
                  <a:outerShdw blurRad="38100" dist="19050" dir="2700000" algn="tl" rotWithShape="0">
                    <a:schemeClr val="dk1">
                      <a:alpha val="40000"/>
                    </a:schemeClr>
                  </a:outerShdw>
                </a:effectLst>
                <a:latin typeface="AR BLANCA" panose="02000000000000000000" pitchFamily="2" charset="0"/>
              </a:rPr>
              <a:t>Ancient Egypt </a:t>
            </a:r>
          </a:p>
        </p:txBody>
      </p:sp>
      <p:sp>
        <p:nvSpPr>
          <p:cNvPr id="3075" name="Text Box 3"/>
          <p:cNvSpPr txBox="1">
            <a:spLocks noChangeArrowheads="1"/>
          </p:cNvSpPr>
          <p:nvPr/>
        </p:nvSpPr>
        <p:spPr bwMode="auto">
          <a:xfrm>
            <a:off x="1306081" y="4735081"/>
            <a:ext cx="6530400" cy="1386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638" tIns="40819" rIns="81638" bIns="40819"/>
          <a:lstStyle>
            <a:lvl1pPr>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panose="020B0604020202020204" pitchFamily="34" charset="0"/>
                <a:ea typeface="MS Gothic" panose="020B0609070205080204" pitchFamily="49" charset="-128"/>
              </a:defRPr>
            </a:lvl1pPr>
            <a:lvl2pPr>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panose="020B0604020202020204" pitchFamily="34" charset="0"/>
                <a:ea typeface="MS Gothic" panose="020B0609070205080204" pitchFamily="49" charset="-128"/>
              </a:defRPr>
            </a:lvl2pPr>
            <a:lvl3pPr>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panose="020B0604020202020204" pitchFamily="34" charset="0"/>
                <a:ea typeface="MS Gothic" panose="020B0609070205080204" pitchFamily="49" charset="-128"/>
              </a:defRPr>
            </a:lvl3pPr>
            <a:lvl4pPr>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panose="020B0604020202020204" pitchFamily="34" charset="0"/>
                <a:ea typeface="MS Gothic" panose="020B0609070205080204" pitchFamily="49" charset="-128"/>
              </a:defRPr>
            </a:lvl4pPr>
            <a:lvl5pPr>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panose="020B0604020202020204" pitchFamily="34" charset="0"/>
                <a:ea typeface="MS Gothic" panose="020B0609070205080204" pitchFamily="49" charset="-128"/>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panose="020B0604020202020204" pitchFamily="34" charset="0"/>
                <a:ea typeface="MS Gothic" panose="020B0609070205080204" pitchFamily="49" charset="-128"/>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panose="020B0604020202020204" pitchFamily="34" charset="0"/>
                <a:ea typeface="MS Gothic" panose="020B0609070205080204" pitchFamily="49" charset="-128"/>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panose="020B0604020202020204" pitchFamily="34" charset="0"/>
                <a:ea typeface="MS Gothic" panose="020B0609070205080204" pitchFamily="49" charset="-128"/>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panose="020B0604020202020204" pitchFamily="34" charset="0"/>
                <a:ea typeface="MS Gothic" panose="020B0609070205080204" pitchFamily="49" charset="-128"/>
              </a:defRPr>
            </a:lvl9pPr>
          </a:lstStyle>
          <a:p>
            <a:pPr>
              <a:lnSpc>
                <a:spcPct val="131000"/>
              </a:lnSpc>
            </a:pPr>
            <a:r>
              <a:rPr lang="en-GB" altLang="en-US" sz="6531" b="1">
                <a:solidFill>
                  <a:srgbClr val="FFFFFF"/>
                </a:solidFill>
                <a:latin typeface="Papyrus" panose="03070502060502030205" pitchFamily="66" charset="0"/>
              </a:rPr>
              <a:t>Religious Beliefs</a:t>
            </a:r>
          </a:p>
        </p:txBody>
      </p:sp>
    </p:spTree>
    <p:extLst>
      <p:ext uri="{BB962C8B-B14F-4D97-AF65-F5344CB8AC3E}">
        <p14:creationId xmlns:p14="http://schemas.microsoft.com/office/powerpoint/2010/main" val="179602530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AutoShape 1"/>
          <p:cNvSpPr>
            <a:spLocks noChangeArrowheads="1"/>
          </p:cNvSpPr>
          <p:nvPr/>
        </p:nvSpPr>
        <p:spPr bwMode="auto">
          <a:xfrm>
            <a:off x="1" y="361"/>
            <a:ext cx="9144000" cy="6857280"/>
          </a:xfrm>
          <a:prstGeom prst="roundRect">
            <a:avLst>
              <a:gd name="adj" fmla="val 19"/>
            </a:avLst>
          </a:prstGeom>
          <a:gradFill rotWithShape="0">
            <a:gsLst>
              <a:gs pos="0">
                <a:srgbClr val="FFFF00"/>
              </a:gs>
              <a:gs pos="100000">
                <a:srgbClr val="800000"/>
              </a:gs>
            </a:gsLst>
            <a:path path="shape">
              <a:fillToRect l="29999" t="29999" r="70001" b="70001"/>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AU" sz="1633"/>
          </a:p>
        </p:txBody>
      </p:sp>
      <p:pic>
        <p:nvPicPr>
          <p:cNvPr id="4098"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43360" y="441001"/>
            <a:ext cx="6912000" cy="2825280"/>
          </a:xfrm>
          <a:prstGeom prst="rect">
            <a:avLst/>
          </a:prstGeom>
          <a:noFill/>
          <a:ln w="72000">
            <a:solidFill>
              <a:srgbClr val="000000"/>
            </a:solidFill>
            <a:round/>
            <a:headEnd/>
            <a:tailEnd/>
          </a:ln>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99" name="Text Box 3"/>
          <p:cNvSpPr txBox="1">
            <a:spLocks noChangeArrowheads="1"/>
          </p:cNvSpPr>
          <p:nvPr/>
        </p:nvSpPr>
        <p:spPr bwMode="auto">
          <a:xfrm>
            <a:off x="1143361" y="3591721"/>
            <a:ext cx="6857280" cy="2911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638" tIns="40819" rIns="81638" bIns="40819"/>
          <a:lstStyle>
            <a:lvl1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1pPr>
            <a:lvl2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2pPr>
            <a:lvl3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3pPr>
            <a:lvl4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4pPr>
            <a:lvl5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9pPr>
          </a:lstStyle>
          <a:p>
            <a:pPr algn="ctr">
              <a:lnSpc>
                <a:spcPct val="131000"/>
              </a:lnSpc>
            </a:pPr>
            <a:r>
              <a:rPr lang="en-GB" altLang="en-US" sz="2358" b="1" dirty="0">
                <a:solidFill>
                  <a:schemeClr val="tx1"/>
                </a:solidFill>
                <a:latin typeface="Papyrus" panose="03070502060502030205" pitchFamily="66" charset="0"/>
              </a:rPr>
              <a:t>3500 years ago the people of Egypt had very different beliefs to other religions.</a:t>
            </a:r>
          </a:p>
          <a:p>
            <a:pPr algn="ctr">
              <a:lnSpc>
                <a:spcPct val="131000"/>
              </a:lnSpc>
            </a:pPr>
            <a:endParaRPr lang="en-GB" altLang="en-US" sz="2358" b="1" dirty="0">
              <a:solidFill>
                <a:schemeClr val="tx1"/>
              </a:solidFill>
              <a:latin typeface="Papyrus" panose="03070502060502030205" pitchFamily="66" charset="0"/>
            </a:endParaRPr>
          </a:p>
          <a:p>
            <a:pPr algn="ctr">
              <a:lnSpc>
                <a:spcPct val="131000"/>
              </a:lnSpc>
            </a:pPr>
            <a:r>
              <a:rPr lang="en-GB" altLang="en-US" sz="2358" b="1" dirty="0">
                <a:solidFill>
                  <a:schemeClr val="tx1"/>
                </a:solidFill>
                <a:latin typeface="Papyrus" panose="03070502060502030205" pitchFamily="66" charset="0"/>
              </a:rPr>
              <a:t>They believed in the afterlife.</a:t>
            </a:r>
          </a:p>
          <a:p>
            <a:pPr algn="ctr">
              <a:lnSpc>
                <a:spcPct val="131000"/>
              </a:lnSpc>
            </a:pPr>
            <a:endParaRPr lang="en-GB" altLang="en-US" sz="2358" b="1" dirty="0">
              <a:solidFill>
                <a:schemeClr val="tx1"/>
              </a:solidFill>
              <a:latin typeface="Papyrus" panose="03070502060502030205" pitchFamily="66" charset="0"/>
            </a:endParaRPr>
          </a:p>
          <a:p>
            <a:pPr algn="ctr">
              <a:lnSpc>
                <a:spcPct val="131000"/>
              </a:lnSpc>
            </a:pPr>
            <a:r>
              <a:rPr lang="en-GB" altLang="en-US" sz="2358" b="1" dirty="0">
                <a:solidFill>
                  <a:schemeClr val="tx1"/>
                </a:solidFill>
                <a:latin typeface="Papyrus" panose="03070502060502030205" pitchFamily="66" charset="0"/>
              </a:rPr>
              <a:t>They also believed in many different Gods.</a:t>
            </a:r>
          </a:p>
        </p:txBody>
      </p:sp>
    </p:spTree>
    <p:extLst>
      <p:ext uri="{BB962C8B-B14F-4D97-AF65-F5344CB8AC3E}">
        <p14:creationId xmlns:p14="http://schemas.microsoft.com/office/powerpoint/2010/main" val="153831295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AutoShape 1"/>
          <p:cNvSpPr>
            <a:spLocks noChangeArrowheads="1"/>
          </p:cNvSpPr>
          <p:nvPr/>
        </p:nvSpPr>
        <p:spPr bwMode="auto">
          <a:xfrm>
            <a:off x="1" y="361"/>
            <a:ext cx="9144000" cy="6857280"/>
          </a:xfrm>
          <a:prstGeom prst="roundRect">
            <a:avLst>
              <a:gd name="adj" fmla="val 19"/>
            </a:avLst>
          </a:prstGeom>
          <a:gradFill rotWithShape="0">
            <a:gsLst>
              <a:gs pos="0">
                <a:srgbClr val="FFFF00"/>
              </a:gs>
              <a:gs pos="100000">
                <a:srgbClr val="800000"/>
              </a:gs>
            </a:gsLst>
            <a:path path="shape">
              <a:fillToRect l="29999" t="29999" r="70001" b="70001"/>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AU" sz="1633"/>
          </a:p>
        </p:txBody>
      </p:sp>
      <p:sp>
        <p:nvSpPr>
          <p:cNvPr id="5122" name="Text Box 2"/>
          <p:cNvSpPr txBox="1">
            <a:spLocks noChangeArrowheads="1"/>
          </p:cNvSpPr>
          <p:nvPr/>
        </p:nvSpPr>
        <p:spPr bwMode="auto">
          <a:xfrm>
            <a:off x="1143361" y="294121"/>
            <a:ext cx="6857280" cy="2911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638" tIns="40819" rIns="81638" bIns="40819"/>
          <a:lstStyle>
            <a:lvl1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1pPr>
            <a:lvl2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2pPr>
            <a:lvl3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3pPr>
            <a:lvl4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4pPr>
            <a:lvl5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9pPr>
          </a:lstStyle>
          <a:p>
            <a:pPr algn="ctr">
              <a:lnSpc>
                <a:spcPct val="131000"/>
              </a:lnSpc>
            </a:pPr>
            <a:r>
              <a:rPr lang="en-GB" altLang="en-US" sz="2358" b="1" dirty="0">
                <a:solidFill>
                  <a:schemeClr val="tx1"/>
                </a:solidFill>
                <a:latin typeface="Papyrus" panose="03070502060502030205" pitchFamily="66" charset="0"/>
              </a:rPr>
              <a:t>Ancient Egyptians believed that humans were made up of two parts. </a:t>
            </a:r>
          </a:p>
          <a:p>
            <a:pPr algn="ctr">
              <a:lnSpc>
                <a:spcPct val="131000"/>
              </a:lnSpc>
            </a:pPr>
            <a:r>
              <a:rPr lang="en-GB" altLang="en-US" sz="2358" b="1" dirty="0">
                <a:solidFill>
                  <a:schemeClr val="tx1"/>
                </a:solidFill>
                <a:latin typeface="Papyrus" panose="03070502060502030205" pitchFamily="66" charset="0"/>
              </a:rPr>
              <a:t>Physical and Spiritual.</a:t>
            </a:r>
          </a:p>
          <a:p>
            <a:pPr algn="ctr">
              <a:lnSpc>
                <a:spcPct val="131000"/>
              </a:lnSpc>
            </a:pPr>
            <a:endParaRPr lang="en-GB" altLang="en-US" sz="2358" b="1" dirty="0">
              <a:solidFill>
                <a:schemeClr val="tx1"/>
              </a:solidFill>
              <a:latin typeface="Papyrus" panose="03070502060502030205" pitchFamily="66" charset="0"/>
            </a:endParaRPr>
          </a:p>
          <a:p>
            <a:pPr algn="ctr">
              <a:lnSpc>
                <a:spcPct val="131000"/>
              </a:lnSpc>
            </a:pPr>
            <a:r>
              <a:rPr lang="en-GB" altLang="en-US" sz="2358" b="1" dirty="0">
                <a:solidFill>
                  <a:schemeClr val="tx1"/>
                </a:solidFill>
                <a:latin typeface="Papyrus" panose="03070502060502030205" pitchFamily="66" charset="0"/>
              </a:rPr>
              <a:t>They believed that when you die all the spiritual parts of the body are released.</a:t>
            </a:r>
          </a:p>
        </p:txBody>
      </p:sp>
      <p:pic>
        <p:nvPicPr>
          <p:cNvPr id="5123" name="Picture 3"/>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634561" y="3233161"/>
            <a:ext cx="1874880" cy="3101760"/>
          </a:xfrm>
          <a:prstGeom prst="rect">
            <a:avLst/>
          </a:prstGeom>
          <a:noFill/>
          <a:ln w="72000">
            <a:solidFill>
              <a:srgbClr val="000000"/>
            </a:solidFill>
            <a:round/>
            <a:headEnd/>
            <a:tailEnd/>
          </a:ln>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124" name="Text Box 4"/>
          <p:cNvSpPr txBox="1">
            <a:spLocks noChangeArrowheads="1"/>
          </p:cNvSpPr>
          <p:nvPr/>
        </p:nvSpPr>
        <p:spPr bwMode="auto">
          <a:xfrm>
            <a:off x="595086" y="3429001"/>
            <a:ext cx="2888343" cy="3346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638" tIns="40819" rIns="81638" bIns="40819"/>
          <a:lstStyle>
            <a:lvl1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1pPr>
            <a:lvl2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2pPr>
            <a:lvl3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3pPr>
            <a:lvl4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4pPr>
            <a:lvl5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9pPr>
          </a:lstStyle>
          <a:p>
            <a:pPr>
              <a:lnSpc>
                <a:spcPct val="131000"/>
              </a:lnSpc>
            </a:pPr>
            <a:r>
              <a:rPr lang="en-GB" altLang="en-US" sz="2400" b="1" dirty="0">
                <a:solidFill>
                  <a:schemeClr val="tx1"/>
                </a:solidFill>
                <a:latin typeface="Papyrus" panose="03070502060502030205" pitchFamily="66" charset="0"/>
              </a:rPr>
              <a:t>The Ankh – </a:t>
            </a:r>
            <a:r>
              <a:rPr lang="en-GB" altLang="en-US" sz="2400" b="1" i="1" dirty="0">
                <a:solidFill>
                  <a:schemeClr val="tx1"/>
                </a:solidFill>
                <a:latin typeface="Papyrus" panose="03070502060502030205" pitchFamily="66" charset="0"/>
              </a:rPr>
              <a:t>Ancient Egyptian religious symbol representing 'eternal life'</a:t>
            </a:r>
            <a:r>
              <a:rPr lang="en-GB" altLang="en-US" sz="2400" b="1" dirty="0">
                <a:solidFill>
                  <a:schemeClr val="tx1"/>
                </a:solidFill>
                <a:latin typeface="Papyrus" panose="03070502060502030205" pitchFamily="66" charset="0"/>
              </a:rPr>
              <a:t> </a:t>
            </a:r>
          </a:p>
        </p:txBody>
      </p:sp>
    </p:spTree>
    <p:extLst>
      <p:ext uri="{BB962C8B-B14F-4D97-AF65-F5344CB8AC3E}">
        <p14:creationId xmlns:p14="http://schemas.microsoft.com/office/powerpoint/2010/main" val="396911324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AutoShape 1"/>
          <p:cNvSpPr>
            <a:spLocks noChangeArrowheads="1"/>
          </p:cNvSpPr>
          <p:nvPr/>
        </p:nvSpPr>
        <p:spPr bwMode="auto">
          <a:xfrm>
            <a:off x="1" y="361"/>
            <a:ext cx="9144000" cy="6857280"/>
          </a:xfrm>
          <a:prstGeom prst="roundRect">
            <a:avLst>
              <a:gd name="adj" fmla="val 19"/>
            </a:avLst>
          </a:prstGeom>
          <a:gradFill rotWithShape="0">
            <a:gsLst>
              <a:gs pos="0">
                <a:srgbClr val="FFFF00"/>
              </a:gs>
              <a:gs pos="100000">
                <a:srgbClr val="800000"/>
              </a:gs>
            </a:gsLst>
            <a:path path="shape">
              <a:fillToRect l="29999" t="29999" r="70001" b="70001"/>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AU" sz="1633"/>
          </a:p>
        </p:txBody>
      </p:sp>
      <p:sp>
        <p:nvSpPr>
          <p:cNvPr id="6146" name="Text Box 2"/>
          <p:cNvSpPr txBox="1">
            <a:spLocks noChangeArrowheads="1"/>
          </p:cNvSpPr>
          <p:nvPr/>
        </p:nvSpPr>
        <p:spPr bwMode="auto">
          <a:xfrm>
            <a:off x="1143361" y="3755881"/>
            <a:ext cx="6857280" cy="2911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638" tIns="40819" rIns="81638" bIns="40819"/>
          <a:lstStyle>
            <a:lvl1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1pPr>
            <a:lvl2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2pPr>
            <a:lvl3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3pPr>
            <a:lvl4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4pPr>
            <a:lvl5pPr>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Lst>
              <a:defRPr>
                <a:solidFill>
                  <a:srgbClr val="000000"/>
                </a:solidFill>
                <a:latin typeface="Arial" panose="020B0604020202020204" pitchFamily="34" charset="0"/>
                <a:ea typeface="MS Gothic" panose="020B0609070205080204" pitchFamily="49" charset="-128"/>
              </a:defRPr>
            </a:lvl9pPr>
          </a:lstStyle>
          <a:p>
            <a:pPr algn="ctr">
              <a:lnSpc>
                <a:spcPct val="131000"/>
              </a:lnSpc>
            </a:pPr>
            <a:r>
              <a:rPr lang="en-GB" altLang="en-US" sz="2358" b="1" dirty="0">
                <a:solidFill>
                  <a:schemeClr val="tx1"/>
                </a:solidFill>
                <a:latin typeface="Papyrus" panose="03070502060502030205" pitchFamily="66" charset="0"/>
              </a:rPr>
              <a:t>However, the Ancient Egyptians believed that the spirit needed a physical 'home' to come back to. This could be a special statue or the persons body.</a:t>
            </a:r>
          </a:p>
          <a:p>
            <a:pPr algn="ctr">
              <a:lnSpc>
                <a:spcPct val="131000"/>
              </a:lnSpc>
            </a:pPr>
            <a:endParaRPr lang="en-GB" altLang="en-US" sz="2358" b="1" dirty="0">
              <a:solidFill>
                <a:schemeClr val="tx1"/>
              </a:solidFill>
              <a:latin typeface="Papyrus" panose="03070502060502030205" pitchFamily="66" charset="0"/>
            </a:endParaRPr>
          </a:p>
          <a:p>
            <a:pPr algn="ctr">
              <a:lnSpc>
                <a:spcPct val="131000"/>
              </a:lnSpc>
            </a:pPr>
            <a:r>
              <a:rPr lang="en-GB" altLang="en-US" sz="2358" b="1" dirty="0">
                <a:solidFill>
                  <a:schemeClr val="tx1"/>
                </a:solidFill>
                <a:latin typeface="Papyrus" panose="03070502060502030205" pitchFamily="66" charset="0"/>
              </a:rPr>
              <a:t>People were mummified to preserve their body so that it would be a 'home' for their spirit.</a:t>
            </a:r>
          </a:p>
        </p:txBody>
      </p:sp>
      <p:pic>
        <p:nvPicPr>
          <p:cNvPr id="6147" name="Picture 3"/>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217600" y="163081"/>
            <a:ext cx="4803840" cy="3576960"/>
          </a:xfrm>
          <a:prstGeom prst="rect">
            <a:avLst/>
          </a:prstGeom>
          <a:noFill/>
          <a:ln w="72000">
            <a:solidFill>
              <a:srgbClr val="000000"/>
            </a:solidFill>
            <a:round/>
            <a:headEnd/>
            <a:tailEnd/>
          </a:ln>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42879729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AutoShape 1"/>
          <p:cNvSpPr>
            <a:spLocks noChangeArrowheads="1"/>
          </p:cNvSpPr>
          <p:nvPr/>
        </p:nvSpPr>
        <p:spPr bwMode="auto">
          <a:xfrm>
            <a:off x="1" y="361"/>
            <a:ext cx="9144000" cy="6857280"/>
          </a:xfrm>
          <a:prstGeom prst="roundRect">
            <a:avLst>
              <a:gd name="adj" fmla="val 19"/>
            </a:avLst>
          </a:prstGeom>
          <a:gradFill rotWithShape="0">
            <a:gsLst>
              <a:gs pos="0">
                <a:srgbClr val="FFFF00"/>
              </a:gs>
              <a:gs pos="100000">
                <a:srgbClr val="800000"/>
              </a:gs>
            </a:gsLst>
            <a:path path="shape">
              <a:fillToRect l="29999" t="29999" r="70001" b="70001"/>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AU" sz="1633"/>
          </a:p>
        </p:txBody>
      </p:sp>
      <p:pic>
        <p:nvPicPr>
          <p:cNvPr id="7170"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449441" y="3990601"/>
            <a:ext cx="4320000" cy="2704320"/>
          </a:xfrm>
          <a:prstGeom prst="rect">
            <a:avLst/>
          </a:prstGeom>
          <a:noFill/>
          <a:ln w="72000">
            <a:solidFill>
              <a:srgbClr val="000000"/>
            </a:solidFill>
            <a:round/>
            <a:headEnd/>
            <a:tailEnd/>
          </a:ln>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171" name="Text Box 3"/>
          <p:cNvSpPr txBox="1">
            <a:spLocks noChangeArrowheads="1"/>
          </p:cNvSpPr>
          <p:nvPr/>
        </p:nvSpPr>
        <p:spPr bwMode="auto">
          <a:xfrm>
            <a:off x="653761" y="354601"/>
            <a:ext cx="7837920" cy="38548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638" tIns="40819" rIns="81638" bIns="40819"/>
          <a:lstStyle>
            <a:lvl1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S Gothic" panose="020B0609070205080204" pitchFamily="49" charset="-128"/>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S Gothic" panose="020B0609070205080204" pitchFamily="49" charset="-128"/>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S Gothic" panose="020B0609070205080204" pitchFamily="49" charset="-128"/>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S Gothic" panose="020B0609070205080204" pitchFamily="49" charset="-128"/>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S Gothic" panose="020B0609070205080204" pitchFamily="49" charset="-128"/>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S Gothic" panose="020B0609070205080204" pitchFamily="49" charset="-128"/>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S Gothic" panose="020B0609070205080204" pitchFamily="49" charset="-128"/>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S Gothic" panose="020B0609070205080204" pitchFamily="49" charset="-128"/>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a:solidFill>
                  <a:srgbClr val="000000"/>
                </a:solidFill>
                <a:latin typeface="Arial" panose="020B0604020202020204" pitchFamily="34" charset="0"/>
                <a:ea typeface="MS Gothic" panose="020B0609070205080204" pitchFamily="49" charset="-128"/>
              </a:defRPr>
            </a:lvl9pPr>
          </a:lstStyle>
          <a:p>
            <a:pPr algn="ctr">
              <a:lnSpc>
                <a:spcPct val="131000"/>
              </a:lnSpc>
            </a:pPr>
            <a:r>
              <a:rPr lang="en-GB" altLang="en-US" sz="2358" b="1" dirty="0">
                <a:solidFill>
                  <a:schemeClr val="tx1"/>
                </a:solidFill>
                <a:latin typeface="Papyrus" panose="03070502060502030205" pitchFamily="66" charset="0"/>
              </a:rPr>
              <a:t>The final part of passing into the afterlife was to have your heart weighed against 'the feather of truth' by Anubis.</a:t>
            </a:r>
          </a:p>
          <a:p>
            <a:pPr algn="ctr">
              <a:lnSpc>
                <a:spcPct val="131000"/>
              </a:lnSpc>
            </a:pPr>
            <a:endParaRPr lang="en-GB" altLang="en-US" sz="2358" b="1" dirty="0">
              <a:solidFill>
                <a:schemeClr val="tx1"/>
              </a:solidFill>
              <a:latin typeface="Papyrus" panose="03070502060502030205" pitchFamily="66" charset="0"/>
            </a:endParaRPr>
          </a:p>
          <a:p>
            <a:pPr algn="ctr">
              <a:lnSpc>
                <a:spcPct val="131000"/>
              </a:lnSpc>
            </a:pPr>
            <a:r>
              <a:rPr lang="en-GB" altLang="en-US" sz="2358" b="1" dirty="0">
                <a:solidFill>
                  <a:schemeClr val="tx1"/>
                </a:solidFill>
                <a:latin typeface="Papyrus" panose="03070502060502030205" pitchFamily="66" charset="0"/>
              </a:rPr>
              <a:t>If the scales balanced then the God Osiris would greet you into the afterlife. However, if the scales didn't balance then Thoth would judge you and you would be eaten by a monster that was part lion, crocodile and hippopotamus.</a:t>
            </a:r>
          </a:p>
          <a:p>
            <a:pPr algn="ctr">
              <a:lnSpc>
                <a:spcPct val="131000"/>
              </a:lnSpc>
            </a:pPr>
            <a:endParaRPr lang="en-GB" altLang="en-US" sz="2358" b="1" dirty="0">
              <a:solidFill>
                <a:schemeClr val="tx1"/>
              </a:solidFill>
              <a:latin typeface="Papyrus" panose="03070502060502030205" pitchFamily="66" charset="0"/>
            </a:endParaRPr>
          </a:p>
        </p:txBody>
      </p:sp>
    </p:spTree>
    <p:extLst>
      <p:ext uri="{BB962C8B-B14F-4D97-AF65-F5344CB8AC3E}">
        <p14:creationId xmlns:p14="http://schemas.microsoft.com/office/powerpoint/2010/main" val="312945307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Ancient Egyptian Gods</a:t>
            </a:r>
            <a:endParaRPr lang="en-US" dirty="0"/>
          </a:p>
        </p:txBody>
      </p:sp>
    </p:spTree>
    <p:extLst>
      <p:ext uri="{BB962C8B-B14F-4D97-AF65-F5344CB8AC3E}">
        <p14:creationId xmlns:p14="http://schemas.microsoft.com/office/powerpoint/2010/main" val="3121890004"/>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94632" y="1069473"/>
            <a:ext cx="8154736" cy="3477875"/>
          </a:xfrm>
          <a:prstGeom prst="rect">
            <a:avLst/>
          </a:prstGeom>
          <a:noFill/>
        </p:spPr>
        <p:txBody>
          <a:bodyPr wrap="square" rtlCol="0">
            <a:spAutoFit/>
          </a:bodyPr>
          <a:lstStyle/>
          <a:p>
            <a:pPr algn="just"/>
            <a:r>
              <a:rPr lang="en-US" sz="2000" dirty="0" smtClean="0"/>
              <a:t>In ancient Egyptian times, gods were extremely important</a:t>
            </a:r>
          </a:p>
          <a:p>
            <a:pPr algn="just"/>
            <a:r>
              <a:rPr lang="en-US" sz="2000" dirty="0" smtClean="0"/>
              <a:t>in making the country run properly so the Egyptians </a:t>
            </a:r>
          </a:p>
          <a:p>
            <a:pPr algn="just"/>
            <a:r>
              <a:rPr lang="en-US" sz="2000" dirty="0"/>
              <a:t>w</a:t>
            </a:r>
            <a:r>
              <a:rPr lang="en-US" sz="2000" dirty="0" smtClean="0"/>
              <a:t>orshipped gods for just about everything- flooding, health, love, having babies, the sun, the sky and so on.</a:t>
            </a:r>
          </a:p>
          <a:p>
            <a:pPr algn="just"/>
            <a:endParaRPr lang="en-US" sz="2000" dirty="0"/>
          </a:p>
          <a:p>
            <a:pPr algn="just"/>
            <a:r>
              <a:rPr lang="en-US" sz="2000" dirty="0" smtClean="0"/>
              <a:t>There were over 2000 gods- that’s a lot more than all of the gods in all of the different religions that exist nowadays! The gods were male, or female (goddesses) and were often shown as having the body of a human and the head of an animal or bird. </a:t>
            </a:r>
          </a:p>
          <a:p>
            <a:pPr algn="just"/>
            <a:endParaRPr lang="en-US" sz="2000" dirty="0"/>
          </a:p>
          <a:p>
            <a:pPr algn="just"/>
            <a:r>
              <a:rPr lang="en-US" sz="2000" dirty="0" smtClean="0"/>
              <a:t>Can you imagine trying to remember 2000 names and their job?!</a:t>
            </a:r>
            <a:endParaRPr lang="en-US" sz="2000" dirty="0"/>
          </a:p>
        </p:txBody>
      </p:sp>
    </p:spTree>
    <p:extLst>
      <p:ext uri="{BB962C8B-B14F-4D97-AF65-F5344CB8AC3E}">
        <p14:creationId xmlns:p14="http://schemas.microsoft.com/office/powerpoint/2010/main" val="2739017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275" y="107576"/>
            <a:ext cx="8042276" cy="2231898"/>
          </a:xfrm>
        </p:spPr>
        <p:txBody>
          <a:bodyPr/>
          <a:lstStyle/>
          <a:p>
            <a:r>
              <a:rPr lang="en-US" dirty="0" err="1" smtClean="0"/>
              <a:t>Amun</a:t>
            </a:r>
            <a:r>
              <a:rPr lang="en-US" dirty="0" smtClean="0"/>
              <a:t/>
            </a:r>
            <a:br>
              <a:rPr lang="en-US" dirty="0" smtClean="0"/>
            </a:br>
            <a:r>
              <a:rPr lang="en-US" sz="2400" dirty="0" smtClean="0"/>
              <a:t>Was one of the most important gods in ancient Egyptian history. He was know as the ‘King of the Gods’</a:t>
            </a:r>
            <a:endParaRPr lang="en-US" sz="2400" dirty="0"/>
          </a:p>
        </p:txBody>
      </p:sp>
      <p:pic>
        <p:nvPicPr>
          <p:cNvPr id="4" name="Picture 3"/>
          <p:cNvPicPr>
            <a:picLocks noChangeAspect="1"/>
          </p:cNvPicPr>
          <p:nvPr/>
        </p:nvPicPr>
        <p:blipFill>
          <a:blip r:embed="rId2"/>
          <a:stretch>
            <a:fillRect/>
          </a:stretch>
        </p:blipFill>
        <p:spPr>
          <a:xfrm>
            <a:off x="3797300" y="2458453"/>
            <a:ext cx="1536700" cy="2730500"/>
          </a:xfrm>
          <a:prstGeom prst="rect">
            <a:avLst/>
          </a:prstGeom>
        </p:spPr>
      </p:pic>
      <p:pic>
        <p:nvPicPr>
          <p:cNvPr id="5" name="Picture 4"/>
          <p:cNvPicPr>
            <a:picLocks noChangeAspect="1"/>
          </p:cNvPicPr>
          <p:nvPr/>
        </p:nvPicPr>
        <p:blipFill>
          <a:blip r:embed="rId3"/>
          <a:stretch>
            <a:fillRect/>
          </a:stretch>
        </p:blipFill>
        <p:spPr>
          <a:xfrm>
            <a:off x="4000500" y="107576"/>
            <a:ext cx="1130300" cy="609600"/>
          </a:xfrm>
          <a:prstGeom prst="rect">
            <a:avLst/>
          </a:prstGeom>
        </p:spPr>
      </p:pic>
      <p:pic>
        <p:nvPicPr>
          <p:cNvPr id="6" name="Picture 5"/>
          <p:cNvPicPr>
            <a:picLocks noChangeAspect="1"/>
          </p:cNvPicPr>
          <p:nvPr/>
        </p:nvPicPr>
        <p:blipFill>
          <a:blip r:embed="rId4"/>
          <a:stretch>
            <a:fillRect/>
          </a:stretch>
        </p:blipFill>
        <p:spPr>
          <a:xfrm>
            <a:off x="8000999" y="107576"/>
            <a:ext cx="935788" cy="935788"/>
          </a:xfrm>
          <a:prstGeom prst="rect">
            <a:avLst/>
          </a:prstGeom>
        </p:spPr>
      </p:pic>
      <p:sp>
        <p:nvSpPr>
          <p:cNvPr id="7" name="TextBox 6"/>
          <p:cNvSpPr txBox="1"/>
          <p:nvPr/>
        </p:nvSpPr>
        <p:spPr>
          <a:xfrm>
            <a:off x="721895" y="2458453"/>
            <a:ext cx="2580105" cy="2031325"/>
          </a:xfrm>
          <a:prstGeom prst="rect">
            <a:avLst/>
          </a:prstGeom>
          <a:noFill/>
        </p:spPr>
        <p:txBody>
          <a:bodyPr wrap="square" rtlCol="0">
            <a:spAutoFit/>
          </a:bodyPr>
          <a:lstStyle/>
          <a:p>
            <a:pPr algn="just"/>
            <a:r>
              <a:rPr lang="en-US" b="1" dirty="0" err="1" smtClean="0"/>
              <a:t>Amun</a:t>
            </a:r>
            <a:r>
              <a:rPr lang="en-US" b="1" dirty="0" smtClean="0"/>
              <a:t> was depicted in two different ways, in one, he had the head of a ram, in the other, he had a headdress made of ostrich feathers.</a:t>
            </a:r>
            <a:endParaRPr lang="en-US" b="1" dirty="0"/>
          </a:p>
        </p:txBody>
      </p:sp>
      <p:sp>
        <p:nvSpPr>
          <p:cNvPr id="8" name="TextBox 7"/>
          <p:cNvSpPr txBox="1"/>
          <p:nvPr/>
        </p:nvSpPr>
        <p:spPr>
          <a:xfrm>
            <a:off x="5900821" y="2458453"/>
            <a:ext cx="2580105" cy="2031325"/>
          </a:xfrm>
          <a:prstGeom prst="rect">
            <a:avLst/>
          </a:prstGeom>
          <a:noFill/>
        </p:spPr>
        <p:txBody>
          <a:bodyPr wrap="square" rtlCol="0">
            <a:spAutoFit/>
          </a:bodyPr>
          <a:lstStyle/>
          <a:p>
            <a:pPr algn="just"/>
            <a:r>
              <a:rPr lang="en-US" b="1" dirty="0" smtClean="0"/>
              <a:t>At some point during the Egyptian times, </a:t>
            </a:r>
            <a:r>
              <a:rPr lang="en-US" b="1" dirty="0" err="1" smtClean="0"/>
              <a:t>Amun</a:t>
            </a:r>
            <a:r>
              <a:rPr lang="en-US" b="1" dirty="0" smtClean="0"/>
              <a:t> became even more powerful when he combined with the sun god, Ra. He then became </a:t>
            </a:r>
            <a:r>
              <a:rPr lang="en-US" b="1" dirty="0" err="1" smtClean="0"/>
              <a:t>Amun</a:t>
            </a:r>
            <a:r>
              <a:rPr lang="en-US" b="1" dirty="0" smtClean="0"/>
              <a:t>-Ra.</a:t>
            </a:r>
            <a:endParaRPr lang="en-US" b="1" dirty="0"/>
          </a:p>
        </p:txBody>
      </p:sp>
      <p:sp>
        <p:nvSpPr>
          <p:cNvPr id="9" name="TextBox 8"/>
          <p:cNvSpPr txBox="1"/>
          <p:nvPr/>
        </p:nvSpPr>
        <p:spPr>
          <a:xfrm>
            <a:off x="721895" y="5588000"/>
            <a:ext cx="7759031" cy="369332"/>
          </a:xfrm>
          <a:prstGeom prst="rect">
            <a:avLst/>
          </a:prstGeom>
          <a:noFill/>
        </p:spPr>
        <p:txBody>
          <a:bodyPr wrap="square" rtlCol="0">
            <a:spAutoFit/>
          </a:bodyPr>
          <a:lstStyle/>
          <a:p>
            <a:pPr algn="ctr"/>
            <a:r>
              <a:rPr lang="en-US" b="1" dirty="0" err="1" smtClean="0"/>
              <a:t>Amun</a:t>
            </a:r>
            <a:r>
              <a:rPr lang="en-US" b="1" dirty="0" smtClean="0"/>
              <a:t> has a temple which was built to honor him in Thebes.</a:t>
            </a:r>
            <a:endParaRPr lang="en-US" b="1" dirty="0"/>
          </a:p>
        </p:txBody>
      </p:sp>
    </p:spTree>
    <p:extLst>
      <p:ext uri="{BB962C8B-B14F-4D97-AF65-F5344CB8AC3E}">
        <p14:creationId xmlns:p14="http://schemas.microsoft.com/office/powerpoint/2010/main" val="722722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275" y="107576"/>
            <a:ext cx="8042276" cy="2231898"/>
          </a:xfrm>
        </p:spPr>
        <p:txBody>
          <a:bodyPr/>
          <a:lstStyle/>
          <a:p>
            <a:r>
              <a:rPr lang="en-US" dirty="0"/>
              <a:t>Anubis</a:t>
            </a:r>
            <a:r>
              <a:rPr lang="en-US" dirty="0" smtClean="0"/>
              <a:t/>
            </a:r>
            <a:br>
              <a:rPr lang="en-US" dirty="0" smtClean="0"/>
            </a:br>
            <a:r>
              <a:rPr lang="en-US" sz="2400" dirty="0" smtClean="0"/>
              <a:t>Was the god of embalming (wrapping dead bodies in linin) and the dead.</a:t>
            </a:r>
            <a:endParaRPr lang="en-US" sz="2400" dirty="0"/>
          </a:p>
        </p:txBody>
      </p:sp>
      <p:pic>
        <p:nvPicPr>
          <p:cNvPr id="6" name="Picture 5"/>
          <p:cNvPicPr>
            <a:picLocks noChangeAspect="1"/>
          </p:cNvPicPr>
          <p:nvPr/>
        </p:nvPicPr>
        <p:blipFill>
          <a:blip r:embed="rId2"/>
          <a:stretch>
            <a:fillRect/>
          </a:stretch>
        </p:blipFill>
        <p:spPr>
          <a:xfrm>
            <a:off x="8000999" y="107576"/>
            <a:ext cx="935788" cy="935788"/>
          </a:xfrm>
          <a:prstGeom prst="rect">
            <a:avLst/>
          </a:prstGeom>
        </p:spPr>
      </p:pic>
      <p:sp>
        <p:nvSpPr>
          <p:cNvPr id="7" name="TextBox 6"/>
          <p:cNvSpPr txBox="1"/>
          <p:nvPr/>
        </p:nvSpPr>
        <p:spPr>
          <a:xfrm>
            <a:off x="882316" y="2458453"/>
            <a:ext cx="2419684" cy="2585323"/>
          </a:xfrm>
          <a:prstGeom prst="rect">
            <a:avLst/>
          </a:prstGeom>
          <a:noFill/>
        </p:spPr>
        <p:txBody>
          <a:bodyPr wrap="square" rtlCol="0">
            <a:spAutoFit/>
          </a:bodyPr>
          <a:lstStyle/>
          <a:p>
            <a:pPr algn="just"/>
            <a:r>
              <a:rPr lang="en-US" b="1" dirty="0" smtClean="0"/>
              <a:t>Anubis was depicted in with a jackal head. The ancient Egyptians believed that Anubis watched over the dead because jackals were often seen in cemeteries.</a:t>
            </a:r>
            <a:endParaRPr lang="en-US" b="1" dirty="0"/>
          </a:p>
        </p:txBody>
      </p:sp>
      <p:sp>
        <p:nvSpPr>
          <p:cNvPr id="8" name="TextBox 7"/>
          <p:cNvSpPr txBox="1"/>
          <p:nvPr/>
        </p:nvSpPr>
        <p:spPr>
          <a:xfrm>
            <a:off x="5900822" y="2458453"/>
            <a:ext cx="2387600" cy="2585323"/>
          </a:xfrm>
          <a:prstGeom prst="rect">
            <a:avLst/>
          </a:prstGeom>
          <a:noFill/>
        </p:spPr>
        <p:txBody>
          <a:bodyPr wrap="square" rtlCol="0">
            <a:spAutoFit/>
          </a:bodyPr>
          <a:lstStyle/>
          <a:p>
            <a:pPr algn="just"/>
            <a:r>
              <a:rPr lang="en-US" b="1" dirty="0" smtClean="0"/>
              <a:t>Anubis watched over all of the mummification that took place in ancient Egyptian times. He helped to embalm Osiris after he was killed by Seth.</a:t>
            </a:r>
            <a:endParaRPr lang="en-US" b="1" dirty="0"/>
          </a:p>
        </p:txBody>
      </p:sp>
      <p:sp>
        <p:nvSpPr>
          <p:cNvPr id="9" name="TextBox 8"/>
          <p:cNvSpPr txBox="1"/>
          <p:nvPr/>
        </p:nvSpPr>
        <p:spPr>
          <a:xfrm>
            <a:off x="721895" y="5588000"/>
            <a:ext cx="7759031" cy="369332"/>
          </a:xfrm>
          <a:prstGeom prst="rect">
            <a:avLst/>
          </a:prstGeom>
          <a:noFill/>
        </p:spPr>
        <p:txBody>
          <a:bodyPr wrap="square" rtlCol="0">
            <a:spAutoFit/>
          </a:bodyPr>
          <a:lstStyle/>
          <a:p>
            <a:pPr algn="ctr"/>
            <a:r>
              <a:rPr lang="en-US" b="1" dirty="0" smtClean="0"/>
              <a:t>Priests often wore a mask of Anubis during the embalming process.</a:t>
            </a:r>
            <a:endParaRPr lang="en-US" b="1" dirty="0"/>
          </a:p>
        </p:txBody>
      </p:sp>
      <p:pic>
        <p:nvPicPr>
          <p:cNvPr id="3" name="Picture 2"/>
          <p:cNvPicPr>
            <a:picLocks noChangeAspect="1"/>
          </p:cNvPicPr>
          <p:nvPr/>
        </p:nvPicPr>
        <p:blipFill>
          <a:blip r:embed="rId3"/>
          <a:stretch>
            <a:fillRect/>
          </a:stretch>
        </p:blipFill>
        <p:spPr>
          <a:xfrm>
            <a:off x="3810000" y="2339474"/>
            <a:ext cx="1524000" cy="2730500"/>
          </a:xfrm>
          <a:prstGeom prst="rect">
            <a:avLst/>
          </a:prstGeom>
        </p:spPr>
      </p:pic>
      <p:pic>
        <p:nvPicPr>
          <p:cNvPr id="10" name="Picture 9"/>
          <p:cNvPicPr>
            <a:picLocks noChangeAspect="1"/>
          </p:cNvPicPr>
          <p:nvPr/>
        </p:nvPicPr>
        <p:blipFill>
          <a:blip r:embed="rId4"/>
          <a:stretch>
            <a:fillRect/>
          </a:stretch>
        </p:blipFill>
        <p:spPr>
          <a:xfrm>
            <a:off x="3810000" y="213895"/>
            <a:ext cx="1600200" cy="660400"/>
          </a:xfrm>
          <a:prstGeom prst="rect">
            <a:avLst/>
          </a:prstGeom>
        </p:spPr>
      </p:pic>
    </p:spTree>
    <p:extLst>
      <p:ext uri="{BB962C8B-B14F-4D97-AF65-F5344CB8AC3E}">
        <p14:creationId xmlns:p14="http://schemas.microsoft.com/office/powerpoint/2010/main" val="1147614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275" y="107576"/>
            <a:ext cx="8042276" cy="2231898"/>
          </a:xfrm>
        </p:spPr>
        <p:txBody>
          <a:bodyPr/>
          <a:lstStyle/>
          <a:p>
            <a:r>
              <a:rPr lang="en-US" dirty="0" err="1" smtClean="0"/>
              <a:t>Bastet</a:t>
            </a:r>
            <a:r>
              <a:rPr lang="en-US" dirty="0" smtClean="0"/>
              <a:t/>
            </a:r>
            <a:br>
              <a:rPr lang="en-US" dirty="0" smtClean="0"/>
            </a:br>
            <a:r>
              <a:rPr lang="en-US" sz="2400" dirty="0" smtClean="0"/>
              <a:t>Was a protective goddess. </a:t>
            </a:r>
            <a:endParaRPr lang="en-US" sz="2400" dirty="0"/>
          </a:p>
        </p:txBody>
      </p:sp>
      <p:sp>
        <p:nvSpPr>
          <p:cNvPr id="7" name="TextBox 6"/>
          <p:cNvSpPr txBox="1"/>
          <p:nvPr/>
        </p:nvSpPr>
        <p:spPr>
          <a:xfrm>
            <a:off x="882316" y="2458453"/>
            <a:ext cx="2419684" cy="2585323"/>
          </a:xfrm>
          <a:prstGeom prst="rect">
            <a:avLst/>
          </a:prstGeom>
          <a:noFill/>
        </p:spPr>
        <p:txBody>
          <a:bodyPr wrap="square" rtlCol="0">
            <a:spAutoFit/>
          </a:bodyPr>
          <a:lstStyle/>
          <a:p>
            <a:pPr algn="just"/>
            <a:r>
              <a:rPr lang="en-US" b="1" dirty="0" err="1" smtClean="0"/>
              <a:t>Bastet</a:t>
            </a:r>
            <a:r>
              <a:rPr lang="en-US" b="1" dirty="0" smtClean="0"/>
              <a:t>, also known as </a:t>
            </a:r>
            <a:r>
              <a:rPr lang="en-US" b="1" dirty="0" err="1" smtClean="0"/>
              <a:t>Bast</a:t>
            </a:r>
            <a:r>
              <a:rPr lang="en-US" b="1" dirty="0" smtClean="0"/>
              <a:t>, had the head of a cat. However, at times of battle, she was depicted with a lioness’ head to protect the King, or pharaoh. </a:t>
            </a:r>
            <a:endParaRPr lang="en-US" b="1" dirty="0"/>
          </a:p>
        </p:txBody>
      </p:sp>
      <p:sp>
        <p:nvSpPr>
          <p:cNvPr id="8" name="TextBox 7"/>
          <p:cNvSpPr txBox="1"/>
          <p:nvPr/>
        </p:nvSpPr>
        <p:spPr>
          <a:xfrm>
            <a:off x="5900822" y="2458453"/>
            <a:ext cx="2387600" cy="2308324"/>
          </a:xfrm>
          <a:prstGeom prst="rect">
            <a:avLst/>
          </a:prstGeom>
          <a:noFill/>
        </p:spPr>
        <p:txBody>
          <a:bodyPr wrap="square" rtlCol="0">
            <a:spAutoFit/>
          </a:bodyPr>
          <a:lstStyle/>
          <a:p>
            <a:pPr algn="just"/>
            <a:r>
              <a:rPr lang="en-US" b="1" dirty="0" err="1" smtClean="0"/>
              <a:t>Bastet</a:t>
            </a:r>
            <a:r>
              <a:rPr lang="en-US" b="1" dirty="0" smtClean="0"/>
              <a:t> was usually a gentle goddess, and many ancient Egyptians had statues of cats to protect them. She was the daughter of Ra, the sun god. </a:t>
            </a:r>
            <a:endParaRPr lang="en-US" b="1" dirty="0"/>
          </a:p>
        </p:txBody>
      </p:sp>
      <p:sp>
        <p:nvSpPr>
          <p:cNvPr id="9" name="TextBox 8"/>
          <p:cNvSpPr txBox="1"/>
          <p:nvPr/>
        </p:nvSpPr>
        <p:spPr>
          <a:xfrm>
            <a:off x="721895" y="5588000"/>
            <a:ext cx="7759031" cy="369332"/>
          </a:xfrm>
          <a:prstGeom prst="rect">
            <a:avLst/>
          </a:prstGeom>
          <a:noFill/>
        </p:spPr>
        <p:txBody>
          <a:bodyPr wrap="square" rtlCol="0">
            <a:spAutoFit/>
          </a:bodyPr>
          <a:lstStyle/>
          <a:p>
            <a:pPr algn="ctr"/>
            <a:r>
              <a:rPr lang="en-US" b="1" dirty="0"/>
              <a:t>A great temple was built in her honour at Bubastis in the Delta.</a:t>
            </a:r>
          </a:p>
        </p:txBody>
      </p:sp>
      <p:pic>
        <p:nvPicPr>
          <p:cNvPr id="4" name="Picture 3"/>
          <p:cNvPicPr>
            <a:picLocks noChangeAspect="1"/>
          </p:cNvPicPr>
          <p:nvPr/>
        </p:nvPicPr>
        <p:blipFill>
          <a:blip r:embed="rId2"/>
          <a:stretch>
            <a:fillRect/>
          </a:stretch>
        </p:blipFill>
        <p:spPr>
          <a:xfrm>
            <a:off x="3810000" y="2458453"/>
            <a:ext cx="1524000" cy="2730500"/>
          </a:xfrm>
          <a:prstGeom prst="rect">
            <a:avLst/>
          </a:prstGeom>
        </p:spPr>
      </p:pic>
      <p:pic>
        <p:nvPicPr>
          <p:cNvPr id="5" name="Picture 4"/>
          <p:cNvPicPr>
            <a:picLocks noChangeAspect="1"/>
          </p:cNvPicPr>
          <p:nvPr/>
        </p:nvPicPr>
        <p:blipFill>
          <a:blip r:embed="rId3"/>
          <a:stretch>
            <a:fillRect/>
          </a:stretch>
        </p:blipFill>
        <p:spPr>
          <a:xfrm>
            <a:off x="4013200" y="263358"/>
            <a:ext cx="1104900" cy="596900"/>
          </a:xfrm>
          <a:prstGeom prst="rect">
            <a:avLst/>
          </a:prstGeom>
        </p:spPr>
      </p:pic>
      <p:pic>
        <p:nvPicPr>
          <p:cNvPr id="11" name="Picture 10"/>
          <p:cNvPicPr>
            <a:picLocks noChangeAspect="1"/>
          </p:cNvPicPr>
          <p:nvPr/>
        </p:nvPicPr>
        <p:blipFill>
          <a:blip r:embed="rId4"/>
          <a:stretch>
            <a:fillRect/>
          </a:stretch>
        </p:blipFill>
        <p:spPr>
          <a:xfrm>
            <a:off x="7984346" y="111626"/>
            <a:ext cx="993159" cy="1497263"/>
          </a:xfrm>
          <a:prstGeom prst="rect">
            <a:avLst/>
          </a:prstGeom>
        </p:spPr>
      </p:pic>
    </p:spTree>
    <p:extLst>
      <p:ext uri="{BB962C8B-B14F-4D97-AF65-F5344CB8AC3E}">
        <p14:creationId xmlns:p14="http://schemas.microsoft.com/office/powerpoint/2010/main" val="2693420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275" y="107576"/>
            <a:ext cx="8042276" cy="2231898"/>
          </a:xfrm>
        </p:spPr>
        <p:txBody>
          <a:bodyPr/>
          <a:lstStyle/>
          <a:p>
            <a:r>
              <a:rPr lang="en-US" dirty="0" smtClean="0"/>
              <a:t>Horus</a:t>
            </a:r>
            <a:br>
              <a:rPr lang="en-US" dirty="0" smtClean="0"/>
            </a:br>
            <a:r>
              <a:rPr lang="en-US" sz="2400" dirty="0" smtClean="0"/>
              <a:t>Was the god of the sky. </a:t>
            </a:r>
            <a:endParaRPr lang="en-US" sz="2400" dirty="0"/>
          </a:p>
        </p:txBody>
      </p:sp>
      <p:sp>
        <p:nvSpPr>
          <p:cNvPr id="7" name="TextBox 6"/>
          <p:cNvSpPr txBox="1"/>
          <p:nvPr/>
        </p:nvSpPr>
        <p:spPr>
          <a:xfrm>
            <a:off x="882316" y="2458453"/>
            <a:ext cx="2419684" cy="2308324"/>
          </a:xfrm>
          <a:prstGeom prst="rect">
            <a:avLst/>
          </a:prstGeom>
          <a:noFill/>
        </p:spPr>
        <p:txBody>
          <a:bodyPr wrap="square" rtlCol="0">
            <a:spAutoFit/>
          </a:bodyPr>
          <a:lstStyle/>
          <a:p>
            <a:pPr algn="just"/>
            <a:r>
              <a:rPr lang="en-US" b="1" dirty="0" smtClean="0"/>
              <a:t>Horus had the head of a hawk and was believed to be living within the pharaohs.</a:t>
            </a:r>
          </a:p>
          <a:p>
            <a:pPr algn="just"/>
            <a:r>
              <a:rPr lang="en-US" b="1" dirty="0" smtClean="0"/>
              <a:t>He was the main protector of the king or queen of ancient Egypt.</a:t>
            </a:r>
            <a:endParaRPr lang="en-US" b="1" dirty="0"/>
          </a:p>
        </p:txBody>
      </p:sp>
      <p:sp>
        <p:nvSpPr>
          <p:cNvPr id="8" name="TextBox 7"/>
          <p:cNvSpPr txBox="1"/>
          <p:nvPr/>
        </p:nvSpPr>
        <p:spPr>
          <a:xfrm>
            <a:off x="5900822" y="2458453"/>
            <a:ext cx="2387600" cy="2308324"/>
          </a:xfrm>
          <a:prstGeom prst="rect">
            <a:avLst/>
          </a:prstGeom>
          <a:noFill/>
        </p:spPr>
        <p:txBody>
          <a:bodyPr wrap="square" rtlCol="0">
            <a:spAutoFit/>
          </a:bodyPr>
          <a:lstStyle/>
          <a:p>
            <a:pPr algn="just"/>
            <a:r>
              <a:rPr lang="en-US" b="1" dirty="0" smtClean="0"/>
              <a:t>Horus was believed to be the son of Isis and </a:t>
            </a:r>
            <a:r>
              <a:rPr lang="en-US" b="1" dirty="0" err="1" smtClean="0"/>
              <a:t>Orisis</a:t>
            </a:r>
            <a:r>
              <a:rPr lang="en-US" b="1" dirty="0" smtClean="0"/>
              <a:t>. He was believed to have lost one of his eyes whilst battling against Seth for the throne.</a:t>
            </a:r>
            <a:endParaRPr lang="en-US" b="1" dirty="0"/>
          </a:p>
        </p:txBody>
      </p:sp>
      <p:sp>
        <p:nvSpPr>
          <p:cNvPr id="9" name="TextBox 8"/>
          <p:cNvSpPr txBox="1"/>
          <p:nvPr/>
        </p:nvSpPr>
        <p:spPr>
          <a:xfrm>
            <a:off x="721895" y="5588000"/>
            <a:ext cx="7759031" cy="646331"/>
          </a:xfrm>
          <a:prstGeom prst="rect">
            <a:avLst/>
          </a:prstGeom>
          <a:noFill/>
        </p:spPr>
        <p:txBody>
          <a:bodyPr wrap="square" rtlCol="0">
            <a:spAutoFit/>
          </a:bodyPr>
          <a:lstStyle/>
          <a:p>
            <a:pPr algn="ctr"/>
            <a:r>
              <a:rPr lang="en-US" b="1" dirty="0"/>
              <a:t>One of the best-preserved temples in Egypt today was dedicated to Horus. It is located in Upper Egypt at a town </a:t>
            </a:r>
            <a:r>
              <a:rPr lang="en-US" b="1" dirty="0" smtClean="0"/>
              <a:t>called </a:t>
            </a:r>
            <a:r>
              <a:rPr lang="en-US" b="1" dirty="0" err="1" smtClean="0"/>
              <a:t>Edfu</a:t>
            </a:r>
            <a:endParaRPr lang="en-US" b="1" dirty="0"/>
          </a:p>
        </p:txBody>
      </p:sp>
      <p:pic>
        <p:nvPicPr>
          <p:cNvPr id="3" name="Picture 2"/>
          <p:cNvPicPr>
            <a:picLocks noChangeAspect="1"/>
          </p:cNvPicPr>
          <p:nvPr/>
        </p:nvPicPr>
        <p:blipFill>
          <a:blip r:embed="rId2"/>
          <a:stretch>
            <a:fillRect/>
          </a:stretch>
        </p:blipFill>
        <p:spPr>
          <a:xfrm>
            <a:off x="3810000" y="2458453"/>
            <a:ext cx="1524000" cy="2717800"/>
          </a:xfrm>
          <a:prstGeom prst="rect">
            <a:avLst/>
          </a:prstGeom>
        </p:spPr>
      </p:pic>
      <p:pic>
        <p:nvPicPr>
          <p:cNvPr id="10" name="Picture 9"/>
          <p:cNvPicPr>
            <a:picLocks noChangeAspect="1"/>
          </p:cNvPicPr>
          <p:nvPr/>
        </p:nvPicPr>
        <p:blipFill>
          <a:blip r:embed="rId3"/>
          <a:stretch>
            <a:fillRect/>
          </a:stretch>
        </p:blipFill>
        <p:spPr>
          <a:xfrm>
            <a:off x="8000999" y="107576"/>
            <a:ext cx="935788" cy="935788"/>
          </a:xfrm>
          <a:prstGeom prst="rect">
            <a:avLst/>
          </a:prstGeom>
        </p:spPr>
      </p:pic>
      <p:pic>
        <p:nvPicPr>
          <p:cNvPr id="20" name="Picture 19" descr="Heir horus.gi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73500" y="357564"/>
            <a:ext cx="1384300" cy="685800"/>
          </a:xfrm>
          <a:prstGeom prst="rect">
            <a:avLst/>
          </a:prstGeom>
        </p:spPr>
      </p:pic>
    </p:spTree>
    <p:extLst>
      <p:ext uri="{BB962C8B-B14F-4D97-AF65-F5344CB8AC3E}">
        <p14:creationId xmlns:p14="http://schemas.microsoft.com/office/powerpoint/2010/main" val="1046765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275" y="548104"/>
            <a:ext cx="8042276" cy="1497263"/>
          </a:xfrm>
        </p:spPr>
        <p:txBody>
          <a:bodyPr/>
          <a:lstStyle/>
          <a:p>
            <a:r>
              <a:rPr lang="en-US" dirty="0" smtClean="0"/>
              <a:t>Isis</a:t>
            </a:r>
            <a:br>
              <a:rPr lang="en-US" dirty="0" smtClean="0"/>
            </a:br>
            <a:r>
              <a:rPr lang="en-US" sz="2400" dirty="0" smtClean="0"/>
              <a:t>Was a protective goddess who used spells to protect.</a:t>
            </a:r>
            <a:endParaRPr lang="en-US" sz="2400" dirty="0"/>
          </a:p>
        </p:txBody>
      </p:sp>
      <p:sp>
        <p:nvSpPr>
          <p:cNvPr id="7" name="TextBox 6"/>
          <p:cNvSpPr txBox="1"/>
          <p:nvPr/>
        </p:nvSpPr>
        <p:spPr>
          <a:xfrm>
            <a:off x="882316" y="2458453"/>
            <a:ext cx="2419684" cy="2862323"/>
          </a:xfrm>
          <a:prstGeom prst="rect">
            <a:avLst/>
          </a:prstGeom>
          <a:noFill/>
        </p:spPr>
        <p:txBody>
          <a:bodyPr wrap="square" rtlCol="0">
            <a:spAutoFit/>
          </a:bodyPr>
          <a:lstStyle/>
          <a:p>
            <a:pPr algn="just"/>
            <a:r>
              <a:rPr lang="en-US" b="1" dirty="0" smtClean="0"/>
              <a:t>Isis was depicted in two ways, having a throne shaped headdress, and having cows horns with a sun between them. She used powerful magic spells to help people in need.</a:t>
            </a:r>
            <a:endParaRPr lang="en-US" b="1" dirty="0"/>
          </a:p>
        </p:txBody>
      </p:sp>
      <p:sp>
        <p:nvSpPr>
          <p:cNvPr id="8" name="TextBox 7"/>
          <p:cNvSpPr txBox="1"/>
          <p:nvPr/>
        </p:nvSpPr>
        <p:spPr>
          <a:xfrm>
            <a:off x="5900822" y="2458453"/>
            <a:ext cx="2387600" cy="3046988"/>
          </a:xfrm>
          <a:prstGeom prst="rect">
            <a:avLst/>
          </a:prstGeom>
          <a:noFill/>
        </p:spPr>
        <p:txBody>
          <a:bodyPr wrap="square" rtlCol="0">
            <a:spAutoFit/>
          </a:bodyPr>
          <a:lstStyle/>
          <a:p>
            <a:pPr algn="just"/>
            <a:r>
              <a:rPr lang="en-US" sz="1600" b="1" dirty="0"/>
              <a:t>Isis was the wife of Osiris and the mother of Horus</a:t>
            </a:r>
            <a:r>
              <a:rPr lang="en-US" sz="1600" b="1" dirty="0" smtClean="0"/>
              <a:t>. </a:t>
            </a:r>
            <a:r>
              <a:rPr lang="en-US" sz="1600" b="1" dirty="0"/>
              <a:t>Since each pharaoh was considered the 'living Horus', Isis was very important</a:t>
            </a:r>
            <a:r>
              <a:rPr lang="en-US" sz="1600" b="1" dirty="0" smtClean="0"/>
              <a:t>. </a:t>
            </a:r>
            <a:r>
              <a:rPr lang="en-US" sz="1600" b="1" dirty="0"/>
              <a:t>Isis is associated with thrones because her lap was the first 'throne' that Horus sat upon.</a:t>
            </a:r>
          </a:p>
        </p:txBody>
      </p:sp>
      <p:sp>
        <p:nvSpPr>
          <p:cNvPr id="9" name="TextBox 8"/>
          <p:cNvSpPr txBox="1"/>
          <p:nvPr/>
        </p:nvSpPr>
        <p:spPr>
          <a:xfrm>
            <a:off x="708527" y="5772666"/>
            <a:ext cx="7759031" cy="369332"/>
          </a:xfrm>
          <a:prstGeom prst="rect">
            <a:avLst/>
          </a:prstGeom>
          <a:noFill/>
        </p:spPr>
        <p:txBody>
          <a:bodyPr wrap="square" rtlCol="0">
            <a:spAutoFit/>
          </a:bodyPr>
          <a:lstStyle/>
          <a:p>
            <a:pPr algn="ctr"/>
            <a:r>
              <a:rPr lang="en-US" b="1" dirty="0"/>
              <a:t>A temple was built to honour Isis at Philae. It is still standing today.</a:t>
            </a:r>
          </a:p>
        </p:txBody>
      </p:sp>
      <p:pic>
        <p:nvPicPr>
          <p:cNvPr id="4" name="Picture 3"/>
          <p:cNvPicPr>
            <a:picLocks noChangeAspect="1"/>
          </p:cNvPicPr>
          <p:nvPr/>
        </p:nvPicPr>
        <p:blipFill>
          <a:blip r:embed="rId2"/>
          <a:stretch>
            <a:fillRect/>
          </a:stretch>
        </p:blipFill>
        <p:spPr>
          <a:xfrm>
            <a:off x="3810000" y="2339474"/>
            <a:ext cx="1524000" cy="2730500"/>
          </a:xfrm>
          <a:prstGeom prst="rect">
            <a:avLst/>
          </a:prstGeom>
        </p:spPr>
      </p:pic>
      <p:pic>
        <p:nvPicPr>
          <p:cNvPr id="19" name="Picture 18"/>
          <p:cNvPicPr>
            <a:picLocks noChangeAspect="1"/>
          </p:cNvPicPr>
          <p:nvPr/>
        </p:nvPicPr>
        <p:blipFill>
          <a:blip r:embed="rId3"/>
          <a:stretch>
            <a:fillRect/>
          </a:stretch>
        </p:blipFill>
        <p:spPr>
          <a:xfrm>
            <a:off x="7984346" y="111626"/>
            <a:ext cx="993159" cy="1497263"/>
          </a:xfrm>
          <a:prstGeom prst="rect">
            <a:avLst/>
          </a:prstGeom>
        </p:spPr>
      </p:pic>
      <p:pic>
        <p:nvPicPr>
          <p:cNvPr id="5" name="Picture 4"/>
          <p:cNvPicPr>
            <a:picLocks noChangeAspect="1"/>
          </p:cNvPicPr>
          <p:nvPr/>
        </p:nvPicPr>
        <p:blipFill>
          <a:blip r:embed="rId4"/>
          <a:stretch>
            <a:fillRect/>
          </a:stretch>
        </p:blipFill>
        <p:spPr>
          <a:xfrm>
            <a:off x="4000500" y="318169"/>
            <a:ext cx="1143000" cy="647700"/>
          </a:xfrm>
          <a:prstGeom prst="rect">
            <a:avLst/>
          </a:prstGeom>
        </p:spPr>
      </p:pic>
    </p:spTree>
    <p:extLst>
      <p:ext uri="{BB962C8B-B14F-4D97-AF65-F5344CB8AC3E}">
        <p14:creationId xmlns:p14="http://schemas.microsoft.com/office/powerpoint/2010/main" val="612257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275" y="548104"/>
            <a:ext cx="8042276" cy="1497263"/>
          </a:xfrm>
        </p:spPr>
        <p:txBody>
          <a:bodyPr/>
          <a:lstStyle/>
          <a:p>
            <a:r>
              <a:rPr lang="en-US" dirty="0" smtClean="0"/>
              <a:t>Osiris</a:t>
            </a:r>
            <a:br>
              <a:rPr lang="en-US" dirty="0" smtClean="0"/>
            </a:br>
            <a:r>
              <a:rPr lang="en-US" sz="2400" dirty="0" smtClean="0"/>
              <a:t>Was the god of the dead and ruler of the underworld.</a:t>
            </a:r>
            <a:endParaRPr lang="en-US" sz="2400" dirty="0"/>
          </a:p>
        </p:txBody>
      </p:sp>
      <p:sp>
        <p:nvSpPr>
          <p:cNvPr id="7" name="TextBox 6"/>
          <p:cNvSpPr txBox="1"/>
          <p:nvPr/>
        </p:nvSpPr>
        <p:spPr>
          <a:xfrm>
            <a:off x="882316" y="2458453"/>
            <a:ext cx="2419684" cy="2585323"/>
          </a:xfrm>
          <a:prstGeom prst="rect">
            <a:avLst/>
          </a:prstGeom>
          <a:noFill/>
        </p:spPr>
        <p:txBody>
          <a:bodyPr wrap="square" rtlCol="0">
            <a:spAutoFit/>
          </a:bodyPr>
          <a:lstStyle/>
          <a:p>
            <a:pPr algn="just"/>
            <a:r>
              <a:rPr lang="en-US" b="1" dirty="0" smtClean="0"/>
              <a:t>Osiris was shown to be a human who was mummified and wore a cone-like headdress with feathers. Osiris was also the god of resurrection and fertility.</a:t>
            </a:r>
            <a:endParaRPr lang="en-US" b="1" dirty="0"/>
          </a:p>
        </p:txBody>
      </p:sp>
      <p:sp>
        <p:nvSpPr>
          <p:cNvPr id="8" name="TextBox 7"/>
          <p:cNvSpPr txBox="1"/>
          <p:nvPr/>
        </p:nvSpPr>
        <p:spPr>
          <a:xfrm>
            <a:off x="5900822" y="2458453"/>
            <a:ext cx="2387600" cy="2862322"/>
          </a:xfrm>
          <a:prstGeom prst="rect">
            <a:avLst/>
          </a:prstGeom>
          <a:noFill/>
        </p:spPr>
        <p:txBody>
          <a:bodyPr wrap="square" rtlCol="0">
            <a:spAutoFit/>
          </a:bodyPr>
          <a:lstStyle/>
          <a:p>
            <a:pPr algn="just"/>
            <a:r>
              <a:rPr lang="en-US" b="1" dirty="0"/>
              <a:t>T</a:t>
            </a:r>
            <a:r>
              <a:rPr lang="en-US" b="1" dirty="0" smtClean="0"/>
              <a:t>he </a:t>
            </a:r>
            <a:r>
              <a:rPr lang="en-US" b="1" dirty="0"/>
              <a:t>ancient Egyptians believed that Osiris gave them the gift of barley, one of their most important crops</a:t>
            </a:r>
            <a:r>
              <a:rPr lang="en-US" b="1" dirty="0" smtClean="0"/>
              <a:t>. </a:t>
            </a:r>
            <a:r>
              <a:rPr lang="en-US" b="1" dirty="0" smtClean="0"/>
              <a:t>Osiris </a:t>
            </a:r>
            <a:r>
              <a:rPr lang="en-US" b="1" dirty="0" smtClean="0"/>
              <a:t>was the husband of Isis, the protective goddess.</a:t>
            </a:r>
            <a:endParaRPr lang="en-US" b="1" dirty="0"/>
          </a:p>
        </p:txBody>
      </p:sp>
      <p:sp>
        <p:nvSpPr>
          <p:cNvPr id="9" name="TextBox 8"/>
          <p:cNvSpPr txBox="1"/>
          <p:nvPr/>
        </p:nvSpPr>
        <p:spPr>
          <a:xfrm>
            <a:off x="692484" y="5772666"/>
            <a:ext cx="7759031" cy="369332"/>
          </a:xfrm>
          <a:prstGeom prst="rect">
            <a:avLst/>
          </a:prstGeom>
          <a:noFill/>
        </p:spPr>
        <p:txBody>
          <a:bodyPr wrap="square" rtlCol="0">
            <a:spAutoFit/>
          </a:bodyPr>
          <a:lstStyle/>
          <a:p>
            <a:pPr algn="ctr"/>
            <a:r>
              <a:rPr lang="en-US" b="1" dirty="0"/>
              <a:t>A large temple was built to honour Osiris at Abydos. </a:t>
            </a:r>
          </a:p>
        </p:txBody>
      </p:sp>
      <p:pic>
        <p:nvPicPr>
          <p:cNvPr id="3" name="Picture 2"/>
          <p:cNvPicPr>
            <a:picLocks noChangeAspect="1"/>
          </p:cNvPicPr>
          <p:nvPr/>
        </p:nvPicPr>
        <p:blipFill>
          <a:blip r:embed="rId2"/>
          <a:stretch>
            <a:fillRect/>
          </a:stretch>
        </p:blipFill>
        <p:spPr>
          <a:xfrm>
            <a:off x="3810000" y="2458453"/>
            <a:ext cx="1524000" cy="2730500"/>
          </a:xfrm>
          <a:prstGeom prst="rect">
            <a:avLst/>
          </a:prstGeom>
        </p:spPr>
      </p:pic>
      <p:pic>
        <p:nvPicPr>
          <p:cNvPr id="6" name="Picture 5"/>
          <p:cNvPicPr>
            <a:picLocks noChangeAspect="1"/>
          </p:cNvPicPr>
          <p:nvPr/>
        </p:nvPicPr>
        <p:blipFill>
          <a:blip r:embed="rId3"/>
          <a:stretch>
            <a:fillRect/>
          </a:stretch>
        </p:blipFill>
        <p:spPr>
          <a:xfrm>
            <a:off x="4127500" y="224254"/>
            <a:ext cx="889000" cy="647700"/>
          </a:xfrm>
          <a:prstGeom prst="rect">
            <a:avLst/>
          </a:prstGeom>
        </p:spPr>
      </p:pic>
      <p:pic>
        <p:nvPicPr>
          <p:cNvPr id="11" name="Picture 10"/>
          <p:cNvPicPr>
            <a:picLocks noChangeAspect="1"/>
          </p:cNvPicPr>
          <p:nvPr/>
        </p:nvPicPr>
        <p:blipFill>
          <a:blip r:embed="rId4"/>
          <a:stretch>
            <a:fillRect/>
          </a:stretch>
        </p:blipFill>
        <p:spPr>
          <a:xfrm>
            <a:off x="8046452" y="107576"/>
            <a:ext cx="935788" cy="935788"/>
          </a:xfrm>
          <a:prstGeom prst="rect">
            <a:avLst/>
          </a:prstGeom>
        </p:spPr>
      </p:pic>
    </p:spTree>
    <p:extLst>
      <p:ext uri="{BB962C8B-B14F-4D97-AF65-F5344CB8AC3E}">
        <p14:creationId xmlns:p14="http://schemas.microsoft.com/office/powerpoint/2010/main" val="2803151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275" y="548104"/>
            <a:ext cx="8042276" cy="1497263"/>
          </a:xfrm>
        </p:spPr>
        <p:txBody>
          <a:bodyPr/>
          <a:lstStyle/>
          <a:p>
            <a:r>
              <a:rPr lang="en-US" dirty="0" smtClean="0"/>
              <a:t>Ra</a:t>
            </a:r>
            <a:br>
              <a:rPr lang="en-US" dirty="0" smtClean="0"/>
            </a:br>
            <a:r>
              <a:rPr lang="en-US" sz="2400" dirty="0" smtClean="0"/>
              <a:t>Was the sun god, and the most important of the ancient </a:t>
            </a:r>
            <a:r>
              <a:rPr lang="en-US" sz="2400" dirty="0"/>
              <a:t>E</a:t>
            </a:r>
            <a:r>
              <a:rPr lang="en-US" sz="2400" dirty="0" smtClean="0"/>
              <a:t>gyptians.</a:t>
            </a:r>
            <a:endParaRPr lang="en-US" sz="2400" dirty="0"/>
          </a:p>
        </p:txBody>
      </p:sp>
      <p:sp>
        <p:nvSpPr>
          <p:cNvPr id="7" name="TextBox 6"/>
          <p:cNvSpPr txBox="1"/>
          <p:nvPr/>
        </p:nvSpPr>
        <p:spPr>
          <a:xfrm>
            <a:off x="882316" y="2458453"/>
            <a:ext cx="2419684" cy="3139321"/>
          </a:xfrm>
          <a:prstGeom prst="rect">
            <a:avLst/>
          </a:prstGeom>
          <a:noFill/>
        </p:spPr>
        <p:txBody>
          <a:bodyPr wrap="square" rtlCol="0">
            <a:spAutoFit/>
          </a:bodyPr>
          <a:lstStyle/>
          <a:p>
            <a:pPr algn="just"/>
            <a:r>
              <a:rPr lang="en-US" b="1" dirty="0" smtClean="0"/>
              <a:t>Ra had the head of a hawk and wore a headdress which was formed of a ring of sun.  Ra was believed to be swallowed up by the sky goddess, Nut each night and reborn each morning.</a:t>
            </a:r>
            <a:endParaRPr lang="en-US" b="1" dirty="0"/>
          </a:p>
        </p:txBody>
      </p:sp>
      <p:sp>
        <p:nvSpPr>
          <p:cNvPr id="8" name="TextBox 7"/>
          <p:cNvSpPr txBox="1"/>
          <p:nvPr/>
        </p:nvSpPr>
        <p:spPr>
          <a:xfrm>
            <a:off x="5900822" y="2458453"/>
            <a:ext cx="2387600" cy="2862323"/>
          </a:xfrm>
          <a:prstGeom prst="rect">
            <a:avLst/>
          </a:prstGeom>
          <a:noFill/>
        </p:spPr>
        <p:txBody>
          <a:bodyPr wrap="square" rtlCol="0">
            <a:spAutoFit/>
          </a:bodyPr>
          <a:lstStyle/>
          <a:p>
            <a:pPr algn="just"/>
            <a:r>
              <a:rPr lang="en-US" b="1" dirty="0"/>
              <a:t>The ancient Egyptians also believed that he travelled through the underworld at night. In the underworld, Ra appeared as a man with the head of a ram.</a:t>
            </a:r>
          </a:p>
        </p:txBody>
      </p:sp>
      <p:pic>
        <p:nvPicPr>
          <p:cNvPr id="11" name="Picture 10"/>
          <p:cNvPicPr>
            <a:picLocks noChangeAspect="1"/>
          </p:cNvPicPr>
          <p:nvPr/>
        </p:nvPicPr>
        <p:blipFill>
          <a:blip r:embed="rId2"/>
          <a:stretch>
            <a:fillRect/>
          </a:stretch>
        </p:blipFill>
        <p:spPr>
          <a:xfrm>
            <a:off x="8046452" y="107576"/>
            <a:ext cx="935788" cy="935788"/>
          </a:xfrm>
          <a:prstGeom prst="rect">
            <a:avLst/>
          </a:prstGeom>
        </p:spPr>
      </p:pic>
      <p:pic>
        <p:nvPicPr>
          <p:cNvPr id="4" name="Picture 3"/>
          <p:cNvPicPr>
            <a:picLocks noChangeAspect="1"/>
          </p:cNvPicPr>
          <p:nvPr/>
        </p:nvPicPr>
        <p:blipFill>
          <a:blip r:embed="rId3"/>
          <a:stretch>
            <a:fillRect/>
          </a:stretch>
        </p:blipFill>
        <p:spPr>
          <a:xfrm>
            <a:off x="4040318" y="107576"/>
            <a:ext cx="1016000" cy="584200"/>
          </a:xfrm>
          <a:prstGeom prst="rect">
            <a:avLst/>
          </a:prstGeom>
        </p:spPr>
      </p:pic>
      <p:pic>
        <p:nvPicPr>
          <p:cNvPr id="5" name="Picture 4"/>
          <p:cNvPicPr>
            <a:picLocks noChangeAspect="1"/>
          </p:cNvPicPr>
          <p:nvPr/>
        </p:nvPicPr>
        <p:blipFill>
          <a:blip r:embed="rId4"/>
          <a:stretch>
            <a:fillRect/>
          </a:stretch>
        </p:blipFill>
        <p:spPr>
          <a:xfrm>
            <a:off x="3810000" y="2311400"/>
            <a:ext cx="1524000" cy="2730500"/>
          </a:xfrm>
          <a:prstGeom prst="rect">
            <a:avLst/>
          </a:prstGeom>
        </p:spPr>
      </p:pic>
      <p:sp>
        <p:nvSpPr>
          <p:cNvPr id="10" name="TextBox 9"/>
          <p:cNvSpPr txBox="1"/>
          <p:nvPr/>
        </p:nvSpPr>
        <p:spPr>
          <a:xfrm>
            <a:off x="1325684" y="5938071"/>
            <a:ext cx="6647975" cy="646331"/>
          </a:xfrm>
          <a:prstGeom prst="rect">
            <a:avLst/>
          </a:prstGeom>
          <a:noFill/>
        </p:spPr>
        <p:txBody>
          <a:bodyPr wrap="none" rtlCol="0">
            <a:spAutoFit/>
          </a:bodyPr>
          <a:lstStyle/>
          <a:p>
            <a:pPr algn="ctr"/>
            <a:r>
              <a:rPr lang="en-US" b="1" dirty="0" smtClean="0"/>
              <a:t>There are a number of temples in Thebes and Luxor which </a:t>
            </a:r>
          </a:p>
          <a:p>
            <a:pPr algn="ctr"/>
            <a:r>
              <a:rPr lang="en-US" b="1" dirty="0" smtClean="0"/>
              <a:t>are dedicated to </a:t>
            </a:r>
            <a:r>
              <a:rPr lang="en-US" b="1" dirty="0" err="1" smtClean="0"/>
              <a:t>Amun</a:t>
            </a:r>
            <a:r>
              <a:rPr lang="en-US" b="1" dirty="0" smtClean="0"/>
              <a:t> Ra, but none just for Ra.</a:t>
            </a:r>
            <a:endParaRPr lang="en-US" b="1" dirty="0"/>
          </a:p>
        </p:txBody>
      </p:sp>
    </p:spTree>
    <p:extLst>
      <p:ext uri="{BB962C8B-B14F-4D97-AF65-F5344CB8AC3E}">
        <p14:creationId xmlns:p14="http://schemas.microsoft.com/office/powerpoint/2010/main" val="41815694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Breeze">
      <a:majorFont>
        <a:latin typeface="News Gothic MT"/>
        <a:ea typeface=""/>
        <a:cs typeface=""/>
        <a:font script="Jpan" typeface="ＭＳ Ｐゴシック"/>
        <a:font script="Hans" typeface="宋体"/>
        <a:font script="Hant" typeface="新細明體"/>
      </a:majorFont>
      <a:minorFont>
        <a:latin typeface="News Gothic MT"/>
        <a:ea typeface=""/>
        <a:cs typeface=""/>
        <a:font script="Jpan" typeface="ＭＳ Ｐゴシック"/>
        <a:font script="Hans" typeface="宋体"/>
        <a:font script="Hant" typeface="新細明體"/>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Override1.xml><?xml version="1.0" encoding="utf-8"?>
<a:themeOverride xmlns:a="http://schemas.openxmlformats.org/drawingml/2006/main">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themeOverride>
</file>

<file path=docProps/app.xml><?xml version="1.0" encoding="utf-8"?>
<Properties xmlns="http://schemas.openxmlformats.org/officeDocument/2006/extended-properties" xmlns:vt="http://schemas.openxmlformats.org/officeDocument/2006/docPropsVTypes">
  <Template/>
  <TotalTime>231</TotalTime>
  <Words>877</Words>
  <Application>Microsoft Office PowerPoint</Application>
  <PresentationFormat>On-screen Show (4:3)</PresentationFormat>
  <Paragraphs>61</Paragraphs>
  <Slides>14</Slides>
  <Notes>5</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Breeze</vt:lpstr>
      <vt:lpstr>PowerPoint Presentation</vt:lpstr>
      <vt:lpstr>PowerPoint Presentation</vt:lpstr>
      <vt:lpstr>PowerPoint Presentation</vt:lpstr>
      <vt:lpstr>PowerPoint Presentation</vt:lpstr>
      <vt:lpstr>PowerPoint Presentation</vt:lpstr>
      <vt:lpstr>Ancient Egyptian Gods</vt:lpstr>
      <vt:lpstr>PowerPoint Presentation</vt:lpstr>
      <vt:lpstr>Amun Was one of the most important gods in ancient Egyptian history. He was know as the ‘King of the Gods’</vt:lpstr>
      <vt:lpstr>Anubis Was the god of embalming (wrapping dead bodies in linin) and the dead.</vt:lpstr>
      <vt:lpstr>Bastet Was a protective goddess. </vt:lpstr>
      <vt:lpstr>Horus Was the god of the sky. </vt:lpstr>
      <vt:lpstr>Isis Was a protective goddess who used spells to protect.</vt:lpstr>
      <vt:lpstr>Osiris Was the god of the dead and ruler of the underworld.</vt:lpstr>
      <vt:lpstr>Ra Was the sun god, and the most important of the ancient Egyptians.</vt:lpstr>
    </vt:vector>
  </TitlesOfParts>
  <Company>All Saints Junior School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Ancient Egyptian Gods</dc:title>
  <dc:creator>Natalie Needham</dc:creator>
  <cp:lastModifiedBy>DONAVON Rebecca</cp:lastModifiedBy>
  <cp:revision>14</cp:revision>
  <dcterms:created xsi:type="dcterms:W3CDTF">2012-02-02T12:24:31Z</dcterms:created>
  <dcterms:modified xsi:type="dcterms:W3CDTF">2015-05-22T03:30:05Z</dcterms:modified>
</cp:coreProperties>
</file>